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14"/>
  </p:notesMasterIdLst>
  <p:handoutMasterIdLst>
    <p:handoutMasterId r:id="rId15"/>
  </p:handoutMasterIdLst>
  <p:sldIdLst>
    <p:sldId id="2561" r:id="rId5"/>
    <p:sldId id="2562" r:id="rId6"/>
    <p:sldId id="2563" r:id="rId7"/>
    <p:sldId id="2564" r:id="rId8"/>
    <p:sldId id="2565" r:id="rId9"/>
    <p:sldId id="2566" r:id="rId10"/>
    <p:sldId id="2567" r:id="rId11"/>
    <p:sldId id="2568" r:id="rId12"/>
    <p:sldId id="25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nance Automation Workflows" id="{0D09D4A6-8255-4CC5-A7E9-7C676A3920BD}">
          <p14:sldIdLst>
            <p14:sldId id="2561"/>
          </p14:sldIdLst>
        </p14:section>
        <p14:section name="Predictive Accrual Models" id="{49377AF1-E819-4A73-A997-139E02D5DE13}">
          <p14:sldIdLst>
            <p14:sldId id="2562"/>
            <p14:sldId id="2563"/>
          </p14:sldIdLst>
        </p14:section>
        <p14:section name="Anomaly Detection for Journal Entries" id="{9A2944B8-095E-4F36-8D13-EB3901FFE13C}">
          <p14:sldIdLst>
            <p14:sldId id="2564"/>
            <p14:sldId id="2565"/>
          </p14:sldIdLst>
        </p14:section>
        <p14:section name="Outlier Trends in Variance Analysis" id="{2E95E8B9-9DFB-47E6-90EF-A6575821E7EB}">
          <p14:sldIdLst>
            <p14:sldId id="2566"/>
            <p14:sldId id="2567"/>
          </p14:sldIdLst>
        </p14:section>
        <p14:section name="Auto-Certification Bots" id="{FF2B6341-A295-4DF8-843C-656894BDF42F}">
          <p14:sldIdLst>
            <p14:sldId id="2568"/>
            <p14:sldId id="25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DA7862-AFFA-45E5-9CA9-910FFC77FB1B}" v="11" dt="2025-09-24T15:57:04.325"/>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97" autoAdjust="0"/>
    <p:restoredTop sz="94468"/>
  </p:normalViewPr>
  <p:slideViewPr>
    <p:cSldViewPr snapToGrid="0">
      <p:cViewPr>
        <p:scale>
          <a:sx n="100" d="100"/>
          <a:sy n="100" d="100"/>
        </p:scale>
        <p:origin x="-72" y="-595"/>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464DFF-6C0B-4087-A25E-64A74421B57A}"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9EB6CEDF-E9F3-40BF-98EA-DCC44A437580}">
      <dgm:prSet/>
      <dgm:spPr/>
      <dgm:t>
        <a:bodyPr/>
        <a:lstStyle/>
        <a:p>
          <a:pPr>
            <a:lnSpc>
              <a:spcPct val="100000"/>
            </a:lnSpc>
            <a:defRPr b="1"/>
          </a:pPr>
          <a:r>
            <a:rPr lang="en-US"/>
            <a:t>Machine Learning Techniques</a:t>
          </a:r>
        </a:p>
      </dgm:t>
    </dgm:pt>
    <dgm:pt modelId="{391D7D26-5B9D-40AD-BA0F-7B8F214E1CAA}" type="parTrans" cxnId="{A1D5F074-9411-4274-96FE-522C08369E31}">
      <dgm:prSet/>
      <dgm:spPr/>
      <dgm:t>
        <a:bodyPr/>
        <a:lstStyle/>
        <a:p>
          <a:endParaRPr lang="en-US"/>
        </a:p>
      </dgm:t>
    </dgm:pt>
    <dgm:pt modelId="{55267FB2-181E-4827-BD15-C32D3BE7A413}" type="sibTrans" cxnId="{A1D5F074-9411-4274-96FE-522C08369E31}">
      <dgm:prSet/>
      <dgm:spPr/>
      <dgm:t>
        <a:bodyPr/>
        <a:lstStyle/>
        <a:p>
          <a:pPr>
            <a:lnSpc>
              <a:spcPct val="100000"/>
            </a:lnSpc>
            <a:defRPr b="1"/>
          </a:pPr>
          <a:endParaRPr lang="en-US"/>
        </a:p>
      </dgm:t>
    </dgm:pt>
    <dgm:pt modelId="{6575F100-2A2A-4E50-BE3A-741365CEE513}">
      <dgm:prSet/>
      <dgm:spPr/>
      <dgm:t>
        <a:bodyPr/>
        <a:lstStyle/>
        <a:p>
          <a:pPr>
            <a:lnSpc>
              <a:spcPct val="100000"/>
            </a:lnSpc>
          </a:pPr>
          <a:r>
            <a:rPr lang="en-US"/>
            <a:t>Supervised and unsupervised machine learning algorithms detect anomalies in financial journal entries to uncover errors and fraud.</a:t>
          </a:r>
        </a:p>
      </dgm:t>
    </dgm:pt>
    <dgm:pt modelId="{107BE91F-F19D-4BA4-B71F-F0739E4FA50A}" type="parTrans" cxnId="{6BB9C373-D617-46A1-B6EA-8031AF22F335}">
      <dgm:prSet/>
      <dgm:spPr/>
      <dgm:t>
        <a:bodyPr/>
        <a:lstStyle/>
        <a:p>
          <a:endParaRPr lang="en-US"/>
        </a:p>
      </dgm:t>
    </dgm:pt>
    <dgm:pt modelId="{1F912AD8-BA16-47F7-BDD3-A21C433BA528}" type="sibTrans" cxnId="{6BB9C373-D617-46A1-B6EA-8031AF22F335}">
      <dgm:prSet/>
      <dgm:spPr/>
      <dgm:t>
        <a:bodyPr/>
        <a:lstStyle/>
        <a:p>
          <a:endParaRPr lang="en-US"/>
        </a:p>
      </dgm:t>
    </dgm:pt>
    <dgm:pt modelId="{8EEA3AE8-D0BD-4D96-A43B-259B86CF926E}">
      <dgm:prSet/>
      <dgm:spPr/>
      <dgm:t>
        <a:bodyPr/>
        <a:lstStyle/>
        <a:p>
          <a:pPr>
            <a:lnSpc>
              <a:spcPct val="100000"/>
            </a:lnSpc>
            <a:defRPr b="1"/>
          </a:pPr>
          <a:r>
            <a:rPr lang="en-US"/>
            <a:t>Types of Anomalies</a:t>
          </a:r>
        </a:p>
      </dgm:t>
    </dgm:pt>
    <dgm:pt modelId="{0502B6E9-E247-4D4E-89A6-23694279543C}" type="parTrans" cxnId="{EE7C33EA-BE7E-439E-B8F9-1B0C0B49FD15}">
      <dgm:prSet/>
      <dgm:spPr/>
      <dgm:t>
        <a:bodyPr/>
        <a:lstStyle/>
        <a:p>
          <a:endParaRPr lang="en-US"/>
        </a:p>
      </dgm:t>
    </dgm:pt>
    <dgm:pt modelId="{490F184C-9451-4E3D-9C52-031FD21C5893}" type="sibTrans" cxnId="{EE7C33EA-BE7E-439E-B8F9-1B0C0B49FD15}">
      <dgm:prSet/>
      <dgm:spPr/>
      <dgm:t>
        <a:bodyPr/>
        <a:lstStyle/>
        <a:p>
          <a:pPr>
            <a:lnSpc>
              <a:spcPct val="100000"/>
            </a:lnSpc>
            <a:defRPr b="1"/>
          </a:pPr>
          <a:endParaRPr lang="en-US"/>
        </a:p>
      </dgm:t>
    </dgm:pt>
    <dgm:pt modelId="{633C6779-B2AC-49A1-B533-C511CA5E2A87}">
      <dgm:prSet/>
      <dgm:spPr/>
      <dgm:t>
        <a:bodyPr/>
        <a:lstStyle/>
        <a:p>
          <a:pPr>
            <a:lnSpc>
              <a:spcPct val="100000"/>
            </a:lnSpc>
          </a:pPr>
          <a:r>
            <a:rPr lang="en-US"/>
            <a:t>Anomalies are categorized as global, which are rare individual deviations, and local, uncommon attribute combinations in data.</a:t>
          </a:r>
        </a:p>
      </dgm:t>
    </dgm:pt>
    <dgm:pt modelId="{23E316D8-5ED1-4F47-AE6D-0579F92B29FE}" type="parTrans" cxnId="{9B47C882-77DE-43D9-9E92-90B2D4ED2280}">
      <dgm:prSet/>
      <dgm:spPr/>
      <dgm:t>
        <a:bodyPr/>
        <a:lstStyle/>
        <a:p>
          <a:endParaRPr lang="en-US"/>
        </a:p>
      </dgm:t>
    </dgm:pt>
    <dgm:pt modelId="{CC288F69-32A7-4D9E-B652-F17BDBDC1EC1}" type="sibTrans" cxnId="{9B47C882-77DE-43D9-9E92-90B2D4ED2280}">
      <dgm:prSet/>
      <dgm:spPr/>
      <dgm:t>
        <a:bodyPr/>
        <a:lstStyle/>
        <a:p>
          <a:endParaRPr lang="en-US"/>
        </a:p>
      </dgm:t>
    </dgm:pt>
    <dgm:pt modelId="{CB54F481-E26D-4355-A26C-E2498B39323F}">
      <dgm:prSet/>
      <dgm:spPr/>
      <dgm:t>
        <a:bodyPr/>
        <a:lstStyle/>
        <a:p>
          <a:pPr>
            <a:lnSpc>
              <a:spcPct val="100000"/>
            </a:lnSpc>
            <a:defRPr b="1"/>
          </a:pPr>
          <a:r>
            <a:rPr lang="en-US"/>
            <a:t>Benefits in Auditing</a:t>
          </a:r>
        </a:p>
      </dgm:t>
    </dgm:pt>
    <dgm:pt modelId="{00E72C44-3C1C-4DF3-87C2-BA214FFAF24B}" type="parTrans" cxnId="{E97611D0-7FAF-437A-88A3-2A79D7FEA707}">
      <dgm:prSet/>
      <dgm:spPr/>
      <dgm:t>
        <a:bodyPr/>
        <a:lstStyle/>
        <a:p>
          <a:endParaRPr lang="en-US"/>
        </a:p>
      </dgm:t>
    </dgm:pt>
    <dgm:pt modelId="{303EC0CF-D7E1-456B-A494-2C1CB8ABD2F9}" type="sibTrans" cxnId="{E97611D0-7FAF-437A-88A3-2A79D7FEA707}">
      <dgm:prSet/>
      <dgm:spPr/>
      <dgm:t>
        <a:bodyPr/>
        <a:lstStyle/>
        <a:p>
          <a:endParaRPr lang="en-US"/>
        </a:p>
      </dgm:t>
    </dgm:pt>
    <dgm:pt modelId="{F5A7EC54-A6FE-4E0D-B7AD-55D89C4CC466}">
      <dgm:prSet/>
      <dgm:spPr/>
      <dgm:t>
        <a:bodyPr/>
        <a:lstStyle/>
        <a:p>
          <a:pPr>
            <a:lnSpc>
              <a:spcPct val="100000"/>
            </a:lnSpc>
          </a:pPr>
          <a:r>
            <a:rPr lang="en-US"/>
            <a:t>Anomaly detection reduces audit risk, improves fraud detection, and enhances accuracy and efficiency in financial audits.</a:t>
          </a:r>
        </a:p>
      </dgm:t>
    </dgm:pt>
    <dgm:pt modelId="{AE722600-4226-4571-99A9-33B66DB299D1}" type="parTrans" cxnId="{ADB853F4-51C0-44C9-804B-70EAB7CF0955}">
      <dgm:prSet/>
      <dgm:spPr/>
      <dgm:t>
        <a:bodyPr/>
        <a:lstStyle/>
        <a:p>
          <a:endParaRPr lang="en-US"/>
        </a:p>
      </dgm:t>
    </dgm:pt>
    <dgm:pt modelId="{2A64C024-6CFF-4DB5-AEBE-F079916F2ED1}" type="sibTrans" cxnId="{ADB853F4-51C0-44C9-804B-70EAB7CF0955}">
      <dgm:prSet/>
      <dgm:spPr/>
      <dgm:t>
        <a:bodyPr/>
        <a:lstStyle/>
        <a:p>
          <a:endParaRPr lang="en-US"/>
        </a:p>
      </dgm:t>
    </dgm:pt>
    <dgm:pt modelId="{E7FC6111-D6B4-4750-809D-F5CC45351F56}" type="pres">
      <dgm:prSet presAssocID="{7B464DFF-6C0B-4087-A25E-64A74421B57A}" presName="Root" presStyleCnt="0">
        <dgm:presLayoutVars>
          <dgm:dir/>
          <dgm:resizeHandles val="exact"/>
        </dgm:presLayoutVars>
      </dgm:prSet>
      <dgm:spPr/>
    </dgm:pt>
    <dgm:pt modelId="{C8817743-B36D-4B91-A382-79280C3D1F06}" type="pres">
      <dgm:prSet presAssocID="{9EB6CEDF-E9F3-40BF-98EA-DCC44A437580}" presName="Composite" presStyleCnt="0"/>
      <dgm:spPr/>
    </dgm:pt>
    <dgm:pt modelId="{A95DF5B7-782C-473C-9A8F-BA9E7E9628D6}" type="pres">
      <dgm:prSet presAssocID="{9EB6CEDF-E9F3-40BF-98EA-DCC44A437580}"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1959" r="21287" b="-5"/>
          <a:stretch/>
        </a:blipFill>
      </dgm:spPr>
      <dgm:extLst>
        <a:ext uri="{E40237B7-FDA0-4F09-8148-C483321AD2D9}">
          <dgm14:cNvPr xmlns:dgm14="http://schemas.microsoft.com/office/drawing/2010/diagram" id="0" name="" descr="Internet of Things Concept"/>
        </a:ext>
      </dgm:extLst>
    </dgm:pt>
    <dgm:pt modelId="{789243F4-84CA-4870-8FC6-8EC2D19427D0}" type="pres">
      <dgm:prSet presAssocID="{9EB6CEDF-E9F3-40BF-98EA-DCC44A437580}" presName="Subtitle" presStyleLbl="revTx" presStyleIdx="0" presStyleCnt="6">
        <dgm:presLayoutVars>
          <dgm:chMax val="0"/>
          <dgm:bulletEnabled/>
        </dgm:presLayoutVars>
      </dgm:prSet>
      <dgm:spPr/>
    </dgm:pt>
    <dgm:pt modelId="{D78AF414-9190-4D46-9FF2-222E3B6FBB63}" type="pres">
      <dgm:prSet presAssocID="{9EB6CEDF-E9F3-40BF-98EA-DCC44A437580}" presName="Description" presStyleLbl="revTx" presStyleIdx="1" presStyleCnt="6">
        <dgm:presLayoutVars>
          <dgm:bulletEnabled/>
        </dgm:presLayoutVars>
      </dgm:prSet>
      <dgm:spPr/>
    </dgm:pt>
    <dgm:pt modelId="{0C1D5B0A-B280-4551-9D2D-97F0BEF8AAD6}" type="pres">
      <dgm:prSet presAssocID="{55267FB2-181E-4827-BD15-C32D3BE7A413}" presName="sibTrans" presStyleLbl="sibTrans2D1" presStyleIdx="0" presStyleCnt="0"/>
      <dgm:spPr/>
    </dgm:pt>
    <dgm:pt modelId="{FD9710CC-0849-4A64-AF81-ECB9E6DA263C}" type="pres">
      <dgm:prSet presAssocID="{8EEA3AE8-D0BD-4D96-A43B-259B86CF926E}" presName="Composite" presStyleCnt="0"/>
      <dgm:spPr/>
    </dgm:pt>
    <dgm:pt modelId="{8B46E782-BE5D-42B2-B1D6-432047BF5428}" type="pres">
      <dgm:prSet presAssocID="{8EEA3AE8-D0BD-4D96-A43B-259B86CF926E}"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2251" r="1" b="2"/>
          <a:stretch/>
        </a:blipFill>
      </dgm:spPr>
      <dgm:extLst>
        <a:ext uri="{E40237B7-FDA0-4F09-8148-C483321AD2D9}">
          <dgm14:cNvPr xmlns:dgm14="http://schemas.microsoft.com/office/drawing/2010/diagram" id="0" name="" descr="Digital financial graphs in 3D"/>
        </a:ext>
      </dgm:extLst>
    </dgm:pt>
    <dgm:pt modelId="{87223503-1609-4DCF-9885-B6C8F17C89DF}" type="pres">
      <dgm:prSet presAssocID="{8EEA3AE8-D0BD-4D96-A43B-259B86CF926E}" presName="Subtitle" presStyleLbl="revTx" presStyleIdx="2" presStyleCnt="6">
        <dgm:presLayoutVars>
          <dgm:chMax val="0"/>
          <dgm:bulletEnabled/>
        </dgm:presLayoutVars>
      </dgm:prSet>
      <dgm:spPr/>
    </dgm:pt>
    <dgm:pt modelId="{AC2CAE79-AC0A-45BB-AE8F-198FE105E10F}" type="pres">
      <dgm:prSet presAssocID="{8EEA3AE8-D0BD-4D96-A43B-259B86CF926E}" presName="Description" presStyleLbl="revTx" presStyleIdx="3" presStyleCnt="6">
        <dgm:presLayoutVars>
          <dgm:bulletEnabled/>
        </dgm:presLayoutVars>
      </dgm:prSet>
      <dgm:spPr/>
    </dgm:pt>
    <dgm:pt modelId="{221CEA8F-50C8-4081-80EB-E7FAD1F658EF}" type="pres">
      <dgm:prSet presAssocID="{490F184C-9451-4E3D-9C52-031FD21C5893}" presName="sibTrans" presStyleLbl="sibTrans2D1" presStyleIdx="0" presStyleCnt="0"/>
      <dgm:spPr/>
    </dgm:pt>
    <dgm:pt modelId="{6D0F17DA-F98D-4DFA-8561-C5B6BE80CE7C}" type="pres">
      <dgm:prSet presAssocID="{CB54F481-E26D-4355-A26C-E2498B39323F}" presName="Composite" presStyleCnt="0"/>
      <dgm:spPr/>
    </dgm:pt>
    <dgm:pt modelId="{5C7635C6-B5E2-4810-A1FC-5736D26BEEC8}" type="pres">
      <dgm:prSet presAssocID="{CB54F481-E26D-4355-A26C-E2498B39323F}"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1773" r="21980" b="6"/>
          <a:stretch/>
        </a:blipFill>
      </dgm:spPr>
      <dgm:extLst>
        <a:ext uri="{E40237B7-FDA0-4F09-8148-C483321AD2D9}">
          <dgm14:cNvPr xmlns:dgm14="http://schemas.microsoft.com/office/drawing/2010/diagram" id="0" name="" descr="Global communication network concept"/>
        </a:ext>
      </dgm:extLst>
    </dgm:pt>
    <dgm:pt modelId="{28F7A53B-D049-4CE8-9338-415612FD42F4}" type="pres">
      <dgm:prSet presAssocID="{CB54F481-E26D-4355-A26C-E2498B39323F}" presName="Subtitle" presStyleLbl="revTx" presStyleIdx="4" presStyleCnt="6">
        <dgm:presLayoutVars>
          <dgm:chMax val="0"/>
          <dgm:bulletEnabled/>
        </dgm:presLayoutVars>
      </dgm:prSet>
      <dgm:spPr/>
    </dgm:pt>
    <dgm:pt modelId="{78CE6DDD-B191-4E11-B185-595B9F3F3D14}" type="pres">
      <dgm:prSet presAssocID="{CB54F481-E26D-4355-A26C-E2498B39323F}" presName="Description" presStyleLbl="revTx" presStyleIdx="5" presStyleCnt="6">
        <dgm:presLayoutVars>
          <dgm:bulletEnabled/>
        </dgm:presLayoutVars>
      </dgm:prSet>
      <dgm:spPr/>
    </dgm:pt>
  </dgm:ptLst>
  <dgm:cxnLst>
    <dgm:cxn modelId="{EFA89B09-E252-421F-8AD6-8B16FE59F3E3}" type="presOf" srcId="{CB54F481-E26D-4355-A26C-E2498B39323F}" destId="{28F7A53B-D049-4CE8-9338-415612FD42F4}" srcOrd="0" destOrd="0" presId="urn:microsoft.com/office/officeart/2024/3/layout/verticalVisualTextBlock1"/>
    <dgm:cxn modelId="{60AC1436-A8ED-4107-97F5-20B1E60F339E}" type="presOf" srcId="{55267FB2-181E-4827-BD15-C32D3BE7A413}" destId="{0C1D5B0A-B280-4551-9D2D-97F0BEF8AAD6}" srcOrd="0" destOrd="0" presId="urn:microsoft.com/office/officeart/2024/3/layout/verticalVisualTextBlock1"/>
    <dgm:cxn modelId="{883D905E-4170-4771-86D3-702781F92F19}" type="presOf" srcId="{9EB6CEDF-E9F3-40BF-98EA-DCC44A437580}" destId="{789243F4-84CA-4870-8FC6-8EC2D19427D0}" srcOrd="0" destOrd="0" presId="urn:microsoft.com/office/officeart/2024/3/layout/verticalVisualTextBlock1"/>
    <dgm:cxn modelId="{5B9F494F-E32F-483D-8DE0-3E4325591BE3}" type="presOf" srcId="{8EEA3AE8-D0BD-4D96-A43B-259B86CF926E}" destId="{87223503-1609-4DCF-9885-B6C8F17C89DF}" srcOrd="0" destOrd="0" presId="urn:microsoft.com/office/officeart/2024/3/layout/verticalVisualTextBlock1"/>
    <dgm:cxn modelId="{0781EF6F-8AEB-4F47-9EC3-236589626B72}" type="presOf" srcId="{6575F100-2A2A-4E50-BE3A-741365CEE513}" destId="{D78AF414-9190-4D46-9FF2-222E3B6FBB63}" srcOrd="0" destOrd="0" presId="urn:microsoft.com/office/officeart/2024/3/layout/verticalVisualTextBlock1"/>
    <dgm:cxn modelId="{6BB9C373-D617-46A1-B6EA-8031AF22F335}" srcId="{9EB6CEDF-E9F3-40BF-98EA-DCC44A437580}" destId="{6575F100-2A2A-4E50-BE3A-741365CEE513}" srcOrd="0" destOrd="0" parTransId="{107BE91F-F19D-4BA4-B71F-F0739E4FA50A}" sibTransId="{1F912AD8-BA16-47F7-BDD3-A21C433BA528}"/>
    <dgm:cxn modelId="{A1D5F074-9411-4274-96FE-522C08369E31}" srcId="{7B464DFF-6C0B-4087-A25E-64A74421B57A}" destId="{9EB6CEDF-E9F3-40BF-98EA-DCC44A437580}" srcOrd="0" destOrd="0" parTransId="{391D7D26-5B9D-40AD-BA0F-7B8F214E1CAA}" sibTransId="{55267FB2-181E-4827-BD15-C32D3BE7A413}"/>
    <dgm:cxn modelId="{9B47C882-77DE-43D9-9E92-90B2D4ED2280}" srcId="{8EEA3AE8-D0BD-4D96-A43B-259B86CF926E}" destId="{633C6779-B2AC-49A1-B533-C511CA5E2A87}" srcOrd="0" destOrd="0" parTransId="{23E316D8-5ED1-4F47-AE6D-0579F92B29FE}" sibTransId="{CC288F69-32A7-4D9E-B652-F17BDBDC1EC1}"/>
    <dgm:cxn modelId="{8BA9C3C8-431C-45BE-9A4E-5742C4D2CD23}" type="presOf" srcId="{7B464DFF-6C0B-4087-A25E-64A74421B57A}" destId="{E7FC6111-D6B4-4750-809D-F5CC45351F56}" srcOrd="0" destOrd="0" presId="urn:microsoft.com/office/officeart/2024/3/layout/verticalVisualTextBlock1"/>
    <dgm:cxn modelId="{E97611D0-7FAF-437A-88A3-2A79D7FEA707}" srcId="{7B464DFF-6C0B-4087-A25E-64A74421B57A}" destId="{CB54F481-E26D-4355-A26C-E2498B39323F}" srcOrd="2" destOrd="0" parTransId="{00E72C44-3C1C-4DF3-87C2-BA214FFAF24B}" sibTransId="{303EC0CF-D7E1-456B-A494-2C1CB8ABD2F9}"/>
    <dgm:cxn modelId="{1D5E69D0-5E49-4582-BA16-6AE15AD798BB}" type="presOf" srcId="{490F184C-9451-4E3D-9C52-031FD21C5893}" destId="{221CEA8F-50C8-4081-80EB-E7FAD1F658EF}" srcOrd="0" destOrd="0" presId="urn:microsoft.com/office/officeart/2024/3/layout/verticalVisualTextBlock1"/>
    <dgm:cxn modelId="{FE6E2FD2-4656-4829-817E-4F8CC6D8635C}" type="presOf" srcId="{633C6779-B2AC-49A1-B533-C511CA5E2A87}" destId="{AC2CAE79-AC0A-45BB-AE8F-198FE105E10F}" srcOrd="0" destOrd="0" presId="urn:microsoft.com/office/officeart/2024/3/layout/verticalVisualTextBlock1"/>
    <dgm:cxn modelId="{EE7C33EA-BE7E-439E-B8F9-1B0C0B49FD15}" srcId="{7B464DFF-6C0B-4087-A25E-64A74421B57A}" destId="{8EEA3AE8-D0BD-4D96-A43B-259B86CF926E}" srcOrd="1" destOrd="0" parTransId="{0502B6E9-E247-4D4E-89A6-23694279543C}" sibTransId="{490F184C-9451-4E3D-9C52-031FD21C5893}"/>
    <dgm:cxn modelId="{ADB853F4-51C0-44C9-804B-70EAB7CF0955}" srcId="{CB54F481-E26D-4355-A26C-E2498B39323F}" destId="{F5A7EC54-A6FE-4E0D-B7AD-55D89C4CC466}" srcOrd="0" destOrd="0" parTransId="{AE722600-4226-4571-99A9-33B66DB299D1}" sibTransId="{2A64C024-6CFF-4DB5-AEBE-F079916F2ED1}"/>
    <dgm:cxn modelId="{7A6699F7-1A92-4A01-A8F7-625FB0907164}" type="presOf" srcId="{F5A7EC54-A6FE-4E0D-B7AD-55D89C4CC466}" destId="{78CE6DDD-B191-4E11-B185-595B9F3F3D14}" srcOrd="0" destOrd="0" presId="urn:microsoft.com/office/officeart/2024/3/layout/verticalVisualTextBlock1"/>
    <dgm:cxn modelId="{5B00FE67-64A8-4A46-8992-455F93806541}" type="presParOf" srcId="{E7FC6111-D6B4-4750-809D-F5CC45351F56}" destId="{C8817743-B36D-4B91-A382-79280C3D1F06}" srcOrd="0" destOrd="0" presId="urn:microsoft.com/office/officeart/2024/3/layout/verticalVisualTextBlock1"/>
    <dgm:cxn modelId="{87264202-5D40-4F01-A9C2-7E23E8FF9D06}" type="presParOf" srcId="{C8817743-B36D-4B91-A382-79280C3D1F06}" destId="{A95DF5B7-782C-473C-9A8F-BA9E7E9628D6}" srcOrd="0" destOrd="0" presId="urn:microsoft.com/office/officeart/2024/3/layout/verticalVisualTextBlock1"/>
    <dgm:cxn modelId="{C9F5EDCB-6A00-47B6-8946-F9E2F06F045B}" type="presParOf" srcId="{C8817743-B36D-4B91-A382-79280C3D1F06}" destId="{789243F4-84CA-4870-8FC6-8EC2D19427D0}" srcOrd="1" destOrd="0" presId="urn:microsoft.com/office/officeart/2024/3/layout/verticalVisualTextBlock1"/>
    <dgm:cxn modelId="{E5B716C0-BC11-48A8-BD62-61BEDFBBFDB8}" type="presParOf" srcId="{C8817743-B36D-4B91-A382-79280C3D1F06}" destId="{D78AF414-9190-4D46-9FF2-222E3B6FBB63}" srcOrd="2" destOrd="0" presId="urn:microsoft.com/office/officeart/2024/3/layout/verticalVisualTextBlock1"/>
    <dgm:cxn modelId="{42003DEF-F7E3-4488-AC4C-82A66449891D}" type="presParOf" srcId="{E7FC6111-D6B4-4750-809D-F5CC45351F56}" destId="{0C1D5B0A-B280-4551-9D2D-97F0BEF8AAD6}" srcOrd="1" destOrd="0" presId="urn:microsoft.com/office/officeart/2024/3/layout/verticalVisualTextBlock1"/>
    <dgm:cxn modelId="{3BF37753-A116-4EBB-B067-F5D443AC0E8F}" type="presParOf" srcId="{E7FC6111-D6B4-4750-809D-F5CC45351F56}" destId="{FD9710CC-0849-4A64-AF81-ECB9E6DA263C}" srcOrd="2" destOrd="0" presId="urn:microsoft.com/office/officeart/2024/3/layout/verticalVisualTextBlock1"/>
    <dgm:cxn modelId="{BE8A42A6-0A90-422B-8387-41B399A139B7}" type="presParOf" srcId="{FD9710CC-0849-4A64-AF81-ECB9E6DA263C}" destId="{8B46E782-BE5D-42B2-B1D6-432047BF5428}" srcOrd="0" destOrd="0" presId="urn:microsoft.com/office/officeart/2024/3/layout/verticalVisualTextBlock1"/>
    <dgm:cxn modelId="{6C402F81-A7CD-4B45-8968-47FD45B8F185}" type="presParOf" srcId="{FD9710CC-0849-4A64-AF81-ECB9E6DA263C}" destId="{87223503-1609-4DCF-9885-B6C8F17C89DF}" srcOrd="1" destOrd="0" presId="urn:microsoft.com/office/officeart/2024/3/layout/verticalVisualTextBlock1"/>
    <dgm:cxn modelId="{B8EDD184-F7DB-46D7-8414-CDE9C54D7015}" type="presParOf" srcId="{FD9710CC-0849-4A64-AF81-ECB9E6DA263C}" destId="{AC2CAE79-AC0A-45BB-AE8F-198FE105E10F}" srcOrd="2" destOrd="0" presId="urn:microsoft.com/office/officeart/2024/3/layout/verticalVisualTextBlock1"/>
    <dgm:cxn modelId="{81A65F4A-519D-45A2-BFCC-44F00D332BA8}" type="presParOf" srcId="{E7FC6111-D6B4-4750-809D-F5CC45351F56}" destId="{221CEA8F-50C8-4081-80EB-E7FAD1F658EF}" srcOrd="3" destOrd="0" presId="urn:microsoft.com/office/officeart/2024/3/layout/verticalVisualTextBlock1"/>
    <dgm:cxn modelId="{7943C2EA-CAEB-4DF7-A0E3-B6EE36980351}" type="presParOf" srcId="{E7FC6111-D6B4-4750-809D-F5CC45351F56}" destId="{6D0F17DA-F98D-4DFA-8561-C5B6BE80CE7C}" srcOrd="4" destOrd="0" presId="urn:microsoft.com/office/officeart/2024/3/layout/verticalVisualTextBlock1"/>
    <dgm:cxn modelId="{E48145B6-3247-4CEF-8A6F-67E649BBDF1F}" type="presParOf" srcId="{6D0F17DA-F98D-4DFA-8561-C5B6BE80CE7C}" destId="{5C7635C6-B5E2-4810-A1FC-5736D26BEEC8}" srcOrd="0" destOrd="0" presId="urn:microsoft.com/office/officeart/2024/3/layout/verticalVisualTextBlock1"/>
    <dgm:cxn modelId="{C881C8AD-6B9D-4744-A0C6-1894F1D24EFE}" type="presParOf" srcId="{6D0F17DA-F98D-4DFA-8561-C5B6BE80CE7C}" destId="{28F7A53B-D049-4CE8-9338-415612FD42F4}" srcOrd="1" destOrd="0" presId="urn:microsoft.com/office/officeart/2024/3/layout/verticalVisualTextBlock1"/>
    <dgm:cxn modelId="{79A86CA3-8417-4454-B78A-23E8F0D0CE48}" type="presParOf" srcId="{6D0F17DA-F98D-4DFA-8561-C5B6BE80CE7C}" destId="{78CE6DDD-B191-4E11-B185-595B9F3F3D14}"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5DF5B7-782C-473C-9A8F-BA9E7E9628D6}">
      <dsp:nvSpPr>
        <dsp:cNvPr id="0" name=""/>
        <dsp:cNvSpPr/>
      </dsp:nvSpPr>
      <dsp:spPr>
        <a:xfrm>
          <a:off x="0" y="0"/>
          <a:ext cx="1565231" cy="156523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1959" r="21287" b="-5"/>
          <a:stretch/>
        </a:blipFill>
        <a:ln>
          <a:noFill/>
        </a:ln>
        <a:effectLst/>
      </dsp:spPr>
      <dsp:style>
        <a:lnRef idx="0">
          <a:scrgbClr r="0" g="0" b="0"/>
        </a:lnRef>
        <a:fillRef idx="3">
          <a:scrgbClr r="0" g="0" b="0"/>
        </a:fillRef>
        <a:effectRef idx="2">
          <a:scrgbClr r="0" g="0" b="0"/>
        </a:effectRef>
        <a:fontRef idx="minor">
          <a:schemeClr val="lt1"/>
        </a:fontRef>
      </dsp:style>
    </dsp:sp>
    <dsp:sp modelId="{789243F4-84CA-4870-8FC6-8EC2D19427D0}">
      <dsp:nvSpPr>
        <dsp:cNvPr id="0" name=""/>
        <dsp:cNvSpPr/>
      </dsp:nvSpPr>
      <dsp:spPr>
        <a:xfrm>
          <a:off x="1745231" y="0"/>
          <a:ext cx="9218424" cy="377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Machine Learning Techniques</a:t>
          </a:r>
        </a:p>
      </dsp:txBody>
      <dsp:txXfrm>
        <a:off x="1745231" y="0"/>
        <a:ext cx="9218424" cy="377201"/>
      </dsp:txXfrm>
    </dsp:sp>
    <dsp:sp modelId="{D78AF414-9190-4D46-9FF2-222E3B6FBB63}">
      <dsp:nvSpPr>
        <dsp:cNvPr id="0" name=""/>
        <dsp:cNvSpPr/>
      </dsp:nvSpPr>
      <dsp:spPr>
        <a:xfrm>
          <a:off x="1745231" y="377201"/>
          <a:ext cx="9218424" cy="1188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Supervised and unsupervised machine learning algorithms detect anomalies in financial journal entries to uncover errors and fraud.</a:t>
          </a:r>
        </a:p>
      </dsp:txBody>
      <dsp:txXfrm>
        <a:off x="1745231" y="377201"/>
        <a:ext cx="9218424" cy="1188030"/>
      </dsp:txXfrm>
    </dsp:sp>
    <dsp:sp modelId="{8B46E782-BE5D-42B2-B1D6-432047BF5428}">
      <dsp:nvSpPr>
        <dsp:cNvPr id="0" name=""/>
        <dsp:cNvSpPr/>
      </dsp:nvSpPr>
      <dsp:spPr>
        <a:xfrm>
          <a:off x="0" y="1690449"/>
          <a:ext cx="1565231" cy="156523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2251" r="1" b="2"/>
          <a:stretch/>
        </a:blipFill>
        <a:ln>
          <a:noFill/>
        </a:ln>
        <a:effectLst/>
      </dsp:spPr>
      <dsp:style>
        <a:lnRef idx="0">
          <a:scrgbClr r="0" g="0" b="0"/>
        </a:lnRef>
        <a:fillRef idx="3">
          <a:scrgbClr r="0" g="0" b="0"/>
        </a:fillRef>
        <a:effectRef idx="2">
          <a:scrgbClr r="0" g="0" b="0"/>
        </a:effectRef>
        <a:fontRef idx="minor">
          <a:schemeClr val="lt1"/>
        </a:fontRef>
      </dsp:style>
    </dsp:sp>
    <dsp:sp modelId="{87223503-1609-4DCF-9885-B6C8F17C89DF}">
      <dsp:nvSpPr>
        <dsp:cNvPr id="0" name=""/>
        <dsp:cNvSpPr/>
      </dsp:nvSpPr>
      <dsp:spPr>
        <a:xfrm>
          <a:off x="1745231" y="1690449"/>
          <a:ext cx="9218424" cy="377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Types of Anomalies</a:t>
          </a:r>
        </a:p>
      </dsp:txBody>
      <dsp:txXfrm>
        <a:off x="1745231" y="1690449"/>
        <a:ext cx="9218424" cy="377201"/>
      </dsp:txXfrm>
    </dsp:sp>
    <dsp:sp modelId="{AC2CAE79-AC0A-45BB-AE8F-198FE105E10F}">
      <dsp:nvSpPr>
        <dsp:cNvPr id="0" name=""/>
        <dsp:cNvSpPr/>
      </dsp:nvSpPr>
      <dsp:spPr>
        <a:xfrm>
          <a:off x="1745231" y="2067650"/>
          <a:ext cx="9218424" cy="1188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Anomalies are categorized as global, which are rare individual deviations, and local, uncommon attribute combinations in data.</a:t>
          </a:r>
        </a:p>
      </dsp:txBody>
      <dsp:txXfrm>
        <a:off x="1745231" y="2067650"/>
        <a:ext cx="9218424" cy="1188030"/>
      </dsp:txXfrm>
    </dsp:sp>
    <dsp:sp modelId="{5C7635C6-B5E2-4810-A1FC-5736D26BEEC8}">
      <dsp:nvSpPr>
        <dsp:cNvPr id="0" name=""/>
        <dsp:cNvSpPr/>
      </dsp:nvSpPr>
      <dsp:spPr>
        <a:xfrm>
          <a:off x="0" y="3380899"/>
          <a:ext cx="1565231" cy="156523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1773" r="21980" b="6"/>
          <a:stretch/>
        </a:blipFill>
        <a:ln>
          <a:noFill/>
        </a:ln>
        <a:effectLst/>
      </dsp:spPr>
      <dsp:style>
        <a:lnRef idx="0">
          <a:scrgbClr r="0" g="0" b="0"/>
        </a:lnRef>
        <a:fillRef idx="3">
          <a:scrgbClr r="0" g="0" b="0"/>
        </a:fillRef>
        <a:effectRef idx="2">
          <a:scrgbClr r="0" g="0" b="0"/>
        </a:effectRef>
        <a:fontRef idx="minor">
          <a:schemeClr val="lt1"/>
        </a:fontRef>
      </dsp:style>
    </dsp:sp>
    <dsp:sp modelId="{28F7A53B-D049-4CE8-9338-415612FD42F4}">
      <dsp:nvSpPr>
        <dsp:cNvPr id="0" name=""/>
        <dsp:cNvSpPr/>
      </dsp:nvSpPr>
      <dsp:spPr>
        <a:xfrm>
          <a:off x="1745231" y="3380899"/>
          <a:ext cx="9218424" cy="377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Benefits in Auditing</a:t>
          </a:r>
        </a:p>
      </dsp:txBody>
      <dsp:txXfrm>
        <a:off x="1745231" y="3380899"/>
        <a:ext cx="9218424" cy="377201"/>
      </dsp:txXfrm>
    </dsp:sp>
    <dsp:sp modelId="{78CE6DDD-B191-4E11-B185-595B9F3F3D14}">
      <dsp:nvSpPr>
        <dsp:cNvPr id="0" name=""/>
        <dsp:cNvSpPr/>
      </dsp:nvSpPr>
      <dsp:spPr>
        <a:xfrm>
          <a:off x="1745231" y="3758100"/>
          <a:ext cx="9218424" cy="1188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Anomaly detection reduces audit risk, improves fraud detection, and enhances accuracy and efficiency in financial audits.</a:t>
          </a:r>
        </a:p>
      </dsp:txBody>
      <dsp:txXfrm>
        <a:off x="1745231" y="3758100"/>
        <a:ext cx="9218424" cy="1188030"/>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9/24/2025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9/24/2025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880733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https://tax.thomsonreuters.com/blog/how-predictive-modeling-can-help-accounting-firms/
Overview of Predictive Accrual Models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838176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https://tax.thomsonreuters.com/blog/how-predictive-modeling-can-help-accounting-firms/
Predictive accrual models are advanced analytical tools used in accounting and finance to forecast future accruals—expenses or revenues that have been incurred but not yet recorded. These models leverage historical financial data, operational metrics, customer behavior, market trends, and non-financial indicators to generate accurate predictions. The primary goal is to enhance financial forecasting, risk mitigation, and compliance. There are several types of predictive models employed in this domain. Classification models provide binary outcomes, such as whether a transaction will be accrued or not. Outlier models are particularly useful for detecting unusual accrual patterns, which can be indicative of fraud or errors. Clustering models group similar transactions to identify patterns or anomalies across different segments. These models are widely applied in forecasting cash flows, predicting tax impacts, identifying unreconciled transactions, and improving budgeting and strategic planning. The integration of artificial intelligence and machine learning has significantly improved the accuracy and efficiency of predictive accrual models, enabling firms to make data-driven decisions and respond proactively to financial risks.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585672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https://www.mdpi.com/2079-8954/10/5/130
Techniques and Applications in Anomaly Detection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10423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https://www.mdpi.com/2079-8954/10/5/130
Anomaly detection in journal entries is a critical process in financial auditing and compliance. It involves identifying transactions that deviate from expected patterns, which may indicate errors, fraud, or compliance issues. Modern approaches utilize both supervised and unsupervised machine learning techniques. Supervised methods require labeled data and include algorithms like decision trees, support vector machines, and neural networks. Unsupervised methods, such as isolation forests and autoencoders, do not require labeled data and are effective in detecting unknown anomaly patterns. Anomalies are categorized into global and local types. Global anomalies are rare individual values, such as unusual posting times or seldom-used ledgers. Local anomalies involve uncommon combinations of frequently occurring attributes, like mismatched account types and amounts. These techniques significantly reduce audit sampling risk, improve detection of evolving fraud patterns, and enhance the overall efficiency and accuracy of audits. The use of machine learning in anomaly detection enables auditors to focus on high-risk areas and provides a scalable solution for analyzing large volumes of journal entry data.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906671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http://www.davidreeb.net/uploads/4/8/0/7/48079951/outliers_fm_2019_.pdf
Identifying and Treating Financial Outliers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472875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http://www.davidreeb.net/uploads/4/8/0/7/48079951/outliers_fm_2019_.pdf
Outliers in financial variance analysis are data points that significantly deviate from expected trends, potentially skewing results and leading to incorrect conclusions. These anomalies can arise from data entry errors, non-recurring transactions, market shocks, or operational irregularities. Traditional detection methods include univariate techniques like Z-score and interquartile range (IQR). However, multivariate techniques such as MM-estimators, Cook’s Distance, and Mahalanobis Distance offer more robust analysis by considering relationships between multiple variables. Studies have shown that relying solely on univariate methods like winsorizing or trimming can exacerbate the problem, especially in regression models. Proper handling of outliers involves identifying their root causes, assessing their impact on model accuracy, and applying appropriate mitigation strategies. This may include using robust statistical models, correcting data errors, or enhancing model specifications. Addressing outliers effectively improves the reliability of financial models, supports better decision-making, and ensures the integrity of financial analysis.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633499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https://jiffy.ai/solutions/finance-and-accounting/record-to-report-automation/account-certification/
Automating Account Certification Processes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411493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https://jiffy.ai/solutions/finance-and-accounting/record-to-report-automation/account-certification/
Auto-certification bots are AI-driven tools designed to automate the certification of account balances during financial close processes. These bots streamline workflows by standardizing approvals, tracking sign-offs, and mitigating risks. Key features include AI-powered models for compliance, centralized documentation for reconciliations and substantiation notes, and seamless approval mechanisms with real-time notifications. Templates can be configured for various account types, including general ledger, sub-ledger, bank, prepaid, intercompany, and roll-up accounts. The automation of certification processes reduces manual effort, accelerates close cycles, and enhances transparency and audit readiness. By maintaining a unified platform for financial oversight, organizations can ensure accuracy, improve compliance, and gain real-time visibility into certification progress. Auto-certification bots represent a significant advancement in financial automation, enabling teams to focus on strategic tasks while ensuring operational efficiency and regulatory adherence.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9798955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61A7C733-6185-B286-B0DA-134F6D3AB879}"/>
              </a:ext>
            </a:extLst>
          </p:cNvPr>
          <p:cNvSpPr>
            <a:spLocks noGrp="1"/>
          </p:cNvSpPr>
          <p:nvPr>
            <p:ph type="title"/>
          </p:nvPr>
        </p:nvSpPr>
        <p:spPr>
          <a:xfrm>
            <a:off x="1475245" y="1362457"/>
            <a:ext cx="5879592" cy="3209544"/>
          </a:xfrm>
        </p:spPr>
        <p:txBody>
          <a:bodyPr>
            <a:normAutofit/>
          </a:bodyPr>
          <a:lstStyle>
            <a:lvl1pPr>
              <a:defRPr sz="6200"/>
            </a:lvl1pPr>
          </a:lstStyle>
          <a:p>
            <a:r>
              <a:rPr lang="en-US"/>
              <a:t>Click to edit Master title style</a:t>
            </a:r>
          </a:p>
        </p:txBody>
      </p:sp>
      <p:sp>
        <p:nvSpPr>
          <p:cNvPr id="13" name="Subtitle 2">
            <a:extLst>
              <a:ext uri="{FF2B5EF4-FFF2-40B4-BE49-F238E27FC236}">
                <a16:creationId xmlns:a16="http://schemas.microsoft.com/office/drawing/2014/main" id="{C53952BB-0BC0-A2D9-8CC5-18F5090C1D29}"/>
              </a:ext>
            </a:extLst>
          </p:cNvPr>
          <p:cNvSpPr>
            <a:spLocks noGrp="1"/>
          </p:cNvSpPr>
          <p:nvPr>
            <p:ph type="subTitle" idx="1"/>
          </p:nvPr>
        </p:nvSpPr>
        <p:spPr>
          <a:xfrm>
            <a:off x="1475246" y="4731232"/>
            <a:ext cx="5879592" cy="960120"/>
          </a:xfrm>
        </p:spPr>
        <p:txBody>
          <a:bodyPr vert="horz" lIns="91440" tIns="45720" rIns="91440" bIns="45720" rtlCol="0" anchor="b">
            <a:normAutofit/>
          </a:bodyPr>
          <a:lstStyle>
            <a:lvl1pPr marL="0" indent="0">
              <a:buNone/>
              <a:defRPr lang="en-US" sz="18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4" name="Date Placeholder 3">
            <a:extLst>
              <a:ext uri="{FF2B5EF4-FFF2-40B4-BE49-F238E27FC236}">
                <a16:creationId xmlns:a16="http://schemas.microsoft.com/office/drawing/2014/main" id="{702BB055-E356-D9DC-D968-F4B6E02320D2}"/>
              </a:ext>
            </a:extLst>
          </p:cNvPr>
          <p:cNvSpPr>
            <a:spLocks noGrp="1"/>
          </p:cNvSpPr>
          <p:nvPr>
            <p:ph type="dt" sz="half" idx="14"/>
          </p:nvPr>
        </p:nvSpPr>
        <p:spPr/>
        <p:txBody>
          <a:bodyPr/>
          <a:lstStyle/>
          <a:p>
            <a:fld id="{CA325475-EA0F-49B2-A586-CC0D8CB91667}" type="datetime1">
              <a:rPr lang="en-US" smtClean="0"/>
              <a:pPr/>
              <a:t>9/24/2025</a:t>
            </a:fld>
            <a:endParaRPr lang="en-US" dirty="0"/>
          </a:p>
        </p:txBody>
      </p:sp>
      <p:sp>
        <p:nvSpPr>
          <p:cNvPr id="6" name="Footer Placeholder 5">
            <a:extLst>
              <a:ext uri="{FF2B5EF4-FFF2-40B4-BE49-F238E27FC236}">
                <a16:creationId xmlns:a16="http://schemas.microsoft.com/office/drawing/2014/main" id="{A3C1376F-CBCD-234F-6AE2-E91A91B3617E}"/>
              </a:ext>
            </a:extLst>
          </p:cNvPr>
          <p:cNvSpPr>
            <a:spLocks noGrp="1"/>
          </p:cNvSpPr>
          <p:nvPr>
            <p:ph type="ftr" sz="quarter" idx="15"/>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38274BBA-97D2-571C-2F9E-05ACFE0301F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11C59EC-2984-2AFC-A887-928F090FF1DD}"/>
              </a:ext>
            </a:extLst>
          </p:cNvPr>
          <p:cNvSpPr>
            <a:spLocks noGrp="1"/>
          </p:cNvSpPr>
          <p:nvPr>
            <p:ph type="title"/>
          </p:nvPr>
        </p:nvSpPr>
        <p:spPr>
          <a:xfrm>
            <a:off x="612648" y="612648"/>
            <a:ext cx="10963656" cy="548640"/>
          </a:xfrm>
        </p:spPr>
        <p:txBody>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216152"/>
            <a:ext cx="10963656" cy="4946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F76615-F428-46F8-B333-52721A2A1D31}" type="datetime1">
              <a:rPr lang="en-US" smtClean="0"/>
              <a:t>9/24/2025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vert="horz" lIns="91440" tIns="45720" rIns="91440" bIns="45720" rtlCol="0" anchor="b">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2E6A680F-1F8E-363D-A844-3A4126F02BCF}"/>
              </a:ext>
            </a:extLst>
          </p:cNvPr>
          <p:cNvSpPr>
            <a:spLocks noGrp="1"/>
          </p:cNvSpPr>
          <p:nvPr>
            <p:ph type="subTitle" idx="1"/>
          </p:nvPr>
        </p:nvSpPr>
        <p:spPr>
          <a:xfrm>
            <a:off x="7199303" y="4726885"/>
            <a:ext cx="4197096" cy="1316736"/>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0" name="Picture Placeholder 10">
            <a:extLst>
              <a:ext uri="{FF2B5EF4-FFF2-40B4-BE49-F238E27FC236}">
                <a16:creationId xmlns:a16="http://schemas.microsoft.com/office/drawing/2014/main" id="{791DC7E0-CBE1-A440-0537-4B3B94635221}"/>
              </a:ext>
            </a:extLst>
          </p:cNvPr>
          <p:cNvSpPr>
            <a:spLocks noGrp="1"/>
          </p:cNvSpPr>
          <p:nvPr>
            <p:ph type="pic" sz="quarter" idx="18" hasCustomPrompt="1"/>
          </p:nvPr>
        </p:nvSpPr>
        <p:spPr>
          <a:xfrm>
            <a:off x="349375" y="361188"/>
            <a:ext cx="6281928" cy="6135624"/>
          </a:xfrm>
          <a:blipFill>
            <a:blip r:embed="rId2">
              <a:alphaModFix amt="5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7" name="Rectangle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7BCC1026-8D94-2081-4610-6490A031C2BE}"/>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6" name="Footer Placeholder 5">
            <a:extLst>
              <a:ext uri="{FF2B5EF4-FFF2-40B4-BE49-F238E27FC236}">
                <a16:creationId xmlns:a16="http://schemas.microsoft.com/office/drawing/2014/main" id="{945E5425-2E7D-668E-4A6F-75CB0F0C63B2}"/>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47A5843-EB2F-247C-B659-DCAD8425691C}"/>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11" name="Subtitle 2">
            <a:extLst>
              <a:ext uri="{FF2B5EF4-FFF2-40B4-BE49-F238E27FC236}">
                <a16:creationId xmlns:a16="http://schemas.microsoft.com/office/drawing/2014/main" id="{D46B27E7-8459-6E53-8FBA-85BE66AB87BA}"/>
              </a:ext>
            </a:extLst>
          </p:cNvPr>
          <p:cNvSpPr>
            <a:spLocks noGrp="1"/>
          </p:cNvSpPr>
          <p:nvPr>
            <p:ph type="subTitle" idx="1"/>
          </p:nvPr>
        </p:nvSpPr>
        <p:spPr>
          <a:xfrm>
            <a:off x="822452" y="4668118"/>
            <a:ext cx="4334256" cy="1380744"/>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5" name="Picture Placeholder 10">
            <a:extLst>
              <a:ext uri="{FF2B5EF4-FFF2-40B4-BE49-F238E27FC236}">
                <a16:creationId xmlns:a16="http://schemas.microsoft.com/office/drawing/2014/main" id="{710F4B22-F5AC-7D33-7A84-7B2436EFDEFA}"/>
              </a:ext>
            </a:extLst>
          </p:cNvPr>
          <p:cNvSpPr>
            <a:spLocks noGrp="1"/>
          </p:cNvSpPr>
          <p:nvPr>
            <p:ph type="pic" sz="quarter" idx="18" hasCustomPrompt="1"/>
          </p:nvPr>
        </p:nvSpPr>
        <p:spPr>
          <a:xfrm>
            <a:off x="5752063" y="361188"/>
            <a:ext cx="6089904" cy="6135624"/>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Rectangle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9E7CE726-49FC-55E2-26A1-1FE3520D3F1B}"/>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7" name="Footer Placeholder 6">
            <a:extLst>
              <a:ext uri="{FF2B5EF4-FFF2-40B4-BE49-F238E27FC236}">
                <a16:creationId xmlns:a16="http://schemas.microsoft.com/office/drawing/2014/main" id="{23D8F946-DB8C-1435-46BE-F233D3CF260C}"/>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A69D42A5-49C9-5DBA-3729-79C2527CA4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DA87C-26CA-F62F-296C-4D55C078EB06}"/>
              </a:ext>
            </a:extLst>
          </p:cNvPr>
          <p:cNvSpPr>
            <a:spLocks noGrp="1"/>
          </p:cNvSpPr>
          <p:nvPr>
            <p:ph type="title"/>
          </p:nvPr>
        </p:nvSpPr>
        <p:spPr>
          <a:xfrm>
            <a:off x="680960" y="4952600"/>
            <a:ext cx="10835640" cy="786385"/>
          </a:xfrm>
        </p:spPr>
        <p:txBody>
          <a:bodyPr anchor="b"/>
          <a:lstStyle/>
          <a:p>
            <a:r>
              <a:rPr lang="en-US" dirty="0"/>
              <a:t>Click to edit Master title style</a:t>
            </a:r>
          </a:p>
        </p:txBody>
      </p:sp>
      <p:sp>
        <p:nvSpPr>
          <p:cNvPr id="12" name="Subtitle 2">
            <a:extLst>
              <a:ext uri="{FF2B5EF4-FFF2-40B4-BE49-F238E27FC236}">
                <a16:creationId xmlns:a16="http://schemas.microsoft.com/office/drawing/2014/main" id="{384394C4-6C3C-55A5-F559-609ED8D6D38D}"/>
              </a:ext>
            </a:extLst>
          </p:cNvPr>
          <p:cNvSpPr>
            <a:spLocks noGrp="1"/>
          </p:cNvSpPr>
          <p:nvPr>
            <p:ph type="subTitle" idx="1"/>
          </p:nvPr>
        </p:nvSpPr>
        <p:spPr>
          <a:xfrm>
            <a:off x="675400" y="5738982"/>
            <a:ext cx="10835640" cy="484633"/>
          </a:xfrm>
        </p:spPr>
        <p:txBody>
          <a:bodyPr vert="horz" lIns="91440" tIns="45720" rIns="91440" bIns="45720" rtlCol="0">
            <a:normAutofit/>
          </a:bodyPr>
          <a:lstStyle>
            <a:lvl1pPr marL="0" indent="0">
              <a:buNone/>
              <a:defRPr lang="en-US" sz="1800" dirty="0"/>
            </a:lvl1pPr>
          </a:lstStyle>
          <a:p>
            <a:pPr lvl="0"/>
            <a:r>
              <a:rPr lang="en-US" dirty="0"/>
              <a:t>Click to edit Master subtitle style</a:t>
            </a:r>
          </a:p>
        </p:txBody>
      </p:sp>
      <p:sp>
        <p:nvSpPr>
          <p:cNvPr id="15" name="Picture Placeholder 10">
            <a:extLst>
              <a:ext uri="{FF2B5EF4-FFF2-40B4-BE49-F238E27FC236}">
                <a16:creationId xmlns:a16="http://schemas.microsoft.com/office/drawing/2014/main" id="{845630E0-3E81-3871-9E2F-2BE123E89866}"/>
              </a:ext>
            </a:extLst>
          </p:cNvPr>
          <p:cNvSpPr>
            <a:spLocks noGrp="1"/>
          </p:cNvSpPr>
          <p:nvPr>
            <p:ph type="pic" sz="quarter" idx="17" hasCustomPrompt="1"/>
          </p:nvPr>
        </p:nvSpPr>
        <p:spPr>
          <a:xfrm>
            <a:off x="348996" y="359053"/>
            <a:ext cx="11494008" cy="420624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ate Placeholder 8">
            <a:extLst>
              <a:ext uri="{FF2B5EF4-FFF2-40B4-BE49-F238E27FC236}">
                <a16:creationId xmlns:a16="http://schemas.microsoft.com/office/drawing/2014/main" id="{CF5C3FE8-0DDB-A431-4FEB-7A68056C262F}"/>
              </a:ext>
            </a:extLst>
          </p:cNvPr>
          <p:cNvSpPr>
            <a:spLocks noGrp="1"/>
          </p:cNvSpPr>
          <p:nvPr>
            <p:ph type="dt" sz="half" idx="18"/>
          </p:nvPr>
        </p:nvSpPr>
        <p:spPr/>
        <p:txBody>
          <a:bodyPr/>
          <a:lstStyle/>
          <a:p>
            <a:fld id="{CA325475-EA0F-49B2-A586-CC0D8CB91667}" type="datetime1">
              <a:rPr lang="en-US" smtClean="0"/>
              <a:pPr/>
              <a:t>9/24/2025</a:t>
            </a:fld>
            <a:endParaRPr lang="en-US" dirty="0"/>
          </a:p>
        </p:txBody>
      </p:sp>
      <p:sp>
        <p:nvSpPr>
          <p:cNvPr id="10" name="Footer Placeholder 9">
            <a:extLst>
              <a:ext uri="{FF2B5EF4-FFF2-40B4-BE49-F238E27FC236}">
                <a16:creationId xmlns:a16="http://schemas.microsoft.com/office/drawing/2014/main" id="{274D131E-594B-1FB1-8E49-0B78695F0A87}"/>
              </a:ext>
            </a:extLst>
          </p:cNvPr>
          <p:cNvSpPr>
            <a:spLocks noGrp="1"/>
          </p:cNvSpPr>
          <p:nvPr>
            <p:ph type="ftr" sz="quarter" idx="19"/>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D24C9504-D631-2C97-8DB1-12F8201AAF49}"/>
              </a:ext>
            </a:extLst>
          </p:cNvPr>
          <p:cNvSpPr>
            <a:spLocks noGrp="1"/>
          </p:cNvSpPr>
          <p:nvPr>
            <p:ph type="sldNum" sz="quarter" idx="20"/>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1799C1-C337-0DE1-3234-4D0362D02774}"/>
              </a:ext>
            </a:extLst>
          </p:cNvPr>
          <p:cNvSpPr>
            <a:spLocks noGrp="1"/>
          </p:cNvSpPr>
          <p:nvPr>
            <p:ph type="title"/>
          </p:nvPr>
        </p:nvSpPr>
        <p:spPr>
          <a:xfrm>
            <a:off x="793236" y="837735"/>
            <a:ext cx="10643616" cy="3346704"/>
          </a:xfrm>
        </p:spPr>
        <p:txBody>
          <a:bodyPr>
            <a:normAutofit/>
          </a:bodyPr>
          <a:lstStyle>
            <a:lvl1pPr>
              <a:defRPr sz="7000"/>
            </a:lvl1pPr>
          </a:lstStyle>
          <a:p>
            <a:r>
              <a:rPr lang="en-US"/>
              <a:t>Click to edit Master title style</a:t>
            </a:r>
          </a:p>
        </p:txBody>
      </p:sp>
      <p:sp>
        <p:nvSpPr>
          <p:cNvPr id="12" name="Subtitle 2">
            <a:extLst>
              <a:ext uri="{FF2B5EF4-FFF2-40B4-BE49-F238E27FC236}">
                <a16:creationId xmlns:a16="http://schemas.microsoft.com/office/drawing/2014/main" id="{9E4A3D71-157A-047C-16D0-5D3FDA49C24B}"/>
              </a:ext>
            </a:extLst>
          </p:cNvPr>
          <p:cNvSpPr>
            <a:spLocks noGrp="1"/>
          </p:cNvSpPr>
          <p:nvPr>
            <p:ph type="subTitle" idx="1"/>
          </p:nvPr>
        </p:nvSpPr>
        <p:spPr>
          <a:xfrm>
            <a:off x="795528" y="4824760"/>
            <a:ext cx="10641324" cy="1194128"/>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B7D9461-0F61-4002-8F2D-B7697A0E13FF}" type="datetime1">
              <a:rPr lang="en-US" smtClean="0"/>
              <a:t>9/24/2025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B7DDF3-035D-63C7-AB51-6046391B6250}"/>
              </a:ext>
            </a:extLst>
          </p:cNvPr>
          <p:cNvSpPr>
            <a:spLocks noGrp="1"/>
          </p:cNvSpPr>
          <p:nvPr>
            <p:ph type="title"/>
          </p:nvPr>
        </p:nvSpPr>
        <p:spPr>
          <a:xfrm>
            <a:off x="793235" y="840285"/>
            <a:ext cx="10643616" cy="3593592"/>
          </a:xfrm>
        </p:spPr>
        <p:txBody>
          <a:bodyPr anchor="b">
            <a:normAutofit/>
          </a:bodyPr>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7D73ECB8-129C-F6DD-9829-B61FF23C403C}"/>
              </a:ext>
            </a:extLst>
          </p:cNvPr>
          <p:cNvSpPr>
            <a:spLocks noGrp="1"/>
          </p:cNvSpPr>
          <p:nvPr>
            <p:ph type="subTitle" idx="1"/>
          </p:nvPr>
        </p:nvSpPr>
        <p:spPr>
          <a:xfrm>
            <a:off x="795528" y="4598850"/>
            <a:ext cx="10641323" cy="1033272"/>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6CC53FF-A9D2-44F7-87E7-301150AC66D6}" type="datetime1">
              <a:rPr lang="en-US" smtClean="0"/>
              <a:t>9/24/2025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6152"/>
            <a:ext cx="8229600" cy="2373303"/>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033272"/>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08C173C-F4FB-4840-9C6C-8C62F68E21A9}" type="datetime1">
              <a:rPr lang="en-US" smtClean="0"/>
              <a:t>9/24/2025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Rectangle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9/24/2025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Title 1">
            <a:extLst>
              <a:ext uri="{FF2B5EF4-FFF2-40B4-BE49-F238E27FC236}">
                <a16:creationId xmlns:a16="http://schemas.microsoft.com/office/drawing/2014/main" id="{5FB1752B-CF4C-EEF0-36CC-58B27E1CB9EF}"/>
              </a:ext>
            </a:extLst>
          </p:cNvPr>
          <p:cNvSpPr>
            <a:spLocks noGrp="1"/>
          </p:cNvSpPr>
          <p:nvPr>
            <p:ph type="title"/>
          </p:nvPr>
        </p:nvSpPr>
        <p:spPr>
          <a:xfrm>
            <a:off x="1474076" y="1359775"/>
            <a:ext cx="7909560" cy="4334256"/>
          </a:xfrm>
        </p:spPr>
        <p:txBody>
          <a:bodyPr anchor="b">
            <a:normAutofit/>
          </a:bodyPr>
          <a:lstStyle>
            <a:lvl1pPr>
              <a:defRPr sz="6200"/>
            </a:lvl1pPr>
          </a:lstStyle>
          <a:p>
            <a:r>
              <a:rPr lang="en-US"/>
              <a:t>Click to edit Master title style</a:t>
            </a:r>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09383" y="841248"/>
            <a:ext cx="8931403" cy="1380744"/>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09383" y="2333860"/>
            <a:ext cx="8931403" cy="3689909"/>
          </a:xfrm>
        </p:spPr>
        <p:txBody>
          <a:bodyPr>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793227F-7A38-4FCC-BBE5-462C6ABA0D7C}" type="datetime1">
              <a:rPr lang="en-US" smtClean="0"/>
              <a:t>9/24/2025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57459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96940" y="829577"/>
            <a:ext cx="6199461" cy="1693992"/>
          </a:xfrm>
        </p:spPr>
        <p:txBody>
          <a:bodyPr anchor="b">
            <a:normAutofit/>
          </a:bodyPr>
          <a:lstStyle>
            <a:lvl1pPr>
              <a:defRPr sz="4000"/>
            </a:lvl1pPr>
          </a:lstStyle>
          <a:p>
            <a:r>
              <a:rPr lang="en-US" dirty="0"/>
              <a:t>Click to edit Master title style</a:t>
            </a:r>
          </a:p>
        </p:txBody>
      </p:sp>
      <p:sp>
        <p:nvSpPr>
          <p:cNvPr id="3" name="Picture Placeholder 10">
            <a:extLst>
              <a:ext uri="{FF2B5EF4-FFF2-40B4-BE49-F238E27FC236}">
                <a16:creationId xmlns:a16="http://schemas.microsoft.com/office/drawing/2014/main" id="{D9C05904-FD8A-9AED-FEBF-07D02323D6FF}"/>
              </a:ext>
            </a:extLst>
          </p:cNvPr>
          <p:cNvSpPr>
            <a:spLocks noGrp="1"/>
          </p:cNvSpPr>
          <p:nvPr>
            <p:ph type="pic" sz="quarter" idx="18" hasCustomPrompt="1"/>
          </p:nvPr>
        </p:nvSpPr>
        <p:spPr>
          <a:xfrm>
            <a:off x="349376" y="366631"/>
            <a:ext cx="4250069" cy="6135624"/>
          </a:xfrm>
          <a:blipFill>
            <a:blip r:embed="rId2">
              <a:alphaModFix amt="70000"/>
              <a:extLst>
                <a:ext uri="{28A0092B-C50C-407E-A947-70E740481C1C}">
                  <a14:useLocalDpi xmlns:a14="http://schemas.microsoft.com/office/drawing/2010/main" val="0"/>
                </a:ext>
              </a:extLst>
            </a:blip>
            <a:stretch>
              <a:fillRect l="1" r="-47809"/>
            </a:stretch>
          </a:blipFill>
          <a:ln w="19050">
            <a:noFill/>
            <a:miter lim="800000"/>
          </a:ln>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96940" y="2637762"/>
            <a:ext cx="6199461" cy="341109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5CF087BA-BF9C-B6FF-3993-B14EFC993249}"/>
              </a:ext>
            </a:extLst>
          </p:cNvPr>
          <p:cNvSpPr/>
          <p:nvPr userDrawn="1"/>
        </p:nvSpPr>
        <p:spPr>
          <a:xfrm>
            <a:off x="4765158" y="351065"/>
            <a:ext cx="7084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2205EF98-C9B4-FDE5-FF49-3AC91EBF7C80}"/>
              </a:ext>
            </a:extLst>
          </p:cNvPr>
          <p:cNvSpPr/>
          <p:nvPr userDrawn="1"/>
        </p:nvSpPr>
        <p:spPr>
          <a:xfrm>
            <a:off x="334788" y="353022"/>
            <a:ext cx="4279392"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3955E63F-831B-1E75-A3D2-7916C30870FC}"/>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6" name="Footer Placeholder 5">
            <a:extLst>
              <a:ext uri="{FF2B5EF4-FFF2-40B4-BE49-F238E27FC236}">
                <a16:creationId xmlns:a16="http://schemas.microsoft.com/office/drawing/2014/main" id="{AA36642A-4BF1-3042-3D1E-3F9A6461A021}"/>
              </a:ext>
            </a:extLst>
          </p:cNvPr>
          <p:cNvSpPr>
            <a:spLocks noGrp="1"/>
          </p:cNvSpPr>
          <p:nvPr>
            <p:ph type="ftr" sz="quarter" idx="20"/>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ACA4F36-7122-9562-2451-1594B9399AF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10962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85872" y="2130552"/>
            <a:ext cx="6620256" cy="1069848"/>
          </a:xfrm>
        </p:spPr>
        <p:txBody>
          <a:bodyPr anchor="b" anchorCtr="0">
            <a:normAutofit/>
          </a:bodyPr>
          <a:lstStyle>
            <a:lvl1pPr algn="ct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4280" y="3337560"/>
            <a:ext cx="4663440" cy="164592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107640D-701E-4505-B3CF-EF9407231E3A}" type="datetime1">
              <a:rPr lang="en-US" smtClean="0"/>
              <a:t>9/24/2025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895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2258568"/>
            <a:ext cx="3493008" cy="346557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465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858915-0BD2-4619-96F8-2000A958401A}" type="datetime1">
              <a:rPr lang="en-US" smtClean="0"/>
              <a:t>9/24/2025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077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3582" y="1537853"/>
            <a:ext cx="3922776" cy="4087368"/>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43475" y="1538288"/>
            <a:ext cx="6404229" cy="408736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D97C48-2090-4C6A-8BA6-AD652515C489}" type="datetime1">
              <a:rPr lang="en-US" smtClean="0"/>
              <a:t>9/24/2025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171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3493008"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832104"/>
            <a:ext cx="6775704" cy="4937760"/>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6C18EB-E5A2-46FD-AE56-36A2660D9755}" type="datetime1">
              <a:rPr lang="en-US" smtClean="0"/>
              <a:t>9/24/2025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6472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2834640" cy="512064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957638" y="832104"/>
            <a:ext cx="7362634" cy="5513832"/>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71F173-72DA-43D0-80E2-6EBC494B1FEF}" type="datetime1">
              <a:rPr lang="en-US" smtClean="0"/>
              <a:t>9/24/2025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0414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172" y="615287"/>
            <a:ext cx="10963656" cy="640080"/>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614172" y="1255367"/>
            <a:ext cx="10963656" cy="4946904"/>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253C0EE3-FE78-FEE2-1C03-69EF2436C5E6}"/>
              </a:ext>
            </a:extLst>
          </p:cNvPr>
          <p:cNvSpPr>
            <a:spLocks noGrp="1"/>
          </p:cNvSpPr>
          <p:nvPr>
            <p:ph type="dt" sz="half" idx="14"/>
          </p:nvPr>
        </p:nvSpPr>
        <p:spPr/>
        <p:txBody>
          <a:bodyPr/>
          <a:lstStyle/>
          <a:p>
            <a:fld id="{CA325475-EA0F-49B2-A586-CC0D8CB91667}" type="datetime1">
              <a:rPr lang="en-US" smtClean="0"/>
              <a:pPr/>
              <a:t>9/24/2025</a:t>
            </a:fld>
            <a:endParaRPr lang="en-US" dirty="0"/>
          </a:p>
        </p:txBody>
      </p:sp>
      <p:sp>
        <p:nvSpPr>
          <p:cNvPr id="9" name="Footer Placeholder 8">
            <a:extLst>
              <a:ext uri="{FF2B5EF4-FFF2-40B4-BE49-F238E27FC236}">
                <a16:creationId xmlns:a16="http://schemas.microsoft.com/office/drawing/2014/main" id="{0681E699-A9DC-6ADB-B033-12F132D21DFE}"/>
              </a:ext>
            </a:extLst>
          </p:cNvPr>
          <p:cNvSpPr>
            <a:spLocks noGrp="1"/>
          </p:cNvSpPr>
          <p:nvPr>
            <p:ph type="ftr" sz="quarter" idx="15"/>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043B6FDC-9009-70D8-0C26-1572C967008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68374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DE08559-D5C4-B55F-FEE7-A549DCB41B2C}"/>
              </a:ext>
            </a:extLst>
          </p:cNvPr>
          <p:cNvSpPr>
            <a:spLocks noGrp="1"/>
          </p:cNvSpPr>
          <p:nvPr>
            <p:ph type="title"/>
          </p:nvPr>
        </p:nvSpPr>
        <p:spPr>
          <a:xfrm>
            <a:off x="795528" y="839871"/>
            <a:ext cx="3063240" cy="1527048"/>
          </a:xfrm>
        </p:spPr>
        <p:txBody>
          <a:bodyPr anchor="b">
            <a:normAutofit/>
          </a:bodyPr>
          <a:lstStyle>
            <a:lvl1pPr>
              <a:defRPr sz="3200"/>
            </a:lvl1pPr>
          </a:lstStyle>
          <a:p>
            <a:r>
              <a:rPr lang="en-US" dirty="0"/>
              <a:t>Click to edit Master title style</a:t>
            </a:r>
          </a:p>
        </p:txBody>
      </p:sp>
      <p:sp>
        <p:nvSpPr>
          <p:cNvPr id="4" name="Rectangle 3">
            <a:extLst>
              <a:ext uri="{FF2B5EF4-FFF2-40B4-BE49-F238E27FC236}">
                <a16:creationId xmlns:a16="http://schemas.microsoft.com/office/drawing/2014/main" id="{F4B5FEEF-AA1C-DF09-81DC-C263DDF653CF}"/>
              </a:ext>
            </a:extLst>
          </p:cNvPr>
          <p:cNvSpPr/>
          <p:nvPr userDrawn="1"/>
        </p:nvSpPr>
        <p:spPr>
          <a:xfrm>
            <a:off x="337457" y="351065"/>
            <a:ext cx="3941064"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ntent Placeholder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063240"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10">
            <a:extLst>
              <a:ext uri="{FF2B5EF4-FFF2-40B4-BE49-F238E27FC236}">
                <a16:creationId xmlns:a16="http://schemas.microsoft.com/office/drawing/2014/main" id="{AE6DCEAB-84EB-B279-E311-AD2445A96CBF}"/>
              </a:ext>
            </a:extLst>
          </p:cNvPr>
          <p:cNvSpPr>
            <a:spLocks noGrp="1"/>
          </p:cNvSpPr>
          <p:nvPr>
            <p:ph type="pic" sz="quarter" idx="18" hasCustomPrompt="1"/>
          </p:nvPr>
        </p:nvSpPr>
        <p:spPr>
          <a:xfrm>
            <a:off x="4408575" y="365760"/>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6" name="Rectangle 5">
            <a:extLst>
              <a:ext uri="{FF2B5EF4-FFF2-40B4-BE49-F238E27FC236}">
                <a16:creationId xmlns:a16="http://schemas.microsoft.com/office/drawing/2014/main" id="{85239BDE-DD79-5CB8-2F90-0AED70B4C2F7}"/>
              </a:ext>
            </a:extLst>
          </p:cNvPr>
          <p:cNvSpPr/>
          <p:nvPr userDrawn="1"/>
        </p:nvSpPr>
        <p:spPr>
          <a:xfrm>
            <a:off x="4408575" y="351065"/>
            <a:ext cx="7440673"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7C1037C4-D7CB-E822-E47E-57790F243FD1}"/>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5" name="Footer Placeholder 4">
            <a:extLst>
              <a:ext uri="{FF2B5EF4-FFF2-40B4-BE49-F238E27FC236}">
                <a16:creationId xmlns:a16="http://schemas.microsoft.com/office/drawing/2014/main" id="{8135CE1D-F6D3-A8A3-782F-E5E88CCE35F5}"/>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9646B925-EE67-154D-EB15-4D346059F95B}"/>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90542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anchor="b">
            <a:normAutofit/>
          </a:bodyPr>
          <a:lstStyle>
            <a:lvl1pPr>
              <a:defRPr sz="3200"/>
            </a:lvl1pPr>
          </a:lstStyle>
          <a:p>
            <a:r>
              <a:rPr lang="en-US" dirty="0"/>
              <a:t>Click to edit Master title style</a:t>
            </a:r>
          </a:p>
        </p:txBody>
      </p:sp>
      <p:sp>
        <p:nvSpPr>
          <p:cNvPr id="7" name="Picture Placeholder 10">
            <a:extLst>
              <a:ext uri="{FF2B5EF4-FFF2-40B4-BE49-F238E27FC236}">
                <a16:creationId xmlns:a16="http://schemas.microsoft.com/office/drawing/2014/main" id="{9EDFF69E-D657-B8DE-43CD-6A0AA98FBA6E}"/>
              </a:ext>
            </a:extLst>
          </p:cNvPr>
          <p:cNvSpPr>
            <a:spLocks noGrp="1"/>
          </p:cNvSpPr>
          <p:nvPr>
            <p:ph type="pic" sz="quarter" idx="18" hasCustomPrompt="1"/>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5" name="Rectangle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93B77D22-A82C-44F7-6BC2-B414E8E7914D}"/>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4" name="Footer Placeholder 3">
            <a:extLst>
              <a:ext uri="{FF2B5EF4-FFF2-40B4-BE49-F238E27FC236}">
                <a16:creationId xmlns:a16="http://schemas.microsoft.com/office/drawing/2014/main" id="{42ED6638-8710-3EEF-9CFC-179C59D52F51}"/>
              </a:ext>
            </a:extLst>
          </p:cNvPr>
          <p:cNvSpPr>
            <a:spLocks noGrp="1"/>
          </p:cNvSpPr>
          <p:nvPr>
            <p:ph type="ftr" sz="quarter" idx="20"/>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0ADBAD3B-23C1-82B0-757B-7CE2813B42D8}"/>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19748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7974"/>
            <a:ext cx="11494008" cy="4270248"/>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anchor="ct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9776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anchor="b"/>
          <a:lstStyle>
            <a:lvl1pPr>
              <a:defRPr sz="3600"/>
            </a:lvl1pPr>
          </a:lstStyle>
          <a:p>
            <a:r>
              <a:rPr lang="en-US" dirty="0"/>
              <a:t>Click to edit Master title style</a:t>
            </a:r>
          </a:p>
        </p:txBody>
      </p:sp>
      <p:sp>
        <p:nvSpPr>
          <p:cNvPr id="9" name="Picture Placeholder 10">
            <a:extLst>
              <a:ext uri="{FF2B5EF4-FFF2-40B4-BE49-F238E27FC236}">
                <a16:creationId xmlns:a16="http://schemas.microsoft.com/office/drawing/2014/main" id="{442F0537-AA35-B27C-CAD5-3F9A4EAC9204}"/>
              </a:ext>
            </a:extLst>
          </p:cNvPr>
          <p:cNvSpPr>
            <a:spLocks noGrp="1"/>
          </p:cNvSpPr>
          <p:nvPr>
            <p:ph type="pic" sz="quarter" idx="18" hasCustomPrompt="1"/>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10C5241C-A695-5757-744E-AB1824BCED7B}"/>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6" name="Footer Placeholder 5">
            <a:extLst>
              <a:ext uri="{FF2B5EF4-FFF2-40B4-BE49-F238E27FC236}">
                <a16:creationId xmlns:a16="http://schemas.microsoft.com/office/drawing/2014/main" id="{B486C41F-1C9D-B14A-9954-F5ED7CA31A5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FFFE49CA-E378-F621-C4C4-6F60EA26E6D5}"/>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634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anchor="b"/>
          <a:lstStyle>
            <a:lvl1pPr>
              <a:defRPr sz="3600"/>
            </a:lvl1pPr>
          </a:lstStyle>
          <a:p>
            <a:r>
              <a:rPr lang="en-US" dirty="0"/>
              <a:t>Click to edit Master title style</a:t>
            </a:r>
          </a:p>
        </p:txBody>
      </p:sp>
      <p:sp>
        <p:nvSpPr>
          <p:cNvPr id="16" name="Content Placeholder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0">
            <a:extLst>
              <a:ext uri="{FF2B5EF4-FFF2-40B4-BE49-F238E27FC236}">
                <a16:creationId xmlns:a16="http://schemas.microsoft.com/office/drawing/2014/main" id="{6A972FDA-9B64-2E1F-84D9-B8941D9AC82B}"/>
              </a:ext>
            </a:extLst>
          </p:cNvPr>
          <p:cNvSpPr>
            <a:spLocks noGrp="1"/>
          </p:cNvSpPr>
          <p:nvPr>
            <p:ph type="pic" sz="quarter" idx="18" hasCustomPrompt="1"/>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83862476-C6C3-75C3-F440-74F469A967A1}"/>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3" name="Footer Placeholder 2">
            <a:extLst>
              <a:ext uri="{FF2B5EF4-FFF2-40B4-BE49-F238E27FC236}">
                <a16:creationId xmlns:a16="http://schemas.microsoft.com/office/drawing/2014/main" id="{E7180EED-4901-3AAF-D90A-6939CE7EFC54}"/>
              </a:ext>
            </a:extLst>
          </p:cNvPr>
          <p:cNvSpPr>
            <a:spLocks noGrp="1"/>
          </p:cNvSpPr>
          <p:nvPr>
            <p:ph type="ftr" sz="quarter" idx="20"/>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5E2DB5DB-B146-43DC-2A42-3440832AACC7}"/>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7366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anchor="b"/>
          <a:lstStyle/>
          <a:p>
            <a:r>
              <a:rPr lang="en-US" dirty="0"/>
              <a:t>Click to edit Master title style</a:t>
            </a:r>
          </a:p>
        </p:txBody>
      </p:sp>
      <p:sp>
        <p:nvSpPr>
          <p:cNvPr id="12" name="Picture Placeholder 10">
            <a:extLst>
              <a:ext uri="{FF2B5EF4-FFF2-40B4-BE49-F238E27FC236}">
                <a16:creationId xmlns:a16="http://schemas.microsoft.com/office/drawing/2014/main" id="{012C0B99-EF0E-8361-CB67-7A1CB46A5197}"/>
              </a:ext>
            </a:extLst>
          </p:cNvPr>
          <p:cNvSpPr>
            <a:spLocks noGrp="1"/>
          </p:cNvSpPr>
          <p:nvPr>
            <p:ph type="pic" sz="quarter" idx="18" hasCustomPrompt="1"/>
          </p:nvPr>
        </p:nvSpPr>
        <p:spPr>
          <a:xfrm>
            <a:off x="356616"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6BA43DA6-AD92-1399-A6A7-42F89C87DC1A}"/>
              </a:ext>
            </a:extLst>
          </p:cNvPr>
          <p:cNvSpPr/>
          <p:nvPr userDrawn="1"/>
        </p:nvSpPr>
        <p:spPr>
          <a:xfrm>
            <a:off x="337455" y="351064"/>
            <a:ext cx="446227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D3E7D411-4BBB-D7F2-AA01-60F0E96ADECC}"/>
              </a:ext>
            </a:extLst>
          </p:cNvPr>
          <p:cNvSpPr>
            <a:spLocks noGrp="1"/>
          </p:cNvSpPr>
          <p:nvPr>
            <p:ph type="dt" sz="half" idx="19"/>
          </p:nvPr>
        </p:nvSpPr>
        <p:spPr>
          <a:xfrm>
            <a:off x="5349240" y="6498770"/>
            <a:ext cx="1328651" cy="359229"/>
          </a:xfrm>
        </p:spPr>
        <p:txBody>
          <a:bodyPr/>
          <a:lstStyle/>
          <a:p>
            <a:fld id="{CA325475-EA0F-49B2-A586-CC0D8CB91667}" type="datetime1">
              <a:rPr lang="en-US" smtClean="0"/>
              <a:pPr/>
              <a:t>9/24/2025</a:t>
            </a:fld>
            <a:endParaRPr lang="en-US" dirty="0"/>
          </a:p>
        </p:txBody>
      </p:sp>
      <p:sp>
        <p:nvSpPr>
          <p:cNvPr id="7" name="Footer Placeholder 6">
            <a:extLst>
              <a:ext uri="{FF2B5EF4-FFF2-40B4-BE49-F238E27FC236}">
                <a16:creationId xmlns:a16="http://schemas.microsoft.com/office/drawing/2014/main" id="{7EADEDE4-1283-DC77-8774-CE66A7FCFC57}"/>
              </a:ext>
            </a:extLst>
          </p:cNvPr>
          <p:cNvSpPr>
            <a:spLocks noGrp="1"/>
          </p:cNvSpPr>
          <p:nvPr>
            <p:ph type="ftr" sz="quarter" idx="20"/>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C4205AEA-132E-F82A-F279-CF7FB6417B9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50424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13B8FE68-7B6E-3218-44A6-F1880E54EE81}"/>
              </a:ext>
            </a:extLst>
          </p:cNvPr>
          <p:cNvSpPr>
            <a:spLocks noGrp="1"/>
          </p:cNvSpPr>
          <p:nvPr>
            <p:ph type="pic" sz="quarter" idx="18" hasCustomPrompt="1"/>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3" name="Rectangle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5">
            <a:extLst>
              <a:ext uri="{FF2B5EF4-FFF2-40B4-BE49-F238E27FC236}">
                <a16:creationId xmlns:a16="http://schemas.microsoft.com/office/drawing/2014/main" id="{66BCA70D-4E1A-9515-CF3A-C9ADDAEA5180}"/>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7" name="Footer Placeholder 6">
            <a:extLst>
              <a:ext uri="{FF2B5EF4-FFF2-40B4-BE49-F238E27FC236}">
                <a16:creationId xmlns:a16="http://schemas.microsoft.com/office/drawing/2014/main" id="{6CE00F06-2901-FA79-7DB4-8439628B19A8}"/>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3892C729-DF2C-B480-6535-64FC89E4561A}"/>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681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anchor="ctr">
            <a:normAutofit/>
          </a:bodyPr>
          <a:lstStyle>
            <a:lvl1pPr>
              <a:defRPr sz="3200"/>
            </a:lvl1pPr>
          </a:lstStyle>
          <a:p>
            <a:r>
              <a:rPr lang="en-US" dirty="0"/>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8671"/>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68443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647156"/>
            <a:ext cx="3739896" cy="1863698"/>
          </a:xfrm>
        </p:spPr>
        <p:txBody>
          <a:bodyPr anchor="ct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647156"/>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2940988"/>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348919"/>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2933381"/>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02204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89438" y="826408"/>
            <a:ext cx="4663440" cy="932688"/>
          </a:xfrm>
        </p:spPr>
        <p:txBody>
          <a:bodyPr anchor="b"/>
          <a:lstStyle>
            <a:lvl1pPr>
              <a:defRPr sz="3200"/>
            </a:lvl1pPr>
          </a:lstStyle>
          <a:p>
            <a:r>
              <a:rPr lang="en-US" dirty="0"/>
              <a:t>Click to edit Master title style</a:t>
            </a:r>
          </a:p>
        </p:txBody>
      </p:sp>
      <p:sp>
        <p:nvSpPr>
          <p:cNvPr id="9" name="Picture Placeholder 10">
            <a:extLst>
              <a:ext uri="{FF2B5EF4-FFF2-40B4-BE49-F238E27FC236}">
                <a16:creationId xmlns:a16="http://schemas.microsoft.com/office/drawing/2014/main" id="{9CA91B26-FF37-7619-CA98-3BF61F56874C}"/>
              </a:ext>
            </a:extLst>
          </p:cNvPr>
          <p:cNvSpPr>
            <a:spLocks noGrp="1"/>
          </p:cNvSpPr>
          <p:nvPr>
            <p:ph type="pic" sz="quarter" idx="18" hasCustomPrompt="1"/>
          </p:nvPr>
        </p:nvSpPr>
        <p:spPr>
          <a:xfrm>
            <a:off x="347038"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699775"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0B55BAA1-304B-22B8-AFFB-450B8B12DD5E}"/>
              </a:ext>
            </a:extLst>
          </p:cNvPr>
          <p:cNvSpPr/>
          <p:nvPr userDrawn="1"/>
        </p:nvSpPr>
        <p:spPr>
          <a:xfrm>
            <a:off x="6231369" y="351065"/>
            <a:ext cx="561787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33E9085-3DE0-967D-6FEC-87A68F2E38F7}"/>
              </a:ext>
            </a:extLst>
          </p:cNvPr>
          <p:cNvSpPr/>
          <p:nvPr userDrawn="1"/>
        </p:nvSpPr>
        <p:spPr>
          <a:xfrm>
            <a:off x="337458" y="351064"/>
            <a:ext cx="577729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A73ECB8-1DC2-18B7-FB61-C5B409B1D3AB}"/>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5" name="Footer Placeholder 4">
            <a:extLst>
              <a:ext uri="{FF2B5EF4-FFF2-40B4-BE49-F238E27FC236}">
                <a16:creationId xmlns:a16="http://schemas.microsoft.com/office/drawing/2014/main" id="{EF837014-2CDD-1654-954A-3CFB437B0F79}"/>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44609910-6F41-81DC-11BD-5C3B23FB661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624673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792E787-2C43-9150-BA2C-843318A1AFFF}"/>
              </a:ext>
            </a:extLst>
          </p:cNvPr>
          <p:cNvSpPr>
            <a:spLocks noGrp="1"/>
          </p:cNvSpPr>
          <p:nvPr>
            <p:ph type="title"/>
          </p:nvPr>
        </p:nvSpPr>
        <p:spPr>
          <a:xfrm>
            <a:off x="795526" y="826408"/>
            <a:ext cx="4663440" cy="932688"/>
          </a:xfrm>
        </p:spPr>
        <p:txBody>
          <a:bodyPr anchor="b"/>
          <a:lstStyle>
            <a:lvl1pPr>
              <a:defRPr sz="3200"/>
            </a:lvl1pPr>
          </a:lstStyle>
          <a:p>
            <a:r>
              <a:rPr lang="en-US" dirty="0"/>
              <a:t>Click to edit Master title style</a:t>
            </a:r>
          </a:p>
        </p:txBody>
      </p:sp>
      <p:sp>
        <p:nvSpPr>
          <p:cNvPr id="16" name="Content Placeholder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663440" cy="39739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FD7785D8-F9B0-93D3-47A3-4ECAC8829E2B}"/>
              </a:ext>
            </a:extLst>
          </p:cNvPr>
          <p:cNvSpPr>
            <a:spLocks noGrp="1"/>
          </p:cNvSpPr>
          <p:nvPr>
            <p:ph type="pic" sz="quarter" idx="18" hasCustomPrompt="1"/>
          </p:nvPr>
        </p:nvSpPr>
        <p:spPr>
          <a:xfrm>
            <a:off x="6076602"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DFCDBE87-6A57-2D73-C222-305AF961B664}"/>
              </a:ext>
            </a:extLst>
          </p:cNvPr>
          <p:cNvSpPr/>
          <p:nvPr userDrawn="1"/>
        </p:nvSpPr>
        <p:spPr>
          <a:xfrm>
            <a:off x="337457" y="351065"/>
            <a:ext cx="560074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17F243C-548D-9C48-60F5-BC8D58A018DE}"/>
              </a:ext>
            </a:extLst>
          </p:cNvPr>
          <p:cNvSpPr/>
          <p:nvPr userDrawn="1"/>
        </p:nvSpPr>
        <p:spPr>
          <a:xfrm>
            <a:off x="6059206" y="351065"/>
            <a:ext cx="57900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CA039A1F-C7CE-E7D6-1B4E-1ACBB57F36D3}"/>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5" name="Footer Placeholder 4">
            <a:extLst>
              <a:ext uri="{FF2B5EF4-FFF2-40B4-BE49-F238E27FC236}">
                <a16:creationId xmlns:a16="http://schemas.microsoft.com/office/drawing/2014/main" id="{C0016FB1-CC33-21DB-78A1-2A47153DDE34}"/>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389BFF0-9607-2311-C797-5384CE49E3B1}"/>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95530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7123" y="2235200"/>
            <a:ext cx="5294376"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4">
            <a:extLst>
              <a:ext uri="{FF2B5EF4-FFF2-40B4-BE49-F238E27FC236}">
                <a16:creationId xmlns:a16="http://schemas.microsoft.com/office/drawing/2014/main" id="{BF24582F-746D-10FD-1348-A8E31D7459B4}"/>
              </a:ext>
            </a:extLst>
          </p:cNvPr>
          <p:cNvSpPr>
            <a:spLocks noGrp="1"/>
          </p:cNvSpPr>
          <p:nvPr>
            <p:ph type="pic" sz="quarter" idx="15" hasCustomPrompt="1"/>
          </p:nvPr>
        </p:nvSpPr>
        <p:spPr>
          <a:xfrm>
            <a:off x="6355507"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6355507" y="1929406"/>
            <a:ext cx="5494246"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343147" y="1929406"/>
            <a:ext cx="5870448"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9516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603504"/>
            <a:ext cx="10972800" cy="969264"/>
          </a:xfrm>
        </p:spPr>
        <p:txBody>
          <a:bodyPr anchor="ctr" anchorCtr="0">
            <a:normAutofit/>
          </a:bodyPr>
          <a:lstStyle>
            <a:lvl1pPr>
              <a:defRPr sz="4000"/>
            </a:lvl1pPr>
          </a:lstStyle>
          <a:p>
            <a:r>
              <a:rPr lang="en-US" dirty="0"/>
              <a:t>Click to edit Master title style</a:t>
            </a:r>
          </a:p>
        </p:txBody>
      </p:sp>
      <p:sp>
        <p:nvSpPr>
          <p:cNvPr id="10" name="Picture Placeholder 14">
            <a:extLst>
              <a:ext uri="{FF2B5EF4-FFF2-40B4-BE49-F238E27FC236}">
                <a16:creationId xmlns:a16="http://schemas.microsoft.com/office/drawing/2014/main" id="{1CACF551-8B8E-91BE-64C5-80EA221DEAE4}"/>
              </a:ext>
            </a:extLst>
          </p:cNvPr>
          <p:cNvSpPr>
            <a:spLocks noGrp="1"/>
          </p:cNvSpPr>
          <p:nvPr>
            <p:ph type="pic" sz="quarter" idx="15" hasCustomPrompt="1"/>
          </p:nvPr>
        </p:nvSpPr>
        <p:spPr>
          <a:xfrm>
            <a:off x="354740" y="1944079"/>
            <a:ext cx="6391656" cy="4553712"/>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159752" y="2231136"/>
            <a:ext cx="4425696" cy="39593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BD2198D5-C9C0-500B-4DBC-656F475E493C}"/>
              </a:ext>
            </a:extLst>
          </p:cNvPr>
          <p:cNvSpPr/>
          <p:nvPr userDrawn="1"/>
        </p:nvSpPr>
        <p:spPr>
          <a:xfrm>
            <a:off x="337457" y="1944078"/>
            <a:ext cx="6408939" cy="45628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C97157FB-CF65-571C-117F-F8FAD8D9FF52}"/>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7" name="Footer Placeholder 6">
            <a:extLst>
              <a:ext uri="{FF2B5EF4-FFF2-40B4-BE49-F238E27FC236}">
                <a16:creationId xmlns:a16="http://schemas.microsoft.com/office/drawing/2014/main" id="{F57136A7-5DB5-FAF4-1437-4CDA5E545739}"/>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9602816-1AAA-FE35-5C91-01A9C5DEAD00}"/>
              </a:ext>
            </a:extLst>
          </p:cNvPr>
          <p:cNvSpPr>
            <a:spLocks noGrp="1"/>
          </p:cNvSpPr>
          <p:nvPr>
            <p:ph type="sldNum" sz="quarter" idx="21"/>
          </p:nvPr>
        </p:nvSpPr>
        <p:spPr/>
        <p:txBody>
          <a:bodyPr/>
          <a:lstStyle/>
          <a:p>
            <a:fld id="{CC057153-B650-4DEB-B370-79DDCFDCE934}" type="slidenum">
              <a:rPr lang="en-US" smtClean="0"/>
              <a:pPr/>
              <a:t>‹#›</a:t>
            </a:fld>
            <a:endParaRPr lang="en-US" dirty="0"/>
          </a:p>
        </p:txBody>
      </p:sp>
      <p:sp>
        <p:nvSpPr>
          <p:cNvPr id="11" name="Rectangle 10">
            <a:extLst>
              <a:ext uri="{FF2B5EF4-FFF2-40B4-BE49-F238E27FC236}">
                <a16:creationId xmlns:a16="http://schemas.microsoft.com/office/drawing/2014/main" id="{DD9B28C9-C087-B7F9-1930-361BCE1DC434}"/>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9DFE5E0-34BA-A35C-6B4F-7D3C8C7C4F9B}"/>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113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5" name="Picture Placeholder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89440" y="2235200"/>
            <a:ext cx="5289915" cy="39581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79E6EAC-5CB1-AF25-6E5B-8E37D120C9B3}"/>
              </a:ext>
            </a:extLst>
          </p:cNvPr>
          <p:cNvSpPr/>
          <p:nvPr userDrawn="1"/>
        </p:nvSpPr>
        <p:spPr>
          <a:xfrm>
            <a:off x="339851" y="1929406"/>
            <a:ext cx="55138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5978984" y="1929406"/>
            <a:ext cx="5870770"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13165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anchor="b"/>
          <a:lstStyle>
            <a:lvl1pPr>
              <a:defRPr sz="4000"/>
            </a:lvl1pPr>
          </a:lstStyle>
          <a:p>
            <a:r>
              <a:rPr lang="en-US" dirty="0"/>
              <a:t>Click to edit Master title style</a:t>
            </a:r>
          </a:p>
        </p:txBody>
      </p:sp>
      <p:sp>
        <p:nvSpPr>
          <p:cNvPr id="10" name="Picture Placeholder 10">
            <a:extLst>
              <a:ext uri="{FF2B5EF4-FFF2-40B4-BE49-F238E27FC236}">
                <a16:creationId xmlns:a16="http://schemas.microsoft.com/office/drawing/2014/main" id="{5C69378E-FD50-D0FE-49E9-FE6939F87E05}"/>
              </a:ext>
            </a:extLst>
          </p:cNvPr>
          <p:cNvSpPr>
            <a:spLocks noGrp="1"/>
          </p:cNvSpPr>
          <p:nvPr>
            <p:ph type="pic" sz="quarter" idx="18" hasCustomPrompt="1"/>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BA4BF609-8734-8C2B-E441-E7DBAE6E3BDA}"/>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5" name="Footer Placeholder 4">
            <a:extLst>
              <a:ext uri="{FF2B5EF4-FFF2-40B4-BE49-F238E27FC236}">
                <a16:creationId xmlns:a16="http://schemas.microsoft.com/office/drawing/2014/main" id="{F7450EF1-CAAF-B39A-ED1F-4F967B0786C6}"/>
              </a:ext>
            </a:extLst>
          </p:cNvPr>
          <p:cNvSpPr>
            <a:spLocks noGrp="1"/>
          </p:cNvSpPr>
          <p:nvPr>
            <p:ph type="ftr" sz="quarter" idx="20"/>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E4D70B86-8D60-DBF5-42C5-FE10E0C6FE86}"/>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0669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anchor="b"/>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10">
            <a:extLst>
              <a:ext uri="{FF2B5EF4-FFF2-40B4-BE49-F238E27FC236}">
                <a16:creationId xmlns:a16="http://schemas.microsoft.com/office/drawing/2014/main" id="{22729334-E74F-1D47-30E9-2040D0CCDE77}"/>
              </a:ext>
            </a:extLst>
          </p:cNvPr>
          <p:cNvSpPr>
            <a:spLocks noGrp="1"/>
          </p:cNvSpPr>
          <p:nvPr>
            <p:ph type="pic" sz="quarter" idx="18" hasCustomPrompt="1"/>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dirty="0"/>
              <a:t> </a:t>
            </a:r>
          </a:p>
        </p:txBody>
      </p:sp>
      <p:sp>
        <p:nvSpPr>
          <p:cNvPr id="4" name="Rectangle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a:extLst>
              <a:ext uri="{FF2B5EF4-FFF2-40B4-BE49-F238E27FC236}">
                <a16:creationId xmlns:a16="http://schemas.microsoft.com/office/drawing/2014/main" id="{A1E56C7E-4D47-A5C6-F745-1B24CC384826}"/>
              </a:ext>
            </a:extLst>
          </p:cNvPr>
          <p:cNvSpPr>
            <a:spLocks noGrp="1"/>
          </p:cNvSpPr>
          <p:nvPr>
            <p:ph type="dt" sz="half" idx="19"/>
          </p:nvPr>
        </p:nvSpPr>
        <p:spPr/>
        <p:txBody>
          <a:bodyPr/>
          <a:lstStyle/>
          <a:p>
            <a:fld id="{CA325475-EA0F-49B2-A586-CC0D8CB91667}" type="datetime1">
              <a:rPr lang="en-US" smtClean="0"/>
              <a:pPr/>
              <a:t>9/24/2025</a:t>
            </a:fld>
            <a:endParaRPr lang="en-US" dirty="0"/>
          </a:p>
        </p:txBody>
      </p:sp>
      <p:sp>
        <p:nvSpPr>
          <p:cNvPr id="7" name="Footer Placeholder 6">
            <a:extLst>
              <a:ext uri="{FF2B5EF4-FFF2-40B4-BE49-F238E27FC236}">
                <a16:creationId xmlns:a16="http://schemas.microsoft.com/office/drawing/2014/main" id="{ECE34178-1A83-36BE-0EBF-390C6CB30C87}"/>
              </a:ext>
            </a:extLst>
          </p:cNvPr>
          <p:cNvSpPr>
            <a:spLocks noGrp="1"/>
          </p:cNvSpPr>
          <p:nvPr>
            <p:ph type="ftr" sz="quarter" idx="20"/>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E476F11D-D618-B08B-95BA-C3F1030D58AD}"/>
              </a:ext>
            </a:extLst>
          </p:cNvPr>
          <p:cNvSpPr>
            <a:spLocks noGrp="1"/>
          </p:cNvSpPr>
          <p:nvPr>
            <p:ph type="sldNum" sz="quarter" idx="21"/>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34782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a:normAutofit/>
          </a:bodyPr>
          <a:lstStyle>
            <a:lvl1pPr>
              <a:defRPr sz="36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hasCustomPrompt="1"/>
          </p:nvPr>
        </p:nvSpPr>
        <p:spPr>
          <a:xfrm>
            <a:off x="349324" y="2423719"/>
            <a:ext cx="5175504" cy="406908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514200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8611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3078" y="599599"/>
            <a:ext cx="3946824" cy="1453896"/>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40080" y="599600"/>
            <a:ext cx="6350185" cy="56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7370064" y="2423160"/>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7360920"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4643D3-05AA-D000-6F70-B39D3E837EF5}"/>
              </a:ext>
            </a:extLst>
          </p:cNvPr>
          <p:cNvSpPr/>
          <p:nvPr userDrawn="1"/>
        </p:nvSpPr>
        <p:spPr>
          <a:xfrm>
            <a:off x="338328"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7361582"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8732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4804-4265-85A8-7A9B-A9B3F5D80284}"/>
              </a:ext>
            </a:extLst>
          </p:cNvPr>
          <p:cNvSpPr>
            <a:spLocks noGrp="1"/>
          </p:cNvSpPr>
          <p:nvPr>
            <p:ph type="title"/>
          </p:nvPr>
        </p:nvSpPr>
        <p:spPr>
          <a:xfrm>
            <a:off x="822960" y="5029200"/>
            <a:ext cx="7525512" cy="1005840"/>
          </a:xfrm>
        </p:spPr>
        <p:txBody>
          <a:bodyPr>
            <a:normAutofit/>
          </a:bodyPr>
          <a:lstStyle>
            <a:lvl1pPr>
              <a:lnSpc>
                <a:spcPct val="110000"/>
              </a:lnSpc>
              <a:defRPr sz="18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B2D6F9C-47CA-A6AB-CB31-599736C61655}"/>
              </a:ext>
            </a:extLst>
          </p:cNvPr>
          <p:cNvSpPr>
            <a:spLocks noGrp="1"/>
          </p:cNvSpPr>
          <p:nvPr>
            <p:ph sz="quarter" idx="14" hasCustomPrompt="1"/>
          </p:nvPr>
        </p:nvSpPr>
        <p:spPr>
          <a:xfrm>
            <a:off x="822960" y="841248"/>
            <a:ext cx="10543032" cy="4151376"/>
          </a:xfrm>
        </p:spPr>
        <p:txBody>
          <a:bodyPr anchor="b">
            <a:normAutofit/>
          </a:bodyPr>
          <a:lstStyle>
            <a:lvl1pPr marL="0" indent="0">
              <a:lnSpc>
                <a:spcPct val="90000"/>
              </a:lnSpc>
              <a:buNone/>
              <a:defRPr sz="19300" b="1" baseline="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6F51461-EBBE-4007-A7FA-8D550B1815C8}" type="datetime1">
              <a:rPr lang="en-US" smtClean="0"/>
              <a:t>9/24/2025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CA7D478B-3CC8-9331-3B4F-2130EA892404}"/>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34118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41248"/>
            <a:ext cx="10543032" cy="416966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B57145D9-E600-48F3-8D60-FBB32619D4B7}" type="datetime1">
              <a:rPr lang="en-US" smtClean="0"/>
              <a:t>9/24/2025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FC0DA6E-8242-883C-15FE-E726DCC36F80}"/>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4993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9924E45-C895-43A4-5C38-357208F050D2}"/>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dirty="0"/>
              <a:t>Click to edit Master title style</a:t>
            </a:r>
          </a:p>
        </p:txBody>
      </p:sp>
      <p:sp>
        <p:nvSpPr>
          <p:cNvPr id="10" name="Content Placeholder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824484" y="841248"/>
            <a:ext cx="10543032" cy="4167124"/>
          </a:xfrm>
        </p:spPr>
        <p:txBody>
          <a:bodyPr anchor="b">
            <a:normAutofit/>
          </a:bodyPr>
          <a:lstStyle>
            <a:lvl1pPr marL="0" indent="0" algn="ctr">
              <a:lnSpc>
                <a:spcPct val="90000"/>
              </a:lnSpc>
              <a:buNone/>
              <a:defRPr sz="193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988DA9F-3449-4571-B576-325E0AB8D353}" type="datetime1">
              <a:rPr lang="en-US" smtClean="0"/>
              <a:t>9/24/2025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18671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7129" y="-1293464"/>
            <a:ext cx="10652760" cy="1133856"/>
          </a:xfrm>
        </p:spPr>
        <p:txBody>
          <a:bodyPr/>
          <a:lstStyle/>
          <a:p>
            <a:r>
              <a:rPr lang="en-US" dirty="0"/>
              <a:t>Click to edit Master title style</a:t>
            </a:r>
          </a:p>
        </p:txBody>
      </p:sp>
      <p:sp>
        <p:nvSpPr>
          <p:cNvPr id="6" name="Content Placeholder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234440"/>
            <a:ext cx="9191625" cy="438912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2AC9CA7-4D60-41A4-A4F0-FD6D94D8C852}" type="datetime1">
              <a:rPr lang="en-US" smtClean="0"/>
              <a:t>9/24/2025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Rectangle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5553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5801"/>
            <a:ext cx="10652760" cy="1133856"/>
          </a:xfrm>
        </p:spPr>
        <p:txBody>
          <a:bodyPr/>
          <a:lstStyle/>
          <a:p>
            <a:r>
              <a:rPr lang="en-US" dirty="0"/>
              <a:t>Click to edit Master title style</a:t>
            </a:r>
          </a:p>
        </p:txBody>
      </p:sp>
      <p:sp>
        <p:nvSpPr>
          <p:cNvPr id="11" name="Content Placeholder 10">
            <a:extLst>
              <a:ext uri="{FF2B5EF4-FFF2-40B4-BE49-F238E27FC236}">
                <a16:creationId xmlns:a16="http://schemas.microsoft.com/office/drawing/2014/main" id="{98ADCAC8-6FF3-EC2A-EFD7-95A819EA2E48}"/>
              </a:ext>
            </a:extLst>
          </p:cNvPr>
          <p:cNvSpPr>
            <a:spLocks noGrp="1"/>
          </p:cNvSpPr>
          <p:nvPr>
            <p:ph sz="quarter" idx="14" hasCustomPrompt="1"/>
          </p:nvPr>
        </p:nvSpPr>
        <p:spPr>
          <a:xfrm>
            <a:off x="795527" y="685799"/>
            <a:ext cx="10698480" cy="5486400"/>
          </a:xfrm>
        </p:spPr>
        <p:txBody>
          <a:bodyPr anchor="ctr">
            <a:noAutofit/>
          </a:bodyPr>
          <a:lstStyle>
            <a:lvl1pPr marL="0" indent="0">
              <a:buNone/>
              <a:defRPr sz="4800">
                <a:latin typeface="+mj-lt"/>
              </a:defRPr>
            </a:lvl1pPr>
            <a:lvl2pPr marL="228600" indent="0">
              <a:buNone/>
              <a:defRPr sz="4800">
                <a:latin typeface="+mj-lt"/>
              </a:defRPr>
            </a:lvl2pPr>
            <a:lvl3pPr marL="457200" indent="0">
              <a:buNone/>
              <a:defRPr sz="4800">
                <a:latin typeface="+mj-lt"/>
              </a:defRPr>
            </a:lvl3pPr>
            <a:lvl4pPr marL="685800" indent="0">
              <a:buNone/>
              <a:defRPr sz="4800">
                <a:latin typeface="+mj-lt"/>
              </a:defRPr>
            </a:lvl4pPr>
            <a:lvl5pPr marL="914400" indent="0">
              <a:buNone/>
              <a:defRPr sz="480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9/24/2025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84575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3562"/>
            <a:ext cx="10652760" cy="1133856"/>
          </a:xfrm>
        </p:spPr>
        <p:txBody>
          <a:bodyPr/>
          <a:lstStyle/>
          <a:p>
            <a:r>
              <a:rPr lang="en-US" dirty="0"/>
              <a:t>Click to edit Master title style</a:t>
            </a:r>
          </a:p>
        </p:txBody>
      </p:sp>
      <p:sp>
        <p:nvSpPr>
          <p:cNvPr id="8" name="Content Placeholder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7" y="685800"/>
            <a:ext cx="10698480" cy="548640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9/24/2025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6121361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anchor="t">
            <a:normAutofit/>
          </a:bodyPr>
          <a:lstStyle>
            <a:lvl1pPr marL="164592" indent="-164592">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08ED2632-1039-4FCE-A210-396E8C7520B2}" type="datetime1">
              <a:rPr lang="en-US" smtClean="0"/>
              <a:t>9/24/2025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Rectangle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99157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anchor="ctr">
            <a:normAutofit/>
          </a:bodyPr>
          <a:lstStyle>
            <a:lvl1pPr algn="ct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anchor="ctr">
            <a:normAutofit/>
          </a:bodyPr>
          <a:lstStyle>
            <a:lvl1pPr marL="164592" indent="-164592" algn="ctr">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506D844-928B-4334-9530-404CD7C81364}" type="datetime1">
              <a:rPr lang="en-US" smtClean="0"/>
              <a:t>9/24/2025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504454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9198864" cy="3328416"/>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28E703B-AD10-45EB-9C69-399306B4449A}" type="datetime1">
              <a:rPr lang="en-US" smtClean="0"/>
              <a:t>9/24/2025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7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4D17117-BBA9-4972-76C2-EAFE70BD1CDA}"/>
              </a:ext>
            </a:extLst>
          </p:cNvPr>
          <p:cNvSpPr>
            <a:spLocks noGrp="1"/>
          </p:cNvSpPr>
          <p:nvPr>
            <p:ph type="title"/>
          </p:nvPr>
        </p:nvSpPr>
        <p:spPr>
          <a:xfrm>
            <a:off x="794656" y="842463"/>
            <a:ext cx="10616184" cy="1133856"/>
          </a:xfrm>
        </p:spPr>
        <p:txBody>
          <a:bodyPr/>
          <a:lstStyle>
            <a:lvl1pPr>
              <a:defRPr/>
            </a:lvl1pPr>
          </a:lstStyle>
          <a:p>
            <a:r>
              <a:rPr lang="en-US" dirty="0"/>
              <a:t>Click to edit Master title style</a:t>
            </a:r>
          </a:p>
        </p:txBody>
      </p:sp>
      <p:sp>
        <p:nvSpPr>
          <p:cNvPr id="4" name="Content Placeholder 3">
            <a:extLst>
              <a:ext uri="{FF2B5EF4-FFF2-40B4-BE49-F238E27FC236}">
                <a16:creationId xmlns:a16="http://schemas.microsoft.com/office/drawing/2014/main" id="{B1EC3D10-12BE-0828-A6FA-C33C4BFCD9C6}"/>
              </a:ext>
            </a:extLst>
          </p:cNvPr>
          <p:cNvSpPr>
            <a:spLocks noGrp="1"/>
          </p:cNvSpPr>
          <p:nvPr>
            <p:ph sz="quarter" idx="15"/>
          </p:nvPr>
        </p:nvSpPr>
        <p:spPr>
          <a:xfrm>
            <a:off x="795338" y="2217738"/>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CCA2E261-8EB7-B6E1-F84F-2C8AA00E012F}"/>
              </a:ext>
            </a:extLst>
          </p:cNvPr>
          <p:cNvSpPr>
            <a:spLocks noGrp="1"/>
          </p:cNvSpPr>
          <p:nvPr>
            <p:ph sz="quarter" idx="16"/>
          </p:nvPr>
        </p:nvSpPr>
        <p:spPr>
          <a:xfrm>
            <a:off x="6538803" y="2189669"/>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C99F73C-A859-4554-A313-766C75404450}" type="datetime1">
              <a:rPr lang="en-US" smtClean="0"/>
              <a:t>9/24/2025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Rectangle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343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822960"/>
          </a:xfrm>
        </p:spPr>
        <p:txBody>
          <a:bodyPr/>
          <a:lstStyle>
            <a:lvl1pPr>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94656" y="1737360"/>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4" name="Content Placeholder 13">
            <a:extLst>
              <a:ext uri="{FF2B5EF4-FFF2-40B4-BE49-F238E27FC236}">
                <a16:creationId xmlns:a16="http://schemas.microsoft.com/office/drawing/2014/main" id="{752397E2-59D6-9B15-C816-A5E09CBA601E}"/>
              </a:ext>
            </a:extLst>
          </p:cNvPr>
          <p:cNvSpPr>
            <a:spLocks noGrp="1"/>
          </p:cNvSpPr>
          <p:nvPr>
            <p:ph sz="quarter" idx="15"/>
          </p:nvPr>
        </p:nvSpPr>
        <p:spPr>
          <a:xfrm>
            <a:off x="795338" y="2378075"/>
            <a:ext cx="5157787"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51012" y="1737360"/>
            <a:ext cx="5157216"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Content Placeholder 13">
            <a:extLst>
              <a:ext uri="{FF2B5EF4-FFF2-40B4-BE49-F238E27FC236}">
                <a16:creationId xmlns:a16="http://schemas.microsoft.com/office/drawing/2014/main" id="{3E12D3BA-867F-1CF3-4F97-52D6461219E0}"/>
              </a:ext>
            </a:extLst>
          </p:cNvPr>
          <p:cNvSpPr>
            <a:spLocks noGrp="1"/>
          </p:cNvSpPr>
          <p:nvPr>
            <p:ph sz="quarter" idx="16"/>
          </p:nvPr>
        </p:nvSpPr>
        <p:spPr>
          <a:xfrm>
            <a:off x="6251012" y="2378075"/>
            <a:ext cx="5157216" cy="3636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F64D68B-28A2-4855-B3C1-2440696AF665}" type="datetime1">
              <a:rPr lang="en-US" smtClean="0"/>
              <a:t>9/24/2025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Rectangle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8560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a:lstStyle>
            <a:lvl1pPr>
              <a:defRPr/>
            </a:lvl1p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69DAC0D-566B-40F6-B3F6-72A0E1EDF8FC}" type="datetime1">
              <a:rPr lang="en-US" smtClean="0"/>
              <a:t>9/24/2025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2" name="Rectangle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70033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34F2907-BCBA-412E-9539-603ECFD8F450}" type="datetime1">
              <a:rPr lang="en-US" smtClean="0"/>
              <a:t>9/24/2025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Rectangle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3042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C6EE26-0A88-4974-AF99-F8A1B22A826A}" type="datetime1">
              <a:rPr lang="en-US" smtClean="0"/>
              <a:t>9/24/2025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867877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0">
            <a:extLst>
              <a:ext uri="{FF2B5EF4-FFF2-40B4-BE49-F238E27FC236}">
                <a16:creationId xmlns:a16="http://schemas.microsoft.com/office/drawing/2014/main" id="{45E786F4-7682-486A-34C1-04BEC2E2FC43}"/>
              </a:ext>
            </a:extLst>
          </p:cNvPr>
          <p:cNvSpPr>
            <a:spLocks noGrp="1"/>
          </p:cNvSpPr>
          <p:nvPr>
            <p:ph type="pic" sz="quarter" idx="17" hasCustomPrompt="1"/>
          </p:nvPr>
        </p:nvSpPr>
        <p:spPr>
          <a:xfrm>
            <a:off x="5027693" y="351064"/>
            <a:ext cx="6826850" cy="615587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9CEA849-C5D8-4949-916D-70A31634CC93}" type="datetime1">
              <a:rPr lang="en-US" smtClean="0"/>
              <a:t>9/24/2025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Rectangle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9018359C-9A26-486B-945E-75252E555425}"/>
              </a:ext>
            </a:extLst>
          </p:cNvPr>
          <p:cNvSpPr/>
          <p:nvPr userDrawn="1"/>
        </p:nvSpPr>
        <p:spPr>
          <a:xfrm>
            <a:off x="5032196" y="351063"/>
            <a:ext cx="682685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041909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4464" y="731520"/>
            <a:ext cx="10863072" cy="1901952"/>
          </a:xfrm>
        </p:spPr>
        <p:txBody>
          <a:bodyPr anchor="ctr" anchorCtr="0">
            <a:normAutofit/>
          </a:bodyPr>
          <a:lstStyle>
            <a:lvl1pPr>
              <a:defRPr sz="48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2" y="3465576"/>
            <a:ext cx="10863072"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1E6060-C53E-4F28-8D83-0C4FB26C4A3F}" type="datetime1">
              <a:rPr lang="en-US" smtClean="0"/>
              <a:t>9/24/2025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7218B384-4BC1-E524-57EF-0774C70BAF79}"/>
              </a:ext>
            </a:extLst>
          </p:cNvPr>
          <p:cNvSpPr/>
          <p:nvPr userDrawn="1"/>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B1C7440-F236-F77D-9637-983809E9B84B}"/>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821139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627318"/>
            <a:ext cx="8430767" cy="1828800"/>
          </a:xfrm>
        </p:spPr>
        <p:txBody>
          <a:bodyPr anchor="b" anchorCtr="0">
            <a:no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3622674"/>
            <a:ext cx="8430639"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3D1E3E-5DD4-4BAD-A138-1254BF94C224}" type="datetime1">
              <a:rPr lang="en-US" smtClean="0"/>
              <a:t>9/24/2025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2AE7AAF8-1CC5-AC91-1BB2-212E591F7ADC}"/>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67982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rtl="0">
              <a:defRPr sz="900">
                <a:solidFill>
                  <a:schemeClr val="tx1"/>
                </a:solidFill>
              </a:defRPr>
            </a:lvl1pPr>
          </a:lstStyle>
          <a:p>
            <a:fld id="{CA325475-EA0F-49B2-A586-CC0D8CB91667}" type="datetime1">
              <a:rPr lang="en-US" smtClean="0"/>
              <a:pPr/>
              <a:t>9/24/2025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117045" y="6498770"/>
            <a:ext cx="2759743" cy="359229"/>
          </a:xfrm>
          <a:prstGeom prst="rect">
            <a:avLst/>
          </a:prstGeom>
        </p:spPr>
        <p:txBody>
          <a:bodyPr vert="horz" lIns="91440" tIns="45720" rIns="91440" bIns="45720" rtlCol="0" anchor="ctr"/>
          <a:lstStyle>
            <a:lvl1pPr algn="r" rtl="0">
              <a:defRPr sz="90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90446" y="6498770"/>
            <a:ext cx="379443" cy="35922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83" r:id="rId1"/>
    <p:sldLayoutId id="2147483827" r:id="rId2"/>
    <p:sldLayoutId id="2147483828" r:id="rId3"/>
    <p:sldLayoutId id="2147483829" r:id="rId4"/>
    <p:sldLayoutId id="2147483826" r:id="rId5"/>
    <p:sldLayoutId id="2147483830" r:id="rId6"/>
    <p:sldLayoutId id="2147483831" r:id="rId7"/>
    <p:sldLayoutId id="2147483832" r:id="rId8"/>
    <p:sldLayoutId id="2147483833" r:id="rId9"/>
    <p:sldLayoutId id="2147483835" r:id="rId10"/>
    <p:sldLayoutId id="2147483836" r:id="rId11"/>
    <p:sldLayoutId id="2147483837" r:id="rId12"/>
    <p:sldLayoutId id="2147483838" r:id="rId13"/>
    <p:sldLayoutId id="2147483839" r:id="rId14"/>
    <p:sldLayoutId id="2147483840" r:id="rId15"/>
    <p:sldLayoutId id="2147483841" r:id="rId16"/>
    <p:sldLayoutId id="2147483885" r:id="rId17"/>
    <p:sldLayoutId id="2147483851" r:id="rId18"/>
    <p:sldLayoutId id="2147483852" r:id="rId19"/>
    <p:sldLayoutId id="2147483881" r:id="rId20"/>
    <p:sldLayoutId id="2147483846" r:id="rId21"/>
    <p:sldLayoutId id="2147483847" r:id="rId22"/>
    <p:sldLayoutId id="2147483842" r:id="rId23"/>
    <p:sldLayoutId id="2147483843" r:id="rId24"/>
    <p:sldLayoutId id="2147483882" r:id="rId25"/>
    <p:sldLayoutId id="2147483889" r:id="rId26"/>
    <p:sldLayoutId id="2147483848" r:id="rId27"/>
    <p:sldLayoutId id="2147483849" r:id="rId28"/>
    <p:sldLayoutId id="2147483856" r:id="rId29"/>
    <p:sldLayoutId id="2147483850" r:id="rId30"/>
    <p:sldLayoutId id="2147483890" r:id="rId31"/>
    <p:sldLayoutId id="2147483844" r:id="rId32"/>
    <p:sldLayoutId id="2147483845" r:id="rId33"/>
    <p:sldLayoutId id="2147483857" r:id="rId34"/>
    <p:sldLayoutId id="2147483884" r:id="rId35"/>
    <p:sldLayoutId id="2147483887" r:id="rId36"/>
    <p:sldLayoutId id="2147483859" r:id="rId37"/>
    <p:sldLayoutId id="2147483860" r:id="rId38"/>
    <p:sldLayoutId id="2147483861" r:id="rId39"/>
    <p:sldLayoutId id="2147483862" r:id="rId40"/>
    <p:sldLayoutId id="2147483864" r:id="rId41"/>
    <p:sldLayoutId id="2147483888" r:id="rId42"/>
    <p:sldLayoutId id="2147483865" r:id="rId43"/>
    <p:sldLayoutId id="2147483866" r:id="rId44"/>
    <p:sldLayoutId id="2147483867" r:id="rId45"/>
    <p:sldLayoutId id="2147483868" r:id="rId46"/>
    <p:sldLayoutId id="2147483869" r:id="rId47"/>
    <p:sldLayoutId id="2147483870" r:id="rId48"/>
    <p:sldLayoutId id="2147483871" r:id="rId49"/>
    <p:sldLayoutId id="2147483872" r:id="rId50"/>
    <p:sldLayoutId id="2147483873" r:id="rId51"/>
    <p:sldLayoutId id="2147483944" r:id="rId52"/>
    <p:sldLayoutId id="2147483945" r:id="rId53"/>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EEAAA-2E84-DF90-0C85-0269793C7137}"/>
              </a:ext>
            </a:extLst>
          </p:cNvPr>
          <p:cNvSpPr>
            <a:spLocks noGrp="1"/>
          </p:cNvSpPr>
          <p:nvPr>
            <p:ph type="title"/>
          </p:nvPr>
        </p:nvSpPr>
        <p:spPr>
          <a:xfrm>
            <a:off x="793236" y="837735"/>
            <a:ext cx="10643616" cy="3346704"/>
          </a:xfrm>
        </p:spPr>
        <p:txBody>
          <a:bodyPr anchor="t">
            <a:normAutofit/>
          </a:bodyPr>
          <a:lstStyle/>
          <a:p>
            <a:r>
              <a:rPr lang="en-US"/>
              <a:t>Finance Automation Workflows</a:t>
            </a:r>
          </a:p>
        </p:txBody>
      </p:sp>
      <p:sp>
        <p:nvSpPr>
          <p:cNvPr id="3" name="Subtitle 2">
            <a:extLst>
              <a:ext uri="{FF2B5EF4-FFF2-40B4-BE49-F238E27FC236}">
                <a16:creationId xmlns:a16="http://schemas.microsoft.com/office/drawing/2014/main" id="{4EA130B1-4E5B-982B-9A6D-1F4187F37E1E}"/>
              </a:ext>
            </a:extLst>
          </p:cNvPr>
          <p:cNvSpPr>
            <a:spLocks noGrp="1"/>
          </p:cNvSpPr>
          <p:nvPr>
            <p:ph type="subTitle" idx="1"/>
          </p:nvPr>
        </p:nvSpPr>
        <p:spPr>
          <a:xfrm>
            <a:off x="795528" y="4824760"/>
            <a:ext cx="10641324" cy="1194128"/>
          </a:xfrm>
        </p:spPr>
        <p:txBody>
          <a:bodyPr anchor="b">
            <a:normAutofit/>
          </a:bodyPr>
          <a:lstStyle/>
          <a:p>
            <a:r>
              <a:rPr lang="en-US"/>
              <a:t>Streamlining financial processes with advanced automation technology</a:t>
            </a:r>
          </a:p>
        </p:txBody>
      </p:sp>
    </p:spTree>
    <p:extLst>
      <p:ext uri="{BB962C8B-B14F-4D97-AF65-F5344CB8AC3E}">
        <p14:creationId xmlns:p14="http://schemas.microsoft.com/office/powerpoint/2010/main" val="678521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ECC4C-CEF8-E342-8E50-CB8158303967}"/>
              </a:ext>
            </a:extLst>
          </p:cNvPr>
          <p:cNvSpPr>
            <a:spLocks noGrp="1"/>
          </p:cNvSpPr>
          <p:nvPr>
            <p:ph type="title"/>
          </p:nvPr>
        </p:nvSpPr>
        <p:spPr>
          <a:xfrm>
            <a:off x="1474076" y="1359775"/>
            <a:ext cx="7909560" cy="4334256"/>
          </a:xfrm>
        </p:spPr>
        <p:txBody>
          <a:bodyPr anchor="b">
            <a:normAutofit/>
          </a:bodyPr>
          <a:lstStyle/>
          <a:p>
            <a:r>
              <a:rPr lang="en-US"/>
              <a:t>Predictive Accrual Models</a:t>
            </a:r>
          </a:p>
        </p:txBody>
      </p:sp>
    </p:spTree>
    <p:extLst>
      <p:ext uri="{BB962C8B-B14F-4D97-AF65-F5344CB8AC3E}">
        <p14:creationId xmlns:p14="http://schemas.microsoft.com/office/powerpoint/2010/main" val="16967640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C39B-654C-2D32-207E-09C7B92C6E1C}"/>
              </a:ext>
            </a:extLst>
          </p:cNvPr>
          <p:cNvSpPr>
            <a:spLocks noGrp="1"/>
          </p:cNvSpPr>
          <p:nvPr>
            <p:ph type="title"/>
          </p:nvPr>
        </p:nvSpPr>
        <p:spPr>
          <a:xfrm>
            <a:off x="612648" y="599599"/>
            <a:ext cx="4672584" cy="1453896"/>
          </a:xfrm>
        </p:spPr>
        <p:txBody>
          <a:bodyPr anchor="t">
            <a:normAutofit/>
          </a:bodyPr>
          <a:lstStyle/>
          <a:p>
            <a:r>
              <a:rPr lang="en-US"/>
              <a:t>Overview of Predictive Accrual Models</a:t>
            </a:r>
          </a:p>
        </p:txBody>
      </p:sp>
      <p:pic>
        <p:nvPicPr>
          <p:cNvPr id="5" name="Content Placeholder 4" descr="graphs and charts  Financial data analyzingPlease see some similar pictures from my lightbox:">
            <a:extLst>
              <a:ext uri="{FF2B5EF4-FFF2-40B4-BE49-F238E27FC236}">
                <a16:creationId xmlns:a16="http://schemas.microsoft.com/office/drawing/2014/main" id="{CF9ABE86-7196-44D4-A627-F73A565AEFC4}"/>
              </a:ext>
            </a:extLst>
          </p:cNvPr>
          <p:cNvPicPr>
            <a:picLocks noGrp="1" noChangeAspect="1"/>
          </p:cNvPicPr>
          <p:nvPr>
            <p:ph type="pic" sz="quarter" idx="15"/>
          </p:nvPr>
        </p:nvPicPr>
        <p:blipFill>
          <a:blip r:embed="rId3"/>
          <a:srcRect l="3411" r="11689"/>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1276FFE8-004C-C1D3-860C-6C4DA9576AB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Purpose of Predictive Models</a:t>
            </a:r>
          </a:p>
          <a:p>
            <a:pPr marL="0" lvl="1" indent="0">
              <a:buFont typeface="Arial" panose="020B0604020202020204" pitchFamily="34" charset="0"/>
              <a:buNone/>
            </a:pPr>
            <a:r>
              <a:t>Predictive accrual models forecast unrecorded expenses or revenues to improve financial forecasting and risk mitigation.</a:t>
            </a:r>
            <a:endParaRPr lang="en-US"/>
          </a:p>
          <a:p>
            <a:pPr marL="0" indent="0">
              <a:spcBef>
                <a:spcPts val="2500"/>
              </a:spcBef>
              <a:buFont typeface="Arial" panose="020B0604020202020204" pitchFamily="34" charset="0"/>
              <a:buNone/>
            </a:pPr>
            <a:r>
              <a:rPr lang="en-US" b="1"/>
              <a:t>Types of Predictive Models</a:t>
            </a:r>
          </a:p>
          <a:p>
            <a:pPr marL="0" lvl="1" indent="0">
              <a:buFont typeface="Arial" panose="020B0604020202020204" pitchFamily="34" charset="0"/>
              <a:buNone/>
            </a:pPr>
            <a:r>
              <a:t>Classification models yield binary outcomes, outlier models detect unusual accruals, and clustering models identify transaction patterns.</a:t>
            </a:r>
            <a:endParaRPr lang="en-US"/>
          </a:p>
          <a:p>
            <a:pPr marL="0" indent="0">
              <a:spcBef>
                <a:spcPts val="2500"/>
              </a:spcBef>
              <a:buFont typeface="Arial" panose="020B0604020202020204" pitchFamily="34" charset="0"/>
              <a:buNone/>
            </a:pPr>
            <a:r>
              <a:rPr lang="en-US" b="1"/>
              <a:t>Applications in Finance</a:t>
            </a:r>
          </a:p>
          <a:p>
            <a:pPr marL="0" lvl="1" indent="0">
              <a:buFont typeface="Arial" panose="020B0604020202020204" pitchFamily="34" charset="0"/>
              <a:buNone/>
            </a:pPr>
            <a:r>
              <a:t>These models forecast cash flows, predict tax impacts, identify unreconciled transactions, and enhance budgeting and planning.</a:t>
            </a:r>
            <a:endParaRPr lang="en-US"/>
          </a:p>
          <a:p>
            <a:pPr marL="0" indent="0">
              <a:spcBef>
                <a:spcPts val="2500"/>
              </a:spcBef>
              <a:buFont typeface="Arial" panose="020B0604020202020204" pitchFamily="34" charset="0"/>
              <a:buNone/>
            </a:pPr>
            <a:r>
              <a:rPr lang="en-US" b="1"/>
              <a:t>Role of AI and ML</a:t>
            </a:r>
          </a:p>
          <a:p>
            <a:pPr marL="0" lvl="1" indent="0">
              <a:buFont typeface="Arial" panose="020B0604020202020204" pitchFamily="34" charset="0"/>
              <a:buNone/>
            </a:pPr>
            <a:r>
              <a:t>Artificial intelligence and machine learning boost accuracy and efficiency, enabling proactive financial risk management.</a:t>
            </a:r>
            <a:endParaRPr lang="en-US"/>
          </a:p>
        </p:txBody>
      </p:sp>
    </p:spTree>
    <p:extLst>
      <p:ext uri="{BB962C8B-B14F-4D97-AF65-F5344CB8AC3E}">
        <p14:creationId xmlns:p14="http://schemas.microsoft.com/office/powerpoint/2010/main" val="12806108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EBE1-8BD3-244A-FE0A-707342E00DA8}"/>
              </a:ext>
            </a:extLst>
          </p:cNvPr>
          <p:cNvSpPr>
            <a:spLocks noGrp="1"/>
          </p:cNvSpPr>
          <p:nvPr>
            <p:ph type="title"/>
          </p:nvPr>
        </p:nvSpPr>
        <p:spPr>
          <a:xfrm>
            <a:off x="1474076" y="1359775"/>
            <a:ext cx="7909560" cy="4334256"/>
          </a:xfrm>
        </p:spPr>
        <p:txBody>
          <a:bodyPr anchor="b">
            <a:normAutofit/>
          </a:bodyPr>
          <a:lstStyle/>
          <a:p>
            <a:r>
              <a:rPr lang="en-US"/>
              <a:t>Anomaly Detection for Journal Entries</a:t>
            </a:r>
          </a:p>
        </p:txBody>
      </p:sp>
    </p:spTree>
    <p:extLst>
      <p:ext uri="{BB962C8B-B14F-4D97-AF65-F5344CB8AC3E}">
        <p14:creationId xmlns:p14="http://schemas.microsoft.com/office/powerpoint/2010/main" val="11383661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F19B1-F705-B51C-5EEF-6EC05243AD22}"/>
              </a:ext>
            </a:extLst>
          </p:cNvPr>
          <p:cNvSpPr>
            <a:spLocks noGrp="1"/>
          </p:cNvSpPr>
          <p:nvPr>
            <p:ph type="title"/>
          </p:nvPr>
        </p:nvSpPr>
        <p:spPr>
          <a:xfrm>
            <a:off x="612648" y="612648"/>
            <a:ext cx="10963656" cy="548640"/>
          </a:xfrm>
        </p:spPr>
        <p:txBody>
          <a:bodyPr anchor="t">
            <a:normAutofit/>
          </a:bodyPr>
          <a:lstStyle/>
          <a:p>
            <a:r>
              <a:rPr lang="en-US"/>
              <a:t>Techniques and Applications in Anomaly Detection</a:t>
            </a:r>
          </a:p>
        </p:txBody>
      </p:sp>
      <p:graphicFrame>
        <p:nvGraphicFramePr>
          <p:cNvPr id="4" name="Content Placeholder 3">
            <a:extLst>
              <a:ext uri="{FF2B5EF4-FFF2-40B4-BE49-F238E27FC236}">
                <a16:creationId xmlns:a16="http://schemas.microsoft.com/office/drawing/2014/main" id="{9A4C693A-21EA-4A78-B3E7-D4E8FED53406}"/>
              </a:ext>
            </a:extLst>
          </p:cNvPr>
          <p:cNvGraphicFramePr>
            <a:graphicFrameLocks noGrp="1"/>
          </p:cNvGraphicFramePr>
          <p:nvPr>
            <p:ph idx="1"/>
            <p:extLst>
              <p:ext uri="{D42A27DB-BD31-4B8C-83A1-F6EECF244321}">
                <p14:modId xmlns:p14="http://schemas.microsoft.com/office/powerpoint/2010/main" val="249452011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8" y="1216152"/>
          <a:ext cx="10963656" cy="49469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108739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87FD-B0CF-25BC-D197-1293A51AAA1E}"/>
              </a:ext>
            </a:extLst>
          </p:cNvPr>
          <p:cNvSpPr>
            <a:spLocks noGrp="1"/>
          </p:cNvSpPr>
          <p:nvPr>
            <p:ph type="title"/>
          </p:nvPr>
        </p:nvSpPr>
        <p:spPr>
          <a:xfrm>
            <a:off x="1474076" y="1359775"/>
            <a:ext cx="7909560" cy="4334256"/>
          </a:xfrm>
        </p:spPr>
        <p:txBody>
          <a:bodyPr anchor="b">
            <a:normAutofit/>
          </a:bodyPr>
          <a:lstStyle/>
          <a:p>
            <a:r>
              <a:rPr lang="en-US"/>
              <a:t>Outlier Trends in Variance Analysis</a:t>
            </a:r>
          </a:p>
        </p:txBody>
      </p:sp>
    </p:spTree>
    <p:extLst>
      <p:ext uri="{BB962C8B-B14F-4D97-AF65-F5344CB8AC3E}">
        <p14:creationId xmlns:p14="http://schemas.microsoft.com/office/powerpoint/2010/main" val="30190388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1E7-4524-0E0E-D97A-4E482205AA44}"/>
              </a:ext>
            </a:extLst>
          </p:cNvPr>
          <p:cNvSpPr>
            <a:spLocks noGrp="1"/>
          </p:cNvSpPr>
          <p:nvPr>
            <p:ph type="title"/>
          </p:nvPr>
        </p:nvSpPr>
        <p:spPr>
          <a:xfrm>
            <a:off x="612648" y="599599"/>
            <a:ext cx="4672584" cy="1453896"/>
          </a:xfrm>
        </p:spPr>
        <p:txBody>
          <a:bodyPr anchor="t">
            <a:normAutofit/>
          </a:bodyPr>
          <a:lstStyle/>
          <a:p>
            <a:r>
              <a:rPr lang="en-US"/>
              <a:t>Identifying and Treating Financial Outliers</a:t>
            </a:r>
          </a:p>
        </p:txBody>
      </p:sp>
      <p:pic>
        <p:nvPicPr>
          <p:cNvPr id="5" name="Content Placeholder 4" descr="Calculator, pen, compass, money and a paper with graphs printed on it">
            <a:extLst>
              <a:ext uri="{FF2B5EF4-FFF2-40B4-BE49-F238E27FC236}">
                <a16:creationId xmlns:a16="http://schemas.microsoft.com/office/drawing/2014/main" id="{4041BAB4-8CD4-4EBE-A85D-DC07FE23BAAE}"/>
              </a:ext>
            </a:extLst>
          </p:cNvPr>
          <p:cNvPicPr>
            <a:picLocks noGrp="1" noChangeAspect="1"/>
          </p:cNvPicPr>
          <p:nvPr>
            <p:ph type="pic" sz="quarter" idx="15"/>
          </p:nvPr>
        </p:nvPicPr>
        <p:blipFill>
          <a:blip r:embed="rId3"/>
          <a:srcRect l="13925" r="9442" b="-1"/>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51B64F53-3A51-EF56-C804-C6CADD0FC2C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Definition of Financial Outliers</a:t>
            </a:r>
          </a:p>
          <a:p>
            <a:pPr marL="0" lvl="1" indent="0">
              <a:buFont typeface="Arial" panose="020B0604020202020204" pitchFamily="34" charset="0"/>
              <a:buNone/>
            </a:pPr>
            <a:r>
              <a:t>Outliers are data points that deviate significantly from expected financial trends, potentially skewing analysis results.</a:t>
            </a:r>
            <a:endParaRPr lang="en-US"/>
          </a:p>
          <a:p>
            <a:pPr marL="0" indent="0">
              <a:spcBef>
                <a:spcPts val="2500"/>
              </a:spcBef>
              <a:buFont typeface="Arial" panose="020B0604020202020204" pitchFamily="34" charset="0"/>
              <a:buNone/>
            </a:pPr>
            <a:r>
              <a:rPr lang="en-US" b="1"/>
              <a:t>Detection Methods</a:t>
            </a:r>
          </a:p>
          <a:p>
            <a:pPr marL="0" lvl="1" indent="0">
              <a:buFont typeface="Arial" panose="020B0604020202020204" pitchFamily="34" charset="0"/>
              <a:buNone/>
            </a:pPr>
            <a:r>
              <a:t>Univariate methods like Z-score and IQR detect outliers, while multivariate techniques consider multiple variable relationships.</a:t>
            </a:r>
            <a:endParaRPr lang="en-US"/>
          </a:p>
          <a:p>
            <a:pPr marL="0" indent="0">
              <a:spcBef>
                <a:spcPts val="2500"/>
              </a:spcBef>
              <a:buFont typeface="Arial" panose="020B0604020202020204" pitchFamily="34" charset="0"/>
              <a:buNone/>
            </a:pPr>
            <a:r>
              <a:rPr lang="en-US" b="1"/>
              <a:t>Handling and Mitigation</a:t>
            </a:r>
          </a:p>
          <a:p>
            <a:pPr marL="0" lvl="1" indent="0">
              <a:buFont typeface="Arial" panose="020B0604020202020204" pitchFamily="34" charset="0"/>
              <a:buNone/>
            </a:pPr>
            <a:r>
              <a:t>Proper handling involves identifying causes, assessing impact, and applying robust models or data corrections.</a:t>
            </a:r>
            <a:endParaRPr lang="en-US"/>
          </a:p>
          <a:p>
            <a:pPr marL="0" indent="0">
              <a:spcBef>
                <a:spcPts val="2500"/>
              </a:spcBef>
              <a:buFont typeface="Arial" panose="020B0604020202020204" pitchFamily="34" charset="0"/>
              <a:buNone/>
            </a:pPr>
            <a:r>
              <a:rPr lang="en-US" b="1"/>
              <a:t>Benefits of Addressing Outliers</a:t>
            </a:r>
          </a:p>
          <a:p>
            <a:pPr marL="0" lvl="1" indent="0">
              <a:buFont typeface="Arial" panose="020B0604020202020204" pitchFamily="34" charset="0"/>
              <a:buNone/>
            </a:pPr>
            <a:r>
              <a:t>Effectively managing outliers improves model reliability, decision-making, and financial analysis integrity.</a:t>
            </a:r>
            <a:endParaRPr lang="en-US"/>
          </a:p>
        </p:txBody>
      </p:sp>
    </p:spTree>
    <p:extLst>
      <p:ext uri="{BB962C8B-B14F-4D97-AF65-F5344CB8AC3E}">
        <p14:creationId xmlns:p14="http://schemas.microsoft.com/office/powerpoint/2010/main" val="3138194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6BA06-A068-F9AF-A096-CCAA9DA3E0FC}"/>
              </a:ext>
            </a:extLst>
          </p:cNvPr>
          <p:cNvSpPr>
            <a:spLocks noGrp="1"/>
          </p:cNvSpPr>
          <p:nvPr>
            <p:ph type="title"/>
          </p:nvPr>
        </p:nvSpPr>
        <p:spPr>
          <a:xfrm>
            <a:off x="1474076" y="1359775"/>
            <a:ext cx="7909560" cy="4334256"/>
          </a:xfrm>
        </p:spPr>
        <p:txBody>
          <a:bodyPr anchor="b">
            <a:normAutofit/>
          </a:bodyPr>
          <a:lstStyle/>
          <a:p>
            <a:r>
              <a:rPr lang="en-US"/>
              <a:t>Auto-Certification Bots</a:t>
            </a:r>
          </a:p>
        </p:txBody>
      </p:sp>
    </p:spTree>
    <p:extLst>
      <p:ext uri="{BB962C8B-B14F-4D97-AF65-F5344CB8AC3E}">
        <p14:creationId xmlns:p14="http://schemas.microsoft.com/office/powerpoint/2010/main" val="33745314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9F805-9057-C5C0-BEC9-2322D000C946}"/>
              </a:ext>
            </a:extLst>
          </p:cNvPr>
          <p:cNvSpPr>
            <a:spLocks noGrp="1"/>
          </p:cNvSpPr>
          <p:nvPr>
            <p:ph type="title"/>
          </p:nvPr>
        </p:nvSpPr>
        <p:spPr>
          <a:xfrm>
            <a:off x="612648" y="599599"/>
            <a:ext cx="4672584" cy="1453896"/>
          </a:xfrm>
        </p:spPr>
        <p:txBody>
          <a:bodyPr anchor="t">
            <a:normAutofit/>
          </a:bodyPr>
          <a:lstStyle/>
          <a:p>
            <a:r>
              <a:rPr lang="en-US"/>
              <a:t>Automating Account Certification Processes</a:t>
            </a:r>
          </a:p>
        </p:txBody>
      </p:sp>
      <p:pic>
        <p:nvPicPr>
          <p:cNvPr id="5" name="Content Placeholder 4" descr="Stock market e-banking fintech finance technology">
            <a:extLst>
              <a:ext uri="{FF2B5EF4-FFF2-40B4-BE49-F238E27FC236}">
                <a16:creationId xmlns:a16="http://schemas.microsoft.com/office/drawing/2014/main" id="{375CFD71-AD8C-47C5-A931-FA01A507316E}"/>
              </a:ext>
            </a:extLst>
          </p:cNvPr>
          <p:cNvPicPr>
            <a:picLocks noGrp="1" noChangeAspect="1"/>
          </p:cNvPicPr>
          <p:nvPr>
            <p:ph type="pic" sz="quarter" idx="15"/>
          </p:nvPr>
        </p:nvPicPr>
        <p:blipFill>
          <a:blip r:embed="rId3"/>
          <a:srcRect l="4607" r="3" b="3"/>
          <a:stretch>
            <a:fillRect/>
          </a:stretch>
        </p:blipFill>
        <p:spPr>
          <a:xfrm>
            <a:off x="349324" y="2423719"/>
            <a:ext cx="5175504" cy="4069080"/>
          </a:xfrm>
          <a:prstGeom prst="rect">
            <a:avLst/>
          </a:prstGeom>
          <a:noFill/>
        </p:spPr>
      </p:pic>
      <p:sp>
        <p:nvSpPr>
          <p:cNvPr id="4" name="Content Placeholder 3">
            <a:extLst>
              <a:ext uri="{FF2B5EF4-FFF2-40B4-BE49-F238E27FC236}">
                <a16:creationId xmlns:a16="http://schemas.microsoft.com/office/drawing/2014/main" id="{685D979A-C833-4744-4F43-4D3056413E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AI-Driven Certification Automation</a:t>
            </a:r>
          </a:p>
          <a:p>
            <a:pPr marL="0" lvl="1" indent="0">
              <a:buFont typeface="Arial" panose="020B0604020202020204" pitchFamily="34" charset="0"/>
              <a:buNone/>
            </a:pPr>
            <a:r>
              <a:t>Auto-certification bots automate account balance certification with AI, standardizing approvals and reducing manual effort.</a:t>
            </a:r>
            <a:endParaRPr lang="en-US"/>
          </a:p>
          <a:p>
            <a:pPr marL="0" indent="0">
              <a:spcBef>
                <a:spcPts val="2500"/>
              </a:spcBef>
              <a:buFont typeface="Arial" panose="020B0604020202020204" pitchFamily="34" charset="0"/>
              <a:buNone/>
            </a:pPr>
            <a:r>
              <a:rPr lang="en-US" b="1"/>
              <a:t>Centralized Documentation and Compliance</a:t>
            </a:r>
          </a:p>
          <a:p>
            <a:pPr marL="0" lvl="1" indent="0">
              <a:buFont typeface="Arial" panose="020B0604020202020204" pitchFamily="34" charset="0"/>
              <a:buNone/>
            </a:pPr>
            <a:r>
              <a:t>Centralized reconciliations and substantiation notes improve compliance and audit readiness in the certification process.</a:t>
            </a:r>
            <a:endParaRPr lang="en-US"/>
          </a:p>
          <a:p>
            <a:pPr marL="0" indent="0">
              <a:spcBef>
                <a:spcPts val="2500"/>
              </a:spcBef>
              <a:buFont typeface="Arial" panose="020B0604020202020204" pitchFamily="34" charset="0"/>
              <a:buNone/>
            </a:pPr>
            <a:r>
              <a:rPr lang="en-US" b="1"/>
              <a:t>Real-Time Approval and Notifications</a:t>
            </a:r>
          </a:p>
          <a:p>
            <a:pPr marL="0" lvl="1" indent="0">
              <a:buFont typeface="Arial" panose="020B0604020202020204" pitchFamily="34" charset="0"/>
              <a:buNone/>
            </a:pPr>
            <a:r>
              <a:t>Seamless approval workflows with real-time notifications track sign-offs and enhance operational transparency.</a:t>
            </a:r>
            <a:endParaRPr lang="en-US"/>
          </a:p>
          <a:p>
            <a:pPr marL="0" indent="0">
              <a:spcBef>
                <a:spcPts val="2500"/>
              </a:spcBef>
              <a:buFont typeface="Arial" panose="020B0604020202020204" pitchFamily="34" charset="0"/>
              <a:buNone/>
            </a:pPr>
            <a:r>
              <a:rPr lang="en-US" b="1"/>
              <a:t>Configurable Templates for Various Accounts</a:t>
            </a:r>
          </a:p>
          <a:p>
            <a:pPr marL="0" lvl="1" indent="0">
              <a:buFont typeface="Arial" panose="020B0604020202020204" pitchFamily="34" charset="0"/>
              <a:buNone/>
            </a:pPr>
            <a:r>
              <a:t>Templates support certification for general ledger, sub-ledger, bank, prepaid, intercompany, and roll-up accounts.</a:t>
            </a:r>
            <a:endParaRPr lang="en-US"/>
          </a:p>
        </p:txBody>
      </p:sp>
    </p:spTree>
    <p:extLst>
      <p:ext uri="{BB962C8B-B14F-4D97-AF65-F5344CB8AC3E}">
        <p14:creationId xmlns:p14="http://schemas.microsoft.com/office/powerpoint/2010/main" val="4217086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lassical academia">
  <a:themeElements>
    <a:clrScheme name="Classical Academia">
      <a:dk1>
        <a:srgbClr val="47292D"/>
      </a:dk1>
      <a:lt1>
        <a:srgbClr val="DFD1C2"/>
      </a:lt1>
      <a:dk2>
        <a:srgbClr val="000000"/>
      </a:dk2>
      <a:lt2>
        <a:srgbClr val="FEFFFF"/>
      </a:lt2>
      <a:accent1>
        <a:srgbClr val="223343"/>
      </a:accent1>
      <a:accent2>
        <a:srgbClr val="5E332F"/>
      </a:accent2>
      <a:accent3>
        <a:srgbClr val="8194A8"/>
      </a:accent3>
      <a:accent4>
        <a:srgbClr val="621E13"/>
      </a:accent4>
      <a:accent5>
        <a:srgbClr val="5F7653"/>
      </a:accent5>
      <a:accent6>
        <a:srgbClr val="B5A093"/>
      </a:accent6>
      <a:hlink>
        <a:srgbClr val="B75A48"/>
      </a:hlink>
      <a:folHlink>
        <a:srgbClr val="0089A1"/>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al academia_Copilot Layouts_win32_EF_v9" id="{3BB5C372-D498-4A01-A843-C767419E0779}" vid="{BC5E8C9F-4F06-4C16-ABEB-D596FCDF26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F87FB8A11048E4EBD62242F9892B7D2" ma:contentTypeVersion="3" ma:contentTypeDescription="Create a new document." ma:contentTypeScope="" ma:versionID="394d1f17ab50b167fd1c9bdf83a70e96">
  <xsd:schema xmlns:xsd="http://www.w3.org/2001/XMLSchema" xmlns:xs="http://www.w3.org/2001/XMLSchema" xmlns:p="http://schemas.microsoft.com/office/2006/metadata/properties" xmlns:ns2="1f68a0f6-12ba-43bc-af29-28e621509147" targetNamespace="http://schemas.microsoft.com/office/2006/metadata/properties" ma:root="true" ma:fieldsID="e30850b013ddcf4a47f8c418a9d2d3ec" ns2:_="">
    <xsd:import namespace="1f68a0f6-12ba-43bc-af29-28e6215091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68a0f6-12ba-43bc-af29-28e6215091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185BFC-6E97-4C88-9034-F2A7ED1C005E}">
  <ds:schemaRefs>
    <ds:schemaRef ds:uri="http://purl.org/dc/terms/"/>
    <ds:schemaRef ds:uri="http://purl.org/dc/elements/1.1/"/>
    <ds:schemaRef ds:uri="http://schemas.microsoft.com/office/2006/documentManagement/types"/>
    <ds:schemaRef ds:uri="http://www.w3.org/XML/1998/namespace"/>
    <ds:schemaRef ds:uri="71af3243-3dd4-4a8d-8c0d-dd76da1f02a5"/>
    <ds:schemaRef ds:uri="230e9df3-be65-4c73-a93b-d1236ebd677e"/>
    <ds:schemaRef ds:uri="16c05727-aa75-4e4a-9b5f-8a80a1165891"/>
    <ds:schemaRef ds:uri="http://schemas.openxmlformats.org/package/2006/metadata/core-properties"/>
    <ds:schemaRef ds:uri="http://schemas.microsoft.com/office/2006/metadata/properties"/>
    <ds:schemaRef ds:uri="http://schemas.microsoft.com/office/infopath/2007/PartnerControls"/>
    <ds:schemaRef ds:uri="http://schemas.microsoft.com/sharepoint/v3"/>
    <ds:schemaRef ds:uri="http://purl.org/dc/dcmitype/"/>
  </ds:schemaRefs>
</ds:datastoreItem>
</file>

<file path=customXml/itemProps2.xml><?xml version="1.0" encoding="utf-8"?>
<ds:datastoreItem xmlns:ds="http://schemas.openxmlformats.org/officeDocument/2006/customXml" ds:itemID="{C81CC460-ECA5-48BC-BB65-4468F5B5F1E9}"/>
</file>

<file path=customXml/itemProps3.xml><?xml version="1.0" encoding="utf-8"?>
<ds:datastoreItem xmlns:ds="http://schemas.openxmlformats.org/officeDocument/2006/customXml" ds:itemID="{881A4212-02C6-475D-B332-DC5017D04534}">
  <ds:schemaRefs>
    <ds:schemaRef ds:uri="http://schemas.microsoft.com/sharepoint/v3/contenttype/fo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10086</TotalTime>
  <Words>4</Words>
  <Application>Microsoft Office PowerPoint</Application>
  <PresentationFormat>Widescreen</PresentationFormat>
  <Paragraphs>2</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Classical academia</vt:lpstr>
      <vt:lpstr>Finance Automation Workflows</vt:lpstr>
      <vt:lpstr>Predictive Accrual Models</vt:lpstr>
      <vt:lpstr>Overview of Predictive Accrual Models</vt:lpstr>
      <vt:lpstr>Anomaly Detection for Journal Entries</vt:lpstr>
      <vt:lpstr>Techniques and Applications in Anomaly Detection</vt:lpstr>
      <vt:lpstr>Outlier Trends in Variance Analysis</vt:lpstr>
      <vt:lpstr>Identifying and Treating Financial Outliers</vt:lpstr>
      <vt:lpstr>Auto-Certification Bots</vt:lpstr>
      <vt:lpstr>Automating Account Certification Processes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created xsi:type="dcterms:W3CDTF">2024-06-26T20:20:27Z</dcterms:created>
  <dcterms:modified xsi:type="dcterms:W3CDTF">2025-09-24T15:58:59Z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0x010100AF87FB8A11048E4EBD62242F9892B7D2</vt:lpwstr>
  </property>
  <property fmtid="{D5CDD505-2E9C-101B-9397-08002B2CF9AE}" pid="3" name="MediaServiceImageTags">
    <vt:lpwstr/>
  </property>
</Properties>
</file>