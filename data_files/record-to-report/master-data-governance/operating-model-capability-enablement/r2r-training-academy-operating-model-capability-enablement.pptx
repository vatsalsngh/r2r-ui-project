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2.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3.xml" ContentType="application/vnd.openxmlformats-officedocument.theme+xml"/>
  <Override PartName="/ppt/tags/tag51.xml" ContentType="application/vnd.openxmlformats-officedocument.presentationml.tags+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4.xml" ContentType="application/vnd.openxmlformats-officedocument.theme+xml"/>
  <Override PartName="/ppt/tags/tag52.xml" ContentType="application/vnd.openxmlformats-officedocument.presentationml.tags+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theme/theme5.xml" ContentType="application/vnd.openxmlformats-officedocument.theme+xml"/>
  <Override PartName="/ppt/tags/tag53.xml" ContentType="application/vnd.openxmlformats-officedocument.presentationml.tags+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theme/theme6.xml" ContentType="application/vnd.openxmlformats-officedocument.theme+xml"/>
  <Override PartName="/ppt/tags/tag54.xml" ContentType="application/vnd.openxmlformats-officedocument.presentationml.tags+xml"/>
  <Override PartName="/ppt/theme/theme7.xml" ContentType="application/vnd.openxmlformats-officedocument.theme+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2.xml" ContentType="application/vnd.openxmlformats-officedocument.themeOverride+xml"/>
  <Override PartName="/ppt/comments/modernComment_7FFFEE8E_327FDDBB.xml" ContentType="application/vnd.ms-powerpoint.comments+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3.xml" ContentType="application/vnd.openxmlformats-officedocument.themeOverr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4.xml" ContentType="application/vnd.openxmlformats-officedocument.themeOverr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5.xml" ContentType="application/vnd.openxmlformats-officedocument.themeOverr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6.xml" ContentType="application/vnd.openxmlformats-officedocument.themeOverr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7.xml" ContentType="application/vnd.openxmlformats-officedocument.themeOverr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8.xml" ContentType="application/vnd.openxmlformats-officedocument.themeOverrid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theme/themeOverride9.xml" ContentType="application/vnd.openxmlformats-officedocument.themeOverr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theme/themeOverride10.xml" ContentType="application/vnd.openxmlformats-officedocument.themeOverride+xml"/>
  <Override PartName="/ppt/tags/tag64.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4.xml" ContentType="application/vnd.openxmlformats-officedocument.presentationml.notesSlide+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notesSlides/notesSlide5.xml" ContentType="application/vnd.openxmlformats-officedocument.presentationml.notesSlide+xml"/>
  <Override PartName="/ppt/tags/tag69.xml" ContentType="application/vnd.openxmlformats-officedocument.presentationml.tags+xml"/>
  <Override PartName="/ppt/notesSlides/notesSlide6.xml" ContentType="application/vnd.openxmlformats-officedocument.presentationml.notesSlide+xml"/>
  <Override PartName="/ppt/tags/tag70.xml" ContentType="application/vnd.openxmlformats-officedocument.presentationml.tags+xml"/>
  <Override PartName="/ppt/notesSlides/notesSlide7.xml" ContentType="application/vnd.openxmlformats-officedocument.presentationml.notesSlide+xml"/>
  <Override PartName="/ppt/notesSlides/notesSlide8.xml" ContentType="application/vnd.openxmlformats-officedocument.presentationml.notesSlide+xml"/>
  <Override PartName="/ppt/comments/modernComment_7FFFEE45_7550C960.xml" ContentType="application/vnd.ms-powerpoint.comments+xml"/>
  <Override PartName="/ppt/comments/modernComment_7FFFEE30_B611A196.xml" ContentType="application/vnd.ms-powerpoint.comments+xml"/>
  <Override PartName="/ppt/tags/tag71.xml" ContentType="application/vnd.openxmlformats-officedocument.presentationml.tags+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theme/themeOverride11.xml" ContentType="application/vnd.openxmlformats-officedocument.themeOverride+xml"/>
  <Override PartName="/ppt/tags/tag72.xml" ContentType="application/vnd.openxmlformats-officedocument.presentationml.tags+xml"/>
  <Override PartName="/ppt/tags/tag73.xml" ContentType="application/vnd.openxmlformats-officedocument.presentationml.tags+xml"/>
  <Override PartName="/ppt/notesSlides/notesSlide9.xml" ContentType="application/vnd.openxmlformats-officedocument.presentationml.notesSl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theme/themeOverride12.xml" ContentType="application/vnd.openxmlformats-officedocument.themeOverr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7" r:id="rId4"/>
    <p:sldMasterId id="2147483682" r:id="rId5"/>
    <p:sldMasterId id="2147483732" r:id="rId6"/>
    <p:sldMasterId id="2147483747" r:id="rId7"/>
    <p:sldMasterId id="2147483787" r:id="rId8"/>
    <p:sldMasterId id="2147483797" r:id="rId9"/>
  </p:sldMasterIdLst>
  <p:notesMasterIdLst>
    <p:notesMasterId r:id="rId155"/>
  </p:notesMasterIdLst>
  <p:sldIdLst>
    <p:sldId id="2147479171" r:id="rId10"/>
    <p:sldId id="2147479172" r:id="rId11"/>
    <p:sldId id="2147479133" r:id="rId12"/>
    <p:sldId id="2147479135" r:id="rId13"/>
    <p:sldId id="2147479143" r:id="rId14"/>
    <p:sldId id="2147479144" r:id="rId15"/>
    <p:sldId id="2147479136" r:id="rId16"/>
    <p:sldId id="2147479155" r:id="rId17"/>
    <p:sldId id="2147479152" r:id="rId18"/>
    <p:sldId id="2147479156" r:id="rId19"/>
    <p:sldId id="2147479154" r:id="rId20"/>
    <p:sldId id="2147479157" r:id="rId21"/>
    <p:sldId id="2147479158" r:id="rId22"/>
    <p:sldId id="2147479159" r:id="rId23"/>
    <p:sldId id="2147479212" r:id="rId24"/>
    <p:sldId id="2147479169" r:id="rId25"/>
    <p:sldId id="2147479170" r:id="rId26"/>
    <p:sldId id="2147479137" r:id="rId27"/>
    <p:sldId id="2147479200" r:id="rId28"/>
    <p:sldId id="2147479204" r:id="rId29"/>
    <p:sldId id="2147479210" r:id="rId30"/>
    <p:sldId id="2147479211" r:id="rId31"/>
    <p:sldId id="2147479162" r:id="rId32"/>
    <p:sldId id="2147479163" r:id="rId33"/>
    <p:sldId id="2147479164" r:id="rId34"/>
    <p:sldId id="2147479165" r:id="rId35"/>
    <p:sldId id="2147479138" r:id="rId36"/>
    <p:sldId id="2147479110" r:id="rId37"/>
    <p:sldId id="2147479111" r:id="rId38"/>
    <p:sldId id="2147479112" r:id="rId39"/>
    <p:sldId id="2147479166" r:id="rId40"/>
    <p:sldId id="2147479167" r:id="rId41"/>
    <p:sldId id="2147479168" r:id="rId42"/>
    <p:sldId id="2147479139" r:id="rId43"/>
    <p:sldId id="2147479103" r:id="rId44"/>
    <p:sldId id="2147479104" r:id="rId45"/>
    <p:sldId id="2147479105" r:id="rId46"/>
    <p:sldId id="2147479106" r:id="rId47"/>
    <p:sldId id="2147479140" r:id="rId48"/>
    <p:sldId id="2147479177" r:id="rId49"/>
    <p:sldId id="2147479186" r:id="rId50"/>
    <p:sldId id="2147479187" r:id="rId51"/>
    <p:sldId id="2147479188" r:id="rId52"/>
    <p:sldId id="2147479189" r:id="rId53"/>
    <p:sldId id="2147479190" r:id="rId54"/>
    <p:sldId id="2147479191" r:id="rId55"/>
    <p:sldId id="2147479192" r:id="rId56"/>
    <p:sldId id="2147479193" r:id="rId57"/>
    <p:sldId id="2147479194" r:id="rId58"/>
    <p:sldId id="2147479195" r:id="rId59"/>
    <p:sldId id="2147479196" r:id="rId60"/>
    <p:sldId id="2147479197" r:id="rId61"/>
    <p:sldId id="2147479198" r:id="rId62"/>
    <p:sldId id="2147479141" r:id="rId63"/>
    <p:sldId id="2147479173" r:id="rId64"/>
    <p:sldId id="2147479182" r:id="rId65"/>
    <p:sldId id="2147479185" r:id="rId66"/>
    <p:sldId id="2147479184" r:id="rId67"/>
    <p:sldId id="2147479174" r:id="rId68"/>
    <p:sldId id="2147479175" r:id="rId69"/>
    <p:sldId id="2147479176" r:id="rId70"/>
    <p:sldId id="2147479213" r:id="rId71"/>
    <p:sldId id="2147479214" r:id="rId72"/>
    <p:sldId id="2147479142" r:id="rId73"/>
    <p:sldId id="2147479215" r:id="rId74"/>
    <p:sldId id="452" r:id="rId75"/>
    <p:sldId id="2147479045" r:id="rId76"/>
    <p:sldId id="2147479060" r:id="rId77"/>
    <p:sldId id="2147479061" r:id="rId78"/>
    <p:sldId id="2147479049" r:id="rId79"/>
    <p:sldId id="2147479086" r:id="rId80"/>
    <p:sldId id="2147478804" r:id="rId81"/>
    <p:sldId id="1881838801" r:id="rId82"/>
    <p:sldId id="1881838839" r:id="rId83"/>
    <p:sldId id="1881838838" r:id="rId84"/>
    <p:sldId id="2147479053" r:id="rId85"/>
    <p:sldId id="2147479054" r:id="rId86"/>
    <p:sldId id="1881838804" r:id="rId87"/>
    <p:sldId id="2147479056" r:id="rId88"/>
    <p:sldId id="2147479057" r:id="rId89"/>
    <p:sldId id="2147479058" r:id="rId90"/>
    <p:sldId id="2147479059" r:id="rId91"/>
    <p:sldId id="2147479098" r:id="rId92"/>
    <p:sldId id="2147479099" r:id="rId93"/>
    <p:sldId id="2147479126" r:id="rId94"/>
    <p:sldId id="2147479100" r:id="rId95"/>
    <p:sldId id="2147479119" r:id="rId96"/>
    <p:sldId id="297" r:id="rId97"/>
    <p:sldId id="351" r:id="rId98"/>
    <p:sldId id="346" r:id="rId99"/>
    <p:sldId id="2147479050" r:id="rId100"/>
    <p:sldId id="2147479051" r:id="rId101"/>
    <p:sldId id="2147479113" r:id="rId102"/>
    <p:sldId id="2147479117" r:id="rId103"/>
    <p:sldId id="2147479118" r:id="rId104"/>
    <p:sldId id="2147479115" r:id="rId105"/>
    <p:sldId id="2147479114" r:id="rId106"/>
    <p:sldId id="2147479116" r:id="rId107"/>
    <p:sldId id="2147479052" r:id="rId108"/>
    <p:sldId id="2147479089" r:id="rId109"/>
    <p:sldId id="2147479090" r:id="rId110"/>
    <p:sldId id="2147479091" r:id="rId111"/>
    <p:sldId id="2147479092" r:id="rId112"/>
    <p:sldId id="2147479095" r:id="rId113"/>
    <p:sldId id="2147479096" r:id="rId114"/>
    <p:sldId id="2147479097" r:id="rId115"/>
    <p:sldId id="2767" r:id="rId116"/>
    <p:sldId id="2147479055" r:id="rId117"/>
    <p:sldId id="2147479062" r:id="rId118"/>
    <p:sldId id="2147479063" r:id="rId119"/>
    <p:sldId id="2147479064" r:id="rId120"/>
    <p:sldId id="2147479065" r:id="rId121"/>
    <p:sldId id="2147479066" r:id="rId122"/>
    <p:sldId id="2147479067" r:id="rId123"/>
    <p:sldId id="2147479068" r:id="rId124"/>
    <p:sldId id="2147479069" r:id="rId125"/>
    <p:sldId id="256" r:id="rId126"/>
    <p:sldId id="257" r:id="rId127"/>
    <p:sldId id="258" r:id="rId128"/>
    <p:sldId id="259" r:id="rId129"/>
    <p:sldId id="2147479070" r:id="rId130"/>
    <p:sldId id="2147479107" r:id="rId131"/>
    <p:sldId id="2147479109" r:id="rId132"/>
    <p:sldId id="2147479120" r:id="rId133"/>
    <p:sldId id="2147479071" r:id="rId134"/>
    <p:sldId id="2147479072" r:id="rId135"/>
    <p:sldId id="2147479073" r:id="rId136"/>
    <p:sldId id="2147479074" r:id="rId137"/>
    <p:sldId id="2147479075" r:id="rId138"/>
    <p:sldId id="2147479076" r:id="rId139"/>
    <p:sldId id="2147479077" r:id="rId140"/>
    <p:sldId id="2147479078" r:id="rId141"/>
    <p:sldId id="2147479087" r:id="rId142"/>
    <p:sldId id="2147479088" r:id="rId143"/>
    <p:sldId id="2147479121" r:id="rId144"/>
    <p:sldId id="2147479122" r:id="rId145"/>
    <p:sldId id="2147479123" r:id="rId146"/>
    <p:sldId id="2147479124" r:id="rId147"/>
    <p:sldId id="2147479125" r:id="rId148"/>
    <p:sldId id="2147479199" r:id="rId149"/>
    <p:sldId id="2147479046" r:id="rId150"/>
    <p:sldId id="2147479047" r:id="rId151"/>
    <p:sldId id="2147479153" r:id="rId152"/>
    <p:sldId id="2147479093" r:id="rId153"/>
    <p:sldId id="2147479094" r:id="rId15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283E9B15-D6E2-447C-BEF5-15153FDB74F1}">
          <p14:sldIdLst>
            <p14:sldId id="2147479171"/>
          </p14:sldIdLst>
        </p14:section>
        <p14:section name="Slides for Review" id="{AE8072EB-2463-44F2-BB17-8007D1AEA439}">
          <p14:sldIdLst>
            <p14:sldId id="2147479172"/>
          </p14:sldIdLst>
        </p14:section>
        <p14:section name="Structured Content" id="{E077877C-EB35-4BE3-89F2-8BB4ED896DEC}">
          <p14:sldIdLst>
            <p14:sldId id="2147479133"/>
            <p14:sldId id="2147479135"/>
            <p14:sldId id="2147479143"/>
            <p14:sldId id="2147479144"/>
            <p14:sldId id="2147479136"/>
            <p14:sldId id="2147479155"/>
            <p14:sldId id="2147479152"/>
            <p14:sldId id="2147479156"/>
            <p14:sldId id="2147479154"/>
            <p14:sldId id="2147479157"/>
            <p14:sldId id="2147479158"/>
            <p14:sldId id="2147479159"/>
            <p14:sldId id="2147479212"/>
            <p14:sldId id="2147479169"/>
            <p14:sldId id="2147479170"/>
            <p14:sldId id="2147479137"/>
            <p14:sldId id="2147479200"/>
            <p14:sldId id="2147479204"/>
            <p14:sldId id="2147479210"/>
            <p14:sldId id="2147479211"/>
            <p14:sldId id="2147479162"/>
            <p14:sldId id="2147479163"/>
            <p14:sldId id="2147479164"/>
            <p14:sldId id="2147479165"/>
            <p14:sldId id="2147479138"/>
            <p14:sldId id="2147479110"/>
            <p14:sldId id="2147479111"/>
            <p14:sldId id="2147479112"/>
            <p14:sldId id="2147479166"/>
            <p14:sldId id="2147479167"/>
            <p14:sldId id="2147479168"/>
            <p14:sldId id="2147479139"/>
            <p14:sldId id="2147479103"/>
            <p14:sldId id="2147479104"/>
            <p14:sldId id="2147479105"/>
            <p14:sldId id="2147479106"/>
            <p14:sldId id="2147479140"/>
            <p14:sldId id="2147479177"/>
            <p14:sldId id="2147479186"/>
            <p14:sldId id="2147479187"/>
            <p14:sldId id="2147479188"/>
            <p14:sldId id="2147479189"/>
            <p14:sldId id="2147479190"/>
            <p14:sldId id="2147479191"/>
            <p14:sldId id="2147479192"/>
            <p14:sldId id="2147479193"/>
            <p14:sldId id="2147479194"/>
            <p14:sldId id="2147479195"/>
            <p14:sldId id="2147479196"/>
            <p14:sldId id="2147479197"/>
            <p14:sldId id="2147479198"/>
            <p14:sldId id="2147479141"/>
            <p14:sldId id="2147479173"/>
            <p14:sldId id="2147479182"/>
            <p14:sldId id="2147479185"/>
            <p14:sldId id="2147479184"/>
            <p14:sldId id="2147479174"/>
            <p14:sldId id="2147479175"/>
            <p14:sldId id="2147479176"/>
            <p14:sldId id="2147479213"/>
            <p14:sldId id="2147479214"/>
            <p14:sldId id="2147479142"/>
            <p14:sldId id="2147479215"/>
          </p14:sldIdLst>
        </p14:section>
        <p14:section name="Process / Service Delivery / Performance Measurement" id="{7EAAF62F-65B2-4867-8988-609F00F5E5FF}">
          <p14:sldIdLst>
            <p14:sldId id="452"/>
            <p14:sldId id="2147479045"/>
            <p14:sldId id="2147479060"/>
            <p14:sldId id="2147479061"/>
            <p14:sldId id="2147479049"/>
            <p14:sldId id="2147479086"/>
            <p14:sldId id="2147478804"/>
            <p14:sldId id="1881838801"/>
            <p14:sldId id="1881838839"/>
            <p14:sldId id="1881838838"/>
            <p14:sldId id="2147479053"/>
            <p14:sldId id="2147479054"/>
            <p14:sldId id="1881838804"/>
          </p14:sldIdLst>
        </p14:section>
        <p14:section name="Organization" id="{AE46E106-4006-4479-A019-3D578E05AB5D}">
          <p14:sldIdLst>
            <p14:sldId id="2147479056"/>
            <p14:sldId id="2147479057"/>
            <p14:sldId id="2147479058"/>
            <p14:sldId id="2147479059"/>
            <p14:sldId id="2147479098"/>
            <p14:sldId id="2147479099"/>
            <p14:sldId id="2147479126"/>
            <p14:sldId id="2147479100"/>
            <p14:sldId id="2147479119"/>
            <p14:sldId id="297"/>
            <p14:sldId id="351"/>
            <p14:sldId id="346"/>
          </p14:sldIdLst>
        </p14:section>
        <p14:section name="Maturity Assessment" id="{0E327CC3-2255-471E-A890-0DEDFB4FC0A7}">
          <p14:sldIdLst>
            <p14:sldId id="2147479050"/>
            <p14:sldId id="2147479051"/>
            <p14:sldId id="2147479113"/>
            <p14:sldId id="2147479117"/>
            <p14:sldId id="2147479118"/>
            <p14:sldId id="2147479115"/>
            <p14:sldId id="2147479114"/>
            <p14:sldId id="2147479116"/>
          </p14:sldIdLst>
        </p14:section>
        <p14:section name="Change Impact &amp; Comms" id="{BBF67D85-EF8C-481B-97F6-5F306D6C2B45}">
          <p14:sldIdLst>
            <p14:sldId id="2147479052"/>
            <p14:sldId id="2147479089"/>
            <p14:sldId id="2147479090"/>
            <p14:sldId id="2147479091"/>
            <p14:sldId id="2147479092"/>
            <p14:sldId id="2147479095"/>
            <p14:sldId id="2147479096"/>
            <p14:sldId id="2147479097"/>
          </p14:sldIdLst>
        </p14:section>
        <p14:section name="Technology" id="{34BAC8A1-2BB4-42F2-8632-A7F36E867047}">
          <p14:sldIdLst>
            <p14:sldId id="2767"/>
            <p14:sldId id="2147479055"/>
            <p14:sldId id="2147479062"/>
            <p14:sldId id="2147479063"/>
            <p14:sldId id="2147479064"/>
            <p14:sldId id="2147479065"/>
            <p14:sldId id="2147479066"/>
            <p14:sldId id="2147479067"/>
            <p14:sldId id="2147479068"/>
            <p14:sldId id="2147479069"/>
            <p14:sldId id="256"/>
            <p14:sldId id="257"/>
            <p14:sldId id="258"/>
            <p14:sldId id="259"/>
          </p14:sldIdLst>
        </p14:section>
        <p14:section name="Governance" id="{F7A85633-BD4F-4EB8-913D-6B0BB6406047}">
          <p14:sldIdLst>
            <p14:sldId id="2147479070"/>
            <p14:sldId id="2147479107"/>
            <p14:sldId id="2147479109"/>
            <p14:sldId id="2147479120"/>
          </p14:sldIdLst>
        </p14:section>
        <p14:section name="Credentials &amp; Case Study" id="{B9865B45-BD53-4268-A99C-CD268106D7BE}">
          <p14:sldIdLst>
            <p14:sldId id="2147479071"/>
            <p14:sldId id="2147479072"/>
            <p14:sldId id="2147479073"/>
            <p14:sldId id="2147479074"/>
            <p14:sldId id="2147479075"/>
            <p14:sldId id="2147479076"/>
            <p14:sldId id="2147479077"/>
            <p14:sldId id="2147479078"/>
            <p14:sldId id="2147479087"/>
            <p14:sldId id="2147479088"/>
            <p14:sldId id="2147479121"/>
            <p14:sldId id="2147479122"/>
            <p14:sldId id="2147479123"/>
            <p14:sldId id="2147479124"/>
            <p14:sldId id="2147479125"/>
          </p14:sldIdLst>
        </p14:section>
        <p14:section name="Graveyard" id="{6AD50236-7D3A-411F-801E-D9B92D6ECAFA}">
          <p14:sldIdLst>
            <p14:sldId id="2147479199"/>
            <p14:sldId id="2147479046"/>
            <p14:sldId id="2147479047"/>
            <p14:sldId id="2147479153"/>
            <p14:sldId id="2147479093"/>
            <p14:sldId id="2147479094"/>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F12AF438-8C6B-960B-7B05-D5E5008112C1}" name="Baldev Chopra" initials="BC" userId="S::Baldev.Chopra1@gds.ey.com::a54e8303-b89f-49a7-bca4-00378049c30c" providerId="AD"/>
  <p188:author id="{01A73F3E-3C98-1573-FF68-43607AB71A71}" name="Nidhi Kakkar" initials="NK" userId="S::Nidhi.Kakkar@gds.ey.com::8212b8ce-8c37-402a-9b96-395a2a6398e6"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646464"/>
    <a:srgbClr val="4EA72E"/>
    <a:srgbClr val="8ED973"/>
    <a:srgbClr val="FFCC00"/>
    <a:srgbClr val="FF9900"/>
    <a:srgbClr val="FFFF00"/>
    <a:srgbClr val="3B7D23"/>
    <a:srgbClr val="00FF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20"/>
    <p:restoredTop sz="94660"/>
  </p:normalViewPr>
  <p:slideViewPr>
    <p:cSldViewPr snapToGrid="0">
      <p:cViewPr varScale="1">
        <p:scale>
          <a:sx n="72" d="100"/>
          <a:sy n="72" d="100"/>
        </p:scale>
        <p:origin x="36" y="4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8.xml"/><Relationship Id="rId21" Type="http://schemas.openxmlformats.org/officeDocument/2006/relationships/slide" Target="slides/slide12.xml"/><Relationship Id="rId42" Type="http://schemas.openxmlformats.org/officeDocument/2006/relationships/slide" Target="slides/slide33.xml"/><Relationship Id="rId63" Type="http://schemas.openxmlformats.org/officeDocument/2006/relationships/slide" Target="slides/slide54.xml"/><Relationship Id="rId84" Type="http://schemas.openxmlformats.org/officeDocument/2006/relationships/slide" Target="slides/slide75.xml"/><Relationship Id="rId138" Type="http://schemas.openxmlformats.org/officeDocument/2006/relationships/slide" Target="slides/slide129.xml"/><Relationship Id="rId159" Type="http://schemas.openxmlformats.org/officeDocument/2006/relationships/tableStyles" Target="tableStyles.xml"/><Relationship Id="rId107" Type="http://schemas.openxmlformats.org/officeDocument/2006/relationships/slide" Target="slides/slide98.xml"/><Relationship Id="rId11" Type="http://schemas.openxmlformats.org/officeDocument/2006/relationships/slide" Target="slides/slide2.xml"/><Relationship Id="rId32" Type="http://schemas.openxmlformats.org/officeDocument/2006/relationships/slide" Target="slides/slide23.xml"/><Relationship Id="rId53" Type="http://schemas.openxmlformats.org/officeDocument/2006/relationships/slide" Target="slides/slide44.xml"/><Relationship Id="rId74" Type="http://schemas.openxmlformats.org/officeDocument/2006/relationships/slide" Target="slides/slide65.xml"/><Relationship Id="rId128" Type="http://schemas.openxmlformats.org/officeDocument/2006/relationships/slide" Target="slides/slide119.xml"/><Relationship Id="rId149" Type="http://schemas.openxmlformats.org/officeDocument/2006/relationships/slide" Target="slides/slide140.xml"/><Relationship Id="rId5" Type="http://schemas.openxmlformats.org/officeDocument/2006/relationships/slideMaster" Target="slideMasters/slideMaster2.xml"/><Relationship Id="rId95" Type="http://schemas.openxmlformats.org/officeDocument/2006/relationships/slide" Target="slides/slide86.xml"/><Relationship Id="rId160" Type="http://schemas.microsoft.com/office/2016/11/relationships/changesInfo" Target="changesInfos/changesInfo1.xml"/><Relationship Id="rId22" Type="http://schemas.openxmlformats.org/officeDocument/2006/relationships/slide" Target="slides/slide13.xml"/><Relationship Id="rId43" Type="http://schemas.openxmlformats.org/officeDocument/2006/relationships/slide" Target="slides/slide34.xml"/><Relationship Id="rId64" Type="http://schemas.openxmlformats.org/officeDocument/2006/relationships/slide" Target="slides/slide55.xml"/><Relationship Id="rId118" Type="http://schemas.openxmlformats.org/officeDocument/2006/relationships/slide" Target="slides/slide109.xml"/><Relationship Id="rId139" Type="http://schemas.openxmlformats.org/officeDocument/2006/relationships/slide" Target="slides/slide130.xml"/><Relationship Id="rId85" Type="http://schemas.openxmlformats.org/officeDocument/2006/relationships/slide" Target="slides/slide76.xml"/><Relationship Id="rId150" Type="http://schemas.openxmlformats.org/officeDocument/2006/relationships/slide" Target="slides/slide141.xml"/><Relationship Id="rId12" Type="http://schemas.openxmlformats.org/officeDocument/2006/relationships/slide" Target="slides/slide3.xml"/><Relationship Id="rId17" Type="http://schemas.openxmlformats.org/officeDocument/2006/relationships/slide" Target="slides/slide8.xml"/><Relationship Id="rId33" Type="http://schemas.openxmlformats.org/officeDocument/2006/relationships/slide" Target="slides/slide24.xml"/><Relationship Id="rId38" Type="http://schemas.openxmlformats.org/officeDocument/2006/relationships/slide" Target="slides/slide29.xml"/><Relationship Id="rId59" Type="http://schemas.openxmlformats.org/officeDocument/2006/relationships/slide" Target="slides/slide50.xml"/><Relationship Id="rId103" Type="http://schemas.openxmlformats.org/officeDocument/2006/relationships/slide" Target="slides/slide94.xml"/><Relationship Id="rId108" Type="http://schemas.openxmlformats.org/officeDocument/2006/relationships/slide" Target="slides/slide99.xml"/><Relationship Id="rId124" Type="http://schemas.openxmlformats.org/officeDocument/2006/relationships/slide" Target="slides/slide115.xml"/><Relationship Id="rId129" Type="http://schemas.openxmlformats.org/officeDocument/2006/relationships/slide" Target="slides/slide120.xml"/><Relationship Id="rId54" Type="http://schemas.openxmlformats.org/officeDocument/2006/relationships/slide" Target="slides/slide45.xml"/><Relationship Id="rId70" Type="http://schemas.openxmlformats.org/officeDocument/2006/relationships/slide" Target="slides/slide61.xml"/><Relationship Id="rId75" Type="http://schemas.openxmlformats.org/officeDocument/2006/relationships/slide" Target="slides/slide66.xml"/><Relationship Id="rId91" Type="http://schemas.openxmlformats.org/officeDocument/2006/relationships/slide" Target="slides/slide82.xml"/><Relationship Id="rId96" Type="http://schemas.openxmlformats.org/officeDocument/2006/relationships/slide" Target="slides/slide87.xml"/><Relationship Id="rId140" Type="http://schemas.openxmlformats.org/officeDocument/2006/relationships/slide" Target="slides/slide131.xml"/><Relationship Id="rId145" Type="http://schemas.openxmlformats.org/officeDocument/2006/relationships/slide" Target="slides/slide136.xml"/><Relationship Id="rId161"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Master" Target="slideMasters/slideMaster3.xml"/><Relationship Id="rId23" Type="http://schemas.openxmlformats.org/officeDocument/2006/relationships/slide" Target="slides/slide14.xml"/><Relationship Id="rId28" Type="http://schemas.openxmlformats.org/officeDocument/2006/relationships/slide" Target="slides/slide19.xml"/><Relationship Id="rId49" Type="http://schemas.openxmlformats.org/officeDocument/2006/relationships/slide" Target="slides/slide40.xml"/><Relationship Id="rId114" Type="http://schemas.openxmlformats.org/officeDocument/2006/relationships/slide" Target="slides/slide105.xml"/><Relationship Id="rId119" Type="http://schemas.openxmlformats.org/officeDocument/2006/relationships/slide" Target="slides/slide110.xml"/><Relationship Id="rId44" Type="http://schemas.openxmlformats.org/officeDocument/2006/relationships/slide" Target="slides/slide35.xml"/><Relationship Id="rId60" Type="http://schemas.openxmlformats.org/officeDocument/2006/relationships/slide" Target="slides/slide51.xml"/><Relationship Id="rId65" Type="http://schemas.openxmlformats.org/officeDocument/2006/relationships/slide" Target="slides/slide56.xml"/><Relationship Id="rId81" Type="http://schemas.openxmlformats.org/officeDocument/2006/relationships/slide" Target="slides/slide72.xml"/><Relationship Id="rId86" Type="http://schemas.openxmlformats.org/officeDocument/2006/relationships/slide" Target="slides/slide77.xml"/><Relationship Id="rId130" Type="http://schemas.openxmlformats.org/officeDocument/2006/relationships/slide" Target="slides/slide121.xml"/><Relationship Id="rId135" Type="http://schemas.openxmlformats.org/officeDocument/2006/relationships/slide" Target="slides/slide126.xml"/><Relationship Id="rId151" Type="http://schemas.openxmlformats.org/officeDocument/2006/relationships/slide" Target="slides/slide142.xml"/><Relationship Id="rId156" Type="http://schemas.openxmlformats.org/officeDocument/2006/relationships/presProps" Target="presProps.xml"/><Relationship Id="rId13" Type="http://schemas.openxmlformats.org/officeDocument/2006/relationships/slide" Target="slides/slide4.xml"/><Relationship Id="rId18" Type="http://schemas.openxmlformats.org/officeDocument/2006/relationships/slide" Target="slides/slide9.xml"/><Relationship Id="rId39" Type="http://schemas.openxmlformats.org/officeDocument/2006/relationships/slide" Target="slides/slide30.xml"/><Relationship Id="rId109" Type="http://schemas.openxmlformats.org/officeDocument/2006/relationships/slide" Target="slides/slide100.xml"/><Relationship Id="rId34" Type="http://schemas.openxmlformats.org/officeDocument/2006/relationships/slide" Target="slides/slide25.xml"/><Relationship Id="rId50" Type="http://schemas.openxmlformats.org/officeDocument/2006/relationships/slide" Target="slides/slide41.xml"/><Relationship Id="rId55" Type="http://schemas.openxmlformats.org/officeDocument/2006/relationships/slide" Target="slides/slide46.xml"/><Relationship Id="rId76" Type="http://schemas.openxmlformats.org/officeDocument/2006/relationships/slide" Target="slides/slide67.xml"/><Relationship Id="rId97" Type="http://schemas.openxmlformats.org/officeDocument/2006/relationships/slide" Target="slides/slide88.xml"/><Relationship Id="rId104" Type="http://schemas.openxmlformats.org/officeDocument/2006/relationships/slide" Target="slides/slide95.xml"/><Relationship Id="rId120" Type="http://schemas.openxmlformats.org/officeDocument/2006/relationships/slide" Target="slides/slide111.xml"/><Relationship Id="rId125" Type="http://schemas.openxmlformats.org/officeDocument/2006/relationships/slide" Target="slides/slide116.xml"/><Relationship Id="rId141" Type="http://schemas.openxmlformats.org/officeDocument/2006/relationships/slide" Target="slides/slide132.xml"/><Relationship Id="rId146" Type="http://schemas.openxmlformats.org/officeDocument/2006/relationships/slide" Target="slides/slide137.xml"/><Relationship Id="rId7" Type="http://schemas.openxmlformats.org/officeDocument/2006/relationships/slideMaster" Target="slideMasters/slideMaster4.xml"/><Relationship Id="rId71" Type="http://schemas.openxmlformats.org/officeDocument/2006/relationships/slide" Target="slides/slide62.xml"/><Relationship Id="rId92" Type="http://schemas.openxmlformats.org/officeDocument/2006/relationships/slide" Target="slides/slide83.xml"/><Relationship Id="rId2" Type="http://schemas.openxmlformats.org/officeDocument/2006/relationships/customXml" Target="../customXml/item2.xml"/><Relationship Id="rId29" Type="http://schemas.openxmlformats.org/officeDocument/2006/relationships/slide" Target="slides/slide20.xml"/><Relationship Id="rId24" Type="http://schemas.openxmlformats.org/officeDocument/2006/relationships/slide" Target="slides/slide15.xml"/><Relationship Id="rId40" Type="http://schemas.openxmlformats.org/officeDocument/2006/relationships/slide" Target="slides/slide31.xml"/><Relationship Id="rId45" Type="http://schemas.openxmlformats.org/officeDocument/2006/relationships/slide" Target="slides/slide36.xml"/><Relationship Id="rId66" Type="http://schemas.openxmlformats.org/officeDocument/2006/relationships/slide" Target="slides/slide57.xml"/><Relationship Id="rId87" Type="http://schemas.openxmlformats.org/officeDocument/2006/relationships/slide" Target="slides/slide78.xml"/><Relationship Id="rId110" Type="http://schemas.openxmlformats.org/officeDocument/2006/relationships/slide" Target="slides/slide101.xml"/><Relationship Id="rId115" Type="http://schemas.openxmlformats.org/officeDocument/2006/relationships/slide" Target="slides/slide106.xml"/><Relationship Id="rId131" Type="http://schemas.openxmlformats.org/officeDocument/2006/relationships/slide" Target="slides/slide122.xml"/><Relationship Id="rId136" Type="http://schemas.openxmlformats.org/officeDocument/2006/relationships/slide" Target="slides/slide127.xml"/><Relationship Id="rId157" Type="http://schemas.openxmlformats.org/officeDocument/2006/relationships/viewProps" Target="viewProps.xml"/><Relationship Id="rId61" Type="http://schemas.openxmlformats.org/officeDocument/2006/relationships/slide" Target="slides/slide52.xml"/><Relationship Id="rId82" Type="http://schemas.openxmlformats.org/officeDocument/2006/relationships/slide" Target="slides/slide73.xml"/><Relationship Id="rId152" Type="http://schemas.openxmlformats.org/officeDocument/2006/relationships/slide" Target="slides/slide143.xml"/><Relationship Id="rId19" Type="http://schemas.openxmlformats.org/officeDocument/2006/relationships/slide" Target="slides/slide10.xml"/><Relationship Id="rId14" Type="http://schemas.openxmlformats.org/officeDocument/2006/relationships/slide" Target="slides/slide5.xml"/><Relationship Id="rId30" Type="http://schemas.openxmlformats.org/officeDocument/2006/relationships/slide" Target="slides/slide21.xml"/><Relationship Id="rId35" Type="http://schemas.openxmlformats.org/officeDocument/2006/relationships/slide" Target="slides/slide26.xml"/><Relationship Id="rId56" Type="http://schemas.openxmlformats.org/officeDocument/2006/relationships/slide" Target="slides/slide47.xml"/><Relationship Id="rId77" Type="http://schemas.openxmlformats.org/officeDocument/2006/relationships/slide" Target="slides/slide68.xml"/><Relationship Id="rId100" Type="http://schemas.openxmlformats.org/officeDocument/2006/relationships/slide" Target="slides/slide91.xml"/><Relationship Id="rId105" Type="http://schemas.openxmlformats.org/officeDocument/2006/relationships/slide" Target="slides/slide96.xml"/><Relationship Id="rId126" Type="http://schemas.openxmlformats.org/officeDocument/2006/relationships/slide" Target="slides/slide117.xml"/><Relationship Id="rId147" Type="http://schemas.openxmlformats.org/officeDocument/2006/relationships/slide" Target="slides/slide138.xml"/><Relationship Id="rId8" Type="http://schemas.openxmlformats.org/officeDocument/2006/relationships/slideMaster" Target="slideMasters/slideMaster5.xml"/><Relationship Id="rId51" Type="http://schemas.openxmlformats.org/officeDocument/2006/relationships/slide" Target="slides/slide42.xml"/><Relationship Id="rId72" Type="http://schemas.openxmlformats.org/officeDocument/2006/relationships/slide" Target="slides/slide63.xml"/><Relationship Id="rId93" Type="http://schemas.openxmlformats.org/officeDocument/2006/relationships/slide" Target="slides/slide84.xml"/><Relationship Id="rId98" Type="http://schemas.openxmlformats.org/officeDocument/2006/relationships/slide" Target="slides/slide89.xml"/><Relationship Id="rId121" Type="http://schemas.openxmlformats.org/officeDocument/2006/relationships/slide" Target="slides/slide112.xml"/><Relationship Id="rId142" Type="http://schemas.openxmlformats.org/officeDocument/2006/relationships/slide" Target="slides/slide133.xml"/><Relationship Id="rId3" Type="http://schemas.openxmlformats.org/officeDocument/2006/relationships/customXml" Target="../customXml/item3.xml"/><Relationship Id="rId25" Type="http://schemas.openxmlformats.org/officeDocument/2006/relationships/slide" Target="slides/slide16.xml"/><Relationship Id="rId46" Type="http://schemas.openxmlformats.org/officeDocument/2006/relationships/slide" Target="slides/slide37.xml"/><Relationship Id="rId67" Type="http://schemas.openxmlformats.org/officeDocument/2006/relationships/slide" Target="slides/slide58.xml"/><Relationship Id="rId116" Type="http://schemas.openxmlformats.org/officeDocument/2006/relationships/slide" Target="slides/slide107.xml"/><Relationship Id="rId137" Type="http://schemas.openxmlformats.org/officeDocument/2006/relationships/slide" Target="slides/slide128.xml"/><Relationship Id="rId158" Type="http://schemas.openxmlformats.org/officeDocument/2006/relationships/theme" Target="theme/theme1.xml"/><Relationship Id="rId20" Type="http://schemas.openxmlformats.org/officeDocument/2006/relationships/slide" Target="slides/slide11.xml"/><Relationship Id="rId41" Type="http://schemas.openxmlformats.org/officeDocument/2006/relationships/slide" Target="slides/slide32.xml"/><Relationship Id="rId62" Type="http://schemas.openxmlformats.org/officeDocument/2006/relationships/slide" Target="slides/slide53.xml"/><Relationship Id="rId83" Type="http://schemas.openxmlformats.org/officeDocument/2006/relationships/slide" Target="slides/slide74.xml"/><Relationship Id="rId88" Type="http://schemas.openxmlformats.org/officeDocument/2006/relationships/slide" Target="slides/slide79.xml"/><Relationship Id="rId111" Type="http://schemas.openxmlformats.org/officeDocument/2006/relationships/slide" Target="slides/slide102.xml"/><Relationship Id="rId132" Type="http://schemas.openxmlformats.org/officeDocument/2006/relationships/slide" Target="slides/slide123.xml"/><Relationship Id="rId153" Type="http://schemas.openxmlformats.org/officeDocument/2006/relationships/slide" Target="slides/slide144.xml"/><Relationship Id="rId15" Type="http://schemas.openxmlformats.org/officeDocument/2006/relationships/slide" Target="slides/slide6.xml"/><Relationship Id="rId36" Type="http://schemas.openxmlformats.org/officeDocument/2006/relationships/slide" Target="slides/slide27.xml"/><Relationship Id="rId57" Type="http://schemas.openxmlformats.org/officeDocument/2006/relationships/slide" Target="slides/slide48.xml"/><Relationship Id="rId106" Type="http://schemas.openxmlformats.org/officeDocument/2006/relationships/slide" Target="slides/slide97.xml"/><Relationship Id="rId127" Type="http://schemas.openxmlformats.org/officeDocument/2006/relationships/slide" Target="slides/slide118.xml"/><Relationship Id="rId10" Type="http://schemas.openxmlformats.org/officeDocument/2006/relationships/slide" Target="slides/slide1.xml"/><Relationship Id="rId31" Type="http://schemas.openxmlformats.org/officeDocument/2006/relationships/slide" Target="slides/slide22.xml"/><Relationship Id="rId52" Type="http://schemas.openxmlformats.org/officeDocument/2006/relationships/slide" Target="slides/slide43.xml"/><Relationship Id="rId73" Type="http://schemas.openxmlformats.org/officeDocument/2006/relationships/slide" Target="slides/slide64.xml"/><Relationship Id="rId78" Type="http://schemas.openxmlformats.org/officeDocument/2006/relationships/slide" Target="slides/slide69.xml"/><Relationship Id="rId94" Type="http://schemas.openxmlformats.org/officeDocument/2006/relationships/slide" Target="slides/slide85.xml"/><Relationship Id="rId99" Type="http://schemas.openxmlformats.org/officeDocument/2006/relationships/slide" Target="slides/slide90.xml"/><Relationship Id="rId101" Type="http://schemas.openxmlformats.org/officeDocument/2006/relationships/slide" Target="slides/slide92.xml"/><Relationship Id="rId122" Type="http://schemas.openxmlformats.org/officeDocument/2006/relationships/slide" Target="slides/slide113.xml"/><Relationship Id="rId143" Type="http://schemas.openxmlformats.org/officeDocument/2006/relationships/slide" Target="slides/slide134.xml"/><Relationship Id="rId148" Type="http://schemas.openxmlformats.org/officeDocument/2006/relationships/slide" Target="slides/slide139.xml"/><Relationship Id="rId4" Type="http://schemas.openxmlformats.org/officeDocument/2006/relationships/slideMaster" Target="slideMasters/slideMaster1.xml"/><Relationship Id="rId9" Type="http://schemas.openxmlformats.org/officeDocument/2006/relationships/slideMaster" Target="slideMasters/slideMaster6.xml"/><Relationship Id="rId26" Type="http://schemas.openxmlformats.org/officeDocument/2006/relationships/slide" Target="slides/slide17.xml"/><Relationship Id="rId47" Type="http://schemas.openxmlformats.org/officeDocument/2006/relationships/slide" Target="slides/slide38.xml"/><Relationship Id="rId68" Type="http://schemas.openxmlformats.org/officeDocument/2006/relationships/slide" Target="slides/slide59.xml"/><Relationship Id="rId89" Type="http://schemas.openxmlformats.org/officeDocument/2006/relationships/slide" Target="slides/slide80.xml"/><Relationship Id="rId112" Type="http://schemas.openxmlformats.org/officeDocument/2006/relationships/slide" Target="slides/slide103.xml"/><Relationship Id="rId133" Type="http://schemas.openxmlformats.org/officeDocument/2006/relationships/slide" Target="slides/slide124.xml"/><Relationship Id="rId154" Type="http://schemas.openxmlformats.org/officeDocument/2006/relationships/slide" Target="slides/slide145.xml"/><Relationship Id="rId16" Type="http://schemas.openxmlformats.org/officeDocument/2006/relationships/slide" Target="slides/slide7.xml"/><Relationship Id="rId37" Type="http://schemas.openxmlformats.org/officeDocument/2006/relationships/slide" Target="slides/slide28.xml"/><Relationship Id="rId58" Type="http://schemas.openxmlformats.org/officeDocument/2006/relationships/slide" Target="slides/slide49.xml"/><Relationship Id="rId79" Type="http://schemas.openxmlformats.org/officeDocument/2006/relationships/slide" Target="slides/slide70.xml"/><Relationship Id="rId102" Type="http://schemas.openxmlformats.org/officeDocument/2006/relationships/slide" Target="slides/slide93.xml"/><Relationship Id="rId123" Type="http://schemas.openxmlformats.org/officeDocument/2006/relationships/slide" Target="slides/slide114.xml"/><Relationship Id="rId144" Type="http://schemas.openxmlformats.org/officeDocument/2006/relationships/slide" Target="slides/slide135.xml"/><Relationship Id="rId90" Type="http://schemas.openxmlformats.org/officeDocument/2006/relationships/slide" Target="slides/slide81.xml"/><Relationship Id="rId27" Type="http://schemas.openxmlformats.org/officeDocument/2006/relationships/slide" Target="slides/slide18.xml"/><Relationship Id="rId48" Type="http://schemas.openxmlformats.org/officeDocument/2006/relationships/slide" Target="slides/slide39.xml"/><Relationship Id="rId69" Type="http://schemas.openxmlformats.org/officeDocument/2006/relationships/slide" Target="slides/slide60.xml"/><Relationship Id="rId113" Type="http://schemas.openxmlformats.org/officeDocument/2006/relationships/slide" Target="slides/slide104.xml"/><Relationship Id="rId134" Type="http://schemas.openxmlformats.org/officeDocument/2006/relationships/slide" Target="slides/slide125.xml"/><Relationship Id="rId80" Type="http://schemas.openxmlformats.org/officeDocument/2006/relationships/slide" Target="slides/slide71.xml"/><Relationship Id="rId155" Type="http://schemas.openxmlformats.org/officeDocument/2006/relationships/notesMaster" Target="notesMasters/notesMaster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arth Walia" userId="63003097-9a48-4653-90c0-3372deb9525c" providerId="ADAL" clId="{191DDA98-5381-4928-84F3-86A653F4F99A}"/>
    <pc:docChg chg="undo redo custSel addSld delSld modSld sldOrd addSection delSection modSection">
      <pc:chgData name="Parth Walia" userId="63003097-9a48-4653-90c0-3372deb9525c" providerId="ADAL" clId="{191DDA98-5381-4928-84F3-86A653F4F99A}" dt="2025-09-11T11:35:18.985" v="26134" actId="20577"/>
      <pc:docMkLst>
        <pc:docMk/>
      </pc:docMkLst>
      <pc:sldChg chg="addSp delSp modSp add del mod">
        <pc:chgData name="Parth Walia" userId="63003097-9a48-4653-90c0-3372deb9525c" providerId="ADAL" clId="{191DDA98-5381-4928-84F3-86A653F4F99A}" dt="2025-08-19T12:11:59.920" v="1571" actId="478"/>
        <pc:sldMkLst>
          <pc:docMk/>
          <pc:sldMk cId="3829395533" sldId="452"/>
        </pc:sldMkLst>
        <pc:spChg chg="mod">
          <ac:chgData name="Parth Walia" userId="63003097-9a48-4653-90c0-3372deb9525c" providerId="ADAL" clId="{191DDA98-5381-4928-84F3-86A653F4F99A}" dt="2025-08-19T12:01:03.970" v="1532" actId="207"/>
          <ac:spMkLst>
            <pc:docMk/>
            <pc:sldMk cId="3829395533" sldId="452"/>
            <ac:spMk id="2" creationId="{7D97D262-28DC-D4EC-3A32-D99150CD4C73}"/>
          </ac:spMkLst>
        </pc:spChg>
        <pc:spChg chg="mod">
          <ac:chgData name="Parth Walia" userId="63003097-9a48-4653-90c0-3372deb9525c" providerId="ADAL" clId="{191DDA98-5381-4928-84F3-86A653F4F99A}" dt="2025-08-19T12:01:34.923" v="1535"/>
          <ac:spMkLst>
            <pc:docMk/>
            <pc:sldMk cId="3829395533" sldId="452"/>
            <ac:spMk id="10" creationId="{B2EEB811-F91A-B48D-43D5-8F117B22A0F3}"/>
          </ac:spMkLst>
        </pc:spChg>
        <pc:spChg chg="mod">
          <ac:chgData name="Parth Walia" userId="63003097-9a48-4653-90c0-3372deb9525c" providerId="ADAL" clId="{191DDA98-5381-4928-84F3-86A653F4F99A}" dt="2025-08-19T12:01:34.923" v="1535"/>
          <ac:spMkLst>
            <pc:docMk/>
            <pc:sldMk cId="3829395533" sldId="452"/>
            <ac:spMk id="11" creationId="{6280FA20-BDA8-E2BC-48A6-1666A982D488}"/>
          </ac:spMkLst>
        </pc:spChg>
        <pc:spChg chg="mod">
          <ac:chgData name="Parth Walia" userId="63003097-9a48-4653-90c0-3372deb9525c" providerId="ADAL" clId="{191DDA98-5381-4928-84F3-86A653F4F99A}" dt="2025-08-19T12:01:34.923" v="1535"/>
          <ac:spMkLst>
            <pc:docMk/>
            <pc:sldMk cId="3829395533" sldId="452"/>
            <ac:spMk id="12" creationId="{05746D73-E12B-F644-B825-A62EC6909C2F}"/>
          </ac:spMkLst>
        </pc:spChg>
        <pc:spChg chg="mod">
          <ac:chgData name="Parth Walia" userId="63003097-9a48-4653-90c0-3372deb9525c" providerId="ADAL" clId="{191DDA98-5381-4928-84F3-86A653F4F99A}" dt="2025-08-19T12:11:58.238" v="1570" actId="1076"/>
          <ac:spMkLst>
            <pc:docMk/>
            <pc:sldMk cId="3829395533" sldId="452"/>
            <ac:spMk id="13" creationId="{7547B322-3CBD-8F5D-FAA7-727BCACC6D2B}"/>
          </ac:spMkLst>
        </pc:spChg>
        <pc:spChg chg="mod">
          <ac:chgData name="Parth Walia" userId="63003097-9a48-4653-90c0-3372deb9525c" providerId="ADAL" clId="{191DDA98-5381-4928-84F3-86A653F4F99A}" dt="2025-08-19T12:01:34.923" v="1535"/>
          <ac:spMkLst>
            <pc:docMk/>
            <pc:sldMk cId="3829395533" sldId="452"/>
            <ac:spMk id="37" creationId="{4AAE164B-B0CE-FFE6-CE1C-894BEFBCB445}"/>
          </ac:spMkLst>
        </pc:spChg>
        <pc:spChg chg="mod">
          <ac:chgData name="Parth Walia" userId="63003097-9a48-4653-90c0-3372deb9525c" providerId="ADAL" clId="{191DDA98-5381-4928-84F3-86A653F4F99A}" dt="2025-08-19T12:02:43.904" v="1536" actId="1076"/>
          <ac:spMkLst>
            <pc:docMk/>
            <pc:sldMk cId="3829395533" sldId="452"/>
            <ac:spMk id="81" creationId="{19F16C44-E9D3-9A4E-7E70-D9587AC0E05E}"/>
          </ac:spMkLst>
        </pc:spChg>
        <pc:spChg chg="mod">
          <ac:chgData name="Parth Walia" userId="63003097-9a48-4653-90c0-3372deb9525c" providerId="ADAL" clId="{191DDA98-5381-4928-84F3-86A653F4F99A}" dt="2025-08-19T12:02:43.904" v="1536" actId="1076"/>
          <ac:spMkLst>
            <pc:docMk/>
            <pc:sldMk cId="3829395533" sldId="452"/>
            <ac:spMk id="82" creationId="{786525EF-BE60-E078-9446-129F639F4F39}"/>
          </ac:spMkLst>
        </pc:spChg>
        <pc:spChg chg="mod">
          <ac:chgData name="Parth Walia" userId="63003097-9a48-4653-90c0-3372deb9525c" providerId="ADAL" clId="{191DDA98-5381-4928-84F3-86A653F4F99A}" dt="2025-08-19T12:01:03.725" v="1531" actId="207"/>
          <ac:spMkLst>
            <pc:docMk/>
            <pc:sldMk cId="3829395533" sldId="452"/>
            <ac:spMk id="114" creationId="{356B5D0D-F49C-3355-0A6E-0C6E7A48AE9F}"/>
          </ac:spMkLst>
        </pc:spChg>
        <pc:spChg chg="mod">
          <ac:chgData name="Parth Walia" userId="63003097-9a48-4653-90c0-3372deb9525c" providerId="ADAL" clId="{191DDA98-5381-4928-84F3-86A653F4F99A}" dt="2025-08-19T12:03:13.463" v="1547" actId="14100"/>
          <ac:spMkLst>
            <pc:docMk/>
            <pc:sldMk cId="3829395533" sldId="452"/>
            <ac:spMk id="115" creationId="{184B58CF-DF23-AFCF-7832-CC385ABC0338}"/>
          </ac:spMkLst>
        </pc:spChg>
        <pc:spChg chg="mod">
          <ac:chgData name="Parth Walia" userId="63003097-9a48-4653-90c0-3372deb9525c" providerId="ADAL" clId="{191DDA98-5381-4928-84F3-86A653F4F99A}" dt="2025-08-19T12:11:30.135" v="1563" actId="1076"/>
          <ac:spMkLst>
            <pc:docMk/>
            <pc:sldMk cId="3829395533" sldId="452"/>
            <ac:spMk id="117" creationId="{85D51518-13CF-6BE8-5D85-02575BE7F294}"/>
          </ac:spMkLst>
        </pc:spChg>
        <pc:spChg chg="mod">
          <ac:chgData name="Parth Walia" userId="63003097-9a48-4653-90c0-3372deb9525c" providerId="ADAL" clId="{191DDA98-5381-4928-84F3-86A653F4F99A}" dt="2025-08-19T12:11:36.493" v="1564" actId="1076"/>
          <ac:spMkLst>
            <pc:docMk/>
            <pc:sldMk cId="3829395533" sldId="452"/>
            <ac:spMk id="118" creationId="{0D354C51-3F6D-B25A-69A2-6DE80EC81718}"/>
          </ac:spMkLst>
        </pc:spChg>
        <pc:spChg chg="mod">
          <ac:chgData name="Parth Walia" userId="63003097-9a48-4653-90c0-3372deb9525c" providerId="ADAL" clId="{191DDA98-5381-4928-84F3-86A653F4F99A}" dt="2025-08-19T12:11:09.175" v="1559" actId="1076"/>
          <ac:spMkLst>
            <pc:docMk/>
            <pc:sldMk cId="3829395533" sldId="452"/>
            <ac:spMk id="120" creationId="{B2269F6C-3D34-FABA-E84C-0C7B26718C57}"/>
          </ac:spMkLst>
        </pc:spChg>
        <pc:spChg chg="mod">
          <ac:chgData name="Parth Walia" userId="63003097-9a48-4653-90c0-3372deb9525c" providerId="ADAL" clId="{191DDA98-5381-4928-84F3-86A653F4F99A}" dt="2025-08-19T12:11:06.960" v="1557" actId="1076"/>
          <ac:spMkLst>
            <pc:docMk/>
            <pc:sldMk cId="3829395533" sldId="452"/>
            <ac:spMk id="123" creationId="{6438B05B-6CEB-3200-A300-181848CD1F7B}"/>
          </ac:spMkLst>
        </pc:spChg>
        <pc:spChg chg="mod">
          <ac:chgData name="Parth Walia" userId="63003097-9a48-4653-90c0-3372deb9525c" providerId="ADAL" clId="{191DDA98-5381-4928-84F3-86A653F4F99A}" dt="2025-08-19T12:11:13.503" v="1560" actId="1076"/>
          <ac:spMkLst>
            <pc:docMk/>
            <pc:sldMk cId="3829395533" sldId="452"/>
            <ac:spMk id="125" creationId="{552404BF-9810-8DB7-1DD1-5EF93E92F91C}"/>
          </ac:spMkLst>
        </pc:spChg>
      </pc:sldChg>
      <pc:sldChg chg="add">
        <pc:chgData name="Parth Walia" userId="63003097-9a48-4653-90c0-3372deb9525c" providerId="ADAL" clId="{191DDA98-5381-4928-84F3-86A653F4F99A}" dt="2025-08-19T12:12:30.019" v="1572"/>
        <pc:sldMkLst>
          <pc:docMk/>
          <pc:sldMk cId="3152808842" sldId="1881838801"/>
        </pc:sldMkLst>
      </pc:sldChg>
      <pc:sldChg chg="add">
        <pc:chgData name="Parth Walia" userId="63003097-9a48-4653-90c0-3372deb9525c" providerId="ADAL" clId="{191DDA98-5381-4928-84F3-86A653F4F99A}" dt="2025-08-19T12:12:49.810" v="1574"/>
        <pc:sldMkLst>
          <pc:docMk/>
          <pc:sldMk cId="2755761181" sldId="1881838804"/>
        </pc:sldMkLst>
      </pc:sldChg>
      <pc:sldChg chg="add">
        <pc:chgData name="Parth Walia" userId="63003097-9a48-4653-90c0-3372deb9525c" providerId="ADAL" clId="{191DDA98-5381-4928-84F3-86A653F4F99A}" dt="2025-08-19T12:12:44.096" v="1573"/>
        <pc:sldMkLst>
          <pc:docMk/>
          <pc:sldMk cId="698576068" sldId="1881838838"/>
        </pc:sldMkLst>
      </pc:sldChg>
      <pc:sldChg chg="add">
        <pc:chgData name="Parth Walia" userId="63003097-9a48-4653-90c0-3372deb9525c" providerId="ADAL" clId="{191DDA98-5381-4928-84F3-86A653F4F99A}" dt="2025-08-19T12:12:44.096" v="1573"/>
        <pc:sldMkLst>
          <pc:docMk/>
          <pc:sldMk cId="2676451775" sldId="1881838839"/>
        </pc:sldMkLst>
      </pc:sldChg>
      <pc:sldChg chg="del ord">
        <pc:chgData name="Parth Walia" userId="63003097-9a48-4653-90c0-3372deb9525c" providerId="ADAL" clId="{191DDA98-5381-4928-84F3-86A653F4F99A}" dt="2025-08-21T19:19:43.379" v="4972" actId="47"/>
        <pc:sldMkLst>
          <pc:docMk/>
          <pc:sldMk cId="2385824187" sldId="2147375185"/>
        </pc:sldMkLst>
      </pc:sldChg>
      <pc:sldChg chg="add">
        <pc:chgData name="Parth Walia" userId="63003097-9a48-4653-90c0-3372deb9525c" providerId="ADAL" clId="{191DDA98-5381-4928-84F3-86A653F4F99A}" dt="2025-08-19T12:12:30.019" v="1572"/>
        <pc:sldMkLst>
          <pc:docMk/>
          <pc:sldMk cId="2577794630" sldId="2147478804"/>
        </pc:sldMkLst>
      </pc:sldChg>
      <pc:sldChg chg="mod ord modShow">
        <pc:chgData name="Parth Walia" userId="63003097-9a48-4653-90c0-3372deb9525c" providerId="ADAL" clId="{191DDA98-5381-4928-84F3-86A653F4F99A}" dt="2025-09-02T22:30:46.860" v="13686"/>
        <pc:sldMkLst>
          <pc:docMk/>
          <pc:sldMk cId="3281582822" sldId="2147479046"/>
        </pc:sldMkLst>
      </pc:sldChg>
      <pc:sldChg chg="modSp mod ord modShow">
        <pc:chgData name="Parth Walia" userId="63003097-9a48-4653-90c0-3372deb9525c" providerId="ADAL" clId="{191DDA98-5381-4928-84F3-86A653F4F99A}" dt="2025-09-02T22:30:46.860" v="13686"/>
        <pc:sldMkLst>
          <pc:docMk/>
          <pc:sldMk cId="3726799611" sldId="2147479047"/>
        </pc:sldMkLst>
        <pc:graphicFrameChg chg="mod">
          <ac:chgData name="Parth Walia" userId="63003097-9a48-4653-90c0-3372deb9525c" providerId="ADAL" clId="{191DDA98-5381-4928-84F3-86A653F4F99A}" dt="2025-09-02T21:54:00.808" v="13196" actId="1076"/>
          <ac:graphicFrameMkLst>
            <pc:docMk/>
            <pc:sldMk cId="3726799611" sldId="2147479047"/>
            <ac:graphicFrameMk id="9" creationId="{AB8E765B-549A-8C17-D45E-84417C522D57}"/>
          </ac:graphicFrameMkLst>
        </pc:graphicFrameChg>
        <pc:graphicFrameChg chg="mod">
          <ac:chgData name="Parth Walia" userId="63003097-9a48-4653-90c0-3372deb9525c" providerId="ADAL" clId="{191DDA98-5381-4928-84F3-86A653F4F99A}" dt="2025-09-02T22:29:59.959" v="13680" actId="1076"/>
          <ac:graphicFrameMkLst>
            <pc:docMk/>
            <pc:sldMk cId="3726799611" sldId="2147479047"/>
            <ac:graphicFrameMk id="18" creationId="{F82DC4A1-39FC-65B4-3A36-E61A5EF3E466}"/>
          </ac:graphicFrameMkLst>
        </pc:graphicFrameChg>
      </pc:sldChg>
      <pc:sldChg chg="addSp delSp modSp del mod">
        <pc:chgData name="Parth Walia" userId="63003097-9a48-4653-90c0-3372deb9525c" providerId="ADAL" clId="{191DDA98-5381-4928-84F3-86A653F4F99A}" dt="2025-09-02T22:58:21.047" v="14186" actId="47"/>
        <pc:sldMkLst>
          <pc:docMk/>
          <pc:sldMk cId="1004585457" sldId="2147479079"/>
        </pc:sldMkLst>
      </pc:sldChg>
      <pc:sldChg chg="del">
        <pc:chgData name="Parth Walia" userId="63003097-9a48-4653-90c0-3372deb9525c" providerId="ADAL" clId="{191DDA98-5381-4928-84F3-86A653F4F99A}" dt="2025-09-02T21:47:02.896" v="13104" actId="2696"/>
        <pc:sldMkLst>
          <pc:docMk/>
          <pc:sldMk cId="992260532" sldId="2147479080"/>
        </pc:sldMkLst>
      </pc:sldChg>
      <pc:sldChg chg="addSp delSp modSp add del mod">
        <pc:chgData name="Parth Walia" userId="63003097-9a48-4653-90c0-3372deb9525c" providerId="ADAL" clId="{191DDA98-5381-4928-84F3-86A653F4F99A}" dt="2025-09-03T12:27:53.040" v="15295" actId="47"/>
        <pc:sldMkLst>
          <pc:docMk/>
          <pc:sldMk cId="4239291445" sldId="2147479080"/>
        </pc:sldMkLst>
      </pc:sldChg>
      <pc:sldChg chg="delSp add del mod">
        <pc:chgData name="Parth Walia" userId="63003097-9a48-4653-90c0-3372deb9525c" providerId="ADAL" clId="{191DDA98-5381-4928-84F3-86A653F4F99A}" dt="2025-09-03T12:48:29.425" v="15515" actId="2696"/>
        <pc:sldMkLst>
          <pc:docMk/>
          <pc:sldMk cId="636088898" sldId="2147479081"/>
        </pc:sldMkLst>
      </pc:sldChg>
      <pc:sldChg chg="del">
        <pc:chgData name="Parth Walia" userId="63003097-9a48-4653-90c0-3372deb9525c" providerId="ADAL" clId="{191DDA98-5381-4928-84F3-86A653F4F99A}" dt="2025-09-02T21:47:02.896" v="13104" actId="2696"/>
        <pc:sldMkLst>
          <pc:docMk/>
          <pc:sldMk cId="2084099392" sldId="2147479081"/>
        </pc:sldMkLst>
      </pc:sldChg>
      <pc:sldChg chg="addSp delSp modSp add del mod">
        <pc:chgData name="Parth Walia" userId="63003097-9a48-4653-90c0-3372deb9525c" providerId="ADAL" clId="{191DDA98-5381-4928-84F3-86A653F4F99A}" dt="2025-09-03T12:50:38.696" v="15544" actId="47"/>
        <pc:sldMkLst>
          <pc:docMk/>
          <pc:sldMk cId="190650719" sldId="2147479082"/>
        </pc:sldMkLst>
      </pc:sldChg>
      <pc:sldChg chg="del">
        <pc:chgData name="Parth Walia" userId="63003097-9a48-4653-90c0-3372deb9525c" providerId="ADAL" clId="{191DDA98-5381-4928-84F3-86A653F4F99A}" dt="2025-09-02T21:47:02.896" v="13104" actId="2696"/>
        <pc:sldMkLst>
          <pc:docMk/>
          <pc:sldMk cId="1923746959" sldId="2147479082"/>
        </pc:sldMkLst>
      </pc:sldChg>
      <pc:sldChg chg="delSp modSp add del mod">
        <pc:chgData name="Parth Walia" userId="63003097-9a48-4653-90c0-3372deb9525c" providerId="ADAL" clId="{191DDA98-5381-4928-84F3-86A653F4F99A}" dt="2025-09-03T12:50:39.849" v="15545" actId="47"/>
        <pc:sldMkLst>
          <pc:docMk/>
          <pc:sldMk cId="2259364064" sldId="2147479083"/>
        </pc:sldMkLst>
      </pc:sldChg>
      <pc:sldChg chg="del">
        <pc:chgData name="Parth Walia" userId="63003097-9a48-4653-90c0-3372deb9525c" providerId="ADAL" clId="{191DDA98-5381-4928-84F3-86A653F4F99A}" dt="2025-09-02T21:47:02.896" v="13104" actId="2696"/>
        <pc:sldMkLst>
          <pc:docMk/>
          <pc:sldMk cId="3553381895" sldId="2147479083"/>
        </pc:sldMkLst>
      </pc:sldChg>
      <pc:sldChg chg="del">
        <pc:chgData name="Parth Walia" userId="63003097-9a48-4653-90c0-3372deb9525c" providerId="ADAL" clId="{191DDA98-5381-4928-84F3-86A653F4F99A}" dt="2025-08-19T11:56:59.039" v="1515" actId="47"/>
        <pc:sldMkLst>
          <pc:docMk/>
          <pc:sldMk cId="4160273617" sldId="2147479084"/>
        </pc:sldMkLst>
      </pc:sldChg>
      <pc:sldChg chg="mod ord modShow">
        <pc:chgData name="Parth Walia" userId="63003097-9a48-4653-90c0-3372deb9525c" providerId="ADAL" clId="{191DDA98-5381-4928-84F3-86A653F4F99A}" dt="2025-09-02T14:14:39.038" v="6791" actId="729"/>
        <pc:sldMkLst>
          <pc:docMk/>
          <pc:sldMk cId="1554783003" sldId="2147479093"/>
        </pc:sldMkLst>
      </pc:sldChg>
      <pc:sldChg chg="mod ord modShow">
        <pc:chgData name="Parth Walia" userId="63003097-9a48-4653-90c0-3372deb9525c" providerId="ADAL" clId="{191DDA98-5381-4928-84F3-86A653F4F99A}" dt="2025-09-02T14:14:39.038" v="6791" actId="729"/>
        <pc:sldMkLst>
          <pc:docMk/>
          <pc:sldMk cId="3999383612" sldId="2147479094"/>
        </pc:sldMkLst>
      </pc:sldChg>
      <pc:sldChg chg="modSp">
        <pc:chgData name="Parth Walia" userId="63003097-9a48-4653-90c0-3372deb9525c" providerId="ADAL" clId="{191DDA98-5381-4928-84F3-86A653F4F99A}" dt="2025-09-02T15:09:05.117" v="8083"/>
        <pc:sldMkLst>
          <pc:docMk/>
          <pc:sldMk cId="2986584773" sldId="2147479098"/>
        </pc:sldMkLst>
        <pc:spChg chg="mod">
          <ac:chgData name="Parth Walia" userId="63003097-9a48-4653-90c0-3372deb9525c" providerId="ADAL" clId="{191DDA98-5381-4928-84F3-86A653F4F99A}" dt="2025-09-02T15:09:05.117" v="8083"/>
          <ac:spMkLst>
            <pc:docMk/>
            <pc:sldMk cId="2986584773" sldId="2147479098"/>
            <ac:spMk id="9" creationId="{568231D5-70A9-F12A-56C3-7F433568F1C5}"/>
          </ac:spMkLst>
        </pc:spChg>
        <pc:spChg chg="mod">
          <ac:chgData name="Parth Walia" userId="63003097-9a48-4653-90c0-3372deb9525c" providerId="ADAL" clId="{191DDA98-5381-4928-84F3-86A653F4F99A}" dt="2025-09-02T15:09:05.117" v="8083"/>
          <ac:spMkLst>
            <pc:docMk/>
            <pc:sldMk cId="2986584773" sldId="2147479098"/>
            <ac:spMk id="95" creationId="{113F5350-7CAC-3DCF-C51E-08AA1BC9AF43}"/>
          </ac:spMkLst>
        </pc:spChg>
      </pc:sldChg>
      <pc:sldChg chg="modSp mod">
        <pc:chgData name="Parth Walia" userId="63003097-9a48-4653-90c0-3372deb9525c" providerId="ADAL" clId="{191DDA98-5381-4928-84F3-86A653F4F99A}" dt="2025-09-02T11:56:11.439" v="6279" actId="1076"/>
        <pc:sldMkLst>
          <pc:docMk/>
          <pc:sldMk cId="1811309042" sldId="2147479099"/>
        </pc:sldMkLst>
        <pc:spChg chg="mod">
          <ac:chgData name="Parth Walia" userId="63003097-9a48-4653-90c0-3372deb9525c" providerId="ADAL" clId="{191DDA98-5381-4928-84F3-86A653F4F99A}" dt="2025-09-02T11:54:24.709" v="6250" actId="12788"/>
          <ac:spMkLst>
            <pc:docMk/>
            <pc:sldMk cId="1811309042" sldId="2147479099"/>
            <ac:spMk id="9" creationId="{8F49A06E-FC00-D2F7-FE2A-61917F4A0039}"/>
          </ac:spMkLst>
        </pc:spChg>
        <pc:graphicFrameChg chg="mod modGraphic">
          <ac:chgData name="Parth Walia" userId="63003097-9a48-4653-90c0-3372deb9525c" providerId="ADAL" clId="{191DDA98-5381-4928-84F3-86A653F4F99A}" dt="2025-09-02T11:56:11.439" v="6279" actId="1076"/>
          <ac:graphicFrameMkLst>
            <pc:docMk/>
            <pc:sldMk cId="1811309042" sldId="2147479099"/>
            <ac:graphicFrameMk id="10" creationId="{C350683D-2067-5D96-92A5-9A58EB78E7F0}"/>
          </ac:graphicFrameMkLst>
        </pc:graphicFrameChg>
      </pc:sldChg>
      <pc:sldChg chg="modSp">
        <pc:chgData name="Parth Walia" userId="63003097-9a48-4653-90c0-3372deb9525c" providerId="ADAL" clId="{191DDA98-5381-4928-84F3-86A653F4F99A}" dt="2025-09-02T15:09:05.117" v="8083"/>
        <pc:sldMkLst>
          <pc:docMk/>
          <pc:sldMk cId="2356807934" sldId="2147479100"/>
        </pc:sldMkLst>
        <pc:graphicFrameChg chg="mod">
          <ac:chgData name="Parth Walia" userId="63003097-9a48-4653-90c0-3372deb9525c" providerId="ADAL" clId="{191DDA98-5381-4928-84F3-86A653F4F99A}" dt="2025-09-02T15:08:24.772" v="8075"/>
          <ac:graphicFrameMkLst>
            <pc:docMk/>
            <pc:sldMk cId="2356807934" sldId="2147479100"/>
            <ac:graphicFrameMk id="13" creationId="{FEC25413-CC37-8400-45DD-26E2EAABAA81}"/>
          </ac:graphicFrameMkLst>
        </pc:graphicFrameChg>
        <pc:graphicFrameChg chg="mod">
          <ac:chgData name="Parth Walia" userId="63003097-9a48-4653-90c0-3372deb9525c" providerId="ADAL" clId="{191DDA98-5381-4928-84F3-86A653F4F99A}" dt="2025-09-02T15:09:05.117" v="8083"/>
          <ac:graphicFrameMkLst>
            <pc:docMk/>
            <pc:sldMk cId="2356807934" sldId="2147479100"/>
            <ac:graphicFrameMk id="14" creationId="{2E7C7AE9-9B14-9211-9AD8-D6C1C3EF8ABD}"/>
          </ac:graphicFrameMkLst>
        </pc:graphicFrameChg>
      </pc:sldChg>
      <pc:sldChg chg="addSp delSp modSp new del mod">
        <pc:chgData name="Parth Walia" userId="63003097-9a48-4653-90c0-3372deb9525c" providerId="ADAL" clId="{191DDA98-5381-4928-84F3-86A653F4F99A}" dt="2025-08-19T10:13:00.255" v="559" actId="47"/>
        <pc:sldMkLst>
          <pc:docMk/>
          <pc:sldMk cId="3028585462" sldId="2147479101"/>
        </pc:sldMkLst>
      </pc:sldChg>
      <pc:sldChg chg="add del">
        <pc:chgData name="Parth Walia" userId="63003097-9a48-4653-90c0-3372deb9525c" providerId="ADAL" clId="{191DDA98-5381-4928-84F3-86A653F4F99A}" dt="2025-08-19T10:13:00.255" v="559" actId="47"/>
        <pc:sldMkLst>
          <pc:docMk/>
          <pc:sldMk cId="2584103952" sldId="2147479102"/>
        </pc:sldMkLst>
      </pc:sldChg>
      <pc:sldChg chg="add del">
        <pc:chgData name="Parth Walia" userId="63003097-9a48-4653-90c0-3372deb9525c" providerId="ADAL" clId="{191DDA98-5381-4928-84F3-86A653F4F99A}" dt="2025-09-02T21:32:28.868" v="12847"/>
        <pc:sldMkLst>
          <pc:docMk/>
          <pc:sldMk cId="2962399379" sldId="2147479103"/>
        </pc:sldMkLst>
      </pc:sldChg>
      <pc:sldChg chg="addSp delSp modSp add mod">
        <pc:chgData name="Parth Walia" userId="63003097-9a48-4653-90c0-3372deb9525c" providerId="ADAL" clId="{191DDA98-5381-4928-84F3-86A653F4F99A}" dt="2025-09-03T13:10:04.968" v="15766" actId="948"/>
        <pc:sldMkLst>
          <pc:docMk/>
          <pc:sldMk cId="4007849610" sldId="2147479103"/>
        </pc:sldMkLst>
        <pc:spChg chg="mod">
          <ac:chgData name="Parth Walia" userId="63003097-9a48-4653-90c0-3372deb9525c" providerId="ADAL" clId="{191DDA98-5381-4928-84F3-86A653F4F99A}" dt="2025-09-03T13:10:04.968" v="15766" actId="948"/>
          <ac:spMkLst>
            <pc:docMk/>
            <pc:sldMk cId="4007849610" sldId="2147479103"/>
            <ac:spMk id="2" creationId="{4C243224-8A4D-21B3-F9AD-596E69906FF9}"/>
          </ac:spMkLst>
        </pc:spChg>
        <pc:spChg chg="mod">
          <ac:chgData name="Parth Walia" userId="63003097-9a48-4653-90c0-3372deb9525c" providerId="ADAL" clId="{191DDA98-5381-4928-84F3-86A653F4F99A}" dt="2025-09-02T21:34:10.185" v="12868" actId="1076"/>
          <ac:spMkLst>
            <pc:docMk/>
            <pc:sldMk cId="4007849610" sldId="2147479103"/>
            <ac:spMk id="3" creationId="{D1597DAC-7F9A-C00C-B5CA-A8D3587C38B3}"/>
          </ac:spMkLst>
        </pc:spChg>
        <pc:spChg chg="mod">
          <ac:chgData name="Parth Walia" userId="63003097-9a48-4653-90c0-3372deb9525c" providerId="ADAL" clId="{191DDA98-5381-4928-84F3-86A653F4F99A}" dt="2025-09-02T21:34:10.185" v="12868" actId="1076"/>
          <ac:spMkLst>
            <pc:docMk/>
            <pc:sldMk cId="4007849610" sldId="2147479103"/>
            <ac:spMk id="10" creationId="{A8FB925B-50E4-5450-A0AF-40EA12232ECA}"/>
          </ac:spMkLst>
        </pc:spChg>
        <pc:spChg chg="mod">
          <ac:chgData name="Parth Walia" userId="63003097-9a48-4653-90c0-3372deb9525c" providerId="ADAL" clId="{191DDA98-5381-4928-84F3-86A653F4F99A}" dt="2025-09-02T21:34:10.185" v="12868" actId="1076"/>
          <ac:spMkLst>
            <pc:docMk/>
            <pc:sldMk cId="4007849610" sldId="2147479103"/>
            <ac:spMk id="20" creationId="{249FC3FA-3680-4BF8-A554-F1DAAF62F2BB}"/>
          </ac:spMkLst>
        </pc:spChg>
        <pc:grpChg chg="mod">
          <ac:chgData name="Parth Walia" userId="63003097-9a48-4653-90c0-3372deb9525c" providerId="ADAL" clId="{191DDA98-5381-4928-84F3-86A653F4F99A}" dt="2025-09-02T21:34:10.185" v="12868" actId="1076"/>
          <ac:grpSpMkLst>
            <pc:docMk/>
            <pc:sldMk cId="4007849610" sldId="2147479103"/>
            <ac:grpSpMk id="11" creationId="{53A01D37-8571-AD1F-0302-94D483697F27}"/>
          </ac:grpSpMkLst>
        </pc:grpChg>
        <pc:grpChg chg="mod">
          <ac:chgData name="Parth Walia" userId="63003097-9a48-4653-90c0-3372deb9525c" providerId="ADAL" clId="{191DDA98-5381-4928-84F3-86A653F4F99A}" dt="2025-09-02T21:34:10.185" v="12868" actId="1076"/>
          <ac:grpSpMkLst>
            <pc:docMk/>
            <pc:sldMk cId="4007849610" sldId="2147479103"/>
            <ac:grpSpMk id="24" creationId="{E6CB1A4D-4589-F4EE-A16E-7C75B5875633}"/>
          </ac:grpSpMkLst>
        </pc:grpChg>
        <pc:graphicFrameChg chg="mod">
          <ac:chgData name="Parth Walia" userId="63003097-9a48-4653-90c0-3372deb9525c" providerId="ADAL" clId="{191DDA98-5381-4928-84F3-86A653F4F99A}" dt="2025-09-02T21:34:10.185" v="12868" actId="1076"/>
          <ac:graphicFrameMkLst>
            <pc:docMk/>
            <pc:sldMk cId="4007849610" sldId="2147479103"/>
            <ac:graphicFrameMk id="4" creationId="{0C30BA88-42AD-F5D3-6A92-11B2C9C7AEB0}"/>
          </ac:graphicFrameMkLst>
        </pc:graphicFrameChg>
        <pc:graphicFrameChg chg="mod">
          <ac:chgData name="Parth Walia" userId="63003097-9a48-4653-90c0-3372deb9525c" providerId="ADAL" clId="{191DDA98-5381-4928-84F3-86A653F4F99A}" dt="2025-09-02T21:34:10.185" v="12868" actId="1076"/>
          <ac:graphicFrameMkLst>
            <pc:docMk/>
            <pc:sldMk cId="4007849610" sldId="2147479103"/>
            <ac:graphicFrameMk id="18" creationId="{24DC42A8-9101-2F60-8D19-C17BED0AD9EC}"/>
          </ac:graphicFrameMkLst>
        </pc:graphicFrameChg>
        <pc:picChg chg="mod">
          <ac:chgData name="Parth Walia" userId="63003097-9a48-4653-90c0-3372deb9525c" providerId="ADAL" clId="{191DDA98-5381-4928-84F3-86A653F4F99A}" dt="2025-09-02T21:34:10.185" v="12868" actId="1076"/>
          <ac:picMkLst>
            <pc:docMk/>
            <pc:sldMk cId="4007849610" sldId="2147479103"/>
            <ac:picMk id="1026" creationId="{196576FA-DC78-AF7C-F48F-6B68450B15E7}"/>
          </ac:picMkLst>
        </pc:picChg>
        <pc:picChg chg="mod">
          <ac:chgData name="Parth Walia" userId="63003097-9a48-4653-90c0-3372deb9525c" providerId="ADAL" clId="{191DDA98-5381-4928-84F3-86A653F4F99A}" dt="2025-09-02T21:34:10.185" v="12868" actId="1076"/>
          <ac:picMkLst>
            <pc:docMk/>
            <pc:sldMk cId="4007849610" sldId="2147479103"/>
            <ac:picMk id="1028" creationId="{60A64804-4E04-7002-435D-867F402CA7D4}"/>
          </ac:picMkLst>
        </pc:picChg>
      </pc:sldChg>
      <pc:sldChg chg="addSp delSp modSp add del mod ord">
        <pc:chgData name="Parth Walia" userId="63003097-9a48-4653-90c0-3372deb9525c" providerId="ADAL" clId="{191DDA98-5381-4928-84F3-86A653F4F99A}" dt="2025-09-02T21:32:21.823" v="12845" actId="2696"/>
        <pc:sldMkLst>
          <pc:docMk/>
          <pc:sldMk cId="4136219372" sldId="2147479103"/>
        </pc:sldMkLst>
      </pc:sldChg>
      <pc:sldChg chg="add del">
        <pc:chgData name="Parth Walia" userId="63003097-9a48-4653-90c0-3372deb9525c" providerId="ADAL" clId="{191DDA98-5381-4928-84F3-86A653F4F99A}" dt="2025-09-02T21:32:28.868" v="12847"/>
        <pc:sldMkLst>
          <pc:docMk/>
          <pc:sldMk cId="2951939876" sldId="2147479104"/>
        </pc:sldMkLst>
      </pc:sldChg>
      <pc:sldChg chg="addSp delSp modSp add mod">
        <pc:chgData name="Parth Walia" userId="63003097-9a48-4653-90c0-3372deb9525c" providerId="ADAL" clId="{191DDA98-5381-4928-84F3-86A653F4F99A}" dt="2025-09-03T13:10:09.195" v="15767" actId="948"/>
        <pc:sldMkLst>
          <pc:docMk/>
          <pc:sldMk cId="3093563939" sldId="2147479104"/>
        </pc:sldMkLst>
        <pc:spChg chg="mod">
          <ac:chgData name="Parth Walia" userId="63003097-9a48-4653-90c0-3372deb9525c" providerId="ADAL" clId="{191DDA98-5381-4928-84F3-86A653F4F99A}" dt="2025-09-02T21:34:34.380" v="12912" actId="1076"/>
          <ac:spMkLst>
            <pc:docMk/>
            <pc:sldMk cId="3093563939" sldId="2147479104"/>
            <ac:spMk id="10" creationId="{C3F2157F-431C-E65B-CC45-FA65E0D044F2}"/>
          </ac:spMkLst>
        </pc:spChg>
        <pc:spChg chg="mod">
          <ac:chgData name="Parth Walia" userId="63003097-9a48-4653-90c0-3372deb9525c" providerId="ADAL" clId="{191DDA98-5381-4928-84F3-86A653F4F99A}" dt="2025-09-02T21:34:34.380" v="12912" actId="1076"/>
          <ac:spMkLst>
            <pc:docMk/>
            <pc:sldMk cId="3093563939" sldId="2147479104"/>
            <ac:spMk id="12" creationId="{4D5648D6-A372-0CA7-05EE-1DB7091FF522}"/>
          </ac:spMkLst>
        </pc:spChg>
        <pc:spChg chg="mod">
          <ac:chgData name="Parth Walia" userId="63003097-9a48-4653-90c0-3372deb9525c" providerId="ADAL" clId="{191DDA98-5381-4928-84F3-86A653F4F99A}" dt="2025-09-02T21:34:34.380" v="12912" actId="1076"/>
          <ac:spMkLst>
            <pc:docMk/>
            <pc:sldMk cId="3093563939" sldId="2147479104"/>
            <ac:spMk id="16" creationId="{40215F5B-3686-8B26-22FB-48A6985F573A}"/>
          </ac:spMkLst>
        </pc:spChg>
        <pc:spChg chg="mod">
          <ac:chgData name="Parth Walia" userId="63003097-9a48-4653-90c0-3372deb9525c" providerId="ADAL" clId="{191DDA98-5381-4928-84F3-86A653F4F99A}" dt="2025-09-02T21:34:34.380" v="12912" actId="1076"/>
          <ac:spMkLst>
            <pc:docMk/>
            <pc:sldMk cId="3093563939" sldId="2147479104"/>
            <ac:spMk id="20" creationId="{CB139614-2885-4788-E243-61E00B1882C3}"/>
          </ac:spMkLst>
        </pc:spChg>
        <pc:spChg chg="mod">
          <ac:chgData name="Parth Walia" userId="63003097-9a48-4653-90c0-3372deb9525c" providerId="ADAL" clId="{191DDA98-5381-4928-84F3-86A653F4F99A}" dt="2025-09-03T13:10:09.195" v="15767" actId="948"/>
          <ac:spMkLst>
            <pc:docMk/>
            <pc:sldMk cId="3093563939" sldId="2147479104"/>
            <ac:spMk id="41" creationId="{B2F71417-8097-6F61-8157-FE6F8CFE6E13}"/>
          </ac:spMkLst>
        </pc:spChg>
        <pc:graphicFrameChg chg="mod">
          <ac:chgData name="Parth Walia" userId="63003097-9a48-4653-90c0-3372deb9525c" providerId="ADAL" clId="{191DDA98-5381-4928-84F3-86A653F4F99A}" dt="2025-09-02T21:34:34.380" v="12912" actId="1076"/>
          <ac:graphicFrameMkLst>
            <pc:docMk/>
            <pc:sldMk cId="3093563939" sldId="2147479104"/>
            <ac:graphicFrameMk id="4" creationId="{1987D761-3617-5ED2-0733-57F4780117A0}"/>
          </ac:graphicFrameMkLst>
        </pc:graphicFrameChg>
        <pc:graphicFrameChg chg="mod">
          <ac:chgData name="Parth Walia" userId="63003097-9a48-4653-90c0-3372deb9525c" providerId="ADAL" clId="{191DDA98-5381-4928-84F3-86A653F4F99A}" dt="2025-09-02T21:34:34.380" v="12912" actId="1076"/>
          <ac:graphicFrameMkLst>
            <pc:docMk/>
            <pc:sldMk cId="3093563939" sldId="2147479104"/>
            <ac:graphicFrameMk id="8" creationId="{737EB2C6-DCB6-48C8-54C5-4CF609E5A423}"/>
          </ac:graphicFrameMkLst>
        </pc:graphicFrameChg>
        <pc:picChg chg="mod">
          <ac:chgData name="Parth Walia" userId="63003097-9a48-4653-90c0-3372deb9525c" providerId="ADAL" clId="{191DDA98-5381-4928-84F3-86A653F4F99A}" dt="2025-09-02T21:34:34.380" v="12912" actId="1076"/>
          <ac:picMkLst>
            <pc:docMk/>
            <pc:sldMk cId="3093563939" sldId="2147479104"/>
            <ac:picMk id="33" creationId="{DD41B957-D28F-3668-0626-D3D97099FCAE}"/>
          </ac:picMkLst>
        </pc:picChg>
        <pc:picChg chg="mod">
          <ac:chgData name="Parth Walia" userId="63003097-9a48-4653-90c0-3372deb9525c" providerId="ADAL" clId="{191DDA98-5381-4928-84F3-86A653F4F99A}" dt="2025-09-02T21:34:34.380" v="12912" actId="1076"/>
          <ac:picMkLst>
            <pc:docMk/>
            <pc:sldMk cId="3093563939" sldId="2147479104"/>
            <ac:picMk id="2050" creationId="{67A09DF3-E610-9C48-A4A4-43D03F491050}"/>
          </ac:picMkLst>
        </pc:picChg>
        <pc:picChg chg="mod">
          <ac:chgData name="Parth Walia" userId="63003097-9a48-4653-90c0-3372deb9525c" providerId="ADAL" clId="{191DDA98-5381-4928-84F3-86A653F4F99A}" dt="2025-09-02T21:34:34.380" v="12912" actId="1076"/>
          <ac:picMkLst>
            <pc:docMk/>
            <pc:sldMk cId="3093563939" sldId="2147479104"/>
            <ac:picMk id="2052" creationId="{53402007-8B02-9232-9D9B-CA04A35742C6}"/>
          </ac:picMkLst>
        </pc:picChg>
        <pc:picChg chg="mod">
          <ac:chgData name="Parth Walia" userId="63003097-9a48-4653-90c0-3372deb9525c" providerId="ADAL" clId="{191DDA98-5381-4928-84F3-86A653F4F99A}" dt="2025-09-02T21:34:34.380" v="12912" actId="1076"/>
          <ac:picMkLst>
            <pc:docMk/>
            <pc:sldMk cId="3093563939" sldId="2147479104"/>
            <ac:picMk id="2054" creationId="{6664E483-59BD-716B-66AB-E435F0919D06}"/>
          </ac:picMkLst>
        </pc:picChg>
      </pc:sldChg>
      <pc:sldChg chg="addSp delSp modSp add del mod">
        <pc:chgData name="Parth Walia" userId="63003097-9a48-4653-90c0-3372deb9525c" providerId="ADAL" clId="{191DDA98-5381-4928-84F3-86A653F4F99A}" dt="2025-09-02T21:32:21.823" v="12845" actId="2696"/>
        <pc:sldMkLst>
          <pc:docMk/>
          <pc:sldMk cId="3095676069" sldId="2147479104"/>
        </pc:sldMkLst>
      </pc:sldChg>
      <pc:sldChg chg="modSp add del mod ord">
        <pc:chgData name="Parth Walia" userId="63003097-9a48-4653-90c0-3372deb9525c" providerId="ADAL" clId="{191DDA98-5381-4928-84F3-86A653F4F99A}" dt="2025-08-19T11:30:04.928" v="1331" actId="2696"/>
        <pc:sldMkLst>
          <pc:docMk/>
          <pc:sldMk cId="1499500407" sldId="2147479105"/>
        </pc:sldMkLst>
      </pc:sldChg>
      <pc:sldChg chg="addSp delSp modSp add mod">
        <pc:chgData name="Parth Walia" userId="63003097-9a48-4653-90c0-3372deb9525c" providerId="ADAL" clId="{191DDA98-5381-4928-84F3-86A653F4F99A}" dt="2025-09-03T13:10:13.744" v="15768" actId="948"/>
        <pc:sldMkLst>
          <pc:docMk/>
          <pc:sldMk cId="2633759914" sldId="2147479105"/>
        </pc:sldMkLst>
        <pc:spChg chg="mod">
          <ac:chgData name="Parth Walia" userId="63003097-9a48-4653-90c0-3372deb9525c" providerId="ADAL" clId="{191DDA98-5381-4928-84F3-86A653F4F99A}" dt="2025-09-03T13:10:13.744" v="15768" actId="948"/>
          <ac:spMkLst>
            <pc:docMk/>
            <pc:sldMk cId="2633759914" sldId="2147479105"/>
            <ac:spMk id="2" creationId="{8D386604-225D-5938-7C0E-F0BBB824A306}"/>
          </ac:spMkLst>
        </pc:spChg>
        <pc:spChg chg="mod">
          <ac:chgData name="Parth Walia" userId="63003097-9a48-4653-90c0-3372deb9525c" providerId="ADAL" clId="{191DDA98-5381-4928-84F3-86A653F4F99A}" dt="2025-09-02T21:34:52.639" v="12913" actId="1076"/>
          <ac:spMkLst>
            <pc:docMk/>
            <pc:sldMk cId="2633759914" sldId="2147479105"/>
            <ac:spMk id="3" creationId="{D53AA171-93BD-114B-7B1F-72D5D8135F81}"/>
          </ac:spMkLst>
        </pc:spChg>
        <pc:spChg chg="mod">
          <ac:chgData name="Parth Walia" userId="63003097-9a48-4653-90c0-3372deb9525c" providerId="ADAL" clId="{191DDA98-5381-4928-84F3-86A653F4F99A}" dt="2025-09-02T21:34:52.639" v="12913" actId="1076"/>
          <ac:spMkLst>
            <pc:docMk/>
            <pc:sldMk cId="2633759914" sldId="2147479105"/>
            <ac:spMk id="10" creationId="{4AE26706-5ED9-BB94-AD24-00E47A833172}"/>
          </ac:spMkLst>
        </pc:spChg>
        <pc:spChg chg="mod">
          <ac:chgData name="Parth Walia" userId="63003097-9a48-4653-90c0-3372deb9525c" providerId="ADAL" clId="{191DDA98-5381-4928-84F3-86A653F4F99A}" dt="2025-09-02T21:34:52.639" v="12913" actId="1076"/>
          <ac:spMkLst>
            <pc:docMk/>
            <pc:sldMk cId="2633759914" sldId="2147479105"/>
            <ac:spMk id="16" creationId="{EC1A81F7-9737-E82F-4D54-464F815E3031}"/>
          </ac:spMkLst>
        </pc:spChg>
        <pc:spChg chg="mod">
          <ac:chgData name="Parth Walia" userId="63003097-9a48-4653-90c0-3372deb9525c" providerId="ADAL" clId="{191DDA98-5381-4928-84F3-86A653F4F99A}" dt="2025-09-02T21:34:52.639" v="12913" actId="1076"/>
          <ac:spMkLst>
            <pc:docMk/>
            <pc:sldMk cId="2633759914" sldId="2147479105"/>
            <ac:spMk id="20" creationId="{1FED6CDE-2229-C16A-D2B2-D851DB8DE84A}"/>
          </ac:spMkLst>
        </pc:spChg>
        <pc:graphicFrameChg chg="mod">
          <ac:chgData name="Parth Walia" userId="63003097-9a48-4653-90c0-3372deb9525c" providerId="ADAL" clId="{191DDA98-5381-4928-84F3-86A653F4F99A}" dt="2025-09-02T21:34:52.639" v="12913" actId="1076"/>
          <ac:graphicFrameMkLst>
            <pc:docMk/>
            <pc:sldMk cId="2633759914" sldId="2147479105"/>
            <ac:graphicFrameMk id="4" creationId="{C394798C-E124-AAF2-81C8-0BFB43C75487}"/>
          </ac:graphicFrameMkLst>
        </pc:graphicFrameChg>
        <pc:graphicFrameChg chg="mod">
          <ac:chgData name="Parth Walia" userId="63003097-9a48-4653-90c0-3372deb9525c" providerId="ADAL" clId="{191DDA98-5381-4928-84F3-86A653F4F99A}" dt="2025-09-02T21:34:52.639" v="12913" actId="1076"/>
          <ac:graphicFrameMkLst>
            <pc:docMk/>
            <pc:sldMk cId="2633759914" sldId="2147479105"/>
            <ac:graphicFrameMk id="14" creationId="{D7F07CC6-2081-C95D-4165-955AD53FDD32}"/>
          </ac:graphicFrameMkLst>
        </pc:graphicFrameChg>
        <pc:graphicFrameChg chg="mod">
          <ac:chgData name="Parth Walia" userId="63003097-9a48-4653-90c0-3372deb9525c" providerId="ADAL" clId="{191DDA98-5381-4928-84F3-86A653F4F99A}" dt="2025-09-02T21:34:52.639" v="12913" actId="1076"/>
          <ac:graphicFrameMkLst>
            <pc:docMk/>
            <pc:sldMk cId="2633759914" sldId="2147479105"/>
            <ac:graphicFrameMk id="18" creationId="{4950E9C1-EC51-A76A-9E05-0F51219E7D9C}"/>
          </ac:graphicFrameMkLst>
        </pc:graphicFrameChg>
        <pc:picChg chg="mod">
          <ac:chgData name="Parth Walia" userId="63003097-9a48-4653-90c0-3372deb9525c" providerId="ADAL" clId="{191DDA98-5381-4928-84F3-86A653F4F99A}" dt="2025-09-02T21:34:52.639" v="12913" actId="1076"/>
          <ac:picMkLst>
            <pc:docMk/>
            <pc:sldMk cId="2633759914" sldId="2147479105"/>
            <ac:picMk id="1026" creationId="{E16A28CD-781D-8D4D-8EC8-693BD744D36E}"/>
          </ac:picMkLst>
        </pc:picChg>
        <pc:picChg chg="mod">
          <ac:chgData name="Parth Walia" userId="63003097-9a48-4653-90c0-3372deb9525c" providerId="ADAL" clId="{191DDA98-5381-4928-84F3-86A653F4F99A}" dt="2025-09-02T21:34:52.639" v="12913" actId="1076"/>
          <ac:picMkLst>
            <pc:docMk/>
            <pc:sldMk cId="2633759914" sldId="2147479105"/>
            <ac:picMk id="1028" creationId="{01E79F5D-B4D5-9311-DF21-AB0630763E0A}"/>
          </ac:picMkLst>
        </pc:picChg>
        <pc:picChg chg="mod">
          <ac:chgData name="Parth Walia" userId="63003097-9a48-4653-90c0-3372deb9525c" providerId="ADAL" clId="{191DDA98-5381-4928-84F3-86A653F4F99A}" dt="2025-09-02T21:34:52.639" v="12913" actId="1076"/>
          <ac:picMkLst>
            <pc:docMk/>
            <pc:sldMk cId="2633759914" sldId="2147479105"/>
            <ac:picMk id="2054" creationId="{2F37A20A-B11A-27D0-530F-DC036E14A55A}"/>
          </ac:picMkLst>
        </pc:picChg>
      </pc:sldChg>
      <pc:sldChg chg="add del">
        <pc:chgData name="Parth Walia" userId="63003097-9a48-4653-90c0-3372deb9525c" providerId="ADAL" clId="{191DDA98-5381-4928-84F3-86A653F4F99A}" dt="2025-09-02T21:32:28.868" v="12847"/>
        <pc:sldMkLst>
          <pc:docMk/>
          <pc:sldMk cId="3781742156" sldId="2147479105"/>
        </pc:sldMkLst>
      </pc:sldChg>
      <pc:sldChg chg="addSp delSp modSp add del mod ord">
        <pc:chgData name="Parth Walia" userId="63003097-9a48-4653-90c0-3372deb9525c" providerId="ADAL" clId="{191DDA98-5381-4928-84F3-86A653F4F99A}" dt="2025-09-02T21:32:21.823" v="12845" actId="2696"/>
        <pc:sldMkLst>
          <pc:docMk/>
          <pc:sldMk cId="4096197538" sldId="2147479105"/>
        </pc:sldMkLst>
      </pc:sldChg>
      <pc:sldChg chg="add del">
        <pc:chgData name="Parth Walia" userId="63003097-9a48-4653-90c0-3372deb9525c" providerId="ADAL" clId="{191DDA98-5381-4928-84F3-86A653F4F99A}" dt="2025-09-02T21:32:28.868" v="12847"/>
        <pc:sldMkLst>
          <pc:docMk/>
          <pc:sldMk cId="1169161597" sldId="2147479106"/>
        </pc:sldMkLst>
      </pc:sldChg>
      <pc:sldChg chg="addSp delSp modSp add del mod ord">
        <pc:chgData name="Parth Walia" userId="63003097-9a48-4653-90c0-3372deb9525c" providerId="ADAL" clId="{191DDA98-5381-4928-84F3-86A653F4F99A}" dt="2025-09-02T21:32:21.823" v="12845" actId="2696"/>
        <pc:sldMkLst>
          <pc:docMk/>
          <pc:sldMk cId="2333145662" sldId="2147479106"/>
        </pc:sldMkLst>
      </pc:sldChg>
      <pc:sldChg chg="addSp delSp modSp add mod">
        <pc:chgData name="Parth Walia" userId="63003097-9a48-4653-90c0-3372deb9525c" providerId="ADAL" clId="{191DDA98-5381-4928-84F3-86A653F4F99A}" dt="2025-09-03T13:10:18.167" v="15769" actId="948"/>
        <pc:sldMkLst>
          <pc:docMk/>
          <pc:sldMk cId="3621718353" sldId="2147479106"/>
        </pc:sldMkLst>
        <pc:spChg chg="mod">
          <ac:chgData name="Parth Walia" userId="63003097-9a48-4653-90c0-3372deb9525c" providerId="ADAL" clId="{191DDA98-5381-4928-84F3-86A653F4F99A}" dt="2025-09-02T21:35:09.979" v="12914" actId="1076"/>
          <ac:spMkLst>
            <pc:docMk/>
            <pc:sldMk cId="3621718353" sldId="2147479106"/>
            <ac:spMk id="9" creationId="{3539FCE9-A9FE-D42E-90D5-57189735A379}"/>
          </ac:spMkLst>
        </pc:spChg>
        <pc:spChg chg="mod">
          <ac:chgData name="Parth Walia" userId="63003097-9a48-4653-90c0-3372deb9525c" providerId="ADAL" clId="{191DDA98-5381-4928-84F3-86A653F4F99A}" dt="2025-09-02T21:35:09.979" v="12914" actId="1076"/>
          <ac:spMkLst>
            <pc:docMk/>
            <pc:sldMk cId="3621718353" sldId="2147479106"/>
            <ac:spMk id="12" creationId="{BC92BB1B-E987-7E61-38ED-B8DA97B57903}"/>
          </ac:spMkLst>
        </pc:spChg>
        <pc:spChg chg="mod">
          <ac:chgData name="Parth Walia" userId="63003097-9a48-4653-90c0-3372deb9525c" providerId="ADAL" clId="{191DDA98-5381-4928-84F3-86A653F4F99A}" dt="2025-09-02T21:35:09.979" v="12914" actId="1076"/>
          <ac:spMkLst>
            <pc:docMk/>
            <pc:sldMk cId="3621718353" sldId="2147479106"/>
            <ac:spMk id="20" creationId="{AA9EAC91-2842-120A-AE84-DEF4433C85F8}"/>
          </ac:spMkLst>
        </pc:spChg>
        <pc:spChg chg="mod">
          <ac:chgData name="Parth Walia" userId="63003097-9a48-4653-90c0-3372deb9525c" providerId="ADAL" clId="{191DDA98-5381-4928-84F3-86A653F4F99A}" dt="2025-09-03T13:10:18.167" v="15769" actId="948"/>
          <ac:spMkLst>
            <pc:docMk/>
            <pc:sldMk cId="3621718353" sldId="2147479106"/>
            <ac:spMk id="41" creationId="{0998868C-ABAF-E9A6-8283-0915F016EB76}"/>
          </ac:spMkLst>
        </pc:spChg>
        <pc:grpChg chg="mod">
          <ac:chgData name="Parth Walia" userId="63003097-9a48-4653-90c0-3372deb9525c" providerId="ADAL" clId="{191DDA98-5381-4928-84F3-86A653F4F99A}" dt="2025-09-02T21:35:09.979" v="12914" actId="1076"/>
          <ac:grpSpMkLst>
            <pc:docMk/>
            <pc:sldMk cId="3621718353" sldId="2147479106"/>
            <ac:grpSpMk id="31" creationId="{6F33115C-4DB6-5CA8-447F-2D709839751A}"/>
          </ac:grpSpMkLst>
        </pc:grpChg>
        <pc:graphicFrameChg chg="mod">
          <ac:chgData name="Parth Walia" userId="63003097-9a48-4653-90c0-3372deb9525c" providerId="ADAL" clId="{191DDA98-5381-4928-84F3-86A653F4F99A}" dt="2025-09-02T21:35:09.979" v="12914" actId="1076"/>
          <ac:graphicFrameMkLst>
            <pc:docMk/>
            <pc:sldMk cId="3621718353" sldId="2147479106"/>
            <ac:graphicFrameMk id="2" creationId="{35D5190D-8FA1-23AE-A657-4A6C1957EE6D}"/>
          </ac:graphicFrameMkLst>
        </pc:graphicFrameChg>
        <pc:graphicFrameChg chg="mod">
          <ac:chgData name="Parth Walia" userId="63003097-9a48-4653-90c0-3372deb9525c" providerId="ADAL" clId="{191DDA98-5381-4928-84F3-86A653F4F99A}" dt="2025-09-02T21:35:09.979" v="12914" actId="1076"/>
          <ac:graphicFrameMkLst>
            <pc:docMk/>
            <pc:sldMk cId="3621718353" sldId="2147479106"/>
            <ac:graphicFrameMk id="8" creationId="{D5435AFD-F657-5622-14BD-2926968CDA43}"/>
          </ac:graphicFrameMkLst>
        </pc:graphicFrameChg>
        <pc:graphicFrameChg chg="mod">
          <ac:chgData name="Parth Walia" userId="63003097-9a48-4653-90c0-3372deb9525c" providerId="ADAL" clId="{191DDA98-5381-4928-84F3-86A653F4F99A}" dt="2025-09-02T21:35:09.979" v="12914" actId="1076"/>
          <ac:graphicFrameMkLst>
            <pc:docMk/>
            <pc:sldMk cId="3621718353" sldId="2147479106"/>
            <ac:graphicFrameMk id="18" creationId="{5C154106-FD41-272F-A630-3B1B5355C1B2}"/>
          </ac:graphicFrameMkLst>
        </pc:graphicFrameChg>
        <pc:picChg chg="mod">
          <ac:chgData name="Parth Walia" userId="63003097-9a48-4653-90c0-3372deb9525c" providerId="ADAL" clId="{191DDA98-5381-4928-84F3-86A653F4F99A}" dt="2025-09-02T21:35:09.979" v="12914" actId="1076"/>
          <ac:picMkLst>
            <pc:docMk/>
            <pc:sldMk cId="3621718353" sldId="2147479106"/>
            <ac:picMk id="11" creationId="{F815E294-BCF1-6DF5-561C-A4A83E0FD2DD}"/>
          </ac:picMkLst>
        </pc:picChg>
        <pc:picChg chg="mod">
          <ac:chgData name="Parth Walia" userId="63003097-9a48-4653-90c0-3372deb9525c" providerId="ADAL" clId="{191DDA98-5381-4928-84F3-86A653F4F99A}" dt="2025-09-02T21:35:09.979" v="12914" actId="1076"/>
          <ac:picMkLst>
            <pc:docMk/>
            <pc:sldMk cId="3621718353" sldId="2147479106"/>
            <ac:picMk id="33" creationId="{1B7708EC-5A66-DB7B-B837-3C6844BCD785}"/>
          </ac:picMkLst>
        </pc:picChg>
        <pc:picChg chg="mod">
          <ac:chgData name="Parth Walia" userId="63003097-9a48-4653-90c0-3372deb9525c" providerId="ADAL" clId="{191DDA98-5381-4928-84F3-86A653F4F99A}" dt="2025-09-02T21:35:09.979" v="12914" actId="1076"/>
          <ac:picMkLst>
            <pc:docMk/>
            <pc:sldMk cId="3621718353" sldId="2147479106"/>
            <ac:picMk id="2052" creationId="{07D6CA16-4516-EECD-43FD-5772055A206C}"/>
          </ac:picMkLst>
        </pc:picChg>
      </pc:sldChg>
      <pc:sldChg chg="addSp delSp modSp new mod">
        <pc:chgData name="Parth Walia" userId="63003097-9a48-4653-90c0-3372deb9525c" providerId="ADAL" clId="{191DDA98-5381-4928-84F3-86A653F4F99A}" dt="2025-08-19T12:24:18.498" v="1684" actId="14100"/>
        <pc:sldMkLst>
          <pc:docMk/>
          <pc:sldMk cId="745218940" sldId="2147479107"/>
        </pc:sldMkLst>
        <pc:spChg chg="mod">
          <ac:chgData name="Parth Walia" userId="63003097-9a48-4653-90c0-3372deb9525c" providerId="ADAL" clId="{191DDA98-5381-4928-84F3-86A653F4F99A}" dt="2025-08-19T12:17:20.183" v="1578"/>
          <ac:spMkLst>
            <pc:docMk/>
            <pc:sldMk cId="745218940" sldId="2147479107"/>
            <ac:spMk id="2" creationId="{323A1842-C337-BB22-D5D3-88F2962830D4}"/>
          </ac:spMkLst>
        </pc:spChg>
        <pc:spChg chg="mod">
          <ac:chgData name="Parth Walia" userId="63003097-9a48-4653-90c0-3372deb9525c" providerId="ADAL" clId="{191DDA98-5381-4928-84F3-86A653F4F99A}" dt="2025-08-19T12:23:10.012" v="1646" actId="12788"/>
          <ac:spMkLst>
            <pc:docMk/>
            <pc:sldMk cId="745218940" sldId="2147479107"/>
            <ac:spMk id="10" creationId="{24148BD0-0DA3-E138-CC46-F59A550E4D1E}"/>
          </ac:spMkLst>
        </pc:spChg>
        <pc:spChg chg="mod">
          <ac:chgData name="Parth Walia" userId="63003097-9a48-4653-90c0-3372deb9525c" providerId="ADAL" clId="{191DDA98-5381-4928-84F3-86A653F4F99A}" dt="2025-08-19T12:23:14.447" v="1647" actId="12788"/>
          <ac:spMkLst>
            <pc:docMk/>
            <pc:sldMk cId="745218940" sldId="2147479107"/>
            <ac:spMk id="12" creationId="{56C7C5B3-ECB6-6DCE-FEC0-FEA761DCBD23}"/>
          </ac:spMkLst>
        </pc:spChg>
        <pc:spChg chg="mod">
          <ac:chgData name="Parth Walia" userId="63003097-9a48-4653-90c0-3372deb9525c" providerId="ADAL" clId="{191DDA98-5381-4928-84F3-86A653F4F99A}" dt="2025-08-19T12:17:44.848" v="1586" actId="165"/>
          <ac:spMkLst>
            <pc:docMk/>
            <pc:sldMk cId="745218940" sldId="2147479107"/>
            <ac:spMk id="32" creationId="{4E93B249-3BF0-14F3-A25C-E150E2BF7EF4}"/>
          </ac:spMkLst>
        </pc:spChg>
        <pc:spChg chg="mod">
          <ac:chgData name="Parth Walia" userId="63003097-9a48-4653-90c0-3372deb9525c" providerId="ADAL" clId="{191DDA98-5381-4928-84F3-86A653F4F99A}" dt="2025-08-19T12:17:44.848" v="1586" actId="165"/>
          <ac:spMkLst>
            <pc:docMk/>
            <pc:sldMk cId="745218940" sldId="2147479107"/>
            <ac:spMk id="36" creationId="{41CE431C-9FB8-25C1-45DA-51383F32994D}"/>
          </ac:spMkLst>
        </pc:spChg>
        <pc:spChg chg="mod">
          <ac:chgData name="Parth Walia" userId="63003097-9a48-4653-90c0-3372deb9525c" providerId="ADAL" clId="{191DDA98-5381-4928-84F3-86A653F4F99A}" dt="2025-08-19T12:17:44.848" v="1586" actId="165"/>
          <ac:spMkLst>
            <pc:docMk/>
            <pc:sldMk cId="745218940" sldId="2147479107"/>
            <ac:spMk id="43" creationId="{56D4DA29-A905-80C7-7089-5DAB4C2C42C8}"/>
          </ac:spMkLst>
        </pc:spChg>
        <pc:spChg chg="mod">
          <ac:chgData name="Parth Walia" userId="63003097-9a48-4653-90c0-3372deb9525c" providerId="ADAL" clId="{191DDA98-5381-4928-84F3-86A653F4F99A}" dt="2025-08-19T12:17:44.848" v="1586" actId="165"/>
          <ac:spMkLst>
            <pc:docMk/>
            <pc:sldMk cId="745218940" sldId="2147479107"/>
            <ac:spMk id="44" creationId="{41092605-54EC-8F1A-E05B-8548001AA95D}"/>
          </ac:spMkLst>
        </pc:spChg>
        <pc:spChg chg="mod">
          <ac:chgData name="Parth Walia" userId="63003097-9a48-4653-90c0-3372deb9525c" providerId="ADAL" clId="{191DDA98-5381-4928-84F3-86A653F4F99A}" dt="2025-08-19T12:17:44.848" v="1586" actId="165"/>
          <ac:spMkLst>
            <pc:docMk/>
            <pc:sldMk cId="745218940" sldId="2147479107"/>
            <ac:spMk id="45" creationId="{1C888E1D-2B3A-08F9-E2B1-8AD97E5EA152}"/>
          </ac:spMkLst>
        </pc:spChg>
        <pc:spChg chg="mod">
          <ac:chgData name="Parth Walia" userId="63003097-9a48-4653-90c0-3372deb9525c" providerId="ADAL" clId="{191DDA98-5381-4928-84F3-86A653F4F99A}" dt="2025-08-19T12:17:44.848" v="1586" actId="165"/>
          <ac:spMkLst>
            <pc:docMk/>
            <pc:sldMk cId="745218940" sldId="2147479107"/>
            <ac:spMk id="55" creationId="{036DC4A3-7EE8-809A-2F16-F3EB5A58C676}"/>
          </ac:spMkLst>
        </pc:spChg>
        <pc:spChg chg="mod">
          <ac:chgData name="Parth Walia" userId="63003097-9a48-4653-90c0-3372deb9525c" providerId="ADAL" clId="{191DDA98-5381-4928-84F3-86A653F4F99A}" dt="2025-08-19T12:17:44.848" v="1586" actId="165"/>
          <ac:spMkLst>
            <pc:docMk/>
            <pc:sldMk cId="745218940" sldId="2147479107"/>
            <ac:spMk id="56" creationId="{960595BF-2E3D-1D2E-CF11-6EF67CA5B42F}"/>
          </ac:spMkLst>
        </pc:spChg>
        <pc:spChg chg="mod">
          <ac:chgData name="Parth Walia" userId="63003097-9a48-4653-90c0-3372deb9525c" providerId="ADAL" clId="{191DDA98-5381-4928-84F3-86A653F4F99A}" dt="2025-08-19T12:17:44.848" v="1586" actId="165"/>
          <ac:spMkLst>
            <pc:docMk/>
            <pc:sldMk cId="745218940" sldId="2147479107"/>
            <ac:spMk id="57" creationId="{77814172-09B8-CE63-F494-231B449DECEF}"/>
          </ac:spMkLst>
        </pc:spChg>
        <pc:spChg chg="mod">
          <ac:chgData name="Parth Walia" userId="63003097-9a48-4653-90c0-3372deb9525c" providerId="ADAL" clId="{191DDA98-5381-4928-84F3-86A653F4F99A}" dt="2025-08-19T12:17:44.848" v="1586" actId="165"/>
          <ac:spMkLst>
            <pc:docMk/>
            <pc:sldMk cId="745218940" sldId="2147479107"/>
            <ac:spMk id="60" creationId="{A77D0B91-A641-C5E6-87C3-88ED86E76DDC}"/>
          </ac:spMkLst>
        </pc:spChg>
        <pc:spChg chg="mod">
          <ac:chgData name="Parth Walia" userId="63003097-9a48-4653-90c0-3372deb9525c" providerId="ADAL" clId="{191DDA98-5381-4928-84F3-86A653F4F99A}" dt="2025-08-19T12:17:44.848" v="1586" actId="165"/>
          <ac:spMkLst>
            <pc:docMk/>
            <pc:sldMk cId="745218940" sldId="2147479107"/>
            <ac:spMk id="70" creationId="{15632B7F-0E9E-654D-001C-4B28A1A058D7}"/>
          </ac:spMkLst>
        </pc:spChg>
        <pc:spChg chg="mod">
          <ac:chgData name="Parth Walia" userId="63003097-9a48-4653-90c0-3372deb9525c" providerId="ADAL" clId="{191DDA98-5381-4928-84F3-86A653F4F99A}" dt="2025-08-19T12:24:18.498" v="1684" actId="14100"/>
          <ac:spMkLst>
            <pc:docMk/>
            <pc:sldMk cId="745218940" sldId="2147479107"/>
            <ac:spMk id="79" creationId="{3BC5197E-9F13-9964-2BF7-9F772C4BB4D5}"/>
          </ac:spMkLst>
        </pc:spChg>
        <pc:spChg chg="mod">
          <ac:chgData name="Parth Walia" userId="63003097-9a48-4653-90c0-3372deb9525c" providerId="ADAL" clId="{191DDA98-5381-4928-84F3-86A653F4F99A}" dt="2025-08-19T12:24:18.498" v="1684" actId="14100"/>
          <ac:spMkLst>
            <pc:docMk/>
            <pc:sldMk cId="745218940" sldId="2147479107"/>
            <ac:spMk id="80" creationId="{5AD31658-C5ED-B871-F577-60CFB61CEF60}"/>
          </ac:spMkLst>
        </pc:spChg>
        <pc:grpChg chg="mod">
          <ac:chgData name="Parth Walia" userId="63003097-9a48-4653-90c0-3372deb9525c" providerId="ADAL" clId="{191DDA98-5381-4928-84F3-86A653F4F99A}" dt="2025-08-19T12:23:31.545" v="1657" actId="12788"/>
          <ac:grpSpMkLst>
            <pc:docMk/>
            <pc:sldMk cId="745218940" sldId="2147479107"/>
            <ac:grpSpMk id="13" creationId="{BFB8563C-CDBC-FD8E-5A5A-532F0569C262}"/>
          </ac:grpSpMkLst>
        </pc:grpChg>
      </pc:sldChg>
      <pc:sldChg chg="addSp delSp modSp add del mod">
        <pc:chgData name="Parth Walia" userId="63003097-9a48-4653-90c0-3372deb9525c" providerId="ADAL" clId="{191DDA98-5381-4928-84F3-86A653F4F99A}" dt="2025-08-19T12:47:28.387" v="1961" actId="47"/>
        <pc:sldMkLst>
          <pc:docMk/>
          <pc:sldMk cId="928217514" sldId="2147479108"/>
        </pc:sldMkLst>
      </pc:sldChg>
      <pc:sldChg chg="addSp delSp modSp add mod">
        <pc:chgData name="Parth Walia" userId="63003097-9a48-4653-90c0-3372deb9525c" providerId="ADAL" clId="{191DDA98-5381-4928-84F3-86A653F4F99A}" dt="2025-09-03T13:02:16.674" v="15655" actId="207"/>
        <pc:sldMkLst>
          <pc:docMk/>
          <pc:sldMk cId="1968228704" sldId="2147479109"/>
        </pc:sldMkLst>
        <pc:spChg chg="add mod">
          <ac:chgData name="Parth Walia" userId="63003097-9a48-4653-90c0-3372deb9525c" providerId="ADAL" clId="{191DDA98-5381-4928-84F3-86A653F4F99A}" dt="2025-08-19T12:35:20.211" v="1808" actId="207"/>
          <ac:spMkLst>
            <pc:docMk/>
            <pc:sldMk cId="1968228704" sldId="2147479109"/>
            <ac:spMk id="3" creationId="{F92709AD-FDB3-A7B1-BD2B-7624ACE2C32A}"/>
          </ac:spMkLst>
        </pc:spChg>
        <pc:spChg chg="mod">
          <ac:chgData name="Parth Walia" userId="63003097-9a48-4653-90c0-3372deb9525c" providerId="ADAL" clId="{191DDA98-5381-4928-84F3-86A653F4F99A}" dt="2025-09-03T13:02:16.674" v="15655" actId="207"/>
          <ac:spMkLst>
            <pc:docMk/>
            <pc:sldMk cId="1968228704" sldId="2147479109"/>
            <ac:spMk id="7" creationId="{B710F14E-6292-211F-8206-A6E7428DD24C}"/>
          </ac:spMkLst>
        </pc:spChg>
        <pc:spChg chg="add mod">
          <ac:chgData name="Parth Walia" userId="63003097-9a48-4653-90c0-3372deb9525c" providerId="ADAL" clId="{191DDA98-5381-4928-84F3-86A653F4F99A}" dt="2025-08-19T12:35:20.211" v="1808" actId="207"/>
          <ac:spMkLst>
            <pc:docMk/>
            <pc:sldMk cId="1968228704" sldId="2147479109"/>
            <ac:spMk id="12" creationId="{990E3DE9-6DDE-E6B7-1F0C-31E79320FD68}"/>
          </ac:spMkLst>
        </pc:spChg>
        <pc:spChg chg="add mod">
          <ac:chgData name="Parth Walia" userId="63003097-9a48-4653-90c0-3372deb9525c" providerId="ADAL" clId="{191DDA98-5381-4928-84F3-86A653F4F99A}" dt="2025-08-19T12:39:11.423" v="1859" actId="1076"/>
          <ac:spMkLst>
            <pc:docMk/>
            <pc:sldMk cId="1968228704" sldId="2147479109"/>
            <ac:spMk id="13" creationId="{292F540D-9377-5CB1-6FCF-B322C09DEA77}"/>
          </ac:spMkLst>
        </pc:spChg>
        <pc:spChg chg="add mod">
          <ac:chgData name="Parth Walia" userId="63003097-9a48-4653-90c0-3372deb9525c" providerId="ADAL" clId="{191DDA98-5381-4928-84F3-86A653F4F99A}" dt="2025-08-19T12:39:47.843" v="1873" actId="3064"/>
          <ac:spMkLst>
            <pc:docMk/>
            <pc:sldMk cId="1968228704" sldId="2147479109"/>
            <ac:spMk id="18" creationId="{052618CF-F92D-303D-16C3-A538F0947A4D}"/>
          </ac:spMkLst>
        </pc:spChg>
        <pc:spChg chg="add mod">
          <ac:chgData name="Parth Walia" userId="63003097-9a48-4653-90c0-3372deb9525c" providerId="ADAL" clId="{191DDA98-5381-4928-84F3-86A653F4F99A}" dt="2025-08-19T12:39:47.843" v="1873" actId="3064"/>
          <ac:spMkLst>
            <pc:docMk/>
            <pc:sldMk cId="1968228704" sldId="2147479109"/>
            <ac:spMk id="19" creationId="{40388CDA-3F9A-4107-DEFF-93C07A7FC629}"/>
          </ac:spMkLst>
        </pc:spChg>
        <pc:spChg chg="add mod">
          <ac:chgData name="Parth Walia" userId="63003097-9a48-4653-90c0-3372deb9525c" providerId="ADAL" clId="{191DDA98-5381-4928-84F3-86A653F4F99A}" dt="2025-08-19T12:39:47.843" v="1873" actId="3064"/>
          <ac:spMkLst>
            <pc:docMk/>
            <pc:sldMk cId="1968228704" sldId="2147479109"/>
            <ac:spMk id="20" creationId="{0E3BE345-FFE2-153A-8DC4-F06D052DA0CB}"/>
          </ac:spMkLst>
        </pc:spChg>
        <pc:spChg chg="add mod">
          <ac:chgData name="Parth Walia" userId="63003097-9a48-4653-90c0-3372deb9525c" providerId="ADAL" clId="{191DDA98-5381-4928-84F3-86A653F4F99A}" dt="2025-08-19T12:39:47.843" v="1873" actId="3064"/>
          <ac:spMkLst>
            <pc:docMk/>
            <pc:sldMk cId="1968228704" sldId="2147479109"/>
            <ac:spMk id="21" creationId="{A24C8D83-A930-B86F-3868-1C4654A1941E}"/>
          </ac:spMkLst>
        </pc:spChg>
        <pc:spChg chg="add mod">
          <ac:chgData name="Parth Walia" userId="63003097-9a48-4653-90c0-3372deb9525c" providerId="ADAL" clId="{191DDA98-5381-4928-84F3-86A653F4F99A}" dt="2025-08-19T12:37:47.982" v="1846" actId="1076"/>
          <ac:spMkLst>
            <pc:docMk/>
            <pc:sldMk cId="1968228704" sldId="2147479109"/>
            <ac:spMk id="22" creationId="{2AC38AEA-0FFE-E98C-D413-4C6551228FCB}"/>
          </ac:spMkLst>
        </pc:spChg>
        <pc:spChg chg="add mod">
          <ac:chgData name="Parth Walia" userId="63003097-9a48-4653-90c0-3372deb9525c" providerId="ADAL" clId="{191DDA98-5381-4928-84F3-86A653F4F99A}" dt="2025-08-19T12:38:01.302" v="1847" actId="1076"/>
          <ac:spMkLst>
            <pc:docMk/>
            <pc:sldMk cId="1968228704" sldId="2147479109"/>
            <ac:spMk id="23" creationId="{8149AC37-FD28-36DB-83E9-E591108091EE}"/>
          </ac:spMkLst>
        </pc:spChg>
        <pc:spChg chg="add mod">
          <ac:chgData name="Parth Walia" userId="63003097-9a48-4653-90c0-3372deb9525c" providerId="ADAL" clId="{191DDA98-5381-4928-84F3-86A653F4F99A}" dt="2025-08-19T12:38:09.360" v="1848" actId="1076"/>
          <ac:spMkLst>
            <pc:docMk/>
            <pc:sldMk cId="1968228704" sldId="2147479109"/>
            <ac:spMk id="24" creationId="{19F2B82D-F13B-EEAC-EDCB-8ACB6B504DD5}"/>
          </ac:spMkLst>
        </pc:spChg>
        <pc:spChg chg="add mod">
          <ac:chgData name="Parth Walia" userId="63003097-9a48-4653-90c0-3372deb9525c" providerId="ADAL" clId="{191DDA98-5381-4928-84F3-86A653F4F99A}" dt="2025-08-19T12:39:52.230" v="1874" actId="3064"/>
          <ac:spMkLst>
            <pc:docMk/>
            <pc:sldMk cId="1968228704" sldId="2147479109"/>
            <ac:spMk id="25" creationId="{20FC0655-DD6A-6FFC-9B50-5E0DA53C7C96}"/>
          </ac:spMkLst>
        </pc:spChg>
        <pc:spChg chg="add mod">
          <ac:chgData name="Parth Walia" userId="63003097-9a48-4653-90c0-3372deb9525c" providerId="ADAL" clId="{191DDA98-5381-4928-84F3-86A653F4F99A}" dt="2025-08-19T12:40:39.553" v="1890" actId="1076"/>
          <ac:spMkLst>
            <pc:docMk/>
            <pc:sldMk cId="1968228704" sldId="2147479109"/>
            <ac:spMk id="26" creationId="{2DC505C4-B40E-7A66-3AE8-66280CA2608C}"/>
          </ac:spMkLst>
        </pc:spChg>
        <pc:spChg chg="add mod">
          <ac:chgData name="Parth Walia" userId="63003097-9a48-4653-90c0-3372deb9525c" providerId="ADAL" clId="{191DDA98-5381-4928-84F3-86A653F4F99A}" dt="2025-08-19T12:43:23.833" v="1895" actId="6549"/>
          <ac:spMkLst>
            <pc:docMk/>
            <pc:sldMk cId="1968228704" sldId="2147479109"/>
            <ac:spMk id="27" creationId="{9F7ABE97-15AF-2298-0199-2414F234586B}"/>
          </ac:spMkLst>
        </pc:spChg>
        <pc:spChg chg="add mod">
          <ac:chgData name="Parth Walia" userId="63003097-9a48-4653-90c0-3372deb9525c" providerId="ADAL" clId="{191DDA98-5381-4928-84F3-86A653F4F99A}" dt="2025-08-19T12:41:00.695" v="1893" actId="14100"/>
          <ac:spMkLst>
            <pc:docMk/>
            <pc:sldMk cId="1968228704" sldId="2147479109"/>
            <ac:spMk id="28" creationId="{DA4EAD85-A1D1-A25F-6D77-A631666BB2D6}"/>
          </ac:spMkLst>
        </pc:spChg>
        <pc:spChg chg="add mod ord">
          <ac:chgData name="Parth Walia" userId="63003097-9a48-4653-90c0-3372deb9525c" providerId="ADAL" clId="{191DDA98-5381-4928-84F3-86A653F4F99A}" dt="2025-08-19T12:52:36.228" v="2048" actId="166"/>
          <ac:spMkLst>
            <pc:docMk/>
            <pc:sldMk cId="1968228704" sldId="2147479109"/>
            <ac:spMk id="33" creationId="{12983B21-ED81-2B4B-70C2-065476911FE6}"/>
          </ac:spMkLst>
        </pc:spChg>
        <pc:spChg chg="add mod">
          <ac:chgData name="Parth Walia" userId="63003097-9a48-4653-90c0-3372deb9525c" providerId="ADAL" clId="{191DDA98-5381-4928-84F3-86A653F4F99A}" dt="2025-08-19T12:45:53.388" v="1934" actId="1076"/>
          <ac:spMkLst>
            <pc:docMk/>
            <pc:sldMk cId="1968228704" sldId="2147479109"/>
            <ac:spMk id="34" creationId="{7075138B-B226-7A06-B898-DFFA1EB5205C}"/>
          </ac:spMkLst>
        </pc:spChg>
        <pc:spChg chg="add mod">
          <ac:chgData name="Parth Walia" userId="63003097-9a48-4653-90c0-3372deb9525c" providerId="ADAL" clId="{191DDA98-5381-4928-84F3-86A653F4F99A}" dt="2025-08-19T12:48:04.716" v="1972" actId="1076"/>
          <ac:spMkLst>
            <pc:docMk/>
            <pc:sldMk cId="1968228704" sldId="2147479109"/>
            <ac:spMk id="36" creationId="{F71478E6-3D00-ADE8-B6F2-D13B01535513}"/>
          </ac:spMkLst>
        </pc:spChg>
        <pc:spChg chg="add mod">
          <ac:chgData name="Parth Walia" userId="63003097-9a48-4653-90c0-3372deb9525c" providerId="ADAL" clId="{191DDA98-5381-4928-84F3-86A653F4F99A}" dt="2025-08-19T12:50:26.410" v="2013" actId="1076"/>
          <ac:spMkLst>
            <pc:docMk/>
            <pc:sldMk cId="1968228704" sldId="2147479109"/>
            <ac:spMk id="38" creationId="{02E9A1D2-AE55-B513-8748-95B40CD2E0CA}"/>
          </ac:spMkLst>
        </pc:spChg>
        <pc:spChg chg="add mod">
          <ac:chgData name="Parth Walia" userId="63003097-9a48-4653-90c0-3372deb9525c" providerId="ADAL" clId="{191DDA98-5381-4928-84F3-86A653F4F99A}" dt="2025-08-19T12:50:20.373" v="2012" actId="1076"/>
          <ac:spMkLst>
            <pc:docMk/>
            <pc:sldMk cId="1968228704" sldId="2147479109"/>
            <ac:spMk id="39" creationId="{033C578D-1FEB-4551-4B64-342BF0F77551}"/>
          </ac:spMkLst>
        </pc:spChg>
        <pc:spChg chg="add mod">
          <ac:chgData name="Parth Walia" userId="63003097-9a48-4653-90c0-3372deb9525c" providerId="ADAL" clId="{191DDA98-5381-4928-84F3-86A653F4F99A}" dt="2025-08-19T12:49:41.487" v="2000" actId="1076"/>
          <ac:spMkLst>
            <pc:docMk/>
            <pc:sldMk cId="1968228704" sldId="2147479109"/>
            <ac:spMk id="40" creationId="{B1B5434D-6A91-D640-9D24-F8961EE625AD}"/>
          </ac:spMkLst>
        </pc:spChg>
        <pc:spChg chg="add mod">
          <ac:chgData name="Parth Walia" userId="63003097-9a48-4653-90c0-3372deb9525c" providerId="ADAL" clId="{191DDA98-5381-4928-84F3-86A653F4F99A}" dt="2025-08-19T12:50:36.431" v="2014" actId="1076"/>
          <ac:spMkLst>
            <pc:docMk/>
            <pc:sldMk cId="1968228704" sldId="2147479109"/>
            <ac:spMk id="41" creationId="{CB94163B-DE7B-A429-0E2A-AADAD42A0147}"/>
          </ac:spMkLst>
        </pc:spChg>
        <pc:spChg chg="add mod ord">
          <ac:chgData name="Parth Walia" userId="63003097-9a48-4653-90c0-3372deb9525c" providerId="ADAL" clId="{191DDA98-5381-4928-84F3-86A653F4F99A}" dt="2025-08-19T12:53:31.121" v="2062" actId="1076"/>
          <ac:spMkLst>
            <pc:docMk/>
            <pc:sldMk cId="1968228704" sldId="2147479109"/>
            <ac:spMk id="42" creationId="{42DA012A-AEAC-77EC-5ACA-CF462CDC7E2C}"/>
          </ac:spMkLst>
        </pc:spChg>
        <pc:spChg chg="add mod">
          <ac:chgData name="Parth Walia" userId="63003097-9a48-4653-90c0-3372deb9525c" providerId="ADAL" clId="{191DDA98-5381-4928-84F3-86A653F4F99A}" dt="2025-08-19T12:48:52.066" v="1992" actId="1076"/>
          <ac:spMkLst>
            <pc:docMk/>
            <pc:sldMk cId="1968228704" sldId="2147479109"/>
            <ac:spMk id="43" creationId="{FE7B257D-0BD4-D9BB-A77A-D1E60FA10D7D}"/>
          </ac:spMkLst>
        </pc:spChg>
        <pc:spChg chg="add mod">
          <ac:chgData name="Parth Walia" userId="63003097-9a48-4653-90c0-3372deb9525c" providerId="ADAL" clId="{191DDA98-5381-4928-84F3-86A653F4F99A}" dt="2025-08-19T12:50:48.108" v="2017" actId="1076"/>
          <ac:spMkLst>
            <pc:docMk/>
            <pc:sldMk cId="1968228704" sldId="2147479109"/>
            <ac:spMk id="44" creationId="{CB27003A-D759-82CF-8793-917E3B9B6FED}"/>
          </ac:spMkLst>
        </pc:spChg>
        <pc:spChg chg="add mod">
          <ac:chgData name="Parth Walia" userId="63003097-9a48-4653-90c0-3372deb9525c" providerId="ADAL" clId="{191DDA98-5381-4928-84F3-86A653F4F99A}" dt="2025-08-19T12:38:34.922" v="1851" actId="1076"/>
          <ac:spMkLst>
            <pc:docMk/>
            <pc:sldMk cId="1968228704" sldId="2147479109"/>
            <ac:spMk id="120" creationId="{5773681A-C250-848D-B172-7ED829F80FF9}"/>
          </ac:spMkLst>
        </pc:spChg>
        <pc:cxnChg chg="add mod">
          <ac:chgData name="Parth Walia" userId="63003097-9a48-4653-90c0-3372deb9525c" providerId="ADAL" clId="{191DDA98-5381-4928-84F3-86A653F4F99A}" dt="2025-08-19T12:51:59.344" v="2035" actId="1076"/>
          <ac:cxnSpMkLst>
            <pc:docMk/>
            <pc:sldMk cId="1968228704" sldId="2147479109"/>
            <ac:cxnSpMk id="52" creationId="{3371D988-A7E7-107A-03DE-8FF43BF1BA84}"/>
          </ac:cxnSpMkLst>
        </pc:cxnChg>
        <pc:cxnChg chg="add mod">
          <ac:chgData name="Parth Walia" userId="63003097-9a48-4653-90c0-3372deb9525c" providerId="ADAL" clId="{191DDA98-5381-4928-84F3-86A653F4F99A}" dt="2025-08-19T12:52:11.927" v="2040" actId="14100"/>
          <ac:cxnSpMkLst>
            <pc:docMk/>
            <pc:sldMk cId="1968228704" sldId="2147479109"/>
            <ac:cxnSpMk id="54" creationId="{B79082A3-5F85-3CA8-444A-8CD1D5298F59}"/>
          </ac:cxnSpMkLst>
        </pc:cxnChg>
        <pc:cxnChg chg="add mod">
          <ac:chgData name="Parth Walia" userId="63003097-9a48-4653-90c0-3372deb9525c" providerId="ADAL" clId="{191DDA98-5381-4928-84F3-86A653F4F99A}" dt="2025-08-19T12:52:21.735" v="2044" actId="14100"/>
          <ac:cxnSpMkLst>
            <pc:docMk/>
            <pc:sldMk cId="1968228704" sldId="2147479109"/>
            <ac:cxnSpMk id="58" creationId="{6212C882-9BD7-77DD-EB8C-CC88250135D5}"/>
          </ac:cxnSpMkLst>
        </pc:cxnChg>
        <pc:cxnChg chg="add mod">
          <ac:chgData name="Parth Walia" userId="63003097-9a48-4653-90c0-3372deb9525c" providerId="ADAL" clId="{191DDA98-5381-4928-84F3-86A653F4F99A}" dt="2025-08-19T12:53:21.240" v="2061" actId="693"/>
          <ac:cxnSpMkLst>
            <pc:docMk/>
            <pc:sldMk cId="1968228704" sldId="2147479109"/>
            <ac:cxnSpMk id="61" creationId="{04464418-A9F6-F971-1C10-56F1B7999746}"/>
          </ac:cxnSpMkLst>
        </pc:cxnChg>
        <pc:cxnChg chg="add mod">
          <ac:chgData name="Parth Walia" userId="63003097-9a48-4653-90c0-3372deb9525c" providerId="ADAL" clId="{191DDA98-5381-4928-84F3-86A653F4F99A}" dt="2025-08-19T12:52:32.592" v="2047" actId="108"/>
          <ac:cxnSpMkLst>
            <pc:docMk/>
            <pc:sldMk cId="1968228704" sldId="2147479109"/>
            <ac:cxnSpMk id="63" creationId="{088F3348-D1ED-8035-2A63-13F20BD1526E}"/>
          </ac:cxnSpMkLst>
        </pc:cxnChg>
      </pc:sldChg>
      <pc:sldChg chg="addSp delSp modSp add del mod ord">
        <pc:chgData name="Parth Walia" userId="63003097-9a48-4653-90c0-3372deb9525c" providerId="ADAL" clId="{191DDA98-5381-4928-84F3-86A653F4F99A}" dt="2025-09-02T18:01:50.021" v="8124" actId="2696"/>
        <pc:sldMkLst>
          <pc:docMk/>
          <pc:sldMk cId="520237830" sldId="2147479110"/>
        </pc:sldMkLst>
      </pc:sldChg>
      <pc:sldChg chg="addSp delSp modSp add mod">
        <pc:chgData name="Parth Walia" userId="63003097-9a48-4653-90c0-3372deb9525c" providerId="ADAL" clId="{191DDA98-5381-4928-84F3-86A653F4F99A}" dt="2025-09-03T13:09:36.277" v="15760" actId="948"/>
        <pc:sldMkLst>
          <pc:docMk/>
          <pc:sldMk cId="2766671643" sldId="2147479110"/>
        </pc:sldMkLst>
        <pc:spChg chg="mod">
          <ac:chgData name="Parth Walia" userId="63003097-9a48-4653-90c0-3372deb9525c" providerId="ADAL" clId="{191DDA98-5381-4928-84F3-86A653F4F99A}" dt="2025-09-03T13:09:36.277" v="15760" actId="948"/>
          <ac:spMkLst>
            <pc:docMk/>
            <pc:sldMk cId="2766671643" sldId="2147479110"/>
            <ac:spMk id="2" creationId="{646A121A-B4FB-8163-8107-DF4DBD0E864C}"/>
          </ac:spMkLst>
        </pc:spChg>
        <pc:spChg chg="mod">
          <ac:chgData name="Parth Walia" userId="63003097-9a48-4653-90c0-3372deb9525c" providerId="ADAL" clId="{191DDA98-5381-4928-84F3-86A653F4F99A}" dt="2025-09-02T18:03:35.086" v="8144" actId="1076"/>
          <ac:spMkLst>
            <pc:docMk/>
            <pc:sldMk cId="2766671643" sldId="2147479110"/>
            <ac:spMk id="8" creationId="{181E8BE8-26F0-276F-EC8A-820A1375F322}"/>
          </ac:spMkLst>
        </pc:spChg>
        <pc:spChg chg="mod">
          <ac:chgData name="Parth Walia" userId="63003097-9a48-4653-90c0-3372deb9525c" providerId="ADAL" clId="{191DDA98-5381-4928-84F3-86A653F4F99A}" dt="2025-09-02T18:03:35.086" v="8144" actId="1076"/>
          <ac:spMkLst>
            <pc:docMk/>
            <pc:sldMk cId="2766671643" sldId="2147479110"/>
            <ac:spMk id="9" creationId="{4B99C7EE-C060-715F-1CDE-6F6D29B1E784}"/>
          </ac:spMkLst>
        </pc:spChg>
        <pc:spChg chg="mod">
          <ac:chgData name="Parth Walia" userId="63003097-9a48-4653-90c0-3372deb9525c" providerId="ADAL" clId="{191DDA98-5381-4928-84F3-86A653F4F99A}" dt="2025-09-02T18:03:35.086" v="8144" actId="1076"/>
          <ac:spMkLst>
            <pc:docMk/>
            <pc:sldMk cId="2766671643" sldId="2147479110"/>
            <ac:spMk id="10" creationId="{ADED8329-BC14-21F6-D484-2E3EC66AE6B7}"/>
          </ac:spMkLst>
        </pc:spChg>
        <pc:spChg chg="mod">
          <ac:chgData name="Parth Walia" userId="63003097-9a48-4653-90c0-3372deb9525c" providerId="ADAL" clId="{191DDA98-5381-4928-84F3-86A653F4F99A}" dt="2025-09-02T18:03:35.086" v="8144" actId="1076"/>
          <ac:spMkLst>
            <pc:docMk/>
            <pc:sldMk cId="2766671643" sldId="2147479110"/>
            <ac:spMk id="11" creationId="{F2793F25-EB78-ADBD-9D94-B681D8720828}"/>
          </ac:spMkLst>
        </pc:spChg>
        <pc:spChg chg="mod">
          <ac:chgData name="Parth Walia" userId="63003097-9a48-4653-90c0-3372deb9525c" providerId="ADAL" clId="{191DDA98-5381-4928-84F3-86A653F4F99A}" dt="2025-09-02T18:03:35.086" v="8144" actId="1076"/>
          <ac:spMkLst>
            <pc:docMk/>
            <pc:sldMk cId="2766671643" sldId="2147479110"/>
            <ac:spMk id="12" creationId="{B777CFE6-4146-BE7B-9F53-0FBDB87C0E60}"/>
          </ac:spMkLst>
        </pc:spChg>
        <pc:spChg chg="mod">
          <ac:chgData name="Parth Walia" userId="63003097-9a48-4653-90c0-3372deb9525c" providerId="ADAL" clId="{191DDA98-5381-4928-84F3-86A653F4F99A}" dt="2025-09-02T18:03:35.086" v="8144" actId="1076"/>
          <ac:spMkLst>
            <pc:docMk/>
            <pc:sldMk cId="2766671643" sldId="2147479110"/>
            <ac:spMk id="18" creationId="{B43A2916-ABA4-68C9-BF91-86B0728A7F36}"/>
          </ac:spMkLst>
        </pc:spChg>
        <pc:spChg chg="mod">
          <ac:chgData name="Parth Walia" userId="63003097-9a48-4653-90c0-3372deb9525c" providerId="ADAL" clId="{191DDA98-5381-4928-84F3-86A653F4F99A}" dt="2025-09-02T18:03:35.086" v="8144" actId="1076"/>
          <ac:spMkLst>
            <pc:docMk/>
            <pc:sldMk cId="2766671643" sldId="2147479110"/>
            <ac:spMk id="20" creationId="{D87B2006-AE7B-3C23-1C58-400CE317D42E}"/>
          </ac:spMkLst>
        </pc:spChg>
        <pc:spChg chg="mod">
          <ac:chgData name="Parth Walia" userId="63003097-9a48-4653-90c0-3372deb9525c" providerId="ADAL" clId="{191DDA98-5381-4928-84F3-86A653F4F99A}" dt="2025-09-02T18:03:35.086" v="8144" actId="1076"/>
          <ac:spMkLst>
            <pc:docMk/>
            <pc:sldMk cId="2766671643" sldId="2147479110"/>
            <ac:spMk id="22" creationId="{8143E00B-E8BB-F4C2-7232-839042C8A175}"/>
          </ac:spMkLst>
        </pc:spChg>
        <pc:spChg chg="mod">
          <ac:chgData name="Parth Walia" userId="63003097-9a48-4653-90c0-3372deb9525c" providerId="ADAL" clId="{191DDA98-5381-4928-84F3-86A653F4F99A}" dt="2025-09-02T18:03:35.086" v="8144" actId="1076"/>
          <ac:spMkLst>
            <pc:docMk/>
            <pc:sldMk cId="2766671643" sldId="2147479110"/>
            <ac:spMk id="28" creationId="{95C38A45-9D9B-CABE-290A-685C679B924D}"/>
          </ac:spMkLst>
        </pc:spChg>
        <pc:picChg chg="mod">
          <ac:chgData name="Parth Walia" userId="63003097-9a48-4653-90c0-3372deb9525c" providerId="ADAL" clId="{191DDA98-5381-4928-84F3-86A653F4F99A}" dt="2025-09-02T18:03:35.086" v="8144" actId="1076"/>
          <ac:picMkLst>
            <pc:docMk/>
            <pc:sldMk cId="2766671643" sldId="2147479110"/>
            <ac:picMk id="62" creationId="{B4AF418D-4D8B-0F5D-1078-AB6968A7BD55}"/>
          </ac:picMkLst>
        </pc:picChg>
      </pc:sldChg>
      <pc:sldChg chg="add del">
        <pc:chgData name="Parth Walia" userId="63003097-9a48-4653-90c0-3372deb9525c" providerId="ADAL" clId="{191DDA98-5381-4928-84F3-86A653F4F99A}" dt="2025-09-02T18:01:58.144" v="8126"/>
        <pc:sldMkLst>
          <pc:docMk/>
          <pc:sldMk cId="3670316883" sldId="2147479110"/>
        </pc:sldMkLst>
      </pc:sldChg>
      <pc:sldChg chg="addSp delSp modSp add del mod">
        <pc:chgData name="Parth Walia" userId="63003097-9a48-4653-90c0-3372deb9525c" providerId="ADAL" clId="{191DDA98-5381-4928-84F3-86A653F4F99A}" dt="2025-09-02T18:01:50.021" v="8124" actId="2696"/>
        <pc:sldMkLst>
          <pc:docMk/>
          <pc:sldMk cId="867270034" sldId="2147479111"/>
        </pc:sldMkLst>
      </pc:sldChg>
      <pc:sldChg chg="add del">
        <pc:chgData name="Parth Walia" userId="63003097-9a48-4653-90c0-3372deb9525c" providerId="ADAL" clId="{191DDA98-5381-4928-84F3-86A653F4F99A}" dt="2025-08-21T17:55:23.408" v="4264" actId="47"/>
        <pc:sldMkLst>
          <pc:docMk/>
          <pc:sldMk cId="1206288042" sldId="2147479111"/>
        </pc:sldMkLst>
      </pc:sldChg>
      <pc:sldChg chg="addSp delSp modSp add mod">
        <pc:chgData name="Parth Walia" userId="63003097-9a48-4653-90c0-3372deb9525c" providerId="ADAL" clId="{191DDA98-5381-4928-84F3-86A653F4F99A}" dt="2025-09-03T13:09:40.735" v="15761" actId="948"/>
        <pc:sldMkLst>
          <pc:docMk/>
          <pc:sldMk cId="1778039899" sldId="2147479111"/>
        </pc:sldMkLst>
        <pc:spChg chg="mod">
          <ac:chgData name="Parth Walia" userId="63003097-9a48-4653-90c0-3372deb9525c" providerId="ADAL" clId="{191DDA98-5381-4928-84F3-86A653F4F99A}" dt="2025-09-03T13:09:40.735" v="15761" actId="948"/>
          <ac:spMkLst>
            <pc:docMk/>
            <pc:sldMk cId="1778039899" sldId="2147479111"/>
            <ac:spMk id="2" creationId="{72D148C9-31C9-448F-60FD-9876A99AFC61}"/>
          </ac:spMkLst>
        </pc:spChg>
        <pc:spChg chg="mod">
          <ac:chgData name="Parth Walia" userId="63003097-9a48-4653-90c0-3372deb9525c" providerId="ADAL" clId="{191DDA98-5381-4928-84F3-86A653F4F99A}" dt="2025-09-02T18:05:26.966" v="8148" actId="1076"/>
          <ac:spMkLst>
            <pc:docMk/>
            <pc:sldMk cId="1778039899" sldId="2147479111"/>
            <ac:spMk id="17" creationId="{F622EDAF-086B-BA6C-D2A5-AB3F0F4A3E22}"/>
          </ac:spMkLst>
        </pc:spChg>
        <pc:spChg chg="mod">
          <ac:chgData name="Parth Walia" userId="63003097-9a48-4653-90c0-3372deb9525c" providerId="ADAL" clId="{191DDA98-5381-4928-84F3-86A653F4F99A}" dt="2025-09-02T18:05:26.966" v="8148" actId="1076"/>
          <ac:spMkLst>
            <pc:docMk/>
            <pc:sldMk cId="1778039899" sldId="2147479111"/>
            <ac:spMk id="18" creationId="{BFDB12AB-94A0-377B-3373-557B2696CA3C}"/>
          </ac:spMkLst>
        </pc:spChg>
        <pc:spChg chg="mod">
          <ac:chgData name="Parth Walia" userId="63003097-9a48-4653-90c0-3372deb9525c" providerId="ADAL" clId="{191DDA98-5381-4928-84F3-86A653F4F99A}" dt="2025-09-02T18:05:26.966" v="8148" actId="1076"/>
          <ac:spMkLst>
            <pc:docMk/>
            <pc:sldMk cId="1778039899" sldId="2147479111"/>
            <ac:spMk id="19" creationId="{B1BAFF31-8983-438A-B7CF-8404EE10C18F}"/>
          </ac:spMkLst>
        </pc:spChg>
        <pc:spChg chg="mod">
          <ac:chgData name="Parth Walia" userId="63003097-9a48-4653-90c0-3372deb9525c" providerId="ADAL" clId="{191DDA98-5381-4928-84F3-86A653F4F99A}" dt="2025-09-02T18:05:26.966" v="8148" actId="1076"/>
          <ac:spMkLst>
            <pc:docMk/>
            <pc:sldMk cId="1778039899" sldId="2147479111"/>
            <ac:spMk id="20" creationId="{B2EB9FBB-38B3-EE82-DDBB-76AFB54D94D7}"/>
          </ac:spMkLst>
        </pc:spChg>
        <pc:spChg chg="mod">
          <ac:chgData name="Parth Walia" userId="63003097-9a48-4653-90c0-3372deb9525c" providerId="ADAL" clId="{191DDA98-5381-4928-84F3-86A653F4F99A}" dt="2025-09-02T18:05:26.966" v="8148" actId="1076"/>
          <ac:spMkLst>
            <pc:docMk/>
            <pc:sldMk cId="1778039899" sldId="2147479111"/>
            <ac:spMk id="21" creationId="{2594B0FB-7FAC-A2D9-C8D7-0BE13CE194A0}"/>
          </ac:spMkLst>
        </pc:spChg>
        <pc:spChg chg="mod">
          <ac:chgData name="Parth Walia" userId="63003097-9a48-4653-90c0-3372deb9525c" providerId="ADAL" clId="{191DDA98-5381-4928-84F3-86A653F4F99A}" dt="2025-09-02T18:05:26.966" v="8148" actId="1076"/>
          <ac:spMkLst>
            <pc:docMk/>
            <pc:sldMk cId="1778039899" sldId="2147479111"/>
            <ac:spMk id="23" creationId="{93A9D3F0-3A5F-3B02-0388-A1E655DE07E2}"/>
          </ac:spMkLst>
        </pc:spChg>
        <pc:spChg chg="mod">
          <ac:chgData name="Parth Walia" userId="63003097-9a48-4653-90c0-3372deb9525c" providerId="ADAL" clId="{191DDA98-5381-4928-84F3-86A653F4F99A}" dt="2025-09-02T18:05:26.966" v="8148" actId="1076"/>
          <ac:spMkLst>
            <pc:docMk/>
            <pc:sldMk cId="1778039899" sldId="2147479111"/>
            <ac:spMk id="25" creationId="{E2E50414-8B23-9FEF-AA6C-139C2D66F346}"/>
          </ac:spMkLst>
        </pc:spChg>
        <pc:spChg chg="mod">
          <ac:chgData name="Parth Walia" userId="63003097-9a48-4653-90c0-3372deb9525c" providerId="ADAL" clId="{191DDA98-5381-4928-84F3-86A653F4F99A}" dt="2025-09-02T18:05:26.966" v="8148" actId="1076"/>
          <ac:spMkLst>
            <pc:docMk/>
            <pc:sldMk cId="1778039899" sldId="2147479111"/>
            <ac:spMk id="28" creationId="{5B46BB44-064C-CC5A-04DE-1D6A07DF9B71}"/>
          </ac:spMkLst>
        </pc:spChg>
        <pc:spChg chg="mod">
          <ac:chgData name="Parth Walia" userId="63003097-9a48-4653-90c0-3372deb9525c" providerId="ADAL" clId="{191DDA98-5381-4928-84F3-86A653F4F99A}" dt="2025-09-02T18:05:26.966" v="8148" actId="1076"/>
          <ac:spMkLst>
            <pc:docMk/>
            <pc:sldMk cId="1778039899" sldId="2147479111"/>
            <ac:spMk id="29" creationId="{816FC9EE-5BBA-44EE-7C26-F17F91E5FF05}"/>
          </ac:spMkLst>
        </pc:spChg>
        <pc:picChg chg="mod">
          <ac:chgData name="Parth Walia" userId="63003097-9a48-4653-90c0-3372deb9525c" providerId="ADAL" clId="{191DDA98-5381-4928-84F3-86A653F4F99A}" dt="2025-09-02T18:05:26.966" v="8148" actId="1076"/>
          <ac:picMkLst>
            <pc:docMk/>
            <pc:sldMk cId="1778039899" sldId="2147479111"/>
            <ac:picMk id="62" creationId="{89C13737-3489-2234-31AD-12DE3B19FD3B}"/>
          </ac:picMkLst>
        </pc:picChg>
      </pc:sldChg>
      <pc:sldChg chg="add del">
        <pc:chgData name="Parth Walia" userId="63003097-9a48-4653-90c0-3372deb9525c" providerId="ADAL" clId="{191DDA98-5381-4928-84F3-86A653F4F99A}" dt="2025-09-02T18:01:58.144" v="8126"/>
        <pc:sldMkLst>
          <pc:docMk/>
          <pc:sldMk cId="2670579162" sldId="2147479111"/>
        </pc:sldMkLst>
      </pc:sldChg>
      <pc:sldChg chg="addSp delSp modSp add del mod">
        <pc:chgData name="Parth Walia" userId="63003097-9a48-4653-90c0-3372deb9525c" providerId="ADAL" clId="{191DDA98-5381-4928-84F3-86A653F4F99A}" dt="2025-08-21T13:26:12.012" v="3289" actId="2696"/>
        <pc:sldMkLst>
          <pc:docMk/>
          <pc:sldMk cId="4004084027" sldId="2147479111"/>
        </pc:sldMkLst>
      </pc:sldChg>
      <pc:sldChg chg="addSp delSp modSp add del mod">
        <pc:chgData name="Parth Walia" userId="63003097-9a48-4653-90c0-3372deb9525c" providerId="ADAL" clId="{191DDA98-5381-4928-84F3-86A653F4F99A}" dt="2025-09-02T18:01:50.021" v="8124" actId="2696"/>
        <pc:sldMkLst>
          <pc:docMk/>
          <pc:sldMk cId="744211107" sldId="2147479112"/>
        </pc:sldMkLst>
      </pc:sldChg>
      <pc:sldChg chg="add del">
        <pc:chgData name="Parth Walia" userId="63003097-9a48-4653-90c0-3372deb9525c" providerId="ADAL" clId="{191DDA98-5381-4928-84F3-86A653F4F99A}" dt="2025-09-02T18:01:58.144" v="8126"/>
        <pc:sldMkLst>
          <pc:docMk/>
          <pc:sldMk cId="2488448938" sldId="2147479112"/>
        </pc:sldMkLst>
      </pc:sldChg>
      <pc:sldChg chg="addSp delSp modSp add mod">
        <pc:chgData name="Parth Walia" userId="63003097-9a48-4653-90c0-3372deb9525c" providerId="ADAL" clId="{191DDA98-5381-4928-84F3-86A653F4F99A}" dt="2025-09-03T13:09:44.929" v="15762" actId="948"/>
        <pc:sldMkLst>
          <pc:docMk/>
          <pc:sldMk cId="2773514342" sldId="2147479112"/>
        </pc:sldMkLst>
        <pc:spChg chg="mod">
          <ac:chgData name="Parth Walia" userId="63003097-9a48-4653-90c0-3372deb9525c" providerId="ADAL" clId="{191DDA98-5381-4928-84F3-86A653F4F99A}" dt="2025-09-03T13:09:44.929" v="15762" actId="948"/>
          <ac:spMkLst>
            <pc:docMk/>
            <pc:sldMk cId="2773514342" sldId="2147479112"/>
            <ac:spMk id="2" creationId="{75690E54-08B6-A0BA-C4E9-AF49227153F1}"/>
          </ac:spMkLst>
        </pc:spChg>
        <pc:spChg chg="mod">
          <ac:chgData name="Parth Walia" userId="63003097-9a48-4653-90c0-3372deb9525c" providerId="ADAL" clId="{191DDA98-5381-4928-84F3-86A653F4F99A}" dt="2025-09-02T18:06:08.596" v="8152" actId="1076"/>
          <ac:spMkLst>
            <pc:docMk/>
            <pc:sldMk cId="2773514342" sldId="2147479112"/>
            <ac:spMk id="15" creationId="{ADA3567C-00F4-E298-57D3-F057B75B7A12}"/>
          </ac:spMkLst>
        </pc:spChg>
        <pc:spChg chg="mod">
          <ac:chgData name="Parth Walia" userId="63003097-9a48-4653-90c0-3372deb9525c" providerId="ADAL" clId="{191DDA98-5381-4928-84F3-86A653F4F99A}" dt="2025-09-02T18:06:08.596" v="8152" actId="1076"/>
          <ac:spMkLst>
            <pc:docMk/>
            <pc:sldMk cId="2773514342" sldId="2147479112"/>
            <ac:spMk id="16" creationId="{DE63E69D-BBFD-ED39-ED61-D0F4E16F8E1C}"/>
          </ac:spMkLst>
        </pc:spChg>
        <pc:spChg chg="mod">
          <ac:chgData name="Parth Walia" userId="63003097-9a48-4653-90c0-3372deb9525c" providerId="ADAL" clId="{191DDA98-5381-4928-84F3-86A653F4F99A}" dt="2025-09-02T18:06:08.596" v="8152" actId="1076"/>
          <ac:spMkLst>
            <pc:docMk/>
            <pc:sldMk cId="2773514342" sldId="2147479112"/>
            <ac:spMk id="17" creationId="{33F1615B-F19C-6B74-3847-D7281B15847D}"/>
          </ac:spMkLst>
        </pc:spChg>
        <pc:spChg chg="mod">
          <ac:chgData name="Parth Walia" userId="63003097-9a48-4653-90c0-3372deb9525c" providerId="ADAL" clId="{191DDA98-5381-4928-84F3-86A653F4F99A}" dt="2025-09-02T18:06:08.596" v="8152" actId="1076"/>
          <ac:spMkLst>
            <pc:docMk/>
            <pc:sldMk cId="2773514342" sldId="2147479112"/>
            <ac:spMk id="18" creationId="{26EEF63F-7BFD-636C-654A-85F1BBDF5F83}"/>
          </ac:spMkLst>
        </pc:spChg>
        <pc:spChg chg="mod">
          <ac:chgData name="Parth Walia" userId="63003097-9a48-4653-90c0-3372deb9525c" providerId="ADAL" clId="{191DDA98-5381-4928-84F3-86A653F4F99A}" dt="2025-09-02T18:06:08.596" v="8152" actId="1076"/>
          <ac:spMkLst>
            <pc:docMk/>
            <pc:sldMk cId="2773514342" sldId="2147479112"/>
            <ac:spMk id="19" creationId="{7336FC4A-E8DA-B694-980C-9266BA255CBB}"/>
          </ac:spMkLst>
        </pc:spChg>
        <pc:spChg chg="mod">
          <ac:chgData name="Parth Walia" userId="63003097-9a48-4653-90c0-3372deb9525c" providerId="ADAL" clId="{191DDA98-5381-4928-84F3-86A653F4F99A}" dt="2025-09-02T18:06:08.596" v="8152" actId="1076"/>
          <ac:spMkLst>
            <pc:docMk/>
            <pc:sldMk cId="2773514342" sldId="2147479112"/>
            <ac:spMk id="20" creationId="{41186D7A-5092-7AF9-2BDE-CFE99395F7B2}"/>
          </ac:spMkLst>
        </pc:spChg>
        <pc:spChg chg="mod">
          <ac:chgData name="Parth Walia" userId="63003097-9a48-4653-90c0-3372deb9525c" providerId="ADAL" clId="{191DDA98-5381-4928-84F3-86A653F4F99A}" dt="2025-09-02T18:06:08.596" v="8152" actId="1076"/>
          <ac:spMkLst>
            <pc:docMk/>
            <pc:sldMk cId="2773514342" sldId="2147479112"/>
            <ac:spMk id="21" creationId="{19626EBA-D33F-9BBC-6B64-7F6F5A7DB241}"/>
          </ac:spMkLst>
        </pc:spChg>
        <pc:spChg chg="mod">
          <ac:chgData name="Parth Walia" userId="63003097-9a48-4653-90c0-3372deb9525c" providerId="ADAL" clId="{191DDA98-5381-4928-84F3-86A653F4F99A}" dt="2025-09-02T18:06:08.596" v="8152" actId="1076"/>
          <ac:spMkLst>
            <pc:docMk/>
            <pc:sldMk cId="2773514342" sldId="2147479112"/>
            <ac:spMk id="23" creationId="{8717B984-B458-0808-8826-AB1B920DC0DA}"/>
          </ac:spMkLst>
        </pc:spChg>
        <pc:spChg chg="mod">
          <ac:chgData name="Parth Walia" userId="63003097-9a48-4653-90c0-3372deb9525c" providerId="ADAL" clId="{191DDA98-5381-4928-84F3-86A653F4F99A}" dt="2025-09-02T18:06:08.596" v="8152" actId="1076"/>
          <ac:spMkLst>
            <pc:docMk/>
            <pc:sldMk cId="2773514342" sldId="2147479112"/>
            <ac:spMk id="28" creationId="{92B2053D-FC09-31C9-21B6-F66E7A90EEB6}"/>
          </ac:spMkLst>
        </pc:spChg>
        <pc:picChg chg="mod">
          <ac:chgData name="Parth Walia" userId="63003097-9a48-4653-90c0-3372deb9525c" providerId="ADAL" clId="{191DDA98-5381-4928-84F3-86A653F4F99A}" dt="2025-09-02T18:06:08.596" v="8152" actId="1076"/>
          <ac:picMkLst>
            <pc:docMk/>
            <pc:sldMk cId="2773514342" sldId="2147479112"/>
            <ac:picMk id="71" creationId="{9FED891E-725E-7EF2-454F-C59034B0949C}"/>
          </ac:picMkLst>
        </pc:picChg>
      </pc:sldChg>
      <pc:sldChg chg="addSp delSp modSp add mod ord">
        <pc:chgData name="Parth Walia" userId="63003097-9a48-4653-90c0-3372deb9525c" providerId="ADAL" clId="{191DDA98-5381-4928-84F3-86A653F4F99A}" dt="2025-08-21T20:37:58.583" v="6047" actId="478"/>
        <pc:sldMkLst>
          <pc:docMk/>
          <pc:sldMk cId="3463513910" sldId="2147479113"/>
        </pc:sldMkLst>
        <pc:spChg chg="mod">
          <ac:chgData name="Parth Walia" userId="63003097-9a48-4653-90c0-3372deb9525c" providerId="ADAL" clId="{191DDA98-5381-4928-84F3-86A653F4F99A}" dt="2025-08-21T19:54:37.812" v="5477" actId="14100"/>
          <ac:spMkLst>
            <pc:docMk/>
            <pc:sldMk cId="3463513910" sldId="2147479113"/>
            <ac:spMk id="2" creationId="{6768BC7E-FC61-401D-0495-A67448C920D3}"/>
          </ac:spMkLst>
        </pc:spChg>
        <pc:graphicFrameChg chg="add mod modGraphic">
          <ac:chgData name="Parth Walia" userId="63003097-9a48-4653-90c0-3372deb9525c" providerId="ADAL" clId="{191DDA98-5381-4928-84F3-86A653F4F99A}" dt="2025-08-21T20:37:53.054" v="6046" actId="1076"/>
          <ac:graphicFrameMkLst>
            <pc:docMk/>
            <pc:sldMk cId="3463513910" sldId="2147479113"/>
            <ac:graphicFrameMk id="7" creationId="{3868C925-73F9-741C-111F-6379483FD162}"/>
          </ac:graphicFrameMkLst>
        </pc:graphicFrameChg>
      </pc:sldChg>
      <pc:sldChg chg="addSp delSp modSp add mod">
        <pc:chgData name="Parth Walia" userId="63003097-9a48-4653-90c0-3372deb9525c" providerId="ADAL" clId="{191DDA98-5381-4928-84F3-86A653F4F99A}" dt="2025-08-22T08:44:02.925" v="6185" actId="478"/>
        <pc:sldMkLst>
          <pc:docMk/>
          <pc:sldMk cId="1671222159" sldId="2147479114"/>
        </pc:sldMkLst>
        <pc:spChg chg="mod">
          <ac:chgData name="Parth Walia" userId="63003097-9a48-4653-90c0-3372deb9525c" providerId="ADAL" clId="{191DDA98-5381-4928-84F3-86A653F4F99A}" dt="2025-08-21T20:01:18.973" v="5575" actId="20577"/>
          <ac:spMkLst>
            <pc:docMk/>
            <pc:sldMk cId="1671222159" sldId="2147479114"/>
            <ac:spMk id="2" creationId="{CE44EDD4-1208-0B70-34EA-7C025DC6005B}"/>
          </ac:spMkLst>
        </pc:spChg>
        <pc:graphicFrameChg chg="add mod modGraphic">
          <ac:chgData name="Parth Walia" userId="63003097-9a48-4653-90c0-3372deb9525c" providerId="ADAL" clId="{191DDA98-5381-4928-84F3-86A653F4F99A}" dt="2025-08-21T20:47:19.603" v="6183" actId="207"/>
          <ac:graphicFrameMkLst>
            <pc:docMk/>
            <pc:sldMk cId="1671222159" sldId="2147479114"/>
            <ac:graphicFrameMk id="3" creationId="{1DCA104D-AAB6-8E9E-4B71-2E89AA45E686}"/>
          </ac:graphicFrameMkLst>
        </pc:graphicFrameChg>
      </pc:sldChg>
      <pc:sldChg chg="addSp delSp modSp add mod ord">
        <pc:chgData name="Parth Walia" userId="63003097-9a48-4653-90c0-3372deb9525c" providerId="ADAL" clId="{191DDA98-5381-4928-84F3-86A653F4F99A}" dt="2025-08-21T20:47:13.221" v="6180" actId="207"/>
        <pc:sldMkLst>
          <pc:docMk/>
          <pc:sldMk cId="3448258088" sldId="2147479115"/>
        </pc:sldMkLst>
        <pc:spChg chg="mod">
          <ac:chgData name="Parth Walia" userId="63003097-9a48-4653-90c0-3372deb9525c" providerId="ADAL" clId="{191DDA98-5381-4928-84F3-86A653F4F99A}" dt="2025-08-21T20:01:11.912" v="5567" actId="20577"/>
          <ac:spMkLst>
            <pc:docMk/>
            <pc:sldMk cId="3448258088" sldId="2147479115"/>
            <ac:spMk id="2" creationId="{0507B544-FD07-805A-4647-BE65A228BFD3}"/>
          </ac:spMkLst>
        </pc:spChg>
        <pc:graphicFrameChg chg="add mod modGraphic">
          <ac:chgData name="Parth Walia" userId="63003097-9a48-4653-90c0-3372deb9525c" providerId="ADAL" clId="{191DDA98-5381-4928-84F3-86A653F4F99A}" dt="2025-08-21T20:47:13.221" v="6180" actId="207"/>
          <ac:graphicFrameMkLst>
            <pc:docMk/>
            <pc:sldMk cId="3448258088" sldId="2147479115"/>
            <ac:graphicFrameMk id="4" creationId="{DE4620E6-3601-1D62-5966-1DFA9370D666}"/>
          </ac:graphicFrameMkLst>
        </pc:graphicFrameChg>
      </pc:sldChg>
      <pc:sldChg chg="addSp delSp modSp add mod">
        <pc:chgData name="Parth Walia" userId="63003097-9a48-4653-90c0-3372deb9525c" providerId="ADAL" clId="{191DDA98-5381-4928-84F3-86A653F4F99A}" dt="2025-08-21T20:47:43.362" v="6184" actId="207"/>
        <pc:sldMkLst>
          <pc:docMk/>
          <pc:sldMk cId="2116821721" sldId="2147479116"/>
        </pc:sldMkLst>
        <pc:spChg chg="mod">
          <ac:chgData name="Parth Walia" userId="63003097-9a48-4653-90c0-3372deb9525c" providerId="ADAL" clId="{191DDA98-5381-4928-84F3-86A653F4F99A}" dt="2025-08-21T20:01:23.039" v="5577" actId="20577"/>
          <ac:spMkLst>
            <pc:docMk/>
            <pc:sldMk cId="2116821721" sldId="2147479116"/>
            <ac:spMk id="2" creationId="{A9AA1A9A-8414-B4EF-1147-A911986A4970}"/>
          </ac:spMkLst>
        </pc:spChg>
        <pc:graphicFrameChg chg="add mod modGraphic">
          <ac:chgData name="Parth Walia" userId="63003097-9a48-4653-90c0-3372deb9525c" providerId="ADAL" clId="{191DDA98-5381-4928-84F3-86A653F4F99A}" dt="2025-08-21T20:47:43.362" v="6184" actId="207"/>
          <ac:graphicFrameMkLst>
            <pc:docMk/>
            <pc:sldMk cId="2116821721" sldId="2147479116"/>
            <ac:graphicFrameMk id="3" creationId="{7DC0324F-6F02-F426-90BB-407384493CEB}"/>
          </ac:graphicFrameMkLst>
        </pc:graphicFrameChg>
      </pc:sldChg>
      <pc:sldChg chg="addSp delSp modSp add mod ord">
        <pc:chgData name="Parth Walia" userId="63003097-9a48-4653-90c0-3372deb9525c" providerId="ADAL" clId="{191DDA98-5381-4928-84F3-86A653F4F99A}" dt="2025-08-21T20:47:06.385" v="6177" actId="207"/>
        <pc:sldMkLst>
          <pc:docMk/>
          <pc:sldMk cId="925467700" sldId="2147479117"/>
        </pc:sldMkLst>
        <pc:spChg chg="mod">
          <ac:chgData name="Parth Walia" userId="63003097-9a48-4653-90c0-3372deb9525c" providerId="ADAL" clId="{191DDA98-5381-4928-84F3-86A653F4F99A}" dt="2025-08-21T20:03:52.375" v="5626" actId="20577"/>
          <ac:spMkLst>
            <pc:docMk/>
            <pc:sldMk cId="925467700" sldId="2147479117"/>
            <ac:spMk id="2" creationId="{788952E4-EC14-B369-7B51-4484E5EA9D37}"/>
          </ac:spMkLst>
        </pc:spChg>
        <pc:graphicFrameChg chg="add mod modGraphic">
          <ac:chgData name="Parth Walia" userId="63003097-9a48-4653-90c0-3372deb9525c" providerId="ADAL" clId="{191DDA98-5381-4928-84F3-86A653F4F99A}" dt="2025-08-21T20:47:06.385" v="6177" actId="207"/>
          <ac:graphicFrameMkLst>
            <pc:docMk/>
            <pc:sldMk cId="925467700" sldId="2147479117"/>
            <ac:graphicFrameMk id="3" creationId="{CC85D2F6-51AD-B768-1A8C-3831FDE4A53A}"/>
          </ac:graphicFrameMkLst>
        </pc:graphicFrameChg>
      </pc:sldChg>
      <pc:sldChg chg="addSp delSp modSp add mod">
        <pc:chgData name="Parth Walia" userId="63003097-9a48-4653-90c0-3372deb9525c" providerId="ADAL" clId="{191DDA98-5381-4928-84F3-86A653F4F99A}" dt="2025-08-21T20:47:10.747" v="6179" actId="207"/>
        <pc:sldMkLst>
          <pc:docMk/>
          <pc:sldMk cId="4035986883" sldId="2147479118"/>
        </pc:sldMkLst>
        <pc:spChg chg="mod">
          <ac:chgData name="Parth Walia" userId="63003097-9a48-4653-90c0-3372deb9525c" providerId="ADAL" clId="{191DDA98-5381-4928-84F3-86A653F4F99A}" dt="2025-08-21T20:04:06.619" v="5629" actId="20577"/>
          <ac:spMkLst>
            <pc:docMk/>
            <pc:sldMk cId="4035986883" sldId="2147479118"/>
            <ac:spMk id="2" creationId="{57832D1D-13CB-4CFF-7658-62F7FEF0FE3B}"/>
          </ac:spMkLst>
        </pc:spChg>
        <pc:graphicFrameChg chg="add mod modGraphic">
          <ac:chgData name="Parth Walia" userId="63003097-9a48-4653-90c0-3372deb9525c" providerId="ADAL" clId="{191DDA98-5381-4928-84F3-86A653F4F99A}" dt="2025-08-21T20:47:10.747" v="6179" actId="207"/>
          <ac:graphicFrameMkLst>
            <pc:docMk/>
            <pc:sldMk cId="4035986883" sldId="2147479118"/>
            <ac:graphicFrameMk id="4" creationId="{A249244A-CC95-3D1F-5B1C-CAB6E5322BC4}"/>
          </ac:graphicFrameMkLst>
        </pc:graphicFrameChg>
      </pc:sldChg>
      <pc:sldChg chg="del">
        <pc:chgData name="Parth Walia" userId="63003097-9a48-4653-90c0-3372deb9525c" providerId="ADAL" clId="{191DDA98-5381-4928-84F3-86A653F4F99A}" dt="2025-09-02T20:32:32.353" v="11852" actId="2696"/>
        <pc:sldMkLst>
          <pc:docMk/>
          <pc:sldMk cId="314250993" sldId="2147479128"/>
        </pc:sldMkLst>
      </pc:sldChg>
      <pc:sldChg chg="add del ord">
        <pc:chgData name="Parth Walia" userId="63003097-9a48-4653-90c0-3372deb9525c" providerId="ADAL" clId="{191DDA98-5381-4928-84F3-86A653F4F99A}" dt="2025-09-02T20:42:13.096" v="12061" actId="47"/>
        <pc:sldMkLst>
          <pc:docMk/>
          <pc:sldMk cId="704453683" sldId="2147479128"/>
        </pc:sldMkLst>
      </pc:sldChg>
      <pc:sldChg chg="del">
        <pc:chgData name="Parth Walia" userId="63003097-9a48-4653-90c0-3372deb9525c" providerId="ADAL" clId="{191DDA98-5381-4928-84F3-86A653F4F99A}" dt="2025-09-02T20:32:32.353" v="11852" actId="2696"/>
        <pc:sldMkLst>
          <pc:docMk/>
          <pc:sldMk cId="2255363412" sldId="2147479129"/>
        </pc:sldMkLst>
      </pc:sldChg>
      <pc:sldChg chg="delSp modSp add del mod">
        <pc:chgData name="Parth Walia" userId="63003097-9a48-4653-90c0-3372deb9525c" providerId="ADAL" clId="{191DDA98-5381-4928-84F3-86A653F4F99A}" dt="2025-09-02T21:31:58.202" v="12844" actId="47"/>
        <pc:sldMkLst>
          <pc:docMk/>
          <pc:sldMk cId="2913967689" sldId="2147479129"/>
        </pc:sldMkLst>
      </pc:sldChg>
      <pc:sldChg chg="addSp delSp modSp del mod">
        <pc:chgData name="Parth Walia" userId="63003097-9a48-4653-90c0-3372deb9525c" providerId="ADAL" clId="{191DDA98-5381-4928-84F3-86A653F4F99A}" dt="2025-09-02T22:56:07.942" v="14159" actId="47"/>
        <pc:sldMkLst>
          <pc:docMk/>
          <pc:sldMk cId="3472341338" sldId="2147479130"/>
        </pc:sldMkLst>
      </pc:sldChg>
      <pc:sldChg chg="addSp delSp modSp new del mod modClrScheme chgLayout">
        <pc:chgData name="Parth Walia" userId="63003097-9a48-4653-90c0-3372deb9525c" providerId="ADAL" clId="{191DDA98-5381-4928-84F3-86A653F4F99A}" dt="2025-09-02T14:56:20.387" v="7838" actId="47"/>
        <pc:sldMkLst>
          <pc:docMk/>
          <pc:sldMk cId="904413920" sldId="2147479131"/>
        </pc:sldMkLst>
      </pc:sldChg>
      <pc:sldChg chg="add del">
        <pc:chgData name="Parth Walia" userId="63003097-9a48-4653-90c0-3372deb9525c" providerId="ADAL" clId="{191DDA98-5381-4928-84F3-86A653F4F99A}" dt="2025-09-02T14:42:01.945" v="7556" actId="47"/>
        <pc:sldMkLst>
          <pc:docMk/>
          <pc:sldMk cId="1400053892" sldId="2147479132"/>
        </pc:sldMkLst>
      </pc:sldChg>
      <pc:sldChg chg="addSp delSp modSp new mod ord modClrScheme chgLayout">
        <pc:chgData name="Parth Walia" userId="63003097-9a48-4653-90c0-3372deb9525c" providerId="ADAL" clId="{191DDA98-5381-4928-84F3-86A653F4F99A}" dt="2025-09-02T14:48:29.553" v="7672" actId="403"/>
        <pc:sldMkLst>
          <pc:docMk/>
          <pc:sldMk cId="408807901" sldId="2147479133"/>
        </pc:sldMkLst>
        <pc:spChg chg="add mod">
          <ac:chgData name="Parth Walia" userId="63003097-9a48-4653-90c0-3372deb9525c" providerId="ADAL" clId="{191DDA98-5381-4928-84F3-86A653F4F99A}" dt="2025-09-02T14:48:29.553" v="7672" actId="403"/>
          <ac:spMkLst>
            <pc:docMk/>
            <pc:sldMk cId="408807901" sldId="2147479133"/>
            <ac:spMk id="8" creationId="{3A5071EC-DF0C-76F0-F382-A256A3A131B4}"/>
          </ac:spMkLst>
        </pc:spChg>
        <pc:graphicFrameChg chg="add mod modGraphic">
          <ac:chgData name="Parth Walia" userId="63003097-9a48-4653-90c0-3372deb9525c" providerId="ADAL" clId="{191DDA98-5381-4928-84F3-86A653F4F99A}" dt="2025-09-02T14:48:20.320" v="7670" actId="3064"/>
          <ac:graphicFrameMkLst>
            <pc:docMk/>
            <pc:sldMk cId="408807901" sldId="2147479133"/>
            <ac:graphicFrameMk id="10" creationId="{9125BE93-3E23-2C71-91EC-03779C076227}"/>
          </ac:graphicFrameMkLst>
        </pc:graphicFrameChg>
      </pc:sldChg>
      <pc:sldChg chg="addSp delSp add del mod ord modClrScheme chgLayout">
        <pc:chgData name="Parth Walia" userId="63003097-9a48-4653-90c0-3372deb9525c" providerId="ADAL" clId="{191DDA98-5381-4928-84F3-86A653F4F99A}" dt="2025-09-02T14:43:31.162" v="7586" actId="47"/>
        <pc:sldMkLst>
          <pc:docMk/>
          <pc:sldMk cId="2156238455" sldId="2147479134"/>
        </pc:sldMkLst>
      </pc:sldChg>
      <pc:sldChg chg="new del">
        <pc:chgData name="Parth Walia" userId="63003097-9a48-4653-90c0-3372deb9525c" providerId="ADAL" clId="{191DDA98-5381-4928-84F3-86A653F4F99A}" dt="2025-09-02T14:42:50.062" v="7574" actId="47"/>
        <pc:sldMkLst>
          <pc:docMk/>
          <pc:sldMk cId="4129610181" sldId="2147479134"/>
        </pc:sldMkLst>
      </pc:sldChg>
      <pc:sldChg chg="addSp delSp modSp add mod modClrScheme chgLayout">
        <pc:chgData name="Parth Walia" userId="63003097-9a48-4653-90c0-3372deb9525c" providerId="ADAL" clId="{191DDA98-5381-4928-84F3-86A653F4F99A}" dt="2025-09-02T14:46:13.940" v="7636" actId="478"/>
        <pc:sldMkLst>
          <pc:docMk/>
          <pc:sldMk cId="951329010" sldId="2147479135"/>
        </pc:sldMkLst>
        <pc:spChg chg="add mod">
          <ac:chgData name="Parth Walia" userId="63003097-9a48-4653-90c0-3372deb9525c" providerId="ADAL" clId="{191DDA98-5381-4928-84F3-86A653F4F99A}" dt="2025-09-02T14:46:12.158" v="7635"/>
          <ac:spMkLst>
            <pc:docMk/>
            <pc:sldMk cId="951329010" sldId="2147479135"/>
            <ac:spMk id="2" creationId="{47E2AE95-A5F0-F050-A531-0E649881894E}"/>
          </ac:spMkLst>
        </pc:spChg>
      </pc:sldChg>
      <pc:sldChg chg="addSp delSp modSp add mod">
        <pc:chgData name="Parth Walia" userId="63003097-9a48-4653-90c0-3372deb9525c" providerId="ADAL" clId="{191DDA98-5381-4928-84F3-86A653F4F99A}" dt="2025-09-02T14:46:04.668" v="7632" actId="478"/>
        <pc:sldMkLst>
          <pc:docMk/>
          <pc:sldMk cId="1664615369" sldId="2147479136"/>
        </pc:sldMkLst>
        <pc:spChg chg="mod">
          <ac:chgData name="Parth Walia" userId="63003097-9a48-4653-90c0-3372deb9525c" providerId="ADAL" clId="{191DDA98-5381-4928-84F3-86A653F4F99A}" dt="2025-09-02T14:46:00.711" v="7631" actId="1076"/>
          <ac:spMkLst>
            <pc:docMk/>
            <pc:sldMk cId="1664615369" sldId="2147479136"/>
            <ac:spMk id="8" creationId="{218B3139-A3E3-8356-ED30-67EFCBFE2C8A}"/>
          </ac:spMkLst>
        </pc:spChg>
      </pc:sldChg>
      <pc:sldChg chg="modSp add mod">
        <pc:chgData name="Parth Walia" userId="63003097-9a48-4653-90c0-3372deb9525c" providerId="ADAL" clId="{191DDA98-5381-4928-84F3-86A653F4F99A}" dt="2025-09-02T14:46:29.506" v="7638"/>
        <pc:sldMkLst>
          <pc:docMk/>
          <pc:sldMk cId="1244923268" sldId="2147479137"/>
        </pc:sldMkLst>
        <pc:spChg chg="mod">
          <ac:chgData name="Parth Walia" userId="63003097-9a48-4653-90c0-3372deb9525c" providerId="ADAL" clId="{191DDA98-5381-4928-84F3-86A653F4F99A}" dt="2025-09-02T14:46:29.506" v="7638"/>
          <ac:spMkLst>
            <pc:docMk/>
            <pc:sldMk cId="1244923268" sldId="2147479137"/>
            <ac:spMk id="8" creationId="{96F8EEA3-58A9-47E9-5E86-CDDE5736845D}"/>
          </ac:spMkLst>
        </pc:spChg>
      </pc:sldChg>
      <pc:sldChg chg="modSp add mod">
        <pc:chgData name="Parth Walia" userId="63003097-9a48-4653-90c0-3372deb9525c" providerId="ADAL" clId="{191DDA98-5381-4928-84F3-86A653F4F99A}" dt="2025-09-02T14:46:36.958" v="7640"/>
        <pc:sldMkLst>
          <pc:docMk/>
          <pc:sldMk cId="1141548901" sldId="2147479138"/>
        </pc:sldMkLst>
        <pc:spChg chg="mod">
          <ac:chgData name="Parth Walia" userId="63003097-9a48-4653-90c0-3372deb9525c" providerId="ADAL" clId="{191DDA98-5381-4928-84F3-86A653F4F99A}" dt="2025-09-02T14:46:36.958" v="7640"/>
          <ac:spMkLst>
            <pc:docMk/>
            <pc:sldMk cId="1141548901" sldId="2147479138"/>
            <ac:spMk id="8" creationId="{7B1E33B1-6302-6BD7-55E9-38CD54BEF28B}"/>
          </ac:spMkLst>
        </pc:spChg>
      </pc:sldChg>
      <pc:sldChg chg="modSp add mod">
        <pc:chgData name="Parth Walia" userId="63003097-9a48-4653-90c0-3372deb9525c" providerId="ADAL" clId="{191DDA98-5381-4928-84F3-86A653F4F99A}" dt="2025-09-02T14:46:50.160" v="7644"/>
        <pc:sldMkLst>
          <pc:docMk/>
          <pc:sldMk cId="3163489332" sldId="2147479139"/>
        </pc:sldMkLst>
        <pc:spChg chg="mod">
          <ac:chgData name="Parth Walia" userId="63003097-9a48-4653-90c0-3372deb9525c" providerId="ADAL" clId="{191DDA98-5381-4928-84F3-86A653F4F99A}" dt="2025-09-02T14:46:50.160" v="7644"/>
          <ac:spMkLst>
            <pc:docMk/>
            <pc:sldMk cId="3163489332" sldId="2147479139"/>
            <ac:spMk id="8" creationId="{C67D78F8-D81D-AB67-CD29-C0B0A7E8C8A6}"/>
          </ac:spMkLst>
        </pc:spChg>
      </pc:sldChg>
      <pc:sldChg chg="modSp add mod">
        <pc:chgData name="Parth Walia" userId="63003097-9a48-4653-90c0-3372deb9525c" providerId="ADAL" clId="{191DDA98-5381-4928-84F3-86A653F4F99A}" dt="2025-09-02T14:46:58.608" v="7646"/>
        <pc:sldMkLst>
          <pc:docMk/>
          <pc:sldMk cId="1290977018" sldId="2147479140"/>
        </pc:sldMkLst>
        <pc:spChg chg="mod">
          <ac:chgData name="Parth Walia" userId="63003097-9a48-4653-90c0-3372deb9525c" providerId="ADAL" clId="{191DDA98-5381-4928-84F3-86A653F4F99A}" dt="2025-09-02T14:46:58.608" v="7646"/>
          <ac:spMkLst>
            <pc:docMk/>
            <pc:sldMk cId="1290977018" sldId="2147479140"/>
            <ac:spMk id="8" creationId="{2A4EC845-08C5-B3DD-350B-8E9E940DE6C5}"/>
          </ac:spMkLst>
        </pc:spChg>
      </pc:sldChg>
      <pc:sldChg chg="modSp add mod">
        <pc:chgData name="Parth Walia" userId="63003097-9a48-4653-90c0-3372deb9525c" providerId="ADAL" clId="{191DDA98-5381-4928-84F3-86A653F4F99A}" dt="2025-09-02T14:48:44.709" v="7674"/>
        <pc:sldMkLst>
          <pc:docMk/>
          <pc:sldMk cId="898287739" sldId="2147479141"/>
        </pc:sldMkLst>
        <pc:spChg chg="mod">
          <ac:chgData name="Parth Walia" userId="63003097-9a48-4653-90c0-3372deb9525c" providerId="ADAL" clId="{191DDA98-5381-4928-84F3-86A653F4F99A}" dt="2025-09-02T14:48:44.709" v="7674"/>
          <ac:spMkLst>
            <pc:docMk/>
            <pc:sldMk cId="898287739" sldId="2147479141"/>
            <ac:spMk id="8" creationId="{D291131C-923F-E38F-1D4F-3284287F5C45}"/>
          </ac:spMkLst>
        </pc:spChg>
      </pc:sldChg>
      <pc:sldChg chg="modSp add mod">
        <pc:chgData name="Parth Walia" userId="63003097-9a48-4653-90c0-3372deb9525c" providerId="ADAL" clId="{191DDA98-5381-4928-84F3-86A653F4F99A}" dt="2025-09-02T14:48:59.338" v="7676"/>
        <pc:sldMkLst>
          <pc:docMk/>
          <pc:sldMk cId="2874868319" sldId="2147479142"/>
        </pc:sldMkLst>
        <pc:spChg chg="mod">
          <ac:chgData name="Parth Walia" userId="63003097-9a48-4653-90c0-3372deb9525c" providerId="ADAL" clId="{191DDA98-5381-4928-84F3-86A653F4F99A}" dt="2025-09-02T14:48:59.338" v="7676"/>
          <ac:spMkLst>
            <pc:docMk/>
            <pc:sldMk cId="2874868319" sldId="2147479142"/>
            <ac:spMk id="8" creationId="{3D5A7B73-0B10-D60C-184A-1C769FA6C625}"/>
          </ac:spMkLst>
        </pc:spChg>
      </pc:sldChg>
      <pc:sldChg chg="addSp delSp modSp add mod ord">
        <pc:chgData name="Parth Walia" userId="63003097-9a48-4653-90c0-3372deb9525c" providerId="ADAL" clId="{191DDA98-5381-4928-84F3-86A653F4F99A}" dt="2025-09-03T13:08:12.103" v="15743" actId="948"/>
        <pc:sldMkLst>
          <pc:docMk/>
          <pc:sldMk cId="3366096707" sldId="2147479143"/>
        </pc:sldMkLst>
        <pc:spChg chg="add mod">
          <ac:chgData name="Parth Walia" userId="63003097-9a48-4653-90c0-3372deb9525c" providerId="ADAL" clId="{191DDA98-5381-4928-84F3-86A653F4F99A}" dt="2025-09-02T22:44:06.367" v="13917" actId="1076"/>
          <ac:spMkLst>
            <pc:docMk/>
            <pc:sldMk cId="3366096707" sldId="2147479143"/>
            <ac:spMk id="3" creationId="{A4FE5439-1A0E-F400-626A-21AA3C832229}"/>
          </ac:spMkLst>
        </pc:spChg>
        <pc:spChg chg="mod">
          <ac:chgData name="Parth Walia" userId="63003097-9a48-4653-90c0-3372deb9525c" providerId="ADAL" clId="{191DDA98-5381-4928-84F3-86A653F4F99A}" dt="2025-09-03T13:08:12.103" v="15743" actId="948"/>
          <ac:spMkLst>
            <pc:docMk/>
            <pc:sldMk cId="3366096707" sldId="2147479143"/>
            <ac:spMk id="8" creationId="{2B315C49-57AD-CB07-ACC7-6EAE04F520CE}"/>
          </ac:spMkLst>
        </pc:spChg>
      </pc:sldChg>
      <pc:sldChg chg="addSp delSp modSp add mod">
        <pc:chgData name="Parth Walia" userId="63003097-9a48-4653-90c0-3372deb9525c" providerId="ADAL" clId="{191DDA98-5381-4928-84F3-86A653F4F99A}" dt="2025-09-04T18:58:41.857" v="23154" actId="3064"/>
        <pc:sldMkLst>
          <pc:docMk/>
          <pc:sldMk cId="3277551308" sldId="2147479144"/>
        </pc:sldMkLst>
        <pc:spChg chg="mod">
          <ac:chgData name="Parth Walia" userId="63003097-9a48-4653-90c0-3372deb9525c" providerId="ADAL" clId="{191DDA98-5381-4928-84F3-86A653F4F99A}" dt="2025-09-03T13:08:17.590" v="15744" actId="948"/>
          <ac:spMkLst>
            <pc:docMk/>
            <pc:sldMk cId="3277551308" sldId="2147479144"/>
            <ac:spMk id="8" creationId="{FB5B9BB0-5EF5-EBF9-F694-662D73FF5BF2}"/>
          </ac:spMkLst>
        </pc:spChg>
        <pc:graphicFrameChg chg="add mod modGraphic">
          <ac:chgData name="Parth Walia" userId="63003097-9a48-4653-90c0-3372deb9525c" providerId="ADAL" clId="{191DDA98-5381-4928-84F3-86A653F4F99A}" dt="2025-09-04T18:58:41.857" v="23154" actId="3064"/>
          <ac:graphicFrameMkLst>
            <pc:docMk/>
            <pc:sldMk cId="3277551308" sldId="2147479144"/>
            <ac:graphicFrameMk id="16" creationId="{770C17D2-1415-6F88-E3D9-020B1EAB4C52}"/>
          </ac:graphicFrameMkLst>
        </pc:graphicFrameChg>
      </pc:sldChg>
      <pc:sldChg chg="addSp delSp modSp add del mod ord">
        <pc:chgData name="Parth Walia" userId="63003097-9a48-4653-90c0-3372deb9525c" providerId="ADAL" clId="{191DDA98-5381-4928-84F3-86A653F4F99A}" dt="2025-09-04T11:38:52.206" v="19499" actId="47"/>
        <pc:sldMkLst>
          <pc:docMk/>
          <pc:sldMk cId="2015132497" sldId="2147479145"/>
        </pc:sldMkLst>
      </pc:sldChg>
      <pc:sldChg chg="addSp delSp modSp add del mod ord">
        <pc:chgData name="Parth Walia" userId="63003097-9a48-4653-90c0-3372deb9525c" providerId="ADAL" clId="{191DDA98-5381-4928-84F3-86A653F4F99A}" dt="2025-09-02T19:00:23.551" v="9021" actId="47"/>
        <pc:sldMkLst>
          <pc:docMk/>
          <pc:sldMk cId="1167178677" sldId="2147479146"/>
        </pc:sldMkLst>
      </pc:sldChg>
      <pc:sldChg chg="add del">
        <pc:chgData name="Parth Walia" userId="63003097-9a48-4653-90c0-3372deb9525c" providerId="ADAL" clId="{191DDA98-5381-4928-84F3-86A653F4F99A}" dt="2025-09-02T15:00:35.117" v="7892" actId="47"/>
        <pc:sldMkLst>
          <pc:docMk/>
          <pc:sldMk cId="2502701660" sldId="2147479147"/>
        </pc:sldMkLst>
      </pc:sldChg>
      <pc:sldChg chg="add del">
        <pc:chgData name="Parth Walia" userId="63003097-9a48-4653-90c0-3372deb9525c" providerId="ADAL" clId="{191DDA98-5381-4928-84F3-86A653F4F99A}" dt="2025-09-02T15:03:33.591" v="7941" actId="47"/>
        <pc:sldMkLst>
          <pc:docMk/>
          <pc:sldMk cId="831678486" sldId="2147479148"/>
        </pc:sldMkLst>
      </pc:sldChg>
      <pc:sldChg chg="add del">
        <pc:chgData name="Parth Walia" userId="63003097-9a48-4653-90c0-3372deb9525c" providerId="ADAL" clId="{191DDA98-5381-4928-84F3-86A653F4F99A}" dt="2025-09-02T15:04:45.253" v="7964" actId="47"/>
        <pc:sldMkLst>
          <pc:docMk/>
          <pc:sldMk cId="18941269" sldId="2147479149"/>
        </pc:sldMkLst>
      </pc:sldChg>
      <pc:sldChg chg="add del">
        <pc:chgData name="Parth Walia" userId="63003097-9a48-4653-90c0-3372deb9525c" providerId="ADAL" clId="{191DDA98-5381-4928-84F3-86A653F4F99A}" dt="2025-09-02T15:05:18.252" v="7991" actId="47"/>
        <pc:sldMkLst>
          <pc:docMk/>
          <pc:sldMk cId="2946251916" sldId="2147479150"/>
        </pc:sldMkLst>
      </pc:sldChg>
      <pc:sldChg chg="addSp delSp modSp add del mod">
        <pc:chgData name="Parth Walia" userId="63003097-9a48-4653-90c0-3372deb9525c" providerId="ADAL" clId="{191DDA98-5381-4928-84F3-86A653F4F99A}" dt="2025-09-02T15:09:43.838" v="8095" actId="47"/>
        <pc:sldMkLst>
          <pc:docMk/>
          <pc:sldMk cId="2842301601" sldId="2147479151"/>
        </pc:sldMkLst>
      </pc:sldChg>
      <pc:sldChg chg="addSp delSp modSp add mod">
        <pc:chgData name="Parth Walia" userId="63003097-9a48-4653-90c0-3372deb9525c" providerId="ADAL" clId="{191DDA98-5381-4928-84F3-86A653F4F99A}" dt="2025-09-03T13:08:27.194" v="15746" actId="948"/>
        <pc:sldMkLst>
          <pc:docMk/>
          <pc:sldMk cId="3310670397" sldId="2147479152"/>
        </pc:sldMkLst>
        <pc:spChg chg="add mod">
          <ac:chgData name="Parth Walia" userId="63003097-9a48-4653-90c0-3372deb9525c" providerId="ADAL" clId="{191DDA98-5381-4928-84F3-86A653F4F99A}" dt="2025-09-02T19:04:44.172" v="9102" actId="12788"/>
          <ac:spMkLst>
            <pc:docMk/>
            <pc:sldMk cId="3310670397" sldId="2147479152"/>
            <ac:spMk id="2" creationId="{4AFEDE05-CE10-A1CE-3F2D-8787D86EC887}"/>
          </ac:spMkLst>
        </pc:spChg>
        <pc:spChg chg="mod">
          <ac:chgData name="Parth Walia" userId="63003097-9a48-4653-90c0-3372deb9525c" providerId="ADAL" clId="{191DDA98-5381-4928-84F3-86A653F4F99A}" dt="2025-09-03T13:08:27.194" v="15746" actId="948"/>
          <ac:spMkLst>
            <pc:docMk/>
            <pc:sldMk cId="3310670397" sldId="2147479152"/>
            <ac:spMk id="8" creationId="{352E652D-F6C7-5F2B-9DA5-C3F8518836AA}"/>
          </ac:spMkLst>
        </pc:spChg>
        <pc:graphicFrameChg chg="add mod modGraphic">
          <ac:chgData name="Parth Walia" userId="63003097-9a48-4653-90c0-3372deb9525c" providerId="ADAL" clId="{191DDA98-5381-4928-84F3-86A653F4F99A}" dt="2025-09-02T19:04:55.945" v="9113" actId="1076"/>
          <ac:graphicFrameMkLst>
            <pc:docMk/>
            <pc:sldMk cId="3310670397" sldId="2147479152"/>
            <ac:graphicFrameMk id="3" creationId="{C34EE657-F41F-8BAB-8EDF-3D7471FC4852}"/>
          </ac:graphicFrameMkLst>
        </pc:graphicFrameChg>
      </pc:sldChg>
      <pc:sldChg chg="addSp delSp modSp add mod ord modShow">
        <pc:chgData name="Parth Walia" userId="63003097-9a48-4653-90c0-3372deb9525c" providerId="ADAL" clId="{191DDA98-5381-4928-84F3-86A653F4F99A}" dt="2025-09-02T20:04:44.427" v="10087" actId="729"/>
        <pc:sldMkLst>
          <pc:docMk/>
          <pc:sldMk cId="365628203" sldId="2147479153"/>
        </pc:sldMkLst>
        <pc:spChg chg="add mod topLvl">
          <ac:chgData name="Parth Walia" userId="63003097-9a48-4653-90c0-3372deb9525c" providerId="ADAL" clId="{191DDA98-5381-4928-84F3-86A653F4F99A}" dt="2025-09-02T19:06:00.948" v="9130" actId="165"/>
          <ac:spMkLst>
            <pc:docMk/>
            <pc:sldMk cId="365628203" sldId="2147479153"/>
            <ac:spMk id="7" creationId="{F9A33B89-06C7-3208-793E-5687DA94F6FF}"/>
          </ac:spMkLst>
        </pc:spChg>
        <pc:spChg chg="mod">
          <ac:chgData name="Parth Walia" userId="63003097-9a48-4653-90c0-3372deb9525c" providerId="ADAL" clId="{191DDA98-5381-4928-84F3-86A653F4F99A}" dt="2025-09-02T15:03:48.021" v="7946" actId="20577"/>
          <ac:spMkLst>
            <pc:docMk/>
            <pc:sldMk cId="365628203" sldId="2147479153"/>
            <ac:spMk id="8" creationId="{5FD0D24F-0DA0-227E-EF22-7156E12F0B61}"/>
          </ac:spMkLst>
        </pc:spChg>
        <pc:spChg chg="mod">
          <ac:chgData name="Parth Walia" userId="63003097-9a48-4653-90c0-3372deb9525c" providerId="ADAL" clId="{191DDA98-5381-4928-84F3-86A653F4F99A}" dt="2025-09-02T15:04:00.801" v="7950" actId="164"/>
          <ac:spMkLst>
            <pc:docMk/>
            <pc:sldMk cId="365628203" sldId="2147479153"/>
            <ac:spMk id="9" creationId="{176F3135-664B-9F4B-9EEB-E77C135F8F36}"/>
          </ac:spMkLst>
        </pc:spChg>
        <pc:spChg chg="mod topLvl">
          <ac:chgData name="Parth Walia" userId="63003097-9a48-4653-90c0-3372deb9525c" providerId="ADAL" clId="{191DDA98-5381-4928-84F3-86A653F4F99A}" dt="2025-09-02T19:30:39.148" v="9476" actId="165"/>
          <ac:spMkLst>
            <pc:docMk/>
            <pc:sldMk cId="365628203" sldId="2147479153"/>
            <ac:spMk id="11" creationId="{3C63F13E-D7F9-BD71-A4E0-73D739E60724}"/>
          </ac:spMkLst>
        </pc:spChg>
        <pc:spChg chg="mod topLvl">
          <ac:chgData name="Parth Walia" userId="63003097-9a48-4653-90c0-3372deb9525c" providerId="ADAL" clId="{191DDA98-5381-4928-84F3-86A653F4F99A}" dt="2025-09-02T19:30:39.148" v="9476" actId="165"/>
          <ac:spMkLst>
            <pc:docMk/>
            <pc:sldMk cId="365628203" sldId="2147479153"/>
            <ac:spMk id="12" creationId="{901C098C-DF84-344E-0531-44B8D85ADD2B}"/>
          </ac:spMkLst>
        </pc:spChg>
        <pc:spChg chg="mod topLvl">
          <ac:chgData name="Parth Walia" userId="63003097-9a48-4653-90c0-3372deb9525c" providerId="ADAL" clId="{191DDA98-5381-4928-84F3-86A653F4F99A}" dt="2025-09-02T19:30:39.148" v="9476" actId="165"/>
          <ac:spMkLst>
            <pc:docMk/>
            <pc:sldMk cId="365628203" sldId="2147479153"/>
            <ac:spMk id="14" creationId="{A92EFEAA-C82C-6C8F-D774-A67AEED725DD}"/>
          </ac:spMkLst>
        </pc:spChg>
        <pc:spChg chg="mod topLvl">
          <ac:chgData name="Parth Walia" userId="63003097-9a48-4653-90c0-3372deb9525c" providerId="ADAL" clId="{191DDA98-5381-4928-84F3-86A653F4F99A}" dt="2025-09-02T19:30:39.148" v="9476" actId="165"/>
          <ac:spMkLst>
            <pc:docMk/>
            <pc:sldMk cId="365628203" sldId="2147479153"/>
            <ac:spMk id="15" creationId="{0D09950F-4128-38A3-753F-B81ADECF0373}"/>
          </ac:spMkLst>
        </pc:spChg>
        <pc:spChg chg="mod">
          <ac:chgData name="Parth Walia" userId="63003097-9a48-4653-90c0-3372deb9525c" providerId="ADAL" clId="{191DDA98-5381-4928-84F3-86A653F4F99A}" dt="2025-09-02T19:06:00.948" v="9130" actId="165"/>
          <ac:spMkLst>
            <pc:docMk/>
            <pc:sldMk cId="365628203" sldId="2147479153"/>
            <ac:spMk id="17" creationId="{CB646BB3-F9C0-34A7-DE2F-7C58692E6606}"/>
          </ac:spMkLst>
        </pc:spChg>
        <pc:spChg chg="mod topLvl">
          <ac:chgData name="Parth Walia" userId="63003097-9a48-4653-90c0-3372deb9525c" providerId="ADAL" clId="{191DDA98-5381-4928-84F3-86A653F4F99A}" dt="2025-09-02T19:30:39.148" v="9476" actId="165"/>
          <ac:spMkLst>
            <pc:docMk/>
            <pc:sldMk cId="365628203" sldId="2147479153"/>
            <ac:spMk id="20" creationId="{FDCE64E3-A894-66CF-22CC-ACCD6AFA2590}"/>
          </ac:spMkLst>
        </pc:spChg>
        <pc:spChg chg="mod topLvl">
          <ac:chgData name="Parth Walia" userId="63003097-9a48-4653-90c0-3372deb9525c" providerId="ADAL" clId="{191DDA98-5381-4928-84F3-86A653F4F99A}" dt="2025-09-02T19:30:39.148" v="9476" actId="165"/>
          <ac:spMkLst>
            <pc:docMk/>
            <pc:sldMk cId="365628203" sldId="2147479153"/>
            <ac:spMk id="21" creationId="{EA76DC73-E9E8-2CB2-544E-462D3F44E910}"/>
          </ac:spMkLst>
        </pc:spChg>
        <pc:spChg chg="add mod topLvl">
          <ac:chgData name="Parth Walia" userId="63003097-9a48-4653-90c0-3372deb9525c" providerId="ADAL" clId="{191DDA98-5381-4928-84F3-86A653F4F99A}" dt="2025-09-02T19:06:00.948" v="9130" actId="165"/>
          <ac:spMkLst>
            <pc:docMk/>
            <pc:sldMk cId="365628203" sldId="2147479153"/>
            <ac:spMk id="22" creationId="{356C7FA1-3C8C-4F85-0E66-4CCDE386189A}"/>
          </ac:spMkLst>
        </pc:spChg>
        <pc:spChg chg="mod">
          <ac:chgData name="Parth Walia" userId="63003097-9a48-4653-90c0-3372deb9525c" providerId="ADAL" clId="{191DDA98-5381-4928-84F3-86A653F4F99A}" dt="2025-09-02T15:04:00.801" v="7950" actId="164"/>
          <ac:spMkLst>
            <pc:docMk/>
            <pc:sldMk cId="365628203" sldId="2147479153"/>
            <ac:spMk id="23" creationId="{E4F64687-D979-61D8-C9BD-17A038254F74}"/>
          </ac:spMkLst>
        </pc:spChg>
        <pc:spChg chg="mod">
          <ac:chgData name="Parth Walia" userId="63003097-9a48-4653-90c0-3372deb9525c" providerId="ADAL" clId="{191DDA98-5381-4928-84F3-86A653F4F99A}" dt="2025-09-02T15:04:00.801" v="7950" actId="164"/>
          <ac:spMkLst>
            <pc:docMk/>
            <pc:sldMk cId="365628203" sldId="2147479153"/>
            <ac:spMk id="25" creationId="{F7268ACB-49DF-4E46-5544-E69FF204DB69}"/>
          </ac:spMkLst>
        </pc:spChg>
        <pc:spChg chg="mod">
          <ac:chgData name="Parth Walia" userId="63003097-9a48-4653-90c0-3372deb9525c" providerId="ADAL" clId="{191DDA98-5381-4928-84F3-86A653F4F99A}" dt="2025-09-02T15:04:00.801" v="7950" actId="164"/>
          <ac:spMkLst>
            <pc:docMk/>
            <pc:sldMk cId="365628203" sldId="2147479153"/>
            <ac:spMk id="27" creationId="{5E138B75-C7C9-F4E9-A32A-86BFC3CFDE31}"/>
          </ac:spMkLst>
        </pc:spChg>
        <pc:spChg chg="mod topLvl">
          <ac:chgData name="Parth Walia" userId="63003097-9a48-4653-90c0-3372deb9525c" providerId="ADAL" clId="{191DDA98-5381-4928-84F3-86A653F4F99A}" dt="2025-09-02T19:30:39.148" v="9476" actId="165"/>
          <ac:spMkLst>
            <pc:docMk/>
            <pc:sldMk cId="365628203" sldId="2147479153"/>
            <ac:spMk id="30" creationId="{72FD503A-066E-20FE-5421-FF2FF93B5E1B}"/>
          </ac:spMkLst>
        </pc:spChg>
        <pc:spChg chg="mod topLvl">
          <ac:chgData name="Parth Walia" userId="63003097-9a48-4653-90c0-3372deb9525c" providerId="ADAL" clId="{191DDA98-5381-4928-84F3-86A653F4F99A}" dt="2025-09-02T19:30:39.148" v="9476" actId="165"/>
          <ac:spMkLst>
            <pc:docMk/>
            <pc:sldMk cId="365628203" sldId="2147479153"/>
            <ac:spMk id="31" creationId="{37278B36-D841-872F-4358-1EABBA331CD0}"/>
          </ac:spMkLst>
        </pc:spChg>
        <pc:spChg chg="mod">
          <ac:chgData name="Parth Walia" userId="63003097-9a48-4653-90c0-3372deb9525c" providerId="ADAL" clId="{191DDA98-5381-4928-84F3-86A653F4F99A}" dt="2025-09-02T15:04:00.801" v="7950" actId="164"/>
          <ac:spMkLst>
            <pc:docMk/>
            <pc:sldMk cId="365628203" sldId="2147479153"/>
            <ac:spMk id="44" creationId="{B5B901C8-D838-3050-6F09-11E4534D8CB7}"/>
          </ac:spMkLst>
        </pc:spChg>
        <pc:spChg chg="add mod topLvl">
          <ac:chgData name="Parth Walia" userId="63003097-9a48-4653-90c0-3372deb9525c" providerId="ADAL" clId="{191DDA98-5381-4928-84F3-86A653F4F99A}" dt="2025-09-02T19:06:00.948" v="9130" actId="165"/>
          <ac:spMkLst>
            <pc:docMk/>
            <pc:sldMk cId="365628203" sldId="2147479153"/>
            <ac:spMk id="45" creationId="{CB35F268-B83F-84D9-DC2E-83D9C4835EA4}"/>
          </ac:spMkLst>
        </pc:spChg>
        <pc:spChg chg="mod topLvl">
          <ac:chgData name="Parth Walia" userId="63003097-9a48-4653-90c0-3372deb9525c" providerId="ADAL" clId="{191DDA98-5381-4928-84F3-86A653F4F99A}" dt="2025-09-02T19:30:39.148" v="9476" actId="165"/>
          <ac:spMkLst>
            <pc:docMk/>
            <pc:sldMk cId="365628203" sldId="2147479153"/>
            <ac:spMk id="47" creationId="{62C74D4B-6066-BBE4-DF36-4477253E85D3}"/>
          </ac:spMkLst>
        </pc:spChg>
        <pc:spChg chg="mod topLvl">
          <ac:chgData name="Parth Walia" userId="63003097-9a48-4653-90c0-3372deb9525c" providerId="ADAL" clId="{191DDA98-5381-4928-84F3-86A653F4F99A}" dt="2025-09-02T19:30:39.148" v="9476" actId="165"/>
          <ac:spMkLst>
            <pc:docMk/>
            <pc:sldMk cId="365628203" sldId="2147479153"/>
            <ac:spMk id="48" creationId="{4A0735B2-2771-EA7F-1B2A-13CCD40EF48F}"/>
          </ac:spMkLst>
        </pc:spChg>
        <pc:spChg chg="mod">
          <ac:chgData name="Parth Walia" userId="63003097-9a48-4653-90c0-3372deb9525c" providerId="ADAL" clId="{191DDA98-5381-4928-84F3-86A653F4F99A}" dt="2025-09-02T15:04:00.801" v="7950" actId="164"/>
          <ac:spMkLst>
            <pc:docMk/>
            <pc:sldMk cId="365628203" sldId="2147479153"/>
            <ac:spMk id="50" creationId="{F52AA193-5097-9A87-CFAE-DE678EA02FB1}"/>
          </ac:spMkLst>
        </pc:spChg>
        <pc:spChg chg="add mod topLvl">
          <ac:chgData name="Parth Walia" userId="63003097-9a48-4653-90c0-3372deb9525c" providerId="ADAL" clId="{191DDA98-5381-4928-84F3-86A653F4F99A}" dt="2025-09-02T19:57:01.418" v="9947" actId="1035"/>
          <ac:spMkLst>
            <pc:docMk/>
            <pc:sldMk cId="365628203" sldId="2147479153"/>
            <ac:spMk id="52" creationId="{EB03315C-3F46-3A91-C712-47252172B370}"/>
          </ac:spMkLst>
        </pc:spChg>
        <pc:spChg chg="add mod topLvl">
          <ac:chgData name="Parth Walia" userId="63003097-9a48-4653-90c0-3372deb9525c" providerId="ADAL" clId="{191DDA98-5381-4928-84F3-86A653F4F99A}" dt="2025-09-02T19:06:00.948" v="9130" actId="165"/>
          <ac:spMkLst>
            <pc:docMk/>
            <pc:sldMk cId="365628203" sldId="2147479153"/>
            <ac:spMk id="53" creationId="{C6DE03DB-09CD-D47D-5D69-28411C51BEEC}"/>
          </ac:spMkLst>
        </pc:spChg>
        <pc:spChg chg="add mod topLvl">
          <ac:chgData name="Parth Walia" userId="63003097-9a48-4653-90c0-3372deb9525c" providerId="ADAL" clId="{191DDA98-5381-4928-84F3-86A653F4F99A}" dt="2025-09-02T19:06:00.948" v="9130" actId="165"/>
          <ac:spMkLst>
            <pc:docMk/>
            <pc:sldMk cId="365628203" sldId="2147479153"/>
            <ac:spMk id="55" creationId="{6157CB13-136B-86A1-AE8A-0EC0C46FA3E3}"/>
          </ac:spMkLst>
        </pc:spChg>
      </pc:sldChg>
      <pc:sldChg chg="addSp delSp modSp add mod">
        <pc:chgData name="Parth Walia" userId="63003097-9a48-4653-90c0-3372deb9525c" providerId="ADAL" clId="{191DDA98-5381-4928-84F3-86A653F4F99A}" dt="2025-09-03T13:08:35.939" v="15748" actId="948"/>
        <pc:sldMkLst>
          <pc:docMk/>
          <pc:sldMk cId="485995093" sldId="2147479154"/>
        </pc:sldMkLst>
        <pc:spChg chg="mod">
          <ac:chgData name="Parth Walia" userId="63003097-9a48-4653-90c0-3372deb9525c" providerId="ADAL" clId="{191DDA98-5381-4928-84F3-86A653F4F99A}" dt="2025-09-03T13:08:35.939" v="15748" actId="948"/>
          <ac:spMkLst>
            <pc:docMk/>
            <pc:sldMk cId="485995093" sldId="2147479154"/>
            <ac:spMk id="8" creationId="{5DD67DA8-0801-6E34-FDB2-F77D252036A5}"/>
          </ac:spMkLst>
        </pc:spChg>
        <pc:graphicFrameChg chg="add mod modGraphic">
          <ac:chgData name="Parth Walia" userId="63003097-9a48-4653-90c0-3372deb9525c" providerId="ADAL" clId="{191DDA98-5381-4928-84F3-86A653F4F99A}" dt="2025-09-02T20:26:40.217" v="11575"/>
          <ac:graphicFrameMkLst>
            <pc:docMk/>
            <pc:sldMk cId="485995093" sldId="2147479154"/>
            <ac:graphicFrameMk id="2" creationId="{B483B615-1DE2-2B1F-8BE2-6FEB34045A0E}"/>
          </ac:graphicFrameMkLst>
        </pc:graphicFrameChg>
        <pc:graphicFrameChg chg="add mod modGraphic">
          <ac:chgData name="Parth Walia" userId="63003097-9a48-4653-90c0-3372deb9525c" providerId="ADAL" clId="{191DDA98-5381-4928-84F3-86A653F4F99A}" dt="2025-09-02T20:26:38.306" v="11574"/>
          <ac:graphicFrameMkLst>
            <pc:docMk/>
            <pc:sldMk cId="485995093" sldId="2147479154"/>
            <ac:graphicFrameMk id="3" creationId="{4A6A6476-7667-E891-4DFD-E0BD68C1AA61}"/>
          </ac:graphicFrameMkLst>
        </pc:graphicFrameChg>
        <pc:graphicFrameChg chg="add mod modGraphic">
          <ac:chgData name="Parth Walia" userId="63003097-9a48-4653-90c0-3372deb9525c" providerId="ADAL" clId="{191DDA98-5381-4928-84F3-86A653F4F99A}" dt="2025-09-02T20:26:35.818" v="11573"/>
          <ac:graphicFrameMkLst>
            <pc:docMk/>
            <pc:sldMk cId="485995093" sldId="2147479154"/>
            <ac:graphicFrameMk id="57" creationId="{8CD15310-EB83-3E68-9C21-A2B50018D7F2}"/>
          </ac:graphicFrameMkLst>
        </pc:graphicFrameChg>
      </pc:sldChg>
      <pc:sldChg chg="addSp delSp modSp add mod">
        <pc:chgData name="Parth Walia" userId="63003097-9a48-4653-90c0-3372deb9525c" providerId="ADAL" clId="{191DDA98-5381-4928-84F3-86A653F4F99A}" dt="2025-09-03T13:08:23.217" v="15745" actId="948"/>
        <pc:sldMkLst>
          <pc:docMk/>
          <pc:sldMk cId="2816045482" sldId="2147479155"/>
        </pc:sldMkLst>
        <pc:spChg chg="add mod">
          <ac:chgData name="Parth Walia" userId="63003097-9a48-4653-90c0-3372deb9525c" providerId="ADAL" clId="{191DDA98-5381-4928-84F3-86A653F4F99A}" dt="2025-09-02T19:00:55.860" v="9032" actId="164"/>
          <ac:spMkLst>
            <pc:docMk/>
            <pc:sldMk cId="2816045482" sldId="2147479155"/>
            <ac:spMk id="2" creationId="{DFC86C88-001F-0D67-562D-40D9AAC90BDA}"/>
          </ac:spMkLst>
        </pc:spChg>
        <pc:spChg chg="add mod">
          <ac:chgData name="Parth Walia" userId="63003097-9a48-4653-90c0-3372deb9525c" providerId="ADAL" clId="{191DDA98-5381-4928-84F3-86A653F4F99A}" dt="2025-09-02T18:18:42.626" v="8235" actId="1076"/>
          <ac:spMkLst>
            <pc:docMk/>
            <pc:sldMk cId="2816045482" sldId="2147479155"/>
            <ac:spMk id="3" creationId="{4BE4796C-483E-026A-FFE6-6B91AEC958F0}"/>
          </ac:spMkLst>
        </pc:spChg>
        <pc:spChg chg="add mod">
          <ac:chgData name="Parth Walia" userId="63003097-9a48-4653-90c0-3372deb9525c" providerId="ADAL" clId="{191DDA98-5381-4928-84F3-86A653F4F99A}" dt="2025-09-02T19:05:41.126" v="9126" actId="1036"/>
          <ac:spMkLst>
            <pc:docMk/>
            <pc:sldMk cId="2816045482" sldId="2147479155"/>
            <ac:spMk id="4" creationId="{AB14E980-D2AD-C96E-2FFB-C3227C288800}"/>
          </ac:spMkLst>
        </pc:spChg>
        <pc:spChg chg="mod">
          <ac:chgData name="Parth Walia" userId="63003097-9a48-4653-90c0-3372deb9525c" providerId="ADAL" clId="{191DDA98-5381-4928-84F3-86A653F4F99A}" dt="2025-09-03T13:08:23.217" v="15745" actId="948"/>
          <ac:spMkLst>
            <pc:docMk/>
            <pc:sldMk cId="2816045482" sldId="2147479155"/>
            <ac:spMk id="8" creationId="{436E8138-F59D-B6D6-E425-78D479A8FD63}"/>
          </ac:spMkLst>
        </pc:spChg>
        <pc:spChg chg="add mod">
          <ac:chgData name="Parth Walia" userId="63003097-9a48-4653-90c0-3372deb9525c" providerId="ADAL" clId="{191DDA98-5381-4928-84F3-86A653F4F99A}" dt="2025-09-02T18:58:07.537" v="8995" actId="1076"/>
          <ac:spMkLst>
            <pc:docMk/>
            <pc:sldMk cId="2816045482" sldId="2147479155"/>
            <ac:spMk id="9" creationId="{534C9594-BBF6-591D-C42A-1024494453D8}"/>
          </ac:spMkLst>
        </pc:spChg>
        <pc:spChg chg="mod">
          <ac:chgData name="Parth Walia" userId="63003097-9a48-4653-90c0-3372deb9525c" providerId="ADAL" clId="{191DDA98-5381-4928-84F3-86A653F4F99A}" dt="2025-09-02T18:58:07.537" v="8995" actId="1076"/>
          <ac:spMkLst>
            <pc:docMk/>
            <pc:sldMk cId="2816045482" sldId="2147479155"/>
            <ac:spMk id="10" creationId="{D378A5FB-FE87-E694-4651-370AAE3C7A12}"/>
          </ac:spMkLst>
        </pc:spChg>
        <pc:spChg chg="add mod">
          <ac:chgData name="Parth Walia" userId="63003097-9a48-4653-90c0-3372deb9525c" providerId="ADAL" clId="{191DDA98-5381-4928-84F3-86A653F4F99A}" dt="2025-09-02T18:36:11.916" v="8631" actId="255"/>
          <ac:spMkLst>
            <pc:docMk/>
            <pc:sldMk cId="2816045482" sldId="2147479155"/>
            <ac:spMk id="11" creationId="{98790240-878B-A7EA-2D73-ED53D12A25EB}"/>
          </ac:spMkLst>
        </pc:spChg>
        <pc:spChg chg="add mod">
          <ac:chgData name="Parth Walia" userId="63003097-9a48-4653-90c0-3372deb9525c" providerId="ADAL" clId="{191DDA98-5381-4928-84F3-86A653F4F99A}" dt="2025-09-02T18:36:11.916" v="8631" actId="255"/>
          <ac:spMkLst>
            <pc:docMk/>
            <pc:sldMk cId="2816045482" sldId="2147479155"/>
            <ac:spMk id="12" creationId="{4FD82979-8226-085D-94A5-3D3C2FFD8884}"/>
          </ac:spMkLst>
        </pc:spChg>
        <pc:spChg chg="mod">
          <ac:chgData name="Parth Walia" userId="63003097-9a48-4653-90c0-3372deb9525c" providerId="ADAL" clId="{191DDA98-5381-4928-84F3-86A653F4F99A}" dt="2025-09-02T18:23:56.238" v="8336" actId="1038"/>
          <ac:spMkLst>
            <pc:docMk/>
            <pc:sldMk cId="2816045482" sldId="2147479155"/>
            <ac:spMk id="13" creationId="{2605A835-66EC-C54C-58FF-B752652FB341}"/>
          </ac:spMkLst>
        </pc:spChg>
        <pc:spChg chg="add mod">
          <ac:chgData name="Parth Walia" userId="63003097-9a48-4653-90c0-3372deb9525c" providerId="ADAL" clId="{191DDA98-5381-4928-84F3-86A653F4F99A}" dt="2025-09-02T18:58:07.537" v="8995" actId="1076"/>
          <ac:spMkLst>
            <pc:docMk/>
            <pc:sldMk cId="2816045482" sldId="2147479155"/>
            <ac:spMk id="14" creationId="{E227767D-AE3F-F1A7-B341-D29D414027D3}"/>
          </ac:spMkLst>
        </pc:spChg>
        <pc:spChg chg="mod">
          <ac:chgData name="Parth Walia" userId="63003097-9a48-4653-90c0-3372deb9525c" providerId="ADAL" clId="{191DDA98-5381-4928-84F3-86A653F4F99A}" dt="2025-09-02T18:51:31.110" v="8890" actId="207"/>
          <ac:spMkLst>
            <pc:docMk/>
            <pc:sldMk cId="2816045482" sldId="2147479155"/>
            <ac:spMk id="15" creationId="{0B8C1F2F-6EC3-DF79-43F0-0E2B4F7ECFD3}"/>
          </ac:spMkLst>
        </pc:spChg>
        <pc:spChg chg="mod">
          <ac:chgData name="Parth Walia" userId="63003097-9a48-4653-90c0-3372deb9525c" providerId="ADAL" clId="{191DDA98-5381-4928-84F3-86A653F4F99A}" dt="2025-09-02T18:58:07.537" v="8995" actId="1076"/>
          <ac:spMkLst>
            <pc:docMk/>
            <pc:sldMk cId="2816045482" sldId="2147479155"/>
            <ac:spMk id="17" creationId="{40893DA5-757E-AC8E-F93B-D671D8988DA1}"/>
          </ac:spMkLst>
        </pc:spChg>
        <pc:spChg chg="add mod">
          <ac:chgData name="Parth Walia" userId="63003097-9a48-4653-90c0-3372deb9525c" providerId="ADAL" clId="{191DDA98-5381-4928-84F3-86A653F4F99A}" dt="2025-09-02T18:36:11.916" v="8631" actId="255"/>
          <ac:spMkLst>
            <pc:docMk/>
            <pc:sldMk cId="2816045482" sldId="2147479155"/>
            <ac:spMk id="22" creationId="{CAB6BF22-5C08-D528-25B2-1D348682CE73}"/>
          </ac:spMkLst>
        </pc:spChg>
        <pc:spChg chg="add mod">
          <ac:chgData name="Parth Walia" userId="63003097-9a48-4653-90c0-3372deb9525c" providerId="ADAL" clId="{191DDA98-5381-4928-84F3-86A653F4F99A}" dt="2025-09-02T18:58:07.537" v="8995" actId="1076"/>
          <ac:spMkLst>
            <pc:docMk/>
            <pc:sldMk cId="2816045482" sldId="2147479155"/>
            <ac:spMk id="28" creationId="{36F9E677-E8D9-5894-852D-95418A748800}"/>
          </ac:spMkLst>
        </pc:spChg>
        <pc:spChg chg="add mod">
          <ac:chgData name="Parth Walia" userId="63003097-9a48-4653-90c0-3372deb9525c" providerId="ADAL" clId="{191DDA98-5381-4928-84F3-86A653F4F99A}" dt="2025-09-02T18:58:07.537" v="8995" actId="1076"/>
          <ac:spMkLst>
            <pc:docMk/>
            <pc:sldMk cId="2816045482" sldId="2147479155"/>
            <ac:spMk id="29" creationId="{EF819305-F22C-7678-5CCE-638C70644B65}"/>
          </ac:spMkLst>
        </pc:spChg>
        <pc:spChg chg="add mod">
          <ac:chgData name="Parth Walia" userId="63003097-9a48-4653-90c0-3372deb9525c" providerId="ADAL" clId="{191DDA98-5381-4928-84F3-86A653F4F99A}" dt="2025-09-02T18:58:07.537" v="8995" actId="1076"/>
          <ac:spMkLst>
            <pc:docMk/>
            <pc:sldMk cId="2816045482" sldId="2147479155"/>
            <ac:spMk id="30" creationId="{3A33F494-47B7-FA0D-1AE5-23136AD9D2CA}"/>
          </ac:spMkLst>
        </pc:spChg>
        <pc:spChg chg="add mod">
          <ac:chgData name="Parth Walia" userId="63003097-9a48-4653-90c0-3372deb9525c" providerId="ADAL" clId="{191DDA98-5381-4928-84F3-86A653F4F99A}" dt="2025-09-02T18:51:47.082" v="8893" actId="207"/>
          <ac:spMkLst>
            <pc:docMk/>
            <pc:sldMk cId="2816045482" sldId="2147479155"/>
            <ac:spMk id="31" creationId="{B4B8C950-7FC3-ABC5-543C-7831BB7B6DFC}"/>
          </ac:spMkLst>
        </pc:spChg>
        <pc:spChg chg="add mod">
          <ac:chgData name="Parth Walia" userId="63003097-9a48-4653-90c0-3372deb9525c" providerId="ADAL" clId="{191DDA98-5381-4928-84F3-86A653F4F99A}" dt="2025-09-02T19:05:41.126" v="9126" actId="1036"/>
          <ac:spMkLst>
            <pc:docMk/>
            <pc:sldMk cId="2816045482" sldId="2147479155"/>
            <ac:spMk id="32" creationId="{2B91FEF2-4984-C1FB-E441-7791CD1DEBDA}"/>
          </ac:spMkLst>
        </pc:spChg>
        <pc:spChg chg="add mod topLvl">
          <ac:chgData name="Parth Walia" userId="63003097-9a48-4653-90c0-3372deb9525c" providerId="ADAL" clId="{191DDA98-5381-4928-84F3-86A653F4F99A}" dt="2025-09-02T19:00:44.722" v="9029" actId="164"/>
          <ac:spMkLst>
            <pc:docMk/>
            <pc:sldMk cId="2816045482" sldId="2147479155"/>
            <ac:spMk id="34" creationId="{BBB821F7-804D-8D31-1E01-7CDA4FF2C2E9}"/>
          </ac:spMkLst>
        </pc:spChg>
        <pc:spChg chg="add mod topLvl">
          <ac:chgData name="Parth Walia" userId="63003097-9a48-4653-90c0-3372deb9525c" providerId="ADAL" clId="{191DDA98-5381-4928-84F3-86A653F4F99A}" dt="2025-09-02T19:00:44.722" v="9029" actId="164"/>
          <ac:spMkLst>
            <pc:docMk/>
            <pc:sldMk cId="2816045482" sldId="2147479155"/>
            <ac:spMk id="35" creationId="{EEB8ECE3-48DA-082F-6547-C13BAA356EBC}"/>
          </ac:spMkLst>
        </pc:spChg>
        <pc:spChg chg="mod">
          <ac:chgData name="Parth Walia" userId="63003097-9a48-4653-90c0-3372deb9525c" providerId="ADAL" clId="{191DDA98-5381-4928-84F3-86A653F4F99A}" dt="2025-09-02T19:05:16.533" v="9120" actId="12788"/>
          <ac:spMkLst>
            <pc:docMk/>
            <pc:sldMk cId="2816045482" sldId="2147479155"/>
            <ac:spMk id="36" creationId="{2DB118E2-929E-BC41-C63A-80E635270C47}"/>
          </ac:spMkLst>
        </pc:spChg>
        <pc:spChg chg="add mod topLvl">
          <ac:chgData name="Parth Walia" userId="63003097-9a48-4653-90c0-3372deb9525c" providerId="ADAL" clId="{191DDA98-5381-4928-84F3-86A653F4F99A}" dt="2025-09-02T19:00:44.722" v="9029" actId="164"/>
          <ac:spMkLst>
            <pc:docMk/>
            <pc:sldMk cId="2816045482" sldId="2147479155"/>
            <ac:spMk id="124" creationId="{AC7BA1DB-167B-83A9-9E5D-292B8F947D10}"/>
          </ac:spMkLst>
        </pc:spChg>
        <pc:spChg chg="add mod topLvl">
          <ac:chgData name="Parth Walia" userId="63003097-9a48-4653-90c0-3372deb9525c" providerId="ADAL" clId="{191DDA98-5381-4928-84F3-86A653F4F99A}" dt="2025-09-02T19:00:44.722" v="9029" actId="164"/>
          <ac:spMkLst>
            <pc:docMk/>
            <pc:sldMk cId="2816045482" sldId="2147479155"/>
            <ac:spMk id="125" creationId="{1400915E-CC29-293E-100B-E693D7E878DF}"/>
          </ac:spMkLst>
        </pc:spChg>
        <pc:spChg chg="add mod topLvl">
          <ac:chgData name="Parth Walia" userId="63003097-9a48-4653-90c0-3372deb9525c" providerId="ADAL" clId="{191DDA98-5381-4928-84F3-86A653F4F99A}" dt="2025-09-02T19:00:44.722" v="9029" actId="164"/>
          <ac:spMkLst>
            <pc:docMk/>
            <pc:sldMk cId="2816045482" sldId="2147479155"/>
            <ac:spMk id="126" creationId="{CB8B6622-5BED-0882-2C65-F3F2FBEBF665}"/>
          </ac:spMkLst>
        </pc:spChg>
        <pc:spChg chg="add mod topLvl">
          <ac:chgData name="Parth Walia" userId="63003097-9a48-4653-90c0-3372deb9525c" providerId="ADAL" clId="{191DDA98-5381-4928-84F3-86A653F4F99A}" dt="2025-09-02T19:05:41.126" v="9126" actId="1036"/>
          <ac:spMkLst>
            <pc:docMk/>
            <pc:sldMk cId="2816045482" sldId="2147479155"/>
            <ac:spMk id="128" creationId="{2BFDDF76-2A9F-D7A1-138B-AB1A80B987A0}"/>
          </ac:spMkLst>
        </pc:spChg>
        <pc:spChg chg="add mod">
          <ac:chgData name="Parth Walia" userId="63003097-9a48-4653-90c0-3372deb9525c" providerId="ADAL" clId="{191DDA98-5381-4928-84F3-86A653F4F99A}" dt="2025-09-02T18:44:48.549" v="8789" actId="207"/>
          <ac:spMkLst>
            <pc:docMk/>
            <pc:sldMk cId="2816045482" sldId="2147479155"/>
            <ac:spMk id="142" creationId="{45A401E7-0ADB-5282-9098-BF34610784DE}"/>
          </ac:spMkLst>
        </pc:spChg>
        <pc:spChg chg="add mod topLvl">
          <ac:chgData name="Parth Walia" userId="63003097-9a48-4653-90c0-3372deb9525c" providerId="ADAL" clId="{191DDA98-5381-4928-84F3-86A653F4F99A}" dt="2025-09-02T19:01:50.542" v="9061" actId="165"/>
          <ac:spMkLst>
            <pc:docMk/>
            <pc:sldMk cId="2816045482" sldId="2147479155"/>
            <ac:spMk id="147" creationId="{E6314475-4190-9FEC-3BF0-AD5A0755B11C}"/>
          </ac:spMkLst>
        </pc:spChg>
        <pc:spChg chg="add mod">
          <ac:chgData name="Parth Walia" userId="63003097-9a48-4653-90c0-3372deb9525c" providerId="ADAL" clId="{191DDA98-5381-4928-84F3-86A653F4F99A}" dt="2025-09-02T18:58:07.537" v="8995" actId="1076"/>
          <ac:spMkLst>
            <pc:docMk/>
            <pc:sldMk cId="2816045482" sldId="2147479155"/>
            <ac:spMk id="150" creationId="{33CE48D7-1039-9C0B-8DF4-65C5592B9BAF}"/>
          </ac:spMkLst>
        </pc:spChg>
        <pc:spChg chg="add mod topLvl">
          <ac:chgData name="Parth Walia" userId="63003097-9a48-4653-90c0-3372deb9525c" providerId="ADAL" clId="{191DDA98-5381-4928-84F3-86A653F4F99A}" dt="2025-09-02T19:01:50.542" v="9061" actId="165"/>
          <ac:spMkLst>
            <pc:docMk/>
            <pc:sldMk cId="2816045482" sldId="2147479155"/>
            <ac:spMk id="151" creationId="{C42C35E3-1CD4-7879-650D-D93E4B792473}"/>
          </ac:spMkLst>
        </pc:spChg>
        <pc:spChg chg="add mod">
          <ac:chgData name="Parth Walia" userId="63003097-9a48-4653-90c0-3372deb9525c" providerId="ADAL" clId="{191DDA98-5381-4928-84F3-86A653F4F99A}" dt="2025-09-02T18:59:07.059" v="9000" actId="1076"/>
          <ac:spMkLst>
            <pc:docMk/>
            <pc:sldMk cId="2816045482" sldId="2147479155"/>
            <ac:spMk id="152" creationId="{2A9ADD75-BF5C-3515-FC5F-C07603997E1D}"/>
          </ac:spMkLst>
        </pc:spChg>
        <pc:spChg chg="mod topLvl">
          <ac:chgData name="Parth Walia" userId="63003097-9a48-4653-90c0-3372deb9525c" providerId="ADAL" clId="{191DDA98-5381-4928-84F3-86A653F4F99A}" dt="2025-09-02T19:00:42.389" v="9028" actId="164"/>
          <ac:spMkLst>
            <pc:docMk/>
            <pc:sldMk cId="2816045482" sldId="2147479155"/>
            <ac:spMk id="156" creationId="{72D3E11D-0B7F-B7CC-2362-0437AEB2A56B}"/>
          </ac:spMkLst>
        </pc:spChg>
        <pc:spChg chg="mod topLvl">
          <ac:chgData name="Parth Walia" userId="63003097-9a48-4653-90c0-3372deb9525c" providerId="ADAL" clId="{191DDA98-5381-4928-84F3-86A653F4F99A}" dt="2025-09-02T19:00:42.389" v="9028" actId="164"/>
          <ac:spMkLst>
            <pc:docMk/>
            <pc:sldMk cId="2816045482" sldId="2147479155"/>
            <ac:spMk id="157" creationId="{D3E7E781-0F2E-1216-255E-871969DA4E7E}"/>
          </ac:spMkLst>
        </pc:spChg>
        <pc:spChg chg="mod topLvl">
          <ac:chgData name="Parth Walia" userId="63003097-9a48-4653-90c0-3372deb9525c" providerId="ADAL" clId="{191DDA98-5381-4928-84F3-86A653F4F99A}" dt="2025-09-02T19:00:42.389" v="9028" actId="164"/>
          <ac:spMkLst>
            <pc:docMk/>
            <pc:sldMk cId="2816045482" sldId="2147479155"/>
            <ac:spMk id="158" creationId="{DB35D8ED-BE3E-5756-0C59-FA74C0F9D9E0}"/>
          </ac:spMkLst>
        </pc:spChg>
        <pc:spChg chg="mod topLvl">
          <ac:chgData name="Parth Walia" userId="63003097-9a48-4653-90c0-3372deb9525c" providerId="ADAL" clId="{191DDA98-5381-4928-84F3-86A653F4F99A}" dt="2025-09-02T19:00:42.389" v="9028" actId="164"/>
          <ac:spMkLst>
            <pc:docMk/>
            <pc:sldMk cId="2816045482" sldId="2147479155"/>
            <ac:spMk id="159" creationId="{30753F7A-D6AF-BC90-1C7A-B94557AA4D8E}"/>
          </ac:spMkLst>
        </pc:spChg>
        <pc:spChg chg="mod topLvl">
          <ac:chgData name="Parth Walia" userId="63003097-9a48-4653-90c0-3372deb9525c" providerId="ADAL" clId="{191DDA98-5381-4928-84F3-86A653F4F99A}" dt="2025-09-02T19:05:41.126" v="9126" actId="1036"/>
          <ac:spMkLst>
            <pc:docMk/>
            <pc:sldMk cId="2816045482" sldId="2147479155"/>
            <ac:spMk id="160" creationId="{3AA715A3-1C55-44B3-B904-4000362A5EB4}"/>
          </ac:spMkLst>
        </pc:spChg>
        <pc:spChg chg="mod topLvl">
          <ac:chgData name="Parth Walia" userId="63003097-9a48-4653-90c0-3372deb9525c" providerId="ADAL" clId="{191DDA98-5381-4928-84F3-86A653F4F99A}" dt="2025-09-02T19:00:40.246" v="9027" actId="164"/>
          <ac:spMkLst>
            <pc:docMk/>
            <pc:sldMk cId="2816045482" sldId="2147479155"/>
            <ac:spMk id="164" creationId="{C975949F-00B1-C796-7A18-E0840B320ADE}"/>
          </ac:spMkLst>
        </pc:spChg>
        <pc:spChg chg="mod topLvl">
          <ac:chgData name="Parth Walia" userId="63003097-9a48-4653-90c0-3372deb9525c" providerId="ADAL" clId="{191DDA98-5381-4928-84F3-86A653F4F99A}" dt="2025-09-02T19:00:40.246" v="9027" actId="164"/>
          <ac:spMkLst>
            <pc:docMk/>
            <pc:sldMk cId="2816045482" sldId="2147479155"/>
            <ac:spMk id="165" creationId="{6A51BBA8-6AA6-E0E4-9FEF-EA8725B91336}"/>
          </ac:spMkLst>
        </pc:spChg>
        <pc:spChg chg="mod topLvl">
          <ac:chgData name="Parth Walia" userId="63003097-9a48-4653-90c0-3372deb9525c" providerId="ADAL" clId="{191DDA98-5381-4928-84F3-86A653F4F99A}" dt="2025-09-02T19:00:40.246" v="9027" actId="164"/>
          <ac:spMkLst>
            <pc:docMk/>
            <pc:sldMk cId="2816045482" sldId="2147479155"/>
            <ac:spMk id="166" creationId="{4A1F4CF0-30C1-A53E-B160-A3A3A88AA8EA}"/>
          </ac:spMkLst>
        </pc:spChg>
        <pc:spChg chg="mod topLvl">
          <ac:chgData name="Parth Walia" userId="63003097-9a48-4653-90c0-3372deb9525c" providerId="ADAL" clId="{191DDA98-5381-4928-84F3-86A653F4F99A}" dt="2025-09-02T19:00:40.246" v="9027" actId="164"/>
          <ac:spMkLst>
            <pc:docMk/>
            <pc:sldMk cId="2816045482" sldId="2147479155"/>
            <ac:spMk id="167" creationId="{B9BF2CB8-64E8-AE5D-0CA4-9D9BCBFC8937}"/>
          </ac:spMkLst>
        </pc:spChg>
        <pc:spChg chg="mod topLvl">
          <ac:chgData name="Parth Walia" userId="63003097-9a48-4653-90c0-3372deb9525c" providerId="ADAL" clId="{191DDA98-5381-4928-84F3-86A653F4F99A}" dt="2025-09-02T19:00:40.246" v="9027" actId="164"/>
          <ac:spMkLst>
            <pc:docMk/>
            <pc:sldMk cId="2816045482" sldId="2147479155"/>
            <ac:spMk id="168" creationId="{8121A0FD-C0F4-9C07-4EC0-E1452FB09154}"/>
          </ac:spMkLst>
        </pc:spChg>
        <pc:spChg chg="mod">
          <ac:chgData name="Parth Walia" userId="63003097-9a48-4653-90c0-3372deb9525c" providerId="ADAL" clId="{191DDA98-5381-4928-84F3-86A653F4F99A}" dt="2025-09-02T18:41:22.349" v="8748" actId="571"/>
          <ac:spMkLst>
            <pc:docMk/>
            <pc:sldMk cId="2816045482" sldId="2147479155"/>
            <ac:spMk id="172" creationId="{2495B556-7F37-2865-38E2-F589CAA48646}"/>
          </ac:spMkLst>
        </pc:spChg>
        <pc:spChg chg="mod">
          <ac:chgData name="Parth Walia" userId="63003097-9a48-4653-90c0-3372deb9525c" providerId="ADAL" clId="{191DDA98-5381-4928-84F3-86A653F4F99A}" dt="2025-09-02T19:05:41.126" v="9126" actId="1036"/>
          <ac:spMkLst>
            <pc:docMk/>
            <pc:sldMk cId="2816045482" sldId="2147479155"/>
            <ac:spMk id="173" creationId="{25FC8890-7CDA-AA91-0442-29F61AC90C4E}"/>
          </ac:spMkLst>
        </pc:spChg>
        <pc:spChg chg="mod">
          <ac:chgData name="Parth Walia" userId="63003097-9a48-4653-90c0-3372deb9525c" providerId="ADAL" clId="{191DDA98-5381-4928-84F3-86A653F4F99A}" dt="2025-09-02T19:01:50.542" v="9061" actId="165"/>
          <ac:spMkLst>
            <pc:docMk/>
            <pc:sldMk cId="2816045482" sldId="2147479155"/>
            <ac:spMk id="174" creationId="{21BB50F2-3FEF-2489-7A51-CD5157AB116A}"/>
          </ac:spMkLst>
        </pc:spChg>
        <pc:spChg chg="mod">
          <ac:chgData name="Parth Walia" userId="63003097-9a48-4653-90c0-3372deb9525c" providerId="ADAL" clId="{191DDA98-5381-4928-84F3-86A653F4F99A}" dt="2025-09-02T18:58:35.587" v="8996" actId="1076"/>
          <ac:spMkLst>
            <pc:docMk/>
            <pc:sldMk cId="2816045482" sldId="2147479155"/>
            <ac:spMk id="175" creationId="{F146F4C3-E5EC-DD32-AD3E-3BD3FB73311C}"/>
          </ac:spMkLst>
        </pc:spChg>
        <pc:spChg chg="mod">
          <ac:chgData name="Parth Walia" userId="63003097-9a48-4653-90c0-3372deb9525c" providerId="ADAL" clId="{191DDA98-5381-4928-84F3-86A653F4F99A}" dt="2025-09-02T19:01:50.542" v="9061" actId="165"/>
          <ac:spMkLst>
            <pc:docMk/>
            <pc:sldMk cId="2816045482" sldId="2147479155"/>
            <ac:spMk id="177" creationId="{6A1F3EC3-8FCF-C153-A992-6C4697C620DA}"/>
          </ac:spMkLst>
        </pc:spChg>
        <pc:spChg chg="mod">
          <ac:chgData name="Parth Walia" userId="63003097-9a48-4653-90c0-3372deb9525c" providerId="ADAL" clId="{191DDA98-5381-4928-84F3-86A653F4F99A}" dt="2025-09-02T18:58:35.587" v="8996" actId="1076"/>
          <ac:spMkLst>
            <pc:docMk/>
            <pc:sldMk cId="2816045482" sldId="2147479155"/>
            <ac:spMk id="178" creationId="{9AC759BE-0355-12EB-1A75-047D18242AA9}"/>
          </ac:spMkLst>
        </pc:spChg>
        <pc:spChg chg="mod">
          <ac:chgData name="Parth Walia" userId="63003097-9a48-4653-90c0-3372deb9525c" providerId="ADAL" clId="{191DDA98-5381-4928-84F3-86A653F4F99A}" dt="2025-09-02T18:58:35.587" v="8996" actId="1076"/>
          <ac:spMkLst>
            <pc:docMk/>
            <pc:sldMk cId="2816045482" sldId="2147479155"/>
            <ac:spMk id="179" creationId="{30537DE1-DD03-D178-5941-75405B8A0B72}"/>
          </ac:spMkLst>
        </pc:spChg>
        <pc:spChg chg="mod">
          <ac:chgData name="Parth Walia" userId="63003097-9a48-4653-90c0-3372deb9525c" providerId="ADAL" clId="{191DDA98-5381-4928-84F3-86A653F4F99A}" dt="2025-09-02T19:01:50.542" v="9061" actId="165"/>
          <ac:spMkLst>
            <pc:docMk/>
            <pc:sldMk cId="2816045482" sldId="2147479155"/>
            <ac:spMk id="180" creationId="{5E1E15ED-786C-6245-1A2A-44B656EA134E}"/>
          </ac:spMkLst>
        </pc:spChg>
        <pc:spChg chg="mod">
          <ac:chgData name="Parth Walia" userId="63003097-9a48-4653-90c0-3372deb9525c" providerId="ADAL" clId="{191DDA98-5381-4928-84F3-86A653F4F99A}" dt="2025-09-02T19:01:50.542" v="9061" actId="165"/>
          <ac:spMkLst>
            <pc:docMk/>
            <pc:sldMk cId="2816045482" sldId="2147479155"/>
            <ac:spMk id="181" creationId="{F296E412-DADB-0ABF-49C5-FE1955D6F92E}"/>
          </ac:spMkLst>
        </pc:spChg>
        <pc:spChg chg="mod">
          <ac:chgData name="Parth Walia" userId="63003097-9a48-4653-90c0-3372deb9525c" providerId="ADAL" clId="{191DDA98-5381-4928-84F3-86A653F4F99A}" dt="2025-09-02T18:58:35.587" v="8996" actId="1076"/>
          <ac:spMkLst>
            <pc:docMk/>
            <pc:sldMk cId="2816045482" sldId="2147479155"/>
            <ac:spMk id="182" creationId="{8053166F-7597-B283-F6D5-A5A1EE11555F}"/>
          </ac:spMkLst>
        </pc:spChg>
        <pc:spChg chg="mod">
          <ac:chgData name="Parth Walia" userId="63003097-9a48-4653-90c0-3372deb9525c" providerId="ADAL" clId="{191DDA98-5381-4928-84F3-86A653F4F99A}" dt="2025-09-02T19:05:41.126" v="9126" actId="1036"/>
          <ac:spMkLst>
            <pc:docMk/>
            <pc:sldMk cId="2816045482" sldId="2147479155"/>
            <ac:spMk id="183" creationId="{F5456CEB-A7C6-E0E0-A5D9-62FF26F7924C}"/>
          </ac:spMkLst>
        </pc:spChg>
        <pc:spChg chg="mod">
          <ac:chgData name="Parth Walia" userId="63003097-9a48-4653-90c0-3372deb9525c" providerId="ADAL" clId="{191DDA98-5381-4928-84F3-86A653F4F99A}" dt="2025-09-02T19:01:50.542" v="9061" actId="165"/>
          <ac:spMkLst>
            <pc:docMk/>
            <pc:sldMk cId="2816045482" sldId="2147479155"/>
            <ac:spMk id="184" creationId="{8FCC8F04-842F-B035-8D86-8981B543EA53}"/>
          </ac:spMkLst>
        </pc:spChg>
        <pc:spChg chg="mod">
          <ac:chgData name="Parth Walia" userId="63003097-9a48-4653-90c0-3372deb9525c" providerId="ADAL" clId="{191DDA98-5381-4928-84F3-86A653F4F99A}" dt="2025-09-02T18:58:35.587" v="8996" actId="1076"/>
          <ac:spMkLst>
            <pc:docMk/>
            <pc:sldMk cId="2816045482" sldId="2147479155"/>
            <ac:spMk id="185" creationId="{F0516E7A-5C0A-CA56-FF69-797BEE459C3A}"/>
          </ac:spMkLst>
        </pc:spChg>
        <pc:spChg chg="mod">
          <ac:chgData name="Parth Walia" userId="63003097-9a48-4653-90c0-3372deb9525c" providerId="ADAL" clId="{191DDA98-5381-4928-84F3-86A653F4F99A}" dt="2025-09-02T18:58:48.883" v="8998" actId="1076"/>
          <ac:spMkLst>
            <pc:docMk/>
            <pc:sldMk cId="2816045482" sldId="2147479155"/>
            <ac:spMk id="187" creationId="{66C3C37D-951C-415C-1814-514E26CF17CF}"/>
          </ac:spMkLst>
        </pc:spChg>
        <pc:spChg chg="mod">
          <ac:chgData name="Parth Walia" userId="63003097-9a48-4653-90c0-3372deb9525c" providerId="ADAL" clId="{191DDA98-5381-4928-84F3-86A653F4F99A}" dt="2025-09-02T19:05:41.126" v="9126" actId="1036"/>
          <ac:spMkLst>
            <pc:docMk/>
            <pc:sldMk cId="2816045482" sldId="2147479155"/>
            <ac:spMk id="188" creationId="{81CFE1B5-0E50-9217-6D10-371757AD9599}"/>
          </ac:spMkLst>
        </pc:spChg>
        <pc:spChg chg="mod">
          <ac:chgData name="Parth Walia" userId="63003097-9a48-4653-90c0-3372deb9525c" providerId="ADAL" clId="{191DDA98-5381-4928-84F3-86A653F4F99A}" dt="2025-09-02T18:59:07.059" v="9000" actId="1076"/>
          <ac:spMkLst>
            <pc:docMk/>
            <pc:sldMk cId="2816045482" sldId="2147479155"/>
            <ac:spMk id="189" creationId="{51C9E0A9-732B-2C4B-DD96-ECF5B5473CD5}"/>
          </ac:spMkLst>
        </pc:spChg>
        <pc:spChg chg="mod">
          <ac:chgData name="Parth Walia" userId="63003097-9a48-4653-90c0-3372deb9525c" providerId="ADAL" clId="{191DDA98-5381-4928-84F3-86A653F4F99A}" dt="2025-09-02T18:59:07.059" v="9000" actId="1076"/>
          <ac:spMkLst>
            <pc:docMk/>
            <pc:sldMk cId="2816045482" sldId="2147479155"/>
            <ac:spMk id="191" creationId="{B8DAF994-89B5-3BDB-C3EF-04EE64B934A3}"/>
          </ac:spMkLst>
        </pc:spChg>
        <pc:spChg chg="mod">
          <ac:chgData name="Parth Walia" userId="63003097-9a48-4653-90c0-3372deb9525c" providerId="ADAL" clId="{191DDA98-5381-4928-84F3-86A653F4F99A}" dt="2025-09-02T18:51:14.295" v="8888" actId="207"/>
          <ac:spMkLst>
            <pc:docMk/>
            <pc:sldMk cId="2816045482" sldId="2147479155"/>
            <ac:spMk id="193" creationId="{30CFA8FC-83AF-D72A-902F-4D3BDF5D9AB8}"/>
          </ac:spMkLst>
        </pc:spChg>
        <pc:spChg chg="mod">
          <ac:chgData name="Parth Walia" userId="63003097-9a48-4653-90c0-3372deb9525c" providerId="ADAL" clId="{191DDA98-5381-4928-84F3-86A653F4F99A}" dt="2025-09-02T18:59:07.059" v="9000" actId="1076"/>
          <ac:spMkLst>
            <pc:docMk/>
            <pc:sldMk cId="2816045482" sldId="2147479155"/>
            <ac:spMk id="194" creationId="{05895CC9-6AF6-59F8-12C2-595BC5BA43FB}"/>
          </ac:spMkLst>
        </pc:spChg>
        <pc:spChg chg="mod">
          <ac:chgData name="Parth Walia" userId="63003097-9a48-4653-90c0-3372deb9525c" providerId="ADAL" clId="{191DDA98-5381-4928-84F3-86A653F4F99A}" dt="2025-09-02T19:05:41.126" v="9126" actId="1036"/>
          <ac:spMkLst>
            <pc:docMk/>
            <pc:sldMk cId="2816045482" sldId="2147479155"/>
            <ac:spMk id="195" creationId="{D5FEBCD6-02BB-2F66-5C14-EF00F8B51397}"/>
          </ac:spMkLst>
        </pc:spChg>
        <pc:spChg chg="mod">
          <ac:chgData name="Parth Walia" userId="63003097-9a48-4653-90c0-3372deb9525c" providerId="ADAL" clId="{191DDA98-5381-4928-84F3-86A653F4F99A}" dt="2025-09-02T18:51:14.295" v="8888" actId="207"/>
          <ac:spMkLst>
            <pc:docMk/>
            <pc:sldMk cId="2816045482" sldId="2147479155"/>
            <ac:spMk id="196" creationId="{A4CDF100-D19B-BDFB-64CB-D0AABFBA926F}"/>
          </ac:spMkLst>
        </pc:spChg>
        <pc:spChg chg="mod">
          <ac:chgData name="Parth Walia" userId="63003097-9a48-4653-90c0-3372deb9525c" providerId="ADAL" clId="{191DDA98-5381-4928-84F3-86A653F4F99A}" dt="2025-09-02T19:05:41.126" v="9126" actId="1036"/>
          <ac:spMkLst>
            <pc:docMk/>
            <pc:sldMk cId="2816045482" sldId="2147479155"/>
            <ac:spMk id="197" creationId="{31CC6D4E-8B0D-CC12-F87C-0BE9F8407FEE}"/>
          </ac:spMkLst>
        </pc:spChg>
        <pc:spChg chg="mod">
          <ac:chgData name="Parth Walia" userId="63003097-9a48-4653-90c0-3372deb9525c" providerId="ADAL" clId="{191DDA98-5381-4928-84F3-86A653F4F99A}" dt="2025-09-02T18:59:07.059" v="9000" actId="1076"/>
          <ac:spMkLst>
            <pc:docMk/>
            <pc:sldMk cId="2816045482" sldId="2147479155"/>
            <ac:spMk id="198" creationId="{53AA1263-0111-594F-52EF-38ABCA328550}"/>
          </ac:spMkLst>
        </pc:spChg>
        <pc:spChg chg="mod">
          <ac:chgData name="Parth Walia" userId="63003097-9a48-4653-90c0-3372deb9525c" providerId="ADAL" clId="{191DDA98-5381-4928-84F3-86A653F4F99A}" dt="2025-09-02T18:59:07.059" v="9000" actId="1076"/>
          <ac:spMkLst>
            <pc:docMk/>
            <pc:sldMk cId="2816045482" sldId="2147479155"/>
            <ac:spMk id="199" creationId="{7AA44622-27BC-6F02-2799-C51A1D14D786}"/>
          </ac:spMkLst>
        </pc:spChg>
        <pc:spChg chg="mod">
          <ac:chgData name="Parth Walia" userId="63003097-9a48-4653-90c0-3372deb9525c" providerId="ADAL" clId="{191DDA98-5381-4928-84F3-86A653F4F99A}" dt="2025-09-02T18:51:14.295" v="8888" actId="207"/>
          <ac:spMkLst>
            <pc:docMk/>
            <pc:sldMk cId="2816045482" sldId="2147479155"/>
            <ac:spMk id="200" creationId="{31CE3D7B-44E6-E991-67DE-D3E4B9BC0398}"/>
          </ac:spMkLst>
        </pc:spChg>
        <pc:spChg chg="add mod topLvl">
          <ac:chgData name="Parth Walia" userId="63003097-9a48-4653-90c0-3372deb9525c" providerId="ADAL" clId="{191DDA98-5381-4928-84F3-86A653F4F99A}" dt="2025-09-02T19:00:42.389" v="9028" actId="164"/>
          <ac:spMkLst>
            <pc:docMk/>
            <pc:sldMk cId="2816045482" sldId="2147479155"/>
            <ac:spMk id="229" creationId="{CC4AB733-7AF9-90E8-2B26-01E4D7CA414B}"/>
          </ac:spMkLst>
        </pc:spChg>
        <pc:spChg chg="add mod">
          <ac:chgData name="Parth Walia" userId="63003097-9a48-4653-90c0-3372deb9525c" providerId="ADAL" clId="{191DDA98-5381-4928-84F3-86A653F4F99A}" dt="2025-09-02T19:05:41.126" v="9126" actId="1036"/>
          <ac:spMkLst>
            <pc:docMk/>
            <pc:sldMk cId="2816045482" sldId="2147479155"/>
            <ac:spMk id="230" creationId="{6223BE1C-24A0-93DF-D589-828111251CBF}"/>
          </ac:spMkLst>
        </pc:spChg>
        <pc:spChg chg="add mod">
          <ac:chgData name="Parth Walia" userId="63003097-9a48-4653-90c0-3372deb9525c" providerId="ADAL" clId="{191DDA98-5381-4928-84F3-86A653F4F99A}" dt="2025-09-02T19:00:40.246" v="9027" actId="164"/>
          <ac:spMkLst>
            <pc:docMk/>
            <pc:sldMk cId="2816045482" sldId="2147479155"/>
            <ac:spMk id="231" creationId="{CC567A7F-D02A-6FE8-DD46-0FFA64888661}"/>
          </ac:spMkLst>
        </pc:spChg>
        <pc:spChg chg="add mod">
          <ac:chgData name="Parth Walia" userId="63003097-9a48-4653-90c0-3372deb9525c" providerId="ADAL" clId="{191DDA98-5381-4928-84F3-86A653F4F99A}" dt="2025-09-02T19:00:40.246" v="9027" actId="164"/>
          <ac:spMkLst>
            <pc:docMk/>
            <pc:sldMk cId="2816045482" sldId="2147479155"/>
            <ac:spMk id="232" creationId="{58927B52-0559-74B9-D50E-C9AFA4E91596}"/>
          </ac:spMkLst>
        </pc:spChg>
        <pc:spChg chg="add mod topLvl">
          <ac:chgData name="Parth Walia" userId="63003097-9a48-4653-90c0-3372deb9525c" providerId="ADAL" clId="{191DDA98-5381-4928-84F3-86A653F4F99A}" dt="2025-09-02T19:00:40.246" v="9027" actId="164"/>
          <ac:spMkLst>
            <pc:docMk/>
            <pc:sldMk cId="2816045482" sldId="2147479155"/>
            <ac:spMk id="233" creationId="{C723B028-F11B-40C8-7A3B-D0F6A69F0ABB}"/>
          </ac:spMkLst>
        </pc:spChg>
        <pc:spChg chg="add mod">
          <ac:chgData name="Parth Walia" userId="63003097-9a48-4653-90c0-3372deb9525c" providerId="ADAL" clId="{191DDA98-5381-4928-84F3-86A653F4F99A}" dt="2025-09-02T19:00:40.246" v="9027" actId="164"/>
          <ac:spMkLst>
            <pc:docMk/>
            <pc:sldMk cId="2816045482" sldId="2147479155"/>
            <ac:spMk id="234" creationId="{6EAF6526-EC67-EDBF-CA3D-94A816BE4DD0}"/>
          </ac:spMkLst>
        </pc:spChg>
        <pc:spChg chg="add mod">
          <ac:chgData name="Parth Walia" userId="63003097-9a48-4653-90c0-3372deb9525c" providerId="ADAL" clId="{191DDA98-5381-4928-84F3-86A653F4F99A}" dt="2025-09-02T19:01:26.844" v="9060" actId="12788"/>
          <ac:spMkLst>
            <pc:docMk/>
            <pc:sldMk cId="2816045482" sldId="2147479155"/>
            <ac:spMk id="241" creationId="{10A6B037-B9CB-7BD3-FC07-EEB559103B99}"/>
          </ac:spMkLst>
        </pc:spChg>
        <pc:grpChg chg="mod">
          <ac:chgData name="Parth Walia" userId="63003097-9a48-4653-90c0-3372deb9525c" providerId="ADAL" clId="{191DDA98-5381-4928-84F3-86A653F4F99A}" dt="2025-09-02T18:59:36.970" v="9014" actId="1076"/>
          <ac:grpSpMkLst>
            <pc:docMk/>
            <pc:sldMk cId="2816045482" sldId="2147479155"/>
            <ac:grpSpMk id="33" creationId="{63F3BE05-6716-27FB-4427-E818659BF9AF}"/>
          </ac:grpSpMkLst>
        </pc:grpChg>
        <pc:grpChg chg="mod">
          <ac:chgData name="Parth Walia" userId="63003097-9a48-4653-90c0-3372deb9525c" providerId="ADAL" clId="{191DDA98-5381-4928-84F3-86A653F4F99A}" dt="2025-09-02T19:00:55.860" v="9032" actId="164"/>
          <ac:grpSpMkLst>
            <pc:docMk/>
            <pc:sldMk cId="2816045482" sldId="2147479155"/>
            <ac:grpSpMk id="171" creationId="{EC55A04B-B90B-5F9B-5351-22939B5AB08A}"/>
          </ac:grpSpMkLst>
        </pc:grpChg>
        <pc:grpChg chg="mod">
          <ac:chgData name="Parth Walia" userId="63003097-9a48-4653-90c0-3372deb9525c" providerId="ADAL" clId="{191DDA98-5381-4928-84F3-86A653F4F99A}" dt="2025-09-02T18:59:59.746" v="9019" actId="1076"/>
          <ac:grpSpMkLst>
            <pc:docMk/>
            <pc:sldMk cId="2816045482" sldId="2147479155"/>
            <ac:grpSpMk id="186" creationId="{8481835F-B75E-917A-C341-9B87643A3E4C}"/>
          </ac:grpSpMkLst>
        </pc:grpChg>
        <pc:grpChg chg="add mod">
          <ac:chgData name="Parth Walia" userId="63003097-9a48-4653-90c0-3372deb9525c" providerId="ADAL" clId="{191DDA98-5381-4928-84F3-86A653F4F99A}" dt="2025-09-02T19:00:40.246" v="9027" actId="164"/>
          <ac:grpSpMkLst>
            <pc:docMk/>
            <pc:sldMk cId="2816045482" sldId="2147479155"/>
            <ac:grpSpMk id="242" creationId="{F817D841-AB9B-E2D0-8980-8DD7A96403F6}"/>
          </ac:grpSpMkLst>
        </pc:grpChg>
        <pc:grpChg chg="add mod">
          <ac:chgData name="Parth Walia" userId="63003097-9a48-4653-90c0-3372deb9525c" providerId="ADAL" clId="{191DDA98-5381-4928-84F3-86A653F4F99A}" dt="2025-09-02T19:00:55.860" v="9032" actId="164"/>
          <ac:grpSpMkLst>
            <pc:docMk/>
            <pc:sldMk cId="2816045482" sldId="2147479155"/>
            <ac:grpSpMk id="243" creationId="{286951E8-91E7-E20B-667C-1BE27C449917}"/>
          </ac:grpSpMkLst>
        </pc:grpChg>
        <pc:grpChg chg="add mod">
          <ac:chgData name="Parth Walia" userId="63003097-9a48-4653-90c0-3372deb9525c" providerId="ADAL" clId="{191DDA98-5381-4928-84F3-86A653F4F99A}" dt="2025-09-02T19:00:44.722" v="9029" actId="164"/>
          <ac:grpSpMkLst>
            <pc:docMk/>
            <pc:sldMk cId="2816045482" sldId="2147479155"/>
            <ac:grpSpMk id="244" creationId="{89EC7797-7187-6047-85C1-B7DC5C4B6E98}"/>
          </ac:grpSpMkLst>
        </pc:grpChg>
        <pc:cxnChg chg="mod">
          <ac:chgData name="Parth Walia" userId="63003097-9a48-4653-90c0-3372deb9525c" providerId="ADAL" clId="{191DDA98-5381-4928-84F3-86A653F4F99A}" dt="2025-09-02T19:00:55.860" v="9032" actId="164"/>
          <ac:cxnSpMkLst>
            <pc:docMk/>
            <pc:sldMk cId="2816045482" sldId="2147479155"/>
            <ac:cxnSpMk id="79" creationId="{94D02EFB-AB4D-9949-7D3A-741F23808AAA}"/>
          </ac:cxnSpMkLst>
        </pc:cxnChg>
        <pc:cxnChg chg="mod">
          <ac:chgData name="Parth Walia" userId="63003097-9a48-4653-90c0-3372deb9525c" providerId="ADAL" clId="{191DDA98-5381-4928-84F3-86A653F4F99A}" dt="2025-09-02T19:00:55.860" v="9032" actId="164"/>
          <ac:cxnSpMkLst>
            <pc:docMk/>
            <pc:sldMk cId="2816045482" sldId="2147479155"/>
            <ac:cxnSpMk id="80" creationId="{CFE4D371-D07D-7A7E-111C-0947D64CC824}"/>
          </ac:cxnSpMkLst>
        </pc:cxnChg>
        <pc:cxnChg chg="add mod topLvl">
          <ac:chgData name="Parth Walia" userId="63003097-9a48-4653-90c0-3372deb9525c" providerId="ADAL" clId="{191DDA98-5381-4928-84F3-86A653F4F99A}" dt="2025-09-02T19:00:44.722" v="9029" actId="164"/>
          <ac:cxnSpMkLst>
            <pc:docMk/>
            <pc:sldMk cId="2816045482" sldId="2147479155"/>
            <ac:cxnSpMk id="127" creationId="{03626EBA-9995-8291-C482-193B937959F4}"/>
          </ac:cxnSpMkLst>
        </pc:cxnChg>
        <pc:cxnChg chg="add mod">
          <ac:chgData name="Parth Walia" userId="63003097-9a48-4653-90c0-3372deb9525c" providerId="ADAL" clId="{191DDA98-5381-4928-84F3-86A653F4F99A}" dt="2025-09-02T19:00:42.389" v="9028" actId="164"/>
          <ac:cxnSpMkLst>
            <pc:docMk/>
            <pc:sldMk cId="2816045482" sldId="2147479155"/>
            <ac:cxnSpMk id="219" creationId="{CC8A9847-AB84-5A3B-4D1B-0F5A85F53615}"/>
          </ac:cxnSpMkLst>
        </pc:cxnChg>
        <pc:cxnChg chg="add mod">
          <ac:chgData name="Parth Walia" userId="63003097-9a48-4653-90c0-3372deb9525c" providerId="ADAL" clId="{191DDA98-5381-4928-84F3-86A653F4F99A}" dt="2025-09-02T19:00:42.389" v="9028" actId="164"/>
          <ac:cxnSpMkLst>
            <pc:docMk/>
            <pc:sldMk cId="2816045482" sldId="2147479155"/>
            <ac:cxnSpMk id="222" creationId="{1E9C07CB-868E-A3D3-7CC8-376B5BD9AF19}"/>
          </ac:cxnSpMkLst>
        </pc:cxnChg>
        <pc:cxnChg chg="add mod ord">
          <ac:chgData name="Parth Walia" userId="63003097-9a48-4653-90c0-3372deb9525c" providerId="ADAL" clId="{191DDA98-5381-4928-84F3-86A653F4F99A}" dt="2025-09-02T18:54:37.564" v="8926" actId="166"/>
          <ac:cxnSpMkLst>
            <pc:docMk/>
            <pc:sldMk cId="2816045482" sldId="2147479155"/>
            <ac:cxnSpMk id="223" creationId="{C9AE9F0E-7FC1-3800-819F-0C6318479681}"/>
          </ac:cxnSpMkLst>
        </pc:cxnChg>
        <pc:cxnChg chg="add mod ord">
          <ac:chgData name="Parth Walia" userId="63003097-9a48-4653-90c0-3372deb9525c" providerId="ADAL" clId="{191DDA98-5381-4928-84F3-86A653F4F99A}" dt="2025-09-02T18:54:37.564" v="8926" actId="166"/>
          <ac:cxnSpMkLst>
            <pc:docMk/>
            <pc:sldMk cId="2816045482" sldId="2147479155"/>
            <ac:cxnSpMk id="225" creationId="{982764E8-37CE-24C4-90BA-E99996CBAE0A}"/>
          </ac:cxnSpMkLst>
        </pc:cxnChg>
        <pc:cxnChg chg="add mod ord">
          <ac:chgData name="Parth Walia" userId="63003097-9a48-4653-90c0-3372deb9525c" providerId="ADAL" clId="{191DDA98-5381-4928-84F3-86A653F4F99A}" dt="2025-09-02T18:54:37.564" v="8926" actId="166"/>
          <ac:cxnSpMkLst>
            <pc:docMk/>
            <pc:sldMk cId="2816045482" sldId="2147479155"/>
            <ac:cxnSpMk id="226" creationId="{645F1282-625E-62F2-FCBE-30E52D3B8572}"/>
          </ac:cxnSpMkLst>
        </pc:cxnChg>
        <pc:cxnChg chg="add mod ord">
          <ac:chgData name="Parth Walia" userId="63003097-9a48-4653-90c0-3372deb9525c" providerId="ADAL" clId="{191DDA98-5381-4928-84F3-86A653F4F99A}" dt="2025-09-02T18:54:37.564" v="8926" actId="166"/>
          <ac:cxnSpMkLst>
            <pc:docMk/>
            <pc:sldMk cId="2816045482" sldId="2147479155"/>
            <ac:cxnSpMk id="227" creationId="{24627484-4903-891C-7B7B-A16783BAB6BC}"/>
          </ac:cxnSpMkLst>
        </pc:cxnChg>
      </pc:sldChg>
      <pc:sldChg chg="addSp delSp modSp add mod">
        <pc:chgData name="Parth Walia" userId="63003097-9a48-4653-90c0-3372deb9525c" providerId="ADAL" clId="{191DDA98-5381-4928-84F3-86A653F4F99A}" dt="2025-09-03T13:08:30.984" v="15747" actId="948"/>
        <pc:sldMkLst>
          <pc:docMk/>
          <pc:sldMk cId="1308961655" sldId="2147479156"/>
        </pc:sldMkLst>
        <pc:spChg chg="add mod">
          <ac:chgData name="Parth Walia" userId="63003097-9a48-4653-90c0-3372deb9525c" providerId="ADAL" clId="{191DDA98-5381-4928-84F3-86A653F4F99A}" dt="2025-09-02T19:55:48.607" v="9907" actId="255"/>
          <ac:spMkLst>
            <pc:docMk/>
            <pc:sldMk cId="1308961655" sldId="2147479156"/>
            <ac:spMk id="4" creationId="{46BA3D4E-9223-51E5-9991-9CCC42D9B131}"/>
          </ac:spMkLst>
        </pc:spChg>
        <pc:spChg chg="mod">
          <ac:chgData name="Parth Walia" userId="63003097-9a48-4653-90c0-3372deb9525c" providerId="ADAL" clId="{191DDA98-5381-4928-84F3-86A653F4F99A}" dt="2025-09-03T13:08:30.984" v="15747" actId="948"/>
          <ac:spMkLst>
            <pc:docMk/>
            <pc:sldMk cId="1308961655" sldId="2147479156"/>
            <ac:spMk id="8" creationId="{2A1FE85A-3232-F681-E03E-A851589A5C50}"/>
          </ac:spMkLst>
        </pc:spChg>
        <pc:spChg chg="add mod">
          <ac:chgData name="Parth Walia" userId="63003097-9a48-4653-90c0-3372deb9525c" providerId="ADAL" clId="{191DDA98-5381-4928-84F3-86A653F4F99A}" dt="2025-09-02T19:55:48.607" v="9907" actId="255"/>
          <ac:spMkLst>
            <pc:docMk/>
            <pc:sldMk cId="1308961655" sldId="2147479156"/>
            <ac:spMk id="12" creationId="{DBE88D13-FD36-302C-FB54-ECFB4E9AEE16}"/>
          </ac:spMkLst>
        </pc:spChg>
        <pc:spChg chg="add mod">
          <ac:chgData name="Parth Walia" userId="63003097-9a48-4653-90c0-3372deb9525c" providerId="ADAL" clId="{191DDA98-5381-4928-84F3-86A653F4F99A}" dt="2025-09-02T19:55:48.607" v="9907" actId="255"/>
          <ac:spMkLst>
            <pc:docMk/>
            <pc:sldMk cId="1308961655" sldId="2147479156"/>
            <ac:spMk id="13" creationId="{ECB5B763-6CFA-F8B8-DFD9-7764A4386EC6}"/>
          </ac:spMkLst>
        </pc:spChg>
        <pc:spChg chg="add mod">
          <ac:chgData name="Parth Walia" userId="63003097-9a48-4653-90c0-3372deb9525c" providerId="ADAL" clId="{191DDA98-5381-4928-84F3-86A653F4F99A}" dt="2025-09-02T19:53:58.010" v="9880" actId="2085"/>
          <ac:spMkLst>
            <pc:docMk/>
            <pc:sldMk cId="1308961655" sldId="2147479156"/>
            <ac:spMk id="16" creationId="{1AE28F93-0CB8-9AB3-600C-D79B522AB94F}"/>
          </ac:spMkLst>
        </pc:spChg>
        <pc:spChg chg="add mod">
          <ac:chgData name="Parth Walia" userId="63003097-9a48-4653-90c0-3372deb9525c" providerId="ADAL" clId="{191DDA98-5381-4928-84F3-86A653F4F99A}" dt="2025-09-02T19:54:50.642" v="9887" actId="1076"/>
          <ac:spMkLst>
            <pc:docMk/>
            <pc:sldMk cId="1308961655" sldId="2147479156"/>
            <ac:spMk id="18" creationId="{A7B739B2-90C0-DD33-04A3-328DE1A82F5A}"/>
          </ac:spMkLst>
        </pc:spChg>
        <pc:spChg chg="add mod">
          <ac:chgData name="Parth Walia" userId="63003097-9a48-4653-90c0-3372deb9525c" providerId="ADAL" clId="{191DDA98-5381-4928-84F3-86A653F4F99A}" dt="2025-09-02T19:54:50.642" v="9887" actId="1076"/>
          <ac:spMkLst>
            <pc:docMk/>
            <pc:sldMk cId="1308961655" sldId="2147479156"/>
            <ac:spMk id="19" creationId="{73C2DCF7-A6AA-F07B-F002-6DFB496EE8C1}"/>
          </ac:spMkLst>
        </pc:spChg>
        <pc:spChg chg="add mod">
          <ac:chgData name="Parth Walia" userId="63003097-9a48-4653-90c0-3372deb9525c" providerId="ADAL" clId="{191DDA98-5381-4928-84F3-86A653F4F99A}" dt="2025-09-02T19:53:58.010" v="9880" actId="2085"/>
          <ac:spMkLst>
            <pc:docMk/>
            <pc:sldMk cId="1308961655" sldId="2147479156"/>
            <ac:spMk id="20" creationId="{D9D1AF71-3B21-2D8D-4284-841A3A41B681}"/>
          </ac:spMkLst>
        </pc:spChg>
        <pc:spChg chg="add mod">
          <ac:chgData name="Parth Walia" userId="63003097-9a48-4653-90c0-3372deb9525c" providerId="ADAL" clId="{191DDA98-5381-4928-84F3-86A653F4F99A}" dt="2025-09-02T19:54:50.642" v="9887" actId="1076"/>
          <ac:spMkLst>
            <pc:docMk/>
            <pc:sldMk cId="1308961655" sldId="2147479156"/>
            <ac:spMk id="25" creationId="{F0FD1963-18F9-9024-CE5E-C291D50087F4}"/>
          </ac:spMkLst>
        </pc:spChg>
        <pc:spChg chg="add mod">
          <ac:chgData name="Parth Walia" userId="63003097-9a48-4653-90c0-3372deb9525c" providerId="ADAL" clId="{191DDA98-5381-4928-84F3-86A653F4F99A}" dt="2025-09-02T19:53:58.010" v="9880" actId="2085"/>
          <ac:spMkLst>
            <pc:docMk/>
            <pc:sldMk cId="1308961655" sldId="2147479156"/>
            <ac:spMk id="26" creationId="{7138A104-F7D4-334B-C568-C76CEE8545DE}"/>
          </ac:spMkLst>
        </pc:spChg>
        <pc:spChg chg="add mod ord">
          <ac:chgData name="Parth Walia" userId="63003097-9a48-4653-90c0-3372deb9525c" providerId="ADAL" clId="{191DDA98-5381-4928-84F3-86A653F4F99A}" dt="2025-09-02T19:59:07.962" v="9966" actId="948"/>
          <ac:spMkLst>
            <pc:docMk/>
            <pc:sldMk cId="1308961655" sldId="2147479156"/>
            <ac:spMk id="29" creationId="{D01840F7-67E1-4070-8514-D6DC43BAF19C}"/>
          </ac:spMkLst>
        </pc:spChg>
        <pc:spChg chg="add mod">
          <ac:chgData name="Parth Walia" userId="63003097-9a48-4653-90c0-3372deb9525c" providerId="ADAL" clId="{191DDA98-5381-4928-84F3-86A653F4F99A}" dt="2025-09-02T19:55:32.393" v="9898" actId="1076"/>
          <ac:spMkLst>
            <pc:docMk/>
            <pc:sldMk cId="1308961655" sldId="2147479156"/>
            <ac:spMk id="30" creationId="{DC1DB477-1FE9-F349-4CA5-9066C540A33D}"/>
          </ac:spMkLst>
        </pc:spChg>
        <pc:spChg chg="add mod">
          <ac:chgData name="Parth Walia" userId="63003097-9a48-4653-90c0-3372deb9525c" providerId="ADAL" clId="{191DDA98-5381-4928-84F3-86A653F4F99A}" dt="2025-09-02T19:55:32.393" v="9898" actId="1076"/>
          <ac:spMkLst>
            <pc:docMk/>
            <pc:sldMk cId="1308961655" sldId="2147479156"/>
            <ac:spMk id="31" creationId="{DF8D32E5-F854-80B6-2A25-0015A4C697E4}"/>
          </ac:spMkLst>
        </pc:spChg>
        <pc:spChg chg="add mod">
          <ac:chgData name="Parth Walia" userId="63003097-9a48-4653-90c0-3372deb9525c" providerId="ADAL" clId="{191DDA98-5381-4928-84F3-86A653F4F99A}" dt="2025-09-02T19:54:50.642" v="9887" actId="1076"/>
          <ac:spMkLst>
            <pc:docMk/>
            <pc:sldMk cId="1308961655" sldId="2147479156"/>
            <ac:spMk id="37" creationId="{6715DD77-04BA-B8D5-EA7B-6EEF5FB1B32E}"/>
          </ac:spMkLst>
        </pc:spChg>
        <pc:spChg chg="add mod">
          <ac:chgData name="Parth Walia" userId="63003097-9a48-4653-90c0-3372deb9525c" providerId="ADAL" clId="{191DDA98-5381-4928-84F3-86A653F4F99A}" dt="2025-09-02T19:44:21.796" v="9685" actId="20577"/>
          <ac:spMkLst>
            <pc:docMk/>
            <pc:sldMk cId="1308961655" sldId="2147479156"/>
            <ac:spMk id="38" creationId="{3F59F4A6-CC35-71A6-02B5-4169ABDACE95}"/>
          </ac:spMkLst>
        </pc:spChg>
        <pc:spChg chg="add mod">
          <ac:chgData name="Parth Walia" userId="63003097-9a48-4653-90c0-3372deb9525c" providerId="ADAL" clId="{191DDA98-5381-4928-84F3-86A653F4F99A}" dt="2025-09-02T19:48:47.438" v="9774" actId="207"/>
          <ac:spMkLst>
            <pc:docMk/>
            <pc:sldMk cId="1308961655" sldId="2147479156"/>
            <ac:spMk id="71" creationId="{A069AFDF-1CF9-1B79-90EC-0E9E5F9C22B3}"/>
          </ac:spMkLst>
        </pc:spChg>
        <pc:spChg chg="add mod">
          <ac:chgData name="Parth Walia" userId="63003097-9a48-4653-90c0-3372deb9525c" providerId="ADAL" clId="{191DDA98-5381-4928-84F3-86A653F4F99A}" dt="2025-09-02T19:48:47.438" v="9774" actId="207"/>
          <ac:spMkLst>
            <pc:docMk/>
            <pc:sldMk cId="1308961655" sldId="2147479156"/>
            <ac:spMk id="72" creationId="{80280FF3-A80A-F455-086C-66877A1BC160}"/>
          </ac:spMkLst>
        </pc:spChg>
        <pc:spChg chg="add mod">
          <ac:chgData name="Parth Walia" userId="63003097-9a48-4653-90c0-3372deb9525c" providerId="ADAL" clId="{191DDA98-5381-4928-84F3-86A653F4F99A}" dt="2025-09-02T19:54:50.642" v="9887" actId="1076"/>
          <ac:spMkLst>
            <pc:docMk/>
            <pc:sldMk cId="1308961655" sldId="2147479156"/>
            <ac:spMk id="74" creationId="{8B8BF1A7-6B1D-F3A6-8430-221A00A4F9A2}"/>
          </ac:spMkLst>
        </pc:spChg>
        <pc:spChg chg="add mod">
          <ac:chgData name="Parth Walia" userId="63003097-9a48-4653-90c0-3372deb9525c" providerId="ADAL" clId="{191DDA98-5381-4928-84F3-86A653F4F99A}" dt="2025-09-02T19:46:42.640" v="9711" actId="20577"/>
          <ac:spMkLst>
            <pc:docMk/>
            <pc:sldMk cId="1308961655" sldId="2147479156"/>
            <ac:spMk id="75" creationId="{C832F5DC-31B9-A15F-8BCB-A3577AED7A3E}"/>
          </ac:spMkLst>
        </pc:spChg>
        <pc:spChg chg="add mod">
          <ac:chgData name="Parth Walia" userId="63003097-9a48-4653-90c0-3372deb9525c" providerId="ADAL" clId="{191DDA98-5381-4928-84F3-86A653F4F99A}" dt="2025-09-02T19:54:50.642" v="9887" actId="1076"/>
          <ac:spMkLst>
            <pc:docMk/>
            <pc:sldMk cId="1308961655" sldId="2147479156"/>
            <ac:spMk id="83" creationId="{588B7203-D388-DDB5-007F-D1D449587197}"/>
          </ac:spMkLst>
        </pc:spChg>
        <pc:spChg chg="add mod">
          <ac:chgData name="Parth Walia" userId="63003097-9a48-4653-90c0-3372deb9525c" providerId="ADAL" clId="{191DDA98-5381-4928-84F3-86A653F4F99A}" dt="2025-09-02T19:48:51.562" v="9775" actId="207"/>
          <ac:spMkLst>
            <pc:docMk/>
            <pc:sldMk cId="1308961655" sldId="2147479156"/>
            <ac:spMk id="84" creationId="{27F3487F-C1DA-5546-AD3D-19714F517498}"/>
          </ac:spMkLst>
        </pc:spChg>
        <pc:spChg chg="add mod">
          <ac:chgData name="Parth Walia" userId="63003097-9a48-4653-90c0-3372deb9525c" providerId="ADAL" clId="{191DDA98-5381-4928-84F3-86A653F4F99A}" dt="2025-09-02T19:48:33.743" v="9771"/>
          <ac:spMkLst>
            <pc:docMk/>
            <pc:sldMk cId="1308961655" sldId="2147479156"/>
            <ac:spMk id="86" creationId="{6D9B255A-74CA-614E-9F40-B4CC93F8B6F6}"/>
          </ac:spMkLst>
        </pc:spChg>
        <pc:spChg chg="add mod">
          <ac:chgData name="Parth Walia" userId="63003097-9a48-4653-90c0-3372deb9525c" providerId="ADAL" clId="{191DDA98-5381-4928-84F3-86A653F4F99A}" dt="2025-09-02T19:47:46.285" v="9734" actId="1076"/>
          <ac:spMkLst>
            <pc:docMk/>
            <pc:sldMk cId="1308961655" sldId="2147479156"/>
            <ac:spMk id="87" creationId="{48167E79-1323-02A1-9FD1-06E29CC86051}"/>
          </ac:spMkLst>
        </pc:spChg>
        <pc:spChg chg="add mod">
          <ac:chgData name="Parth Walia" userId="63003097-9a48-4653-90c0-3372deb9525c" providerId="ADAL" clId="{191DDA98-5381-4928-84F3-86A653F4F99A}" dt="2025-09-02T19:48:55.823" v="9776" actId="207"/>
          <ac:spMkLst>
            <pc:docMk/>
            <pc:sldMk cId="1308961655" sldId="2147479156"/>
            <ac:spMk id="89" creationId="{7F5FDA4A-F763-904F-1887-5CA48DBC7B6C}"/>
          </ac:spMkLst>
        </pc:spChg>
        <pc:spChg chg="add mod">
          <ac:chgData name="Parth Walia" userId="63003097-9a48-4653-90c0-3372deb9525c" providerId="ADAL" clId="{191DDA98-5381-4928-84F3-86A653F4F99A}" dt="2025-09-02T19:54:50.642" v="9887" actId="1076"/>
          <ac:spMkLst>
            <pc:docMk/>
            <pc:sldMk cId="1308961655" sldId="2147479156"/>
            <ac:spMk id="90" creationId="{FA5960F8-387D-2B6C-E656-13778262E314}"/>
          </ac:spMkLst>
        </pc:spChg>
        <pc:spChg chg="add mod">
          <ac:chgData name="Parth Walia" userId="63003097-9a48-4653-90c0-3372deb9525c" providerId="ADAL" clId="{191DDA98-5381-4928-84F3-86A653F4F99A}" dt="2025-09-02T19:59:27.159" v="9988" actId="1036"/>
          <ac:spMkLst>
            <pc:docMk/>
            <pc:sldMk cId="1308961655" sldId="2147479156"/>
            <ac:spMk id="97" creationId="{EE72C181-14B7-D0D8-9581-9F43A72144F0}"/>
          </ac:spMkLst>
        </pc:spChg>
        <pc:spChg chg="add mod">
          <ac:chgData name="Parth Walia" userId="63003097-9a48-4653-90c0-3372deb9525c" providerId="ADAL" clId="{191DDA98-5381-4928-84F3-86A653F4F99A}" dt="2025-09-02T20:03:31.174" v="10082" actId="1036"/>
          <ac:spMkLst>
            <pc:docMk/>
            <pc:sldMk cId="1308961655" sldId="2147479156"/>
            <ac:spMk id="98" creationId="{CD5C3858-22A1-DE7B-4954-BFE245C856E5}"/>
          </ac:spMkLst>
        </pc:spChg>
        <pc:spChg chg="add mod">
          <ac:chgData name="Parth Walia" userId="63003097-9a48-4653-90c0-3372deb9525c" providerId="ADAL" clId="{191DDA98-5381-4928-84F3-86A653F4F99A}" dt="2025-09-02T20:00:07.468" v="10008" actId="1036"/>
          <ac:spMkLst>
            <pc:docMk/>
            <pc:sldMk cId="1308961655" sldId="2147479156"/>
            <ac:spMk id="99" creationId="{6FDAF058-F72C-4265-D004-B56E5FEBF3A0}"/>
          </ac:spMkLst>
        </pc:spChg>
        <pc:spChg chg="add mod">
          <ac:chgData name="Parth Walia" userId="63003097-9a48-4653-90c0-3372deb9525c" providerId="ADAL" clId="{191DDA98-5381-4928-84F3-86A653F4F99A}" dt="2025-09-02T20:03:35.928" v="10083" actId="1035"/>
          <ac:spMkLst>
            <pc:docMk/>
            <pc:sldMk cId="1308961655" sldId="2147479156"/>
            <ac:spMk id="100" creationId="{D71EDF1F-BBB2-E488-9168-642280AD7284}"/>
          </ac:spMkLst>
        </pc:spChg>
        <pc:spChg chg="add mod">
          <ac:chgData name="Parth Walia" userId="63003097-9a48-4653-90c0-3372deb9525c" providerId="ADAL" clId="{191DDA98-5381-4928-84F3-86A653F4F99A}" dt="2025-09-02T20:03:26.959" v="10080" actId="14100"/>
          <ac:spMkLst>
            <pc:docMk/>
            <pc:sldMk cId="1308961655" sldId="2147479156"/>
            <ac:spMk id="101" creationId="{92D07C59-E655-0027-AE65-260A2EFAA155}"/>
          </ac:spMkLst>
        </pc:spChg>
        <pc:spChg chg="add mod">
          <ac:chgData name="Parth Walia" userId="63003097-9a48-4653-90c0-3372deb9525c" providerId="ADAL" clId="{191DDA98-5381-4928-84F3-86A653F4F99A}" dt="2025-09-02T19:58:46.170" v="9955" actId="1582"/>
          <ac:spMkLst>
            <pc:docMk/>
            <pc:sldMk cId="1308961655" sldId="2147479156"/>
            <ac:spMk id="102" creationId="{D6178245-3BC3-6FF0-1FDD-14080948B0C5}"/>
          </ac:spMkLst>
        </pc:spChg>
        <pc:cxnChg chg="add mod">
          <ac:chgData name="Parth Walia" userId="63003097-9a48-4653-90c0-3372deb9525c" providerId="ADAL" clId="{191DDA98-5381-4928-84F3-86A653F4F99A}" dt="2025-09-02T19:59:27.159" v="9988" actId="1036"/>
          <ac:cxnSpMkLst>
            <pc:docMk/>
            <pc:sldMk cId="1308961655" sldId="2147479156"/>
            <ac:cxnSpMk id="105" creationId="{FBEB5767-AA41-A538-1B30-0FA3B05B2DEB}"/>
          </ac:cxnSpMkLst>
        </pc:cxnChg>
        <pc:cxnChg chg="add mod">
          <ac:chgData name="Parth Walia" userId="63003097-9a48-4653-90c0-3372deb9525c" providerId="ADAL" clId="{191DDA98-5381-4928-84F3-86A653F4F99A}" dt="2025-09-02T20:03:31.174" v="10082" actId="1036"/>
          <ac:cxnSpMkLst>
            <pc:docMk/>
            <pc:sldMk cId="1308961655" sldId="2147479156"/>
            <ac:cxnSpMk id="106" creationId="{0A569824-50E3-315F-C4CC-CFC10786D54D}"/>
          </ac:cxnSpMkLst>
        </pc:cxnChg>
        <pc:cxnChg chg="add mod">
          <ac:chgData name="Parth Walia" userId="63003097-9a48-4653-90c0-3372deb9525c" providerId="ADAL" clId="{191DDA98-5381-4928-84F3-86A653F4F99A}" dt="2025-09-02T20:01:20.370" v="10037" actId="14100"/>
          <ac:cxnSpMkLst>
            <pc:docMk/>
            <pc:sldMk cId="1308961655" sldId="2147479156"/>
            <ac:cxnSpMk id="109" creationId="{E4DFCA0A-4861-1E9B-C1E0-7B2DB059E1BA}"/>
          </ac:cxnSpMkLst>
        </pc:cxnChg>
        <pc:cxnChg chg="add mod">
          <ac:chgData name="Parth Walia" userId="63003097-9a48-4653-90c0-3372deb9525c" providerId="ADAL" clId="{191DDA98-5381-4928-84F3-86A653F4F99A}" dt="2025-09-02T20:03:35.928" v="10083" actId="1035"/>
          <ac:cxnSpMkLst>
            <pc:docMk/>
            <pc:sldMk cId="1308961655" sldId="2147479156"/>
            <ac:cxnSpMk id="112" creationId="{D21EFA7A-D116-B785-E46B-B04BB909630B}"/>
          </ac:cxnSpMkLst>
        </pc:cxnChg>
        <pc:cxnChg chg="add mod">
          <ac:chgData name="Parth Walia" userId="63003097-9a48-4653-90c0-3372deb9525c" providerId="ADAL" clId="{191DDA98-5381-4928-84F3-86A653F4F99A}" dt="2025-09-02T20:03:26.959" v="10080" actId="14100"/>
          <ac:cxnSpMkLst>
            <pc:docMk/>
            <pc:sldMk cId="1308961655" sldId="2147479156"/>
            <ac:cxnSpMk id="115" creationId="{8FA87703-1858-878E-548F-ED095D78ED8F}"/>
          </ac:cxnSpMkLst>
        </pc:cxnChg>
        <pc:cxnChg chg="add mod">
          <ac:chgData name="Parth Walia" userId="63003097-9a48-4653-90c0-3372deb9525c" providerId="ADAL" clId="{191DDA98-5381-4928-84F3-86A653F4F99A}" dt="2025-09-02T20:01:32.794" v="10046" actId="14100"/>
          <ac:cxnSpMkLst>
            <pc:docMk/>
            <pc:sldMk cId="1308961655" sldId="2147479156"/>
            <ac:cxnSpMk id="118" creationId="{3D473B3E-A5B9-7885-C5DE-F9E1998CB352}"/>
          </ac:cxnSpMkLst>
        </pc:cxnChg>
        <pc:cxnChg chg="add mod">
          <ac:chgData name="Parth Walia" userId="63003097-9a48-4653-90c0-3372deb9525c" providerId="ADAL" clId="{191DDA98-5381-4928-84F3-86A653F4F99A}" dt="2025-09-02T20:01:50.646" v="10049" actId="14100"/>
          <ac:cxnSpMkLst>
            <pc:docMk/>
            <pc:sldMk cId="1308961655" sldId="2147479156"/>
            <ac:cxnSpMk id="121" creationId="{D4DF89BE-9FCC-FF24-30A4-C6B6FE5C1C2F}"/>
          </ac:cxnSpMkLst>
        </pc:cxnChg>
        <pc:cxnChg chg="add mod">
          <ac:chgData name="Parth Walia" userId="63003097-9a48-4653-90c0-3372deb9525c" providerId="ADAL" clId="{191DDA98-5381-4928-84F3-86A653F4F99A}" dt="2025-09-02T20:03:31.174" v="10082" actId="1036"/>
          <ac:cxnSpMkLst>
            <pc:docMk/>
            <pc:sldMk cId="1308961655" sldId="2147479156"/>
            <ac:cxnSpMk id="124" creationId="{DAA0507B-80E5-95A4-55ED-F2C477C8C5F5}"/>
          </ac:cxnSpMkLst>
        </pc:cxnChg>
        <pc:cxnChg chg="add mod">
          <ac:chgData name="Parth Walia" userId="63003097-9a48-4653-90c0-3372deb9525c" providerId="ADAL" clId="{191DDA98-5381-4928-84F3-86A653F4F99A}" dt="2025-09-02T20:03:31.174" v="10082" actId="1036"/>
          <ac:cxnSpMkLst>
            <pc:docMk/>
            <pc:sldMk cId="1308961655" sldId="2147479156"/>
            <ac:cxnSpMk id="127" creationId="{F8FEA9DE-092F-9939-63A7-F23CA62AA15D}"/>
          </ac:cxnSpMkLst>
        </pc:cxnChg>
        <pc:cxnChg chg="add mod">
          <ac:chgData name="Parth Walia" userId="63003097-9a48-4653-90c0-3372deb9525c" providerId="ADAL" clId="{191DDA98-5381-4928-84F3-86A653F4F99A}" dt="2025-09-02T20:02:05.137" v="10058" actId="14100"/>
          <ac:cxnSpMkLst>
            <pc:docMk/>
            <pc:sldMk cId="1308961655" sldId="2147479156"/>
            <ac:cxnSpMk id="130" creationId="{E712977E-6BC4-FF5C-8597-DB8EDA982C3C}"/>
          </ac:cxnSpMkLst>
        </pc:cxnChg>
        <pc:cxnChg chg="add mod">
          <ac:chgData name="Parth Walia" userId="63003097-9a48-4653-90c0-3372deb9525c" providerId="ADAL" clId="{191DDA98-5381-4928-84F3-86A653F4F99A}" dt="2025-09-02T20:03:35.928" v="10083" actId="1035"/>
          <ac:cxnSpMkLst>
            <pc:docMk/>
            <pc:sldMk cId="1308961655" sldId="2147479156"/>
            <ac:cxnSpMk id="133" creationId="{37514982-A27C-4A2B-098C-EBDAB5CDD16E}"/>
          </ac:cxnSpMkLst>
        </pc:cxnChg>
        <pc:cxnChg chg="add mod">
          <ac:chgData name="Parth Walia" userId="63003097-9a48-4653-90c0-3372deb9525c" providerId="ADAL" clId="{191DDA98-5381-4928-84F3-86A653F4F99A}" dt="2025-09-02T20:03:26.959" v="10080" actId="14100"/>
          <ac:cxnSpMkLst>
            <pc:docMk/>
            <pc:sldMk cId="1308961655" sldId="2147479156"/>
            <ac:cxnSpMk id="136" creationId="{08987D4E-CF9F-8B11-8119-AA6E29197DF3}"/>
          </ac:cxnSpMkLst>
        </pc:cxnChg>
        <pc:cxnChg chg="add mod">
          <ac:chgData name="Parth Walia" userId="63003097-9a48-4653-90c0-3372deb9525c" providerId="ADAL" clId="{191DDA98-5381-4928-84F3-86A653F4F99A}" dt="2025-09-02T20:03:48.826" v="10084" actId="14100"/>
          <ac:cxnSpMkLst>
            <pc:docMk/>
            <pc:sldMk cId="1308961655" sldId="2147479156"/>
            <ac:cxnSpMk id="139" creationId="{43F7D298-342D-02A9-B127-7A5762830056}"/>
          </ac:cxnSpMkLst>
        </pc:cxnChg>
      </pc:sldChg>
      <pc:sldChg chg="delSp modSp add mod">
        <pc:chgData name="Parth Walia" userId="63003097-9a48-4653-90c0-3372deb9525c" providerId="ADAL" clId="{191DDA98-5381-4928-84F3-86A653F4F99A}" dt="2025-09-03T13:08:42.613" v="15749" actId="948"/>
        <pc:sldMkLst>
          <pc:docMk/>
          <pc:sldMk cId="2004261416" sldId="2147479157"/>
        </pc:sldMkLst>
        <pc:spChg chg="mod">
          <ac:chgData name="Parth Walia" userId="63003097-9a48-4653-90c0-3372deb9525c" providerId="ADAL" clId="{191DDA98-5381-4928-84F3-86A653F4F99A}" dt="2025-09-03T13:08:42.613" v="15749" actId="948"/>
          <ac:spMkLst>
            <pc:docMk/>
            <pc:sldMk cId="2004261416" sldId="2147479157"/>
            <ac:spMk id="8" creationId="{6A6BE1E8-EECC-754D-661B-49079EE89922}"/>
          </ac:spMkLst>
        </pc:spChg>
      </pc:sldChg>
      <pc:sldChg chg="modSp add mod">
        <pc:chgData name="Parth Walia" userId="63003097-9a48-4653-90c0-3372deb9525c" providerId="ADAL" clId="{191DDA98-5381-4928-84F3-86A653F4F99A}" dt="2025-09-03T13:08:48.431" v="15750" actId="948"/>
        <pc:sldMkLst>
          <pc:docMk/>
          <pc:sldMk cId="3933930800" sldId="2147479158"/>
        </pc:sldMkLst>
        <pc:spChg chg="mod">
          <ac:chgData name="Parth Walia" userId="63003097-9a48-4653-90c0-3372deb9525c" providerId="ADAL" clId="{191DDA98-5381-4928-84F3-86A653F4F99A}" dt="2025-09-03T13:08:48.431" v="15750" actId="948"/>
          <ac:spMkLst>
            <pc:docMk/>
            <pc:sldMk cId="3933930800" sldId="2147479158"/>
            <ac:spMk id="8" creationId="{41F7FBA6-13BD-5449-E659-D0321B4AE2AD}"/>
          </ac:spMkLst>
        </pc:spChg>
      </pc:sldChg>
      <pc:sldChg chg="addSp delSp modSp add mod">
        <pc:chgData name="Parth Walia" userId="63003097-9a48-4653-90c0-3372deb9525c" providerId="ADAL" clId="{191DDA98-5381-4928-84F3-86A653F4F99A}" dt="2025-09-04T18:56:19.649" v="23140" actId="255"/>
        <pc:sldMkLst>
          <pc:docMk/>
          <pc:sldMk cId="267631653" sldId="2147479159"/>
        </pc:sldMkLst>
        <pc:spChg chg="mod">
          <ac:chgData name="Parth Walia" userId="63003097-9a48-4653-90c0-3372deb9525c" providerId="ADAL" clId="{191DDA98-5381-4928-84F3-86A653F4F99A}" dt="2025-09-04T14:21:02.917" v="21695" actId="207"/>
          <ac:spMkLst>
            <pc:docMk/>
            <pc:sldMk cId="267631653" sldId="2147479159"/>
            <ac:spMk id="8" creationId="{BEEA57CE-044D-31AF-CF7D-4220B7D9DA4C}"/>
          </ac:spMkLst>
        </pc:spChg>
        <pc:spChg chg="add mod topLvl">
          <ac:chgData name="Parth Walia" userId="63003097-9a48-4653-90c0-3372deb9525c" providerId="ADAL" clId="{191DDA98-5381-4928-84F3-86A653F4F99A}" dt="2025-09-04T18:49:57.068" v="23081" actId="164"/>
          <ac:spMkLst>
            <pc:docMk/>
            <pc:sldMk cId="267631653" sldId="2147479159"/>
            <ac:spMk id="36" creationId="{CB617A8E-8CD5-F9E6-36BB-3ECDFC361315}"/>
          </ac:spMkLst>
        </pc:spChg>
        <pc:spChg chg="mod">
          <ac:chgData name="Parth Walia" userId="63003097-9a48-4653-90c0-3372deb9525c" providerId="ADAL" clId="{191DDA98-5381-4928-84F3-86A653F4F99A}" dt="2025-09-04T18:49:05.786" v="23060" actId="165"/>
          <ac:spMkLst>
            <pc:docMk/>
            <pc:sldMk cId="267631653" sldId="2147479159"/>
            <ac:spMk id="38" creationId="{293CFE0A-086A-00B7-CA54-788A4A75AC07}"/>
          </ac:spMkLst>
        </pc:spChg>
        <pc:spChg chg="mod">
          <ac:chgData name="Parth Walia" userId="63003097-9a48-4653-90c0-3372deb9525c" providerId="ADAL" clId="{191DDA98-5381-4928-84F3-86A653F4F99A}" dt="2025-09-04T18:49:05.786" v="23060" actId="165"/>
          <ac:spMkLst>
            <pc:docMk/>
            <pc:sldMk cId="267631653" sldId="2147479159"/>
            <ac:spMk id="39" creationId="{16E6E662-7BF1-F42C-09B9-494BF979BE7E}"/>
          </ac:spMkLst>
        </pc:spChg>
        <pc:spChg chg="mod">
          <ac:chgData name="Parth Walia" userId="63003097-9a48-4653-90c0-3372deb9525c" providerId="ADAL" clId="{191DDA98-5381-4928-84F3-86A653F4F99A}" dt="2025-09-04T18:49:05.786" v="23060" actId="165"/>
          <ac:spMkLst>
            <pc:docMk/>
            <pc:sldMk cId="267631653" sldId="2147479159"/>
            <ac:spMk id="40" creationId="{FAF2BE66-6378-4F84-9CCD-8EA5797B3E47}"/>
          </ac:spMkLst>
        </pc:spChg>
        <pc:spChg chg="mod">
          <ac:chgData name="Parth Walia" userId="63003097-9a48-4653-90c0-3372deb9525c" providerId="ADAL" clId="{191DDA98-5381-4928-84F3-86A653F4F99A}" dt="2025-09-04T18:46:43.928" v="23028" actId="14100"/>
          <ac:spMkLst>
            <pc:docMk/>
            <pc:sldMk cId="267631653" sldId="2147479159"/>
            <ac:spMk id="41" creationId="{066EC599-A40C-409D-ADA7-CB6FE9A9B2A4}"/>
          </ac:spMkLst>
        </pc:spChg>
        <pc:grpChg chg="add mod topLvl">
          <ac:chgData name="Parth Walia" userId="63003097-9a48-4653-90c0-3372deb9525c" providerId="ADAL" clId="{191DDA98-5381-4928-84F3-86A653F4F99A}" dt="2025-09-04T18:49:57.068" v="23081" actId="164"/>
          <ac:grpSpMkLst>
            <pc:docMk/>
            <pc:sldMk cId="267631653" sldId="2147479159"/>
            <ac:grpSpMk id="43" creationId="{901179F1-1D38-EF38-637F-4670041FC5B3}"/>
          </ac:grpSpMkLst>
        </pc:grpChg>
        <pc:grpChg chg="add mod">
          <ac:chgData name="Parth Walia" userId="63003097-9a48-4653-90c0-3372deb9525c" providerId="ADAL" clId="{191DDA98-5381-4928-84F3-86A653F4F99A}" dt="2025-09-04T18:50:02.330" v="23082" actId="1076"/>
          <ac:grpSpMkLst>
            <pc:docMk/>
            <pc:sldMk cId="267631653" sldId="2147479159"/>
            <ac:grpSpMk id="53" creationId="{EF114C9F-9258-3C8D-0DAB-AA3E02577687}"/>
          </ac:grpSpMkLst>
        </pc:grpChg>
        <pc:graphicFrameChg chg="mod modGraphic">
          <ac:chgData name="Parth Walia" userId="63003097-9a48-4653-90c0-3372deb9525c" providerId="ADAL" clId="{191DDA98-5381-4928-84F3-86A653F4F99A}" dt="2025-09-04T18:56:19.649" v="23140" actId="255"/>
          <ac:graphicFrameMkLst>
            <pc:docMk/>
            <pc:sldMk cId="267631653" sldId="2147479159"/>
            <ac:graphicFrameMk id="2" creationId="{4C09D02E-8E5B-3614-85D6-5E3C6C275392}"/>
          </ac:graphicFrameMkLst>
        </pc:graphicFrameChg>
      </pc:sldChg>
      <pc:sldChg chg="addSp delSp modSp add del mod ord">
        <pc:chgData name="Parth Walia" userId="63003097-9a48-4653-90c0-3372deb9525c" providerId="ADAL" clId="{191DDA98-5381-4928-84F3-86A653F4F99A}" dt="2025-09-04T14:24:32.717" v="21838" actId="47"/>
        <pc:sldMkLst>
          <pc:docMk/>
          <pc:sldMk cId="2371463358" sldId="2147479160"/>
        </pc:sldMkLst>
      </pc:sldChg>
      <pc:sldChg chg="add del ord">
        <pc:chgData name="Parth Walia" userId="63003097-9a48-4653-90c0-3372deb9525c" providerId="ADAL" clId="{191DDA98-5381-4928-84F3-86A653F4F99A}" dt="2025-09-03T11:36:47.230" v="14389" actId="47"/>
        <pc:sldMkLst>
          <pc:docMk/>
          <pc:sldMk cId="170959232" sldId="2147479161"/>
        </pc:sldMkLst>
      </pc:sldChg>
      <pc:sldChg chg="modSp add mod">
        <pc:chgData name="Parth Walia" userId="63003097-9a48-4653-90c0-3372deb9525c" providerId="ADAL" clId="{191DDA98-5381-4928-84F3-86A653F4F99A}" dt="2025-09-03T13:09:15.624" v="15756" actId="948"/>
        <pc:sldMkLst>
          <pc:docMk/>
          <pc:sldMk cId="3940696922" sldId="2147479162"/>
        </pc:sldMkLst>
        <pc:spChg chg="mod">
          <ac:chgData name="Parth Walia" userId="63003097-9a48-4653-90c0-3372deb9525c" providerId="ADAL" clId="{191DDA98-5381-4928-84F3-86A653F4F99A}" dt="2025-09-03T13:09:15.624" v="15756" actId="948"/>
          <ac:spMkLst>
            <pc:docMk/>
            <pc:sldMk cId="3940696922" sldId="2147479162"/>
            <ac:spMk id="8" creationId="{CAF33630-B275-EABB-9AC0-D3691A3CD804}"/>
          </ac:spMkLst>
        </pc:spChg>
      </pc:sldChg>
      <pc:sldChg chg="modSp add mod">
        <pc:chgData name="Parth Walia" userId="63003097-9a48-4653-90c0-3372deb9525c" providerId="ADAL" clId="{191DDA98-5381-4928-84F3-86A653F4F99A}" dt="2025-09-03T13:09:20.367" v="15757" actId="948"/>
        <pc:sldMkLst>
          <pc:docMk/>
          <pc:sldMk cId="3750538842" sldId="2147479163"/>
        </pc:sldMkLst>
        <pc:spChg chg="mod">
          <ac:chgData name="Parth Walia" userId="63003097-9a48-4653-90c0-3372deb9525c" providerId="ADAL" clId="{191DDA98-5381-4928-84F3-86A653F4F99A}" dt="2025-09-03T13:09:20.367" v="15757" actId="948"/>
          <ac:spMkLst>
            <pc:docMk/>
            <pc:sldMk cId="3750538842" sldId="2147479163"/>
            <ac:spMk id="8" creationId="{927A06B3-0BD4-07F4-2B74-9E1C39152AB6}"/>
          </ac:spMkLst>
        </pc:spChg>
      </pc:sldChg>
      <pc:sldChg chg="modSp add mod">
        <pc:chgData name="Parth Walia" userId="63003097-9a48-4653-90c0-3372deb9525c" providerId="ADAL" clId="{191DDA98-5381-4928-84F3-86A653F4F99A}" dt="2025-09-03T13:09:25.520" v="15758" actId="948"/>
        <pc:sldMkLst>
          <pc:docMk/>
          <pc:sldMk cId="2409192128" sldId="2147479164"/>
        </pc:sldMkLst>
        <pc:spChg chg="mod">
          <ac:chgData name="Parth Walia" userId="63003097-9a48-4653-90c0-3372deb9525c" providerId="ADAL" clId="{191DDA98-5381-4928-84F3-86A653F4F99A}" dt="2025-09-03T13:09:25.520" v="15758" actId="948"/>
          <ac:spMkLst>
            <pc:docMk/>
            <pc:sldMk cId="2409192128" sldId="2147479164"/>
            <ac:spMk id="8" creationId="{CAD894AD-A0AD-3D10-15DB-47DAD48C78E6}"/>
          </ac:spMkLst>
        </pc:spChg>
      </pc:sldChg>
      <pc:sldChg chg="modSp add mod replId">
        <pc:chgData name="Parth Walia" userId="63003097-9a48-4653-90c0-3372deb9525c" providerId="ADAL" clId="{191DDA98-5381-4928-84F3-86A653F4F99A}" dt="2025-09-03T13:09:30.817" v="15759" actId="948"/>
        <pc:sldMkLst>
          <pc:docMk/>
          <pc:sldMk cId="2597424573" sldId="2147479165"/>
        </pc:sldMkLst>
        <pc:spChg chg="mod">
          <ac:chgData name="Parth Walia" userId="63003097-9a48-4653-90c0-3372deb9525c" providerId="ADAL" clId="{191DDA98-5381-4928-84F3-86A653F4F99A}" dt="2025-09-03T13:09:30.817" v="15759" actId="948"/>
          <ac:spMkLst>
            <pc:docMk/>
            <pc:sldMk cId="2597424573" sldId="2147479165"/>
            <ac:spMk id="8" creationId="{39DBD611-043D-EC8F-0150-9476A1CA712B}"/>
          </ac:spMkLst>
        </pc:spChg>
      </pc:sldChg>
      <pc:sldChg chg="addSp modSp add mod ord">
        <pc:chgData name="Parth Walia" userId="63003097-9a48-4653-90c0-3372deb9525c" providerId="ADAL" clId="{191DDA98-5381-4928-84F3-86A653F4F99A}" dt="2025-09-03T13:09:49.167" v="15763" actId="948"/>
        <pc:sldMkLst>
          <pc:docMk/>
          <pc:sldMk cId="400506855" sldId="2147479166"/>
        </pc:sldMkLst>
        <pc:spChg chg="add mod">
          <ac:chgData name="Parth Walia" userId="63003097-9a48-4653-90c0-3372deb9525c" providerId="ADAL" clId="{191DDA98-5381-4928-84F3-86A653F4F99A}" dt="2025-09-02T20:32:03.105" v="11819" actId="1076"/>
          <ac:spMkLst>
            <pc:docMk/>
            <pc:sldMk cId="400506855" sldId="2147479166"/>
            <ac:spMk id="3" creationId="{47ABD935-EE94-ECEE-A7FC-8E9E6072E153}"/>
          </ac:spMkLst>
        </pc:spChg>
        <pc:spChg chg="mod">
          <ac:chgData name="Parth Walia" userId="63003097-9a48-4653-90c0-3372deb9525c" providerId="ADAL" clId="{191DDA98-5381-4928-84F3-86A653F4F99A}" dt="2025-09-03T13:09:49.167" v="15763" actId="948"/>
          <ac:spMkLst>
            <pc:docMk/>
            <pc:sldMk cId="400506855" sldId="2147479166"/>
            <ac:spMk id="8" creationId="{3DA6A850-5045-F297-DF3B-129C4219362E}"/>
          </ac:spMkLst>
        </pc:spChg>
      </pc:sldChg>
      <pc:sldChg chg="addSp delSp modSp add mod">
        <pc:chgData name="Parth Walia" userId="63003097-9a48-4653-90c0-3372deb9525c" providerId="ADAL" clId="{191DDA98-5381-4928-84F3-86A653F4F99A}" dt="2025-09-03T13:09:53.370" v="15764" actId="948"/>
        <pc:sldMkLst>
          <pc:docMk/>
          <pc:sldMk cId="1847087755" sldId="2147479167"/>
        </pc:sldMkLst>
        <pc:spChg chg="add mod">
          <ac:chgData name="Parth Walia" userId="63003097-9a48-4653-90c0-3372deb9525c" providerId="ADAL" clId="{191DDA98-5381-4928-84F3-86A653F4F99A}" dt="2025-09-02T20:34:48.490" v="11937" actId="14100"/>
          <ac:spMkLst>
            <pc:docMk/>
            <pc:sldMk cId="1847087755" sldId="2147479167"/>
            <ac:spMk id="3" creationId="{5C6CADAE-1490-8A83-55CB-232FF2BC4221}"/>
          </ac:spMkLst>
        </pc:spChg>
        <pc:spChg chg="mod">
          <ac:chgData name="Parth Walia" userId="63003097-9a48-4653-90c0-3372deb9525c" providerId="ADAL" clId="{191DDA98-5381-4928-84F3-86A653F4F99A}" dt="2025-09-03T13:09:53.370" v="15764" actId="948"/>
          <ac:spMkLst>
            <pc:docMk/>
            <pc:sldMk cId="1847087755" sldId="2147479167"/>
            <ac:spMk id="8" creationId="{37499938-9207-0428-E3EF-74B38683DDC2}"/>
          </ac:spMkLst>
        </pc:spChg>
        <pc:graphicFrameChg chg="add mod modGraphic">
          <ac:chgData name="Parth Walia" userId="63003097-9a48-4653-90c0-3372deb9525c" providerId="ADAL" clId="{191DDA98-5381-4928-84F3-86A653F4F99A}" dt="2025-09-02T20:41:50.638" v="12056" actId="12788"/>
          <ac:graphicFrameMkLst>
            <pc:docMk/>
            <pc:sldMk cId="1847087755" sldId="2147479167"/>
            <ac:graphicFrameMk id="2" creationId="{937F24AC-6F7E-3373-3D15-1A8EB5F33D1E}"/>
          </ac:graphicFrameMkLst>
        </pc:graphicFrameChg>
      </pc:sldChg>
      <pc:sldChg chg="addSp delSp modSp add mod">
        <pc:chgData name="Parth Walia" userId="63003097-9a48-4653-90c0-3372deb9525c" providerId="ADAL" clId="{191DDA98-5381-4928-84F3-86A653F4F99A}" dt="2025-09-03T13:09:57.400" v="15765" actId="948"/>
        <pc:sldMkLst>
          <pc:docMk/>
          <pc:sldMk cId="575171115" sldId="2147479168"/>
        </pc:sldMkLst>
        <pc:spChg chg="add mod topLvl">
          <ac:chgData name="Parth Walia" userId="63003097-9a48-4653-90c0-3372deb9525c" providerId="ADAL" clId="{191DDA98-5381-4928-84F3-86A653F4F99A}" dt="2025-09-02T21:03:44.604" v="12357" actId="255"/>
          <ac:spMkLst>
            <pc:docMk/>
            <pc:sldMk cId="575171115" sldId="2147479168"/>
            <ac:spMk id="2" creationId="{99D169E0-0DBE-1ED4-E115-3167EE9296ED}"/>
          </ac:spMkLst>
        </pc:spChg>
        <pc:spChg chg="add mod">
          <ac:chgData name="Parth Walia" userId="63003097-9a48-4653-90c0-3372deb9525c" providerId="ADAL" clId="{191DDA98-5381-4928-84F3-86A653F4F99A}" dt="2025-09-02T21:29:14.625" v="12702" actId="20577"/>
          <ac:spMkLst>
            <pc:docMk/>
            <pc:sldMk cId="575171115" sldId="2147479168"/>
            <ac:spMk id="3" creationId="{877242E0-6D00-508A-89F9-98E86531BAB7}"/>
          </ac:spMkLst>
        </pc:spChg>
        <pc:spChg chg="add mod">
          <ac:chgData name="Parth Walia" userId="63003097-9a48-4653-90c0-3372deb9525c" providerId="ADAL" clId="{191DDA98-5381-4928-84F3-86A653F4F99A}" dt="2025-09-02T21:29:17.644" v="12705" actId="20577"/>
          <ac:spMkLst>
            <pc:docMk/>
            <pc:sldMk cId="575171115" sldId="2147479168"/>
            <ac:spMk id="4" creationId="{27D2BD7E-AEF5-E1A7-A8F2-47C654A3602D}"/>
          </ac:spMkLst>
        </pc:spChg>
        <pc:spChg chg="add mod">
          <ac:chgData name="Parth Walia" userId="63003097-9a48-4653-90c0-3372deb9525c" providerId="ADAL" clId="{191DDA98-5381-4928-84F3-86A653F4F99A}" dt="2025-09-02T21:29:19.941" v="12708" actId="20577"/>
          <ac:spMkLst>
            <pc:docMk/>
            <pc:sldMk cId="575171115" sldId="2147479168"/>
            <ac:spMk id="7" creationId="{6CA3827A-5A1E-390F-C7C0-BAAB9CA2F26A}"/>
          </ac:spMkLst>
        </pc:spChg>
        <pc:spChg chg="mod">
          <ac:chgData name="Parth Walia" userId="63003097-9a48-4653-90c0-3372deb9525c" providerId="ADAL" clId="{191DDA98-5381-4928-84F3-86A653F4F99A}" dt="2025-09-03T13:09:57.400" v="15765" actId="948"/>
          <ac:spMkLst>
            <pc:docMk/>
            <pc:sldMk cId="575171115" sldId="2147479168"/>
            <ac:spMk id="8" creationId="{F6B16B6C-3D4D-0109-A6C2-BA36E6A1CBCE}"/>
          </ac:spMkLst>
        </pc:spChg>
        <pc:spChg chg="add mod">
          <ac:chgData name="Parth Walia" userId="63003097-9a48-4653-90c0-3372deb9525c" providerId="ADAL" clId="{191DDA98-5381-4928-84F3-86A653F4F99A}" dt="2025-09-02T21:29:26.907" v="12711" actId="20577"/>
          <ac:spMkLst>
            <pc:docMk/>
            <pc:sldMk cId="575171115" sldId="2147479168"/>
            <ac:spMk id="9" creationId="{4BB4F90C-AE4D-90C7-4D1C-4B6315C93C39}"/>
          </ac:spMkLst>
        </pc:spChg>
        <pc:spChg chg="add mod">
          <ac:chgData name="Parth Walia" userId="63003097-9a48-4653-90c0-3372deb9525c" providerId="ADAL" clId="{191DDA98-5381-4928-84F3-86A653F4F99A}" dt="2025-09-02T21:29:29.524" v="12714" actId="20577"/>
          <ac:spMkLst>
            <pc:docMk/>
            <pc:sldMk cId="575171115" sldId="2147479168"/>
            <ac:spMk id="10" creationId="{816CC6A9-33FF-B86F-AA40-0BBF6403AF8F}"/>
          </ac:spMkLst>
        </pc:spChg>
        <pc:spChg chg="add mod">
          <ac:chgData name="Parth Walia" userId="63003097-9a48-4653-90c0-3372deb9525c" providerId="ADAL" clId="{191DDA98-5381-4928-84F3-86A653F4F99A}" dt="2025-09-02T21:29:32.639" v="12717" actId="20577"/>
          <ac:spMkLst>
            <pc:docMk/>
            <pc:sldMk cId="575171115" sldId="2147479168"/>
            <ac:spMk id="11" creationId="{5683B8D0-C86E-AF39-2EEC-7826E94FF1D6}"/>
          </ac:spMkLst>
        </pc:spChg>
        <pc:spChg chg="add mod">
          <ac:chgData name="Parth Walia" userId="63003097-9a48-4653-90c0-3372deb9525c" providerId="ADAL" clId="{191DDA98-5381-4928-84F3-86A653F4F99A}" dt="2025-09-02T21:29:34.778" v="12720" actId="20577"/>
          <ac:spMkLst>
            <pc:docMk/>
            <pc:sldMk cId="575171115" sldId="2147479168"/>
            <ac:spMk id="12" creationId="{32ABD35C-3B53-B183-A7C5-9C799EECFE74}"/>
          </ac:spMkLst>
        </pc:spChg>
        <pc:spChg chg="add mod topLvl">
          <ac:chgData name="Parth Walia" userId="63003097-9a48-4653-90c0-3372deb9525c" providerId="ADAL" clId="{191DDA98-5381-4928-84F3-86A653F4F99A}" dt="2025-09-02T21:03:44.604" v="12357" actId="255"/>
          <ac:spMkLst>
            <pc:docMk/>
            <pc:sldMk cId="575171115" sldId="2147479168"/>
            <ac:spMk id="13" creationId="{6E468B6F-CC1B-A89A-4AAE-F17874729C82}"/>
          </ac:spMkLst>
        </pc:spChg>
        <pc:spChg chg="add mod topLvl">
          <ac:chgData name="Parth Walia" userId="63003097-9a48-4653-90c0-3372deb9525c" providerId="ADAL" clId="{191DDA98-5381-4928-84F3-86A653F4F99A}" dt="2025-09-02T21:03:44.604" v="12357" actId="255"/>
          <ac:spMkLst>
            <pc:docMk/>
            <pc:sldMk cId="575171115" sldId="2147479168"/>
            <ac:spMk id="14" creationId="{ECEFED64-3CC2-B001-54F0-DC0735996B35}"/>
          </ac:spMkLst>
        </pc:spChg>
        <pc:spChg chg="add mod">
          <ac:chgData name="Parth Walia" userId="63003097-9a48-4653-90c0-3372deb9525c" providerId="ADAL" clId="{191DDA98-5381-4928-84F3-86A653F4F99A}" dt="2025-09-02T21:29:36.875" v="12723" actId="20577"/>
          <ac:spMkLst>
            <pc:docMk/>
            <pc:sldMk cId="575171115" sldId="2147479168"/>
            <ac:spMk id="15" creationId="{7289906B-1155-8887-DDC2-FF9C55561CB1}"/>
          </ac:spMkLst>
        </pc:spChg>
        <pc:spChg chg="add mod">
          <ac:chgData name="Parth Walia" userId="63003097-9a48-4653-90c0-3372deb9525c" providerId="ADAL" clId="{191DDA98-5381-4928-84F3-86A653F4F99A}" dt="2025-09-02T21:29:39.235" v="12726" actId="20577"/>
          <ac:spMkLst>
            <pc:docMk/>
            <pc:sldMk cId="575171115" sldId="2147479168"/>
            <ac:spMk id="16" creationId="{FAE6FBE7-1A5D-E452-7081-6CA01D876001}"/>
          </ac:spMkLst>
        </pc:spChg>
        <pc:spChg chg="add mod">
          <ac:chgData name="Parth Walia" userId="63003097-9a48-4653-90c0-3372deb9525c" providerId="ADAL" clId="{191DDA98-5381-4928-84F3-86A653F4F99A}" dt="2025-09-02T21:29:41.156" v="12729" actId="20577"/>
          <ac:spMkLst>
            <pc:docMk/>
            <pc:sldMk cId="575171115" sldId="2147479168"/>
            <ac:spMk id="17" creationId="{6DF2DD7A-C982-E370-906B-4B8B5BDA85EA}"/>
          </ac:spMkLst>
        </pc:spChg>
        <pc:spChg chg="add mod topLvl">
          <ac:chgData name="Parth Walia" userId="63003097-9a48-4653-90c0-3372deb9525c" providerId="ADAL" clId="{191DDA98-5381-4928-84F3-86A653F4F99A}" dt="2025-09-02T21:30:51.673" v="12794" actId="20577"/>
          <ac:spMkLst>
            <pc:docMk/>
            <pc:sldMk cId="575171115" sldId="2147479168"/>
            <ac:spMk id="19" creationId="{096F3D5B-9C2C-7D59-DF60-72050AEB4F19}"/>
          </ac:spMkLst>
        </pc:spChg>
        <pc:spChg chg="add mod topLvl">
          <ac:chgData name="Parth Walia" userId="63003097-9a48-4653-90c0-3372deb9525c" providerId="ADAL" clId="{191DDA98-5381-4928-84F3-86A653F4F99A}" dt="2025-09-02T21:30:46.407" v="12788" actId="20577"/>
          <ac:spMkLst>
            <pc:docMk/>
            <pc:sldMk cId="575171115" sldId="2147479168"/>
            <ac:spMk id="22" creationId="{08E35DB9-416A-58E3-E7C1-0D5A8454ABF2}"/>
          </ac:spMkLst>
        </pc:spChg>
        <pc:spChg chg="add mod topLvl">
          <ac:chgData name="Parth Walia" userId="63003097-9a48-4653-90c0-3372deb9525c" providerId="ADAL" clId="{191DDA98-5381-4928-84F3-86A653F4F99A}" dt="2025-09-02T21:31:03.140" v="12812" actId="20577"/>
          <ac:spMkLst>
            <pc:docMk/>
            <pc:sldMk cId="575171115" sldId="2147479168"/>
            <ac:spMk id="23" creationId="{2A819FEE-FD58-3523-B392-DD27E306A91E}"/>
          </ac:spMkLst>
        </pc:spChg>
        <pc:spChg chg="add mod topLvl">
          <ac:chgData name="Parth Walia" userId="63003097-9a48-4653-90c0-3372deb9525c" providerId="ADAL" clId="{191DDA98-5381-4928-84F3-86A653F4F99A}" dt="2025-09-02T21:31:24.018" v="12836" actId="20577"/>
          <ac:spMkLst>
            <pc:docMk/>
            <pc:sldMk cId="575171115" sldId="2147479168"/>
            <ac:spMk id="24" creationId="{CA674192-4BC0-A626-265D-B846D88E78F5}"/>
          </ac:spMkLst>
        </pc:spChg>
        <pc:spChg chg="add mod topLvl">
          <ac:chgData name="Parth Walia" userId="63003097-9a48-4653-90c0-3372deb9525c" providerId="ADAL" clId="{191DDA98-5381-4928-84F3-86A653F4F99A}" dt="2025-09-02T21:30:59.728" v="12806" actId="20577"/>
          <ac:spMkLst>
            <pc:docMk/>
            <pc:sldMk cId="575171115" sldId="2147479168"/>
            <ac:spMk id="25" creationId="{1E75293A-1705-4C75-76B4-9237335F8994}"/>
          </ac:spMkLst>
        </pc:spChg>
        <pc:spChg chg="add mod topLvl">
          <ac:chgData name="Parth Walia" userId="63003097-9a48-4653-90c0-3372deb9525c" providerId="ADAL" clId="{191DDA98-5381-4928-84F3-86A653F4F99A}" dt="2025-09-02T21:31:20.644" v="12830" actId="20577"/>
          <ac:spMkLst>
            <pc:docMk/>
            <pc:sldMk cId="575171115" sldId="2147479168"/>
            <ac:spMk id="26" creationId="{B25FAA52-C89B-053C-2C42-18E063AC0BBB}"/>
          </ac:spMkLst>
        </pc:spChg>
        <pc:spChg chg="add mod topLvl">
          <ac:chgData name="Parth Walia" userId="63003097-9a48-4653-90c0-3372deb9525c" providerId="ADAL" clId="{191DDA98-5381-4928-84F3-86A653F4F99A}" dt="2025-09-02T21:30:55.307" v="12800" actId="20577"/>
          <ac:spMkLst>
            <pc:docMk/>
            <pc:sldMk cId="575171115" sldId="2147479168"/>
            <ac:spMk id="27" creationId="{FB1BC485-027F-B5DD-0677-3F57FB389FB1}"/>
          </ac:spMkLst>
        </pc:spChg>
        <pc:spChg chg="add mod topLvl">
          <ac:chgData name="Parth Walia" userId="63003097-9a48-4653-90c0-3372deb9525c" providerId="ADAL" clId="{191DDA98-5381-4928-84F3-86A653F4F99A}" dt="2025-09-02T21:31:28.450" v="12843" actId="20577"/>
          <ac:spMkLst>
            <pc:docMk/>
            <pc:sldMk cId="575171115" sldId="2147479168"/>
            <ac:spMk id="28" creationId="{BD74E7FA-A50A-9B2F-98FF-FE9289FE27B5}"/>
          </ac:spMkLst>
        </pc:spChg>
        <pc:spChg chg="add mod topLvl">
          <ac:chgData name="Parth Walia" userId="63003097-9a48-4653-90c0-3372deb9525c" providerId="ADAL" clId="{191DDA98-5381-4928-84F3-86A653F4F99A}" dt="2025-09-02T21:31:12.163" v="12818" actId="20577"/>
          <ac:spMkLst>
            <pc:docMk/>
            <pc:sldMk cId="575171115" sldId="2147479168"/>
            <ac:spMk id="29" creationId="{7FEA3142-3D98-B480-3ED9-EF10259D645C}"/>
          </ac:spMkLst>
        </pc:spChg>
        <pc:spChg chg="add mod topLvl">
          <ac:chgData name="Parth Walia" userId="63003097-9a48-4653-90c0-3372deb9525c" providerId="ADAL" clId="{191DDA98-5381-4928-84F3-86A653F4F99A}" dt="2025-09-02T21:31:16.051" v="12824" actId="20577"/>
          <ac:spMkLst>
            <pc:docMk/>
            <pc:sldMk cId="575171115" sldId="2147479168"/>
            <ac:spMk id="30" creationId="{BD1E4BA3-EB5F-81D7-DC56-65A3227542A7}"/>
          </ac:spMkLst>
        </pc:spChg>
        <pc:spChg chg="add mod">
          <ac:chgData name="Parth Walia" userId="63003097-9a48-4653-90c0-3372deb9525c" providerId="ADAL" clId="{191DDA98-5381-4928-84F3-86A653F4F99A}" dt="2025-09-02T21:02:14.365" v="12340" actId="164"/>
          <ac:spMkLst>
            <pc:docMk/>
            <pc:sldMk cId="575171115" sldId="2147479168"/>
            <ac:spMk id="73" creationId="{AFA740E8-DBC6-644B-C4FF-187C7C007841}"/>
          </ac:spMkLst>
        </pc:spChg>
        <pc:spChg chg="add mod">
          <ac:chgData name="Parth Walia" userId="63003097-9a48-4653-90c0-3372deb9525c" providerId="ADAL" clId="{191DDA98-5381-4928-84F3-86A653F4F99A}" dt="2025-09-02T21:02:14.365" v="12340" actId="164"/>
          <ac:spMkLst>
            <pc:docMk/>
            <pc:sldMk cId="575171115" sldId="2147479168"/>
            <ac:spMk id="79" creationId="{99E2C21A-65EC-4D2F-0B39-F708B8062DF4}"/>
          </ac:spMkLst>
        </pc:spChg>
        <pc:spChg chg="add mod">
          <ac:chgData name="Parth Walia" userId="63003097-9a48-4653-90c0-3372deb9525c" providerId="ADAL" clId="{191DDA98-5381-4928-84F3-86A653F4F99A}" dt="2025-09-02T21:02:14.365" v="12340" actId="164"/>
          <ac:spMkLst>
            <pc:docMk/>
            <pc:sldMk cId="575171115" sldId="2147479168"/>
            <ac:spMk id="91" creationId="{A4E82C01-35E0-16CE-D68B-4EAD9DD3D40A}"/>
          </ac:spMkLst>
        </pc:spChg>
        <pc:spChg chg="add mod">
          <ac:chgData name="Parth Walia" userId="63003097-9a48-4653-90c0-3372deb9525c" providerId="ADAL" clId="{191DDA98-5381-4928-84F3-86A653F4F99A}" dt="2025-09-02T21:02:14.365" v="12340" actId="164"/>
          <ac:spMkLst>
            <pc:docMk/>
            <pc:sldMk cId="575171115" sldId="2147479168"/>
            <ac:spMk id="93" creationId="{BD02B5BA-333C-AF4E-CAB3-41D7A1AEE9DA}"/>
          </ac:spMkLst>
        </pc:spChg>
        <pc:spChg chg="add mod">
          <ac:chgData name="Parth Walia" userId="63003097-9a48-4653-90c0-3372deb9525c" providerId="ADAL" clId="{191DDA98-5381-4928-84F3-86A653F4F99A}" dt="2025-09-02T21:02:14.365" v="12340" actId="164"/>
          <ac:spMkLst>
            <pc:docMk/>
            <pc:sldMk cId="575171115" sldId="2147479168"/>
            <ac:spMk id="95" creationId="{65B3CB42-1465-DBB1-33C8-1397812EC401}"/>
          </ac:spMkLst>
        </pc:spChg>
        <pc:spChg chg="add mod">
          <ac:chgData name="Parth Walia" userId="63003097-9a48-4653-90c0-3372deb9525c" providerId="ADAL" clId="{191DDA98-5381-4928-84F3-86A653F4F99A}" dt="2025-09-02T21:02:14.365" v="12340" actId="164"/>
          <ac:spMkLst>
            <pc:docMk/>
            <pc:sldMk cId="575171115" sldId="2147479168"/>
            <ac:spMk id="97" creationId="{0B16CD46-2CB1-F825-0934-0E213051B698}"/>
          </ac:spMkLst>
        </pc:spChg>
        <pc:spChg chg="add mod">
          <ac:chgData name="Parth Walia" userId="63003097-9a48-4653-90c0-3372deb9525c" providerId="ADAL" clId="{191DDA98-5381-4928-84F3-86A653F4F99A}" dt="2025-09-02T21:02:14.365" v="12340" actId="164"/>
          <ac:spMkLst>
            <pc:docMk/>
            <pc:sldMk cId="575171115" sldId="2147479168"/>
            <ac:spMk id="99" creationId="{AF24D6E3-5E95-397C-7318-DE8207634691}"/>
          </ac:spMkLst>
        </pc:spChg>
        <pc:spChg chg="add mod">
          <ac:chgData name="Parth Walia" userId="63003097-9a48-4653-90c0-3372deb9525c" providerId="ADAL" clId="{191DDA98-5381-4928-84F3-86A653F4F99A}" dt="2025-09-02T21:02:14.365" v="12340" actId="164"/>
          <ac:spMkLst>
            <pc:docMk/>
            <pc:sldMk cId="575171115" sldId="2147479168"/>
            <ac:spMk id="101" creationId="{3F138A4E-92DA-3D3B-CE1D-CFB7A44E8989}"/>
          </ac:spMkLst>
        </pc:spChg>
        <pc:spChg chg="add mod">
          <ac:chgData name="Parth Walia" userId="63003097-9a48-4653-90c0-3372deb9525c" providerId="ADAL" clId="{191DDA98-5381-4928-84F3-86A653F4F99A}" dt="2025-09-02T21:02:14.365" v="12340" actId="164"/>
          <ac:spMkLst>
            <pc:docMk/>
            <pc:sldMk cId="575171115" sldId="2147479168"/>
            <ac:spMk id="103" creationId="{4F5409F2-0EE1-088D-77F3-372D27C10562}"/>
          </ac:spMkLst>
        </pc:spChg>
        <pc:spChg chg="add mod">
          <ac:chgData name="Parth Walia" userId="63003097-9a48-4653-90c0-3372deb9525c" providerId="ADAL" clId="{191DDA98-5381-4928-84F3-86A653F4F99A}" dt="2025-09-02T21:02:14.365" v="12340" actId="164"/>
          <ac:spMkLst>
            <pc:docMk/>
            <pc:sldMk cId="575171115" sldId="2147479168"/>
            <ac:spMk id="105" creationId="{E1E03D08-1E13-1295-9DF8-E0F2D741F0A4}"/>
          </ac:spMkLst>
        </pc:spChg>
        <pc:spChg chg="add mod">
          <ac:chgData name="Parth Walia" userId="63003097-9a48-4653-90c0-3372deb9525c" providerId="ADAL" clId="{191DDA98-5381-4928-84F3-86A653F4F99A}" dt="2025-09-02T21:11:30.564" v="12509" actId="255"/>
          <ac:spMkLst>
            <pc:docMk/>
            <pc:sldMk cId="575171115" sldId="2147479168"/>
            <ac:spMk id="108" creationId="{01CC8C9B-ED1F-2687-6810-F389CE811C3E}"/>
          </ac:spMkLst>
        </pc:spChg>
        <pc:spChg chg="add mod">
          <ac:chgData name="Parth Walia" userId="63003097-9a48-4653-90c0-3372deb9525c" providerId="ADAL" clId="{191DDA98-5381-4928-84F3-86A653F4F99A}" dt="2025-09-02T21:11:30.564" v="12509" actId="255"/>
          <ac:spMkLst>
            <pc:docMk/>
            <pc:sldMk cId="575171115" sldId="2147479168"/>
            <ac:spMk id="109" creationId="{4DC94148-EDD1-1F34-3293-9D43EE0938A3}"/>
          </ac:spMkLst>
        </pc:spChg>
        <pc:spChg chg="add mod">
          <ac:chgData name="Parth Walia" userId="63003097-9a48-4653-90c0-3372deb9525c" providerId="ADAL" clId="{191DDA98-5381-4928-84F3-86A653F4F99A}" dt="2025-09-02T21:11:30.564" v="12509" actId="255"/>
          <ac:spMkLst>
            <pc:docMk/>
            <pc:sldMk cId="575171115" sldId="2147479168"/>
            <ac:spMk id="110" creationId="{812E5A3B-351B-C1A4-370C-410C935D2D47}"/>
          </ac:spMkLst>
        </pc:spChg>
        <pc:spChg chg="add mod">
          <ac:chgData name="Parth Walia" userId="63003097-9a48-4653-90c0-3372deb9525c" providerId="ADAL" clId="{191DDA98-5381-4928-84F3-86A653F4F99A}" dt="2025-09-02T21:11:20.499" v="12507" actId="255"/>
          <ac:spMkLst>
            <pc:docMk/>
            <pc:sldMk cId="575171115" sldId="2147479168"/>
            <ac:spMk id="113" creationId="{C2F5C7DE-3994-BC86-AC97-345E2CB897DF}"/>
          </ac:spMkLst>
        </pc:spChg>
        <pc:spChg chg="add mod">
          <ac:chgData name="Parth Walia" userId="63003097-9a48-4653-90c0-3372deb9525c" providerId="ADAL" clId="{191DDA98-5381-4928-84F3-86A653F4F99A}" dt="2025-09-02T21:11:20.499" v="12507" actId="255"/>
          <ac:spMkLst>
            <pc:docMk/>
            <pc:sldMk cId="575171115" sldId="2147479168"/>
            <ac:spMk id="114" creationId="{AC688988-DD83-38D0-5768-8AE1D16F75ED}"/>
          </ac:spMkLst>
        </pc:spChg>
        <pc:spChg chg="add mod">
          <ac:chgData name="Parth Walia" userId="63003097-9a48-4653-90c0-3372deb9525c" providerId="ADAL" clId="{191DDA98-5381-4928-84F3-86A653F4F99A}" dt="2025-09-02T21:11:20.499" v="12507" actId="255"/>
          <ac:spMkLst>
            <pc:docMk/>
            <pc:sldMk cId="575171115" sldId="2147479168"/>
            <ac:spMk id="115" creationId="{881CA412-7EE7-AE52-BD64-C31417579D54}"/>
          </ac:spMkLst>
        </pc:spChg>
        <pc:spChg chg="add mod">
          <ac:chgData name="Parth Walia" userId="63003097-9a48-4653-90c0-3372deb9525c" providerId="ADAL" clId="{191DDA98-5381-4928-84F3-86A653F4F99A}" dt="2025-09-02T21:11:20.499" v="12507" actId="255"/>
          <ac:spMkLst>
            <pc:docMk/>
            <pc:sldMk cId="575171115" sldId="2147479168"/>
            <ac:spMk id="116" creationId="{496F554F-B8C2-0A74-A420-879B5E973030}"/>
          </ac:spMkLst>
        </pc:spChg>
        <pc:spChg chg="add mod">
          <ac:chgData name="Parth Walia" userId="63003097-9a48-4653-90c0-3372deb9525c" providerId="ADAL" clId="{191DDA98-5381-4928-84F3-86A653F4F99A}" dt="2025-09-02T21:11:20.499" v="12507" actId="255"/>
          <ac:spMkLst>
            <pc:docMk/>
            <pc:sldMk cId="575171115" sldId="2147479168"/>
            <ac:spMk id="117" creationId="{4F0014D6-CF97-8D89-FA6E-4322849BC12E}"/>
          </ac:spMkLst>
        </pc:spChg>
        <pc:spChg chg="add mod">
          <ac:chgData name="Parth Walia" userId="63003097-9a48-4653-90c0-3372deb9525c" providerId="ADAL" clId="{191DDA98-5381-4928-84F3-86A653F4F99A}" dt="2025-09-02T21:11:20.499" v="12507" actId="255"/>
          <ac:spMkLst>
            <pc:docMk/>
            <pc:sldMk cId="575171115" sldId="2147479168"/>
            <ac:spMk id="118" creationId="{BBF3C57B-E66D-E93D-FE23-B51E5E9EA011}"/>
          </ac:spMkLst>
        </pc:spChg>
        <pc:spChg chg="add mod">
          <ac:chgData name="Parth Walia" userId="63003097-9a48-4653-90c0-3372deb9525c" providerId="ADAL" clId="{191DDA98-5381-4928-84F3-86A653F4F99A}" dt="2025-09-02T21:11:20.499" v="12507" actId="255"/>
          <ac:spMkLst>
            <pc:docMk/>
            <pc:sldMk cId="575171115" sldId="2147479168"/>
            <ac:spMk id="119" creationId="{3743D56B-A34C-7C7E-E595-C7F3C053AC4A}"/>
          </ac:spMkLst>
        </pc:spChg>
        <pc:spChg chg="add mod">
          <ac:chgData name="Parth Walia" userId="63003097-9a48-4653-90c0-3372deb9525c" providerId="ADAL" clId="{191DDA98-5381-4928-84F3-86A653F4F99A}" dt="2025-09-02T21:11:20.499" v="12507" actId="255"/>
          <ac:spMkLst>
            <pc:docMk/>
            <pc:sldMk cId="575171115" sldId="2147479168"/>
            <ac:spMk id="120" creationId="{5407B868-ABB6-6B6A-A4DE-481C7DAB90B7}"/>
          </ac:spMkLst>
        </pc:spChg>
        <pc:spChg chg="add mod">
          <ac:chgData name="Parth Walia" userId="63003097-9a48-4653-90c0-3372deb9525c" providerId="ADAL" clId="{191DDA98-5381-4928-84F3-86A653F4F99A}" dt="2025-09-02T21:11:20.499" v="12507" actId="255"/>
          <ac:spMkLst>
            <pc:docMk/>
            <pc:sldMk cId="575171115" sldId="2147479168"/>
            <ac:spMk id="121" creationId="{A8ACBBFD-F7A6-7F4B-6C19-50AA86324C08}"/>
          </ac:spMkLst>
        </pc:spChg>
        <pc:spChg chg="add mod">
          <ac:chgData name="Parth Walia" userId="63003097-9a48-4653-90c0-3372deb9525c" providerId="ADAL" clId="{191DDA98-5381-4928-84F3-86A653F4F99A}" dt="2025-09-02T21:11:20.499" v="12507" actId="255"/>
          <ac:spMkLst>
            <pc:docMk/>
            <pc:sldMk cId="575171115" sldId="2147479168"/>
            <ac:spMk id="122" creationId="{0901AFD5-46D2-41E4-474B-FD1F47A01D0B}"/>
          </ac:spMkLst>
        </pc:spChg>
        <pc:grpChg chg="mod">
          <ac:chgData name="Parth Walia" userId="63003097-9a48-4653-90c0-3372deb9525c" providerId="ADAL" clId="{191DDA98-5381-4928-84F3-86A653F4F99A}" dt="2025-09-02T21:02:43.410" v="12350" actId="1076"/>
          <ac:grpSpMkLst>
            <pc:docMk/>
            <pc:sldMk cId="575171115" sldId="2147479168"/>
            <ac:grpSpMk id="107" creationId="{836E2140-18C0-42AF-0EF2-CB7A993D0707}"/>
          </ac:grpSpMkLst>
        </pc:grpChg>
        <pc:graphicFrameChg chg="add del mod">
          <ac:chgData name="Parth Walia" userId="63003097-9a48-4653-90c0-3372deb9525c" providerId="ADAL" clId="{191DDA98-5381-4928-84F3-86A653F4F99A}" dt="2025-09-02T21:26:37.310" v="12662" actId="1037"/>
          <ac:graphicFrameMkLst>
            <pc:docMk/>
            <pc:sldMk cId="575171115" sldId="2147479168"/>
            <ac:graphicFrameMk id="123" creationId="{9F50CE3B-8B16-86E0-C538-5230D09C9E83}"/>
          </ac:graphicFrameMkLst>
        </pc:graphicFrameChg>
        <pc:graphicFrameChg chg="add mod">
          <ac:chgData name="Parth Walia" userId="63003097-9a48-4653-90c0-3372deb9525c" providerId="ADAL" clId="{191DDA98-5381-4928-84F3-86A653F4F99A}" dt="2025-09-02T21:28:14.986" v="12676"/>
          <ac:graphicFrameMkLst>
            <pc:docMk/>
            <pc:sldMk cId="575171115" sldId="2147479168"/>
            <ac:graphicFrameMk id="124" creationId="{A13D4085-200F-175C-3524-878F9931D78C}"/>
          </ac:graphicFrameMkLst>
        </pc:graphicFrameChg>
        <pc:cxnChg chg="add mod">
          <ac:chgData name="Parth Walia" userId="63003097-9a48-4653-90c0-3372deb9525c" providerId="ADAL" clId="{191DDA98-5381-4928-84F3-86A653F4F99A}" dt="2025-09-03T11:38:09.920" v="14399" actId="14100"/>
          <ac:cxnSpMkLst>
            <pc:docMk/>
            <pc:sldMk cId="575171115" sldId="2147479168"/>
            <ac:cxnSpMk id="20" creationId="{56CDF2EE-E526-0DDB-ACA1-DF32DD9369BD}"/>
          </ac:cxnSpMkLst>
        </pc:cxnChg>
        <pc:cxnChg chg="add mod">
          <ac:chgData name="Parth Walia" userId="63003097-9a48-4653-90c0-3372deb9525c" providerId="ADAL" clId="{191DDA98-5381-4928-84F3-86A653F4F99A}" dt="2025-09-03T11:38:09.920" v="14399" actId="14100"/>
          <ac:cxnSpMkLst>
            <pc:docMk/>
            <pc:sldMk cId="575171115" sldId="2147479168"/>
            <ac:cxnSpMk id="21" creationId="{EE865441-7A15-4317-EF33-53D8E4FA10A9}"/>
          </ac:cxnSpMkLst>
        </pc:cxnChg>
      </pc:sldChg>
      <pc:sldChg chg="addSp delSp modSp add mod ord">
        <pc:chgData name="Parth Walia" userId="63003097-9a48-4653-90c0-3372deb9525c" providerId="ADAL" clId="{191DDA98-5381-4928-84F3-86A653F4F99A}" dt="2025-09-03T13:08:56.944" v="15752" actId="948"/>
        <pc:sldMkLst>
          <pc:docMk/>
          <pc:sldMk cId="885745468" sldId="2147479169"/>
        </pc:sldMkLst>
        <pc:spChg chg="add mod">
          <ac:chgData name="Parth Walia" userId="63003097-9a48-4653-90c0-3372deb9525c" providerId="ADAL" clId="{191DDA98-5381-4928-84F3-86A653F4F99A}" dt="2025-09-02T21:42:50.542" v="13055" actId="2085"/>
          <ac:spMkLst>
            <pc:docMk/>
            <pc:sldMk cId="885745468" sldId="2147479169"/>
            <ac:spMk id="2" creationId="{44E8F444-305C-1472-06A8-A0F53FA14421}"/>
          </ac:spMkLst>
        </pc:spChg>
        <pc:spChg chg="add mod">
          <ac:chgData name="Parth Walia" userId="63003097-9a48-4653-90c0-3372deb9525c" providerId="ADAL" clId="{191DDA98-5381-4928-84F3-86A653F4F99A}" dt="2025-09-02T22:38:43.350" v="13805" actId="1076"/>
          <ac:spMkLst>
            <pc:docMk/>
            <pc:sldMk cId="885745468" sldId="2147479169"/>
            <ac:spMk id="3" creationId="{E3C7AF7B-66EE-A641-9A8E-52F32195A11B}"/>
          </ac:spMkLst>
        </pc:spChg>
        <pc:spChg chg="add mod">
          <ac:chgData name="Parth Walia" userId="63003097-9a48-4653-90c0-3372deb9525c" providerId="ADAL" clId="{191DDA98-5381-4928-84F3-86A653F4F99A}" dt="2025-09-02T22:28:02.249" v="13664" actId="207"/>
          <ac:spMkLst>
            <pc:docMk/>
            <pc:sldMk cId="885745468" sldId="2147479169"/>
            <ac:spMk id="4" creationId="{AACCEDD4-95D5-46AD-BFDC-836247E0DF1C}"/>
          </ac:spMkLst>
        </pc:spChg>
        <pc:spChg chg="add mod">
          <ac:chgData name="Parth Walia" userId="63003097-9a48-4653-90c0-3372deb9525c" providerId="ADAL" clId="{191DDA98-5381-4928-84F3-86A653F4F99A}" dt="2025-09-02T22:38:54.315" v="13807" actId="1076"/>
          <ac:spMkLst>
            <pc:docMk/>
            <pc:sldMk cId="885745468" sldId="2147479169"/>
            <ac:spMk id="7" creationId="{D18851EA-08C2-FE1F-44D7-58E6E1C21471}"/>
          </ac:spMkLst>
        </pc:spChg>
        <pc:spChg chg="mod">
          <ac:chgData name="Parth Walia" userId="63003097-9a48-4653-90c0-3372deb9525c" providerId="ADAL" clId="{191DDA98-5381-4928-84F3-86A653F4F99A}" dt="2025-09-03T13:08:56.944" v="15752" actId="948"/>
          <ac:spMkLst>
            <pc:docMk/>
            <pc:sldMk cId="885745468" sldId="2147479169"/>
            <ac:spMk id="8" creationId="{25B59978-0793-6A1A-5AAD-F59719442F05}"/>
          </ac:spMkLst>
        </pc:spChg>
        <pc:spChg chg="add mod">
          <ac:chgData name="Parth Walia" userId="63003097-9a48-4653-90c0-3372deb9525c" providerId="ADAL" clId="{191DDA98-5381-4928-84F3-86A653F4F99A}" dt="2025-09-02T22:38:48.739" v="13806" actId="1076"/>
          <ac:spMkLst>
            <pc:docMk/>
            <pc:sldMk cId="885745468" sldId="2147479169"/>
            <ac:spMk id="9" creationId="{CDDB3E11-3FDC-24A6-8FD0-8FF98279A309}"/>
          </ac:spMkLst>
        </pc:spChg>
        <pc:spChg chg="add mod">
          <ac:chgData name="Parth Walia" userId="63003097-9a48-4653-90c0-3372deb9525c" providerId="ADAL" clId="{191DDA98-5381-4928-84F3-86A653F4F99A}" dt="2025-09-02T22:38:59.784" v="13808" actId="1076"/>
          <ac:spMkLst>
            <pc:docMk/>
            <pc:sldMk cId="885745468" sldId="2147479169"/>
            <ac:spMk id="10" creationId="{D6560AA9-9A4B-3FDF-B472-418224F073FD}"/>
          </ac:spMkLst>
        </pc:spChg>
        <pc:spChg chg="add mod">
          <ac:chgData name="Parth Walia" userId="63003097-9a48-4653-90c0-3372deb9525c" providerId="ADAL" clId="{191DDA98-5381-4928-84F3-86A653F4F99A}" dt="2025-09-02T22:40:56.338" v="13844" actId="1076"/>
          <ac:spMkLst>
            <pc:docMk/>
            <pc:sldMk cId="885745468" sldId="2147479169"/>
            <ac:spMk id="11" creationId="{AD997A12-3D11-E3C3-8659-1DA422B4D00A}"/>
          </ac:spMkLst>
        </pc:spChg>
        <pc:spChg chg="add mod">
          <ac:chgData name="Parth Walia" userId="63003097-9a48-4653-90c0-3372deb9525c" providerId="ADAL" clId="{191DDA98-5381-4928-84F3-86A653F4F99A}" dt="2025-09-02T22:41:45.642" v="13850" actId="1076"/>
          <ac:spMkLst>
            <pc:docMk/>
            <pc:sldMk cId="885745468" sldId="2147479169"/>
            <ac:spMk id="12" creationId="{876BB477-44BE-32C5-EA49-0D31B69AF405}"/>
          </ac:spMkLst>
        </pc:spChg>
        <pc:spChg chg="add mod">
          <ac:chgData name="Parth Walia" userId="63003097-9a48-4653-90c0-3372deb9525c" providerId="ADAL" clId="{191DDA98-5381-4928-84F3-86A653F4F99A}" dt="2025-09-02T22:40:38.145" v="13842" actId="1076"/>
          <ac:spMkLst>
            <pc:docMk/>
            <pc:sldMk cId="885745468" sldId="2147479169"/>
            <ac:spMk id="13" creationId="{1CC3E9B5-5134-1107-FC1C-E95013CA1390}"/>
          </ac:spMkLst>
        </pc:spChg>
        <pc:spChg chg="add mod">
          <ac:chgData name="Parth Walia" userId="63003097-9a48-4653-90c0-3372deb9525c" providerId="ADAL" clId="{191DDA98-5381-4928-84F3-86A653F4F99A}" dt="2025-09-02T22:41:32.197" v="13849" actId="1076"/>
          <ac:spMkLst>
            <pc:docMk/>
            <pc:sldMk cId="885745468" sldId="2147479169"/>
            <ac:spMk id="14" creationId="{62C0C9A7-52F4-085A-12F5-00205269C72D}"/>
          </ac:spMkLst>
        </pc:spChg>
        <pc:spChg chg="add mod">
          <ac:chgData name="Parth Walia" userId="63003097-9a48-4653-90c0-3372deb9525c" providerId="ADAL" clId="{191DDA98-5381-4928-84F3-86A653F4F99A}" dt="2025-09-02T21:53:35.893" v="13194" actId="255"/>
          <ac:spMkLst>
            <pc:docMk/>
            <pc:sldMk cId="885745468" sldId="2147479169"/>
            <ac:spMk id="18" creationId="{0995BD64-A668-31EB-B759-E0BF4C44603C}"/>
          </ac:spMkLst>
        </pc:spChg>
        <pc:spChg chg="add mod">
          <ac:chgData name="Parth Walia" userId="63003097-9a48-4653-90c0-3372deb9525c" providerId="ADAL" clId="{191DDA98-5381-4928-84F3-86A653F4F99A}" dt="2025-09-02T21:53:35.893" v="13194" actId="255"/>
          <ac:spMkLst>
            <pc:docMk/>
            <pc:sldMk cId="885745468" sldId="2147479169"/>
            <ac:spMk id="19" creationId="{D22F30F6-D372-261D-E66A-83C41F8395EE}"/>
          </ac:spMkLst>
        </pc:spChg>
        <pc:spChg chg="add mod">
          <ac:chgData name="Parth Walia" userId="63003097-9a48-4653-90c0-3372deb9525c" providerId="ADAL" clId="{191DDA98-5381-4928-84F3-86A653F4F99A}" dt="2025-09-02T21:53:35.893" v="13194" actId="255"/>
          <ac:spMkLst>
            <pc:docMk/>
            <pc:sldMk cId="885745468" sldId="2147479169"/>
            <ac:spMk id="20" creationId="{BFA85197-D035-F8BE-BFBD-E572882FE5F5}"/>
          </ac:spMkLst>
        </pc:spChg>
        <pc:spChg chg="add mod">
          <ac:chgData name="Parth Walia" userId="63003097-9a48-4653-90c0-3372deb9525c" providerId="ADAL" clId="{191DDA98-5381-4928-84F3-86A653F4F99A}" dt="2025-09-02T22:28:02.249" v="13664" actId="207"/>
          <ac:spMkLst>
            <pc:docMk/>
            <pc:sldMk cId="885745468" sldId="2147479169"/>
            <ac:spMk id="30" creationId="{ADC13E95-6AE7-3E1D-3F37-EE9F39533CFF}"/>
          </ac:spMkLst>
        </pc:spChg>
        <pc:spChg chg="add mod">
          <ac:chgData name="Parth Walia" userId="63003097-9a48-4653-90c0-3372deb9525c" providerId="ADAL" clId="{191DDA98-5381-4928-84F3-86A653F4F99A}" dt="2025-09-02T22:28:02.249" v="13664" actId="207"/>
          <ac:spMkLst>
            <pc:docMk/>
            <pc:sldMk cId="885745468" sldId="2147479169"/>
            <ac:spMk id="31" creationId="{784808D7-DEE2-4549-92B2-DD90DE258340}"/>
          </ac:spMkLst>
        </pc:spChg>
        <pc:spChg chg="add mod">
          <ac:chgData name="Parth Walia" userId="63003097-9a48-4653-90c0-3372deb9525c" providerId="ADAL" clId="{191DDA98-5381-4928-84F3-86A653F4F99A}" dt="2025-09-02T22:28:02.249" v="13664" actId="207"/>
          <ac:spMkLst>
            <pc:docMk/>
            <pc:sldMk cId="885745468" sldId="2147479169"/>
            <ac:spMk id="32" creationId="{91815C0A-B88D-D464-33E5-20B4586D4313}"/>
          </ac:spMkLst>
        </pc:spChg>
        <pc:graphicFrameChg chg="add mod modGraphic">
          <ac:chgData name="Parth Walia" userId="63003097-9a48-4653-90c0-3372deb9525c" providerId="ADAL" clId="{191DDA98-5381-4928-84F3-86A653F4F99A}" dt="2025-09-02T22:29:48.518" v="13679" actId="207"/>
          <ac:graphicFrameMkLst>
            <pc:docMk/>
            <pc:sldMk cId="885745468" sldId="2147479169"/>
            <ac:graphicFrameMk id="23" creationId="{AE5D3C55-60BB-EDF7-2501-A7D650E96FE5}"/>
          </ac:graphicFrameMkLst>
        </pc:graphicFrameChg>
        <pc:graphicFrameChg chg="add mod modGraphic">
          <ac:chgData name="Parth Walia" userId="63003097-9a48-4653-90c0-3372deb9525c" providerId="ADAL" clId="{191DDA98-5381-4928-84F3-86A653F4F99A}" dt="2025-09-02T22:40:28.819" v="13840" actId="20577"/>
          <ac:graphicFrameMkLst>
            <pc:docMk/>
            <pc:sldMk cId="885745468" sldId="2147479169"/>
            <ac:graphicFrameMk id="42" creationId="{B568931D-92B2-9E0B-1199-00E8DF5EA2F4}"/>
          </ac:graphicFrameMkLst>
        </pc:graphicFrameChg>
        <pc:graphicFrameChg chg="add mod modGraphic">
          <ac:chgData name="Parth Walia" userId="63003097-9a48-4653-90c0-3372deb9525c" providerId="ADAL" clId="{191DDA98-5381-4928-84F3-86A653F4F99A}" dt="2025-09-02T22:29:08.140" v="13672" actId="207"/>
          <ac:graphicFrameMkLst>
            <pc:docMk/>
            <pc:sldMk cId="885745468" sldId="2147479169"/>
            <ac:graphicFrameMk id="43" creationId="{BBC3A4E3-DB22-6D06-1955-0AC9FAF4B0E7}"/>
          </ac:graphicFrameMkLst>
        </pc:graphicFrameChg>
        <pc:graphicFrameChg chg="add mod modGraphic">
          <ac:chgData name="Parth Walia" userId="63003097-9a48-4653-90c0-3372deb9525c" providerId="ADAL" clId="{191DDA98-5381-4928-84F3-86A653F4F99A}" dt="2025-09-02T22:41:13.564" v="13848" actId="20577"/>
          <ac:graphicFrameMkLst>
            <pc:docMk/>
            <pc:sldMk cId="885745468" sldId="2147479169"/>
            <ac:graphicFrameMk id="44" creationId="{97891C50-98AC-DC71-E8E4-3725A9B50EFF}"/>
          </ac:graphicFrameMkLst>
        </pc:graphicFrameChg>
        <pc:graphicFrameChg chg="add mod modGraphic">
          <ac:chgData name="Parth Walia" userId="63003097-9a48-4653-90c0-3372deb9525c" providerId="ADAL" clId="{191DDA98-5381-4928-84F3-86A653F4F99A}" dt="2025-09-02T22:27:31.879" v="13662" actId="207"/>
          <ac:graphicFrameMkLst>
            <pc:docMk/>
            <pc:sldMk cId="885745468" sldId="2147479169"/>
            <ac:graphicFrameMk id="45" creationId="{1CA3A969-77C4-DC62-3E44-429B857490D8}"/>
          </ac:graphicFrameMkLst>
        </pc:graphicFrameChg>
      </pc:sldChg>
      <pc:sldChg chg="addSp delSp modSp add mod">
        <pc:chgData name="Parth Walia" userId="63003097-9a48-4653-90c0-3372deb9525c" providerId="ADAL" clId="{191DDA98-5381-4928-84F3-86A653F4F99A}" dt="2025-09-03T13:09:01.512" v="15753" actId="948"/>
        <pc:sldMkLst>
          <pc:docMk/>
          <pc:sldMk cId="1676572982" sldId="2147479170"/>
        </pc:sldMkLst>
        <pc:spChg chg="add mod">
          <ac:chgData name="Parth Walia" userId="63003097-9a48-4653-90c0-3372deb9525c" providerId="ADAL" clId="{191DDA98-5381-4928-84F3-86A653F4F99A}" dt="2025-09-02T21:57:26.868" v="13244"/>
          <ac:spMkLst>
            <pc:docMk/>
            <pc:sldMk cId="1676572982" sldId="2147479170"/>
            <ac:spMk id="2" creationId="{82722251-F8A1-AFC3-B057-D30B30699EAE}"/>
          </ac:spMkLst>
        </pc:spChg>
        <pc:spChg chg="add mod">
          <ac:chgData name="Parth Walia" userId="63003097-9a48-4653-90c0-3372deb9525c" providerId="ADAL" clId="{191DDA98-5381-4928-84F3-86A653F4F99A}" dt="2025-09-02T21:57:26.868" v="13244"/>
          <ac:spMkLst>
            <pc:docMk/>
            <pc:sldMk cId="1676572982" sldId="2147479170"/>
            <ac:spMk id="3" creationId="{40B2BADC-5683-3AB4-704A-C027764830CD}"/>
          </ac:spMkLst>
        </pc:spChg>
        <pc:spChg chg="add mod">
          <ac:chgData name="Parth Walia" userId="63003097-9a48-4653-90c0-3372deb9525c" providerId="ADAL" clId="{191DDA98-5381-4928-84F3-86A653F4F99A}" dt="2025-09-02T21:57:26.868" v="13244"/>
          <ac:spMkLst>
            <pc:docMk/>
            <pc:sldMk cId="1676572982" sldId="2147479170"/>
            <ac:spMk id="4" creationId="{499B1821-68C3-E157-ACA0-20BCDBDDAF3D}"/>
          </ac:spMkLst>
        </pc:spChg>
        <pc:spChg chg="mod">
          <ac:chgData name="Parth Walia" userId="63003097-9a48-4653-90c0-3372deb9525c" providerId="ADAL" clId="{191DDA98-5381-4928-84F3-86A653F4F99A}" dt="2025-09-03T13:09:01.512" v="15753" actId="948"/>
          <ac:spMkLst>
            <pc:docMk/>
            <pc:sldMk cId="1676572982" sldId="2147479170"/>
            <ac:spMk id="8" creationId="{91B1FCE8-747A-C742-9EB4-D89E3E186FB6}"/>
          </ac:spMkLst>
        </pc:spChg>
        <pc:spChg chg="add mod">
          <ac:chgData name="Parth Walia" userId="63003097-9a48-4653-90c0-3372deb9525c" providerId="ADAL" clId="{191DDA98-5381-4928-84F3-86A653F4F99A}" dt="2025-09-02T21:58:00.068" v="13251" actId="20577"/>
          <ac:spMkLst>
            <pc:docMk/>
            <pc:sldMk cId="1676572982" sldId="2147479170"/>
            <ac:spMk id="9" creationId="{F2AED97E-0629-01A3-288B-9EC3848313E9}"/>
          </ac:spMkLst>
        </pc:spChg>
        <pc:spChg chg="add mod">
          <ac:chgData name="Parth Walia" userId="63003097-9a48-4653-90c0-3372deb9525c" providerId="ADAL" clId="{191DDA98-5381-4928-84F3-86A653F4F99A}" dt="2025-09-02T22:28:09.920" v="13665" actId="207"/>
          <ac:spMkLst>
            <pc:docMk/>
            <pc:sldMk cId="1676572982" sldId="2147479170"/>
            <ac:spMk id="10" creationId="{25888D3E-B673-C20C-B28E-67B189B799B9}"/>
          </ac:spMkLst>
        </pc:spChg>
        <pc:spChg chg="add mod">
          <ac:chgData name="Parth Walia" userId="63003097-9a48-4653-90c0-3372deb9525c" providerId="ADAL" clId="{191DDA98-5381-4928-84F3-86A653F4F99A}" dt="2025-09-02T22:39:07.872" v="13809" actId="1076"/>
          <ac:spMkLst>
            <pc:docMk/>
            <pc:sldMk cId="1676572982" sldId="2147479170"/>
            <ac:spMk id="11" creationId="{03396ADB-20B9-D266-3DC2-E31923A129AB}"/>
          </ac:spMkLst>
        </pc:spChg>
        <pc:spChg chg="add mod">
          <ac:chgData name="Parth Walia" userId="63003097-9a48-4653-90c0-3372deb9525c" providerId="ADAL" clId="{191DDA98-5381-4928-84F3-86A653F4F99A}" dt="2025-09-02T22:39:18.015" v="13810" actId="1076"/>
          <ac:spMkLst>
            <pc:docMk/>
            <pc:sldMk cId="1676572982" sldId="2147479170"/>
            <ac:spMk id="12" creationId="{A7F9FBA3-040F-23FD-4685-3FB79A4D80F1}"/>
          </ac:spMkLst>
        </pc:spChg>
        <pc:spChg chg="add mod">
          <ac:chgData name="Parth Walia" userId="63003097-9a48-4653-90c0-3372deb9525c" providerId="ADAL" clId="{191DDA98-5381-4928-84F3-86A653F4F99A}" dt="2025-09-02T22:39:33.754" v="13817" actId="1076"/>
          <ac:spMkLst>
            <pc:docMk/>
            <pc:sldMk cId="1676572982" sldId="2147479170"/>
            <ac:spMk id="13" creationId="{DD4EAB41-711A-F1A4-CA2D-A0A2B949B852}"/>
          </ac:spMkLst>
        </pc:spChg>
        <pc:spChg chg="add mod">
          <ac:chgData name="Parth Walia" userId="63003097-9a48-4653-90c0-3372deb9525c" providerId="ADAL" clId="{191DDA98-5381-4928-84F3-86A653F4F99A}" dt="2025-09-02T22:28:09.920" v="13665" actId="207"/>
          <ac:spMkLst>
            <pc:docMk/>
            <pc:sldMk cId="1676572982" sldId="2147479170"/>
            <ac:spMk id="16" creationId="{17365DFB-EEB9-F7B4-9E29-58E54BC064F6}"/>
          </ac:spMkLst>
        </pc:spChg>
        <pc:graphicFrameChg chg="add mod modGraphic">
          <ac:chgData name="Parth Walia" userId="63003097-9a48-4653-90c0-3372deb9525c" providerId="ADAL" clId="{191DDA98-5381-4928-84F3-86A653F4F99A}" dt="2025-09-02T22:29:45.323" v="13678" actId="207"/>
          <ac:graphicFrameMkLst>
            <pc:docMk/>
            <pc:sldMk cId="1676572982" sldId="2147479170"/>
            <ac:graphicFrameMk id="7" creationId="{994AEE3F-A993-58D7-D94B-3BD95E5B4F0F}"/>
          </ac:graphicFrameMkLst>
        </pc:graphicFrameChg>
        <pc:graphicFrameChg chg="add mod modGraphic">
          <ac:chgData name="Parth Walia" userId="63003097-9a48-4653-90c0-3372deb9525c" providerId="ADAL" clId="{191DDA98-5381-4928-84F3-86A653F4F99A}" dt="2025-09-02T22:30:28.572" v="13682" actId="1076"/>
          <ac:graphicFrameMkLst>
            <pc:docMk/>
            <pc:sldMk cId="1676572982" sldId="2147479170"/>
            <ac:graphicFrameMk id="22" creationId="{834342AF-65B0-4E46-A6BE-B99E49E6671D}"/>
          </ac:graphicFrameMkLst>
        </pc:graphicFrameChg>
        <pc:graphicFrameChg chg="add mod modGraphic">
          <ac:chgData name="Parth Walia" userId="63003097-9a48-4653-90c0-3372deb9525c" providerId="ADAL" clId="{191DDA98-5381-4928-84F3-86A653F4F99A}" dt="2025-09-02T22:30:34.159" v="13683" actId="1076"/>
          <ac:graphicFrameMkLst>
            <pc:docMk/>
            <pc:sldMk cId="1676572982" sldId="2147479170"/>
            <ac:graphicFrameMk id="23" creationId="{6EE88344-0648-012E-B66D-595878E55FE3}"/>
          </ac:graphicFrameMkLst>
        </pc:graphicFrameChg>
      </pc:sldChg>
      <pc:sldChg chg="addSp delSp modSp add mod ord">
        <pc:chgData name="Parth Walia" userId="63003097-9a48-4653-90c0-3372deb9525c" providerId="ADAL" clId="{191DDA98-5381-4928-84F3-86A653F4F99A}" dt="2025-09-03T13:08:01.976" v="15742" actId="948"/>
        <pc:sldMkLst>
          <pc:docMk/>
          <pc:sldMk cId="150581735" sldId="2147479171"/>
        </pc:sldMkLst>
        <pc:spChg chg="add mod">
          <ac:chgData name="Parth Walia" userId="63003097-9a48-4653-90c0-3372deb9525c" providerId="ADAL" clId="{191DDA98-5381-4928-84F3-86A653F4F99A}" dt="2025-09-02T22:58:32.120" v="14193" actId="14100"/>
          <ac:spMkLst>
            <pc:docMk/>
            <pc:sldMk cId="150581735" sldId="2147479171"/>
            <ac:spMk id="7" creationId="{4639D3E4-F1EA-552C-6047-7FC04EAC3DCC}"/>
          </ac:spMkLst>
        </pc:spChg>
        <pc:spChg chg="mod">
          <ac:chgData name="Parth Walia" userId="63003097-9a48-4653-90c0-3372deb9525c" providerId="ADAL" clId="{191DDA98-5381-4928-84F3-86A653F4F99A}" dt="2025-09-03T13:08:01.976" v="15742" actId="948"/>
          <ac:spMkLst>
            <pc:docMk/>
            <pc:sldMk cId="150581735" sldId="2147479171"/>
            <ac:spMk id="8" creationId="{7708D38C-71A8-6AAB-F74A-9A2243456BB3}"/>
          </ac:spMkLst>
        </pc:spChg>
        <pc:spChg chg="add mod topLvl">
          <ac:chgData name="Parth Walia" userId="63003097-9a48-4653-90c0-3372deb9525c" providerId="ADAL" clId="{191DDA98-5381-4928-84F3-86A653F4F99A}" dt="2025-09-02T22:54:57.083" v="14123" actId="165"/>
          <ac:spMkLst>
            <pc:docMk/>
            <pc:sldMk cId="150581735" sldId="2147479171"/>
            <ac:spMk id="9" creationId="{FB600042-659F-9676-435F-0D47BFD95742}"/>
          </ac:spMkLst>
        </pc:spChg>
        <pc:spChg chg="add mod topLvl">
          <ac:chgData name="Parth Walia" userId="63003097-9a48-4653-90c0-3372deb9525c" providerId="ADAL" clId="{191DDA98-5381-4928-84F3-86A653F4F99A}" dt="2025-09-02T23:02:45.861" v="14271" actId="1076"/>
          <ac:spMkLst>
            <pc:docMk/>
            <pc:sldMk cId="150581735" sldId="2147479171"/>
            <ac:spMk id="10" creationId="{52DC53BF-0561-237B-C23D-FD402CDC6C33}"/>
          </ac:spMkLst>
        </pc:spChg>
        <pc:spChg chg="add mod ord topLvl">
          <ac:chgData name="Parth Walia" userId="63003097-9a48-4653-90c0-3372deb9525c" providerId="ADAL" clId="{191DDA98-5381-4928-84F3-86A653F4F99A}" dt="2025-09-02T23:03:11.551" v="14279" actId="1076"/>
          <ac:spMkLst>
            <pc:docMk/>
            <pc:sldMk cId="150581735" sldId="2147479171"/>
            <ac:spMk id="11" creationId="{66338DF4-1161-1FC1-194E-E5AF9A91379D}"/>
          </ac:spMkLst>
        </pc:spChg>
        <pc:spChg chg="add mod ord topLvl">
          <ac:chgData name="Parth Walia" userId="63003097-9a48-4653-90c0-3372deb9525c" providerId="ADAL" clId="{191DDA98-5381-4928-84F3-86A653F4F99A}" dt="2025-09-02T23:03:54.883" v="14285" actId="1076"/>
          <ac:spMkLst>
            <pc:docMk/>
            <pc:sldMk cId="150581735" sldId="2147479171"/>
            <ac:spMk id="12" creationId="{E246AA93-E81F-5824-B808-FCA939702995}"/>
          </ac:spMkLst>
        </pc:spChg>
        <pc:spChg chg="add mod ord topLvl">
          <ac:chgData name="Parth Walia" userId="63003097-9a48-4653-90c0-3372deb9525c" providerId="ADAL" clId="{191DDA98-5381-4928-84F3-86A653F4F99A}" dt="2025-09-02T23:05:54.898" v="14296" actId="1076"/>
          <ac:spMkLst>
            <pc:docMk/>
            <pc:sldMk cId="150581735" sldId="2147479171"/>
            <ac:spMk id="13" creationId="{C4A78D54-AC87-56F5-7E7D-CA179F177D15}"/>
          </ac:spMkLst>
        </pc:spChg>
        <pc:spChg chg="add mod ord topLvl">
          <ac:chgData name="Parth Walia" userId="63003097-9a48-4653-90c0-3372deb9525c" providerId="ADAL" clId="{191DDA98-5381-4928-84F3-86A653F4F99A}" dt="2025-09-02T23:06:07.953" v="14299" actId="1076"/>
          <ac:spMkLst>
            <pc:docMk/>
            <pc:sldMk cId="150581735" sldId="2147479171"/>
            <ac:spMk id="14" creationId="{1346E7FF-2EA5-04D7-204C-C214EBFF0EB2}"/>
          </ac:spMkLst>
        </pc:spChg>
        <pc:spChg chg="add mod">
          <ac:chgData name="Parth Walia" userId="63003097-9a48-4653-90c0-3372deb9525c" providerId="ADAL" clId="{191DDA98-5381-4928-84F3-86A653F4F99A}" dt="2025-09-02T22:58:48.391" v="14195" actId="14100"/>
          <ac:spMkLst>
            <pc:docMk/>
            <pc:sldMk cId="150581735" sldId="2147479171"/>
            <ac:spMk id="15" creationId="{D1DCAB4A-B596-31E7-4FDE-496C4DB446C9}"/>
          </ac:spMkLst>
        </pc:spChg>
        <pc:spChg chg="add mod">
          <ac:chgData name="Parth Walia" userId="63003097-9a48-4653-90c0-3372deb9525c" providerId="ADAL" clId="{191DDA98-5381-4928-84F3-86A653F4F99A}" dt="2025-09-02T22:58:45.592" v="14194" actId="14100"/>
          <ac:spMkLst>
            <pc:docMk/>
            <pc:sldMk cId="150581735" sldId="2147479171"/>
            <ac:spMk id="16" creationId="{65CB1434-CDCF-3A0C-E6F6-BCB93784BC0E}"/>
          </ac:spMkLst>
        </pc:spChg>
        <pc:spChg chg="add mod">
          <ac:chgData name="Parth Walia" userId="63003097-9a48-4653-90c0-3372deb9525c" providerId="ADAL" clId="{191DDA98-5381-4928-84F3-86A653F4F99A}" dt="2025-09-02T23:07:59.255" v="14324" actId="1076"/>
          <ac:spMkLst>
            <pc:docMk/>
            <pc:sldMk cId="150581735" sldId="2147479171"/>
            <ac:spMk id="17" creationId="{98F60508-42F4-36CF-0AC7-DEF73AFE059A}"/>
          </ac:spMkLst>
        </pc:spChg>
        <pc:picChg chg="add mod">
          <ac:chgData name="Parth Walia" userId="63003097-9a48-4653-90c0-3372deb9525c" providerId="ADAL" clId="{191DDA98-5381-4928-84F3-86A653F4F99A}" dt="2025-09-02T22:45:24.782" v="13995" actId="1076"/>
          <ac:picMkLst>
            <pc:docMk/>
            <pc:sldMk cId="150581735" sldId="2147479171"/>
            <ac:picMk id="4" creationId="{CFE5DCC7-4696-0F2D-AF0C-72BE8494B0D0}"/>
          </ac:picMkLst>
        </pc:picChg>
      </pc:sldChg>
      <pc:sldChg chg="addSp delSp modSp add mod ord">
        <pc:chgData name="Parth Walia" userId="63003097-9a48-4653-90c0-3372deb9525c" providerId="ADAL" clId="{191DDA98-5381-4928-84F3-86A653F4F99A}" dt="2025-09-04T15:10:42.067" v="22599" actId="255"/>
        <pc:sldMkLst>
          <pc:docMk/>
          <pc:sldMk cId="801515810" sldId="2147479172"/>
        </pc:sldMkLst>
        <pc:spChg chg="mod">
          <ac:chgData name="Parth Walia" userId="63003097-9a48-4653-90c0-3372deb9525c" providerId="ADAL" clId="{191DDA98-5381-4928-84F3-86A653F4F99A}" dt="2025-09-03T13:07:55.490" v="15741" actId="948"/>
          <ac:spMkLst>
            <pc:docMk/>
            <pc:sldMk cId="801515810" sldId="2147479172"/>
            <ac:spMk id="8" creationId="{0C50B2B7-5393-9739-8C5D-24067F01B44C}"/>
          </ac:spMkLst>
        </pc:spChg>
        <pc:graphicFrameChg chg="add mod modGraphic">
          <ac:chgData name="Parth Walia" userId="63003097-9a48-4653-90c0-3372deb9525c" providerId="ADAL" clId="{191DDA98-5381-4928-84F3-86A653F4F99A}" dt="2025-09-04T15:10:42.067" v="22599" actId="255"/>
          <ac:graphicFrameMkLst>
            <pc:docMk/>
            <pc:sldMk cId="801515810" sldId="2147479172"/>
            <ac:graphicFrameMk id="2" creationId="{D12DE9F1-7E4F-3B1A-D223-A8585B03D95B}"/>
          </ac:graphicFrameMkLst>
        </pc:graphicFrameChg>
      </pc:sldChg>
      <pc:sldChg chg="addSp delSp modSp add mod ord">
        <pc:chgData name="Parth Walia" userId="63003097-9a48-4653-90c0-3372deb9525c" providerId="ADAL" clId="{191DDA98-5381-4928-84F3-86A653F4F99A}" dt="2025-09-03T14:07:51.762" v="17057" actId="21"/>
        <pc:sldMkLst>
          <pc:docMk/>
          <pc:sldMk cId="2230521236" sldId="2147479173"/>
        </pc:sldMkLst>
        <pc:spChg chg="mod">
          <ac:chgData name="Parth Walia" userId="63003097-9a48-4653-90c0-3372deb9525c" providerId="ADAL" clId="{191DDA98-5381-4928-84F3-86A653F4F99A}" dt="2025-09-03T13:07:45.521" v="15739" actId="948"/>
          <ac:spMkLst>
            <pc:docMk/>
            <pc:sldMk cId="2230521236" sldId="2147479173"/>
            <ac:spMk id="8" creationId="{52B08C78-D1AE-20D9-5A1B-600614B9C47C}"/>
          </ac:spMkLst>
        </pc:spChg>
        <pc:spChg chg="add mod">
          <ac:chgData name="Parth Walia" userId="63003097-9a48-4653-90c0-3372deb9525c" providerId="ADAL" clId="{191DDA98-5381-4928-84F3-86A653F4F99A}" dt="2025-09-03T14:06:48.167" v="17039" actId="14100"/>
          <ac:spMkLst>
            <pc:docMk/>
            <pc:sldMk cId="2230521236" sldId="2147479173"/>
            <ac:spMk id="231" creationId="{E45113C8-9582-C8CC-0CF0-6E99AFFB3ADB}"/>
          </ac:spMkLst>
        </pc:spChg>
        <pc:spChg chg="add mod">
          <ac:chgData name="Parth Walia" userId="63003097-9a48-4653-90c0-3372deb9525c" providerId="ADAL" clId="{191DDA98-5381-4928-84F3-86A653F4F99A}" dt="2025-09-03T13:52:48.912" v="16805" actId="1076"/>
          <ac:spMkLst>
            <pc:docMk/>
            <pc:sldMk cId="2230521236" sldId="2147479173"/>
            <ac:spMk id="232" creationId="{9DFF985D-D250-67D3-E4BF-EAFE4EEE6E11}"/>
          </ac:spMkLst>
        </pc:spChg>
        <pc:spChg chg="add mod">
          <ac:chgData name="Parth Walia" userId="63003097-9a48-4653-90c0-3372deb9525c" providerId="ADAL" clId="{191DDA98-5381-4928-84F3-86A653F4F99A}" dt="2025-09-03T13:52:48.912" v="16805" actId="1076"/>
          <ac:spMkLst>
            <pc:docMk/>
            <pc:sldMk cId="2230521236" sldId="2147479173"/>
            <ac:spMk id="233" creationId="{31736DD7-CEC1-EB11-43F5-A2E63BC32D6D}"/>
          </ac:spMkLst>
        </pc:spChg>
        <pc:spChg chg="add mod">
          <ac:chgData name="Parth Walia" userId="63003097-9a48-4653-90c0-3372deb9525c" providerId="ADAL" clId="{191DDA98-5381-4928-84F3-86A653F4F99A}" dt="2025-09-03T14:07:46.532" v="17055" actId="165"/>
          <ac:spMkLst>
            <pc:docMk/>
            <pc:sldMk cId="2230521236" sldId="2147479173"/>
            <ac:spMk id="237" creationId="{A5AB03C6-34BA-42E9-75F7-0CC40FA2B4CC}"/>
          </ac:spMkLst>
        </pc:spChg>
        <pc:spChg chg="add mod">
          <ac:chgData name="Parth Walia" userId="63003097-9a48-4653-90c0-3372deb9525c" providerId="ADAL" clId="{191DDA98-5381-4928-84F3-86A653F4F99A}" dt="2025-09-03T13:34:18.081" v="16241" actId="1076"/>
          <ac:spMkLst>
            <pc:docMk/>
            <pc:sldMk cId="2230521236" sldId="2147479173"/>
            <ac:spMk id="238" creationId="{CD2A4CC5-2620-73AD-B89E-096D326541E1}"/>
          </ac:spMkLst>
        </pc:spChg>
        <pc:spChg chg="add mod">
          <ac:chgData name="Parth Walia" userId="63003097-9a48-4653-90c0-3372deb9525c" providerId="ADAL" clId="{191DDA98-5381-4928-84F3-86A653F4F99A}" dt="2025-09-03T13:30:19.062" v="16088" actId="164"/>
          <ac:spMkLst>
            <pc:docMk/>
            <pc:sldMk cId="2230521236" sldId="2147479173"/>
            <ac:spMk id="239" creationId="{A969FE11-3DC9-7AA9-467B-3F651F65154E}"/>
          </ac:spMkLst>
        </pc:spChg>
        <pc:spChg chg="add mod">
          <ac:chgData name="Parth Walia" userId="63003097-9a48-4653-90c0-3372deb9525c" providerId="ADAL" clId="{191DDA98-5381-4928-84F3-86A653F4F99A}" dt="2025-09-03T13:30:19.062" v="16088" actId="164"/>
          <ac:spMkLst>
            <pc:docMk/>
            <pc:sldMk cId="2230521236" sldId="2147479173"/>
            <ac:spMk id="240" creationId="{07F5A571-EEA9-65D5-E096-A1341CDA7D32}"/>
          </ac:spMkLst>
        </pc:spChg>
        <pc:spChg chg="add mod">
          <ac:chgData name="Parth Walia" userId="63003097-9a48-4653-90c0-3372deb9525c" providerId="ADAL" clId="{191DDA98-5381-4928-84F3-86A653F4F99A}" dt="2025-09-03T14:07:46.532" v="17055" actId="165"/>
          <ac:spMkLst>
            <pc:docMk/>
            <pc:sldMk cId="2230521236" sldId="2147479173"/>
            <ac:spMk id="241" creationId="{CFD792F3-97DE-81FF-CD17-A544BAB39AEE}"/>
          </ac:spMkLst>
        </pc:spChg>
        <pc:spChg chg="add mod">
          <ac:chgData name="Parth Walia" userId="63003097-9a48-4653-90c0-3372deb9525c" providerId="ADAL" clId="{191DDA98-5381-4928-84F3-86A653F4F99A}" dt="2025-09-03T13:30:19.062" v="16088" actId="164"/>
          <ac:spMkLst>
            <pc:docMk/>
            <pc:sldMk cId="2230521236" sldId="2147479173"/>
            <ac:spMk id="242" creationId="{B83165DB-3A48-F7CD-90D8-FCCD048E046F}"/>
          </ac:spMkLst>
        </pc:spChg>
        <pc:spChg chg="add mod">
          <ac:chgData name="Parth Walia" userId="63003097-9a48-4653-90c0-3372deb9525c" providerId="ADAL" clId="{191DDA98-5381-4928-84F3-86A653F4F99A}" dt="2025-09-03T13:30:19.062" v="16088" actId="164"/>
          <ac:spMkLst>
            <pc:docMk/>
            <pc:sldMk cId="2230521236" sldId="2147479173"/>
            <ac:spMk id="243" creationId="{C4BDEE6B-10A5-6317-EEDA-9ADB93CC9560}"/>
          </ac:spMkLst>
        </pc:spChg>
        <pc:spChg chg="mod">
          <ac:chgData name="Parth Walia" userId="63003097-9a48-4653-90c0-3372deb9525c" providerId="ADAL" clId="{191DDA98-5381-4928-84F3-86A653F4F99A}" dt="2025-09-03T13:43:34.412" v="16645" actId="571"/>
          <ac:spMkLst>
            <pc:docMk/>
            <pc:sldMk cId="2230521236" sldId="2147479173"/>
            <ac:spMk id="267" creationId="{02946E45-D6AC-9B4E-7543-37B2A9F6814E}"/>
          </ac:spMkLst>
        </pc:spChg>
        <pc:spChg chg="mod">
          <ac:chgData name="Parth Walia" userId="63003097-9a48-4653-90c0-3372deb9525c" providerId="ADAL" clId="{191DDA98-5381-4928-84F3-86A653F4F99A}" dt="2025-09-03T13:43:34.412" v="16645" actId="571"/>
          <ac:spMkLst>
            <pc:docMk/>
            <pc:sldMk cId="2230521236" sldId="2147479173"/>
            <ac:spMk id="268" creationId="{54D5EBB5-BBB2-8A51-1AB0-2FEEC62C6F6C}"/>
          </ac:spMkLst>
        </pc:spChg>
        <pc:spChg chg="mod">
          <ac:chgData name="Parth Walia" userId="63003097-9a48-4653-90c0-3372deb9525c" providerId="ADAL" clId="{191DDA98-5381-4928-84F3-86A653F4F99A}" dt="2025-09-03T13:43:34.412" v="16645" actId="571"/>
          <ac:spMkLst>
            <pc:docMk/>
            <pc:sldMk cId="2230521236" sldId="2147479173"/>
            <ac:spMk id="269" creationId="{6E28B5A8-D455-732D-E3CE-8C44CB981BBC}"/>
          </ac:spMkLst>
        </pc:spChg>
        <pc:spChg chg="mod">
          <ac:chgData name="Parth Walia" userId="63003097-9a48-4653-90c0-3372deb9525c" providerId="ADAL" clId="{191DDA98-5381-4928-84F3-86A653F4F99A}" dt="2025-09-03T13:45:06.626" v="16696" actId="20577"/>
          <ac:spMkLst>
            <pc:docMk/>
            <pc:sldMk cId="2230521236" sldId="2147479173"/>
            <ac:spMk id="270" creationId="{FC7FBBF8-38C8-4484-2676-2A33DD63D1FA}"/>
          </ac:spMkLst>
        </pc:spChg>
        <pc:spChg chg="mod">
          <ac:chgData name="Parth Walia" userId="63003097-9a48-4653-90c0-3372deb9525c" providerId="ADAL" clId="{191DDA98-5381-4928-84F3-86A653F4F99A}" dt="2025-09-03T13:45:10.549" v="16700" actId="20577"/>
          <ac:spMkLst>
            <pc:docMk/>
            <pc:sldMk cId="2230521236" sldId="2147479173"/>
            <ac:spMk id="271" creationId="{7466CF55-1904-DA6F-0451-0F8128C57C4B}"/>
          </ac:spMkLst>
        </pc:spChg>
        <pc:spChg chg="mod">
          <ac:chgData name="Parth Walia" userId="63003097-9a48-4653-90c0-3372deb9525c" providerId="ADAL" clId="{191DDA98-5381-4928-84F3-86A653F4F99A}" dt="2025-09-03T14:07:46.532" v="17055" actId="165"/>
          <ac:spMkLst>
            <pc:docMk/>
            <pc:sldMk cId="2230521236" sldId="2147479173"/>
            <ac:spMk id="272" creationId="{5FE99FC8-8624-48AB-D0C0-27AEC8FD1F03}"/>
          </ac:spMkLst>
        </pc:spChg>
        <pc:spChg chg="mod">
          <ac:chgData name="Parth Walia" userId="63003097-9a48-4653-90c0-3372deb9525c" providerId="ADAL" clId="{191DDA98-5381-4928-84F3-86A653F4F99A}" dt="2025-09-03T13:43:34.412" v="16645" actId="571"/>
          <ac:spMkLst>
            <pc:docMk/>
            <pc:sldMk cId="2230521236" sldId="2147479173"/>
            <ac:spMk id="273" creationId="{73F6DE07-27FF-FCD0-D5D1-D9192142356B}"/>
          </ac:spMkLst>
        </pc:spChg>
        <pc:spChg chg="mod">
          <ac:chgData name="Parth Walia" userId="63003097-9a48-4653-90c0-3372deb9525c" providerId="ADAL" clId="{191DDA98-5381-4928-84F3-86A653F4F99A}" dt="2025-09-03T13:34:28.876" v="16243" actId="165"/>
          <ac:spMkLst>
            <pc:docMk/>
            <pc:sldMk cId="2230521236" sldId="2147479173"/>
            <ac:spMk id="275" creationId="{C7A177B0-CA0C-8F9E-8287-D78CDD113F5D}"/>
          </ac:spMkLst>
        </pc:spChg>
        <pc:spChg chg="mod">
          <ac:chgData name="Parth Walia" userId="63003097-9a48-4653-90c0-3372deb9525c" providerId="ADAL" clId="{191DDA98-5381-4928-84F3-86A653F4F99A}" dt="2025-09-03T14:07:46.532" v="17055" actId="165"/>
          <ac:spMkLst>
            <pc:docMk/>
            <pc:sldMk cId="2230521236" sldId="2147479173"/>
            <ac:spMk id="276" creationId="{C4AB1682-A07D-4521-42D8-F46FA49187B6}"/>
          </ac:spMkLst>
        </pc:spChg>
        <pc:spChg chg="mod">
          <ac:chgData name="Parth Walia" userId="63003097-9a48-4653-90c0-3372deb9525c" providerId="ADAL" clId="{191DDA98-5381-4928-84F3-86A653F4F99A}" dt="2025-09-03T13:31:41.301" v="16103" actId="571"/>
          <ac:spMkLst>
            <pc:docMk/>
            <pc:sldMk cId="2230521236" sldId="2147479173"/>
            <ac:spMk id="277" creationId="{3D3B0C13-8B96-613D-30E9-F2E918C06701}"/>
          </ac:spMkLst>
        </pc:spChg>
        <pc:spChg chg="mod">
          <ac:chgData name="Parth Walia" userId="63003097-9a48-4653-90c0-3372deb9525c" providerId="ADAL" clId="{191DDA98-5381-4928-84F3-86A653F4F99A}" dt="2025-09-03T14:07:46.532" v="17055" actId="165"/>
          <ac:spMkLst>
            <pc:docMk/>
            <pc:sldMk cId="2230521236" sldId="2147479173"/>
            <ac:spMk id="278" creationId="{E4761838-0E19-2E1A-BB69-7A3ABD2C60AC}"/>
          </ac:spMkLst>
        </pc:spChg>
        <pc:spChg chg="mod">
          <ac:chgData name="Parth Walia" userId="63003097-9a48-4653-90c0-3372deb9525c" providerId="ADAL" clId="{191DDA98-5381-4928-84F3-86A653F4F99A}" dt="2025-09-03T13:46:37.317" v="16709" actId="207"/>
          <ac:spMkLst>
            <pc:docMk/>
            <pc:sldMk cId="2230521236" sldId="2147479173"/>
            <ac:spMk id="279" creationId="{7295A857-F17B-6FD1-B596-3E790E4CE7DE}"/>
          </ac:spMkLst>
        </pc:spChg>
        <pc:spChg chg="mod">
          <ac:chgData name="Parth Walia" userId="63003097-9a48-4653-90c0-3372deb9525c" providerId="ADAL" clId="{191DDA98-5381-4928-84F3-86A653F4F99A}" dt="2025-09-03T14:07:46.532" v="17055" actId="165"/>
          <ac:spMkLst>
            <pc:docMk/>
            <pc:sldMk cId="2230521236" sldId="2147479173"/>
            <ac:spMk id="280" creationId="{41DC4258-69B6-C751-90B4-4FC1569DAC33}"/>
          </ac:spMkLst>
        </pc:spChg>
        <pc:spChg chg="mod">
          <ac:chgData name="Parth Walia" userId="63003097-9a48-4653-90c0-3372deb9525c" providerId="ADAL" clId="{191DDA98-5381-4928-84F3-86A653F4F99A}" dt="2025-09-03T13:31:41.301" v="16103" actId="571"/>
          <ac:spMkLst>
            <pc:docMk/>
            <pc:sldMk cId="2230521236" sldId="2147479173"/>
            <ac:spMk id="281" creationId="{BBF9B57C-79D6-0C9F-285B-D3BBB810E671}"/>
          </ac:spMkLst>
        </pc:spChg>
        <pc:spChg chg="mod">
          <ac:chgData name="Parth Walia" userId="63003097-9a48-4653-90c0-3372deb9525c" providerId="ADAL" clId="{191DDA98-5381-4928-84F3-86A653F4F99A}" dt="2025-09-03T13:31:53.159" v="16105" actId="571"/>
          <ac:spMkLst>
            <pc:docMk/>
            <pc:sldMk cId="2230521236" sldId="2147479173"/>
            <ac:spMk id="283" creationId="{40A2EE85-3F4C-9B66-C61C-31B6F64C8FE1}"/>
          </ac:spMkLst>
        </pc:spChg>
        <pc:spChg chg="mod">
          <ac:chgData name="Parth Walia" userId="63003097-9a48-4653-90c0-3372deb9525c" providerId="ADAL" clId="{191DDA98-5381-4928-84F3-86A653F4F99A}" dt="2025-09-03T13:34:18.081" v="16241" actId="1076"/>
          <ac:spMkLst>
            <pc:docMk/>
            <pc:sldMk cId="2230521236" sldId="2147479173"/>
            <ac:spMk id="284" creationId="{21492A78-82E2-803F-0B3D-47EE58E5BA07}"/>
          </ac:spMkLst>
        </pc:spChg>
        <pc:spChg chg="mod">
          <ac:chgData name="Parth Walia" userId="63003097-9a48-4653-90c0-3372deb9525c" providerId="ADAL" clId="{191DDA98-5381-4928-84F3-86A653F4F99A}" dt="2025-09-03T13:31:53.159" v="16105" actId="571"/>
          <ac:spMkLst>
            <pc:docMk/>
            <pc:sldMk cId="2230521236" sldId="2147479173"/>
            <ac:spMk id="285" creationId="{F82CA0FA-B28A-F682-955A-BDE0BFDEE8F3}"/>
          </ac:spMkLst>
        </pc:spChg>
        <pc:spChg chg="mod">
          <ac:chgData name="Parth Walia" userId="63003097-9a48-4653-90c0-3372deb9525c" providerId="ADAL" clId="{191DDA98-5381-4928-84F3-86A653F4F99A}" dt="2025-09-03T13:44:48.978" v="16676" actId="20577"/>
          <ac:spMkLst>
            <pc:docMk/>
            <pc:sldMk cId="2230521236" sldId="2147479173"/>
            <ac:spMk id="286" creationId="{17B69FA3-45C7-1AE0-87B8-4D07B16AE103}"/>
          </ac:spMkLst>
        </pc:spChg>
        <pc:spChg chg="mod">
          <ac:chgData name="Parth Walia" userId="63003097-9a48-4653-90c0-3372deb9525c" providerId="ADAL" clId="{191DDA98-5381-4928-84F3-86A653F4F99A}" dt="2025-09-03T13:46:13.934" v="16707" actId="207"/>
          <ac:spMkLst>
            <pc:docMk/>
            <pc:sldMk cId="2230521236" sldId="2147479173"/>
            <ac:spMk id="287" creationId="{2DBBE4A9-8068-004A-199A-287CF8A3F01A}"/>
          </ac:spMkLst>
        </pc:spChg>
        <pc:spChg chg="mod">
          <ac:chgData name="Parth Walia" userId="63003097-9a48-4653-90c0-3372deb9525c" providerId="ADAL" clId="{191DDA98-5381-4928-84F3-86A653F4F99A}" dt="2025-09-03T14:07:46.532" v="17055" actId="165"/>
          <ac:spMkLst>
            <pc:docMk/>
            <pc:sldMk cId="2230521236" sldId="2147479173"/>
            <ac:spMk id="288" creationId="{136E5511-11CC-8762-E98E-FD0021FE281F}"/>
          </ac:spMkLst>
        </pc:spChg>
        <pc:spChg chg="mod">
          <ac:chgData name="Parth Walia" userId="63003097-9a48-4653-90c0-3372deb9525c" providerId="ADAL" clId="{191DDA98-5381-4928-84F3-86A653F4F99A}" dt="2025-09-03T13:31:53.159" v="16105" actId="571"/>
          <ac:spMkLst>
            <pc:docMk/>
            <pc:sldMk cId="2230521236" sldId="2147479173"/>
            <ac:spMk id="289" creationId="{4D036494-C731-4DA7-6410-3298CA465E97}"/>
          </ac:spMkLst>
        </pc:spChg>
        <pc:spChg chg="mod">
          <ac:chgData name="Parth Walia" userId="63003097-9a48-4653-90c0-3372deb9525c" providerId="ADAL" clId="{191DDA98-5381-4928-84F3-86A653F4F99A}" dt="2025-09-03T14:07:46.532" v="17055" actId="165"/>
          <ac:spMkLst>
            <pc:docMk/>
            <pc:sldMk cId="2230521236" sldId="2147479173"/>
            <ac:spMk id="291" creationId="{487E3B3F-3A59-CA37-88A8-F2BCDBCF9D78}"/>
          </ac:spMkLst>
        </pc:spChg>
        <pc:spChg chg="mod">
          <ac:chgData name="Parth Walia" userId="63003097-9a48-4653-90c0-3372deb9525c" providerId="ADAL" clId="{191DDA98-5381-4928-84F3-86A653F4F99A}" dt="2025-09-03T13:44:03.600" v="16649" actId="571"/>
          <ac:spMkLst>
            <pc:docMk/>
            <pc:sldMk cId="2230521236" sldId="2147479173"/>
            <ac:spMk id="292" creationId="{33CACF70-41E0-7A22-D3FB-F0A247F49C5D}"/>
          </ac:spMkLst>
        </pc:spChg>
        <pc:spChg chg="mod">
          <ac:chgData name="Parth Walia" userId="63003097-9a48-4653-90c0-3372deb9525c" providerId="ADAL" clId="{191DDA98-5381-4928-84F3-86A653F4F99A}" dt="2025-09-03T13:44:03.600" v="16649" actId="571"/>
          <ac:spMkLst>
            <pc:docMk/>
            <pc:sldMk cId="2230521236" sldId="2147479173"/>
            <ac:spMk id="293" creationId="{A95C5985-A4BA-4032-CF6F-A277F05B2DD1}"/>
          </ac:spMkLst>
        </pc:spChg>
        <pc:spChg chg="mod">
          <ac:chgData name="Parth Walia" userId="63003097-9a48-4653-90c0-3372deb9525c" providerId="ADAL" clId="{191DDA98-5381-4928-84F3-86A653F4F99A}" dt="2025-09-03T13:44:03.600" v="16649" actId="571"/>
          <ac:spMkLst>
            <pc:docMk/>
            <pc:sldMk cId="2230521236" sldId="2147479173"/>
            <ac:spMk id="294" creationId="{898B7618-5E39-1B89-A377-6ADD5F02D43C}"/>
          </ac:spMkLst>
        </pc:spChg>
        <pc:spChg chg="mod">
          <ac:chgData name="Parth Walia" userId="63003097-9a48-4653-90c0-3372deb9525c" providerId="ADAL" clId="{191DDA98-5381-4928-84F3-86A653F4F99A}" dt="2025-09-03T14:07:46.532" v="17055" actId="165"/>
          <ac:spMkLst>
            <pc:docMk/>
            <pc:sldMk cId="2230521236" sldId="2147479173"/>
            <ac:spMk id="295" creationId="{0AB7106D-109F-B076-256B-BE11A9CE5BB3}"/>
          </ac:spMkLst>
        </pc:spChg>
        <pc:spChg chg="mod">
          <ac:chgData name="Parth Walia" userId="63003097-9a48-4653-90c0-3372deb9525c" providerId="ADAL" clId="{191DDA98-5381-4928-84F3-86A653F4F99A}" dt="2025-09-03T13:46:04.556" v="16706" actId="207"/>
          <ac:spMkLst>
            <pc:docMk/>
            <pc:sldMk cId="2230521236" sldId="2147479173"/>
            <ac:spMk id="296" creationId="{DACF304F-F6CD-AD9B-5BAD-D1F01847A17A}"/>
          </ac:spMkLst>
        </pc:spChg>
        <pc:spChg chg="add mod">
          <ac:chgData name="Parth Walia" userId="63003097-9a48-4653-90c0-3372deb9525c" providerId="ADAL" clId="{191DDA98-5381-4928-84F3-86A653F4F99A}" dt="2025-09-03T13:43:34.412" v="16645" actId="571"/>
          <ac:spMkLst>
            <pc:docMk/>
            <pc:sldMk cId="2230521236" sldId="2147479173"/>
            <ac:spMk id="301" creationId="{55A7BE45-F879-74C3-381A-66D04619C912}"/>
          </ac:spMkLst>
        </pc:spChg>
        <pc:spChg chg="add mod">
          <ac:chgData name="Parth Walia" userId="63003097-9a48-4653-90c0-3372deb9525c" providerId="ADAL" clId="{191DDA98-5381-4928-84F3-86A653F4F99A}" dt="2025-09-03T13:43:44.325" v="16646" actId="1076"/>
          <ac:spMkLst>
            <pc:docMk/>
            <pc:sldMk cId="2230521236" sldId="2147479173"/>
            <ac:spMk id="302" creationId="{A7040DEC-F1E3-29CC-3990-3F9AEBD44A8E}"/>
          </ac:spMkLst>
        </pc:spChg>
        <pc:spChg chg="add mod">
          <ac:chgData name="Parth Walia" userId="63003097-9a48-4653-90c0-3372deb9525c" providerId="ADAL" clId="{191DDA98-5381-4928-84F3-86A653F4F99A}" dt="2025-09-03T14:07:46.532" v="17055" actId="165"/>
          <ac:spMkLst>
            <pc:docMk/>
            <pc:sldMk cId="2230521236" sldId="2147479173"/>
            <ac:spMk id="303" creationId="{7281316B-8EEA-1271-F78A-ABA6BD4B4406}"/>
          </ac:spMkLst>
        </pc:spChg>
        <pc:spChg chg="add mod">
          <ac:chgData name="Parth Walia" userId="63003097-9a48-4653-90c0-3372deb9525c" providerId="ADAL" clId="{191DDA98-5381-4928-84F3-86A653F4F99A}" dt="2025-09-03T13:44:18.569" v="16651" actId="1076"/>
          <ac:spMkLst>
            <pc:docMk/>
            <pc:sldMk cId="2230521236" sldId="2147479173"/>
            <ac:spMk id="304" creationId="{D81B8CA3-EF14-9F3E-1371-88905FA81F96}"/>
          </ac:spMkLst>
        </pc:spChg>
        <pc:grpChg chg="add mod ord">
          <ac:chgData name="Parth Walia" userId="63003097-9a48-4653-90c0-3372deb9525c" providerId="ADAL" clId="{191DDA98-5381-4928-84F3-86A653F4F99A}" dt="2025-09-03T13:53:45.933" v="16815" actId="164"/>
          <ac:grpSpMkLst>
            <pc:docMk/>
            <pc:sldMk cId="2230521236" sldId="2147479173"/>
            <ac:grpSpMk id="262" creationId="{CC113F2A-70CC-F8C9-F27A-70C8BA237772}"/>
          </ac:grpSpMkLst>
        </pc:grpChg>
        <pc:grpChg chg="add mod ord">
          <ac:chgData name="Parth Walia" userId="63003097-9a48-4653-90c0-3372deb9525c" providerId="ADAL" clId="{191DDA98-5381-4928-84F3-86A653F4F99A}" dt="2025-09-03T13:53:54.072" v="16817" actId="164"/>
          <ac:grpSpMkLst>
            <pc:docMk/>
            <pc:sldMk cId="2230521236" sldId="2147479173"/>
            <ac:grpSpMk id="266" creationId="{635F6D09-F4AE-F6E0-2F36-3E910E6DA06E}"/>
          </ac:grpSpMkLst>
        </pc:grpChg>
        <pc:grpChg chg="add mod ord">
          <ac:chgData name="Parth Walia" userId="63003097-9a48-4653-90c0-3372deb9525c" providerId="ADAL" clId="{191DDA98-5381-4928-84F3-86A653F4F99A}" dt="2025-09-03T13:53:34.150" v="16813" actId="164"/>
          <ac:grpSpMkLst>
            <pc:docMk/>
            <pc:sldMk cId="2230521236" sldId="2147479173"/>
            <ac:grpSpMk id="274" creationId="{78754DD7-3503-A850-1CF1-2E80F8A0EBD9}"/>
          </ac:grpSpMkLst>
        </pc:grpChg>
        <pc:grpChg chg="add mod ord">
          <ac:chgData name="Parth Walia" userId="63003097-9a48-4653-90c0-3372deb9525c" providerId="ADAL" clId="{191DDA98-5381-4928-84F3-86A653F4F99A}" dt="2025-09-03T13:53:41.949" v="16814" actId="164"/>
          <ac:grpSpMkLst>
            <pc:docMk/>
            <pc:sldMk cId="2230521236" sldId="2147479173"/>
            <ac:grpSpMk id="282" creationId="{AA347EF7-62EF-DCB7-94A1-57AFEDED9929}"/>
          </ac:grpSpMkLst>
        </pc:grpChg>
        <pc:grpChg chg="add mod ord">
          <ac:chgData name="Parth Walia" userId="63003097-9a48-4653-90c0-3372deb9525c" providerId="ADAL" clId="{191DDA98-5381-4928-84F3-86A653F4F99A}" dt="2025-09-03T13:53:50.444" v="16816" actId="164"/>
          <ac:grpSpMkLst>
            <pc:docMk/>
            <pc:sldMk cId="2230521236" sldId="2147479173"/>
            <ac:grpSpMk id="290" creationId="{B8219A4B-B15F-6519-3413-C2B31A73C0EF}"/>
          </ac:grpSpMkLst>
        </pc:grpChg>
        <pc:grpChg chg="add mod">
          <ac:chgData name="Parth Walia" userId="63003097-9a48-4653-90c0-3372deb9525c" providerId="ADAL" clId="{191DDA98-5381-4928-84F3-86A653F4F99A}" dt="2025-09-03T14:07:03.803" v="17045" actId="164"/>
          <ac:grpSpMkLst>
            <pc:docMk/>
            <pc:sldMk cId="2230521236" sldId="2147479173"/>
            <ac:grpSpMk id="378" creationId="{2565EB6C-B7CE-63E2-773C-F0EC6A128DCD}"/>
          </ac:grpSpMkLst>
        </pc:grpChg>
        <pc:grpChg chg="add mod">
          <ac:chgData name="Parth Walia" userId="63003097-9a48-4653-90c0-3372deb9525c" providerId="ADAL" clId="{191DDA98-5381-4928-84F3-86A653F4F99A}" dt="2025-09-03T14:07:03.803" v="17045" actId="164"/>
          <ac:grpSpMkLst>
            <pc:docMk/>
            <pc:sldMk cId="2230521236" sldId="2147479173"/>
            <ac:grpSpMk id="379" creationId="{97A2D411-889B-57B0-F61D-7AD085428464}"/>
          </ac:grpSpMkLst>
        </pc:grpChg>
        <pc:grpChg chg="add mod">
          <ac:chgData name="Parth Walia" userId="63003097-9a48-4653-90c0-3372deb9525c" providerId="ADAL" clId="{191DDA98-5381-4928-84F3-86A653F4F99A}" dt="2025-09-03T14:07:03.803" v="17045" actId="164"/>
          <ac:grpSpMkLst>
            <pc:docMk/>
            <pc:sldMk cId="2230521236" sldId="2147479173"/>
            <ac:grpSpMk id="380" creationId="{688ECD3C-78C3-77C9-5B6C-F2127CACD5A7}"/>
          </ac:grpSpMkLst>
        </pc:grpChg>
        <pc:grpChg chg="add mod">
          <ac:chgData name="Parth Walia" userId="63003097-9a48-4653-90c0-3372deb9525c" providerId="ADAL" clId="{191DDA98-5381-4928-84F3-86A653F4F99A}" dt="2025-09-03T14:07:03.803" v="17045" actId="164"/>
          <ac:grpSpMkLst>
            <pc:docMk/>
            <pc:sldMk cId="2230521236" sldId="2147479173"/>
            <ac:grpSpMk id="381" creationId="{511AD59A-07FC-9727-CE44-5BBEC5F7B047}"/>
          </ac:grpSpMkLst>
        </pc:grpChg>
        <pc:grpChg chg="add mod">
          <ac:chgData name="Parth Walia" userId="63003097-9a48-4653-90c0-3372deb9525c" providerId="ADAL" clId="{191DDA98-5381-4928-84F3-86A653F4F99A}" dt="2025-09-03T14:07:03.803" v="17045" actId="164"/>
          <ac:grpSpMkLst>
            <pc:docMk/>
            <pc:sldMk cId="2230521236" sldId="2147479173"/>
            <ac:grpSpMk id="382" creationId="{1F42ECF6-FA96-834C-5C08-4600531C7E62}"/>
          </ac:grpSpMkLst>
        </pc:grpChg>
        <pc:cxnChg chg="add mod ord">
          <ac:chgData name="Parth Walia" userId="63003097-9a48-4653-90c0-3372deb9525c" providerId="ADAL" clId="{191DDA98-5381-4928-84F3-86A653F4F99A}" dt="2025-09-03T13:53:54.072" v="16817" actId="164"/>
          <ac:cxnSpMkLst>
            <pc:docMk/>
            <pc:sldMk cId="2230521236" sldId="2147479173"/>
            <ac:cxnSpMk id="306" creationId="{5B389603-1598-D2C7-09D9-79869142D5ED}"/>
          </ac:cxnSpMkLst>
        </pc:cxnChg>
        <pc:cxnChg chg="add mod">
          <ac:chgData name="Parth Walia" userId="63003097-9a48-4653-90c0-3372deb9525c" providerId="ADAL" clId="{191DDA98-5381-4928-84F3-86A653F4F99A}" dt="2025-09-03T13:53:54.072" v="16817" actId="164"/>
          <ac:cxnSpMkLst>
            <pc:docMk/>
            <pc:sldMk cId="2230521236" sldId="2147479173"/>
            <ac:cxnSpMk id="308" creationId="{AC15D1BF-56A6-8A36-660C-E653C8DE80D7}"/>
          </ac:cxnSpMkLst>
        </pc:cxnChg>
        <pc:cxnChg chg="add mod">
          <ac:chgData name="Parth Walia" userId="63003097-9a48-4653-90c0-3372deb9525c" providerId="ADAL" clId="{191DDA98-5381-4928-84F3-86A653F4F99A}" dt="2025-09-03T13:53:54.072" v="16817" actId="164"/>
          <ac:cxnSpMkLst>
            <pc:docMk/>
            <pc:sldMk cId="2230521236" sldId="2147479173"/>
            <ac:cxnSpMk id="309" creationId="{C39FB5F0-41FF-A569-F667-FBEB96C75371}"/>
          </ac:cxnSpMkLst>
        </pc:cxnChg>
        <pc:cxnChg chg="add mod">
          <ac:chgData name="Parth Walia" userId="63003097-9a48-4653-90c0-3372deb9525c" providerId="ADAL" clId="{191DDA98-5381-4928-84F3-86A653F4F99A}" dt="2025-09-03T13:53:54.072" v="16817" actId="164"/>
          <ac:cxnSpMkLst>
            <pc:docMk/>
            <pc:sldMk cId="2230521236" sldId="2147479173"/>
            <ac:cxnSpMk id="315" creationId="{36BEBAD1-1BA7-1DC7-4717-C3EB1701DEFA}"/>
          </ac:cxnSpMkLst>
        </pc:cxnChg>
        <pc:cxnChg chg="add mod">
          <ac:chgData name="Parth Walia" userId="63003097-9a48-4653-90c0-3372deb9525c" providerId="ADAL" clId="{191DDA98-5381-4928-84F3-86A653F4F99A}" dt="2025-09-03T13:53:54.072" v="16817" actId="164"/>
          <ac:cxnSpMkLst>
            <pc:docMk/>
            <pc:sldMk cId="2230521236" sldId="2147479173"/>
            <ac:cxnSpMk id="319" creationId="{862BD6E0-78EB-4F3F-1A2B-C1E65F31A608}"/>
          </ac:cxnSpMkLst>
        </pc:cxnChg>
        <pc:cxnChg chg="add mod">
          <ac:chgData name="Parth Walia" userId="63003097-9a48-4653-90c0-3372deb9525c" providerId="ADAL" clId="{191DDA98-5381-4928-84F3-86A653F4F99A}" dt="2025-09-03T13:53:50.444" v="16816" actId="164"/>
          <ac:cxnSpMkLst>
            <pc:docMk/>
            <pc:sldMk cId="2230521236" sldId="2147479173"/>
            <ac:cxnSpMk id="322" creationId="{1FA752A8-9BF4-DF4D-FF3C-1F9C871A30AA}"/>
          </ac:cxnSpMkLst>
        </pc:cxnChg>
        <pc:cxnChg chg="add mod">
          <ac:chgData name="Parth Walia" userId="63003097-9a48-4653-90c0-3372deb9525c" providerId="ADAL" clId="{191DDA98-5381-4928-84F3-86A653F4F99A}" dt="2025-09-03T13:53:50.444" v="16816" actId="164"/>
          <ac:cxnSpMkLst>
            <pc:docMk/>
            <pc:sldMk cId="2230521236" sldId="2147479173"/>
            <ac:cxnSpMk id="325" creationId="{AEE1A6F8-4A79-FEAE-BFE0-BE66852D9C96}"/>
          </ac:cxnSpMkLst>
        </pc:cxnChg>
        <pc:cxnChg chg="add mod">
          <ac:chgData name="Parth Walia" userId="63003097-9a48-4653-90c0-3372deb9525c" providerId="ADAL" clId="{191DDA98-5381-4928-84F3-86A653F4F99A}" dt="2025-09-03T13:53:45.933" v="16815" actId="164"/>
          <ac:cxnSpMkLst>
            <pc:docMk/>
            <pc:sldMk cId="2230521236" sldId="2147479173"/>
            <ac:cxnSpMk id="328" creationId="{E1809AF8-883F-56E4-CDAB-218DCDD56C8D}"/>
          </ac:cxnSpMkLst>
        </pc:cxnChg>
        <pc:cxnChg chg="add mod">
          <ac:chgData name="Parth Walia" userId="63003097-9a48-4653-90c0-3372deb9525c" providerId="ADAL" clId="{191DDA98-5381-4928-84F3-86A653F4F99A}" dt="2025-09-03T13:53:45.933" v="16815" actId="164"/>
          <ac:cxnSpMkLst>
            <pc:docMk/>
            <pc:sldMk cId="2230521236" sldId="2147479173"/>
            <ac:cxnSpMk id="331" creationId="{38CCDE0B-B087-65C7-A11F-1ED6FEC02749}"/>
          </ac:cxnSpMkLst>
        </pc:cxnChg>
        <pc:cxnChg chg="add mod">
          <ac:chgData name="Parth Walia" userId="63003097-9a48-4653-90c0-3372deb9525c" providerId="ADAL" clId="{191DDA98-5381-4928-84F3-86A653F4F99A}" dt="2025-09-03T13:53:41.949" v="16814" actId="164"/>
          <ac:cxnSpMkLst>
            <pc:docMk/>
            <pc:sldMk cId="2230521236" sldId="2147479173"/>
            <ac:cxnSpMk id="334" creationId="{6035E8AB-F598-2612-A20E-F41C065B7242}"/>
          </ac:cxnSpMkLst>
        </pc:cxnChg>
        <pc:cxnChg chg="add mod">
          <ac:chgData name="Parth Walia" userId="63003097-9a48-4653-90c0-3372deb9525c" providerId="ADAL" clId="{191DDA98-5381-4928-84F3-86A653F4F99A}" dt="2025-09-03T13:53:41.949" v="16814" actId="164"/>
          <ac:cxnSpMkLst>
            <pc:docMk/>
            <pc:sldMk cId="2230521236" sldId="2147479173"/>
            <ac:cxnSpMk id="337" creationId="{1D08E31A-249A-C754-F96B-40001163E411}"/>
          </ac:cxnSpMkLst>
        </pc:cxnChg>
        <pc:cxnChg chg="add mod">
          <ac:chgData name="Parth Walia" userId="63003097-9a48-4653-90c0-3372deb9525c" providerId="ADAL" clId="{191DDA98-5381-4928-84F3-86A653F4F99A}" dt="2025-09-03T13:53:34.150" v="16813" actId="164"/>
          <ac:cxnSpMkLst>
            <pc:docMk/>
            <pc:sldMk cId="2230521236" sldId="2147479173"/>
            <ac:cxnSpMk id="340" creationId="{D65A61D9-4A5E-E923-7B84-437EF4F7EE9B}"/>
          </ac:cxnSpMkLst>
        </pc:cxnChg>
        <pc:cxnChg chg="add mod">
          <ac:chgData name="Parth Walia" userId="63003097-9a48-4653-90c0-3372deb9525c" providerId="ADAL" clId="{191DDA98-5381-4928-84F3-86A653F4F99A}" dt="2025-09-03T13:53:34.150" v="16813" actId="164"/>
          <ac:cxnSpMkLst>
            <pc:docMk/>
            <pc:sldMk cId="2230521236" sldId="2147479173"/>
            <ac:cxnSpMk id="343" creationId="{C8A0E38D-4486-065E-8AF2-383BD3E96C4E}"/>
          </ac:cxnSpMkLst>
        </pc:cxnChg>
        <pc:cxnChg chg="add mod">
          <ac:chgData name="Parth Walia" userId="63003097-9a48-4653-90c0-3372deb9525c" providerId="ADAL" clId="{191DDA98-5381-4928-84F3-86A653F4F99A}" dt="2025-09-03T13:53:50.444" v="16816" actId="164"/>
          <ac:cxnSpMkLst>
            <pc:docMk/>
            <pc:sldMk cId="2230521236" sldId="2147479173"/>
            <ac:cxnSpMk id="346" creationId="{BABF99AC-E0CA-B583-E675-9C22B98DC45F}"/>
          </ac:cxnSpMkLst>
        </pc:cxnChg>
        <pc:cxnChg chg="add mod">
          <ac:chgData name="Parth Walia" userId="63003097-9a48-4653-90c0-3372deb9525c" providerId="ADAL" clId="{191DDA98-5381-4928-84F3-86A653F4F99A}" dt="2025-09-03T13:53:50.444" v="16816" actId="164"/>
          <ac:cxnSpMkLst>
            <pc:docMk/>
            <pc:sldMk cId="2230521236" sldId="2147479173"/>
            <ac:cxnSpMk id="349" creationId="{DA1B236C-EB10-5152-3430-1B7D4F3C190E}"/>
          </ac:cxnSpMkLst>
        </pc:cxnChg>
        <pc:cxnChg chg="add mod">
          <ac:chgData name="Parth Walia" userId="63003097-9a48-4653-90c0-3372deb9525c" providerId="ADAL" clId="{191DDA98-5381-4928-84F3-86A653F4F99A}" dt="2025-09-03T13:53:45.933" v="16815" actId="164"/>
          <ac:cxnSpMkLst>
            <pc:docMk/>
            <pc:sldMk cId="2230521236" sldId="2147479173"/>
            <ac:cxnSpMk id="352" creationId="{77FAC8E0-A591-8A1E-30A1-24A390B46EEC}"/>
          </ac:cxnSpMkLst>
        </pc:cxnChg>
        <pc:cxnChg chg="add mod">
          <ac:chgData name="Parth Walia" userId="63003097-9a48-4653-90c0-3372deb9525c" providerId="ADAL" clId="{191DDA98-5381-4928-84F3-86A653F4F99A}" dt="2025-09-03T13:53:45.933" v="16815" actId="164"/>
          <ac:cxnSpMkLst>
            <pc:docMk/>
            <pc:sldMk cId="2230521236" sldId="2147479173"/>
            <ac:cxnSpMk id="355" creationId="{6B5334C3-4E12-72DF-EA8D-958ED3B36F85}"/>
          </ac:cxnSpMkLst>
        </pc:cxnChg>
        <pc:cxnChg chg="add mod">
          <ac:chgData name="Parth Walia" userId="63003097-9a48-4653-90c0-3372deb9525c" providerId="ADAL" clId="{191DDA98-5381-4928-84F3-86A653F4F99A}" dt="2025-09-03T13:53:41.949" v="16814" actId="164"/>
          <ac:cxnSpMkLst>
            <pc:docMk/>
            <pc:sldMk cId="2230521236" sldId="2147479173"/>
            <ac:cxnSpMk id="358" creationId="{1EC80C5E-AC56-328A-EBD1-9A8CAD150A93}"/>
          </ac:cxnSpMkLst>
        </pc:cxnChg>
        <pc:cxnChg chg="add mod">
          <ac:chgData name="Parth Walia" userId="63003097-9a48-4653-90c0-3372deb9525c" providerId="ADAL" clId="{191DDA98-5381-4928-84F3-86A653F4F99A}" dt="2025-09-03T13:53:34.150" v="16813" actId="164"/>
          <ac:cxnSpMkLst>
            <pc:docMk/>
            <pc:sldMk cId="2230521236" sldId="2147479173"/>
            <ac:cxnSpMk id="364" creationId="{486ABA5A-80EF-AEE7-9CDB-264BEECFE8A7}"/>
          </ac:cxnSpMkLst>
        </pc:cxnChg>
        <pc:cxnChg chg="add mod">
          <ac:chgData name="Parth Walia" userId="63003097-9a48-4653-90c0-3372deb9525c" providerId="ADAL" clId="{191DDA98-5381-4928-84F3-86A653F4F99A}" dt="2025-09-03T13:53:34.150" v="16813" actId="164"/>
          <ac:cxnSpMkLst>
            <pc:docMk/>
            <pc:sldMk cId="2230521236" sldId="2147479173"/>
            <ac:cxnSpMk id="367" creationId="{6FC0F863-9E78-6A3F-98F3-7253F2A133A0}"/>
          </ac:cxnSpMkLst>
        </pc:cxnChg>
        <pc:cxnChg chg="add mod">
          <ac:chgData name="Parth Walia" userId="63003097-9a48-4653-90c0-3372deb9525c" providerId="ADAL" clId="{191DDA98-5381-4928-84F3-86A653F4F99A}" dt="2025-09-03T13:53:34.150" v="16813" actId="164"/>
          <ac:cxnSpMkLst>
            <pc:docMk/>
            <pc:sldMk cId="2230521236" sldId="2147479173"/>
            <ac:cxnSpMk id="370" creationId="{728B597F-06F2-9042-760F-8442866F287C}"/>
          </ac:cxnSpMkLst>
        </pc:cxnChg>
        <pc:cxnChg chg="add mod">
          <ac:chgData name="Parth Walia" userId="63003097-9a48-4653-90c0-3372deb9525c" providerId="ADAL" clId="{191DDA98-5381-4928-84F3-86A653F4F99A}" dt="2025-09-03T13:53:41.949" v="16814" actId="164"/>
          <ac:cxnSpMkLst>
            <pc:docMk/>
            <pc:sldMk cId="2230521236" sldId="2147479173"/>
            <ac:cxnSpMk id="373" creationId="{279E8873-99D4-5E08-CD84-69FC3B63FAF2}"/>
          </ac:cxnSpMkLst>
        </pc:cxnChg>
      </pc:sldChg>
      <pc:sldChg chg="delSp add del mod">
        <pc:chgData name="Parth Walia" userId="63003097-9a48-4653-90c0-3372deb9525c" providerId="ADAL" clId="{191DDA98-5381-4928-84F3-86A653F4F99A}" dt="2025-09-03T12:34:41.217" v="15378" actId="47"/>
        <pc:sldMkLst>
          <pc:docMk/>
          <pc:sldMk cId="469047572" sldId="2147479174"/>
        </pc:sldMkLst>
      </pc:sldChg>
      <pc:sldChg chg="addSp delSp modSp add mod">
        <pc:chgData name="Parth Walia" userId="63003097-9a48-4653-90c0-3372deb9525c" providerId="ADAL" clId="{191DDA98-5381-4928-84F3-86A653F4F99A}" dt="2025-09-03T13:10:55.210" v="15773" actId="948"/>
        <pc:sldMkLst>
          <pc:docMk/>
          <pc:sldMk cId="4062119482" sldId="2147479174"/>
        </pc:sldMkLst>
        <pc:spChg chg="mod">
          <ac:chgData name="Parth Walia" userId="63003097-9a48-4653-90c0-3372deb9525c" providerId="ADAL" clId="{191DDA98-5381-4928-84F3-86A653F4F99A}" dt="2025-09-03T13:10:55.210" v="15773" actId="948"/>
          <ac:spMkLst>
            <pc:docMk/>
            <pc:sldMk cId="4062119482" sldId="2147479174"/>
            <ac:spMk id="8" creationId="{B60D380A-9FA9-D801-0371-DD729F0D9CA1}"/>
          </ac:spMkLst>
        </pc:spChg>
        <pc:graphicFrameChg chg="add mod modGraphic">
          <ac:chgData name="Parth Walia" userId="63003097-9a48-4653-90c0-3372deb9525c" providerId="ADAL" clId="{191DDA98-5381-4928-84F3-86A653F4F99A}" dt="2025-09-03T12:59:04.227" v="15638"/>
          <ac:graphicFrameMkLst>
            <pc:docMk/>
            <pc:sldMk cId="4062119482" sldId="2147479174"/>
            <ac:graphicFrameMk id="34" creationId="{361D8DA2-4E1B-F0CE-A749-D1B2547089C6}"/>
          </ac:graphicFrameMkLst>
        </pc:graphicFrameChg>
      </pc:sldChg>
      <pc:sldChg chg="addSp delSp modSp add mod">
        <pc:chgData name="Parth Walia" userId="63003097-9a48-4653-90c0-3372deb9525c" providerId="ADAL" clId="{191DDA98-5381-4928-84F3-86A653F4F99A}" dt="2025-09-03T13:10:59.508" v="15774" actId="948"/>
        <pc:sldMkLst>
          <pc:docMk/>
          <pc:sldMk cId="1889297940" sldId="2147479175"/>
        </pc:sldMkLst>
        <pc:spChg chg="mod">
          <ac:chgData name="Parth Walia" userId="63003097-9a48-4653-90c0-3372deb9525c" providerId="ADAL" clId="{191DDA98-5381-4928-84F3-86A653F4F99A}" dt="2025-09-03T13:10:59.508" v="15774" actId="948"/>
          <ac:spMkLst>
            <pc:docMk/>
            <pc:sldMk cId="1889297940" sldId="2147479175"/>
            <ac:spMk id="8" creationId="{F0149789-6904-B449-5105-BA47619F130E}"/>
          </ac:spMkLst>
        </pc:spChg>
        <pc:graphicFrameChg chg="add mod modGraphic">
          <ac:chgData name="Parth Walia" userId="63003097-9a48-4653-90c0-3372deb9525c" providerId="ADAL" clId="{191DDA98-5381-4928-84F3-86A653F4F99A}" dt="2025-09-03T12:59:09.518" v="15639"/>
          <ac:graphicFrameMkLst>
            <pc:docMk/>
            <pc:sldMk cId="1889297940" sldId="2147479175"/>
            <ac:graphicFrameMk id="2" creationId="{CE909F8F-CE78-38BA-0BC3-12BB144546CC}"/>
          </ac:graphicFrameMkLst>
        </pc:graphicFrameChg>
      </pc:sldChg>
      <pc:sldChg chg="add del">
        <pc:chgData name="Parth Walia" userId="63003097-9a48-4653-90c0-3372deb9525c" providerId="ADAL" clId="{191DDA98-5381-4928-84F3-86A653F4F99A}" dt="2025-09-03T12:47:17.364" v="15510" actId="2890"/>
        <pc:sldMkLst>
          <pc:docMk/>
          <pc:sldMk cId="3081796650" sldId="2147479175"/>
        </pc:sldMkLst>
      </pc:sldChg>
      <pc:sldChg chg="add del">
        <pc:chgData name="Parth Walia" userId="63003097-9a48-4653-90c0-3372deb9525c" providerId="ADAL" clId="{191DDA98-5381-4928-84F3-86A653F4F99A}" dt="2025-09-03T12:50:23.987" v="15535"/>
        <pc:sldMkLst>
          <pc:docMk/>
          <pc:sldMk cId="2334496731" sldId="2147479176"/>
        </pc:sldMkLst>
      </pc:sldChg>
      <pc:sldChg chg="addSp delSp modSp add mod">
        <pc:chgData name="Parth Walia" userId="63003097-9a48-4653-90c0-3372deb9525c" providerId="ADAL" clId="{191DDA98-5381-4928-84F3-86A653F4F99A}" dt="2025-09-03T13:11:04.486" v="15775" actId="948"/>
        <pc:sldMkLst>
          <pc:docMk/>
          <pc:sldMk cId="3246594256" sldId="2147479176"/>
        </pc:sldMkLst>
        <pc:spChg chg="mod">
          <ac:chgData name="Parth Walia" userId="63003097-9a48-4653-90c0-3372deb9525c" providerId="ADAL" clId="{191DDA98-5381-4928-84F3-86A653F4F99A}" dt="2025-09-03T13:11:04.486" v="15775" actId="948"/>
          <ac:spMkLst>
            <pc:docMk/>
            <pc:sldMk cId="3246594256" sldId="2147479176"/>
            <ac:spMk id="8" creationId="{523B23C2-E34C-15F4-5336-80AA15047F55}"/>
          </ac:spMkLst>
        </pc:spChg>
        <pc:graphicFrameChg chg="add mod modGraphic">
          <ac:chgData name="Parth Walia" userId="63003097-9a48-4653-90c0-3372deb9525c" providerId="ADAL" clId="{191DDA98-5381-4928-84F3-86A653F4F99A}" dt="2025-09-03T12:58:56.243" v="15637" actId="572"/>
          <ac:graphicFrameMkLst>
            <pc:docMk/>
            <pc:sldMk cId="3246594256" sldId="2147479176"/>
            <ac:graphicFrameMk id="34" creationId="{929578F1-5B38-4512-E51C-F9E1C34E4CA3}"/>
          </ac:graphicFrameMkLst>
        </pc:graphicFrameChg>
      </pc:sldChg>
      <pc:sldChg chg="add del">
        <pc:chgData name="Parth Walia" userId="63003097-9a48-4653-90c0-3372deb9525c" providerId="ADAL" clId="{191DDA98-5381-4928-84F3-86A653F4F99A}" dt="2025-09-03T12:50:22.088" v="15533"/>
        <pc:sldMkLst>
          <pc:docMk/>
          <pc:sldMk cId="3918599600" sldId="2147479176"/>
        </pc:sldMkLst>
      </pc:sldChg>
      <pc:sldChg chg="delSp modSp add mod ord">
        <pc:chgData name="Parth Walia" userId="63003097-9a48-4653-90c0-3372deb9525c" providerId="ADAL" clId="{191DDA98-5381-4928-84F3-86A653F4F99A}" dt="2025-09-03T13:40:24.275" v="16512" actId="20577"/>
        <pc:sldMkLst>
          <pc:docMk/>
          <pc:sldMk cId="1638835188" sldId="2147479177"/>
        </pc:sldMkLst>
        <pc:spChg chg="mod">
          <ac:chgData name="Parth Walia" userId="63003097-9a48-4653-90c0-3372deb9525c" providerId="ADAL" clId="{191DDA98-5381-4928-84F3-86A653F4F99A}" dt="2025-09-03T13:40:24.275" v="16512" actId="20577"/>
          <ac:spMkLst>
            <pc:docMk/>
            <pc:sldMk cId="1638835188" sldId="2147479177"/>
            <ac:spMk id="8" creationId="{3F6579AC-93ED-D475-9487-B6A4418409D0}"/>
          </ac:spMkLst>
        </pc:spChg>
      </pc:sldChg>
      <pc:sldChg chg="add del">
        <pc:chgData name="Parth Walia" userId="63003097-9a48-4653-90c0-3372deb9525c" providerId="ADAL" clId="{191DDA98-5381-4928-84F3-86A653F4F99A}" dt="2025-09-03T12:54:45.926" v="15586"/>
        <pc:sldMkLst>
          <pc:docMk/>
          <pc:sldMk cId="3118999611" sldId="2147479177"/>
        </pc:sldMkLst>
      </pc:sldChg>
      <pc:sldChg chg="modSp add del mod">
        <pc:chgData name="Parth Walia" userId="63003097-9a48-4653-90c0-3372deb9525c" providerId="ADAL" clId="{191DDA98-5381-4928-84F3-86A653F4F99A}" dt="2025-09-04T10:38:30.963" v="18271" actId="47"/>
        <pc:sldMkLst>
          <pc:docMk/>
          <pc:sldMk cId="205225972" sldId="2147479178"/>
        </pc:sldMkLst>
      </pc:sldChg>
      <pc:sldChg chg="delSp modSp add del mod ord">
        <pc:chgData name="Parth Walia" userId="63003097-9a48-4653-90c0-3372deb9525c" providerId="ADAL" clId="{191DDA98-5381-4928-84F3-86A653F4F99A}" dt="2025-09-03T13:36:15.780" v="16315" actId="47"/>
        <pc:sldMkLst>
          <pc:docMk/>
          <pc:sldMk cId="2162381015" sldId="2147479179"/>
        </pc:sldMkLst>
      </pc:sldChg>
      <pc:sldChg chg="modSp add del mod">
        <pc:chgData name="Parth Walia" userId="63003097-9a48-4653-90c0-3372deb9525c" providerId="ADAL" clId="{191DDA98-5381-4928-84F3-86A653F4F99A}" dt="2025-09-03T16:40:51.537" v="18254" actId="47"/>
        <pc:sldMkLst>
          <pc:docMk/>
          <pc:sldMk cId="2104435789" sldId="2147479180"/>
        </pc:sldMkLst>
      </pc:sldChg>
      <pc:sldChg chg="delSp modSp add del mod ord">
        <pc:chgData name="Parth Walia" userId="63003097-9a48-4653-90c0-3372deb9525c" providerId="ADAL" clId="{191DDA98-5381-4928-84F3-86A653F4F99A}" dt="2025-09-03T13:53:56.551" v="16818" actId="47"/>
        <pc:sldMkLst>
          <pc:docMk/>
          <pc:sldMk cId="3631763111" sldId="2147479181"/>
        </pc:sldMkLst>
      </pc:sldChg>
      <pc:sldChg chg="addSp delSp modSp add mod ord">
        <pc:chgData name="Parth Walia" userId="63003097-9a48-4653-90c0-3372deb9525c" providerId="ADAL" clId="{191DDA98-5381-4928-84F3-86A653F4F99A}" dt="2025-09-03T14:25:56.735" v="17385" actId="164"/>
        <pc:sldMkLst>
          <pc:docMk/>
          <pc:sldMk cId="847240635" sldId="2147479182"/>
        </pc:sldMkLst>
        <pc:spChg chg="add del">
          <ac:chgData name="Parth Walia" userId="63003097-9a48-4653-90c0-3372deb9525c" providerId="ADAL" clId="{191DDA98-5381-4928-84F3-86A653F4F99A}" dt="2025-09-03T13:55:40.886" v="16841" actId="478"/>
          <ac:spMkLst>
            <pc:docMk/>
            <pc:sldMk cId="847240635" sldId="2147479182"/>
            <ac:spMk id="5" creationId="{514EFB82-21B8-DA6A-D798-B9B5791AE47E}"/>
          </ac:spMkLst>
        </pc:spChg>
        <pc:spChg chg="mod">
          <ac:chgData name="Parth Walia" userId="63003097-9a48-4653-90c0-3372deb9525c" providerId="ADAL" clId="{191DDA98-5381-4928-84F3-86A653F4F99A}" dt="2025-09-03T13:36:07.444" v="16313" actId="14100"/>
          <ac:spMkLst>
            <pc:docMk/>
            <pc:sldMk cId="847240635" sldId="2147479182"/>
            <ac:spMk id="7" creationId="{030E5A90-9674-64BB-4E86-17A90C6B336E}"/>
          </ac:spMkLst>
        </pc:spChg>
        <pc:spChg chg="add mod">
          <ac:chgData name="Parth Walia" userId="63003097-9a48-4653-90c0-3372deb9525c" providerId="ADAL" clId="{191DDA98-5381-4928-84F3-86A653F4F99A}" dt="2025-09-03T13:36:14.050" v="16314"/>
          <ac:spMkLst>
            <pc:docMk/>
            <pc:sldMk cId="847240635" sldId="2147479182"/>
            <ac:spMk id="11" creationId="{D8C2D724-3908-E13D-6F9C-D5056412DBBB}"/>
          </ac:spMkLst>
        </pc:spChg>
        <pc:spChg chg="add mod topLvl">
          <ac:chgData name="Parth Walia" userId="63003097-9a48-4653-90c0-3372deb9525c" providerId="ADAL" clId="{191DDA98-5381-4928-84F3-86A653F4F99A}" dt="2025-09-03T14:09:10.809" v="17089" actId="165"/>
          <ac:spMkLst>
            <pc:docMk/>
            <pc:sldMk cId="847240635" sldId="2147479182"/>
            <ac:spMk id="16" creationId="{65D6B975-19E1-9895-FF99-9BC14D631DD6}"/>
          </ac:spMkLst>
        </pc:spChg>
        <pc:spChg chg="add mod topLvl">
          <ac:chgData name="Parth Walia" userId="63003097-9a48-4653-90c0-3372deb9525c" providerId="ADAL" clId="{191DDA98-5381-4928-84F3-86A653F4F99A}" dt="2025-09-03T14:09:10.809" v="17089" actId="165"/>
          <ac:spMkLst>
            <pc:docMk/>
            <pc:sldMk cId="847240635" sldId="2147479182"/>
            <ac:spMk id="17" creationId="{FAFC77D9-6690-2F7A-C4D4-1CBFA23A4FCA}"/>
          </ac:spMkLst>
        </pc:spChg>
        <pc:spChg chg="add mod topLvl">
          <ac:chgData name="Parth Walia" userId="63003097-9a48-4653-90c0-3372deb9525c" providerId="ADAL" clId="{191DDA98-5381-4928-84F3-86A653F4F99A}" dt="2025-09-03T14:09:10.809" v="17089" actId="165"/>
          <ac:spMkLst>
            <pc:docMk/>
            <pc:sldMk cId="847240635" sldId="2147479182"/>
            <ac:spMk id="29" creationId="{F3C2A0A3-A1C7-E7D5-6B6C-4DE7355669D0}"/>
          </ac:spMkLst>
        </pc:spChg>
        <pc:spChg chg="add mod topLvl">
          <ac:chgData name="Parth Walia" userId="63003097-9a48-4653-90c0-3372deb9525c" providerId="ADAL" clId="{191DDA98-5381-4928-84F3-86A653F4F99A}" dt="2025-09-03T14:25:46.271" v="17381" actId="165"/>
          <ac:spMkLst>
            <pc:docMk/>
            <pc:sldMk cId="847240635" sldId="2147479182"/>
            <ac:spMk id="31" creationId="{7F874D99-C8D2-502A-D10D-E87C2FBEDCF8}"/>
          </ac:spMkLst>
        </pc:spChg>
        <pc:spChg chg="add mod topLvl">
          <ac:chgData name="Parth Walia" userId="63003097-9a48-4653-90c0-3372deb9525c" providerId="ADAL" clId="{191DDA98-5381-4928-84F3-86A653F4F99A}" dt="2025-09-03T14:25:46.271" v="17381" actId="165"/>
          <ac:spMkLst>
            <pc:docMk/>
            <pc:sldMk cId="847240635" sldId="2147479182"/>
            <ac:spMk id="32" creationId="{918E4AC6-3A33-91C1-69B6-E88BC322D315}"/>
          </ac:spMkLst>
        </pc:spChg>
        <pc:spChg chg="add mod topLvl">
          <ac:chgData name="Parth Walia" userId="63003097-9a48-4653-90c0-3372deb9525c" providerId="ADAL" clId="{191DDA98-5381-4928-84F3-86A653F4F99A}" dt="2025-09-03T14:25:46.271" v="17381" actId="165"/>
          <ac:spMkLst>
            <pc:docMk/>
            <pc:sldMk cId="847240635" sldId="2147479182"/>
            <ac:spMk id="35" creationId="{B73B73C8-A669-1ED8-7D75-C7F99493B9E5}"/>
          </ac:spMkLst>
        </pc:spChg>
        <pc:spChg chg="add mod topLvl">
          <ac:chgData name="Parth Walia" userId="63003097-9a48-4653-90c0-3372deb9525c" providerId="ADAL" clId="{191DDA98-5381-4928-84F3-86A653F4F99A}" dt="2025-09-03T14:25:46.271" v="17381" actId="165"/>
          <ac:spMkLst>
            <pc:docMk/>
            <pc:sldMk cId="847240635" sldId="2147479182"/>
            <ac:spMk id="37" creationId="{B0EEB7CE-6A70-464E-CB1E-8A38841222CB}"/>
          </ac:spMkLst>
        </pc:spChg>
        <pc:spChg chg="add mod topLvl">
          <ac:chgData name="Parth Walia" userId="63003097-9a48-4653-90c0-3372deb9525c" providerId="ADAL" clId="{191DDA98-5381-4928-84F3-86A653F4F99A}" dt="2025-09-03T14:25:46.271" v="17381" actId="165"/>
          <ac:spMkLst>
            <pc:docMk/>
            <pc:sldMk cId="847240635" sldId="2147479182"/>
            <ac:spMk id="45" creationId="{2B5B707A-CCA7-3A9A-8008-9F5C35943A48}"/>
          </ac:spMkLst>
        </pc:spChg>
        <pc:spChg chg="add mod">
          <ac:chgData name="Parth Walia" userId="63003097-9a48-4653-90c0-3372deb9525c" providerId="ADAL" clId="{191DDA98-5381-4928-84F3-86A653F4F99A}" dt="2025-09-03T14:10:45.176" v="17110" actId="1076"/>
          <ac:spMkLst>
            <pc:docMk/>
            <pc:sldMk cId="847240635" sldId="2147479182"/>
            <ac:spMk id="46" creationId="{D5BACBF6-EB68-2518-BF10-141484BBDEB1}"/>
          </ac:spMkLst>
        </pc:spChg>
        <pc:spChg chg="add mod">
          <ac:chgData name="Parth Walia" userId="63003097-9a48-4653-90c0-3372deb9525c" providerId="ADAL" clId="{191DDA98-5381-4928-84F3-86A653F4F99A}" dt="2025-09-03T14:10:59.004" v="17112" actId="1076"/>
          <ac:spMkLst>
            <pc:docMk/>
            <pc:sldMk cId="847240635" sldId="2147479182"/>
            <ac:spMk id="47" creationId="{50DBF295-C158-265B-23E1-0C6DA75B8ED3}"/>
          </ac:spMkLst>
        </pc:spChg>
        <pc:spChg chg="add mod">
          <ac:chgData name="Parth Walia" userId="63003097-9a48-4653-90c0-3372deb9525c" providerId="ADAL" clId="{191DDA98-5381-4928-84F3-86A653F4F99A}" dt="2025-09-03T14:11:09.863" v="17114" actId="1076"/>
          <ac:spMkLst>
            <pc:docMk/>
            <pc:sldMk cId="847240635" sldId="2147479182"/>
            <ac:spMk id="48" creationId="{F34515DE-9578-678E-D057-E4D80342B322}"/>
          </ac:spMkLst>
        </pc:spChg>
        <pc:spChg chg="add mod topLvl">
          <ac:chgData name="Parth Walia" userId="63003097-9a48-4653-90c0-3372deb9525c" providerId="ADAL" clId="{191DDA98-5381-4928-84F3-86A653F4F99A}" dt="2025-09-03T14:25:51.870" v="17382" actId="164"/>
          <ac:spMkLst>
            <pc:docMk/>
            <pc:sldMk cId="847240635" sldId="2147479182"/>
            <ac:spMk id="57" creationId="{9EEADD96-DCA1-8360-0E46-3F6733BD1D8B}"/>
          </ac:spMkLst>
        </pc:spChg>
        <pc:spChg chg="add mod topLvl">
          <ac:chgData name="Parth Walia" userId="63003097-9a48-4653-90c0-3372deb9525c" providerId="ADAL" clId="{191DDA98-5381-4928-84F3-86A653F4F99A}" dt="2025-09-03T14:25:53.401" v="17383" actId="164"/>
          <ac:spMkLst>
            <pc:docMk/>
            <pc:sldMk cId="847240635" sldId="2147479182"/>
            <ac:spMk id="59" creationId="{E4C3BA21-3B56-C543-D243-A561A184F9E6}"/>
          </ac:spMkLst>
        </pc:spChg>
        <pc:spChg chg="add mod topLvl">
          <ac:chgData name="Parth Walia" userId="63003097-9a48-4653-90c0-3372deb9525c" providerId="ADAL" clId="{191DDA98-5381-4928-84F3-86A653F4F99A}" dt="2025-09-03T14:25:54.883" v="17384" actId="164"/>
          <ac:spMkLst>
            <pc:docMk/>
            <pc:sldMk cId="847240635" sldId="2147479182"/>
            <ac:spMk id="60" creationId="{EFA61A4F-F2FE-1392-605B-07A38FDA24C9}"/>
          </ac:spMkLst>
        </pc:spChg>
        <pc:spChg chg="add mod">
          <ac:chgData name="Parth Walia" userId="63003097-9a48-4653-90c0-3372deb9525c" providerId="ADAL" clId="{191DDA98-5381-4928-84F3-86A653F4F99A}" dt="2025-09-03T14:25:56.735" v="17385" actId="164"/>
          <ac:spMkLst>
            <pc:docMk/>
            <pc:sldMk cId="847240635" sldId="2147479182"/>
            <ac:spMk id="62" creationId="{9E387EA7-8DEC-4648-690F-C37E20851A6B}"/>
          </ac:spMkLst>
        </pc:spChg>
        <pc:spChg chg="add mod topLvl">
          <ac:chgData name="Parth Walia" userId="63003097-9a48-4653-90c0-3372deb9525c" providerId="ADAL" clId="{191DDA98-5381-4928-84F3-86A653F4F99A}" dt="2025-09-03T14:25:56.735" v="17385" actId="164"/>
          <ac:spMkLst>
            <pc:docMk/>
            <pc:sldMk cId="847240635" sldId="2147479182"/>
            <ac:spMk id="73" creationId="{4D1AD1CF-8BD9-836E-CA6D-D8C89D698EA0}"/>
          </ac:spMkLst>
        </pc:spChg>
        <pc:spChg chg="add mod topLvl">
          <ac:chgData name="Parth Walia" userId="63003097-9a48-4653-90c0-3372deb9525c" providerId="ADAL" clId="{191DDA98-5381-4928-84F3-86A653F4F99A}" dt="2025-09-03T14:25:51.870" v="17382" actId="164"/>
          <ac:spMkLst>
            <pc:docMk/>
            <pc:sldMk cId="847240635" sldId="2147479182"/>
            <ac:spMk id="74" creationId="{507A4A7A-5C66-C286-04EE-F9E771B1E872}"/>
          </ac:spMkLst>
        </pc:spChg>
        <pc:spChg chg="add mod">
          <ac:chgData name="Parth Walia" userId="63003097-9a48-4653-90c0-3372deb9525c" providerId="ADAL" clId="{191DDA98-5381-4928-84F3-86A653F4F99A}" dt="2025-09-03T14:25:53.401" v="17383" actId="164"/>
          <ac:spMkLst>
            <pc:docMk/>
            <pc:sldMk cId="847240635" sldId="2147479182"/>
            <ac:spMk id="75" creationId="{8FBCCF65-ED7F-C06B-BEA8-D41089D90634}"/>
          </ac:spMkLst>
        </pc:spChg>
        <pc:spChg chg="add mod">
          <ac:chgData name="Parth Walia" userId="63003097-9a48-4653-90c0-3372deb9525c" providerId="ADAL" clId="{191DDA98-5381-4928-84F3-86A653F4F99A}" dt="2025-09-03T14:25:54.883" v="17384" actId="164"/>
          <ac:spMkLst>
            <pc:docMk/>
            <pc:sldMk cId="847240635" sldId="2147479182"/>
            <ac:spMk id="76" creationId="{28C28CCA-6FC7-5206-37D9-1DB2617F0697}"/>
          </ac:spMkLst>
        </pc:spChg>
        <pc:spChg chg="add mod">
          <ac:chgData name="Parth Walia" userId="63003097-9a48-4653-90c0-3372deb9525c" providerId="ADAL" clId="{191DDA98-5381-4928-84F3-86A653F4F99A}" dt="2025-09-03T14:25:56.735" v="17385" actId="164"/>
          <ac:spMkLst>
            <pc:docMk/>
            <pc:sldMk cId="847240635" sldId="2147479182"/>
            <ac:spMk id="77" creationId="{5D505235-2EEE-95B5-F2CF-5718D1301B3D}"/>
          </ac:spMkLst>
        </pc:spChg>
        <pc:spChg chg="add mod">
          <ac:chgData name="Parth Walia" userId="63003097-9a48-4653-90c0-3372deb9525c" providerId="ADAL" clId="{191DDA98-5381-4928-84F3-86A653F4F99A}" dt="2025-09-03T14:25:56.735" v="17385" actId="164"/>
          <ac:spMkLst>
            <pc:docMk/>
            <pc:sldMk cId="847240635" sldId="2147479182"/>
            <ac:spMk id="78" creationId="{CE57E726-1208-4DFF-2DDF-5B415C286ECA}"/>
          </ac:spMkLst>
        </pc:spChg>
        <pc:spChg chg="add mod">
          <ac:chgData name="Parth Walia" userId="63003097-9a48-4653-90c0-3372deb9525c" providerId="ADAL" clId="{191DDA98-5381-4928-84F3-86A653F4F99A}" dt="2025-09-03T14:25:54.883" v="17384" actId="164"/>
          <ac:spMkLst>
            <pc:docMk/>
            <pc:sldMk cId="847240635" sldId="2147479182"/>
            <ac:spMk id="93" creationId="{E118DC66-B459-BCCA-5197-F74F4FF567EC}"/>
          </ac:spMkLst>
        </pc:spChg>
        <pc:spChg chg="add mod">
          <ac:chgData name="Parth Walia" userId="63003097-9a48-4653-90c0-3372deb9525c" providerId="ADAL" clId="{191DDA98-5381-4928-84F3-86A653F4F99A}" dt="2025-09-03T14:25:53.401" v="17383" actId="164"/>
          <ac:spMkLst>
            <pc:docMk/>
            <pc:sldMk cId="847240635" sldId="2147479182"/>
            <ac:spMk id="96" creationId="{0539BC77-8F53-7A5E-7527-E17F34842EBA}"/>
          </ac:spMkLst>
        </pc:spChg>
        <pc:spChg chg="add mod">
          <ac:chgData name="Parth Walia" userId="63003097-9a48-4653-90c0-3372deb9525c" providerId="ADAL" clId="{191DDA98-5381-4928-84F3-86A653F4F99A}" dt="2025-09-03T14:25:51.870" v="17382" actId="164"/>
          <ac:spMkLst>
            <pc:docMk/>
            <pc:sldMk cId="847240635" sldId="2147479182"/>
            <ac:spMk id="97" creationId="{F46B9986-672C-5710-16A5-9D420C01CA23}"/>
          </ac:spMkLst>
        </pc:spChg>
        <pc:spChg chg="add mod">
          <ac:chgData name="Parth Walia" userId="63003097-9a48-4653-90c0-3372deb9525c" providerId="ADAL" clId="{191DDA98-5381-4928-84F3-86A653F4F99A}" dt="2025-09-03T14:25:53.401" v="17383" actId="164"/>
          <ac:spMkLst>
            <pc:docMk/>
            <pc:sldMk cId="847240635" sldId="2147479182"/>
            <ac:spMk id="113" creationId="{25A62D74-AB15-46D5-C383-F4622E81D33E}"/>
          </ac:spMkLst>
        </pc:spChg>
        <pc:spChg chg="mod">
          <ac:chgData name="Parth Walia" userId="63003097-9a48-4653-90c0-3372deb9525c" providerId="ADAL" clId="{191DDA98-5381-4928-84F3-86A653F4F99A}" dt="2025-09-03T13:37:30.727" v="16341" actId="113"/>
          <ac:spMkLst>
            <pc:docMk/>
            <pc:sldMk cId="847240635" sldId="2147479182"/>
            <ac:spMk id="115" creationId="{4133DC58-9C20-F3F5-F29A-1E97E1109FF9}"/>
          </ac:spMkLst>
        </pc:spChg>
        <pc:spChg chg="mod">
          <ac:chgData name="Parth Walia" userId="63003097-9a48-4653-90c0-3372deb9525c" providerId="ADAL" clId="{191DDA98-5381-4928-84F3-86A653F4F99A}" dt="2025-09-03T14:06:39.387" v="17038" actId="14100"/>
          <ac:spMkLst>
            <pc:docMk/>
            <pc:sldMk cId="847240635" sldId="2147479182"/>
            <ac:spMk id="117" creationId="{C8ED6FCE-F05C-9C91-A354-126D5C0C76DA}"/>
          </ac:spMkLst>
        </pc:spChg>
        <pc:grpChg chg="add mod">
          <ac:chgData name="Parth Walia" userId="63003097-9a48-4653-90c0-3372deb9525c" providerId="ADAL" clId="{191DDA98-5381-4928-84F3-86A653F4F99A}" dt="2025-09-03T14:25:51.870" v="17382" actId="164"/>
          <ac:grpSpMkLst>
            <pc:docMk/>
            <pc:sldMk cId="847240635" sldId="2147479182"/>
            <ac:grpSpMk id="118" creationId="{3F9371DD-C44C-49AF-69C6-56500183EA79}"/>
          </ac:grpSpMkLst>
        </pc:grpChg>
        <pc:grpChg chg="add mod">
          <ac:chgData name="Parth Walia" userId="63003097-9a48-4653-90c0-3372deb9525c" providerId="ADAL" clId="{191DDA98-5381-4928-84F3-86A653F4F99A}" dt="2025-09-03T14:25:53.401" v="17383" actId="164"/>
          <ac:grpSpMkLst>
            <pc:docMk/>
            <pc:sldMk cId="847240635" sldId="2147479182"/>
            <ac:grpSpMk id="119" creationId="{E70AE6FE-9FD8-1EA5-2E15-AACC6DFF77C1}"/>
          </ac:grpSpMkLst>
        </pc:grpChg>
        <pc:grpChg chg="add mod">
          <ac:chgData name="Parth Walia" userId="63003097-9a48-4653-90c0-3372deb9525c" providerId="ADAL" clId="{191DDA98-5381-4928-84F3-86A653F4F99A}" dt="2025-09-03T14:25:54.883" v="17384" actId="164"/>
          <ac:grpSpMkLst>
            <pc:docMk/>
            <pc:sldMk cId="847240635" sldId="2147479182"/>
            <ac:grpSpMk id="121" creationId="{20D6D31E-C96A-B557-5FD6-F2F03BBF9C1B}"/>
          </ac:grpSpMkLst>
        </pc:grpChg>
        <pc:grpChg chg="add mod">
          <ac:chgData name="Parth Walia" userId="63003097-9a48-4653-90c0-3372deb9525c" providerId="ADAL" clId="{191DDA98-5381-4928-84F3-86A653F4F99A}" dt="2025-09-03T14:25:56.735" v="17385" actId="164"/>
          <ac:grpSpMkLst>
            <pc:docMk/>
            <pc:sldMk cId="847240635" sldId="2147479182"/>
            <ac:grpSpMk id="122" creationId="{A3ADB3B8-B936-6AB8-C075-7FC0A3D0DB73}"/>
          </ac:grpSpMkLst>
        </pc:grpChg>
        <pc:cxnChg chg="add mod ord">
          <ac:chgData name="Parth Walia" userId="63003097-9a48-4653-90c0-3372deb9525c" providerId="ADAL" clId="{191DDA98-5381-4928-84F3-86A653F4F99A}" dt="2025-09-03T14:25:56.735" v="17385" actId="164"/>
          <ac:cxnSpMkLst>
            <pc:docMk/>
            <pc:sldMk cId="847240635" sldId="2147479182"/>
            <ac:cxnSpMk id="91" creationId="{DB68706E-FEEE-4FE1-F21C-4DA9B67A0338}"/>
          </ac:cxnSpMkLst>
        </pc:cxnChg>
        <pc:cxnChg chg="add mod">
          <ac:chgData name="Parth Walia" userId="63003097-9a48-4653-90c0-3372deb9525c" providerId="ADAL" clId="{191DDA98-5381-4928-84F3-86A653F4F99A}" dt="2025-09-03T14:25:54.883" v="17384" actId="164"/>
          <ac:cxnSpMkLst>
            <pc:docMk/>
            <pc:sldMk cId="847240635" sldId="2147479182"/>
            <ac:cxnSpMk id="102" creationId="{15A7F47D-5116-0F8C-292F-15F058D0C735}"/>
          </ac:cxnSpMkLst>
        </pc:cxnChg>
        <pc:cxnChg chg="add mod">
          <ac:chgData name="Parth Walia" userId="63003097-9a48-4653-90c0-3372deb9525c" providerId="ADAL" clId="{191DDA98-5381-4928-84F3-86A653F4F99A}" dt="2025-09-03T14:25:53.401" v="17383" actId="164"/>
          <ac:cxnSpMkLst>
            <pc:docMk/>
            <pc:sldMk cId="847240635" sldId="2147479182"/>
            <ac:cxnSpMk id="103" creationId="{09F973C3-B265-7180-EF95-E755CB98A7CA}"/>
          </ac:cxnSpMkLst>
        </pc:cxnChg>
        <pc:cxnChg chg="add mod">
          <ac:chgData name="Parth Walia" userId="63003097-9a48-4653-90c0-3372deb9525c" providerId="ADAL" clId="{191DDA98-5381-4928-84F3-86A653F4F99A}" dt="2025-09-03T14:25:53.401" v="17383" actId="164"/>
          <ac:cxnSpMkLst>
            <pc:docMk/>
            <pc:sldMk cId="847240635" sldId="2147479182"/>
            <ac:cxnSpMk id="107" creationId="{11E5B2A7-C6F1-009C-7BF2-52B2E08A054B}"/>
          </ac:cxnSpMkLst>
        </pc:cxnChg>
        <pc:cxnChg chg="add mod">
          <ac:chgData name="Parth Walia" userId="63003097-9a48-4653-90c0-3372deb9525c" providerId="ADAL" clId="{191DDA98-5381-4928-84F3-86A653F4F99A}" dt="2025-09-03T14:25:51.870" v="17382" actId="164"/>
          <ac:cxnSpMkLst>
            <pc:docMk/>
            <pc:sldMk cId="847240635" sldId="2147479182"/>
            <ac:cxnSpMk id="110" creationId="{613BDCE4-8019-8FCD-E7D5-571AE03F53F9}"/>
          </ac:cxnSpMkLst>
        </pc:cxnChg>
      </pc:sldChg>
      <pc:sldChg chg="addSp delSp add del mod modShow">
        <pc:chgData name="Parth Walia" userId="63003097-9a48-4653-90c0-3372deb9525c" providerId="ADAL" clId="{191DDA98-5381-4928-84F3-86A653F4F99A}" dt="2025-09-03T13:38:19.221" v="16386" actId="47"/>
        <pc:sldMkLst>
          <pc:docMk/>
          <pc:sldMk cId="2663399768" sldId="2147479183"/>
        </pc:sldMkLst>
      </pc:sldChg>
      <pc:sldChg chg="modSp add mod">
        <pc:chgData name="Parth Walia" userId="63003097-9a48-4653-90c0-3372deb9525c" providerId="ADAL" clId="{191DDA98-5381-4928-84F3-86A653F4F99A}" dt="2025-09-03T13:10:50.906" v="15772" actId="948"/>
        <pc:sldMkLst>
          <pc:docMk/>
          <pc:sldMk cId="229694817" sldId="2147479184"/>
        </pc:sldMkLst>
        <pc:spChg chg="mod">
          <ac:chgData name="Parth Walia" userId="63003097-9a48-4653-90c0-3372deb9525c" providerId="ADAL" clId="{191DDA98-5381-4928-84F3-86A653F4F99A}" dt="2025-09-03T13:10:50.906" v="15772" actId="948"/>
          <ac:spMkLst>
            <pc:docMk/>
            <pc:sldMk cId="229694817" sldId="2147479184"/>
            <ac:spMk id="8" creationId="{57D3824E-7E06-BA21-34C7-CFC3FC1DD66E}"/>
          </ac:spMkLst>
        </pc:spChg>
      </pc:sldChg>
      <pc:sldChg chg="addSp delSp modSp add mod ord">
        <pc:chgData name="Parth Walia" userId="63003097-9a48-4653-90c0-3372deb9525c" providerId="ADAL" clId="{191DDA98-5381-4928-84F3-86A653F4F99A}" dt="2025-09-03T16:40:26.610" v="18253" actId="14100"/>
        <pc:sldMkLst>
          <pc:docMk/>
          <pc:sldMk cId="2425379502" sldId="2147479185"/>
        </pc:sldMkLst>
        <pc:spChg chg="add mod">
          <ac:chgData name="Parth Walia" userId="63003097-9a48-4653-90c0-3372deb9525c" providerId="ADAL" clId="{191DDA98-5381-4928-84F3-86A653F4F99A}" dt="2025-09-03T15:46:38.548" v="17418" actId="1076"/>
          <ac:spMkLst>
            <pc:docMk/>
            <pc:sldMk cId="2425379502" sldId="2147479185"/>
            <ac:spMk id="2" creationId="{C4D0842F-8560-2D9F-E575-AFDF66AD3598}"/>
          </ac:spMkLst>
        </pc:spChg>
        <pc:spChg chg="add mod">
          <ac:chgData name="Parth Walia" userId="63003097-9a48-4653-90c0-3372deb9525c" providerId="ADAL" clId="{191DDA98-5381-4928-84F3-86A653F4F99A}" dt="2025-09-03T16:30:31.380" v="18128" actId="164"/>
          <ac:spMkLst>
            <pc:docMk/>
            <pc:sldMk cId="2425379502" sldId="2147479185"/>
            <ac:spMk id="3" creationId="{7BDC316F-1CEC-BACE-5C7A-3E7F88467FDC}"/>
          </ac:spMkLst>
        </pc:spChg>
        <pc:spChg chg="add mod">
          <ac:chgData name="Parth Walia" userId="63003097-9a48-4653-90c0-3372deb9525c" providerId="ADAL" clId="{191DDA98-5381-4928-84F3-86A653F4F99A}" dt="2025-09-03T16:30:10.868" v="18126" actId="164"/>
          <ac:spMkLst>
            <pc:docMk/>
            <pc:sldMk cId="2425379502" sldId="2147479185"/>
            <ac:spMk id="4" creationId="{D6F08BCB-BB26-655C-9F06-C35650EF62D1}"/>
          </ac:spMkLst>
        </pc:spChg>
        <pc:spChg chg="mod">
          <ac:chgData name="Parth Walia" userId="63003097-9a48-4653-90c0-3372deb9525c" providerId="ADAL" clId="{191DDA98-5381-4928-84F3-86A653F4F99A}" dt="2025-09-03T13:37:52.403" v="16381" actId="20577"/>
          <ac:spMkLst>
            <pc:docMk/>
            <pc:sldMk cId="2425379502" sldId="2147479185"/>
            <ac:spMk id="8" creationId="{176FAB48-F788-1BB5-8A62-457150534BD9}"/>
          </ac:spMkLst>
        </pc:spChg>
        <pc:spChg chg="add mod">
          <ac:chgData name="Parth Walia" userId="63003097-9a48-4653-90c0-3372deb9525c" providerId="ADAL" clId="{191DDA98-5381-4928-84F3-86A653F4F99A}" dt="2025-09-03T15:56:12.299" v="17510" actId="207"/>
          <ac:spMkLst>
            <pc:docMk/>
            <pc:sldMk cId="2425379502" sldId="2147479185"/>
            <ac:spMk id="10" creationId="{16DB0107-AB16-B0AF-072F-5D939E4A4944}"/>
          </ac:spMkLst>
        </pc:spChg>
        <pc:spChg chg="add mod">
          <ac:chgData name="Parth Walia" userId="63003097-9a48-4653-90c0-3372deb9525c" providerId="ADAL" clId="{191DDA98-5381-4928-84F3-86A653F4F99A}" dt="2025-09-03T15:56:12.299" v="17510" actId="207"/>
          <ac:spMkLst>
            <pc:docMk/>
            <pc:sldMk cId="2425379502" sldId="2147479185"/>
            <ac:spMk id="12" creationId="{71236E89-5986-215C-E42B-C02C0913E400}"/>
          </ac:spMkLst>
        </pc:spChg>
        <pc:spChg chg="add mod">
          <ac:chgData name="Parth Walia" userId="63003097-9a48-4653-90c0-3372deb9525c" providerId="ADAL" clId="{191DDA98-5381-4928-84F3-86A653F4F99A}" dt="2025-09-03T15:56:12.299" v="17510" actId="207"/>
          <ac:spMkLst>
            <pc:docMk/>
            <pc:sldMk cId="2425379502" sldId="2147479185"/>
            <ac:spMk id="14" creationId="{4941FD85-B673-4E6C-EDA2-3BD991E7BE91}"/>
          </ac:spMkLst>
        </pc:spChg>
        <pc:spChg chg="mod ord topLvl">
          <ac:chgData name="Parth Walia" userId="63003097-9a48-4653-90c0-3372deb9525c" providerId="ADAL" clId="{191DDA98-5381-4928-84F3-86A653F4F99A}" dt="2025-09-03T16:30:10.868" v="18126" actId="164"/>
          <ac:spMkLst>
            <pc:docMk/>
            <pc:sldMk cId="2425379502" sldId="2147479185"/>
            <ac:spMk id="18" creationId="{F21081A6-77B3-6C5E-0701-F5E6D03B6EA5}"/>
          </ac:spMkLst>
        </pc:spChg>
        <pc:spChg chg="mod ord topLvl">
          <ac:chgData name="Parth Walia" userId="63003097-9a48-4653-90c0-3372deb9525c" providerId="ADAL" clId="{191DDA98-5381-4928-84F3-86A653F4F99A}" dt="2025-09-03T16:30:10.868" v="18126" actId="164"/>
          <ac:spMkLst>
            <pc:docMk/>
            <pc:sldMk cId="2425379502" sldId="2147479185"/>
            <ac:spMk id="19" creationId="{A6866F7E-7970-9CE4-59C2-F3955076A07B}"/>
          </ac:spMkLst>
        </pc:spChg>
        <pc:spChg chg="mod ord topLvl">
          <ac:chgData name="Parth Walia" userId="63003097-9a48-4653-90c0-3372deb9525c" providerId="ADAL" clId="{191DDA98-5381-4928-84F3-86A653F4F99A}" dt="2025-09-03T16:30:10.868" v="18126" actId="164"/>
          <ac:spMkLst>
            <pc:docMk/>
            <pc:sldMk cId="2425379502" sldId="2147479185"/>
            <ac:spMk id="20" creationId="{D8174B8F-D390-BCDD-B1EF-F88352C6A022}"/>
          </ac:spMkLst>
        </pc:spChg>
        <pc:spChg chg="mod ord topLvl">
          <ac:chgData name="Parth Walia" userId="63003097-9a48-4653-90c0-3372deb9525c" providerId="ADAL" clId="{191DDA98-5381-4928-84F3-86A653F4F99A}" dt="2025-09-03T16:30:10.868" v="18126" actId="164"/>
          <ac:spMkLst>
            <pc:docMk/>
            <pc:sldMk cId="2425379502" sldId="2147479185"/>
            <ac:spMk id="21" creationId="{A3FA47BB-F419-6A8D-D284-87ECF586A68F}"/>
          </ac:spMkLst>
        </pc:spChg>
        <pc:spChg chg="mod ord topLvl">
          <ac:chgData name="Parth Walia" userId="63003097-9a48-4653-90c0-3372deb9525c" providerId="ADAL" clId="{191DDA98-5381-4928-84F3-86A653F4F99A}" dt="2025-09-03T16:30:10.868" v="18126" actId="164"/>
          <ac:spMkLst>
            <pc:docMk/>
            <pc:sldMk cId="2425379502" sldId="2147479185"/>
            <ac:spMk id="22" creationId="{C599F36D-A515-A397-E155-871BB806F88B}"/>
          </ac:spMkLst>
        </pc:spChg>
        <pc:spChg chg="add mod ord">
          <ac:chgData name="Parth Walia" userId="63003097-9a48-4653-90c0-3372deb9525c" providerId="ADAL" clId="{191DDA98-5381-4928-84F3-86A653F4F99A}" dt="2025-09-03T16:30:31.380" v="18128" actId="164"/>
          <ac:spMkLst>
            <pc:docMk/>
            <pc:sldMk cId="2425379502" sldId="2147479185"/>
            <ac:spMk id="41" creationId="{558A7764-F110-594A-BD3A-42A3674D17F4}"/>
          </ac:spMkLst>
        </pc:spChg>
        <pc:spChg chg="add mod ord">
          <ac:chgData name="Parth Walia" userId="63003097-9a48-4653-90c0-3372deb9525c" providerId="ADAL" clId="{191DDA98-5381-4928-84F3-86A653F4F99A}" dt="2025-09-03T16:30:31.380" v="18128" actId="164"/>
          <ac:spMkLst>
            <pc:docMk/>
            <pc:sldMk cId="2425379502" sldId="2147479185"/>
            <ac:spMk id="42" creationId="{DB491A60-0B21-6548-6582-D7C5AF23ECE3}"/>
          </ac:spMkLst>
        </pc:spChg>
        <pc:spChg chg="add mod ord">
          <ac:chgData name="Parth Walia" userId="63003097-9a48-4653-90c0-3372deb9525c" providerId="ADAL" clId="{191DDA98-5381-4928-84F3-86A653F4F99A}" dt="2025-09-03T16:30:31.380" v="18128" actId="164"/>
          <ac:spMkLst>
            <pc:docMk/>
            <pc:sldMk cId="2425379502" sldId="2147479185"/>
            <ac:spMk id="43" creationId="{41A1D95C-CE0C-4145-737D-5F174D989FFC}"/>
          </ac:spMkLst>
        </pc:spChg>
        <pc:spChg chg="add mod ord">
          <ac:chgData name="Parth Walia" userId="63003097-9a48-4653-90c0-3372deb9525c" providerId="ADAL" clId="{191DDA98-5381-4928-84F3-86A653F4F99A}" dt="2025-09-03T16:30:31.380" v="18128" actId="164"/>
          <ac:spMkLst>
            <pc:docMk/>
            <pc:sldMk cId="2425379502" sldId="2147479185"/>
            <ac:spMk id="46" creationId="{C56F3304-52BD-B254-7005-D4A1DCC74521}"/>
          </ac:spMkLst>
        </pc:spChg>
        <pc:spChg chg="add mod ord">
          <ac:chgData name="Parth Walia" userId="63003097-9a48-4653-90c0-3372deb9525c" providerId="ADAL" clId="{191DDA98-5381-4928-84F3-86A653F4F99A}" dt="2025-09-03T16:30:31.380" v="18128" actId="164"/>
          <ac:spMkLst>
            <pc:docMk/>
            <pc:sldMk cId="2425379502" sldId="2147479185"/>
            <ac:spMk id="51" creationId="{C9B7FE8D-6DDD-8F68-8678-B8B1074BD523}"/>
          </ac:spMkLst>
        </pc:spChg>
        <pc:spChg chg="add mod ord">
          <ac:chgData name="Parth Walia" userId="63003097-9a48-4653-90c0-3372deb9525c" providerId="ADAL" clId="{191DDA98-5381-4928-84F3-86A653F4F99A}" dt="2025-09-03T16:30:31.380" v="18128" actId="164"/>
          <ac:spMkLst>
            <pc:docMk/>
            <pc:sldMk cId="2425379502" sldId="2147479185"/>
            <ac:spMk id="52" creationId="{0683A777-8D77-7B24-10C9-15CC2AE84C89}"/>
          </ac:spMkLst>
        </pc:spChg>
        <pc:spChg chg="add mod">
          <ac:chgData name="Parth Walia" userId="63003097-9a48-4653-90c0-3372deb9525c" providerId="ADAL" clId="{191DDA98-5381-4928-84F3-86A653F4F99A}" dt="2025-09-03T16:30:52.761" v="18131" actId="164"/>
          <ac:spMkLst>
            <pc:docMk/>
            <pc:sldMk cId="2425379502" sldId="2147479185"/>
            <ac:spMk id="60" creationId="{696F7CE8-A5FF-F523-E4C8-351338C14BB9}"/>
          </ac:spMkLst>
        </pc:spChg>
        <pc:spChg chg="add mod topLvl">
          <ac:chgData name="Parth Walia" userId="63003097-9a48-4653-90c0-3372deb9525c" providerId="ADAL" clId="{191DDA98-5381-4928-84F3-86A653F4F99A}" dt="2025-09-03T16:30:52.761" v="18131" actId="164"/>
          <ac:spMkLst>
            <pc:docMk/>
            <pc:sldMk cId="2425379502" sldId="2147479185"/>
            <ac:spMk id="204" creationId="{80DC73E7-6649-CCDA-320C-EBE4AC9B6819}"/>
          </ac:spMkLst>
        </pc:spChg>
        <pc:spChg chg="add mod topLvl">
          <ac:chgData name="Parth Walia" userId="63003097-9a48-4653-90c0-3372deb9525c" providerId="ADAL" clId="{191DDA98-5381-4928-84F3-86A653F4F99A}" dt="2025-09-03T16:30:52.761" v="18131" actId="164"/>
          <ac:spMkLst>
            <pc:docMk/>
            <pc:sldMk cId="2425379502" sldId="2147479185"/>
            <ac:spMk id="205" creationId="{8D4FB28B-39D7-3063-562D-529514E77C66}"/>
          </ac:spMkLst>
        </pc:spChg>
        <pc:spChg chg="add mod topLvl">
          <ac:chgData name="Parth Walia" userId="63003097-9a48-4653-90c0-3372deb9525c" providerId="ADAL" clId="{191DDA98-5381-4928-84F3-86A653F4F99A}" dt="2025-09-03T16:17:13.364" v="17960" actId="165"/>
          <ac:spMkLst>
            <pc:docMk/>
            <pc:sldMk cId="2425379502" sldId="2147479185"/>
            <ac:spMk id="206" creationId="{BE15E9E7-31DD-CC14-1A8A-86195FA53E73}"/>
          </ac:spMkLst>
        </pc:spChg>
        <pc:spChg chg="add mod topLvl">
          <ac:chgData name="Parth Walia" userId="63003097-9a48-4653-90c0-3372deb9525c" providerId="ADAL" clId="{191DDA98-5381-4928-84F3-86A653F4F99A}" dt="2025-09-03T16:30:52.761" v="18131" actId="164"/>
          <ac:spMkLst>
            <pc:docMk/>
            <pc:sldMk cId="2425379502" sldId="2147479185"/>
            <ac:spMk id="208" creationId="{86A920DE-B625-3667-B1D4-B19EA94D8A1C}"/>
          </ac:spMkLst>
        </pc:spChg>
        <pc:spChg chg="add mod topLvl">
          <ac:chgData name="Parth Walia" userId="63003097-9a48-4653-90c0-3372deb9525c" providerId="ADAL" clId="{191DDA98-5381-4928-84F3-86A653F4F99A}" dt="2025-09-03T16:30:52.761" v="18131" actId="164"/>
          <ac:spMkLst>
            <pc:docMk/>
            <pc:sldMk cId="2425379502" sldId="2147479185"/>
            <ac:spMk id="211" creationId="{BDC2EDDC-E2B5-2E2F-F880-5DCF0AB3D3C9}"/>
          </ac:spMkLst>
        </pc:spChg>
        <pc:spChg chg="add mod topLvl">
          <ac:chgData name="Parth Walia" userId="63003097-9a48-4653-90c0-3372deb9525c" providerId="ADAL" clId="{191DDA98-5381-4928-84F3-86A653F4F99A}" dt="2025-09-03T16:30:52.761" v="18131" actId="164"/>
          <ac:spMkLst>
            <pc:docMk/>
            <pc:sldMk cId="2425379502" sldId="2147479185"/>
            <ac:spMk id="212" creationId="{D476847B-8A1E-7037-634A-C9BB98384BBF}"/>
          </ac:spMkLst>
        </pc:spChg>
        <pc:spChg chg="add mod topLvl">
          <ac:chgData name="Parth Walia" userId="63003097-9a48-4653-90c0-3372deb9525c" providerId="ADAL" clId="{191DDA98-5381-4928-84F3-86A653F4F99A}" dt="2025-09-03T16:30:52.761" v="18131" actId="164"/>
          <ac:spMkLst>
            <pc:docMk/>
            <pc:sldMk cId="2425379502" sldId="2147479185"/>
            <ac:spMk id="213" creationId="{50EB785B-C5A7-E8F6-FD4E-2476B8AE718A}"/>
          </ac:spMkLst>
        </pc:spChg>
        <pc:spChg chg="mod topLvl">
          <ac:chgData name="Parth Walia" userId="63003097-9a48-4653-90c0-3372deb9525c" providerId="ADAL" clId="{191DDA98-5381-4928-84F3-86A653F4F99A}" dt="2025-09-03T16:18:42.079" v="18030" actId="165"/>
          <ac:spMkLst>
            <pc:docMk/>
            <pc:sldMk cId="2425379502" sldId="2147479185"/>
            <ac:spMk id="216" creationId="{91563F01-3FFD-B2AB-FFB5-8E34A232E274}"/>
          </ac:spMkLst>
        </pc:spChg>
        <pc:spChg chg="mod topLvl">
          <ac:chgData name="Parth Walia" userId="63003097-9a48-4653-90c0-3372deb9525c" providerId="ADAL" clId="{191DDA98-5381-4928-84F3-86A653F4F99A}" dt="2025-09-03T16:30:52.761" v="18131" actId="164"/>
          <ac:spMkLst>
            <pc:docMk/>
            <pc:sldMk cId="2425379502" sldId="2147479185"/>
            <ac:spMk id="217" creationId="{542A632C-9EB0-5DBA-5EC6-E2F47CE56AFE}"/>
          </ac:spMkLst>
        </pc:spChg>
        <pc:spChg chg="mod topLvl">
          <ac:chgData name="Parth Walia" userId="63003097-9a48-4653-90c0-3372deb9525c" providerId="ADAL" clId="{191DDA98-5381-4928-84F3-86A653F4F99A}" dt="2025-09-03T16:18:42.079" v="18030" actId="165"/>
          <ac:spMkLst>
            <pc:docMk/>
            <pc:sldMk cId="2425379502" sldId="2147479185"/>
            <ac:spMk id="218" creationId="{9812087C-2BF0-411C-8E0E-7C5B436A217F}"/>
          </ac:spMkLst>
        </pc:spChg>
        <pc:spChg chg="mod topLvl">
          <ac:chgData name="Parth Walia" userId="63003097-9a48-4653-90c0-3372deb9525c" providerId="ADAL" clId="{191DDA98-5381-4928-84F3-86A653F4F99A}" dt="2025-09-03T16:18:42.079" v="18030" actId="165"/>
          <ac:spMkLst>
            <pc:docMk/>
            <pc:sldMk cId="2425379502" sldId="2147479185"/>
            <ac:spMk id="219" creationId="{B30F4680-6E4B-4EEC-E91A-68FABE1EF724}"/>
          </ac:spMkLst>
        </pc:spChg>
        <pc:spChg chg="mod topLvl">
          <ac:chgData name="Parth Walia" userId="63003097-9a48-4653-90c0-3372deb9525c" providerId="ADAL" clId="{191DDA98-5381-4928-84F3-86A653F4F99A}" dt="2025-09-03T16:30:52.761" v="18131" actId="164"/>
          <ac:spMkLst>
            <pc:docMk/>
            <pc:sldMk cId="2425379502" sldId="2147479185"/>
            <ac:spMk id="220" creationId="{2BF15FC5-E52D-ABF5-E4FA-4CFE9E1BCA75}"/>
          </ac:spMkLst>
        </pc:spChg>
        <pc:spChg chg="mod topLvl">
          <ac:chgData name="Parth Walia" userId="63003097-9a48-4653-90c0-3372deb9525c" providerId="ADAL" clId="{191DDA98-5381-4928-84F3-86A653F4F99A}" dt="2025-09-03T16:18:42.079" v="18030" actId="165"/>
          <ac:spMkLst>
            <pc:docMk/>
            <pc:sldMk cId="2425379502" sldId="2147479185"/>
            <ac:spMk id="221" creationId="{7E04721D-5A9F-4ED2-0344-B055D0BF722B}"/>
          </ac:spMkLst>
        </pc:spChg>
        <pc:spChg chg="mod topLvl">
          <ac:chgData name="Parth Walia" userId="63003097-9a48-4653-90c0-3372deb9525c" providerId="ADAL" clId="{191DDA98-5381-4928-84F3-86A653F4F99A}" dt="2025-09-03T16:30:52.761" v="18131" actId="164"/>
          <ac:spMkLst>
            <pc:docMk/>
            <pc:sldMk cId="2425379502" sldId="2147479185"/>
            <ac:spMk id="222" creationId="{C37B3C3A-868E-2D62-F274-6411C64D6EA8}"/>
          </ac:spMkLst>
        </pc:spChg>
        <pc:spChg chg="add mod">
          <ac:chgData name="Parth Walia" userId="63003097-9a48-4653-90c0-3372deb9525c" providerId="ADAL" clId="{191DDA98-5381-4928-84F3-86A653F4F99A}" dt="2025-09-03T16:21:16.578" v="18041" actId="1076"/>
          <ac:spMkLst>
            <pc:docMk/>
            <pc:sldMk cId="2425379502" sldId="2147479185"/>
            <ac:spMk id="224" creationId="{841B6D2D-8E9E-AD1D-380C-47A3095B3180}"/>
          </ac:spMkLst>
        </pc:spChg>
        <pc:spChg chg="add mod">
          <ac:chgData name="Parth Walia" userId="63003097-9a48-4653-90c0-3372deb9525c" providerId="ADAL" clId="{191DDA98-5381-4928-84F3-86A653F4F99A}" dt="2025-09-03T16:23:31.420" v="18065" actId="1076"/>
          <ac:spMkLst>
            <pc:docMk/>
            <pc:sldMk cId="2425379502" sldId="2147479185"/>
            <ac:spMk id="227" creationId="{35BFF2AF-16B9-08A4-6F96-AD6DE786C971}"/>
          </ac:spMkLst>
        </pc:spChg>
        <pc:spChg chg="add mod">
          <ac:chgData name="Parth Walia" userId="63003097-9a48-4653-90c0-3372deb9525c" providerId="ADAL" clId="{191DDA98-5381-4928-84F3-86A653F4F99A}" dt="2025-09-03T16:25:40.323" v="18082" actId="1036"/>
          <ac:spMkLst>
            <pc:docMk/>
            <pc:sldMk cId="2425379502" sldId="2147479185"/>
            <ac:spMk id="230" creationId="{FD5A00F5-7539-40ED-11A9-8D6B104C8D0E}"/>
          </ac:spMkLst>
        </pc:spChg>
        <pc:grpChg chg="add mod">
          <ac:chgData name="Parth Walia" userId="63003097-9a48-4653-90c0-3372deb9525c" providerId="ADAL" clId="{191DDA98-5381-4928-84F3-86A653F4F99A}" dt="2025-09-03T16:30:18.374" v="18127" actId="164"/>
          <ac:grpSpMkLst>
            <pc:docMk/>
            <pc:sldMk cId="2425379502" sldId="2147479185"/>
            <ac:grpSpMk id="303" creationId="{EEFB9197-78DE-17E4-7C9E-79DF446E0C85}"/>
          </ac:grpSpMkLst>
        </pc:grpChg>
        <pc:grpChg chg="add mod">
          <ac:chgData name="Parth Walia" userId="63003097-9a48-4653-90c0-3372deb9525c" providerId="ADAL" clId="{191DDA98-5381-4928-84F3-86A653F4F99A}" dt="2025-09-03T16:30:18.374" v="18127" actId="164"/>
          <ac:grpSpMkLst>
            <pc:docMk/>
            <pc:sldMk cId="2425379502" sldId="2147479185"/>
            <ac:grpSpMk id="304" creationId="{37ED1D5F-F7FD-A066-121A-5626788535BF}"/>
          </ac:grpSpMkLst>
        </pc:grpChg>
        <pc:grpChg chg="add mod ord">
          <ac:chgData name="Parth Walia" userId="63003097-9a48-4653-90c0-3372deb9525c" providerId="ADAL" clId="{191DDA98-5381-4928-84F3-86A653F4F99A}" dt="2025-09-03T16:30:48.715" v="18130" actId="164"/>
          <ac:grpSpMkLst>
            <pc:docMk/>
            <pc:sldMk cId="2425379502" sldId="2147479185"/>
            <ac:grpSpMk id="305" creationId="{3D763EB2-BABD-A568-9A53-97E65DD4ED3D}"/>
          </ac:grpSpMkLst>
        </pc:grpChg>
        <pc:grpChg chg="add mod">
          <ac:chgData name="Parth Walia" userId="63003097-9a48-4653-90c0-3372deb9525c" providerId="ADAL" clId="{191DDA98-5381-4928-84F3-86A653F4F99A}" dt="2025-09-03T16:30:48.715" v="18130" actId="164"/>
          <ac:grpSpMkLst>
            <pc:docMk/>
            <pc:sldMk cId="2425379502" sldId="2147479185"/>
            <ac:grpSpMk id="306" creationId="{42834BC1-D14B-CE2D-3EE8-0CCD19E912B0}"/>
          </ac:grpSpMkLst>
        </pc:grpChg>
        <pc:cxnChg chg="add mod">
          <ac:chgData name="Parth Walia" userId="63003097-9a48-4653-90c0-3372deb9525c" providerId="ADAL" clId="{191DDA98-5381-4928-84F3-86A653F4F99A}" dt="2025-09-03T16:32:43.399" v="18144" actId="14861"/>
          <ac:cxnSpMkLst>
            <pc:docMk/>
            <pc:sldMk cId="2425379502" sldId="2147479185"/>
            <ac:cxnSpMk id="245" creationId="{C039559D-FCBA-0BCD-9718-2AB0E9DEC5DD}"/>
          </ac:cxnSpMkLst>
        </pc:cxnChg>
        <pc:cxnChg chg="add mod">
          <ac:chgData name="Parth Walia" userId="63003097-9a48-4653-90c0-3372deb9525c" providerId="ADAL" clId="{191DDA98-5381-4928-84F3-86A653F4F99A}" dt="2025-09-03T16:32:43.399" v="18144" actId="14861"/>
          <ac:cxnSpMkLst>
            <pc:docMk/>
            <pc:sldMk cId="2425379502" sldId="2147479185"/>
            <ac:cxnSpMk id="246" creationId="{9BD04CE3-2318-D982-F55F-EFDA5305BC5D}"/>
          </ac:cxnSpMkLst>
        </pc:cxnChg>
        <pc:cxnChg chg="add mod">
          <ac:chgData name="Parth Walia" userId="63003097-9a48-4653-90c0-3372deb9525c" providerId="ADAL" clId="{191DDA98-5381-4928-84F3-86A653F4F99A}" dt="2025-09-03T16:32:43.399" v="18144" actId="14861"/>
          <ac:cxnSpMkLst>
            <pc:docMk/>
            <pc:sldMk cId="2425379502" sldId="2147479185"/>
            <ac:cxnSpMk id="249" creationId="{75B0717D-D728-09EE-6E0E-16990EFF033D}"/>
          </ac:cxnSpMkLst>
        </pc:cxnChg>
        <pc:cxnChg chg="add mod">
          <ac:chgData name="Parth Walia" userId="63003097-9a48-4653-90c0-3372deb9525c" providerId="ADAL" clId="{191DDA98-5381-4928-84F3-86A653F4F99A}" dt="2025-09-03T16:32:43.399" v="18144" actId="14861"/>
          <ac:cxnSpMkLst>
            <pc:docMk/>
            <pc:sldMk cId="2425379502" sldId="2147479185"/>
            <ac:cxnSpMk id="252" creationId="{53BAEB6F-64BF-3040-ED03-067CF95C6A1A}"/>
          </ac:cxnSpMkLst>
        </pc:cxnChg>
        <pc:cxnChg chg="add mod">
          <ac:chgData name="Parth Walia" userId="63003097-9a48-4653-90c0-3372deb9525c" providerId="ADAL" clId="{191DDA98-5381-4928-84F3-86A653F4F99A}" dt="2025-09-03T16:32:43.399" v="18144" actId="14861"/>
          <ac:cxnSpMkLst>
            <pc:docMk/>
            <pc:sldMk cId="2425379502" sldId="2147479185"/>
            <ac:cxnSpMk id="255" creationId="{03D63394-8F4C-0505-E307-BB4F0FB3F4D3}"/>
          </ac:cxnSpMkLst>
        </pc:cxnChg>
        <pc:cxnChg chg="add mod">
          <ac:chgData name="Parth Walia" userId="63003097-9a48-4653-90c0-3372deb9525c" providerId="ADAL" clId="{191DDA98-5381-4928-84F3-86A653F4F99A}" dt="2025-09-03T16:32:43.399" v="18144" actId="14861"/>
          <ac:cxnSpMkLst>
            <pc:docMk/>
            <pc:sldMk cId="2425379502" sldId="2147479185"/>
            <ac:cxnSpMk id="258" creationId="{7E6EFFCE-84DD-19A7-F3D7-88F8AD804340}"/>
          </ac:cxnSpMkLst>
        </pc:cxnChg>
        <pc:cxnChg chg="add mod">
          <ac:chgData name="Parth Walia" userId="63003097-9a48-4653-90c0-3372deb9525c" providerId="ADAL" clId="{191DDA98-5381-4928-84F3-86A653F4F99A}" dt="2025-09-03T16:32:44.058" v="18145" actId="14861"/>
          <ac:cxnSpMkLst>
            <pc:docMk/>
            <pc:sldMk cId="2425379502" sldId="2147479185"/>
            <ac:cxnSpMk id="261" creationId="{E5D53FEE-F804-5104-8107-2CE00F98E3E0}"/>
          </ac:cxnSpMkLst>
        </pc:cxnChg>
        <pc:cxnChg chg="add mod">
          <ac:chgData name="Parth Walia" userId="63003097-9a48-4653-90c0-3372deb9525c" providerId="ADAL" clId="{191DDA98-5381-4928-84F3-86A653F4F99A}" dt="2025-09-03T16:32:44.058" v="18145" actId="14861"/>
          <ac:cxnSpMkLst>
            <pc:docMk/>
            <pc:sldMk cId="2425379502" sldId="2147479185"/>
            <ac:cxnSpMk id="265" creationId="{393588E6-22F6-CFF3-5B85-1B2CECFBE6F5}"/>
          </ac:cxnSpMkLst>
        </pc:cxnChg>
        <pc:cxnChg chg="add mod">
          <ac:chgData name="Parth Walia" userId="63003097-9a48-4653-90c0-3372deb9525c" providerId="ADAL" clId="{191DDA98-5381-4928-84F3-86A653F4F99A}" dt="2025-09-03T16:32:44.058" v="18145" actId="14861"/>
          <ac:cxnSpMkLst>
            <pc:docMk/>
            <pc:sldMk cId="2425379502" sldId="2147479185"/>
            <ac:cxnSpMk id="302" creationId="{2F73347E-43C4-C9C5-FADA-194CD2B0C586}"/>
          </ac:cxnSpMkLst>
        </pc:cxnChg>
        <pc:cxnChg chg="add mod">
          <ac:chgData name="Parth Walia" userId="63003097-9a48-4653-90c0-3372deb9525c" providerId="ADAL" clId="{191DDA98-5381-4928-84F3-86A653F4F99A}" dt="2025-09-03T16:37:54.948" v="18201" actId="1582"/>
          <ac:cxnSpMkLst>
            <pc:docMk/>
            <pc:sldMk cId="2425379502" sldId="2147479185"/>
            <ac:cxnSpMk id="308" creationId="{878EA880-B8B7-8239-4450-6F61EF07C5EA}"/>
          </ac:cxnSpMkLst>
        </pc:cxnChg>
        <pc:cxnChg chg="add mod">
          <ac:chgData name="Parth Walia" userId="63003097-9a48-4653-90c0-3372deb9525c" providerId="ADAL" clId="{191DDA98-5381-4928-84F3-86A653F4F99A}" dt="2025-09-03T16:31:22.262" v="18139" actId="1582"/>
          <ac:cxnSpMkLst>
            <pc:docMk/>
            <pc:sldMk cId="2425379502" sldId="2147479185"/>
            <ac:cxnSpMk id="311" creationId="{B6373590-0C2D-CD8E-1A60-3F2809CA9DE5}"/>
          </ac:cxnSpMkLst>
        </pc:cxnChg>
        <pc:cxnChg chg="add mod">
          <ac:chgData name="Parth Walia" userId="63003097-9a48-4653-90c0-3372deb9525c" providerId="ADAL" clId="{191DDA98-5381-4928-84F3-86A653F4F99A}" dt="2025-09-03T16:37:54.948" v="18201" actId="1582"/>
          <ac:cxnSpMkLst>
            <pc:docMk/>
            <pc:sldMk cId="2425379502" sldId="2147479185"/>
            <ac:cxnSpMk id="314" creationId="{75497A7B-C60C-4ED7-EBF9-2CD60B76B055}"/>
          </ac:cxnSpMkLst>
        </pc:cxnChg>
        <pc:cxnChg chg="add mod">
          <ac:chgData name="Parth Walia" userId="63003097-9a48-4653-90c0-3372deb9525c" providerId="ADAL" clId="{191DDA98-5381-4928-84F3-86A653F4F99A}" dt="2025-09-03T16:33:21.649" v="18151" actId="14100"/>
          <ac:cxnSpMkLst>
            <pc:docMk/>
            <pc:sldMk cId="2425379502" sldId="2147479185"/>
            <ac:cxnSpMk id="317" creationId="{DBE83E2B-DADD-7FBF-28FA-A5E486D98D63}"/>
          </ac:cxnSpMkLst>
        </pc:cxnChg>
        <pc:cxnChg chg="add mod">
          <ac:chgData name="Parth Walia" userId="63003097-9a48-4653-90c0-3372deb9525c" providerId="ADAL" clId="{191DDA98-5381-4928-84F3-86A653F4F99A}" dt="2025-09-03T16:37:54.948" v="18201" actId="1582"/>
          <ac:cxnSpMkLst>
            <pc:docMk/>
            <pc:sldMk cId="2425379502" sldId="2147479185"/>
            <ac:cxnSpMk id="320" creationId="{5D5E19CB-200C-D9B0-925D-F1FBEF8D4B82}"/>
          </ac:cxnSpMkLst>
        </pc:cxnChg>
        <pc:cxnChg chg="add mod">
          <ac:chgData name="Parth Walia" userId="63003097-9a48-4653-90c0-3372deb9525c" providerId="ADAL" clId="{191DDA98-5381-4928-84F3-86A653F4F99A}" dt="2025-09-03T16:37:54.948" v="18201" actId="1582"/>
          <ac:cxnSpMkLst>
            <pc:docMk/>
            <pc:sldMk cId="2425379502" sldId="2147479185"/>
            <ac:cxnSpMk id="323" creationId="{AFAA7585-DA5A-0381-C3FF-FE80A6B5858D}"/>
          </ac:cxnSpMkLst>
        </pc:cxnChg>
        <pc:cxnChg chg="add mod">
          <ac:chgData name="Parth Walia" userId="63003097-9a48-4653-90c0-3372deb9525c" providerId="ADAL" clId="{191DDA98-5381-4928-84F3-86A653F4F99A}" dt="2025-09-03T16:37:54.948" v="18201" actId="1582"/>
          <ac:cxnSpMkLst>
            <pc:docMk/>
            <pc:sldMk cId="2425379502" sldId="2147479185"/>
            <ac:cxnSpMk id="326" creationId="{5ED5B8EC-244A-C01B-B875-9F3306C88349}"/>
          </ac:cxnSpMkLst>
        </pc:cxnChg>
        <pc:cxnChg chg="add mod">
          <ac:chgData name="Parth Walia" userId="63003097-9a48-4653-90c0-3372deb9525c" providerId="ADAL" clId="{191DDA98-5381-4928-84F3-86A653F4F99A}" dt="2025-09-03T16:34:33.582" v="18163" actId="14100"/>
          <ac:cxnSpMkLst>
            <pc:docMk/>
            <pc:sldMk cId="2425379502" sldId="2147479185"/>
            <ac:cxnSpMk id="329" creationId="{5174C584-32E1-E9A4-377D-257F8129A88A}"/>
          </ac:cxnSpMkLst>
        </pc:cxnChg>
        <pc:cxnChg chg="add mod">
          <ac:chgData name="Parth Walia" userId="63003097-9a48-4653-90c0-3372deb9525c" providerId="ADAL" clId="{191DDA98-5381-4928-84F3-86A653F4F99A}" dt="2025-09-03T16:37:54.948" v="18201" actId="1582"/>
          <ac:cxnSpMkLst>
            <pc:docMk/>
            <pc:sldMk cId="2425379502" sldId="2147479185"/>
            <ac:cxnSpMk id="332" creationId="{AAD5A822-46FB-3D11-6BD8-09B82D46A236}"/>
          </ac:cxnSpMkLst>
        </pc:cxnChg>
        <pc:cxnChg chg="add mod">
          <ac:chgData name="Parth Walia" userId="63003097-9a48-4653-90c0-3372deb9525c" providerId="ADAL" clId="{191DDA98-5381-4928-84F3-86A653F4F99A}" dt="2025-09-03T16:34:45.001" v="18169" actId="14100"/>
          <ac:cxnSpMkLst>
            <pc:docMk/>
            <pc:sldMk cId="2425379502" sldId="2147479185"/>
            <ac:cxnSpMk id="335" creationId="{E903EB94-0A5D-87A0-45A2-3586771CB00F}"/>
          </ac:cxnSpMkLst>
        </pc:cxnChg>
        <pc:cxnChg chg="add mod">
          <ac:chgData name="Parth Walia" userId="63003097-9a48-4653-90c0-3372deb9525c" providerId="ADAL" clId="{191DDA98-5381-4928-84F3-86A653F4F99A}" dt="2025-09-03T16:34:48.623" v="18172" actId="14100"/>
          <ac:cxnSpMkLst>
            <pc:docMk/>
            <pc:sldMk cId="2425379502" sldId="2147479185"/>
            <ac:cxnSpMk id="338" creationId="{74D22ACC-A693-21E2-2EF2-AB0099722AA3}"/>
          </ac:cxnSpMkLst>
        </pc:cxnChg>
        <pc:cxnChg chg="add mod">
          <ac:chgData name="Parth Walia" userId="63003097-9a48-4653-90c0-3372deb9525c" providerId="ADAL" clId="{191DDA98-5381-4928-84F3-86A653F4F99A}" dt="2025-09-03T16:37:54.948" v="18201" actId="1582"/>
          <ac:cxnSpMkLst>
            <pc:docMk/>
            <pc:sldMk cId="2425379502" sldId="2147479185"/>
            <ac:cxnSpMk id="341" creationId="{103E8DA8-EEE8-0BBC-9B30-F7BC45DA05EC}"/>
          </ac:cxnSpMkLst>
        </pc:cxnChg>
        <pc:cxnChg chg="add mod">
          <ac:chgData name="Parth Walia" userId="63003097-9a48-4653-90c0-3372deb9525c" providerId="ADAL" clId="{191DDA98-5381-4928-84F3-86A653F4F99A}" dt="2025-09-03T16:37:54.948" v="18201" actId="1582"/>
          <ac:cxnSpMkLst>
            <pc:docMk/>
            <pc:sldMk cId="2425379502" sldId="2147479185"/>
            <ac:cxnSpMk id="344" creationId="{D69235D8-C930-935F-18D4-67C5B7D83795}"/>
          </ac:cxnSpMkLst>
        </pc:cxnChg>
        <pc:cxnChg chg="add mod">
          <ac:chgData name="Parth Walia" userId="63003097-9a48-4653-90c0-3372deb9525c" providerId="ADAL" clId="{191DDA98-5381-4928-84F3-86A653F4F99A}" dt="2025-09-03T16:35:13.764" v="18181" actId="14100"/>
          <ac:cxnSpMkLst>
            <pc:docMk/>
            <pc:sldMk cId="2425379502" sldId="2147479185"/>
            <ac:cxnSpMk id="347" creationId="{1E50A99A-DC8E-CE17-CC9F-697A56986C01}"/>
          </ac:cxnSpMkLst>
        </pc:cxnChg>
        <pc:cxnChg chg="add mod">
          <ac:chgData name="Parth Walia" userId="63003097-9a48-4653-90c0-3372deb9525c" providerId="ADAL" clId="{191DDA98-5381-4928-84F3-86A653F4F99A}" dt="2025-09-03T16:37:54.948" v="18201" actId="1582"/>
          <ac:cxnSpMkLst>
            <pc:docMk/>
            <pc:sldMk cId="2425379502" sldId="2147479185"/>
            <ac:cxnSpMk id="350" creationId="{90CC18DC-AD0B-AA14-FAC6-7B4FFF594633}"/>
          </ac:cxnSpMkLst>
        </pc:cxnChg>
        <pc:cxnChg chg="add mod">
          <ac:chgData name="Parth Walia" userId="63003097-9a48-4653-90c0-3372deb9525c" providerId="ADAL" clId="{191DDA98-5381-4928-84F3-86A653F4F99A}" dt="2025-09-03T16:37:54.948" v="18201" actId="1582"/>
          <ac:cxnSpMkLst>
            <pc:docMk/>
            <pc:sldMk cId="2425379502" sldId="2147479185"/>
            <ac:cxnSpMk id="353" creationId="{F2B3E33A-13D7-379F-6772-4EA914521FAA}"/>
          </ac:cxnSpMkLst>
        </pc:cxnChg>
        <pc:cxnChg chg="add mod">
          <ac:chgData name="Parth Walia" userId="63003097-9a48-4653-90c0-3372deb9525c" providerId="ADAL" clId="{191DDA98-5381-4928-84F3-86A653F4F99A}" dt="2025-09-03T16:38:04.144" v="18204" actId="14100"/>
          <ac:cxnSpMkLst>
            <pc:docMk/>
            <pc:sldMk cId="2425379502" sldId="2147479185"/>
            <ac:cxnSpMk id="362" creationId="{747A442C-4A86-BB11-5305-114F4FE170DA}"/>
          </ac:cxnSpMkLst>
        </pc:cxnChg>
        <pc:cxnChg chg="add mod">
          <ac:chgData name="Parth Walia" userId="63003097-9a48-4653-90c0-3372deb9525c" providerId="ADAL" clId="{191DDA98-5381-4928-84F3-86A653F4F99A}" dt="2025-09-03T16:38:08.204" v="18207" actId="14100"/>
          <ac:cxnSpMkLst>
            <pc:docMk/>
            <pc:sldMk cId="2425379502" sldId="2147479185"/>
            <ac:cxnSpMk id="365" creationId="{58852554-1BD6-1E79-1216-B271525739C4}"/>
          </ac:cxnSpMkLst>
        </pc:cxnChg>
        <pc:cxnChg chg="add mod">
          <ac:chgData name="Parth Walia" userId="63003097-9a48-4653-90c0-3372deb9525c" providerId="ADAL" clId="{191DDA98-5381-4928-84F3-86A653F4F99A}" dt="2025-09-03T16:38:12.807" v="18210" actId="14100"/>
          <ac:cxnSpMkLst>
            <pc:docMk/>
            <pc:sldMk cId="2425379502" sldId="2147479185"/>
            <ac:cxnSpMk id="368" creationId="{DC45D8EF-068E-91C2-438E-4466D7235923}"/>
          </ac:cxnSpMkLst>
        </pc:cxnChg>
        <pc:cxnChg chg="add del mod">
          <ac:chgData name="Parth Walia" userId="63003097-9a48-4653-90c0-3372deb9525c" providerId="ADAL" clId="{191DDA98-5381-4928-84F3-86A653F4F99A}" dt="2025-09-03T16:38:55.440" v="18225" actId="478"/>
          <ac:cxnSpMkLst>
            <pc:docMk/>
            <pc:sldMk cId="2425379502" sldId="2147479185"/>
            <ac:cxnSpMk id="371" creationId="{641ECC93-97F7-69E4-1231-21925880AE54}"/>
          </ac:cxnSpMkLst>
        </pc:cxnChg>
        <pc:cxnChg chg="add mod">
          <ac:chgData name="Parth Walia" userId="63003097-9a48-4653-90c0-3372deb9525c" providerId="ADAL" clId="{191DDA98-5381-4928-84F3-86A653F4F99A}" dt="2025-09-03T16:38:37.023" v="18217" actId="14100"/>
          <ac:cxnSpMkLst>
            <pc:docMk/>
            <pc:sldMk cId="2425379502" sldId="2147479185"/>
            <ac:cxnSpMk id="374" creationId="{9EF9B7B4-20D6-2E85-C141-F9CDC4B5AE01}"/>
          </ac:cxnSpMkLst>
        </pc:cxnChg>
        <pc:cxnChg chg="add mod">
          <ac:chgData name="Parth Walia" userId="63003097-9a48-4653-90c0-3372deb9525c" providerId="ADAL" clId="{191DDA98-5381-4928-84F3-86A653F4F99A}" dt="2025-09-03T16:38:41.478" v="18220" actId="14100"/>
          <ac:cxnSpMkLst>
            <pc:docMk/>
            <pc:sldMk cId="2425379502" sldId="2147479185"/>
            <ac:cxnSpMk id="378" creationId="{AF5AB425-A879-4517-ABF4-842C2C9B2E6B}"/>
          </ac:cxnSpMkLst>
        </pc:cxnChg>
        <pc:cxnChg chg="add mod">
          <ac:chgData name="Parth Walia" userId="63003097-9a48-4653-90c0-3372deb9525c" providerId="ADAL" clId="{191DDA98-5381-4928-84F3-86A653F4F99A}" dt="2025-09-03T16:38:50.565" v="18223" actId="14100"/>
          <ac:cxnSpMkLst>
            <pc:docMk/>
            <pc:sldMk cId="2425379502" sldId="2147479185"/>
            <ac:cxnSpMk id="381" creationId="{3809A003-23ED-23AF-B7FD-053713064245}"/>
          </ac:cxnSpMkLst>
        </pc:cxnChg>
        <pc:cxnChg chg="add mod">
          <ac:chgData name="Parth Walia" userId="63003097-9a48-4653-90c0-3372deb9525c" providerId="ADAL" clId="{191DDA98-5381-4928-84F3-86A653F4F99A}" dt="2025-09-03T16:39:08.315" v="18228" actId="14100"/>
          <ac:cxnSpMkLst>
            <pc:docMk/>
            <pc:sldMk cId="2425379502" sldId="2147479185"/>
            <ac:cxnSpMk id="384" creationId="{C8E6C0C4-8974-D278-CF29-DAE9DB802280}"/>
          </ac:cxnSpMkLst>
        </pc:cxnChg>
        <pc:cxnChg chg="add mod">
          <ac:chgData name="Parth Walia" userId="63003097-9a48-4653-90c0-3372deb9525c" providerId="ADAL" clId="{191DDA98-5381-4928-84F3-86A653F4F99A}" dt="2025-09-03T16:39:15.414" v="18231" actId="14100"/>
          <ac:cxnSpMkLst>
            <pc:docMk/>
            <pc:sldMk cId="2425379502" sldId="2147479185"/>
            <ac:cxnSpMk id="387" creationId="{70E3E5D5-BDE4-38E9-9185-34CAC80D2EA1}"/>
          </ac:cxnSpMkLst>
        </pc:cxnChg>
        <pc:cxnChg chg="add mod">
          <ac:chgData name="Parth Walia" userId="63003097-9a48-4653-90c0-3372deb9525c" providerId="ADAL" clId="{191DDA98-5381-4928-84F3-86A653F4F99A}" dt="2025-09-03T16:39:20.160" v="18234" actId="14100"/>
          <ac:cxnSpMkLst>
            <pc:docMk/>
            <pc:sldMk cId="2425379502" sldId="2147479185"/>
            <ac:cxnSpMk id="390" creationId="{5EA62D37-4707-E52F-8BD4-81ADD46F90B6}"/>
          </ac:cxnSpMkLst>
        </pc:cxnChg>
        <pc:cxnChg chg="add mod">
          <ac:chgData name="Parth Walia" userId="63003097-9a48-4653-90c0-3372deb9525c" providerId="ADAL" clId="{191DDA98-5381-4928-84F3-86A653F4F99A}" dt="2025-09-03T16:39:25.415" v="18237" actId="14100"/>
          <ac:cxnSpMkLst>
            <pc:docMk/>
            <pc:sldMk cId="2425379502" sldId="2147479185"/>
            <ac:cxnSpMk id="393" creationId="{DA2EAD74-3077-40BA-5200-DC73EDA7E069}"/>
          </ac:cxnSpMkLst>
        </pc:cxnChg>
        <pc:cxnChg chg="add mod">
          <ac:chgData name="Parth Walia" userId="63003097-9a48-4653-90c0-3372deb9525c" providerId="ADAL" clId="{191DDA98-5381-4928-84F3-86A653F4F99A}" dt="2025-09-03T16:39:28.783" v="18240" actId="14100"/>
          <ac:cxnSpMkLst>
            <pc:docMk/>
            <pc:sldMk cId="2425379502" sldId="2147479185"/>
            <ac:cxnSpMk id="396" creationId="{8532BFF7-7A42-C5DE-AB08-4FFE2681492D}"/>
          </ac:cxnSpMkLst>
        </pc:cxnChg>
        <pc:cxnChg chg="add mod">
          <ac:chgData name="Parth Walia" userId="63003097-9a48-4653-90c0-3372deb9525c" providerId="ADAL" clId="{191DDA98-5381-4928-84F3-86A653F4F99A}" dt="2025-09-03T16:40:08.591" v="18243" actId="14100"/>
          <ac:cxnSpMkLst>
            <pc:docMk/>
            <pc:sldMk cId="2425379502" sldId="2147479185"/>
            <ac:cxnSpMk id="399" creationId="{7FAEFEF6-439B-C70D-F19A-3B86DDDA22D5}"/>
          </ac:cxnSpMkLst>
        </pc:cxnChg>
        <pc:cxnChg chg="add mod">
          <ac:chgData name="Parth Walia" userId="63003097-9a48-4653-90c0-3372deb9525c" providerId="ADAL" clId="{191DDA98-5381-4928-84F3-86A653F4F99A}" dt="2025-09-03T16:40:13.149" v="18246" actId="14100"/>
          <ac:cxnSpMkLst>
            <pc:docMk/>
            <pc:sldMk cId="2425379502" sldId="2147479185"/>
            <ac:cxnSpMk id="402" creationId="{43549EC1-1B40-4C81-CA11-37D173500CA0}"/>
          </ac:cxnSpMkLst>
        </pc:cxnChg>
        <pc:cxnChg chg="add mod">
          <ac:chgData name="Parth Walia" userId="63003097-9a48-4653-90c0-3372deb9525c" providerId="ADAL" clId="{191DDA98-5381-4928-84F3-86A653F4F99A}" dt="2025-09-03T16:40:18.119" v="18249" actId="14100"/>
          <ac:cxnSpMkLst>
            <pc:docMk/>
            <pc:sldMk cId="2425379502" sldId="2147479185"/>
            <ac:cxnSpMk id="405" creationId="{666DC911-0CFE-4769-E992-2BCB9208CB3E}"/>
          </ac:cxnSpMkLst>
        </pc:cxnChg>
        <pc:cxnChg chg="add mod">
          <ac:chgData name="Parth Walia" userId="63003097-9a48-4653-90c0-3372deb9525c" providerId="ADAL" clId="{191DDA98-5381-4928-84F3-86A653F4F99A}" dt="2025-09-03T16:40:26.610" v="18253" actId="14100"/>
          <ac:cxnSpMkLst>
            <pc:docMk/>
            <pc:sldMk cId="2425379502" sldId="2147479185"/>
            <ac:cxnSpMk id="408" creationId="{EE270F9F-1E8A-1D34-0376-D9AF3AFEF5B2}"/>
          </ac:cxnSpMkLst>
        </pc:cxnChg>
      </pc:sldChg>
      <pc:sldChg chg="modSp add mod">
        <pc:chgData name="Parth Walia" userId="63003097-9a48-4653-90c0-3372deb9525c" providerId="ADAL" clId="{191DDA98-5381-4928-84F3-86A653F4F99A}" dt="2025-09-03T13:40:30.991" v="16521" actId="20577"/>
        <pc:sldMkLst>
          <pc:docMk/>
          <pc:sldMk cId="932475914" sldId="2147479186"/>
        </pc:sldMkLst>
        <pc:spChg chg="mod">
          <ac:chgData name="Parth Walia" userId="63003097-9a48-4653-90c0-3372deb9525c" providerId="ADAL" clId="{191DDA98-5381-4928-84F3-86A653F4F99A}" dt="2025-09-03T13:40:30.991" v="16521" actId="20577"/>
          <ac:spMkLst>
            <pc:docMk/>
            <pc:sldMk cId="932475914" sldId="2147479186"/>
            <ac:spMk id="8" creationId="{CB252D88-417D-D263-6041-12F37F37F46A}"/>
          </ac:spMkLst>
        </pc:spChg>
      </pc:sldChg>
      <pc:sldChg chg="modSp add mod">
        <pc:chgData name="Parth Walia" userId="63003097-9a48-4653-90c0-3372deb9525c" providerId="ADAL" clId="{191DDA98-5381-4928-84F3-86A653F4F99A}" dt="2025-09-03T13:40:55.466" v="16548" actId="20577"/>
        <pc:sldMkLst>
          <pc:docMk/>
          <pc:sldMk cId="1928719161" sldId="2147479187"/>
        </pc:sldMkLst>
        <pc:spChg chg="mod">
          <ac:chgData name="Parth Walia" userId="63003097-9a48-4653-90c0-3372deb9525c" providerId="ADAL" clId="{191DDA98-5381-4928-84F3-86A653F4F99A}" dt="2025-09-03T13:40:55.466" v="16548" actId="20577"/>
          <ac:spMkLst>
            <pc:docMk/>
            <pc:sldMk cId="1928719161" sldId="2147479187"/>
            <ac:spMk id="8" creationId="{15D445AA-08CA-F0B4-057E-4C5A9BBD69D0}"/>
          </ac:spMkLst>
        </pc:spChg>
      </pc:sldChg>
      <pc:sldChg chg="modSp add mod">
        <pc:chgData name="Parth Walia" userId="63003097-9a48-4653-90c0-3372deb9525c" providerId="ADAL" clId="{191DDA98-5381-4928-84F3-86A653F4F99A}" dt="2025-09-03T13:40:58.208" v="16549" actId="20577"/>
        <pc:sldMkLst>
          <pc:docMk/>
          <pc:sldMk cId="728323385" sldId="2147479188"/>
        </pc:sldMkLst>
        <pc:spChg chg="mod">
          <ac:chgData name="Parth Walia" userId="63003097-9a48-4653-90c0-3372deb9525c" providerId="ADAL" clId="{191DDA98-5381-4928-84F3-86A653F4F99A}" dt="2025-09-03T13:40:58.208" v="16549" actId="20577"/>
          <ac:spMkLst>
            <pc:docMk/>
            <pc:sldMk cId="728323385" sldId="2147479188"/>
            <ac:spMk id="8" creationId="{B93B7648-0245-CADB-9ED6-DD6922641856}"/>
          </ac:spMkLst>
        </pc:spChg>
      </pc:sldChg>
      <pc:sldChg chg="modSp add mod">
        <pc:chgData name="Parth Walia" userId="63003097-9a48-4653-90c0-3372deb9525c" providerId="ADAL" clId="{191DDA98-5381-4928-84F3-86A653F4F99A}" dt="2025-09-03T13:41:01.207" v="16552" actId="20577"/>
        <pc:sldMkLst>
          <pc:docMk/>
          <pc:sldMk cId="3006553445" sldId="2147479189"/>
        </pc:sldMkLst>
        <pc:spChg chg="mod">
          <ac:chgData name="Parth Walia" userId="63003097-9a48-4653-90c0-3372deb9525c" providerId="ADAL" clId="{191DDA98-5381-4928-84F3-86A653F4F99A}" dt="2025-09-03T13:41:01.207" v="16552" actId="20577"/>
          <ac:spMkLst>
            <pc:docMk/>
            <pc:sldMk cId="3006553445" sldId="2147479189"/>
            <ac:spMk id="8" creationId="{13020DF3-BC7C-3D9A-6341-572F9C531528}"/>
          </ac:spMkLst>
        </pc:spChg>
      </pc:sldChg>
      <pc:sldChg chg="modSp add mod">
        <pc:chgData name="Parth Walia" userId="63003097-9a48-4653-90c0-3372deb9525c" providerId="ADAL" clId="{191DDA98-5381-4928-84F3-86A653F4F99A}" dt="2025-09-03T13:41:08.782" v="16564" actId="20577"/>
        <pc:sldMkLst>
          <pc:docMk/>
          <pc:sldMk cId="3928709733" sldId="2147479190"/>
        </pc:sldMkLst>
        <pc:spChg chg="mod">
          <ac:chgData name="Parth Walia" userId="63003097-9a48-4653-90c0-3372deb9525c" providerId="ADAL" clId="{191DDA98-5381-4928-84F3-86A653F4F99A}" dt="2025-09-03T13:41:08.782" v="16564" actId="20577"/>
          <ac:spMkLst>
            <pc:docMk/>
            <pc:sldMk cId="3928709733" sldId="2147479190"/>
            <ac:spMk id="8" creationId="{FFE4AC17-4354-3358-A992-AB5E7C5BDAE2}"/>
          </ac:spMkLst>
        </pc:spChg>
      </pc:sldChg>
      <pc:sldChg chg="modSp add mod">
        <pc:chgData name="Parth Walia" userId="63003097-9a48-4653-90c0-3372deb9525c" providerId="ADAL" clId="{191DDA98-5381-4928-84F3-86A653F4F99A}" dt="2025-09-03T13:41:33.856" v="16566" actId="20577"/>
        <pc:sldMkLst>
          <pc:docMk/>
          <pc:sldMk cId="3735260449" sldId="2147479191"/>
        </pc:sldMkLst>
        <pc:spChg chg="mod">
          <ac:chgData name="Parth Walia" userId="63003097-9a48-4653-90c0-3372deb9525c" providerId="ADAL" clId="{191DDA98-5381-4928-84F3-86A653F4F99A}" dt="2025-09-03T13:41:33.856" v="16566" actId="20577"/>
          <ac:spMkLst>
            <pc:docMk/>
            <pc:sldMk cId="3735260449" sldId="2147479191"/>
            <ac:spMk id="8" creationId="{D5D3D967-5B55-4FC3-3005-EE6D5BCC922D}"/>
          </ac:spMkLst>
        </pc:spChg>
      </pc:sldChg>
      <pc:sldChg chg="modSp add mod">
        <pc:chgData name="Parth Walia" userId="63003097-9a48-4653-90c0-3372deb9525c" providerId="ADAL" clId="{191DDA98-5381-4928-84F3-86A653F4F99A}" dt="2025-09-03T13:41:36.784" v="16568" actId="20577"/>
        <pc:sldMkLst>
          <pc:docMk/>
          <pc:sldMk cId="432672785" sldId="2147479192"/>
        </pc:sldMkLst>
        <pc:spChg chg="mod">
          <ac:chgData name="Parth Walia" userId="63003097-9a48-4653-90c0-3372deb9525c" providerId="ADAL" clId="{191DDA98-5381-4928-84F3-86A653F4F99A}" dt="2025-09-03T13:41:36.784" v="16568" actId="20577"/>
          <ac:spMkLst>
            <pc:docMk/>
            <pc:sldMk cId="432672785" sldId="2147479192"/>
            <ac:spMk id="8" creationId="{615815A7-EF23-3F96-8E83-3379AD96F8CC}"/>
          </ac:spMkLst>
        </pc:spChg>
      </pc:sldChg>
      <pc:sldChg chg="modSp add mod">
        <pc:chgData name="Parth Walia" userId="63003097-9a48-4653-90c0-3372deb9525c" providerId="ADAL" clId="{191DDA98-5381-4928-84F3-86A653F4F99A}" dt="2025-09-03T13:42:14.770" v="16575" actId="20577"/>
        <pc:sldMkLst>
          <pc:docMk/>
          <pc:sldMk cId="4231701425" sldId="2147479193"/>
        </pc:sldMkLst>
        <pc:spChg chg="mod">
          <ac:chgData name="Parth Walia" userId="63003097-9a48-4653-90c0-3372deb9525c" providerId="ADAL" clId="{191DDA98-5381-4928-84F3-86A653F4F99A}" dt="2025-09-03T13:42:14.770" v="16575" actId="20577"/>
          <ac:spMkLst>
            <pc:docMk/>
            <pc:sldMk cId="4231701425" sldId="2147479193"/>
            <ac:spMk id="8" creationId="{6473A66F-89AF-58FC-567F-3F3776A9457F}"/>
          </ac:spMkLst>
        </pc:spChg>
      </pc:sldChg>
      <pc:sldChg chg="modSp add mod">
        <pc:chgData name="Parth Walia" userId="63003097-9a48-4653-90c0-3372deb9525c" providerId="ADAL" clId="{191DDA98-5381-4928-84F3-86A653F4F99A}" dt="2025-09-03T13:42:22.449" v="16580" actId="20577"/>
        <pc:sldMkLst>
          <pc:docMk/>
          <pc:sldMk cId="51398494" sldId="2147479194"/>
        </pc:sldMkLst>
        <pc:spChg chg="mod">
          <ac:chgData name="Parth Walia" userId="63003097-9a48-4653-90c0-3372deb9525c" providerId="ADAL" clId="{191DDA98-5381-4928-84F3-86A653F4F99A}" dt="2025-09-03T13:42:22.449" v="16580" actId="20577"/>
          <ac:spMkLst>
            <pc:docMk/>
            <pc:sldMk cId="51398494" sldId="2147479194"/>
            <ac:spMk id="8" creationId="{1D088A8F-448D-EECB-572C-1AB3098E1C10}"/>
          </ac:spMkLst>
        </pc:spChg>
      </pc:sldChg>
      <pc:sldChg chg="modSp add mod">
        <pc:chgData name="Parth Walia" userId="63003097-9a48-4653-90c0-3372deb9525c" providerId="ADAL" clId="{191DDA98-5381-4928-84F3-86A653F4F99A}" dt="2025-09-03T13:42:26.126" v="16582" actId="20577"/>
        <pc:sldMkLst>
          <pc:docMk/>
          <pc:sldMk cId="357389490" sldId="2147479195"/>
        </pc:sldMkLst>
        <pc:spChg chg="mod">
          <ac:chgData name="Parth Walia" userId="63003097-9a48-4653-90c0-3372deb9525c" providerId="ADAL" clId="{191DDA98-5381-4928-84F3-86A653F4F99A}" dt="2025-09-03T13:42:26.126" v="16582" actId="20577"/>
          <ac:spMkLst>
            <pc:docMk/>
            <pc:sldMk cId="357389490" sldId="2147479195"/>
            <ac:spMk id="8" creationId="{60159F66-9A39-2894-5EA7-6D68A51CAF06}"/>
          </ac:spMkLst>
        </pc:spChg>
      </pc:sldChg>
      <pc:sldChg chg="modSp add mod">
        <pc:chgData name="Parth Walia" userId="63003097-9a48-4653-90c0-3372deb9525c" providerId="ADAL" clId="{191DDA98-5381-4928-84F3-86A653F4F99A}" dt="2025-09-11T11:32:45.462" v="26071" actId="20577"/>
        <pc:sldMkLst>
          <pc:docMk/>
          <pc:sldMk cId="4072810145" sldId="2147479196"/>
        </pc:sldMkLst>
        <pc:spChg chg="mod">
          <ac:chgData name="Parth Walia" userId="63003097-9a48-4653-90c0-3372deb9525c" providerId="ADAL" clId="{191DDA98-5381-4928-84F3-86A653F4F99A}" dt="2025-09-11T11:32:45.462" v="26071" actId="20577"/>
          <ac:spMkLst>
            <pc:docMk/>
            <pc:sldMk cId="4072810145" sldId="2147479196"/>
            <ac:spMk id="8" creationId="{E2402B2B-F833-CE58-8B54-6145851B503C}"/>
          </ac:spMkLst>
        </pc:spChg>
      </pc:sldChg>
      <pc:sldChg chg="modSp add mod">
        <pc:chgData name="Parth Walia" userId="63003097-9a48-4653-90c0-3372deb9525c" providerId="ADAL" clId="{191DDA98-5381-4928-84F3-86A653F4F99A}" dt="2025-09-11T11:32:49.769" v="26072"/>
        <pc:sldMkLst>
          <pc:docMk/>
          <pc:sldMk cId="3591945291" sldId="2147479197"/>
        </pc:sldMkLst>
        <pc:spChg chg="mod">
          <ac:chgData name="Parth Walia" userId="63003097-9a48-4653-90c0-3372deb9525c" providerId="ADAL" clId="{191DDA98-5381-4928-84F3-86A653F4F99A}" dt="2025-09-11T11:32:49.769" v="26072"/>
          <ac:spMkLst>
            <pc:docMk/>
            <pc:sldMk cId="3591945291" sldId="2147479197"/>
            <ac:spMk id="8" creationId="{13148369-62F4-6CB8-119A-9C45796A482F}"/>
          </ac:spMkLst>
        </pc:spChg>
      </pc:sldChg>
      <pc:sldChg chg="modSp add mod">
        <pc:chgData name="Parth Walia" userId="63003097-9a48-4653-90c0-3372deb9525c" providerId="ADAL" clId="{191DDA98-5381-4928-84F3-86A653F4F99A}" dt="2025-09-11T11:32:52.661" v="26073"/>
        <pc:sldMkLst>
          <pc:docMk/>
          <pc:sldMk cId="2006198126" sldId="2147479198"/>
        </pc:sldMkLst>
        <pc:spChg chg="mod">
          <ac:chgData name="Parth Walia" userId="63003097-9a48-4653-90c0-3372deb9525c" providerId="ADAL" clId="{191DDA98-5381-4928-84F3-86A653F4F99A}" dt="2025-09-11T11:32:52.661" v="26073"/>
          <ac:spMkLst>
            <pc:docMk/>
            <pc:sldMk cId="2006198126" sldId="2147479198"/>
            <ac:spMk id="8" creationId="{9E524ECF-579F-9AD7-F5AC-CE44342BEDA7}"/>
          </ac:spMkLst>
        </pc:spChg>
      </pc:sldChg>
      <pc:sldChg chg="delSp add del mod">
        <pc:chgData name="Parth Walia" userId="63003097-9a48-4653-90c0-3372deb9525c" providerId="ADAL" clId="{191DDA98-5381-4928-84F3-86A653F4F99A}" dt="2025-09-03T14:25:14.302" v="17374" actId="47"/>
        <pc:sldMkLst>
          <pc:docMk/>
          <pc:sldMk cId="1156028630" sldId="2147479199"/>
        </pc:sldMkLst>
      </pc:sldChg>
      <pc:sldChg chg="add mod ord modShow">
        <pc:chgData name="Parth Walia" userId="63003097-9a48-4653-90c0-3372deb9525c" providerId="ADAL" clId="{191DDA98-5381-4928-84F3-86A653F4F99A}" dt="2025-09-04T13:57:29.316" v="20924"/>
        <pc:sldMkLst>
          <pc:docMk/>
          <pc:sldMk cId="2354782344" sldId="2147479199"/>
        </pc:sldMkLst>
      </pc:sldChg>
      <pc:sldChg chg="addSp delSp modSp add del mod ord">
        <pc:chgData name="Parth Walia" userId="63003097-9a48-4653-90c0-3372deb9525c" providerId="ADAL" clId="{191DDA98-5381-4928-84F3-86A653F4F99A}" dt="2025-09-04T13:56:51.256" v="20920" actId="2696"/>
        <pc:sldMkLst>
          <pc:docMk/>
          <pc:sldMk cId="2517648831" sldId="2147479200"/>
        </pc:sldMkLst>
      </pc:sldChg>
      <pc:sldChg chg="add">
        <pc:chgData name="Parth Walia" userId="63003097-9a48-4653-90c0-3372deb9525c" providerId="ADAL" clId="{191DDA98-5381-4928-84F3-86A653F4F99A}" dt="2025-09-04T13:57:00.619" v="20921"/>
        <pc:sldMkLst>
          <pc:docMk/>
          <pc:sldMk cId="3225421094" sldId="2147479200"/>
        </pc:sldMkLst>
      </pc:sldChg>
      <pc:sldChg chg="add del ord">
        <pc:chgData name="Parth Walia" userId="63003097-9a48-4653-90c0-3372deb9525c" providerId="ADAL" clId="{191DDA98-5381-4928-84F3-86A653F4F99A}" dt="2025-09-04T14:24:32.717" v="21838" actId="47"/>
        <pc:sldMkLst>
          <pc:docMk/>
          <pc:sldMk cId="3168169039" sldId="2147479201"/>
        </pc:sldMkLst>
      </pc:sldChg>
      <pc:sldChg chg="add del">
        <pc:chgData name="Parth Walia" userId="63003097-9a48-4653-90c0-3372deb9525c" providerId="ADAL" clId="{191DDA98-5381-4928-84F3-86A653F4F99A}" dt="2025-09-04T14:20:38.984" v="21651" actId="47"/>
        <pc:sldMkLst>
          <pc:docMk/>
          <pc:sldMk cId="3841036434" sldId="2147479202"/>
        </pc:sldMkLst>
      </pc:sldChg>
      <pc:sldChg chg="add del">
        <pc:chgData name="Parth Walia" userId="63003097-9a48-4653-90c0-3372deb9525c" providerId="ADAL" clId="{191DDA98-5381-4928-84F3-86A653F4F99A}" dt="2025-09-04T14:19:58.862" v="21615" actId="2696"/>
        <pc:sldMkLst>
          <pc:docMk/>
          <pc:sldMk cId="3966077528" sldId="2147479202"/>
        </pc:sldMkLst>
      </pc:sldChg>
      <pc:sldChg chg="add del">
        <pc:chgData name="Parth Walia" userId="63003097-9a48-4653-90c0-3372deb9525c" providerId="ADAL" clId="{191DDA98-5381-4928-84F3-86A653F4F99A}" dt="2025-09-04T14:21:15.991" v="21714" actId="47"/>
        <pc:sldMkLst>
          <pc:docMk/>
          <pc:sldMk cId="329509182" sldId="2147479203"/>
        </pc:sldMkLst>
      </pc:sldChg>
      <pc:sldChg chg="add del">
        <pc:chgData name="Parth Walia" userId="63003097-9a48-4653-90c0-3372deb9525c" providerId="ADAL" clId="{191DDA98-5381-4928-84F3-86A653F4F99A}" dt="2025-09-04T14:19:58.862" v="21615" actId="2696"/>
        <pc:sldMkLst>
          <pc:docMk/>
          <pc:sldMk cId="2086125143" sldId="2147479203"/>
        </pc:sldMkLst>
      </pc:sldChg>
      <pc:sldChg chg="addSp delSp modSp add mod">
        <pc:chgData name="Parth Walia" userId="63003097-9a48-4653-90c0-3372deb9525c" providerId="ADAL" clId="{191DDA98-5381-4928-84F3-86A653F4F99A}" dt="2025-09-04T21:47:50.074" v="25892" actId="207"/>
        <pc:sldMkLst>
          <pc:docMk/>
          <pc:sldMk cId="1455890914" sldId="2147479204"/>
        </pc:sldMkLst>
        <pc:spChg chg="mod">
          <ac:chgData name="Parth Walia" userId="63003097-9a48-4653-90c0-3372deb9525c" providerId="ADAL" clId="{191DDA98-5381-4928-84F3-86A653F4F99A}" dt="2025-09-04T14:46:40.541" v="22259" actId="20577"/>
          <ac:spMkLst>
            <pc:docMk/>
            <pc:sldMk cId="1455890914" sldId="2147479204"/>
            <ac:spMk id="8" creationId="{73258807-329C-CC73-1AE8-59D48615C003}"/>
          </ac:spMkLst>
        </pc:spChg>
        <pc:spChg chg="mod topLvl">
          <ac:chgData name="Parth Walia" userId="63003097-9a48-4653-90c0-3372deb9525c" providerId="ADAL" clId="{191DDA98-5381-4928-84F3-86A653F4F99A}" dt="2025-09-04T19:14:17.566" v="23333" actId="165"/>
          <ac:spMkLst>
            <pc:docMk/>
            <pc:sldMk cId="1455890914" sldId="2147479204"/>
            <ac:spMk id="58" creationId="{C0CFF86E-48F4-9F26-DC02-D8EF63FE71D2}"/>
          </ac:spMkLst>
        </pc:spChg>
        <pc:spChg chg="mod topLvl">
          <ac:chgData name="Parth Walia" userId="63003097-9a48-4653-90c0-3372deb9525c" providerId="ADAL" clId="{191DDA98-5381-4928-84F3-86A653F4F99A}" dt="2025-09-04T19:14:17.566" v="23333" actId="165"/>
          <ac:spMkLst>
            <pc:docMk/>
            <pc:sldMk cId="1455890914" sldId="2147479204"/>
            <ac:spMk id="59" creationId="{FA2EADF3-FE75-2DB7-0C63-A277024D358B}"/>
          </ac:spMkLst>
        </pc:spChg>
        <pc:spChg chg="mod topLvl">
          <ac:chgData name="Parth Walia" userId="63003097-9a48-4653-90c0-3372deb9525c" providerId="ADAL" clId="{191DDA98-5381-4928-84F3-86A653F4F99A}" dt="2025-09-04T19:41:23.105" v="23963" actId="20577"/>
          <ac:spMkLst>
            <pc:docMk/>
            <pc:sldMk cId="1455890914" sldId="2147479204"/>
            <ac:spMk id="60" creationId="{CFA8E3FA-A404-06CC-F079-14C256B5CD38}"/>
          </ac:spMkLst>
        </pc:spChg>
        <pc:spChg chg="mod topLvl">
          <ac:chgData name="Parth Walia" userId="63003097-9a48-4653-90c0-3372deb9525c" providerId="ADAL" clId="{191DDA98-5381-4928-84F3-86A653F4F99A}" dt="2025-09-04T19:14:17.566" v="23333" actId="165"/>
          <ac:spMkLst>
            <pc:docMk/>
            <pc:sldMk cId="1455890914" sldId="2147479204"/>
            <ac:spMk id="61" creationId="{E26DE839-BE5C-1BC4-03F9-CD7AA430572D}"/>
          </ac:spMkLst>
        </pc:spChg>
        <pc:spChg chg="mod topLvl">
          <ac:chgData name="Parth Walia" userId="63003097-9a48-4653-90c0-3372deb9525c" providerId="ADAL" clId="{191DDA98-5381-4928-84F3-86A653F4F99A}" dt="2025-09-04T19:14:17.566" v="23333" actId="165"/>
          <ac:spMkLst>
            <pc:docMk/>
            <pc:sldMk cId="1455890914" sldId="2147479204"/>
            <ac:spMk id="62" creationId="{A0E17AE3-D7EF-5937-3624-643702E9C700}"/>
          </ac:spMkLst>
        </pc:spChg>
        <pc:spChg chg="mod topLvl">
          <ac:chgData name="Parth Walia" userId="63003097-9a48-4653-90c0-3372deb9525c" providerId="ADAL" clId="{191DDA98-5381-4928-84F3-86A653F4F99A}" dt="2025-09-04T19:14:17.566" v="23333" actId="165"/>
          <ac:spMkLst>
            <pc:docMk/>
            <pc:sldMk cId="1455890914" sldId="2147479204"/>
            <ac:spMk id="63" creationId="{2DCB3260-820A-DF44-05B7-1AEE7C6A66B7}"/>
          </ac:spMkLst>
        </pc:spChg>
        <pc:spChg chg="mod topLvl">
          <ac:chgData name="Parth Walia" userId="63003097-9a48-4653-90c0-3372deb9525c" providerId="ADAL" clId="{191DDA98-5381-4928-84F3-86A653F4F99A}" dt="2025-09-04T19:14:17.566" v="23333" actId="165"/>
          <ac:spMkLst>
            <pc:docMk/>
            <pc:sldMk cId="1455890914" sldId="2147479204"/>
            <ac:spMk id="64" creationId="{3D0174AC-3807-771D-D089-9325BF6C49DB}"/>
          </ac:spMkLst>
        </pc:spChg>
        <pc:spChg chg="mod topLvl">
          <ac:chgData name="Parth Walia" userId="63003097-9a48-4653-90c0-3372deb9525c" providerId="ADAL" clId="{191DDA98-5381-4928-84F3-86A653F4F99A}" dt="2025-09-04T19:14:17.566" v="23333" actId="165"/>
          <ac:spMkLst>
            <pc:docMk/>
            <pc:sldMk cId="1455890914" sldId="2147479204"/>
            <ac:spMk id="65" creationId="{242699AB-4018-D342-EED0-F3E6DFB9AC42}"/>
          </ac:spMkLst>
        </pc:spChg>
        <pc:spChg chg="mod topLvl">
          <ac:chgData name="Parth Walia" userId="63003097-9a48-4653-90c0-3372deb9525c" providerId="ADAL" clId="{191DDA98-5381-4928-84F3-86A653F4F99A}" dt="2025-09-04T19:14:17.566" v="23333" actId="165"/>
          <ac:spMkLst>
            <pc:docMk/>
            <pc:sldMk cId="1455890914" sldId="2147479204"/>
            <ac:spMk id="66" creationId="{7FD81C09-8750-F26D-5EC0-3B4574FBE5CE}"/>
          </ac:spMkLst>
        </pc:spChg>
        <pc:spChg chg="mod topLvl">
          <ac:chgData name="Parth Walia" userId="63003097-9a48-4653-90c0-3372deb9525c" providerId="ADAL" clId="{191DDA98-5381-4928-84F3-86A653F4F99A}" dt="2025-09-04T19:14:17.566" v="23333" actId="165"/>
          <ac:spMkLst>
            <pc:docMk/>
            <pc:sldMk cId="1455890914" sldId="2147479204"/>
            <ac:spMk id="67" creationId="{5B4B2D16-F3DE-5E4F-ED5E-F6C7E193E254}"/>
          </ac:spMkLst>
        </pc:spChg>
        <pc:spChg chg="add mod ord">
          <ac:chgData name="Parth Walia" userId="63003097-9a48-4653-90c0-3372deb9525c" providerId="ADAL" clId="{191DDA98-5381-4928-84F3-86A653F4F99A}" dt="2025-09-04T19:56:32.501" v="24311" actId="3064"/>
          <ac:spMkLst>
            <pc:docMk/>
            <pc:sldMk cId="1455890914" sldId="2147479204"/>
            <ac:spMk id="68" creationId="{5162898F-AC3E-38DA-0EEB-830A1D202F6A}"/>
          </ac:spMkLst>
        </pc:spChg>
        <pc:spChg chg="add mod ord topLvl">
          <ac:chgData name="Parth Walia" userId="63003097-9a48-4653-90c0-3372deb9525c" providerId="ADAL" clId="{191DDA98-5381-4928-84F3-86A653F4F99A}" dt="2025-09-04T19:56:31.842" v="24310" actId="3064"/>
          <ac:spMkLst>
            <pc:docMk/>
            <pc:sldMk cId="1455890914" sldId="2147479204"/>
            <ac:spMk id="69" creationId="{3EF13D6F-19A7-3D0E-AC8F-97CD547C10E2}"/>
          </ac:spMkLst>
        </pc:spChg>
        <pc:spChg chg="mod topLvl">
          <ac:chgData name="Parth Walia" userId="63003097-9a48-4653-90c0-3372deb9525c" providerId="ADAL" clId="{191DDA98-5381-4928-84F3-86A653F4F99A}" dt="2025-09-04T21:25:30.734" v="25359" actId="3064"/>
          <ac:spMkLst>
            <pc:docMk/>
            <pc:sldMk cId="1455890914" sldId="2147479204"/>
            <ac:spMk id="76" creationId="{AF95F57A-A898-D3BB-2ECE-04D22E927D01}"/>
          </ac:spMkLst>
        </pc:spChg>
        <pc:spChg chg="mod topLvl">
          <ac:chgData name="Parth Walia" userId="63003097-9a48-4653-90c0-3372deb9525c" providerId="ADAL" clId="{191DDA98-5381-4928-84F3-86A653F4F99A}" dt="2025-09-04T21:25:30.734" v="25359" actId="3064"/>
          <ac:spMkLst>
            <pc:docMk/>
            <pc:sldMk cId="1455890914" sldId="2147479204"/>
            <ac:spMk id="77" creationId="{E96346AB-1963-EEF9-4608-874779CFD6AC}"/>
          </ac:spMkLst>
        </pc:spChg>
        <pc:spChg chg="mod topLvl">
          <ac:chgData name="Parth Walia" userId="63003097-9a48-4653-90c0-3372deb9525c" providerId="ADAL" clId="{191DDA98-5381-4928-84F3-86A653F4F99A}" dt="2025-09-04T21:25:30.734" v="25359" actId="3064"/>
          <ac:spMkLst>
            <pc:docMk/>
            <pc:sldMk cId="1455890914" sldId="2147479204"/>
            <ac:spMk id="78" creationId="{E684BA6E-E9C8-96DF-CE5D-6862BCBD74B8}"/>
          </ac:spMkLst>
        </pc:spChg>
        <pc:spChg chg="mod">
          <ac:chgData name="Parth Walia" userId="63003097-9a48-4653-90c0-3372deb9525c" providerId="ADAL" clId="{191DDA98-5381-4928-84F3-86A653F4F99A}" dt="2025-09-04T21:25:37.808" v="25363" actId="3064"/>
          <ac:spMkLst>
            <pc:docMk/>
            <pc:sldMk cId="1455890914" sldId="2147479204"/>
            <ac:spMk id="88" creationId="{1B0CD15B-675D-91B5-0FC6-78AA473C2BC6}"/>
          </ac:spMkLst>
        </pc:spChg>
        <pc:spChg chg="mod">
          <ac:chgData name="Parth Walia" userId="63003097-9a48-4653-90c0-3372deb9525c" providerId="ADAL" clId="{191DDA98-5381-4928-84F3-86A653F4F99A}" dt="2025-09-04T21:25:37.808" v="25363" actId="3064"/>
          <ac:spMkLst>
            <pc:docMk/>
            <pc:sldMk cId="1455890914" sldId="2147479204"/>
            <ac:spMk id="90" creationId="{144665BF-2805-F23C-0298-91DB7E5051EB}"/>
          </ac:spMkLst>
        </pc:spChg>
        <pc:spChg chg="add mod">
          <ac:chgData name="Parth Walia" userId="63003097-9a48-4653-90c0-3372deb9525c" providerId="ADAL" clId="{191DDA98-5381-4928-84F3-86A653F4F99A}" dt="2025-09-04T20:50:07.433" v="24694" actId="3064"/>
          <ac:spMkLst>
            <pc:docMk/>
            <pc:sldMk cId="1455890914" sldId="2147479204"/>
            <ac:spMk id="136" creationId="{4972983C-8F90-274E-D5EC-D961CB71AB4F}"/>
          </ac:spMkLst>
        </pc:spChg>
        <pc:spChg chg="mod">
          <ac:chgData name="Parth Walia" userId="63003097-9a48-4653-90c0-3372deb9525c" providerId="ADAL" clId="{191DDA98-5381-4928-84F3-86A653F4F99A}" dt="2025-09-04T19:38:54.657" v="23922"/>
          <ac:spMkLst>
            <pc:docMk/>
            <pc:sldMk cId="1455890914" sldId="2147479204"/>
            <ac:spMk id="138" creationId="{CACBF741-129A-BC6B-1AF3-1D59008A7EC2}"/>
          </ac:spMkLst>
        </pc:spChg>
        <pc:spChg chg="mod">
          <ac:chgData name="Parth Walia" userId="63003097-9a48-4653-90c0-3372deb9525c" providerId="ADAL" clId="{191DDA98-5381-4928-84F3-86A653F4F99A}" dt="2025-09-04T21:26:07.218" v="25379" actId="3064"/>
          <ac:spMkLst>
            <pc:docMk/>
            <pc:sldMk cId="1455890914" sldId="2147479204"/>
            <ac:spMk id="140" creationId="{444F6705-6DD6-42B1-A0DC-7E1F14F52A1F}"/>
          </ac:spMkLst>
        </pc:spChg>
        <pc:spChg chg="mod">
          <ac:chgData name="Parth Walia" userId="63003097-9a48-4653-90c0-3372deb9525c" providerId="ADAL" clId="{191DDA98-5381-4928-84F3-86A653F4F99A}" dt="2025-09-04T21:26:07.218" v="25379" actId="3064"/>
          <ac:spMkLst>
            <pc:docMk/>
            <pc:sldMk cId="1455890914" sldId="2147479204"/>
            <ac:spMk id="142" creationId="{389533F1-A476-F0F9-2F55-0BD1D7C3BCA1}"/>
          </ac:spMkLst>
        </pc:spChg>
        <pc:spChg chg="mod">
          <ac:chgData name="Parth Walia" userId="63003097-9a48-4653-90c0-3372deb9525c" providerId="ADAL" clId="{191DDA98-5381-4928-84F3-86A653F4F99A}" dt="2025-09-04T20:13:43.240" v="24688" actId="3064"/>
          <ac:spMkLst>
            <pc:docMk/>
            <pc:sldMk cId="1455890914" sldId="2147479204"/>
            <ac:spMk id="149" creationId="{047973BF-8FE1-7E3A-4A0C-1C1AF9805EEC}"/>
          </ac:spMkLst>
        </pc:spChg>
        <pc:spChg chg="mod">
          <ac:chgData name="Parth Walia" userId="63003097-9a48-4653-90c0-3372deb9525c" providerId="ADAL" clId="{191DDA98-5381-4928-84F3-86A653F4F99A}" dt="2025-09-04T21:26:13.970" v="25383" actId="3064"/>
          <ac:spMkLst>
            <pc:docMk/>
            <pc:sldMk cId="1455890914" sldId="2147479204"/>
            <ac:spMk id="151" creationId="{7B0D574E-640E-4DD5-97DC-4B61271A5134}"/>
          </ac:spMkLst>
        </pc:spChg>
        <pc:spChg chg="mod">
          <ac:chgData name="Parth Walia" userId="63003097-9a48-4653-90c0-3372deb9525c" providerId="ADAL" clId="{191DDA98-5381-4928-84F3-86A653F4F99A}" dt="2025-09-04T21:26:13.970" v="25383" actId="3064"/>
          <ac:spMkLst>
            <pc:docMk/>
            <pc:sldMk cId="1455890914" sldId="2147479204"/>
            <ac:spMk id="153" creationId="{DC569002-5134-2BDE-0BD4-E1BE5A9E7B52}"/>
          </ac:spMkLst>
        </pc:spChg>
        <pc:spChg chg="mod">
          <ac:chgData name="Parth Walia" userId="63003097-9a48-4653-90c0-3372deb9525c" providerId="ADAL" clId="{191DDA98-5381-4928-84F3-86A653F4F99A}" dt="2025-09-04T19:56:31.438" v="24309" actId="3064"/>
          <ac:spMkLst>
            <pc:docMk/>
            <pc:sldMk cId="1455890914" sldId="2147479204"/>
            <ac:spMk id="155" creationId="{66CE67A7-1ED8-4D98-43F7-1DD4984DAF5D}"/>
          </ac:spMkLst>
        </pc:spChg>
        <pc:spChg chg="mod">
          <ac:chgData name="Parth Walia" userId="63003097-9a48-4653-90c0-3372deb9525c" providerId="ADAL" clId="{191DDA98-5381-4928-84F3-86A653F4F99A}" dt="2025-09-04T21:25:55.562" v="25371" actId="3064"/>
          <ac:spMkLst>
            <pc:docMk/>
            <pc:sldMk cId="1455890914" sldId="2147479204"/>
            <ac:spMk id="157" creationId="{4B8B72F8-3E35-1ABC-A88F-C03C11339DE6}"/>
          </ac:spMkLst>
        </pc:spChg>
        <pc:spChg chg="mod">
          <ac:chgData name="Parth Walia" userId="63003097-9a48-4653-90c0-3372deb9525c" providerId="ADAL" clId="{191DDA98-5381-4928-84F3-86A653F4F99A}" dt="2025-09-04T21:25:55.562" v="25371" actId="3064"/>
          <ac:spMkLst>
            <pc:docMk/>
            <pc:sldMk cId="1455890914" sldId="2147479204"/>
            <ac:spMk id="159" creationId="{A2B490A9-87BA-C9D7-5819-750CFAE154AB}"/>
          </ac:spMkLst>
        </pc:spChg>
        <pc:spChg chg="mod">
          <ac:chgData name="Parth Walia" userId="63003097-9a48-4653-90c0-3372deb9525c" providerId="ADAL" clId="{191DDA98-5381-4928-84F3-86A653F4F99A}" dt="2025-09-04T19:58:57.513" v="24380" actId="20577"/>
          <ac:spMkLst>
            <pc:docMk/>
            <pc:sldMk cId="1455890914" sldId="2147479204"/>
            <ac:spMk id="162" creationId="{420898F4-3483-77A2-8D40-8274AC0E3A1D}"/>
          </ac:spMkLst>
        </pc:spChg>
        <pc:spChg chg="mod">
          <ac:chgData name="Parth Walia" userId="63003097-9a48-4653-90c0-3372deb9525c" providerId="ADAL" clId="{191DDA98-5381-4928-84F3-86A653F4F99A}" dt="2025-09-04T21:26:00.109" v="25375" actId="3064"/>
          <ac:spMkLst>
            <pc:docMk/>
            <pc:sldMk cId="1455890914" sldId="2147479204"/>
            <ac:spMk id="164" creationId="{21F63512-033A-D170-C36A-159A59474ABF}"/>
          </ac:spMkLst>
        </pc:spChg>
        <pc:spChg chg="mod">
          <ac:chgData name="Parth Walia" userId="63003097-9a48-4653-90c0-3372deb9525c" providerId="ADAL" clId="{191DDA98-5381-4928-84F3-86A653F4F99A}" dt="2025-09-04T21:26:00.109" v="25375" actId="3064"/>
          <ac:spMkLst>
            <pc:docMk/>
            <pc:sldMk cId="1455890914" sldId="2147479204"/>
            <ac:spMk id="166" creationId="{33C88AF3-211B-3240-0230-D195F3D40FA1}"/>
          </ac:spMkLst>
        </pc:spChg>
        <pc:spChg chg="mod">
          <ac:chgData name="Parth Walia" userId="63003097-9a48-4653-90c0-3372deb9525c" providerId="ADAL" clId="{191DDA98-5381-4928-84F3-86A653F4F99A}" dt="2025-09-04T21:25:44.139" v="25367" actId="3064"/>
          <ac:spMkLst>
            <pc:docMk/>
            <pc:sldMk cId="1455890914" sldId="2147479204"/>
            <ac:spMk id="168" creationId="{26087B62-026C-BA51-D882-366B34A64AF8}"/>
          </ac:spMkLst>
        </pc:spChg>
        <pc:spChg chg="mod">
          <ac:chgData name="Parth Walia" userId="63003097-9a48-4653-90c0-3372deb9525c" providerId="ADAL" clId="{191DDA98-5381-4928-84F3-86A653F4F99A}" dt="2025-09-04T21:25:44.139" v="25367" actId="3064"/>
          <ac:spMkLst>
            <pc:docMk/>
            <pc:sldMk cId="1455890914" sldId="2147479204"/>
            <ac:spMk id="170" creationId="{41651078-95C1-2152-B511-C17905B86250}"/>
          </ac:spMkLst>
        </pc:spChg>
        <pc:spChg chg="add mod">
          <ac:chgData name="Parth Walia" userId="63003097-9a48-4653-90c0-3372deb9525c" providerId="ADAL" clId="{191DDA98-5381-4928-84F3-86A653F4F99A}" dt="2025-09-04T19:51:19.224" v="24148" actId="1076"/>
          <ac:spMkLst>
            <pc:docMk/>
            <pc:sldMk cId="1455890914" sldId="2147479204"/>
            <ac:spMk id="202" creationId="{1533331F-C309-4346-0E0C-A48C4EA71071}"/>
          </ac:spMkLst>
        </pc:spChg>
        <pc:grpChg chg="add mod">
          <ac:chgData name="Parth Walia" userId="63003097-9a48-4653-90c0-3372deb9525c" providerId="ADAL" clId="{191DDA98-5381-4928-84F3-86A653F4F99A}" dt="2025-09-04T19:27:27.790" v="23754" actId="164"/>
          <ac:grpSpMkLst>
            <pc:docMk/>
            <pc:sldMk cId="1455890914" sldId="2147479204"/>
            <ac:grpSpMk id="79" creationId="{0ABD21AC-CE67-3A98-9002-50929673231A}"/>
          </ac:grpSpMkLst>
        </pc:grpChg>
        <pc:grpChg chg="add mod">
          <ac:chgData name="Parth Walia" userId="63003097-9a48-4653-90c0-3372deb9525c" providerId="ADAL" clId="{191DDA98-5381-4928-84F3-86A653F4F99A}" dt="2025-09-04T19:37:53.507" v="23905" actId="1076"/>
          <ac:grpSpMkLst>
            <pc:docMk/>
            <pc:sldMk cId="1455890914" sldId="2147479204"/>
            <ac:grpSpMk id="85" creationId="{2215610D-EABA-B417-8F64-13A7F73C146E}"/>
          </ac:grpSpMkLst>
        </pc:grpChg>
        <pc:grpChg chg="add mod topLvl">
          <ac:chgData name="Parth Walia" userId="63003097-9a48-4653-90c0-3372deb9525c" providerId="ADAL" clId="{191DDA98-5381-4928-84F3-86A653F4F99A}" dt="2025-09-04T19:42:29.353" v="23980" actId="164"/>
          <ac:grpSpMkLst>
            <pc:docMk/>
            <pc:sldMk cId="1455890914" sldId="2147479204"/>
            <ac:grpSpMk id="87" creationId="{86ACBC47-21A9-28AF-F5CA-98E1AE989184}"/>
          </ac:grpSpMkLst>
        </pc:grpChg>
        <pc:grpChg chg="add mod">
          <ac:chgData name="Parth Walia" userId="63003097-9a48-4653-90c0-3372deb9525c" providerId="ADAL" clId="{191DDA98-5381-4928-84F3-86A653F4F99A}" dt="2025-09-04T19:39:47.504" v="23935" actId="1076"/>
          <ac:grpSpMkLst>
            <pc:docMk/>
            <pc:sldMk cId="1455890914" sldId="2147479204"/>
            <ac:grpSpMk id="137" creationId="{E26F7323-E646-12DD-E26B-D5CF7ED27B37}"/>
          </ac:grpSpMkLst>
        </pc:grpChg>
        <pc:grpChg chg="mod">
          <ac:chgData name="Parth Walia" userId="63003097-9a48-4653-90c0-3372deb9525c" providerId="ADAL" clId="{191DDA98-5381-4928-84F3-86A653F4F99A}" dt="2025-09-04T19:38:54.657" v="23922"/>
          <ac:grpSpMkLst>
            <pc:docMk/>
            <pc:sldMk cId="1455890914" sldId="2147479204"/>
            <ac:grpSpMk id="139" creationId="{D7D3BFFC-65EE-43EC-45B3-9FDF6FF00D54}"/>
          </ac:grpSpMkLst>
        </pc:grpChg>
        <pc:grpChg chg="mod">
          <ac:chgData name="Parth Walia" userId="63003097-9a48-4653-90c0-3372deb9525c" providerId="ADAL" clId="{191DDA98-5381-4928-84F3-86A653F4F99A}" dt="2025-09-04T19:40:26.758" v="23941" actId="1076"/>
          <ac:grpSpMkLst>
            <pc:docMk/>
            <pc:sldMk cId="1455890914" sldId="2147479204"/>
            <ac:grpSpMk id="148" creationId="{3287A442-6F1F-19CE-0645-B470E67BAA69}"/>
          </ac:grpSpMkLst>
        </pc:grpChg>
        <pc:grpChg chg="mod">
          <ac:chgData name="Parth Walia" userId="63003097-9a48-4653-90c0-3372deb9525c" providerId="ADAL" clId="{191DDA98-5381-4928-84F3-86A653F4F99A}" dt="2025-09-04T19:39:54.543" v="23938"/>
          <ac:grpSpMkLst>
            <pc:docMk/>
            <pc:sldMk cId="1455890914" sldId="2147479204"/>
            <ac:grpSpMk id="150" creationId="{2AD5CF41-6930-5B7B-AB83-FB947D37D105}"/>
          </ac:grpSpMkLst>
        </pc:grpChg>
        <pc:grpChg chg="add mod">
          <ac:chgData name="Parth Walia" userId="63003097-9a48-4653-90c0-3372deb9525c" providerId="ADAL" clId="{191DDA98-5381-4928-84F3-86A653F4F99A}" dt="2025-09-04T19:40:06.586" v="23940" actId="1076"/>
          <ac:grpSpMkLst>
            <pc:docMk/>
            <pc:sldMk cId="1455890914" sldId="2147479204"/>
            <ac:grpSpMk id="154" creationId="{A38CBEEA-1D11-3FDB-26CA-391D7F72539F}"/>
          </ac:grpSpMkLst>
        </pc:grpChg>
        <pc:grpChg chg="add mod">
          <ac:chgData name="Parth Walia" userId="63003097-9a48-4653-90c0-3372deb9525c" providerId="ADAL" clId="{191DDA98-5381-4928-84F3-86A653F4F99A}" dt="2025-09-04T19:41:13.510" v="23952" actId="1076"/>
          <ac:grpSpMkLst>
            <pc:docMk/>
            <pc:sldMk cId="1455890914" sldId="2147479204"/>
            <ac:grpSpMk id="161" creationId="{BDD4C1D3-B94B-0B19-5FEA-9A229A6D85B9}"/>
          </ac:grpSpMkLst>
        </pc:grpChg>
        <pc:grpChg chg="mod">
          <ac:chgData name="Parth Walia" userId="63003097-9a48-4653-90c0-3372deb9525c" providerId="ADAL" clId="{191DDA98-5381-4928-84F3-86A653F4F99A}" dt="2025-09-04T19:41:02.513" v="23951"/>
          <ac:grpSpMkLst>
            <pc:docMk/>
            <pc:sldMk cId="1455890914" sldId="2147479204"/>
            <ac:grpSpMk id="163" creationId="{662AC54C-2A56-2A90-613E-3B19C7487F64}"/>
          </ac:grpSpMkLst>
        </pc:grpChg>
        <pc:grpChg chg="add mod">
          <ac:chgData name="Parth Walia" userId="63003097-9a48-4653-90c0-3372deb9525c" providerId="ADAL" clId="{191DDA98-5381-4928-84F3-86A653F4F99A}" dt="2025-09-04T19:42:39.891" v="23983" actId="164"/>
          <ac:grpSpMkLst>
            <pc:docMk/>
            <pc:sldMk cId="1455890914" sldId="2147479204"/>
            <ac:grpSpMk id="167" creationId="{84FD90E2-94B6-FD25-664F-BA28D3D81256}"/>
          </ac:grpSpMkLst>
        </pc:grpChg>
        <pc:grpChg chg="add mod">
          <ac:chgData name="Parth Walia" userId="63003097-9a48-4653-90c0-3372deb9525c" providerId="ADAL" clId="{191DDA98-5381-4928-84F3-86A653F4F99A}" dt="2025-09-04T19:42:29.353" v="23980" actId="164"/>
          <ac:grpSpMkLst>
            <pc:docMk/>
            <pc:sldMk cId="1455890914" sldId="2147479204"/>
            <ac:grpSpMk id="171" creationId="{B4BCE6AB-5ECE-269D-0919-0DF8584CD3E6}"/>
          </ac:grpSpMkLst>
        </pc:grpChg>
        <pc:grpChg chg="add mod">
          <ac:chgData name="Parth Walia" userId="63003097-9a48-4653-90c0-3372deb9525c" providerId="ADAL" clId="{191DDA98-5381-4928-84F3-86A653F4F99A}" dt="2025-09-04T19:42:39.891" v="23983" actId="164"/>
          <ac:grpSpMkLst>
            <pc:docMk/>
            <pc:sldMk cId="1455890914" sldId="2147479204"/>
            <ac:grpSpMk id="172" creationId="{44D6B5EF-2BD7-C588-836C-089EA7A82A28}"/>
          </ac:grpSpMkLst>
        </pc:grpChg>
        <pc:graphicFrameChg chg="mod modGraphic">
          <ac:chgData name="Parth Walia" userId="63003097-9a48-4653-90c0-3372deb9525c" providerId="ADAL" clId="{191DDA98-5381-4928-84F3-86A653F4F99A}" dt="2025-09-04T21:47:50.074" v="25892" actId="207"/>
          <ac:graphicFrameMkLst>
            <pc:docMk/>
            <pc:sldMk cId="1455890914" sldId="2147479204"/>
            <ac:graphicFrameMk id="24" creationId="{5134005E-5B2E-46A6-53CB-FAAEB036B4A6}"/>
          </ac:graphicFrameMkLst>
        </pc:graphicFrameChg>
        <pc:graphicFrameChg chg="mod modGraphic">
          <ac:chgData name="Parth Walia" userId="63003097-9a48-4653-90c0-3372deb9525c" providerId="ADAL" clId="{191DDA98-5381-4928-84F3-86A653F4F99A}" dt="2025-09-04T19:50:33.566" v="24129" actId="20577"/>
          <ac:graphicFrameMkLst>
            <pc:docMk/>
            <pc:sldMk cId="1455890914" sldId="2147479204"/>
            <ac:graphicFrameMk id="25" creationId="{B4951E47-70CF-0594-F252-333EFF6F7AE1}"/>
          </ac:graphicFrameMkLst>
        </pc:graphicFrameChg>
        <pc:cxnChg chg="add mod ord">
          <ac:chgData name="Parth Walia" userId="63003097-9a48-4653-90c0-3372deb9525c" providerId="ADAL" clId="{191DDA98-5381-4928-84F3-86A653F4F99A}" dt="2025-09-04T21:01:56.852" v="24847" actId="14100"/>
          <ac:cxnSpMkLst>
            <pc:docMk/>
            <pc:sldMk cId="1455890914" sldId="2147479204"/>
            <ac:cxnSpMk id="174" creationId="{9976C15E-AC9C-BA25-45D5-89C8F5304302}"/>
          </ac:cxnSpMkLst>
        </pc:cxnChg>
        <pc:cxnChg chg="add mod ord">
          <ac:chgData name="Parth Walia" userId="63003097-9a48-4653-90c0-3372deb9525c" providerId="ADAL" clId="{191DDA98-5381-4928-84F3-86A653F4F99A}" dt="2025-09-04T21:01:44.645" v="24844" actId="14100"/>
          <ac:cxnSpMkLst>
            <pc:docMk/>
            <pc:sldMk cId="1455890914" sldId="2147479204"/>
            <ac:cxnSpMk id="179" creationId="{6DBB0983-9722-E109-6D2B-8FC526495CF9}"/>
          </ac:cxnSpMkLst>
        </pc:cxnChg>
        <pc:cxnChg chg="add mod ord">
          <ac:chgData name="Parth Walia" userId="63003097-9a48-4653-90c0-3372deb9525c" providerId="ADAL" clId="{191DDA98-5381-4928-84F3-86A653F4F99A}" dt="2025-09-04T21:02:21.526" v="24853" actId="14100"/>
          <ac:cxnSpMkLst>
            <pc:docMk/>
            <pc:sldMk cId="1455890914" sldId="2147479204"/>
            <ac:cxnSpMk id="183" creationId="{6EC06F38-EDB8-1401-F15F-9FFD6D949A49}"/>
          </ac:cxnSpMkLst>
        </pc:cxnChg>
        <pc:cxnChg chg="add mod ord">
          <ac:chgData name="Parth Walia" userId="63003097-9a48-4653-90c0-3372deb9525c" providerId="ADAL" clId="{191DDA98-5381-4928-84F3-86A653F4F99A}" dt="2025-09-04T21:02:10.314" v="24850" actId="14100"/>
          <ac:cxnSpMkLst>
            <pc:docMk/>
            <pc:sldMk cId="1455890914" sldId="2147479204"/>
            <ac:cxnSpMk id="186" creationId="{5AD8A1F0-C23E-9B54-4844-6D061EB91324}"/>
          </ac:cxnSpMkLst>
        </pc:cxnChg>
        <pc:cxnChg chg="add mod ord">
          <ac:chgData name="Parth Walia" userId="63003097-9a48-4653-90c0-3372deb9525c" providerId="ADAL" clId="{191DDA98-5381-4928-84F3-86A653F4F99A}" dt="2025-09-04T21:01:14.776" v="24837" actId="692"/>
          <ac:cxnSpMkLst>
            <pc:docMk/>
            <pc:sldMk cId="1455890914" sldId="2147479204"/>
            <ac:cxnSpMk id="188" creationId="{68C87EE3-3DD1-2A2D-9AFA-06DD0C19B3D9}"/>
          </ac:cxnSpMkLst>
        </pc:cxnChg>
        <pc:cxnChg chg="add mod ord">
          <ac:chgData name="Parth Walia" userId="63003097-9a48-4653-90c0-3372deb9525c" providerId="ADAL" clId="{191DDA98-5381-4928-84F3-86A653F4F99A}" dt="2025-09-04T21:01:14.776" v="24837" actId="692"/>
          <ac:cxnSpMkLst>
            <pc:docMk/>
            <pc:sldMk cId="1455890914" sldId="2147479204"/>
            <ac:cxnSpMk id="194" creationId="{81E90C00-CEE4-2196-E63D-FC105B333367}"/>
          </ac:cxnSpMkLst>
        </pc:cxnChg>
      </pc:sldChg>
      <pc:sldChg chg="add del">
        <pc:chgData name="Parth Walia" userId="63003097-9a48-4653-90c0-3372deb9525c" providerId="ADAL" clId="{191DDA98-5381-4928-84F3-86A653F4F99A}" dt="2025-09-04T14:22:24.419" v="21753" actId="47"/>
        <pc:sldMkLst>
          <pc:docMk/>
          <pc:sldMk cId="982485197" sldId="2147479205"/>
        </pc:sldMkLst>
      </pc:sldChg>
      <pc:sldChg chg="addSp delSp modSp add del mod">
        <pc:chgData name="Parth Walia" userId="63003097-9a48-4653-90c0-3372deb9525c" providerId="ADAL" clId="{191DDA98-5381-4928-84F3-86A653F4F99A}" dt="2025-09-04T18:59:24.624" v="23155" actId="47"/>
        <pc:sldMkLst>
          <pc:docMk/>
          <pc:sldMk cId="88728025" sldId="2147479206"/>
        </pc:sldMkLst>
      </pc:sldChg>
      <pc:sldChg chg="addSp delSp modSp add del mod">
        <pc:chgData name="Parth Walia" userId="63003097-9a48-4653-90c0-3372deb9525c" providerId="ADAL" clId="{191DDA98-5381-4928-84F3-86A653F4F99A}" dt="2025-09-04T14:18:06.620" v="21591" actId="2696"/>
        <pc:sldMkLst>
          <pc:docMk/>
          <pc:sldMk cId="573677470" sldId="2147479206"/>
        </pc:sldMkLst>
      </pc:sldChg>
      <pc:sldChg chg="add del ord">
        <pc:chgData name="Parth Walia" userId="63003097-9a48-4653-90c0-3372deb9525c" providerId="ADAL" clId="{191DDA98-5381-4928-84F3-86A653F4F99A}" dt="2025-09-04T19:48:19.705" v="24070" actId="47"/>
        <pc:sldMkLst>
          <pc:docMk/>
          <pc:sldMk cId="968197023" sldId="2147479207"/>
        </pc:sldMkLst>
      </pc:sldChg>
      <pc:sldChg chg="add del">
        <pc:chgData name="Parth Walia" userId="63003097-9a48-4653-90c0-3372deb9525c" providerId="ADAL" clId="{191DDA98-5381-4928-84F3-86A653F4F99A}" dt="2025-09-04T14:21:42.136" v="21716"/>
        <pc:sldMkLst>
          <pc:docMk/>
          <pc:sldMk cId="3887010157" sldId="2147479207"/>
        </pc:sldMkLst>
      </pc:sldChg>
      <pc:sldChg chg="add del">
        <pc:chgData name="Parth Walia" userId="63003097-9a48-4653-90c0-3372deb9525c" providerId="ADAL" clId="{191DDA98-5381-4928-84F3-86A653F4F99A}" dt="2025-09-04T14:21:42.136" v="21716"/>
        <pc:sldMkLst>
          <pc:docMk/>
          <pc:sldMk cId="614134069" sldId="2147479208"/>
        </pc:sldMkLst>
      </pc:sldChg>
      <pc:sldChg chg="add del ord">
        <pc:chgData name="Parth Walia" userId="63003097-9a48-4653-90c0-3372deb9525c" providerId="ADAL" clId="{191DDA98-5381-4928-84F3-86A653F4F99A}" dt="2025-09-04T20:12:07.916" v="24684" actId="47"/>
        <pc:sldMkLst>
          <pc:docMk/>
          <pc:sldMk cId="3221807067" sldId="2147479208"/>
        </pc:sldMkLst>
      </pc:sldChg>
      <pc:sldChg chg="add del">
        <pc:chgData name="Parth Walia" userId="63003097-9a48-4653-90c0-3372deb9525c" providerId="ADAL" clId="{191DDA98-5381-4928-84F3-86A653F4F99A}" dt="2025-09-04T22:00:22.404" v="26055" actId="47"/>
        <pc:sldMkLst>
          <pc:docMk/>
          <pc:sldMk cId="1369703383" sldId="2147479209"/>
        </pc:sldMkLst>
      </pc:sldChg>
      <pc:sldChg chg="add del">
        <pc:chgData name="Parth Walia" userId="63003097-9a48-4653-90c0-3372deb9525c" providerId="ADAL" clId="{191DDA98-5381-4928-84F3-86A653F4F99A}" dt="2025-09-04T14:21:42.136" v="21716"/>
        <pc:sldMkLst>
          <pc:docMk/>
          <pc:sldMk cId="2716135640" sldId="2147479209"/>
        </pc:sldMkLst>
      </pc:sldChg>
      <pc:sldChg chg="addSp delSp modSp add mod">
        <pc:chgData name="Parth Walia" userId="63003097-9a48-4653-90c0-3372deb9525c" providerId="ADAL" clId="{191DDA98-5381-4928-84F3-86A653F4F99A}" dt="2025-09-04T21:47:46.282" v="25891" actId="207"/>
        <pc:sldMkLst>
          <pc:docMk/>
          <pc:sldMk cId="1476437718" sldId="2147479210"/>
        </pc:sldMkLst>
        <pc:spChg chg="mod">
          <ac:chgData name="Parth Walia" userId="63003097-9a48-4653-90c0-3372deb9525c" providerId="ADAL" clId="{191DDA98-5381-4928-84F3-86A653F4F99A}" dt="2025-09-04T14:22:37.155" v="21756" actId="20577"/>
          <ac:spMkLst>
            <pc:docMk/>
            <pc:sldMk cId="1476437718" sldId="2147479210"/>
            <ac:spMk id="8" creationId="{FEA46B37-10B4-02F3-F68F-1AC7BB14A24F}"/>
          </ac:spMkLst>
        </pc:spChg>
        <pc:spChg chg="add mod">
          <ac:chgData name="Parth Walia" userId="63003097-9a48-4653-90c0-3372deb9525c" providerId="ADAL" clId="{191DDA98-5381-4928-84F3-86A653F4F99A}" dt="2025-09-04T19:49:08.600" v="24095"/>
          <ac:spMkLst>
            <pc:docMk/>
            <pc:sldMk cId="1476437718" sldId="2147479210"/>
            <ac:spMk id="30" creationId="{02D45C9C-FD2E-9262-1D76-587E09B5F3CB}"/>
          </ac:spMkLst>
        </pc:spChg>
        <pc:spChg chg="add mod">
          <ac:chgData name="Parth Walia" userId="63003097-9a48-4653-90c0-3372deb9525c" providerId="ADAL" clId="{191DDA98-5381-4928-84F3-86A653F4F99A}" dt="2025-09-04T19:49:08.600" v="24095"/>
          <ac:spMkLst>
            <pc:docMk/>
            <pc:sldMk cId="1476437718" sldId="2147479210"/>
            <ac:spMk id="31" creationId="{080BBF31-315A-D111-42B4-BB93EF6862F2}"/>
          </ac:spMkLst>
        </pc:spChg>
        <pc:spChg chg="add mod">
          <ac:chgData name="Parth Walia" userId="63003097-9a48-4653-90c0-3372deb9525c" providerId="ADAL" clId="{191DDA98-5381-4928-84F3-86A653F4F99A}" dt="2025-09-04T19:49:08.600" v="24095"/>
          <ac:spMkLst>
            <pc:docMk/>
            <pc:sldMk cId="1476437718" sldId="2147479210"/>
            <ac:spMk id="32" creationId="{5620BBD3-A43C-1272-B7AF-31A39CE5FA5F}"/>
          </ac:spMkLst>
        </pc:spChg>
        <pc:spChg chg="add mod">
          <ac:chgData name="Parth Walia" userId="63003097-9a48-4653-90c0-3372deb9525c" providerId="ADAL" clId="{191DDA98-5381-4928-84F3-86A653F4F99A}" dt="2025-09-04T19:49:08.600" v="24095"/>
          <ac:spMkLst>
            <pc:docMk/>
            <pc:sldMk cId="1476437718" sldId="2147479210"/>
            <ac:spMk id="33" creationId="{FEAB4D2F-44E0-DA31-FF0D-87D2206EBA2B}"/>
          </ac:spMkLst>
        </pc:spChg>
        <pc:spChg chg="add mod">
          <ac:chgData name="Parth Walia" userId="63003097-9a48-4653-90c0-3372deb9525c" providerId="ADAL" clId="{191DDA98-5381-4928-84F3-86A653F4F99A}" dt="2025-09-04T19:49:08.600" v="24095"/>
          <ac:spMkLst>
            <pc:docMk/>
            <pc:sldMk cId="1476437718" sldId="2147479210"/>
            <ac:spMk id="34" creationId="{571ADCFD-AE80-C7A8-5EE1-8187CB27285F}"/>
          </ac:spMkLst>
        </pc:spChg>
        <pc:spChg chg="add mod">
          <ac:chgData name="Parth Walia" userId="63003097-9a48-4653-90c0-3372deb9525c" providerId="ADAL" clId="{191DDA98-5381-4928-84F3-86A653F4F99A}" dt="2025-09-04T19:49:08.600" v="24095"/>
          <ac:spMkLst>
            <pc:docMk/>
            <pc:sldMk cId="1476437718" sldId="2147479210"/>
            <ac:spMk id="35" creationId="{77DF9AAD-A9F3-97D8-B26E-5B78D1AE229A}"/>
          </ac:spMkLst>
        </pc:spChg>
        <pc:spChg chg="add mod">
          <ac:chgData name="Parth Walia" userId="63003097-9a48-4653-90c0-3372deb9525c" providerId="ADAL" clId="{191DDA98-5381-4928-84F3-86A653F4F99A}" dt="2025-09-04T19:49:08.600" v="24095"/>
          <ac:spMkLst>
            <pc:docMk/>
            <pc:sldMk cId="1476437718" sldId="2147479210"/>
            <ac:spMk id="36" creationId="{3C0524E6-5E06-9F03-1669-1F570B43C045}"/>
          </ac:spMkLst>
        </pc:spChg>
        <pc:spChg chg="add mod">
          <ac:chgData name="Parth Walia" userId="63003097-9a48-4653-90c0-3372deb9525c" providerId="ADAL" clId="{191DDA98-5381-4928-84F3-86A653F4F99A}" dt="2025-09-04T19:49:08.600" v="24095"/>
          <ac:spMkLst>
            <pc:docMk/>
            <pc:sldMk cId="1476437718" sldId="2147479210"/>
            <ac:spMk id="37" creationId="{24A3A2E7-5329-5F31-4DCE-FF5EAD0D5A43}"/>
          </ac:spMkLst>
        </pc:spChg>
        <pc:spChg chg="add mod">
          <ac:chgData name="Parth Walia" userId="63003097-9a48-4653-90c0-3372deb9525c" providerId="ADAL" clId="{191DDA98-5381-4928-84F3-86A653F4F99A}" dt="2025-09-04T19:49:08.600" v="24095"/>
          <ac:spMkLst>
            <pc:docMk/>
            <pc:sldMk cId="1476437718" sldId="2147479210"/>
            <ac:spMk id="38" creationId="{FEC54F5C-3E6D-FF4E-F6B3-30F04AB18F51}"/>
          </ac:spMkLst>
        </pc:spChg>
        <pc:spChg chg="add mod">
          <ac:chgData name="Parth Walia" userId="63003097-9a48-4653-90c0-3372deb9525c" providerId="ADAL" clId="{191DDA98-5381-4928-84F3-86A653F4F99A}" dt="2025-09-04T19:49:08.600" v="24095"/>
          <ac:spMkLst>
            <pc:docMk/>
            <pc:sldMk cId="1476437718" sldId="2147479210"/>
            <ac:spMk id="39" creationId="{BC48B629-32F5-9418-9C64-D66AE700394F}"/>
          </ac:spMkLst>
        </pc:spChg>
        <pc:spChg chg="mod ord">
          <ac:chgData name="Parth Walia" userId="63003097-9a48-4653-90c0-3372deb9525c" providerId="ADAL" clId="{191DDA98-5381-4928-84F3-86A653F4F99A}" dt="2025-09-04T20:09:03.128" v="24650" actId="164"/>
          <ac:spMkLst>
            <pc:docMk/>
            <pc:sldMk cId="1476437718" sldId="2147479210"/>
            <ac:spMk id="47" creationId="{5789D97C-B821-636A-26FF-25BA59A02D96}"/>
          </ac:spMkLst>
        </pc:spChg>
        <pc:spChg chg="mod">
          <ac:chgData name="Parth Walia" userId="63003097-9a48-4653-90c0-3372deb9525c" providerId="ADAL" clId="{191DDA98-5381-4928-84F3-86A653F4F99A}" dt="2025-09-04T21:27:08.636" v="25411" actId="3064"/>
          <ac:spMkLst>
            <pc:docMk/>
            <pc:sldMk cId="1476437718" sldId="2147479210"/>
            <ac:spMk id="49" creationId="{1364C286-C58F-9A8F-647A-B03767D88652}"/>
          </ac:spMkLst>
        </pc:spChg>
        <pc:spChg chg="mod">
          <ac:chgData name="Parth Walia" userId="63003097-9a48-4653-90c0-3372deb9525c" providerId="ADAL" clId="{191DDA98-5381-4928-84F3-86A653F4F99A}" dt="2025-09-04T21:27:08.636" v="25411" actId="3064"/>
          <ac:spMkLst>
            <pc:docMk/>
            <pc:sldMk cId="1476437718" sldId="2147479210"/>
            <ac:spMk id="50" creationId="{1816DF5D-471C-2B72-15CF-0EE0A5747391}"/>
          </ac:spMkLst>
        </pc:spChg>
        <pc:spChg chg="mod ord topLvl">
          <ac:chgData name="Parth Walia" userId="63003097-9a48-4653-90c0-3372deb9525c" providerId="ADAL" clId="{191DDA98-5381-4928-84F3-86A653F4F99A}" dt="2025-09-04T20:11:12.789" v="24674" actId="164"/>
          <ac:spMkLst>
            <pc:docMk/>
            <pc:sldMk cId="1476437718" sldId="2147479210"/>
            <ac:spMk id="53" creationId="{F119A257-40E5-5EFD-4D55-63A0BDEFCF9C}"/>
          </ac:spMkLst>
        </pc:spChg>
        <pc:spChg chg="mod ord topLvl">
          <ac:chgData name="Parth Walia" userId="63003097-9a48-4653-90c0-3372deb9525c" providerId="ADAL" clId="{191DDA98-5381-4928-84F3-86A653F4F99A}" dt="2025-09-04T20:11:59.575" v="24682" actId="164"/>
          <ac:spMkLst>
            <pc:docMk/>
            <pc:sldMk cId="1476437718" sldId="2147479210"/>
            <ac:spMk id="58" creationId="{5F3A67C2-06CC-52F0-115C-8B138D7C7B79}"/>
          </ac:spMkLst>
        </pc:spChg>
        <pc:spChg chg="mod ord topLvl">
          <ac:chgData name="Parth Walia" userId="63003097-9a48-4653-90c0-3372deb9525c" providerId="ADAL" clId="{191DDA98-5381-4928-84F3-86A653F4F99A}" dt="2025-09-04T20:12:01.225" v="24683" actId="164"/>
          <ac:spMkLst>
            <pc:docMk/>
            <pc:sldMk cId="1476437718" sldId="2147479210"/>
            <ac:spMk id="68" creationId="{0255293A-D321-4ABC-9176-8E97566877E7}"/>
          </ac:spMkLst>
        </pc:spChg>
        <pc:spChg chg="mod ord">
          <ac:chgData name="Parth Walia" userId="63003097-9a48-4653-90c0-3372deb9525c" providerId="ADAL" clId="{191DDA98-5381-4928-84F3-86A653F4F99A}" dt="2025-09-04T20:11:58.245" v="24681" actId="164"/>
          <ac:spMkLst>
            <pc:docMk/>
            <pc:sldMk cId="1476437718" sldId="2147479210"/>
            <ac:spMk id="78" creationId="{87A865B3-8D42-5B79-0C6B-CA0B9371331B}"/>
          </ac:spMkLst>
        </pc:spChg>
        <pc:spChg chg="mod">
          <ac:chgData name="Parth Walia" userId="63003097-9a48-4653-90c0-3372deb9525c" providerId="ADAL" clId="{191DDA98-5381-4928-84F3-86A653F4F99A}" dt="2025-09-04T20:50:18.855" v="24697" actId="3064"/>
          <ac:spMkLst>
            <pc:docMk/>
            <pc:sldMk cId="1476437718" sldId="2147479210"/>
            <ac:spMk id="87" creationId="{27FE56E3-0A03-7C91-4ECE-61738729846E}"/>
          </ac:spMkLst>
        </pc:spChg>
        <pc:spChg chg="add mod ord">
          <ac:chgData name="Parth Walia" userId="63003097-9a48-4653-90c0-3372deb9525c" providerId="ADAL" clId="{191DDA98-5381-4928-84F3-86A653F4F99A}" dt="2025-09-04T21:04:03.166" v="24878" actId="167"/>
          <ac:spMkLst>
            <pc:docMk/>
            <pc:sldMk cId="1476437718" sldId="2147479210"/>
            <ac:spMk id="106" creationId="{14D6B1CC-B11A-F624-966A-72C9CE5E39C6}"/>
          </ac:spMkLst>
        </pc:spChg>
        <pc:spChg chg="mod topLvl">
          <ac:chgData name="Parth Walia" userId="63003097-9a48-4653-90c0-3372deb9525c" providerId="ADAL" clId="{191DDA98-5381-4928-84F3-86A653F4F99A}" dt="2025-09-04T21:27:16.606" v="25416" actId="3064"/>
          <ac:spMkLst>
            <pc:docMk/>
            <pc:sldMk cId="1476437718" sldId="2147479210"/>
            <ac:spMk id="150" creationId="{911E1D98-9383-00B7-4144-A85996ABA527}"/>
          </ac:spMkLst>
        </pc:spChg>
        <pc:spChg chg="mod">
          <ac:chgData name="Parth Walia" userId="63003097-9a48-4653-90c0-3372deb9525c" providerId="ADAL" clId="{191DDA98-5381-4928-84F3-86A653F4F99A}" dt="2025-09-04T21:27:00.558" v="25406" actId="3064"/>
          <ac:spMkLst>
            <pc:docMk/>
            <pc:sldMk cId="1476437718" sldId="2147479210"/>
            <ac:spMk id="152" creationId="{E80C9801-23F0-86F1-D982-7B434BBC2A79}"/>
          </ac:spMkLst>
        </pc:spChg>
        <pc:spChg chg="mod">
          <ac:chgData name="Parth Walia" userId="63003097-9a48-4653-90c0-3372deb9525c" providerId="ADAL" clId="{191DDA98-5381-4928-84F3-86A653F4F99A}" dt="2025-09-04T21:27:00.558" v="25406" actId="3064"/>
          <ac:spMkLst>
            <pc:docMk/>
            <pc:sldMk cId="1476437718" sldId="2147479210"/>
            <ac:spMk id="153" creationId="{5CAB8803-6F47-E766-138E-C575628E3815}"/>
          </ac:spMkLst>
        </pc:spChg>
        <pc:spChg chg="add mod">
          <ac:chgData name="Parth Walia" userId="63003097-9a48-4653-90c0-3372deb9525c" providerId="ADAL" clId="{191DDA98-5381-4928-84F3-86A653F4F99A}" dt="2025-09-04T21:27:23.179" v="25421" actId="3064"/>
          <ac:spMkLst>
            <pc:docMk/>
            <pc:sldMk cId="1476437718" sldId="2147479210"/>
            <ac:spMk id="156" creationId="{C6A71424-1169-C687-A7F7-7461A7891371}"/>
          </ac:spMkLst>
        </pc:spChg>
        <pc:spChg chg="add mod">
          <ac:chgData name="Parth Walia" userId="63003097-9a48-4653-90c0-3372deb9525c" providerId="ADAL" clId="{191DDA98-5381-4928-84F3-86A653F4F99A}" dt="2025-09-04T21:27:29.265" v="25426" actId="3064"/>
          <ac:spMkLst>
            <pc:docMk/>
            <pc:sldMk cId="1476437718" sldId="2147479210"/>
            <ac:spMk id="158" creationId="{DF6F06D1-01B3-A952-1512-AC8D0614B9DF}"/>
          </ac:spMkLst>
        </pc:spChg>
        <pc:spChg chg="mod">
          <ac:chgData name="Parth Walia" userId="63003097-9a48-4653-90c0-3372deb9525c" providerId="ADAL" clId="{191DDA98-5381-4928-84F3-86A653F4F99A}" dt="2025-09-04T21:26:45.290" v="25390" actId="3064"/>
          <ac:spMkLst>
            <pc:docMk/>
            <pc:sldMk cId="1476437718" sldId="2147479210"/>
            <ac:spMk id="163" creationId="{BC885E7E-E655-E1FF-F83C-16799DB8F9B5}"/>
          </ac:spMkLst>
        </pc:spChg>
        <pc:spChg chg="mod">
          <ac:chgData name="Parth Walia" userId="63003097-9a48-4653-90c0-3372deb9525c" providerId="ADAL" clId="{191DDA98-5381-4928-84F3-86A653F4F99A}" dt="2025-09-04T21:26:45.290" v="25390" actId="3064"/>
          <ac:spMkLst>
            <pc:docMk/>
            <pc:sldMk cId="1476437718" sldId="2147479210"/>
            <ac:spMk id="164" creationId="{43750F3E-2CCB-1117-16BA-1BB543172A83}"/>
          </ac:spMkLst>
        </pc:spChg>
        <pc:spChg chg="mod">
          <ac:chgData name="Parth Walia" userId="63003097-9a48-4653-90c0-3372deb9525c" providerId="ADAL" clId="{191DDA98-5381-4928-84F3-86A653F4F99A}" dt="2025-09-04T21:26:51.896" v="25397" actId="3064"/>
          <ac:spMkLst>
            <pc:docMk/>
            <pc:sldMk cId="1476437718" sldId="2147479210"/>
            <ac:spMk id="166" creationId="{BE35CA9B-9728-24AA-24C2-EF19AB7063AD}"/>
          </ac:spMkLst>
        </pc:spChg>
        <pc:spChg chg="mod">
          <ac:chgData name="Parth Walia" userId="63003097-9a48-4653-90c0-3372deb9525c" providerId="ADAL" clId="{191DDA98-5381-4928-84F3-86A653F4F99A}" dt="2025-09-04T21:26:51.896" v="25397" actId="3064"/>
          <ac:spMkLst>
            <pc:docMk/>
            <pc:sldMk cId="1476437718" sldId="2147479210"/>
            <ac:spMk id="167" creationId="{C14CB640-6D72-4BE3-54F2-5E267EFF484A}"/>
          </ac:spMkLst>
        </pc:spChg>
        <pc:grpChg chg="mod ord">
          <ac:chgData name="Parth Walia" userId="63003097-9a48-4653-90c0-3372deb9525c" providerId="ADAL" clId="{191DDA98-5381-4928-84F3-86A653F4F99A}" dt="2025-09-04T20:09:03.128" v="24650" actId="164"/>
          <ac:grpSpMkLst>
            <pc:docMk/>
            <pc:sldMk cId="1476437718" sldId="2147479210"/>
            <ac:grpSpMk id="48" creationId="{AC5C0391-5717-186E-F1E4-304035265D51}"/>
          </ac:grpSpMkLst>
        </pc:grpChg>
        <pc:grpChg chg="add mod">
          <ac:chgData name="Parth Walia" userId="63003097-9a48-4653-90c0-3372deb9525c" providerId="ADAL" clId="{191DDA98-5381-4928-84F3-86A653F4F99A}" dt="2025-09-04T20:12:01.225" v="24683" actId="164"/>
          <ac:grpSpMkLst>
            <pc:docMk/>
            <pc:sldMk cId="1476437718" sldId="2147479210"/>
            <ac:grpSpMk id="151" creationId="{9F5B4DB9-9E97-C3A8-0D15-E90DF242D190}"/>
          </ac:grpSpMkLst>
        </pc:grpChg>
        <pc:grpChg chg="add mod">
          <ac:chgData name="Parth Walia" userId="63003097-9a48-4653-90c0-3372deb9525c" providerId="ADAL" clId="{191DDA98-5381-4928-84F3-86A653F4F99A}" dt="2025-09-04T20:09:03.128" v="24650" actId="164"/>
          <ac:grpSpMkLst>
            <pc:docMk/>
            <pc:sldMk cId="1476437718" sldId="2147479210"/>
            <ac:grpSpMk id="154" creationId="{CC0E56CF-2A3D-45A0-B19C-E7A2F255C26A}"/>
          </ac:grpSpMkLst>
        </pc:grpChg>
        <pc:grpChg chg="add mod">
          <ac:chgData name="Parth Walia" userId="63003097-9a48-4653-90c0-3372deb9525c" providerId="ADAL" clId="{191DDA98-5381-4928-84F3-86A653F4F99A}" dt="2025-09-04T20:11:08.825" v="24672" actId="164"/>
          <ac:grpSpMkLst>
            <pc:docMk/>
            <pc:sldMk cId="1476437718" sldId="2147479210"/>
            <ac:grpSpMk id="159" creationId="{758D906E-1EDE-1A36-09E8-8931954D1AA2}"/>
          </ac:grpSpMkLst>
        </pc:grpChg>
        <pc:grpChg chg="add mod">
          <ac:chgData name="Parth Walia" userId="63003097-9a48-4653-90c0-3372deb9525c" providerId="ADAL" clId="{191DDA98-5381-4928-84F3-86A653F4F99A}" dt="2025-09-04T20:11:10.697" v="24673" actId="164"/>
          <ac:grpSpMkLst>
            <pc:docMk/>
            <pc:sldMk cId="1476437718" sldId="2147479210"/>
            <ac:grpSpMk id="160" creationId="{4F8CAAB7-A166-3155-2411-2449CBDE0389}"/>
          </ac:grpSpMkLst>
        </pc:grpChg>
        <pc:grpChg chg="add mod">
          <ac:chgData name="Parth Walia" userId="63003097-9a48-4653-90c0-3372deb9525c" providerId="ADAL" clId="{191DDA98-5381-4928-84F3-86A653F4F99A}" dt="2025-09-04T20:11:12.789" v="24674" actId="164"/>
          <ac:grpSpMkLst>
            <pc:docMk/>
            <pc:sldMk cId="1476437718" sldId="2147479210"/>
            <ac:grpSpMk id="161" creationId="{0E9A07F4-A547-0CAC-4A46-6EF6C5141C30}"/>
          </ac:grpSpMkLst>
        </pc:grpChg>
        <pc:grpChg chg="add mod">
          <ac:chgData name="Parth Walia" userId="63003097-9a48-4653-90c0-3372deb9525c" providerId="ADAL" clId="{191DDA98-5381-4928-84F3-86A653F4F99A}" dt="2025-09-04T20:11:59.575" v="24682" actId="164"/>
          <ac:grpSpMkLst>
            <pc:docMk/>
            <pc:sldMk cId="1476437718" sldId="2147479210"/>
            <ac:grpSpMk id="162" creationId="{93E1261E-5D1B-6433-97C6-0D8D5BB3C2C3}"/>
          </ac:grpSpMkLst>
        </pc:grpChg>
        <pc:grpChg chg="add mod">
          <ac:chgData name="Parth Walia" userId="63003097-9a48-4653-90c0-3372deb9525c" providerId="ADAL" clId="{191DDA98-5381-4928-84F3-86A653F4F99A}" dt="2025-09-04T20:11:58.245" v="24681" actId="164"/>
          <ac:grpSpMkLst>
            <pc:docMk/>
            <pc:sldMk cId="1476437718" sldId="2147479210"/>
            <ac:grpSpMk id="165" creationId="{114EAADA-16AE-554E-B4E0-4CF1413D3E19}"/>
          </ac:grpSpMkLst>
        </pc:grpChg>
        <pc:grpChg chg="add mod">
          <ac:chgData name="Parth Walia" userId="63003097-9a48-4653-90c0-3372deb9525c" providerId="ADAL" clId="{191DDA98-5381-4928-84F3-86A653F4F99A}" dt="2025-09-04T20:11:58.245" v="24681" actId="164"/>
          <ac:grpSpMkLst>
            <pc:docMk/>
            <pc:sldMk cId="1476437718" sldId="2147479210"/>
            <ac:grpSpMk id="168" creationId="{7C89D7A7-FDCD-F42C-E181-1B551C194380}"/>
          </ac:grpSpMkLst>
        </pc:grpChg>
        <pc:grpChg chg="add mod">
          <ac:chgData name="Parth Walia" userId="63003097-9a48-4653-90c0-3372deb9525c" providerId="ADAL" clId="{191DDA98-5381-4928-84F3-86A653F4F99A}" dt="2025-09-04T20:11:59.575" v="24682" actId="164"/>
          <ac:grpSpMkLst>
            <pc:docMk/>
            <pc:sldMk cId="1476437718" sldId="2147479210"/>
            <ac:grpSpMk id="169" creationId="{3584D955-505B-543A-C587-4CA79BE62907}"/>
          </ac:grpSpMkLst>
        </pc:grpChg>
        <pc:grpChg chg="add mod">
          <ac:chgData name="Parth Walia" userId="63003097-9a48-4653-90c0-3372deb9525c" providerId="ADAL" clId="{191DDA98-5381-4928-84F3-86A653F4F99A}" dt="2025-09-04T20:12:01.225" v="24683" actId="164"/>
          <ac:grpSpMkLst>
            <pc:docMk/>
            <pc:sldMk cId="1476437718" sldId="2147479210"/>
            <ac:grpSpMk id="170" creationId="{2E96F79B-0994-F430-BDA2-56BB322D8146}"/>
          </ac:grpSpMkLst>
        </pc:grpChg>
        <pc:graphicFrameChg chg="mod modGraphic">
          <ac:chgData name="Parth Walia" userId="63003097-9a48-4653-90c0-3372deb9525c" providerId="ADAL" clId="{191DDA98-5381-4928-84F3-86A653F4F99A}" dt="2025-09-04T19:08:53.950" v="23243" actId="20577"/>
          <ac:graphicFrameMkLst>
            <pc:docMk/>
            <pc:sldMk cId="1476437718" sldId="2147479210"/>
            <ac:graphicFrameMk id="3" creationId="{76ED4105-D9F1-CDA9-5BFA-9012E4A18EEF}"/>
          </ac:graphicFrameMkLst>
        </pc:graphicFrameChg>
        <pc:graphicFrameChg chg="add mod modGraphic">
          <ac:chgData name="Parth Walia" userId="63003097-9a48-4653-90c0-3372deb9525c" providerId="ADAL" clId="{191DDA98-5381-4928-84F3-86A653F4F99A}" dt="2025-09-04T21:47:46.282" v="25891" actId="207"/>
          <ac:graphicFrameMkLst>
            <pc:docMk/>
            <pc:sldMk cId="1476437718" sldId="2147479210"/>
            <ac:graphicFrameMk id="29" creationId="{A918AA7F-3E55-39E9-EC41-260065DE20D3}"/>
          </ac:graphicFrameMkLst>
        </pc:graphicFrameChg>
        <pc:cxnChg chg="add mod">
          <ac:chgData name="Parth Walia" userId="63003097-9a48-4653-90c0-3372deb9525c" providerId="ADAL" clId="{191DDA98-5381-4928-84F3-86A653F4F99A}" dt="2025-09-04T21:02:43.578" v="24854" actId="692"/>
          <ac:cxnSpMkLst>
            <pc:docMk/>
            <pc:sldMk cId="1476437718" sldId="2147479210"/>
            <ac:cxnSpMk id="107" creationId="{4B675F26-6889-566A-0297-A8CC29B37C66}"/>
          </ac:cxnSpMkLst>
        </pc:cxnChg>
        <pc:cxnChg chg="add mod">
          <ac:chgData name="Parth Walia" userId="63003097-9a48-4653-90c0-3372deb9525c" providerId="ADAL" clId="{191DDA98-5381-4928-84F3-86A653F4F99A}" dt="2025-09-04T21:02:43.578" v="24854" actId="692"/>
          <ac:cxnSpMkLst>
            <pc:docMk/>
            <pc:sldMk cId="1476437718" sldId="2147479210"/>
            <ac:cxnSpMk id="113" creationId="{016CE7DF-CAA0-B1D9-030D-AB75516D47DD}"/>
          </ac:cxnSpMkLst>
        </pc:cxnChg>
        <pc:cxnChg chg="add mod">
          <ac:chgData name="Parth Walia" userId="63003097-9a48-4653-90c0-3372deb9525c" providerId="ADAL" clId="{191DDA98-5381-4928-84F3-86A653F4F99A}" dt="2025-09-04T21:02:43.578" v="24854" actId="692"/>
          <ac:cxnSpMkLst>
            <pc:docMk/>
            <pc:sldMk cId="1476437718" sldId="2147479210"/>
            <ac:cxnSpMk id="121" creationId="{06AED9CA-C728-F0B5-D3F3-DCD66D40DFCC}"/>
          </ac:cxnSpMkLst>
        </pc:cxnChg>
        <pc:cxnChg chg="add mod">
          <ac:chgData name="Parth Walia" userId="63003097-9a48-4653-90c0-3372deb9525c" providerId="ADAL" clId="{191DDA98-5381-4928-84F3-86A653F4F99A}" dt="2025-09-04T21:03:40.010" v="24873" actId="14100"/>
          <ac:cxnSpMkLst>
            <pc:docMk/>
            <pc:sldMk cId="1476437718" sldId="2147479210"/>
            <ac:cxnSpMk id="124" creationId="{5E8FB7E6-B9E0-61DB-3941-2C6C84D30E37}"/>
          </ac:cxnSpMkLst>
        </pc:cxnChg>
        <pc:cxnChg chg="add del mod">
          <ac:chgData name="Parth Walia" userId="63003097-9a48-4653-90c0-3372deb9525c" providerId="ADAL" clId="{191DDA98-5381-4928-84F3-86A653F4F99A}" dt="2025-09-04T21:03:15.490" v="24867" actId="14100"/>
          <ac:cxnSpMkLst>
            <pc:docMk/>
            <pc:sldMk cId="1476437718" sldId="2147479210"/>
            <ac:cxnSpMk id="127" creationId="{3A0A6D6A-43FC-A0A5-E3D8-65572D8F5128}"/>
          </ac:cxnSpMkLst>
        </pc:cxnChg>
        <pc:cxnChg chg="add mod ord">
          <ac:chgData name="Parth Walia" userId="63003097-9a48-4653-90c0-3372deb9525c" providerId="ADAL" clId="{191DDA98-5381-4928-84F3-86A653F4F99A}" dt="2025-09-04T21:04:08.630" v="24879" actId="167"/>
          <ac:cxnSpMkLst>
            <pc:docMk/>
            <pc:sldMk cId="1476437718" sldId="2147479210"/>
            <ac:cxnSpMk id="131" creationId="{5D94C2FB-1656-8A9D-9892-55F57A970E0E}"/>
          </ac:cxnSpMkLst>
        </pc:cxnChg>
      </pc:sldChg>
      <pc:sldChg chg="addSp delSp modSp add mod">
        <pc:chgData name="Parth Walia" userId="63003097-9a48-4653-90c0-3372deb9525c" providerId="ADAL" clId="{191DDA98-5381-4928-84F3-86A653F4F99A}" dt="2025-09-04T22:00:07.552" v="26054" actId="20577"/>
        <pc:sldMkLst>
          <pc:docMk/>
          <pc:sldMk cId="969698055" sldId="2147479211"/>
        </pc:sldMkLst>
        <pc:spChg chg="mod">
          <ac:chgData name="Parth Walia" userId="63003097-9a48-4653-90c0-3372deb9525c" providerId="ADAL" clId="{191DDA98-5381-4928-84F3-86A653F4F99A}" dt="2025-09-04T14:23:00.121" v="21785" actId="20577"/>
          <ac:spMkLst>
            <pc:docMk/>
            <pc:sldMk cId="969698055" sldId="2147479211"/>
            <ac:spMk id="8" creationId="{0197BC81-D9A1-6662-B4EA-FA77D7582982}"/>
          </ac:spMkLst>
        </pc:spChg>
        <pc:spChg chg="add mod">
          <ac:chgData name="Parth Walia" userId="63003097-9a48-4653-90c0-3372deb9525c" providerId="ADAL" clId="{191DDA98-5381-4928-84F3-86A653F4F99A}" dt="2025-09-04T19:49:11.918" v="24097"/>
          <ac:spMkLst>
            <pc:docMk/>
            <pc:sldMk cId="969698055" sldId="2147479211"/>
            <ac:spMk id="39" creationId="{9355D7CA-4598-CCA3-A86C-D984A7B81A7E}"/>
          </ac:spMkLst>
        </pc:spChg>
        <pc:spChg chg="add mod">
          <ac:chgData name="Parth Walia" userId="63003097-9a48-4653-90c0-3372deb9525c" providerId="ADAL" clId="{191DDA98-5381-4928-84F3-86A653F4F99A}" dt="2025-09-04T19:49:11.918" v="24097"/>
          <ac:spMkLst>
            <pc:docMk/>
            <pc:sldMk cId="969698055" sldId="2147479211"/>
            <ac:spMk id="40" creationId="{D23C19FD-08CA-09B7-3A64-30873484659D}"/>
          </ac:spMkLst>
        </pc:spChg>
        <pc:spChg chg="add mod">
          <ac:chgData name="Parth Walia" userId="63003097-9a48-4653-90c0-3372deb9525c" providerId="ADAL" clId="{191DDA98-5381-4928-84F3-86A653F4F99A}" dt="2025-09-04T19:49:11.918" v="24097"/>
          <ac:spMkLst>
            <pc:docMk/>
            <pc:sldMk cId="969698055" sldId="2147479211"/>
            <ac:spMk id="41" creationId="{A6D3DDFF-84EE-8F2A-B5BD-2ADBA3E42773}"/>
          </ac:spMkLst>
        </pc:spChg>
        <pc:spChg chg="add mod">
          <ac:chgData name="Parth Walia" userId="63003097-9a48-4653-90c0-3372deb9525c" providerId="ADAL" clId="{191DDA98-5381-4928-84F3-86A653F4F99A}" dt="2025-09-04T19:49:11.918" v="24097"/>
          <ac:spMkLst>
            <pc:docMk/>
            <pc:sldMk cId="969698055" sldId="2147479211"/>
            <ac:spMk id="42" creationId="{8B078268-3669-AB2B-C495-AFDEC4987A10}"/>
          </ac:spMkLst>
        </pc:spChg>
        <pc:spChg chg="add mod">
          <ac:chgData name="Parth Walia" userId="63003097-9a48-4653-90c0-3372deb9525c" providerId="ADAL" clId="{191DDA98-5381-4928-84F3-86A653F4F99A}" dt="2025-09-04T19:49:11.918" v="24097"/>
          <ac:spMkLst>
            <pc:docMk/>
            <pc:sldMk cId="969698055" sldId="2147479211"/>
            <ac:spMk id="43" creationId="{8EEC318E-E6B8-C9FB-5888-DAFEB86B7893}"/>
          </ac:spMkLst>
        </pc:spChg>
        <pc:spChg chg="add mod">
          <ac:chgData name="Parth Walia" userId="63003097-9a48-4653-90c0-3372deb9525c" providerId="ADAL" clId="{191DDA98-5381-4928-84F3-86A653F4F99A}" dt="2025-09-04T19:49:11.918" v="24097"/>
          <ac:spMkLst>
            <pc:docMk/>
            <pc:sldMk cId="969698055" sldId="2147479211"/>
            <ac:spMk id="44" creationId="{5D3410D2-1D23-75DB-AB55-57310E86A6BD}"/>
          </ac:spMkLst>
        </pc:spChg>
        <pc:spChg chg="add mod">
          <ac:chgData name="Parth Walia" userId="63003097-9a48-4653-90c0-3372deb9525c" providerId="ADAL" clId="{191DDA98-5381-4928-84F3-86A653F4F99A}" dt="2025-09-04T19:49:11.918" v="24097"/>
          <ac:spMkLst>
            <pc:docMk/>
            <pc:sldMk cId="969698055" sldId="2147479211"/>
            <ac:spMk id="45" creationId="{5C8DEA9A-E5FC-C41D-76B1-0C503900D456}"/>
          </ac:spMkLst>
        </pc:spChg>
        <pc:spChg chg="add mod">
          <ac:chgData name="Parth Walia" userId="63003097-9a48-4653-90c0-3372deb9525c" providerId="ADAL" clId="{191DDA98-5381-4928-84F3-86A653F4F99A}" dt="2025-09-04T19:49:11.918" v="24097"/>
          <ac:spMkLst>
            <pc:docMk/>
            <pc:sldMk cId="969698055" sldId="2147479211"/>
            <ac:spMk id="46" creationId="{89C84F8A-777F-6146-8BF4-7E941A39C339}"/>
          </ac:spMkLst>
        </pc:spChg>
        <pc:spChg chg="add mod">
          <ac:chgData name="Parth Walia" userId="63003097-9a48-4653-90c0-3372deb9525c" providerId="ADAL" clId="{191DDA98-5381-4928-84F3-86A653F4F99A}" dt="2025-09-04T19:49:11.918" v="24097"/>
          <ac:spMkLst>
            <pc:docMk/>
            <pc:sldMk cId="969698055" sldId="2147479211"/>
            <ac:spMk id="47" creationId="{0B84FE34-88AF-AB6B-2FC2-AF07AAA5648C}"/>
          </ac:spMkLst>
        </pc:spChg>
        <pc:spChg chg="add mod">
          <ac:chgData name="Parth Walia" userId="63003097-9a48-4653-90c0-3372deb9525c" providerId="ADAL" clId="{191DDA98-5381-4928-84F3-86A653F4F99A}" dt="2025-09-04T19:49:11.918" v="24097"/>
          <ac:spMkLst>
            <pc:docMk/>
            <pc:sldMk cId="969698055" sldId="2147479211"/>
            <ac:spMk id="48" creationId="{A62861C0-038F-CDF4-1775-CC6FA49ADDB3}"/>
          </ac:spMkLst>
        </pc:spChg>
        <pc:spChg chg="mod">
          <ac:chgData name="Parth Walia" userId="63003097-9a48-4653-90c0-3372deb9525c" providerId="ADAL" clId="{191DDA98-5381-4928-84F3-86A653F4F99A}" dt="2025-09-04T21:51:49.062" v="25930" actId="164"/>
          <ac:spMkLst>
            <pc:docMk/>
            <pc:sldMk cId="969698055" sldId="2147479211"/>
            <ac:spMk id="57" creationId="{53892C4F-A1A6-4305-3C8B-DDFDE292280C}"/>
          </ac:spMkLst>
        </pc:spChg>
        <pc:spChg chg="mod topLvl">
          <ac:chgData name="Parth Walia" userId="63003097-9a48-4653-90c0-3372deb9525c" providerId="ADAL" clId="{191DDA98-5381-4928-84F3-86A653F4F99A}" dt="2025-09-04T21:53:20.582" v="25956" actId="164"/>
          <ac:spMkLst>
            <pc:docMk/>
            <pc:sldMk cId="969698055" sldId="2147479211"/>
            <ac:spMk id="63" creationId="{BD856A9E-BB2D-1A67-CB33-B83FFC312CD6}"/>
          </ac:spMkLst>
        </pc:spChg>
        <pc:spChg chg="mod topLvl">
          <ac:chgData name="Parth Walia" userId="63003097-9a48-4653-90c0-3372deb9525c" providerId="ADAL" clId="{191DDA98-5381-4928-84F3-86A653F4F99A}" dt="2025-09-04T21:57:13.653" v="26030" actId="3064"/>
          <ac:spMkLst>
            <pc:docMk/>
            <pc:sldMk cId="969698055" sldId="2147479211"/>
            <ac:spMk id="68" creationId="{6B2EEC7C-BFAF-428A-34F3-0F85BBE07DD5}"/>
          </ac:spMkLst>
        </pc:spChg>
        <pc:spChg chg="mod ord topLvl">
          <ac:chgData name="Parth Walia" userId="63003097-9a48-4653-90c0-3372deb9525c" providerId="ADAL" clId="{191DDA98-5381-4928-84F3-86A653F4F99A}" dt="2025-09-04T21:52:51.385" v="25946" actId="164"/>
          <ac:spMkLst>
            <pc:docMk/>
            <pc:sldMk cId="969698055" sldId="2147479211"/>
            <ac:spMk id="73" creationId="{D6C8D02F-9A71-5C24-4B64-D74EA17AF31E}"/>
          </ac:spMkLst>
        </pc:spChg>
        <pc:spChg chg="mod ord topLvl">
          <ac:chgData name="Parth Walia" userId="63003097-9a48-4653-90c0-3372deb9525c" providerId="ADAL" clId="{191DDA98-5381-4928-84F3-86A653F4F99A}" dt="2025-09-04T21:52:08.980" v="25934" actId="164"/>
          <ac:spMkLst>
            <pc:docMk/>
            <pc:sldMk cId="969698055" sldId="2147479211"/>
            <ac:spMk id="78" creationId="{AA374390-5358-4289-C11F-4484A139D527}"/>
          </ac:spMkLst>
        </pc:spChg>
        <pc:spChg chg="mod topLvl">
          <ac:chgData name="Parth Walia" userId="63003097-9a48-4653-90c0-3372deb9525c" providerId="ADAL" clId="{191DDA98-5381-4928-84F3-86A653F4F99A}" dt="2025-09-04T21:55:11.863" v="25998" actId="164"/>
          <ac:spMkLst>
            <pc:docMk/>
            <pc:sldMk cId="969698055" sldId="2147479211"/>
            <ac:spMk id="83" creationId="{930FEFCC-423C-B811-6E21-69A3644CD1D7}"/>
          </ac:spMkLst>
        </pc:spChg>
        <pc:spChg chg="mod ord topLvl">
          <ac:chgData name="Parth Walia" userId="63003097-9a48-4653-90c0-3372deb9525c" providerId="ADAL" clId="{191DDA98-5381-4928-84F3-86A653F4F99A}" dt="2025-09-04T21:56:49.099" v="26027" actId="164"/>
          <ac:spMkLst>
            <pc:docMk/>
            <pc:sldMk cId="969698055" sldId="2147479211"/>
            <ac:spMk id="88" creationId="{93F0729C-07F7-A6F6-9970-103BA3A8B0C7}"/>
          </ac:spMkLst>
        </pc:spChg>
        <pc:spChg chg="mod">
          <ac:chgData name="Parth Walia" userId="63003097-9a48-4653-90c0-3372deb9525c" providerId="ADAL" clId="{191DDA98-5381-4928-84F3-86A653F4F99A}" dt="2025-09-04T21:46:22.815" v="25873" actId="14100"/>
          <ac:spMkLst>
            <pc:docMk/>
            <pc:sldMk cId="969698055" sldId="2147479211"/>
            <ac:spMk id="90" creationId="{DDD76D61-F5B4-663C-0E00-5D0A6F8A60E6}"/>
          </ac:spMkLst>
        </pc:spChg>
        <pc:spChg chg="mod">
          <ac:chgData name="Parth Walia" userId="63003097-9a48-4653-90c0-3372deb9525c" providerId="ADAL" clId="{191DDA98-5381-4928-84F3-86A653F4F99A}" dt="2025-09-04T21:47:41.723" v="25890" actId="207"/>
          <ac:spMkLst>
            <pc:docMk/>
            <pc:sldMk cId="969698055" sldId="2147479211"/>
            <ac:spMk id="91" creationId="{5A91FDB9-4195-3675-2ADD-BC6DE48B835E}"/>
          </ac:spMkLst>
        </pc:spChg>
        <pc:spChg chg="add mod ord">
          <ac:chgData name="Parth Walia" userId="63003097-9a48-4653-90c0-3372deb9525c" providerId="ADAL" clId="{191DDA98-5381-4928-84F3-86A653F4F99A}" dt="2025-09-04T21:37:43.568" v="25750" actId="166"/>
          <ac:spMkLst>
            <pc:docMk/>
            <pc:sldMk cId="969698055" sldId="2147479211"/>
            <ac:spMk id="93" creationId="{8B88C412-16F5-4CC4-8688-B4F8152F0E62}"/>
          </ac:spMkLst>
        </pc:spChg>
        <pc:spChg chg="add mod topLvl">
          <ac:chgData name="Parth Walia" userId="63003097-9a48-4653-90c0-3372deb9525c" providerId="ADAL" clId="{191DDA98-5381-4928-84F3-86A653F4F99A}" dt="2025-09-04T21:55:00.206" v="25992" actId="164"/>
          <ac:spMkLst>
            <pc:docMk/>
            <pc:sldMk cId="969698055" sldId="2147479211"/>
            <ac:spMk id="95" creationId="{02208710-9BAB-6F8E-DF0C-585BD0A1CB5D}"/>
          </ac:spMkLst>
        </pc:spChg>
        <pc:spChg chg="add mod ord">
          <ac:chgData name="Parth Walia" userId="63003097-9a48-4653-90c0-3372deb9525c" providerId="ADAL" clId="{191DDA98-5381-4928-84F3-86A653F4F99A}" dt="2025-09-04T21:53:07.315" v="25951" actId="164"/>
          <ac:spMkLst>
            <pc:docMk/>
            <pc:sldMk cId="969698055" sldId="2147479211"/>
            <ac:spMk id="96" creationId="{D3EB1C79-C574-6A85-3C03-9D570A40B4B7}"/>
          </ac:spMkLst>
        </pc:spChg>
        <pc:spChg chg="add mod topLvl">
          <ac:chgData name="Parth Walia" userId="63003097-9a48-4653-90c0-3372deb9525c" providerId="ADAL" clId="{191DDA98-5381-4928-84F3-86A653F4F99A}" dt="2025-09-04T21:54:13.296" v="25978" actId="571"/>
          <ac:spMkLst>
            <pc:docMk/>
            <pc:sldMk cId="969698055" sldId="2147479211"/>
            <ac:spMk id="99" creationId="{9DC1F057-6BBD-55EF-B07A-D1BB0E480A9B}"/>
          </ac:spMkLst>
        </pc:spChg>
        <pc:spChg chg="add mod topLvl">
          <ac:chgData name="Parth Walia" userId="63003097-9a48-4653-90c0-3372deb9525c" providerId="ADAL" clId="{191DDA98-5381-4928-84F3-86A653F4F99A}" dt="2025-09-04T21:53:30.236" v="25960" actId="164"/>
          <ac:spMkLst>
            <pc:docMk/>
            <pc:sldMk cId="969698055" sldId="2147479211"/>
            <ac:spMk id="100" creationId="{424A85AF-F5AB-92ED-4847-19448F69A272}"/>
          </ac:spMkLst>
        </pc:spChg>
        <pc:spChg chg="add mod topLvl">
          <ac:chgData name="Parth Walia" userId="63003097-9a48-4653-90c0-3372deb9525c" providerId="ADAL" clId="{191DDA98-5381-4928-84F3-86A653F4F99A}" dt="2025-09-04T21:52:38.382" v="25941" actId="164"/>
          <ac:spMkLst>
            <pc:docMk/>
            <pc:sldMk cId="969698055" sldId="2147479211"/>
            <ac:spMk id="101" creationId="{1A8F26DA-8EA6-A7B0-5691-BFB658522C67}"/>
          </ac:spMkLst>
        </pc:spChg>
        <pc:spChg chg="add mod ord topLvl">
          <ac:chgData name="Parth Walia" userId="63003097-9a48-4653-90c0-3372deb9525c" providerId="ADAL" clId="{191DDA98-5381-4928-84F3-86A653F4F99A}" dt="2025-09-04T21:55:22.507" v="26002" actId="164"/>
          <ac:spMkLst>
            <pc:docMk/>
            <pc:sldMk cId="969698055" sldId="2147479211"/>
            <ac:spMk id="102" creationId="{A05E490D-C155-1F21-06B5-7521EBE4F5BD}"/>
          </ac:spMkLst>
        </pc:spChg>
        <pc:spChg chg="add mod ord topLvl">
          <ac:chgData name="Parth Walia" userId="63003097-9a48-4653-90c0-3372deb9525c" providerId="ADAL" clId="{191DDA98-5381-4928-84F3-86A653F4F99A}" dt="2025-09-04T21:55:33.639" v="26006" actId="164"/>
          <ac:spMkLst>
            <pc:docMk/>
            <pc:sldMk cId="969698055" sldId="2147479211"/>
            <ac:spMk id="103" creationId="{F5C9A0FD-40F9-1064-626F-9E54F161E6A2}"/>
          </ac:spMkLst>
        </pc:spChg>
        <pc:spChg chg="add mod topLvl">
          <ac:chgData name="Parth Walia" userId="63003097-9a48-4653-90c0-3372deb9525c" providerId="ADAL" clId="{191DDA98-5381-4928-84F3-86A653F4F99A}" dt="2025-09-04T21:53:41.320" v="25964" actId="164"/>
          <ac:spMkLst>
            <pc:docMk/>
            <pc:sldMk cId="969698055" sldId="2147479211"/>
            <ac:spMk id="104" creationId="{C62A3F54-CBE9-0740-92BA-38451D8AFE17}"/>
          </ac:spMkLst>
        </pc:spChg>
        <pc:spChg chg="add mod ord topLvl">
          <ac:chgData name="Parth Walia" userId="63003097-9a48-4653-90c0-3372deb9525c" providerId="ADAL" clId="{191DDA98-5381-4928-84F3-86A653F4F99A}" dt="2025-09-04T21:53:53.749" v="25968" actId="164"/>
          <ac:spMkLst>
            <pc:docMk/>
            <pc:sldMk cId="969698055" sldId="2147479211"/>
            <ac:spMk id="105" creationId="{1E72B974-3293-0E24-8DAB-0EB61C32A045}"/>
          </ac:spMkLst>
        </pc:spChg>
        <pc:spChg chg="add mod ord">
          <ac:chgData name="Parth Walia" userId="63003097-9a48-4653-90c0-3372deb9525c" providerId="ADAL" clId="{191DDA98-5381-4928-84F3-86A653F4F99A}" dt="2025-09-04T21:51:27.190" v="25927" actId="3064"/>
          <ac:spMkLst>
            <pc:docMk/>
            <pc:sldMk cId="969698055" sldId="2147479211"/>
            <ac:spMk id="112" creationId="{002BC456-3EE2-42EE-1015-9A93C12C2B1C}"/>
          </ac:spMkLst>
        </pc:spChg>
        <pc:spChg chg="add mod ord">
          <ac:chgData name="Parth Walia" userId="63003097-9a48-4653-90c0-3372deb9525c" providerId="ADAL" clId="{191DDA98-5381-4928-84F3-86A653F4F99A}" dt="2025-09-04T21:59:56.827" v="26048" actId="20577"/>
          <ac:spMkLst>
            <pc:docMk/>
            <pc:sldMk cId="969698055" sldId="2147479211"/>
            <ac:spMk id="119" creationId="{6D4E4D42-E368-180F-9979-F512129B9B57}"/>
          </ac:spMkLst>
        </pc:spChg>
        <pc:spChg chg="add mod ord">
          <ac:chgData name="Parth Walia" userId="63003097-9a48-4653-90c0-3372deb9525c" providerId="ADAL" clId="{191DDA98-5381-4928-84F3-86A653F4F99A}" dt="2025-09-04T21:55:42.350" v="26007" actId="166"/>
          <ac:spMkLst>
            <pc:docMk/>
            <pc:sldMk cId="969698055" sldId="2147479211"/>
            <ac:spMk id="120" creationId="{96349D6C-6454-D198-8986-FF64A111ABAB}"/>
          </ac:spMkLst>
        </pc:spChg>
        <pc:spChg chg="mod">
          <ac:chgData name="Parth Walia" userId="63003097-9a48-4653-90c0-3372deb9525c" providerId="ADAL" clId="{191DDA98-5381-4928-84F3-86A653F4F99A}" dt="2025-09-04T21:46:48.521" v="25880" actId="14100"/>
          <ac:spMkLst>
            <pc:docMk/>
            <pc:sldMk cId="969698055" sldId="2147479211"/>
            <ac:spMk id="292" creationId="{B602987A-711D-F0C9-B27E-F3028293CD4E}"/>
          </ac:spMkLst>
        </pc:spChg>
        <pc:spChg chg="mod">
          <ac:chgData name="Parth Walia" userId="63003097-9a48-4653-90c0-3372deb9525c" providerId="ADAL" clId="{191DDA98-5381-4928-84F3-86A653F4F99A}" dt="2025-09-04T21:47:38.718" v="25889" actId="207"/>
          <ac:spMkLst>
            <pc:docMk/>
            <pc:sldMk cId="969698055" sldId="2147479211"/>
            <ac:spMk id="293" creationId="{CB7ED1C8-AFD4-AD5E-AFC7-13402DD6F287}"/>
          </ac:spMkLst>
        </pc:spChg>
        <pc:spChg chg="mod ord topLvl">
          <ac:chgData name="Parth Walia" userId="63003097-9a48-4653-90c0-3372deb9525c" providerId="ADAL" clId="{191DDA98-5381-4928-84F3-86A653F4F99A}" dt="2025-09-04T21:52:08.980" v="25934" actId="164"/>
          <ac:spMkLst>
            <pc:docMk/>
            <pc:sldMk cId="969698055" sldId="2147479211"/>
            <ac:spMk id="296" creationId="{8470D7DF-B1A8-AF15-C29E-9FC4ECB5BE6B}"/>
          </ac:spMkLst>
        </pc:spChg>
        <pc:spChg chg="add mod ord">
          <ac:chgData name="Parth Walia" userId="63003097-9a48-4653-90c0-3372deb9525c" providerId="ADAL" clId="{191DDA98-5381-4928-84F3-86A653F4F99A}" dt="2025-09-04T21:52:38.382" v="25941" actId="164"/>
          <ac:spMkLst>
            <pc:docMk/>
            <pc:sldMk cId="969698055" sldId="2147479211"/>
            <ac:spMk id="297" creationId="{0E822769-2018-8660-03A1-73235A168C5A}"/>
          </ac:spMkLst>
        </pc:spChg>
        <pc:spChg chg="add mod">
          <ac:chgData name="Parth Walia" userId="63003097-9a48-4653-90c0-3372deb9525c" providerId="ADAL" clId="{191DDA98-5381-4928-84F3-86A653F4F99A}" dt="2025-09-04T21:52:51.385" v="25946" actId="164"/>
          <ac:spMkLst>
            <pc:docMk/>
            <pc:sldMk cId="969698055" sldId="2147479211"/>
            <ac:spMk id="309" creationId="{4F3FB0AD-7477-6D13-494C-F3084A530A83}"/>
          </ac:spMkLst>
        </pc:spChg>
        <pc:spChg chg="add mod">
          <ac:chgData name="Parth Walia" userId="63003097-9a48-4653-90c0-3372deb9525c" providerId="ADAL" clId="{191DDA98-5381-4928-84F3-86A653F4F99A}" dt="2025-09-04T21:53:07.315" v="25951" actId="164"/>
          <ac:spMkLst>
            <pc:docMk/>
            <pc:sldMk cId="969698055" sldId="2147479211"/>
            <ac:spMk id="311" creationId="{5D29901C-CE56-25F6-BBDA-9E7AC3741E0E}"/>
          </ac:spMkLst>
        </pc:spChg>
        <pc:spChg chg="add mod">
          <ac:chgData name="Parth Walia" userId="63003097-9a48-4653-90c0-3372deb9525c" providerId="ADAL" clId="{191DDA98-5381-4928-84F3-86A653F4F99A}" dt="2025-09-04T21:53:20.582" v="25956" actId="164"/>
          <ac:spMkLst>
            <pc:docMk/>
            <pc:sldMk cId="969698055" sldId="2147479211"/>
            <ac:spMk id="313" creationId="{F61CA45A-52C7-FD21-918E-F930318887D3}"/>
          </ac:spMkLst>
        </pc:spChg>
        <pc:spChg chg="add mod">
          <ac:chgData name="Parth Walia" userId="63003097-9a48-4653-90c0-3372deb9525c" providerId="ADAL" clId="{191DDA98-5381-4928-84F3-86A653F4F99A}" dt="2025-09-04T21:53:30.236" v="25960" actId="164"/>
          <ac:spMkLst>
            <pc:docMk/>
            <pc:sldMk cId="969698055" sldId="2147479211"/>
            <ac:spMk id="315" creationId="{0880ED21-3404-F51E-DF30-CEA7FB9326F2}"/>
          </ac:spMkLst>
        </pc:spChg>
        <pc:spChg chg="add mod">
          <ac:chgData name="Parth Walia" userId="63003097-9a48-4653-90c0-3372deb9525c" providerId="ADAL" clId="{191DDA98-5381-4928-84F3-86A653F4F99A}" dt="2025-09-04T21:53:41.320" v="25964" actId="164"/>
          <ac:spMkLst>
            <pc:docMk/>
            <pc:sldMk cId="969698055" sldId="2147479211"/>
            <ac:spMk id="317" creationId="{82CF7DBC-77EF-CCFE-9D7C-C50C694E274A}"/>
          </ac:spMkLst>
        </pc:spChg>
        <pc:spChg chg="add mod">
          <ac:chgData name="Parth Walia" userId="63003097-9a48-4653-90c0-3372deb9525c" providerId="ADAL" clId="{191DDA98-5381-4928-84F3-86A653F4F99A}" dt="2025-09-04T21:53:53.749" v="25968" actId="164"/>
          <ac:spMkLst>
            <pc:docMk/>
            <pc:sldMk cId="969698055" sldId="2147479211"/>
            <ac:spMk id="319" creationId="{7E8AE0D0-489C-1154-ABC7-86688370230B}"/>
          </ac:spMkLst>
        </pc:spChg>
        <pc:spChg chg="add mod">
          <ac:chgData name="Parth Walia" userId="63003097-9a48-4653-90c0-3372deb9525c" providerId="ADAL" clId="{191DDA98-5381-4928-84F3-86A653F4F99A}" dt="2025-09-04T21:54:13.296" v="25978" actId="571"/>
          <ac:spMkLst>
            <pc:docMk/>
            <pc:sldMk cId="969698055" sldId="2147479211"/>
            <ac:spMk id="321" creationId="{5D824F68-4763-B8B7-0388-B7CC2AA2B354}"/>
          </ac:spMkLst>
        </pc:spChg>
        <pc:spChg chg="add mod">
          <ac:chgData name="Parth Walia" userId="63003097-9a48-4653-90c0-3372deb9525c" providerId="ADAL" clId="{191DDA98-5381-4928-84F3-86A653F4F99A}" dt="2025-09-04T21:54:45.198" v="25986" actId="164"/>
          <ac:spMkLst>
            <pc:docMk/>
            <pc:sldMk cId="969698055" sldId="2147479211"/>
            <ac:spMk id="324" creationId="{A9611794-5A57-9033-BCE7-6F8164D03FEF}"/>
          </ac:spMkLst>
        </pc:spChg>
        <pc:spChg chg="add mod">
          <ac:chgData name="Parth Walia" userId="63003097-9a48-4653-90c0-3372deb9525c" providerId="ADAL" clId="{191DDA98-5381-4928-84F3-86A653F4F99A}" dt="2025-09-04T21:55:00.206" v="25992" actId="164"/>
          <ac:spMkLst>
            <pc:docMk/>
            <pc:sldMk cId="969698055" sldId="2147479211"/>
            <ac:spMk id="326" creationId="{AC931441-60F1-FDD4-1A4E-CC29ED7507BF}"/>
          </ac:spMkLst>
        </pc:spChg>
        <pc:spChg chg="add mod">
          <ac:chgData name="Parth Walia" userId="63003097-9a48-4653-90c0-3372deb9525c" providerId="ADAL" clId="{191DDA98-5381-4928-84F3-86A653F4F99A}" dt="2025-09-04T21:55:11.863" v="25998" actId="164"/>
          <ac:spMkLst>
            <pc:docMk/>
            <pc:sldMk cId="969698055" sldId="2147479211"/>
            <ac:spMk id="328" creationId="{66C0E2DA-E6F9-467A-AB3D-7AEF780E4294}"/>
          </ac:spMkLst>
        </pc:spChg>
        <pc:spChg chg="add mod">
          <ac:chgData name="Parth Walia" userId="63003097-9a48-4653-90c0-3372deb9525c" providerId="ADAL" clId="{191DDA98-5381-4928-84F3-86A653F4F99A}" dt="2025-09-04T21:55:22.507" v="26002" actId="164"/>
          <ac:spMkLst>
            <pc:docMk/>
            <pc:sldMk cId="969698055" sldId="2147479211"/>
            <ac:spMk id="330" creationId="{2628D70A-FA77-FE29-E212-75818B7E2BDB}"/>
          </ac:spMkLst>
        </pc:spChg>
        <pc:spChg chg="add mod">
          <ac:chgData name="Parth Walia" userId="63003097-9a48-4653-90c0-3372deb9525c" providerId="ADAL" clId="{191DDA98-5381-4928-84F3-86A653F4F99A}" dt="2025-09-04T21:55:33.639" v="26006" actId="164"/>
          <ac:spMkLst>
            <pc:docMk/>
            <pc:sldMk cId="969698055" sldId="2147479211"/>
            <ac:spMk id="332" creationId="{A5553A92-2E6F-78B6-DFB6-529B9D24925E}"/>
          </ac:spMkLst>
        </pc:spChg>
        <pc:spChg chg="add mod">
          <ac:chgData name="Parth Walia" userId="63003097-9a48-4653-90c0-3372deb9525c" providerId="ADAL" clId="{191DDA98-5381-4928-84F3-86A653F4F99A}" dt="2025-09-04T21:56:49.099" v="26027" actId="164"/>
          <ac:spMkLst>
            <pc:docMk/>
            <pc:sldMk cId="969698055" sldId="2147479211"/>
            <ac:spMk id="334" creationId="{17502CE2-9563-DDAA-F97B-489ADDDC6B6B}"/>
          </ac:spMkLst>
        </pc:spChg>
        <pc:grpChg chg="mod ord">
          <ac:chgData name="Parth Walia" userId="63003097-9a48-4653-90c0-3372deb9525c" providerId="ADAL" clId="{191DDA98-5381-4928-84F3-86A653F4F99A}" dt="2025-09-04T21:49:55.219" v="25917" actId="164"/>
          <ac:grpSpMkLst>
            <pc:docMk/>
            <pc:sldMk cId="969698055" sldId="2147479211"/>
            <ac:grpSpMk id="89" creationId="{E0E3BA67-53DB-7A01-FC39-E92621CA7DEF}"/>
          </ac:grpSpMkLst>
        </pc:grpChg>
        <pc:grpChg chg="add mod ord">
          <ac:chgData name="Parth Walia" userId="63003097-9a48-4653-90c0-3372deb9525c" providerId="ADAL" clId="{191DDA98-5381-4928-84F3-86A653F4F99A}" dt="2025-09-04T21:51:49.062" v="25930" actId="164"/>
          <ac:grpSpMkLst>
            <pc:docMk/>
            <pc:sldMk cId="969698055" sldId="2147479211"/>
            <ac:grpSpMk id="291" creationId="{E26C1160-D3EB-7788-79F7-F742E39523C9}"/>
          </ac:grpSpMkLst>
        </pc:grpChg>
        <pc:grpChg chg="add mod">
          <ac:chgData name="Parth Walia" userId="63003097-9a48-4653-90c0-3372deb9525c" providerId="ADAL" clId="{191DDA98-5381-4928-84F3-86A653F4F99A}" dt="2025-09-04T21:49:55.219" v="25917" actId="164"/>
          <ac:grpSpMkLst>
            <pc:docMk/>
            <pc:sldMk cId="969698055" sldId="2147479211"/>
            <ac:grpSpMk id="303" creationId="{43C4089E-605F-523C-9967-37AA5E045B0B}"/>
          </ac:grpSpMkLst>
        </pc:grpChg>
        <pc:grpChg chg="add mod">
          <ac:chgData name="Parth Walia" userId="63003097-9a48-4653-90c0-3372deb9525c" providerId="ADAL" clId="{191DDA98-5381-4928-84F3-86A653F4F99A}" dt="2025-09-04T21:51:49.062" v="25930" actId="164"/>
          <ac:grpSpMkLst>
            <pc:docMk/>
            <pc:sldMk cId="969698055" sldId="2147479211"/>
            <ac:grpSpMk id="304" creationId="{2B786F09-DD5E-A5A5-51B6-137D6DC085C7}"/>
          </ac:grpSpMkLst>
        </pc:grpChg>
        <pc:grpChg chg="add mod">
          <ac:chgData name="Parth Walia" userId="63003097-9a48-4653-90c0-3372deb9525c" providerId="ADAL" clId="{191DDA98-5381-4928-84F3-86A653F4F99A}" dt="2025-09-04T21:52:08.980" v="25934" actId="164"/>
          <ac:grpSpMkLst>
            <pc:docMk/>
            <pc:sldMk cId="969698055" sldId="2147479211"/>
            <ac:grpSpMk id="305" creationId="{A7DC23C8-1D32-2E4B-553D-99D1F1A36CE4}"/>
          </ac:grpSpMkLst>
        </pc:grpChg>
        <pc:grpChg chg="add mod">
          <ac:chgData name="Parth Walia" userId="63003097-9a48-4653-90c0-3372deb9525c" providerId="ADAL" clId="{191DDA98-5381-4928-84F3-86A653F4F99A}" dt="2025-09-04T21:52:38.382" v="25941" actId="164"/>
          <ac:grpSpMkLst>
            <pc:docMk/>
            <pc:sldMk cId="969698055" sldId="2147479211"/>
            <ac:grpSpMk id="308" creationId="{601E3E3E-8510-8122-8001-5B3CCB79847A}"/>
          </ac:grpSpMkLst>
        </pc:grpChg>
        <pc:grpChg chg="add mod">
          <ac:chgData name="Parth Walia" userId="63003097-9a48-4653-90c0-3372deb9525c" providerId="ADAL" clId="{191DDA98-5381-4928-84F3-86A653F4F99A}" dt="2025-09-04T21:52:51.385" v="25946" actId="164"/>
          <ac:grpSpMkLst>
            <pc:docMk/>
            <pc:sldMk cId="969698055" sldId="2147479211"/>
            <ac:grpSpMk id="310" creationId="{0D8186E4-1547-7D3F-797B-7F812B31432D}"/>
          </ac:grpSpMkLst>
        </pc:grpChg>
        <pc:grpChg chg="add mod">
          <ac:chgData name="Parth Walia" userId="63003097-9a48-4653-90c0-3372deb9525c" providerId="ADAL" clId="{191DDA98-5381-4928-84F3-86A653F4F99A}" dt="2025-09-04T21:53:07.315" v="25951" actId="164"/>
          <ac:grpSpMkLst>
            <pc:docMk/>
            <pc:sldMk cId="969698055" sldId="2147479211"/>
            <ac:grpSpMk id="312" creationId="{8001C2A1-DA4E-F0FF-CFD2-AD62463722B5}"/>
          </ac:grpSpMkLst>
        </pc:grpChg>
        <pc:grpChg chg="add mod">
          <ac:chgData name="Parth Walia" userId="63003097-9a48-4653-90c0-3372deb9525c" providerId="ADAL" clId="{191DDA98-5381-4928-84F3-86A653F4F99A}" dt="2025-09-04T21:53:20.582" v="25956" actId="164"/>
          <ac:grpSpMkLst>
            <pc:docMk/>
            <pc:sldMk cId="969698055" sldId="2147479211"/>
            <ac:grpSpMk id="314" creationId="{A25972D8-A6F5-D010-D4AC-67DF4F2B29FF}"/>
          </ac:grpSpMkLst>
        </pc:grpChg>
        <pc:grpChg chg="add mod">
          <ac:chgData name="Parth Walia" userId="63003097-9a48-4653-90c0-3372deb9525c" providerId="ADAL" clId="{191DDA98-5381-4928-84F3-86A653F4F99A}" dt="2025-09-04T21:53:30.236" v="25960" actId="164"/>
          <ac:grpSpMkLst>
            <pc:docMk/>
            <pc:sldMk cId="969698055" sldId="2147479211"/>
            <ac:grpSpMk id="316" creationId="{8681C810-7D5F-F37A-A76E-480DBF8653A5}"/>
          </ac:grpSpMkLst>
        </pc:grpChg>
        <pc:grpChg chg="add mod">
          <ac:chgData name="Parth Walia" userId="63003097-9a48-4653-90c0-3372deb9525c" providerId="ADAL" clId="{191DDA98-5381-4928-84F3-86A653F4F99A}" dt="2025-09-04T21:53:41.320" v="25964" actId="164"/>
          <ac:grpSpMkLst>
            <pc:docMk/>
            <pc:sldMk cId="969698055" sldId="2147479211"/>
            <ac:grpSpMk id="318" creationId="{91B10462-5166-9053-FDD3-655929F71ABE}"/>
          </ac:grpSpMkLst>
        </pc:grpChg>
        <pc:grpChg chg="add mod">
          <ac:chgData name="Parth Walia" userId="63003097-9a48-4653-90c0-3372deb9525c" providerId="ADAL" clId="{191DDA98-5381-4928-84F3-86A653F4F99A}" dt="2025-09-04T21:53:53.749" v="25968" actId="164"/>
          <ac:grpSpMkLst>
            <pc:docMk/>
            <pc:sldMk cId="969698055" sldId="2147479211"/>
            <ac:grpSpMk id="320" creationId="{CF8D8276-E586-4E13-9E93-B7DB7DC4CB34}"/>
          </ac:grpSpMkLst>
        </pc:grpChg>
        <pc:grpChg chg="add mod">
          <ac:chgData name="Parth Walia" userId="63003097-9a48-4653-90c0-3372deb9525c" providerId="ADAL" clId="{191DDA98-5381-4928-84F3-86A653F4F99A}" dt="2025-09-04T21:54:13.296" v="25978" actId="571"/>
          <ac:grpSpMkLst>
            <pc:docMk/>
            <pc:sldMk cId="969698055" sldId="2147479211"/>
            <ac:grpSpMk id="322" creationId="{B33835C6-5E6A-F2D9-7864-4717C43CC276}"/>
          </ac:grpSpMkLst>
        </pc:grpChg>
        <pc:grpChg chg="add mod">
          <ac:chgData name="Parth Walia" userId="63003097-9a48-4653-90c0-3372deb9525c" providerId="ADAL" clId="{191DDA98-5381-4928-84F3-86A653F4F99A}" dt="2025-09-04T21:54:45.198" v="25986" actId="164"/>
          <ac:grpSpMkLst>
            <pc:docMk/>
            <pc:sldMk cId="969698055" sldId="2147479211"/>
            <ac:grpSpMk id="325" creationId="{E3BA0D0A-EDB1-AE21-61E2-F40FDE606BDA}"/>
          </ac:grpSpMkLst>
        </pc:grpChg>
        <pc:grpChg chg="add mod">
          <ac:chgData name="Parth Walia" userId="63003097-9a48-4653-90c0-3372deb9525c" providerId="ADAL" clId="{191DDA98-5381-4928-84F3-86A653F4F99A}" dt="2025-09-04T21:55:00.206" v="25992" actId="164"/>
          <ac:grpSpMkLst>
            <pc:docMk/>
            <pc:sldMk cId="969698055" sldId="2147479211"/>
            <ac:grpSpMk id="327" creationId="{0C72ACAC-B37F-14F1-0772-BCE1EA531FD8}"/>
          </ac:grpSpMkLst>
        </pc:grpChg>
        <pc:grpChg chg="add mod">
          <ac:chgData name="Parth Walia" userId="63003097-9a48-4653-90c0-3372deb9525c" providerId="ADAL" clId="{191DDA98-5381-4928-84F3-86A653F4F99A}" dt="2025-09-04T21:55:11.863" v="25998" actId="164"/>
          <ac:grpSpMkLst>
            <pc:docMk/>
            <pc:sldMk cId="969698055" sldId="2147479211"/>
            <ac:grpSpMk id="329" creationId="{1D84ED5F-C76C-96C5-1E0C-F3904137A5E9}"/>
          </ac:grpSpMkLst>
        </pc:grpChg>
        <pc:grpChg chg="add mod">
          <ac:chgData name="Parth Walia" userId="63003097-9a48-4653-90c0-3372deb9525c" providerId="ADAL" clId="{191DDA98-5381-4928-84F3-86A653F4F99A}" dt="2025-09-04T21:55:22.507" v="26002" actId="164"/>
          <ac:grpSpMkLst>
            <pc:docMk/>
            <pc:sldMk cId="969698055" sldId="2147479211"/>
            <ac:grpSpMk id="331" creationId="{0EDE1A26-97CB-627A-1653-1953833A69EE}"/>
          </ac:grpSpMkLst>
        </pc:grpChg>
        <pc:grpChg chg="add mod">
          <ac:chgData name="Parth Walia" userId="63003097-9a48-4653-90c0-3372deb9525c" providerId="ADAL" clId="{191DDA98-5381-4928-84F3-86A653F4F99A}" dt="2025-09-04T21:55:33.639" v="26006" actId="164"/>
          <ac:grpSpMkLst>
            <pc:docMk/>
            <pc:sldMk cId="969698055" sldId="2147479211"/>
            <ac:grpSpMk id="333" creationId="{78DCFC18-31E9-C351-3EF7-424D2FEB7AC2}"/>
          </ac:grpSpMkLst>
        </pc:grpChg>
        <pc:grpChg chg="add mod">
          <ac:chgData name="Parth Walia" userId="63003097-9a48-4653-90c0-3372deb9525c" providerId="ADAL" clId="{191DDA98-5381-4928-84F3-86A653F4F99A}" dt="2025-09-04T21:56:49.099" v="26027" actId="164"/>
          <ac:grpSpMkLst>
            <pc:docMk/>
            <pc:sldMk cId="969698055" sldId="2147479211"/>
            <ac:grpSpMk id="335" creationId="{28AAE96A-A742-CE36-08FF-4004C8F2FFB1}"/>
          </ac:grpSpMkLst>
        </pc:grpChg>
        <pc:graphicFrameChg chg="mod modGraphic">
          <ac:chgData name="Parth Walia" userId="63003097-9a48-4653-90c0-3372deb9525c" providerId="ADAL" clId="{191DDA98-5381-4928-84F3-86A653F4F99A}" dt="2025-09-04T21:59:51.477" v="26045" actId="20577"/>
          <ac:graphicFrameMkLst>
            <pc:docMk/>
            <pc:sldMk cId="969698055" sldId="2147479211"/>
            <ac:graphicFrameMk id="3" creationId="{52FA9507-7CB9-4684-EA84-DD35DF1E7C3E}"/>
          </ac:graphicFrameMkLst>
        </pc:graphicFrameChg>
        <pc:graphicFrameChg chg="add mod modGraphic">
          <ac:chgData name="Parth Walia" userId="63003097-9a48-4653-90c0-3372deb9525c" providerId="ADAL" clId="{191DDA98-5381-4928-84F3-86A653F4F99A}" dt="2025-09-04T22:00:07.552" v="26054" actId="20577"/>
          <ac:graphicFrameMkLst>
            <pc:docMk/>
            <pc:sldMk cId="969698055" sldId="2147479211"/>
            <ac:graphicFrameMk id="49" creationId="{25B5E4EC-80B8-0AD3-4626-BF4F80713F29}"/>
          </ac:graphicFrameMkLst>
        </pc:graphicFrameChg>
        <pc:cxnChg chg="add mod">
          <ac:chgData name="Parth Walia" userId="63003097-9a48-4653-90c0-3372deb9525c" providerId="ADAL" clId="{191DDA98-5381-4928-84F3-86A653F4F99A}" dt="2025-09-04T21:49:34.563" v="25912" actId="1076"/>
          <ac:cxnSpMkLst>
            <pc:docMk/>
            <pc:sldMk cId="969698055" sldId="2147479211"/>
            <ac:cxnSpMk id="121" creationId="{6B0B4E65-F31E-CB04-EE36-EDE8B69A8C56}"/>
          </ac:cxnSpMkLst>
        </pc:cxnChg>
        <pc:cxnChg chg="add mod">
          <ac:chgData name="Parth Walia" userId="63003097-9a48-4653-90c0-3372deb9525c" providerId="ADAL" clId="{191DDA98-5381-4928-84F3-86A653F4F99A}" dt="2025-09-04T21:49:34.563" v="25912" actId="1076"/>
          <ac:cxnSpMkLst>
            <pc:docMk/>
            <pc:sldMk cId="969698055" sldId="2147479211"/>
            <ac:cxnSpMk id="122" creationId="{E1747718-DB11-F9AC-21E2-B49534EE901E}"/>
          </ac:cxnSpMkLst>
        </pc:cxnChg>
        <pc:cxnChg chg="add mod">
          <ac:chgData name="Parth Walia" userId="63003097-9a48-4653-90c0-3372deb9525c" providerId="ADAL" clId="{191DDA98-5381-4928-84F3-86A653F4F99A}" dt="2025-09-04T21:49:34.563" v="25912" actId="1076"/>
          <ac:cxnSpMkLst>
            <pc:docMk/>
            <pc:sldMk cId="969698055" sldId="2147479211"/>
            <ac:cxnSpMk id="192" creationId="{CE04E28D-C435-0F09-CC38-F3BC2A5179B0}"/>
          </ac:cxnSpMkLst>
        </pc:cxnChg>
        <pc:cxnChg chg="add mod">
          <ac:chgData name="Parth Walia" userId="63003097-9a48-4653-90c0-3372deb9525c" providerId="ADAL" clId="{191DDA98-5381-4928-84F3-86A653F4F99A}" dt="2025-09-04T21:49:34.563" v="25912" actId="1076"/>
          <ac:cxnSpMkLst>
            <pc:docMk/>
            <pc:sldMk cId="969698055" sldId="2147479211"/>
            <ac:cxnSpMk id="195" creationId="{A344629E-2F11-462D-D26B-D50205D3C73C}"/>
          </ac:cxnSpMkLst>
        </pc:cxnChg>
        <pc:cxnChg chg="add mod">
          <ac:chgData name="Parth Walia" userId="63003097-9a48-4653-90c0-3372deb9525c" providerId="ADAL" clId="{191DDA98-5381-4928-84F3-86A653F4F99A}" dt="2025-09-04T21:49:34.563" v="25912" actId="1076"/>
          <ac:cxnSpMkLst>
            <pc:docMk/>
            <pc:sldMk cId="969698055" sldId="2147479211"/>
            <ac:cxnSpMk id="198" creationId="{FBB7D405-2A3F-CBC9-0DC2-96C2C7C0534D}"/>
          </ac:cxnSpMkLst>
        </pc:cxnChg>
        <pc:cxnChg chg="add mod">
          <ac:chgData name="Parth Walia" userId="63003097-9a48-4653-90c0-3372deb9525c" providerId="ADAL" clId="{191DDA98-5381-4928-84F3-86A653F4F99A}" dt="2025-09-04T21:41:51.575" v="25821" actId="14100"/>
          <ac:cxnSpMkLst>
            <pc:docMk/>
            <pc:sldMk cId="969698055" sldId="2147479211"/>
            <ac:cxnSpMk id="201" creationId="{147C2641-27FF-CCDA-DA01-D1193600EBE3}"/>
          </ac:cxnSpMkLst>
        </pc:cxnChg>
        <pc:cxnChg chg="add mod">
          <ac:chgData name="Parth Walia" userId="63003097-9a48-4653-90c0-3372deb9525c" providerId="ADAL" clId="{191DDA98-5381-4928-84F3-86A653F4F99A}" dt="2025-09-04T21:41:51.891" v="25822" actId="14100"/>
          <ac:cxnSpMkLst>
            <pc:docMk/>
            <pc:sldMk cId="969698055" sldId="2147479211"/>
            <ac:cxnSpMk id="205" creationId="{6AE098D7-AEC9-4B94-6392-DA5C2E531D2C}"/>
          </ac:cxnSpMkLst>
        </pc:cxnChg>
        <pc:cxnChg chg="add mod">
          <ac:chgData name="Parth Walia" userId="63003097-9a48-4653-90c0-3372deb9525c" providerId="ADAL" clId="{191DDA98-5381-4928-84F3-86A653F4F99A}" dt="2025-09-04T21:41:54.521" v="25825" actId="1076"/>
          <ac:cxnSpMkLst>
            <pc:docMk/>
            <pc:sldMk cId="969698055" sldId="2147479211"/>
            <ac:cxnSpMk id="208" creationId="{9CE7809E-4DBC-4513-E558-C6A8F744AAEA}"/>
          </ac:cxnSpMkLst>
        </pc:cxnChg>
        <pc:cxnChg chg="add mod">
          <ac:chgData name="Parth Walia" userId="63003097-9a48-4653-90c0-3372deb9525c" providerId="ADAL" clId="{191DDA98-5381-4928-84F3-86A653F4F99A}" dt="2025-09-04T21:36:12.881" v="25723" actId="14100"/>
          <ac:cxnSpMkLst>
            <pc:docMk/>
            <pc:sldMk cId="969698055" sldId="2147479211"/>
            <ac:cxnSpMk id="211" creationId="{02060A5E-1AB7-EEA2-C8F9-88D694B51102}"/>
          </ac:cxnSpMkLst>
        </pc:cxnChg>
        <pc:cxnChg chg="add mod">
          <ac:chgData name="Parth Walia" userId="63003097-9a48-4653-90c0-3372deb9525c" providerId="ADAL" clId="{191DDA98-5381-4928-84F3-86A653F4F99A}" dt="2025-09-04T21:44:55.010" v="25863" actId="14100"/>
          <ac:cxnSpMkLst>
            <pc:docMk/>
            <pc:sldMk cId="969698055" sldId="2147479211"/>
            <ac:cxnSpMk id="214" creationId="{4DB2FE7B-093E-CA67-1E1E-D5D7CBFD129D}"/>
          </ac:cxnSpMkLst>
        </pc:cxnChg>
        <pc:cxnChg chg="add mod">
          <ac:chgData name="Parth Walia" userId="63003097-9a48-4653-90c0-3372deb9525c" providerId="ADAL" clId="{191DDA98-5381-4928-84F3-86A653F4F99A}" dt="2025-09-04T21:44:47.169" v="25862" actId="14100"/>
          <ac:cxnSpMkLst>
            <pc:docMk/>
            <pc:sldMk cId="969698055" sldId="2147479211"/>
            <ac:cxnSpMk id="217" creationId="{FCFED608-ECEE-8A83-0733-E78AAD143DF2}"/>
          </ac:cxnSpMkLst>
        </pc:cxnChg>
        <pc:cxnChg chg="add mod">
          <ac:chgData name="Parth Walia" userId="63003097-9a48-4653-90c0-3372deb9525c" providerId="ADAL" clId="{191DDA98-5381-4928-84F3-86A653F4F99A}" dt="2025-09-04T21:44:38.545" v="25860" actId="14100"/>
          <ac:cxnSpMkLst>
            <pc:docMk/>
            <pc:sldMk cId="969698055" sldId="2147479211"/>
            <ac:cxnSpMk id="220" creationId="{7C310E9E-1FC3-D706-7DC0-7F05FF7CC7CD}"/>
          </ac:cxnSpMkLst>
        </pc:cxnChg>
        <pc:cxnChg chg="add mod">
          <ac:chgData name="Parth Walia" userId="63003097-9a48-4653-90c0-3372deb9525c" providerId="ADAL" clId="{191DDA98-5381-4928-84F3-86A653F4F99A}" dt="2025-09-04T21:36:44.735" v="25735" actId="14100"/>
          <ac:cxnSpMkLst>
            <pc:docMk/>
            <pc:sldMk cId="969698055" sldId="2147479211"/>
            <ac:cxnSpMk id="223" creationId="{F327AA4D-358B-62E8-E557-6E3BCFE57240}"/>
          </ac:cxnSpMkLst>
        </pc:cxnChg>
        <pc:cxnChg chg="add mod">
          <ac:chgData name="Parth Walia" userId="63003097-9a48-4653-90c0-3372deb9525c" providerId="ADAL" clId="{191DDA98-5381-4928-84F3-86A653F4F99A}" dt="2025-09-04T21:36:49.042" v="25738" actId="14100"/>
          <ac:cxnSpMkLst>
            <pc:docMk/>
            <pc:sldMk cId="969698055" sldId="2147479211"/>
            <ac:cxnSpMk id="226" creationId="{637C1BAE-4056-5CFB-92A3-C141DB6A194E}"/>
          </ac:cxnSpMkLst>
        </pc:cxnChg>
        <pc:cxnChg chg="add mod">
          <ac:chgData name="Parth Walia" userId="63003097-9a48-4653-90c0-3372deb9525c" providerId="ADAL" clId="{191DDA98-5381-4928-84F3-86A653F4F99A}" dt="2025-09-04T21:42:44.238" v="25839" actId="14100"/>
          <ac:cxnSpMkLst>
            <pc:docMk/>
            <pc:sldMk cId="969698055" sldId="2147479211"/>
            <ac:cxnSpMk id="229" creationId="{2E8F35F8-07F2-3016-0529-3D7E335F50F0}"/>
          </ac:cxnSpMkLst>
        </pc:cxnChg>
        <pc:cxnChg chg="add mod">
          <ac:chgData name="Parth Walia" userId="63003097-9a48-4653-90c0-3372deb9525c" providerId="ADAL" clId="{191DDA98-5381-4928-84F3-86A653F4F99A}" dt="2025-09-04T21:42:53.347" v="25841" actId="14100"/>
          <ac:cxnSpMkLst>
            <pc:docMk/>
            <pc:sldMk cId="969698055" sldId="2147479211"/>
            <ac:cxnSpMk id="234" creationId="{3FDC2F93-73DF-F1FE-FFF0-4CE9C3C7580C}"/>
          </ac:cxnSpMkLst>
        </pc:cxnChg>
        <pc:cxnChg chg="add mod">
          <ac:chgData name="Parth Walia" userId="63003097-9a48-4653-90c0-3372deb9525c" providerId="ADAL" clId="{191DDA98-5381-4928-84F3-86A653F4F99A}" dt="2025-09-04T21:42:56.858" v="25842" actId="14100"/>
          <ac:cxnSpMkLst>
            <pc:docMk/>
            <pc:sldMk cId="969698055" sldId="2147479211"/>
            <ac:cxnSpMk id="237" creationId="{C7C907D6-67DF-A835-5BD8-E3F08C12393B}"/>
          </ac:cxnSpMkLst>
        </pc:cxnChg>
      </pc:sldChg>
      <pc:sldChg chg="add del">
        <pc:chgData name="Parth Walia" userId="63003097-9a48-4653-90c0-3372deb9525c" providerId="ADAL" clId="{191DDA98-5381-4928-84F3-86A653F4F99A}" dt="2025-09-04T18:12:21.474" v="22601" actId="2890"/>
        <pc:sldMkLst>
          <pc:docMk/>
          <pc:sldMk cId="2943932883" sldId="2147479212"/>
        </pc:sldMkLst>
      </pc:sldChg>
      <pc:sldChg chg="add del">
        <pc:chgData name="Parth Walia" userId="63003097-9a48-4653-90c0-3372deb9525c" providerId="ADAL" clId="{191DDA98-5381-4928-84F3-86A653F4F99A}" dt="2025-09-04T18:19:28.055" v="22721" actId="2890"/>
        <pc:sldMkLst>
          <pc:docMk/>
          <pc:sldMk cId="3079118452" sldId="2147479212"/>
        </pc:sldMkLst>
      </pc:sldChg>
      <pc:sldChg chg="addSp delSp modSp add mod">
        <pc:chgData name="Parth Walia" userId="63003097-9a48-4653-90c0-3372deb9525c" providerId="ADAL" clId="{191DDA98-5381-4928-84F3-86A653F4F99A}" dt="2025-09-04T18:56:32.858" v="23142" actId="255"/>
        <pc:sldMkLst>
          <pc:docMk/>
          <pc:sldMk cId="4293461959" sldId="2147479212"/>
        </pc:sldMkLst>
        <pc:spChg chg="mod">
          <ac:chgData name="Parth Walia" userId="63003097-9a48-4653-90c0-3372deb9525c" providerId="ADAL" clId="{191DDA98-5381-4928-84F3-86A653F4F99A}" dt="2025-09-04T18:50:11.350" v="23085"/>
          <ac:spMkLst>
            <pc:docMk/>
            <pc:sldMk cId="4293461959" sldId="2147479212"/>
            <ac:spMk id="4" creationId="{95BF2903-BAC6-E2B9-3931-B82663AA64AE}"/>
          </ac:spMkLst>
        </pc:spChg>
        <pc:spChg chg="mod">
          <ac:chgData name="Parth Walia" userId="63003097-9a48-4653-90c0-3372deb9525c" providerId="ADAL" clId="{191DDA98-5381-4928-84F3-86A653F4F99A}" dt="2025-09-04T18:48:38.473" v="23057" actId="20577"/>
          <ac:spMkLst>
            <pc:docMk/>
            <pc:sldMk cId="4293461959" sldId="2147479212"/>
            <ac:spMk id="8" creationId="{17DC0783-A3DF-ED80-BED3-49A42C3FCD1D}"/>
          </ac:spMkLst>
        </pc:spChg>
        <pc:spChg chg="mod">
          <ac:chgData name="Parth Walia" userId="63003097-9a48-4653-90c0-3372deb9525c" providerId="ADAL" clId="{191DDA98-5381-4928-84F3-86A653F4F99A}" dt="2025-09-04T18:50:11.350" v="23085"/>
          <ac:spMkLst>
            <pc:docMk/>
            <pc:sldMk cId="4293461959" sldId="2147479212"/>
            <ac:spMk id="9" creationId="{18DA3B69-526F-EE71-78AF-D22B0C8FF462}"/>
          </ac:spMkLst>
        </pc:spChg>
        <pc:spChg chg="mod">
          <ac:chgData name="Parth Walia" userId="63003097-9a48-4653-90c0-3372deb9525c" providerId="ADAL" clId="{191DDA98-5381-4928-84F3-86A653F4F99A}" dt="2025-09-04T18:50:11.350" v="23085"/>
          <ac:spMkLst>
            <pc:docMk/>
            <pc:sldMk cId="4293461959" sldId="2147479212"/>
            <ac:spMk id="10" creationId="{57F0C956-AF91-DA1F-ADCE-0B398BCAC5E1}"/>
          </ac:spMkLst>
        </pc:spChg>
        <pc:spChg chg="mod">
          <ac:chgData name="Parth Walia" userId="63003097-9a48-4653-90c0-3372deb9525c" providerId="ADAL" clId="{191DDA98-5381-4928-84F3-86A653F4F99A}" dt="2025-09-04T18:50:11.350" v="23085"/>
          <ac:spMkLst>
            <pc:docMk/>
            <pc:sldMk cId="4293461959" sldId="2147479212"/>
            <ac:spMk id="11" creationId="{DEA20028-B75F-1F0D-326B-6BDD32790D03}"/>
          </ac:spMkLst>
        </pc:spChg>
        <pc:grpChg chg="add mod">
          <ac:chgData name="Parth Walia" userId="63003097-9a48-4653-90c0-3372deb9525c" providerId="ADAL" clId="{191DDA98-5381-4928-84F3-86A653F4F99A}" dt="2025-09-04T18:50:11.350" v="23085"/>
          <ac:grpSpMkLst>
            <pc:docMk/>
            <pc:sldMk cId="4293461959" sldId="2147479212"/>
            <ac:grpSpMk id="3" creationId="{BAF1EF9F-9158-B10D-829E-B79F2F40CE47}"/>
          </ac:grpSpMkLst>
        </pc:grpChg>
        <pc:grpChg chg="mod">
          <ac:chgData name="Parth Walia" userId="63003097-9a48-4653-90c0-3372deb9525c" providerId="ADAL" clId="{191DDA98-5381-4928-84F3-86A653F4F99A}" dt="2025-09-04T18:50:11.350" v="23085"/>
          <ac:grpSpMkLst>
            <pc:docMk/>
            <pc:sldMk cId="4293461959" sldId="2147479212"/>
            <ac:grpSpMk id="7" creationId="{BE5096ED-2DDF-7787-D0C4-FDFBFDFF1B8C}"/>
          </ac:grpSpMkLst>
        </pc:grpChg>
        <pc:graphicFrameChg chg="mod modGraphic">
          <ac:chgData name="Parth Walia" userId="63003097-9a48-4653-90c0-3372deb9525c" providerId="ADAL" clId="{191DDA98-5381-4928-84F3-86A653F4F99A}" dt="2025-09-04T18:56:32.858" v="23142" actId="255"/>
          <ac:graphicFrameMkLst>
            <pc:docMk/>
            <pc:sldMk cId="4293461959" sldId="2147479212"/>
            <ac:graphicFrameMk id="2" creationId="{E5CE0817-7F3C-68E4-72FC-A1938536FD27}"/>
          </ac:graphicFrameMkLst>
        </pc:graphicFrameChg>
      </pc:sldChg>
      <pc:sldChg chg="modSp add mod">
        <pc:chgData name="Parth Walia" userId="63003097-9a48-4653-90c0-3372deb9525c" providerId="ADAL" clId="{191DDA98-5381-4928-84F3-86A653F4F99A}" dt="2025-09-11T11:34:42.674" v="26102" actId="20577"/>
        <pc:sldMkLst>
          <pc:docMk/>
          <pc:sldMk cId="3058682786" sldId="2147479213"/>
        </pc:sldMkLst>
        <pc:spChg chg="mod">
          <ac:chgData name="Parth Walia" userId="63003097-9a48-4653-90c0-3372deb9525c" providerId="ADAL" clId="{191DDA98-5381-4928-84F3-86A653F4F99A}" dt="2025-09-11T11:34:42.674" v="26102" actId="20577"/>
          <ac:spMkLst>
            <pc:docMk/>
            <pc:sldMk cId="3058682786" sldId="2147479213"/>
            <ac:spMk id="8" creationId="{718CA96C-8841-8B01-E0DA-8D314B57EA52}"/>
          </ac:spMkLst>
        </pc:spChg>
      </pc:sldChg>
      <pc:sldChg chg="modSp add mod">
        <pc:chgData name="Parth Walia" userId="63003097-9a48-4653-90c0-3372deb9525c" providerId="ADAL" clId="{191DDA98-5381-4928-84F3-86A653F4F99A}" dt="2025-09-11T11:34:47.601" v="26104" actId="20577"/>
        <pc:sldMkLst>
          <pc:docMk/>
          <pc:sldMk cId="1511704639" sldId="2147479214"/>
        </pc:sldMkLst>
        <pc:spChg chg="mod">
          <ac:chgData name="Parth Walia" userId="63003097-9a48-4653-90c0-3372deb9525c" providerId="ADAL" clId="{191DDA98-5381-4928-84F3-86A653F4F99A}" dt="2025-09-11T11:34:47.601" v="26104" actId="20577"/>
          <ac:spMkLst>
            <pc:docMk/>
            <pc:sldMk cId="1511704639" sldId="2147479214"/>
            <ac:spMk id="8" creationId="{BB851DF3-6D3D-0216-D281-19F94E93C0E4}"/>
          </ac:spMkLst>
        </pc:spChg>
      </pc:sldChg>
      <pc:sldChg chg="modSp add mod">
        <pc:chgData name="Parth Walia" userId="63003097-9a48-4653-90c0-3372deb9525c" providerId="ADAL" clId="{191DDA98-5381-4928-84F3-86A653F4F99A}" dt="2025-09-11T11:35:18.985" v="26134" actId="20577"/>
        <pc:sldMkLst>
          <pc:docMk/>
          <pc:sldMk cId="1562100083" sldId="2147479215"/>
        </pc:sldMkLst>
        <pc:spChg chg="mod">
          <ac:chgData name="Parth Walia" userId="63003097-9a48-4653-90c0-3372deb9525c" providerId="ADAL" clId="{191DDA98-5381-4928-84F3-86A653F4F99A}" dt="2025-09-11T11:35:18.985" v="26134" actId="20577"/>
          <ac:spMkLst>
            <pc:docMk/>
            <pc:sldMk cId="1562100083" sldId="2147479215"/>
            <ac:spMk id="8" creationId="{E951411F-825E-5B1D-097A-1691EC2C508C}"/>
          </ac:spMkLst>
        </pc:spChg>
      </pc:sldChg>
      <pc:sldChg chg="add del">
        <pc:chgData name="Parth Walia" userId="63003097-9a48-4653-90c0-3372deb9525c" providerId="ADAL" clId="{191DDA98-5381-4928-84F3-86A653F4F99A}" dt="2025-09-11T11:34:55.500" v="26106"/>
        <pc:sldMkLst>
          <pc:docMk/>
          <pc:sldMk cId="2557975084" sldId="2147479215"/>
        </pc:sldMkLst>
      </pc:sldChg>
      <pc:sldChg chg="new del">
        <pc:chgData name="Parth Walia" userId="63003097-9a48-4653-90c0-3372deb9525c" providerId="ADAL" clId="{191DDA98-5381-4928-84F3-86A653F4F99A}" dt="2025-09-11T11:34:59.229" v="26108" actId="680"/>
        <pc:sldMkLst>
          <pc:docMk/>
          <pc:sldMk cId="4038676628" sldId="2147479215"/>
        </pc:sldMkLst>
      </pc:sldChg>
    </pc:docChg>
  </pc:docChgLst>
  <pc:docChgLst>
    <pc:chgData name="Baldev Chopra" userId="a54e8303-b89f-49a7-bca4-00378049c30c" providerId="ADAL" clId="{8F37D50B-BDFA-4F63-BB99-B1F9EDD57B42}"/>
    <pc:docChg chg="undo custSel addSld delSld modSld sldOrd addSection modSection">
      <pc:chgData name="Baldev Chopra" userId="a54e8303-b89f-49a7-bca4-00378049c30c" providerId="ADAL" clId="{8F37D50B-BDFA-4F63-BB99-B1F9EDD57B42}" dt="2025-08-28T11:43:42.075" v="3561" actId="47"/>
      <pc:docMkLst>
        <pc:docMk/>
      </pc:docMkLst>
      <pc:sldChg chg="add">
        <pc:chgData name="Baldev Chopra" userId="a54e8303-b89f-49a7-bca4-00378049c30c" providerId="ADAL" clId="{8F37D50B-BDFA-4F63-BB99-B1F9EDD57B42}" dt="2025-08-22T09:12:29.431" v="37"/>
        <pc:sldMkLst>
          <pc:docMk/>
          <pc:sldMk cId="511742140" sldId="297"/>
        </pc:sldMkLst>
      </pc:sldChg>
      <pc:sldChg chg="add">
        <pc:chgData name="Baldev Chopra" userId="a54e8303-b89f-49a7-bca4-00378049c30c" providerId="ADAL" clId="{8F37D50B-BDFA-4F63-BB99-B1F9EDD57B42}" dt="2025-08-22T09:13:17.712" v="39"/>
        <pc:sldMkLst>
          <pc:docMk/>
          <pc:sldMk cId="256826049" sldId="346"/>
        </pc:sldMkLst>
      </pc:sldChg>
      <pc:sldChg chg="add">
        <pc:chgData name="Baldev Chopra" userId="a54e8303-b89f-49a7-bca4-00378049c30c" providerId="ADAL" clId="{8F37D50B-BDFA-4F63-BB99-B1F9EDD57B42}" dt="2025-08-22T09:12:35.262" v="38"/>
        <pc:sldMkLst>
          <pc:docMk/>
          <pc:sldMk cId="2095779274" sldId="351"/>
        </pc:sldMkLst>
      </pc:sldChg>
      <pc:sldChg chg="add ord">
        <pc:chgData name="Baldev Chopra" userId="a54e8303-b89f-49a7-bca4-00378049c30c" providerId="ADAL" clId="{8F37D50B-BDFA-4F63-BB99-B1F9EDD57B42}" dt="2025-08-20T08:14:08.023" v="2"/>
        <pc:sldMkLst>
          <pc:docMk/>
          <pc:sldMk cId="1613818312" sldId="2767"/>
        </pc:sldMkLst>
      </pc:sldChg>
      <pc:sldChg chg="add">
        <pc:chgData name="Baldev Chopra" userId="a54e8303-b89f-49a7-bca4-00378049c30c" providerId="ADAL" clId="{8F37D50B-BDFA-4F63-BB99-B1F9EDD57B42}" dt="2025-08-21T12:02:07.582" v="8"/>
        <pc:sldMkLst>
          <pc:docMk/>
          <pc:sldMk cId="2385824187" sldId="2147375185"/>
        </pc:sldMkLst>
      </pc:sldChg>
      <pc:sldChg chg="del">
        <pc:chgData name="Baldev Chopra" userId="a54e8303-b89f-49a7-bca4-00378049c30c" providerId="ADAL" clId="{8F37D50B-BDFA-4F63-BB99-B1F9EDD57B42}" dt="2025-08-28T10:46:39.482" v="2813" actId="47"/>
        <pc:sldMkLst>
          <pc:docMk/>
          <pc:sldMk cId="2546375478" sldId="2147479044"/>
        </pc:sldMkLst>
      </pc:sldChg>
      <pc:sldChg chg="ord">
        <pc:chgData name="Baldev Chopra" userId="a54e8303-b89f-49a7-bca4-00378049c30c" providerId="ADAL" clId="{8F37D50B-BDFA-4F63-BB99-B1F9EDD57B42}" dt="2025-08-28T10:58:09.216" v="3101"/>
        <pc:sldMkLst>
          <pc:docMk/>
          <pc:sldMk cId="3281582822" sldId="2147479046"/>
        </pc:sldMkLst>
      </pc:sldChg>
      <pc:sldChg chg="ord">
        <pc:chgData name="Baldev Chopra" userId="a54e8303-b89f-49a7-bca4-00378049c30c" providerId="ADAL" clId="{8F37D50B-BDFA-4F63-BB99-B1F9EDD57B42}" dt="2025-08-28T10:58:09.216" v="3101"/>
        <pc:sldMkLst>
          <pc:docMk/>
          <pc:sldMk cId="3726799611" sldId="2147479047"/>
        </pc:sldMkLst>
      </pc:sldChg>
      <pc:sldChg chg="modSp mod">
        <pc:chgData name="Baldev Chopra" userId="a54e8303-b89f-49a7-bca4-00378049c30c" providerId="ADAL" clId="{8F37D50B-BDFA-4F63-BB99-B1F9EDD57B42}" dt="2025-08-28T10:49:45.154" v="2914" actId="1037"/>
        <pc:sldMkLst>
          <pc:docMk/>
          <pc:sldMk cId="1004585457" sldId="2147479079"/>
        </pc:sldMkLst>
      </pc:sldChg>
      <pc:sldChg chg="ord">
        <pc:chgData name="Baldev Chopra" userId="a54e8303-b89f-49a7-bca4-00378049c30c" providerId="ADAL" clId="{8F37D50B-BDFA-4F63-BB99-B1F9EDD57B42}" dt="2025-08-28T10:53:31.322" v="3070"/>
        <pc:sldMkLst>
          <pc:docMk/>
          <pc:sldMk cId="992260532" sldId="2147479080"/>
        </pc:sldMkLst>
      </pc:sldChg>
      <pc:sldChg chg="ord">
        <pc:chgData name="Baldev Chopra" userId="a54e8303-b89f-49a7-bca4-00378049c30c" providerId="ADAL" clId="{8F37D50B-BDFA-4F63-BB99-B1F9EDD57B42}" dt="2025-08-28T10:53:31.322" v="3070"/>
        <pc:sldMkLst>
          <pc:docMk/>
          <pc:sldMk cId="2084099392" sldId="2147479081"/>
        </pc:sldMkLst>
      </pc:sldChg>
      <pc:sldChg chg="ord">
        <pc:chgData name="Baldev Chopra" userId="a54e8303-b89f-49a7-bca4-00378049c30c" providerId="ADAL" clId="{8F37D50B-BDFA-4F63-BB99-B1F9EDD57B42}" dt="2025-08-28T10:53:31.322" v="3070"/>
        <pc:sldMkLst>
          <pc:docMk/>
          <pc:sldMk cId="1923746959" sldId="2147479082"/>
        </pc:sldMkLst>
      </pc:sldChg>
      <pc:sldChg chg="ord">
        <pc:chgData name="Baldev Chopra" userId="a54e8303-b89f-49a7-bca4-00378049c30c" providerId="ADAL" clId="{8F37D50B-BDFA-4F63-BB99-B1F9EDD57B42}" dt="2025-08-28T10:53:31.322" v="3070"/>
        <pc:sldMkLst>
          <pc:docMk/>
          <pc:sldMk cId="3553381895" sldId="2147479083"/>
        </pc:sldMkLst>
      </pc:sldChg>
      <pc:sldChg chg="modSp mod">
        <pc:chgData name="Baldev Chopra" userId="a54e8303-b89f-49a7-bca4-00378049c30c" providerId="ADAL" clId="{8F37D50B-BDFA-4F63-BB99-B1F9EDD57B42}" dt="2025-08-21T11:57:20.860" v="5" actId="13926"/>
        <pc:sldMkLst>
          <pc:docMk/>
          <pc:sldMk cId="1554783003" sldId="2147479093"/>
        </pc:sldMkLst>
        <pc:spChg chg="mod">
          <ac:chgData name="Baldev Chopra" userId="a54e8303-b89f-49a7-bca4-00378049c30c" providerId="ADAL" clId="{8F37D50B-BDFA-4F63-BB99-B1F9EDD57B42}" dt="2025-08-21T11:57:16.263" v="3" actId="13926"/>
          <ac:spMkLst>
            <pc:docMk/>
            <pc:sldMk cId="1554783003" sldId="2147479093"/>
            <ac:spMk id="32" creationId="{3A2E1CF0-176F-8FDD-B49D-A02EE7A2C249}"/>
          </ac:spMkLst>
        </pc:spChg>
        <pc:spChg chg="mod">
          <ac:chgData name="Baldev Chopra" userId="a54e8303-b89f-49a7-bca4-00378049c30c" providerId="ADAL" clId="{8F37D50B-BDFA-4F63-BB99-B1F9EDD57B42}" dt="2025-08-21T11:57:18.548" v="4" actId="13926"/>
          <ac:spMkLst>
            <pc:docMk/>
            <pc:sldMk cId="1554783003" sldId="2147479093"/>
            <ac:spMk id="44" creationId="{8947CD63-7999-BFC6-3371-534564B8884B}"/>
          </ac:spMkLst>
        </pc:spChg>
        <pc:spChg chg="mod">
          <ac:chgData name="Baldev Chopra" userId="a54e8303-b89f-49a7-bca4-00378049c30c" providerId="ADAL" clId="{8F37D50B-BDFA-4F63-BB99-B1F9EDD57B42}" dt="2025-08-21T11:57:20.860" v="5" actId="13926"/>
          <ac:spMkLst>
            <pc:docMk/>
            <pc:sldMk cId="1554783003" sldId="2147479093"/>
            <ac:spMk id="45" creationId="{091137CB-A486-AFDA-80CA-1047F7CC2C83}"/>
          </ac:spMkLst>
        </pc:spChg>
      </pc:sldChg>
      <pc:sldChg chg="modSp mod">
        <pc:chgData name="Baldev Chopra" userId="a54e8303-b89f-49a7-bca4-00378049c30c" providerId="ADAL" clId="{8F37D50B-BDFA-4F63-BB99-B1F9EDD57B42}" dt="2025-08-21T11:57:35.928" v="7" actId="13926"/>
        <pc:sldMkLst>
          <pc:docMk/>
          <pc:sldMk cId="3999383612" sldId="2147479094"/>
        </pc:sldMkLst>
        <pc:spChg chg="mod">
          <ac:chgData name="Baldev Chopra" userId="a54e8303-b89f-49a7-bca4-00378049c30c" providerId="ADAL" clId="{8F37D50B-BDFA-4F63-BB99-B1F9EDD57B42}" dt="2025-08-21T11:57:25.507" v="6" actId="13926"/>
          <ac:spMkLst>
            <pc:docMk/>
            <pc:sldMk cId="3999383612" sldId="2147479094"/>
            <ac:spMk id="32" creationId="{FCA83FEE-38F1-7F04-435F-E8F5A9201C16}"/>
          </ac:spMkLst>
        </pc:spChg>
        <pc:spChg chg="mod">
          <ac:chgData name="Baldev Chopra" userId="a54e8303-b89f-49a7-bca4-00378049c30c" providerId="ADAL" clId="{8F37D50B-BDFA-4F63-BB99-B1F9EDD57B42}" dt="2025-08-21T11:57:35.928" v="7" actId="13926"/>
          <ac:spMkLst>
            <pc:docMk/>
            <pc:sldMk cId="3999383612" sldId="2147479094"/>
            <ac:spMk id="43" creationId="{DCD58DF4-85F7-FEAF-DE3D-AFCD03904940}"/>
          </ac:spMkLst>
        </pc:spChg>
      </pc:sldChg>
      <pc:sldChg chg="modSp mod">
        <pc:chgData name="Baldev Chopra" userId="a54e8303-b89f-49a7-bca4-00378049c30c" providerId="ADAL" clId="{8F37D50B-BDFA-4F63-BB99-B1F9EDD57B42}" dt="2025-08-28T10:56:43.629" v="3099" actId="20577"/>
        <pc:sldMkLst>
          <pc:docMk/>
          <pc:sldMk cId="2986584773" sldId="2147479098"/>
        </pc:sldMkLst>
        <pc:spChg chg="mod">
          <ac:chgData name="Baldev Chopra" userId="a54e8303-b89f-49a7-bca4-00378049c30c" providerId="ADAL" clId="{8F37D50B-BDFA-4F63-BB99-B1F9EDD57B42}" dt="2025-08-28T10:56:43.629" v="3099" actId="20577"/>
          <ac:spMkLst>
            <pc:docMk/>
            <pc:sldMk cId="2986584773" sldId="2147479098"/>
            <ac:spMk id="2" creationId="{2842E98A-741E-2496-FE4F-DDD2DAA95D3F}"/>
          </ac:spMkLst>
        </pc:spChg>
      </pc:sldChg>
      <pc:sldChg chg="ord">
        <pc:chgData name="Baldev Chopra" userId="a54e8303-b89f-49a7-bca4-00378049c30c" providerId="ADAL" clId="{8F37D50B-BDFA-4F63-BB99-B1F9EDD57B42}" dt="2025-08-28T11:00:31.729" v="3210"/>
        <pc:sldMkLst>
          <pc:docMk/>
          <pc:sldMk cId="4136219372" sldId="2147479103"/>
        </pc:sldMkLst>
      </pc:sldChg>
      <pc:sldChg chg="ord">
        <pc:chgData name="Baldev Chopra" userId="a54e8303-b89f-49a7-bca4-00378049c30c" providerId="ADAL" clId="{8F37D50B-BDFA-4F63-BB99-B1F9EDD57B42}" dt="2025-08-28T10:47:06.065" v="2815"/>
        <pc:sldMkLst>
          <pc:docMk/>
          <pc:sldMk cId="3095676069" sldId="2147479104"/>
        </pc:sldMkLst>
      </pc:sldChg>
      <pc:sldChg chg="ord">
        <pc:chgData name="Baldev Chopra" userId="a54e8303-b89f-49a7-bca4-00378049c30c" providerId="ADAL" clId="{8F37D50B-BDFA-4F63-BB99-B1F9EDD57B42}" dt="2025-08-28T10:47:06.065" v="2815"/>
        <pc:sldMkLst>
          <pc:docMk/>
          <pc:sldMk cId="4096197538" sldId="2147479105"/>
        </pc:sldMkLst>
      </pc:sldChg>
      <pc:sldChg chg="ord">
        <pc:chgData name="Baldev Chopra" userId="a54e8303-b89f-49a7-bca4-00378049c30c" providerId="ADAL" clId="{8F37D50B-BDFA-4F63-BB99-B1F9EDD57B42}" dt="2025-08-28T10:47:06.065" v="2815"/>
        <pc:sldMkLst>
          <pc:docMk/>
          <pc:sldMk cId="2333145662" sldId="2147479106"/>
        </pc:sldMkLst>
      </pc:sldChg>
      <pc:sldChg chg="addSp modSp mod">
        <pc:chgData name="Baldev Chopra" userId="a54e8303-b89f-49a7-bca4-00378049c30c" providerId="ADAL" clId="{8F37D50B-BDFA-4F63-BB99-B1F9EDD57B42}" dt="2025-08-22T09:01:16.199" v="32" actId="20577"/>
        <pc:sldMkLst>
          <pc:docMk/>
          <pc:sldMk cId="1968228704" sldId="2147479109"/>
        </pc:sldMkLst>
        <pc:spChg chg="add mod">
          <ac:chgData name="Baldev Chopra" userId="a54e8303-b89f-49a7-bca4-00378049c30c" providerId="ADAL" clId="{8F37D50B-BDFA-4F63-BB99-B1F9EDD57B42}" dt="2025-08-22T09:01:16.199" v="32" actId="20577"/>
          <ac:spMkLst>
            <pc:docMk/>
            <pc:sldMk cId="1968228704" sldId="2147479109"/>
            <ac:spMk id="7" creationId="{B710F14E-6292-211F-8206-A6E7428DD24C}"/>
          </ac:spMkLst>
        </pc:spChg>
      </pc:sldChg>
      <pc:sldChg chg="modSp mod ord">
        <pc:chgData name="Baldev Chopra" userId="a54e8303-b89f-49a7-bca4-00378049c30c" providerId="ADAL" clId="{8F37D50B-BDFA-4F63-BB99-B1F9EDD57B42}" dt="2025-08-28T11:05:02.882" v="3290"/>
        <pc:sldMkLst>
          <pc:docMk/>
          <pc:sldMk cId="520237830" sldId="2147479110"/>
        </pc:sldMkLst>
      </pc:sldChg>
      <pc:sldChg chg="ord">
        <pc:chgData name="Baldev Chopra" userId="a54e8303-b89f-49a7-bca4-00378049c30c" providerId="ADAL" clId="{8F37D50B-BDFA-4F63-BB99-B1F9EDD57B42}" dt="2025-08-28T11:05:02.882" v="3290"/>
        <pc:sldMkLst>
          <pc:docMk/>
          <pc:sldMk cId="867270034" sldId="2147479111"/>
        </pc:sldMkLst>
      </pc:sldChg>
      <pc:sldChg chg="ord">
        <pc:chgData name="Baldev Chopra" userId="a54e8303-b89f-49a7-bca4-00378049c30c" providerId="ADAL" clId="{8F37D50B-BDFA-4F63-BB99-B1F9EDD57B42}" dt="2025-08-28T11:05:02.882" v="3290"/>
        <pc:sldMkLst>
          <pc:docMk/>
          <pc:sldMk cId="744211107" sldId="2147479112"/>
        </pc:sldMkLst>
      </pc:sldChg>
      <pc:sldChg chg="addSp delSp modSp new mod">
        <pc:chgData name="Baldev Chopra" userId="a54e8303-b89f-49a7-bca4-00378049c30c" providerId="ADAL" clId="{8F37D50B-BDFA-4F63-BB99-B1F9EDD57B42}" dt="2025-08-22T09:10:09.195" v="34" actId="22"/>
        <pc:sldMkLst>
          <pc:docMk/>
          <pc:sldMk cId="3862563710" sldId="2147479119"/>
        </pc:sldMkLst>
        <pc:picChg chg="add mod ord">
          <ac:chgData name="Baldev Chopra" userId="a54e8303-b89f-49a7-bca4-00378049c30c" providerId="ADAL" clId="{8F37D50B-BDFA-4F63-BB99-B1F9EDD57B42}" dt="2025-08-22T09:10:09.195" v="34" actId="22"/>
          <ac:picMkLst>
            <pc:docMk/>
            <pc:sldMk cId="3862563710" sldId="2147479119"/>
            <ac:picMk id="9" creationId="{368472AA-9E27-81D0-4884-A01DB81CAD0F}"/>
          </ac:picMkLst>
        </pc:picChg>
      </pc:sldChg>
      <pc:sldChg chg="addSp delSp modSp new mod">
        <pc:chgData name="Baldev Chopra" userId="a54e8303-b89f-49a7-bca4-00378049c30c" providerId="ADAL" clId="{8F37D50B-BDFA-4F63-BB99-B1F9EDD57B42}" dt="2025-08-25T05:26:50.836" v="56" actId="20577"/>
        <pc:sldMkLst>
          <pc:docMk/>
          <pc:sldMk cId="746150090" sldId="2147479120"/>
        </pc:sldMkLst>
        <pc:spChg chg="mod">
          <ac:chgData name="Baldev Chopra" userId="a54e8303-b89f-49a7-bca4-00378049c30c" providerId="ADAL" clId="{8F37D50B-BDFA-4F63-BB99-B1F9EDD57B42}" dt="2025-08-25T05:26:50.836" v="56" actId="20577"/>
          <ac:spMkLst>
            <pc:docMk/>
            <pc:sldMk cId="746150090" sldId="2147479120"/>
            <ac:spMk id="2" creationId="{D3E0450A-F474-5F19-425B-EE65F5A5BD50}"/>
          </ac:spMkLst>
        </pc:spChg>
        <pc:picChg chg="add">
          <ac:chgData name="Baldev Chopra" userId="a54e8303-b89f-49a7-bca4-00378049c30c" providerId="ADAL" clId="{8F37D50B-BDFA-4F63-BB99-B1F9EDD57B42}" dt="2025-08-25T05:26:41.331" v="42" actId="22"/>
          <ac:picMkLst>
            <pc:docMk/>
            <pc:sldMk cId="746150090" sldId="2147479120"/>
            <ac:picMk id="9" creationId="{4AA5E453-412D-2264-1CA0-B96A59AE9A66}"/>
          </ac:picMkLst>
        </pc:picChg>
      </pc:sldChg>
      <pc:sldChg chg="new del">
        <pc:chgData name="Baldev Chopra" userId="a54e8303-b89f-49a7-bca4-00378049c30c" providerId="ADAL" clId="{8F37D50B-BDFA-4F63-BB99-B1F9EDD57B42}" dt="2025-08-22T09:12:24.102" v="36" actId="47"/>
        <pc:sldMkLst>
          <pc:docMk/>
          <pc:sldMk cId="2531414795" sldId="2147479120"/>
        </pc:sldMkLst>
      </pc:sldChg>
      <pc:sldChg chg="addSp delSp modSp new mod">
        <pc:chgData name="Baldev Chopra" userId="a54e8303-b89f-49a7-bca4-00378049c30c" providerId="ADAL" clId="{8F37D50B-BDFA-4F63-BB99-B1F9EDD57B42}" dt="2025-08-25T05:50:03.535" v="563" actId="113"/>
        <pc:sldMkLst>
          <pc:docMk/>
          <pc:sldMk cId="37493355" sldId="2147479121"/>
        </pc:sldMkLst>
        <pc:spChg chg="mod">
          <ac:chgData name="Baldev Chopra" userId="a54e8303-b89f-49a7-bca4-00378049c30c" providerId="ADAL" clId="{8F37D50B-BDFA-4F63-BB99-B1F9EDD57B42}" dt="2025-08-25T05:49:58.624" v="560" actId="20577"/>
          <ac:spMkLst>
            <pc:docMk/>
            <pc:sldMk cId="37493355" sldId="2147479121"/>
            <ac:spMk id="2" creationId="{E9BE33F6-2BD8-6BAC-1ED8-5493C42233C1}"/>
          </ac:spMkLst>
        </pc:spChg>
        <pc:graphicFrameChg chg="add mod modGraphic">
          <ac:chgData name="Baldev Chopra" userId="a54e8303-b89f-49a7-bca4-00378049c30c" providerId="ADAL" clId="{8F37D50B-BDFA-4F63-BB99-B1F9EDD57B42}" dt="2025-08-25T05:50:03.535" v="563" actId="113"/>
          <ac:graphicFrameMkLst>
            <pc:docMk/>
            <pc:sldMk cId="37493355" sldId="2147479121"/>
            <ac:graphicFrameMk id="8" creationId="{AA54B7FD-1ED0-8D5E-1EC4-D770EE53AC06}"/>
          </ac:graphicFrameMkLst>
        </pc:graphicFrameChg>
      </pc:sldChg>
      <pc:sldChg chg="modSp add mod">
        <pc:chgData name="Baldev Chopra" userId="a54e8303-b89f-49a7-bca4-00378049c30c" providerId="ADAL" clId="{8F37D50B-BDFA-4F63-BB99-B1F9EDD57B42}" dt="2025-08-25T06:31:10.526" v="872" actId="20577"/>
        <pc:sldMkLst>
          <pc:docMk/>
          <pc:sldMk cId="2178277469" sldId="2147479122"/>
        </pc:sldMkLst>
        <pc:spChg chg="mod">
          <ac:chgData name="Baldev Chopra" userId="a54e8303-b89f-49a7-bca4-00378049c30c" providerId="ADAL" clId="{8F37D50B-BDFA-4F63-BB99-B1F9EDD57B42}" dt="2025-08-25T06:31:10.526" v="872" actId="20577"/>
          <ac:spMkLst>
            <pc:docMk/>
            <pc:sldMk cId="2178277469" sldId="2147479122"/>
            <ac:spMk id="2" creationId="{7F6B6B54-4ACD-ED84-E615-5F88B8047D61}"/>
          </ac:spMkLst>
        </pc:spChg>
        <pc:graphicFrameChg chg="mod modGraphic">
          <ac:chgData name="Baldev Chopra" userId="a54e8303-b89f-49a7-bca4-00378049c30c" providerId="ADAL" clId="{8F37D50B-BDFA-4F63-BB99-B1F9EDD57B42}" dt="2025-08-25T06:30:51.039" v="870" actId="113"/>
          <ac:graphicFrameMkLst>
            <pc:docMk/>
            <pc:sldMk cId="2178277469" sldId="2147479122"/>
            <ac:graphicFrameMk id="8" creationId="{A255A13D-768E-A379-2848-9BAEDA50DE9F}"/>
          </ac:graphicFrameMkLst>
        </pc:graphicFrameChg>
      </pc:sldChg>
      <pc:sldChg chg="modSp add mod">
        <pc:chgData name="Baldev Chopra" userId="a54e8303-b89f-49a7-bca4-00378049c30c" providerId="ADAL" clId="{8F37D50B-BDFA-4F63-BB99-B1F9EDD57B42}" dt="2025-08-25T06:38:38.449" v="1194" actId="20577"/>
        <pc:sldMkLst>
          <pc:docMk/>
          <pc:sldMk cId="2439236045" sldId="2147479123"/>
        </pc:sldMkLst>
        <pc:spChg chg="mod">
          <ac:chgData name="Baldev Chopra" userId="a54e8303-b89f-49a7-bca4-00378049c30c" providerId="ADAL" clId="{8F37D50B-BDFA-4F63-BB99-B1F9EDD57B42}" dt="2025-08-25T06:38:38.449" v="1194" actId="20577"/>
          <ac:spMkLst>
            <pc:docMk/>
            <pc:sldMk cId="2439236045" sldId="2147479123"/>
            <ac:spMk id="2" creationId="{90611ED8-AE0C-4679-FB6C-8CD6AAE64949}"/>
          </ac:spMkLst>
        </pc:spChg>
        <pc:graphicFrameChg chg="mod modGraphic">
          <ac:chgData name="Baldev Chopra" userId="a54e8303-b89f-49a7-bca4-00378049c30c" providerId="ADAL" clId="{8F37D50B-BDFA-4F63-BB99-B1F9EDD57B42}" dt="2025-08-25T06:38:32.247" v="1192" actId="5793"/>
          <ac:graphicFrameMkLst>
            <pc:docMk/>
            <pc:sldMk cId="2439236045" sldId="2147479123"/>
            <ac:graphicFrameMk id="8" creationId="{608746E3-F1F3-8E68-2CE6-AE8F99ED08C5}"/>
          </ac:graphicFrameMkLst>
        </pc:graphicFrameChg>
      </pc:sldChg>
      <pc:sldChg chg="modSp add mod">
        <pc:chgData name="Baldev Chopra" userId="a54e8303-b89f-49a7-bca4-00378049c30c" providerId="ADAL" clId="{8F37D50B-BDFA-4F63-BB99-B1F9EDD57B42}" dt="2025-08-25T06:59:29.993" v="1518" actId="20577"/>
        <pc:sldMkLst>
          <pc:docMk/>
          <pc:sldMk cId="4255976452" sldId="2147479124"/>
        </pc:sldMkLst>
        <pc:spChg chg="mod">
          <ac:chgData name="Baldev Chopra" userId="a54e8303-b89f-49a7-bca4-00378049c30c" providerId="ADAL" clId="{8F37D50B-BDFA-4F63-BB99-B1F9EDD57B42}" dt="2025-08-25T06:59:29.993" v="1518" actId="20577"/>
          <ac:spMkLst>
            <pc:docMk/>
            <pc:sldMk cId="4255976452" sldId="2147479124"/>
            <ac:spMk id="2" creationId="{878FCF8C-B6D4-F26E-8832-177F8935A35B}"/>
          </ac:spMkLst>
        </pc:spChg>
        <pc:graphicFrameChg chg="mod modGraphic">
          <ac:chgData name="Baldev Chopra" userId="a54e8303-b89f-49a7-bca4-00378049c30c" providerId="ADAL" clId="{8F37D50B-BDFA-4F63-BB99-B1F9EDD57B42}" dt="2025-08-25T06:59:25.894" v="1516" actId="2711"/>
          <ac:graphicFrameMkLst>
            <pc:docMk/>
            <pc:sldMk cId="4255976452" sldId="2147479124"/>
            <ac:graphicFrameMk id="8" creationId="{247E78AF-467A-4223-2F6F-53CC1DB4E066}"/>
          </ac:graphicFrameMkLst>
        </pc:graphicFrameChg>
      </pc:sldChg>
      <pc:sldChg chg="modSp add mod">
        <pc:chgData name="Baldev Chopra" userId="a54e8303-b89f-49a7-bca4-00378049c30c" providerId="ADAL" clId="{8F37D50B-BDFA-4F63-BB99-B1F9EDD57B42}" dt="2025-08-25T13:28:54.325" v="1607" actId="113"/>
        <pc:sldMkLst>
          <pc:docMk/>
          <pc:sldMk cId="38550298" sldId="2147479125"/>
        </pc:sldMkLst>
        <pc:graphicFrameChg chg="mod modGraphic">
          <ac:chgData name="Baldev Chopra" userId="a54e8303-b89f-49a7-bca4-00378049c30c" providerId="ADAL" clId="{8F37D50B-BDFA-4F63-BB99-B1F9EDD57B42}" dt="2025-08-25T13:28:54.325" v="1607" actId="113"/>
          <ac:graphicFrameMkLst>
            <pc:docMk/>
            <pc:sldMk cId="38550298" sldId="2147479125"/>
            <ac:graphicFrameMk id="8" creationId="{5AB4FE30-354D-590D-4C03-ABF3A08524D6}"/>
          </ac:graphicFrameMkLst>
        </pc:graphicFrameChg>
      </pc:sldChg>
      <pc:sldChg chg="addSp delSp modSp new mod">
        <pc:chgData name="Baldev Chopra" userId="a54e8303-b89f-49a7-bca4-00378049c30c" providerId="ADAL" clId="{8F37D50B-BDFA-4F63-BB99-B1F9EDD57B42}" dt="2025-08-26T13:00:40.339" v="1743" actId="20577"/>
        <pc:sldMkLst>
          <pc:docMk/>
          <pc:sldMk cId="1812625554" sldId="2147479126"/>
        </pc:sldMkLst>
        <pc:spChg chg="mod">
          <ac:chgData name="Baldev Chopra" userId="a54e8303-b89f-49a7-bca4-00378049c30c" providerId="ADAL" clId="{8F37D50B-BDFA-4F63-BB99-B1F9EDD57B42}" dt="2025-08-26T12:58:31.708" v="1676"/>
          <ac:spMkLst>
            <pc:docMk/>
            <pc:sldMk cId="1812625554" sldId="2147479126"/>
            <ac:spMk id="2" creationId="{59830037-5296-B704-4313-5E306DFAC23A}"/>
          </ac:spMkLst>
        </pc:spChg>
        <pc:spChg chg="add mod">
          <ac:chgData name="Baldev Chopra" userId="a54e8303-b89f-49a7-bca4-00378049c30c" providerId="ADAL" clId="{8F37D50B-BDFA-4F63-BB99-B1F9EDD57B42}" dt="2025-08-26T12:57:59.715" v="1673"/>
          <ac:spMkLst>
            <pc:docMk/>
            <pc:sldMk cId="1812625554" sldId="2147479126"/>
            <ac:spMk id="59" creationId="{F303922E-89AC-E265-94C8-4B5837B74494}"/>
          </ac:spMkLst>
        </pc:spChg>
        <pc:spChg chg="mod">
          <ac:chgData name="Baldev Chopra" userId="a54e8303-b89f-49a7-bca4-00378049c30c" providerId="ADAL" clId="{8F37D50B-BDFA-4F63-BB99-B1F9EDD57B42}" dt="2025-08-26T12:57:59.715" v="1673"/>
          <ac:spMkLst>
            <pc:docMk/>
            <pc:sldMk cId="1812625554" sldId="2147479126"/>
            <ac:spMk id="62" creationId="{A83692C9-AE0A-99C4-6838-FCB6457A5840}"/>
          </ac:spMkLst>
        </pc:spChg>
        <pc:spChg chg="mod">
          <ac:chgData name="Baldev Chopra" userId="a54e8303-b89f-49a7-bca4-00378049c30c" providerId="ADAL" clId="{8F37D50B-BDFA-4F63-BB99-B1F9EDD57B42}" dt="2025-08-26T12:57:59.715" v="1673"/>
          <ac:spMkLst>
            <pc:docMk/>
            <pc:sldMk cId="1812625554" sldId="2147479126"/>
            <ac:spMk id="65" creationId="{B40AC92C-C87D-13D9-E911-3DCACE24E04D}"/>
          </ac:spMkLst>
        </pc:spChg>
        <pc:spChg chg="add mod">
          <ac:chgData name="Baldev Chopra" userId="a54e8303-b89f-49a7-bca4-00378049c30c" providerId="ADAL" clId="{8F37D50B-BDFA-4F63-BB99-B1F9EDD57B42}" dt="2025-08-26T12:57:59.715" v="1673"/>
          <ac:spMkLst>
            <pc:docMk/>
            <pc:sldMk cId="1812625554" sldId="2147479126"/>
            <ac:spMk id="74" creationId="{33D4D2B9-951A-7D4F-37CC-27CDE3C9BCF6}"/>
          </ac:spMkLst>
        </pc:spChg>
        <pc:spChg chg="add mod">
          <ac:chgData name="Baldev Chopra" userId="a54e8303-b89f-49a7-bca4-00378049c30c" providerId="ADAL" clId="{8F37D50B-BDFA-4F63-BB99-B1F9EDD57B42}" dt="2025-08-26T12:57:59.715" v="1673"/>
          <ac:spMkLst>
            <pc:docMk/>
            <pc:sldMk cId="1812625554" sldId="2147479126"/>
            <ac:spMk id="77" creationId="{F665A711-8EE8-0E35-ABF5-90DC0F42C321}"/>
          </ac:spMkLst>
        </pc:spChg>
        <pc:spChg chg="add mod">
          <ac:chgData name="Baldev Chopra" userId="a54e8303-b89f-49a7-bca4-00378049c30c" providerId="ADAL" clId="{8F37D50B-BDFA-4F63-BB99-B1F9EDD57B42}" dt="2025-08-26T13:00:29.788" v="1730" actId="20577"/>
          <ac:spMkLst>
            <pc:docMk/>
            <pc:sldMk cId="1812625554" sldId="2147479126"/>
            <ac:spMk id="78" creationId="{2380A0F7-900F-6DCB-B528-E0903ED32B30}"/>
          </ac:spMkLst>
        </pc:spChg>
        <pc:spChg chg="mod">
          <ac:chgData name="Baldev Chopra" userId="a54e8303-b89f-49a7-bca4-00378049c30c" providerId="ADAL" clId="{8F37D50B-BDFA-4F63-BB99-B1F9EDD57B42}" dt="2025-08-26T13:00:40.339" v="1743" actId="20577"/>
          <ac:spMkLst>
            <pc:docMk/>
            <pc:sldMk cId="1812625554" sldId="2147479126"/>
            <ac:spMk id="80" creationId="{7178C471-87D8-1FA5-4BDD-56A9B91D13F8}"/>
          </ac:spMkLst>
        </pc:spChg>
        <pc:spChg chg="add mod">
          <ac:chgData name="Baldev Chopra" userId="a54e8303-b89f-49a7-bca4-00378049c30c" providerId="ADAL" clId="{8F37D50B-BDFA-4F63-BB99-B1F9EDD57B42}" dt="2025-08-26T12:59:23.595" v="1693" actId="20577"/>
          <ac:spMkLst>
            <pc:docMk/>
            <pc:sldMk cId="1812625554" sldId="2147479126"/>
            <ac:spMk id="95" creationId="{05FAC633-4964-C060-0936-437D23C1B473}"/>
          </ac:spMkLst>
        </pc:spChg>
        <pc:spChg chg="add mod">
          <ac:chgData name="Baldev Chopra" userId="a54e8303-b89f-49a7-bca4-00378049c30c" providerId="ADAL" clId="{8F37D50B-BDFA-4F63-BB99-B1F9EDD57B42}" dt="2025-08-26T12:57:59.715" v="1673"/>
          <ac:spMkLst>
            <pc:docMk/>
            <pc:sldMk cId="1812625554" sldId="2147479126"/>
            <ac:spMk id="100" creationId="{803A0397-D6CF-A8E8-59F3-F5E540B611D4}"/>
          </ac:spMkLst>
        </pc:spChg>
        <pc:spChg chg="mod">
          <ac:chgData name="Baldev Chopra" userId="a54e8303-b89f-49a7-bca4-00378049c30c" providerId="ADAL" clId="{8F37D50B-BDFA-4F63-BB99-B1F9EDD57B42}" dt="2025-08-26T13:00:14.374" v="1724" actId="1035"/>
          <ac:spMkLst>
            <pc:docMk/>
            <pc:sldMk cId="1812625554" sldId="2147479126"/>
            <ac:spMk id="101" creationId="{AACF8174-0ECE-E89E-BAA6-D5A805B35CFA}"/>
          </ac:spMkLst>
        </pc:spChg>
        <pc:spChg chg="add mod">
          <ac:chgData name="Baldev Chopra" userId="a54e8303-b89f-49a7-bca4-00378049c30c" providerId="ADAL" clId="{8F37D50B-BDFA-4F63-BB99-B1F9EDD57B42}" dt="2025-08-26T12:59:54.292" v="1718" actId="1035"/>
          <ac:spMkLst>
            <pc:docMk/>
            <pc:sldMk cId="1812625554" sldId="2147479126"/>
            <ac:spMk id="102" creationId="{82057A05-133D-4BD1-C277-DE7EA60EC20A}"/>
          </ac:spMkLst>
        </pc:spChg>
        <pc:spChg chg="mod">
          <ac:chgData name="Baldev Chopra" userId="a54e8303-b89f-49a7-bca4-00378049c30c" providerId="ADAL" clId="{8F37D50B-BDFA-4F63-BB99-B1F9EDD57B42}" dt="2025-08-26T12:59:59.713" v="1721" actId="1035"/>
          <ac:spMkLst>
            <pc:docMk/>
            <pc:sldMk cId="1812625554" sldId="2147479126"/>
            <ac:spMk id="103" creationId="{CF891736-35B8-1FC7-AE23-D4449F83CD26}"/>
          </ac:spMkLst>
        </pc:spChg>
        <pc:spChg chg="mod">
          <ac:chgData name="Baldev Chopra" userId="a54e8303-b89f-49a7-bca4-00378049c30c" providerId="ADAL" clId="{8F37D50B-BDFA-4F63-BB99-B1F9EDD57B42}" dt="2025-08-26T12:59:48.308" v="1714" actId="14100"/>
          <ac:spMkLst>
            <pc:docMk/>
            <pc:sldMk cId="1812625554" sldId="2147479126"/>
            <ac:spMk id="104" creationId="{F5AD85F0-923B-7547-7C60-2736B39640B8}"/>
          </ac:spMkLst>
        </pc:spChg>
        <pc:spChg chg="add mod">
          <ac:chgData name="Baldev Chopra" userId="a54e8303-b89f-49a7-bca4-00378049c30c" providerId="ADAL" clId="{8F37D50B-BDFA-4F63-BB99-B1F9EDD57B42}" dt="2025-08-26T12:57:59.715" v="1673"/>
          <ac:spMkLst>
            <pc:docMk/>
            <pc:sldMk cId="1812625554" sldId="2147479126"/>
            <ac:spMk id="105" creationId="{2ECB3680-81D9-DDE6-C83B-422240720D56}"/>
          </ac:spMkLst>
        </pc:spChg>
      </pc:sldChg>
      <pc:sldChg chg="delSp add del mod">
        <pc:chgData name="Baldev Chopra" userId="a54e8303-b89f-49a7-bca4-00378049c30c" providerId="ADAL" clId="{8F37D50B-BDFA-4F63-BB99-B1F9EDD57B42}" dt="2025-08-26T13:26:05.364" v="1748" actId="47"/>
        <pc:sldMkLst>
          <pc:docMk/>
          <pc:sldMk cId="2172078794" sldId="2147479127"/>
        </pc:sldMkLst>
      </pc:sldChg>
      <pc:sldChg chg="addSp delSp modSp add mod ord">
        <pc:chgData name="Baldev Chopra" userId="a54e8303-b89f-49a7-bca4-00378049c30c" providerId="ADAL" clId="{8F37D50B-BDFA-4F63-BB99-B1F9EDD57B42}" dt="2025-08-28T11:07:21.194" v="3465"/>
        <pc:sldMkLst>
          <pc:docMk/>
          <pc:sldMk cId="314250993" sldId="2147479128"/>
        </pc:sldMkLst>
      </pc:sldChg>
      <pc:sldChg chg="addSp delSp modSp new mod ord">
        <pc:chgData name="Baldev Chopra" userId="a54e8303-b89f-49a7-bca4-00378049c30c" providerId="ADAL" clId="{8F37D50B-BDFA-4F63-BB99-B1F9EDD57B42}" dt="2025-08-28T11:07:21.194" v="3465"/>
        <pc:sldMkLst>
          <pc:docMk/>
          <pc:sldMk cId="2255363412" sldId="2147479129"/>
        </pc:sldMkLst>
      </pc:sldChg>
      <pc:sldChg chg="addSp delSp modSp new mod ord">
        <pc:chgData name="Baldev Chopra" userId="a54e8303-b89f-49a7-bca4-00378049c30c" providerId="ADAL" clId="{8F37D50B-BDFA-4F63-BB99-B1F9EDD57B42}" dt="2025-08-28T11:08:08.516" v="3560" actId="2165"/>
        <pc:sldMkLst>
          <pc:docMk/>
          <pc:sldMk cId="3472341338" sldId="2147479130"/>
        </pc:sldMkLst>
      </pc:sldChg>
      <pc:sldChg chg="addSp modSp new del mod">
        <pc:chgData name="Baldev Chopra" userId="a54e8303-b89f-49a7-bca4-00378049c30c" providerId="ADAL" clId="{8F37D50B-BDFA-4F63-BB99-B1F9EDD57B42}" dt="2025-08-28T11:43:42.075" v="3561" actId="47"/>
        <pc:sldMkLst>
          <pc:docMk/>
          <pc:sldMk cId="1515220479" sldId="2147479131"/>
        </pc:sldMkLst>
      </pc:sldChg>
    </pc:docChg>
  </pc:docChgLst>
  <pc:docChgLst>
    <pc:chgData name="Baldev Chopra" userId="a54e8303-b89f-49a7-bca4-00378049c30c" providerId="ADAL" clId="{B92B562A-D969-4B35-9D12-F864A8377DB5}"/>
    <pc:docChg chg="modSld">
      <pc:chgData name="Baldev Chopra" userId="a54e8303-b89f-49a7-bca4-00378049c30c" providerId="ADAL" clId="{B92B562A-D969-4B35-9D12-F864A8377DB5}" dt="2025-09-22T05:11:33.309" v="0" actId="1076"/>
      <pc:docMkLst>
        <pc:docMk/>
      </pc:docMkLst>
      <pc:sldChg chg="modSp mod">
        <pc:chgData name="Baldev Chopra" userId="a54e8303-b89f-49a7-bca4-00378049c30c" providerId="ADAL" clId="{B92B562A-D969-4B35-9D12-F864A8377DB5}" dt="2025-09-22T05:11:33.309" v="0" actId="1076"/>
        <pc:sldMkLst>
          <pc:docMk/>
          <pc:sldMk cId="150581735" sldId="2147479171"/>
        </pc:sldMkLst>
        <pc:picChg chg="mod">
          <ac:chgData name="Baldev Chopra" userId="a54e8303-b89f-49a7-bca4-00378049c30c" providerId="ADAL" clId="{B92B562A-D969-4B35-9D12-F864A8377DB5}" dt="2025-09-22T05:11:33.309" v="0" actId="1076"/>
          <ac:picMkLst>
            <pc:docMk/>
            <pc:sldMk cId="150581735" sldId="2147479171"/>
            <ac:picMk id="4" creationId="{CFE5DCC7-4696-0F2D-AF0C-72BE8494B0D0}"/>
          </ac:picMkLst>
        </pc:pic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oleObject" Target="https://eyus.sharepoint.com/sites/Evestnet-Finance/Shared%20Documents/Finance%20Diagnostic/05.%20Roadmap/01.%20Workshop/envestnet%20initative%20rankings.xlsx" TargetMode="External"/></Relationships>
</file>

<file path=ppt/charts/_rels/chart2.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oleObject" Target="https://eyus.sharepoint.com/sites/Evestnet-Finance/Shared%20Documents/Finance%20Diagnostic/05.%20Roadmap/01.%20Workshop/envestnet%20initative%20rankings.xlsx" TargetMode="External"/></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package" Target="../embeddings/Microsoft_Excel_Worksheet.xlsx"/></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package" Target="../embeddings/Microsoft_Excel_Worksheet1.xlsx"/></Relationships>
</file>

<file path=ppt/charts/_rels/chart5.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package" Target="../embeddings/Microsoft_Excel_Worksheet2.xlsx"/></Relationships>
</file>

<file path=ppt/charts/_rels/chart6.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3.xlsx"/></Relationships>
</file>

<file path=ppt/charts/_rels/chart7.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package" Target="../embeddings/Microsoft_Excel_Worksheet4.xlsx"/></Relationships>
</file>

<file path=ppt/charts/_rels/chart8.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package" Target="../embeddings/Microsoft_Excel_Worksheet5.xlsx"/></Relationships>
</file>

<file path=ppt/charts/_rels/chart9.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package" Target="../embeddings/Microsoft_Excel_Worksheet6.xlsx"/></Relationships>
</file>

<file path=ppt/charts/_rels/chart10.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package" Target="../embeddings/Microsoft_Excel_Worksheet7.xlsx"/></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package" Target="../embeddings/Microsoft_Excel_Worksheet9.xlsx"/></Relationships>
</file>

<file path=ppt/charts/_rels/chart13.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13.xml"/><Relationship Id="rId1" Type="http://schemas.microsoft.com/office/2011/relationships/chartStyle" Target="style13.xml"/><Relationship Id="rId4" Type="http://schemas.openxmlformats.org/officeDocument/2006/relationships/package" Target="../embeddings/Microsoft_Excel_Worksheet10.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clustered"/>
        <c:varyColors val="0"/>
        <c:ser>
          <c:idx val="0"/>
          <c:order val="0"/>
          <c:spPr>
            <a:solidFill>
              <a:schemeClr val="bg1">
                <a:lumMod val="75000"/>
              </a:schemeClr>
            </a:solidFill>
            <a:ln>
              <a:noFill/>
            </a:ln>
            <a:effectLst/>
          </c:spPr>
          <c:invertIfNegative val="0"/>
          <c:dPt>
            <c:idx val="0"/>
            <c:invertIfNegative val="0"/>
            <c:bubble3D val="0"/>
            <c:spPr>
              <a:solidFill>
                <a:srgbClr val="FFE600"/>
              </a:solidFill>
              <a:ln>
                <a:noFill/>
              </a:ln>
              <a:effectLst/>
            </c:spPr>
            <c:extLst>
              <c:ext xmlns:c16="http://schemas.microsoft.com/office/drawing/2014/chart" uri="{C3380CC4-5D6E-409C-BE32-E72D297353CC}">
                <c16:uniqueId val="{00000001-8387-4840-823B-1FA72344C48F}"/>
              </c:ext>
            </c:extLst>
          </c:dPt>
          <c:dPt>
            <c:idx val="1"/>
            <c:invertIfNegative val="0"/>
            <c:bubble3D val="0"/>
            <c:spPr>
              <a:solidFill>
                <a:srgbClr val="FFE600"/>
              </a:solidFill>
              <a:ln>
                <a:noFill/>
              </a:ln>
              <a:effectLst/>
            </c:spPr>
            <c:extLst>
              <c:ext xmlns:c16="http://schemas.microsoft.com/office/drawing/2014/chart" uri="{C3380CC4-5D6E-409C-BE32-E72D297353CC}">
                <c16:uniqueId val="{00000003-8387-4840-823B-1FA72344C48F}"/>
              </c:ext>
            </c:extLst>
          </c:dPt>
          <c:dPt>
            <c:idx val="2"/>
            <c:invertIfNegative val="0"/>
            <c:bubble3D val="0"/>
            <c:spPr>
              <a:solidFill>
                <a:srgbClr val="FFE600"/>
              </a:solidFill>
              <a:ln>
                <a:noFill/>
              </a:ln>
              <a:effectLst/>
            </c:spPr>
            <c:extLst>
              <c:ext xmlns:c16="http://schemas.microsoft.com/office/drawing/2014/chart" uri="{C3380CC4-5D6E-409C-BE32-E72D297353CC}">
                <c16:uniqueId val="{00000005-8387-4840-823B-1FA72344C48F}"/>
              </c:ext>
            </c:extLst>
          </c:dPt>
          <c:dPt>
            <c:idx val="3"/>
            <c:invertIfNegative val="0"/>
            <c:bubble3D val="0"/>
            <c:spPr>
              <a:solidFill>
                <a:srgbClr val="FFE600"/>
              </a:solidFill>
              <a:ln>
                <a:noFill/>
              </a:ln>
              <a:effectLst/>
            </c:spPr>
            <c:extLst>
              <c:ext xmlns:c16="http://schemas.microsoft.com/office/drawing/2014/chart" uri="{C3380CC4-5D6E-409C-BE32-E72D297353CC}">
                <c16:uniqueId val="{00000007-8387-4840-823B-1FA72344C48F}"/>
              </c:ext>
            </c:extLst>
          </c:dPt>
          <c:dPt>
            <c:idx val="4"/>
            <c:invertIfNegative val="0"/>
            <c:bubble3D val="0"/>
            <c:spPr>
              <a:solidFill>
                <a:srgbClr val="FFE600"/>
              </a:solidFill>
              <a:ln>
                <a:noFill/>
              </a:ln>
              <a:effectLst/>
            </c:spPr>
            <c:extLst>
              <c:ext xmlns:c16="http://schemas.microsoft.com/office/drawing/2014/chart" uri="{C3380CC4-5D6E-409C-BE32-E72D297353CC}">
                <c16:uniqueId val="{00000009-8387-4840-823B-1FA72344C48F}"/>
              </c:ext>
            </c:extLst>
          </c:dPt>
          <c:val>
            <c:numRef>
              <c:f>'[envestnet initative rankings.xlsx]Sheet1'!$H$4:$H$13</c:f>
              <c:numCache>
                <c:formatCode>General</c:formatCode>
                <c:ptCount val="10"/>
                <c:pt idx="0">
                  <c:v>10</c:v>
                </c:pt>
                <c:pt idx="1">
                  <c:v>9</c:v>
                </c:pt>
                <c:pt idx="2">
                  <c:v>8</c:v>
                </c:pt>
                <c:pt idx="3">
                  <c:v>7</c:v>
                </c:pt>
                <c:pt idx="4">
                  <c:v>6</c:v>
                </c:pt>
                <c:pt idx="5">
                  <c:v>5</c:v>
                </c:pt>
                <c:pt idx="6">
                  <c:v>4</c:v>
                </c:pt>
                <c:pt idx="7">
                  <c:v>3</c:v>
                </c:pt>
                <c:pt idx="8">
                  <c:v>2</c:v>
                </c:pt>
                <c:pt idx="9">
                  <c:v>1</c:v>
                </c:pt>
              </c:numCache>
            </c:numRef>
          </c:val>
          <c:extLst>
            <c:ext xmlns:c15="http://schemas.microsoft.com/office/drawing/2012/chart" uri="{02D57815-91ED-43cb-92C2-25804820EDAC}">
              <c15:filteredSeriesTitle>
                <c15:tx>
                  <c:strRef>
                    <c:extLst>
                      <c:ext uri="{02D57815-91ED-43cb-92C2-25804820EDAC}">
                        <c15:formulaRef>
                          <c15:sqref>'[envestnet initative rankings.xlsx]Sheet1'!$H$3</c15:sqref>
                        </c15:formulaRef>
                      </c:ext>
                    </c:extLst>
                    <c:strCache>
                      <c:ptCount val="1"/>
                      <c:pt idx="0">
                        <c:v>Importance</c:v>
                      </c:pt>
                    </c:strCache>
                  </c:strRef>
                </c15:tx>
              </c15:filteredSeriesTitle>
            </c:ext>
            <c:ext xmlns:c15="http://schemas.microsoft.com/office/drawing/2012/chart" uri="{02D57815-91ED-43cb-92C2-25804820EDAC}">
              <c15:filteredCategoryTitle>
                <c15:cat>
                  <c:strRef>
                    <c:extLst>
                      <c:ext uri="{02D57815-91ED-43cb-92C2-25804820EDAC}">
                        <c15:formulaRef>
                          <c15:sqref>'[envestnet initative rankings.xlsx]Sheet1'!$B$4:$B$13</c15:sqref>
                        </c15:formulaRef>
                      </c:ext>
                    </c:extLst>
                    <c:strCache>
                      <c:ptCount val="10"/>
                      <c:pt idx="0">
                        <c:v>O.3: Transform service delivery model to leverage offshore</c:v>
                      </c:pt>
                      <c:pt idx="1">
                        <c:v>O.1: Optimize internal controls and modify nature, timing and extent of testing</c:v>
                      </c:pt>
                      <c:pt idx="2">
                        <c:v>O.2: Re-structure Finance org to support scalable end-to-end process</c:v>
                      </c:pt>
                      <c:pt idx="3">
                        <c:v>FPA.1: Modern data platform, data domains &amp; data owners</c:v>
                      </c:pt>
                      <c:pt idx="4">
                        <c:v>RTR.2: Reduce manual prep for JEs through elimination/automation</c:v>
                      </c:pt>
                      <c:pt idx="5">
                        <c:v>CTC.2: Implement intelligent contract management </c:v>
                      </c:pt>
                      <c:pt idx="6">
                        <c:v>STP.1: Enhance purchase requisition / purchase order quality and timeliness</c:v>
                      </c:pt>
                      <c:pt idx="7">
                        <c:v>CTC.1: Determine standard contract templates / terms</c:v>
                      </c:pt>
                      <c:pt idx="8">
                        <c:v>RTR.1: Enhance quality of close data, reduce effort for reporting</c:v>
                      </c:pt>
                      <c:pt idx="9">
                        <c:v>O.4: Deploy self-service for vendor, customer &amp; employee inquiries</c:v>
                      </c:pt>
                    </c:strCache>
                  </c:strRef>
                </c15:cat>
              </c15:filteredCategoryTitle>
            </c:ext>
            <c:ext xmlns:c16="http://schemas.microsoft.com/office/drawing/2014/chart" uri="{C3380CC4-5D6E-409C-BE32-E72D297353CC}">
              <c16:uniqueId val="{0000000A-8387-4840-823B-1FA72344C48F}"/>
            </c:ext>
          </c:extLst>
        </c:ser>
        <c:dLbls>
          <c:showLegendKey val="0"/>
          <c:showVal val="0"/>
          <c:showCatName val="0"/>
          <c:showSerName val="0"/>
          <c:showPercent val="0"/>
          <c:showBubbleSize val="0"/>
        </c:dLbls>
        <c:gapWidth val="75"/>
        <c:axId val="1733323727"/>
        <c:axId val="1733324207"/>
      </c:barChart>
      <c:catAx>
        <c:axId val="1733323727"/>
        <c:scaling>
          <c:orientation val="maxMin"/>
        </c:scaling>
        <c:delete val="1"/>
        <c:axPos val="l"/>
        <c:numFmt formatCode="General" sourceLinked="1"/>
        <c:majorTickMark val="out"/>
        <c:minorTickMark val="none"/>
        <c:tickLblPos val="nextTo"/>
        <c:crossAx val="1733324207"/>
        <c:crosses val="autoZero"/>
        <c:auto val="1"/>
        <c:lblAlgn val="ctr"/>
        <c:lblOffset val="100"/>
        <c:noMultiLvlLbl val="0"/>
      </c:catAx>
      <c:valAx>
        <c:axId val="1733324207"/>
        <c:scaling>
          <c:orientation val="minMax"/>
          <c:max val="10"/>
        </c:scaling>
        <c:delete val="1"/>
        <c:axPos val="t"/>
        <c:numFmt formatCode="General" sourceLinked="1"/>
        <c:majorTickMark val="out"/>
        <c:minorTickMark val="none"/>
        <c:tickLblPos val="nextTo"/>
        <c:crossAx val="1733323727"/>
        <c:crosses val="autoZero"/>
        <c:crossBetween val="between"/>
        <c:majorUnit val="2"/>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clustered"/>
        <c:varyColors val="0"/>
        <c:ser>
          <c:idx val="0"/>
          <c:order val="0"/>
          <c:spPr>
            <a:solidFill>
              <a:schemeClr val="bg1">
                <a:lumMod val="75000"/>
              </a:schemeClr>
            </a:solidFill>
            <a:ln>
              <a:noFill/>
            </a:ln>
            <a:effectLst/>
          </c:spPr>
          <c:invertIfNegative val="0"/>
          <c:val>
            <c:numRef>
              <c:f>'[envestnet initative rankings.xlsx]Sheet1'!$I$4:$I$13</c:f>
              <c:numCache>
                <c:formatCode>General</c:formatCode>
                <c:ptCount val="10"/>
                <c:pt idx="0">
                  <c:v>9</c:v>
                </c:pt>
                <c:pt idx="1">
                  <c:v>10</c:v>
                </c:pt>
                <c:pt idx="2">
                  <c:v>6</c:v>
                </c:pt>
                <c:pt idx="3">
                  <c:v>2</c:v>
                </c:pt>
                <c:pt idx="4">
                  <c:v>7</c:v>
                </c:pt>
                <c:pt idx="5">
                  <c:v>3</c:v>
                </c:pt>
                <c:pt idx="6">
                  <c:v>8</c:v>
                </c:pt>
                <c:pt idx="7">
                  <c:v>1</c:v>
                </c:pt>
                <c:pt idx="8">
                  <c:v>5</c:v>
                </c:pt>
                <c:pt idx="9">
                  <c:v>4</c:v>
                </c:pt>
              </c:numCache>
            </c:numRef>
          </c:val>
          <c:extLst>
            <c:ext xmlns:c15="http://schemas.microsoft.com/office/drawing/2012/chart" uri="{02D57815-91ED-43cb-92C2-25804820EDAC}">
              <c15:filteredSeriesTitle>
                <c15:tx>
                  <c:strRef>
                    <c:extLst>
                      <c:ext uri="{02D57815-91ED-43cb-92C2-25804820EDAC}">
                        <c15:formulaRef>
                          <c15:sqref>'[envestnet initative rankings.xlsx]Sheet1'!$I$3</c15:sqref>
                        </c15:formulaRef>
                      </c:ext>
                    </c:extLst>
                    <c:strCache>
                      <c:ptCount val="1"/>
                      <c:pt idx="0">
                        <c:v>Feasibility</c:v>
                      </c:pt>
                    </c:strCache>
                  </c:strRef>
                </c15:tx>
              </c15:filteredSeriesTitle>
            </c:ext>
            <c:ext xmlns:c15="http://schemas.microsoft.com/office/drawing/2012/chart" uri="{02D57815-91ED-43cb-92C2-25804820EDAC}">
              <c15:filteredCategoryTitle>
                <c15:cat>
                  <c:strRef>
                    <c:extLst>
                      <c:ext uri="{02D57815-91ED-43cb-92C2-25804820EDAC}">
                        <c15:formulaRef>
                          <c15:sqref>'[envestnet initative rankings.xlsx]Sheet1'!$B$4:$B$13</c15:sqref>
                        </c15:formulaRef>
                      </c:ext>
                    </c:extLst>
                    <c:strCache>
                      <c:ptCount val="10"/>
                      <c:pt idx="0">
                        <c:v>O.3: Transform service delivery model to leverage offshore</c:v>
                      </c:pt>
                      <c:pt idx="1">
                        <c:v>O.1: Optimize internal controls and modify nature, timing and extent of testing</c:v>
                      </c:pt>
                      <c:pt idx="2">
                        <c:v>O.2: Re-structure Finance org to support scalable end-to-end process</c:v>
                      </c:pt>
                      <c:pt idx="3">
                        <c:v>FPA.1: Modern data platform, data domains &amp; data owners</c:v>
                      </c:pt>
                      <c:pt idx="4">
                        <c:v>RTR.2: Reduce manual prep for JEs through elimination/automation</c:v>
                      </c:pt>
                      <c:pt idx="5">
                        <c:v>CTC.2: Implement intelligent contract management </c:v>
                      </c:pt>
                      <c:pt idx="6">
                        <c:v>STP.1: Enhance purchase requisition / purchase order quality and timeliness</c:v>
                      </c:pt>
                      <c:pt idx="7">
                        <c:v>CTC.1: Determine standard contract templates / terms</c:v>
                      </c:pt>
                      <c:pt idx="8">
                        <c:v>RTR.1: Enhance quality of close data, reduce effort for reporting</c:v>
                      </c:pt>
                      <c:pt idx="9">
                        <c:v>O.4: Deploy self-service for vendor, customer &amp; employee inquiries</c:v>
                      </c:pt>
                    </c:strCache>
                  </c:strRef>
                </c15:cat>
              </c15:filteredCategoryTitle>
            </c:ext>
            <c:ext xmlns:c16="http://schemas.microsoft.com/office/drawing/2014/chart" uri="{C3380CC4-5D6E-409C-BE32-E72D297353CC}">
              <c16:uniqueId val="{00000000-436A-48D3-8385-C19842525F47}"/>
            </c:ext>
          </c:extLst>
        </c:ser>
        <c:dLbls>
          <c:showLegendKey val="0"/>
          <c:showVal val="0"/>
          <c:showCatName val="0"/>
          <c:showSerName val="0"/>
          <c:showPercent val="0"/>
          <c:showBubbleSize val="0"/>
        </c:dLbls>
        <c:gapWidth val="75"/>
        <c:axId val="1733323727"/>
        <c:axId val="1733324207"/>
      </c:barChart>
      <c:catAx>
        <c:axId val="1733323727"/>
        <c:scaling>
          <c:orientation val="maxMin"/>
        </c:scaling>
        <c:delete val="1"/>
        <c:axPos val="l"/>
        <c:numFmt formatCode="General" sourceLinked="1"/>
        <c:majorTickMark val="out"/>
        <c:minorTickMark val="none"/>
        <c:tickLblPos val="nextTo"/>
        <c:crossAx val="1733324207"/>
        <c:crosses val="autoZero"/>
        <c:auto val="1"/>
        <c:lblAlgn val="ctr"/>
        <c:lblOffset val="100"/>
        <c:noMultiLvlLbl val="0"/>
      </c:catAx>
      <c:valAx>
        <c:axId val="1733324207"/>
        <c:scaling>
          <c:orientation val="minMax"/>
          <c:max val="10"/>
        </c:scaling>
        <c:delete val="1"/>
        <c:axPos val="t"/>
        <c:numFmt formatCode="General" sourceLinked="1"/>
        <c:majorTickMark val="out"/>
        <c:minorTickMark val="none"/>
        <c:tickLblPos val="nextTo"/>
        <c:crossAx val="1733323727"/>
        <c:crosses val="autoZero"/>
        <c:crossBetween val="between"/>
        <c:majorUnit val="2"/>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percentStacked"/>
        <c:varyColors val="0"/>
        <c:ser>
          <c:idx val="0"/>
          <c:order val="0"/>
          <c:tx>
            <c:strRef>
              <c:f>Sheet1!$B$1</c:f>
              <c:strCache>
                <c:ptCount val="1"/>
                <c:pt idx="0">
                  <c:v>Yes</c:v>
                </c:pt>
              </c:strCache>
            </c:strRef>
          </c:tx>
          <c:spPr>
            <a:solidFill>
              <a:schemeClr val="accent1"/>
            </a:solidFill>
            <a:ln>
              <a:noFill/>
            </a:ln>
            <a:effectLst/>
          </c:spPr>
          <c:invertIfNegative val="0"/>
          <c:cat>
            <c:strRef>
              <c:f>Sheet1!$A$2:$A$3</c:f>
              <c:strCache>
                <c:ptCount val="2"/>
                <c:pt idx="0">
                  <c:v>Level of effort </c:v>
                </c:pt>
                <c:pt idx="1">
                  <c:v>Centralization Opp</c:v>
                </c:pt>
              </c:strCache>
            </c:strRef>
          </c:cat>
          <c:val>
            <c:numRef>
              <c:f>Sheet1!$B$2:$B$3</c:f>
              <c:numCache>
                <c:formatCode>General</c:formatCode>
                <c:ptCount val="2"/>
                <c:pt idx="0">
                  <c:v>60</c:v>
                </c:pt>
                <c:pt idx="1">
                  <c:v>65</c:v>
                </c:pt>
              </c:numCache>
            </c:numRef>
          </c:val>
          <c:extLst>
            <c:ext xmlns:c16="http://schemas.microsoft.com/office/drawing/2014/chart" uri="{C3380CC4-5D6E-409C-BE32-E72D297353CC}">
              <c16:uniqueId val="{00000000-FA89-438C-976E-FF9E112E06A5}"/>
            </c:ext>
          </c:extLst>
        </c:ser>
        <c:ser>
          <c:idx val="1"/>
          <c:order val="1"/>
          <c:tx>
            <c:strRef>
              <c:f>Sheet1!$C$1</c:f>
              <c:strCache>
                <c:ptCount val="1"/>
                <c:pt idx="0">
                  <c:v>No</c:v>
                </c:pt>
              </c:strCache>
            </c:strRef>
          </c:tx>
          <c:spPr>
            <a:solidFill>
              <a:srgbClr val="C4C4CD"/>
            </a:solidFill>
            <a:ln>
              <a:noFill/>
            </a:ln>
            <a:effectLst/>
          </c:spPr>
          <c:invertIfNegative val="0"/>
          <c:cat>
            <c:strRef>
              <c:f>Sheet1!$A$2:$A$3</c:f>
              <c:strCache>
                <c:ptCount val="2"/>
                <c:pt idx="0">
                  <c:v>Level of effort </c:v>
                </c:pt>
                <c:pt idx="1">
                  <c:v>Centralization Opp</c:v>
                </c:pt>
              </c:strCache>
            </c:strRef>
          </c:cat>
          <c:val>
            <c:numRef>
              <c:f>Sheet1!$C$2:$C$3</c:f>
              <c:numCache>
                <c:formatCode>General</c:formatCode>
                <c:ptCount val="2"/>
                <c:pt idx="0">
                  <c:v>40</c:v>
                </c:pt>
                <c:pt idx="1">
                  <c:v>35</c:v>
                </c:pt>
              </c:numCache>
            </c:numRef>
          </c:val>
          <c:extLst>
            <c:ext xmlns:c16="http://schemas.microsoft.com/office/drawing/2014/chart" uri="{C3380CC4-5D6E-409C-BE32-E72D297353CC}">
              <c16:uniqueId val="{00000001-FA89-438C-976E-FF9E112E06A5}"/>
            </c:ext>
          </c:extLst>
        </c:ser>
        <c:dLbls>
          <c:showLegendKey val="0"/>
          <c:showVal val="0"/>
          <c:showCatName val="0"/>
          <c:showSerName val="0"/>
          <c:showPercent val="0"/>
          <c:showBubbleSize val="0"/>
        </c:dLbls>
        <c:gapWidth val="10"/>
        <c:overlap val="100"/>
        <c:axId val="1194708383"/>
        <c:axId val="1194726143"/>
      </c:barChart>
      <c:catAx>
        <c:axId val="1194708383"/>
        <c:scaling>
          <c:orientation val="maxMin"/>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800" b="1" i="0" u="none" strike="noStrike" kern="1200" baseline="0">
                <a:solidFill>
                  <a:schemeClr val="tx1">
                    <a:lumMod val="65000"/>
                    <a:lumOff val="35000"/>
                  </a:schemeClr>
                </a:solidFill>
                <a:latin typeface="+mn-lt"/>
                <a:ea typeface="+mn-ea"/>
                <a:cs typeface="+mn-cs"/>
              </a:defRPr>
            </a:pPr>
            <a:endParaRPr lang="en-US"/>
          </a:p>
        </c:txPr>
        <c:crossAx val="1194726143"/>
        <c:crosses val="autoZero"/>
        <c:auto val="1"/>
        <c:lblAlgn val="ctr"/>
        <c:lblOffset val="100"/>
        <c:noMultiLvlLbl val="0"/>
      </c:catAx>
      <c:valAx>
        <c:axId val="1194726143"/>
        <c:scaling>
          <c:orientation val="minMax"/>
        </c:scaling>
        <c:delete val="1"/>
        <c:axPos val="t"/>
        <c:numFmt formatCode="0%" sourceLinked="1"/>
        <c:majorTickMark val="out"/>
        <c:minorTickMark val="none"/>
        <c:tickLblPos val="nextTo"/>
        <c:crossAx val="1194708383"/>
        <c:crosses val="autoZero"/>
        <c:crossBetween val="between"/>
        <c:majorUnit val="1"/>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percentStacked"/>
        <c:varyColors val="0"/>
        <c:ser>
          <c:idx val="0"/>
          <c:order val="0"/>
          <c:tx>
            <c:strRef>
              <c:f>Sheet1!$B$1</c:f>
              <c:strCache>
                <c:ptCount val="1"/>
                <c:pt idx="0">
                  <c:v>Yes</c:v>
                </c:pt>
              </c:strCache>
            </c:strRef>
          </c:tx>
          <c:spPr>
            <a:solidFill>
              <a:schemeClr val="accent1"/>
            </a:solidFill>
            <a:ln>
              <a:noFill/>
            </a:ln>
            <a:effectLst/>
          </c:spPr>
          <c:invertIfNegative val="0"/>
          <c:cat>
            <c:strRef>
              <c:f>Sheet1!$A$2:$A$3</c:f>
              <c:strCache>
                <c:ptCount val="2"/>
                <c:pt idx="0">
                  <c:v>Level of effort [1]</c:v>
                </c:pt>
                <c:pt idx="1">
                  <c:v>Outsourcing Opp</c:v>
                </c:pt>
              </c:strCache>
            </c:strRef>
          </c:cat>
          <c:val>
            <c:numRef>
              <c:f>Sheet1!$B$2:$B$3</c:f>
              <c:numCache>
                <c:formatCode>General</c:formatCode>
                <c:ptCount val="2"/>
                <c:pt idx="0">
                  <c:v>70</c:v>
                </c:pt>
                <c:pt idx="1">
                  <c:v>30</c:v>
                </c:pt>
              </c:numCache>
            </c:numRef>
          </c:val>
          <c:extLst>
            <c:ext xmlns:c16="http://schemas.microsoft.com/office/drawing/2014/chart" uri="{C3380CC4-5D6E-409C-BE32-E72D297353CC}">
              <c16:uniqueId val="{00000000-EF1C-45B2-A86A-0EB3109AC97C}"/>
            </c:ext>
          </c:extLst>
        </c:ser>
        <c:ser>
          <c:idx val="1"/>
          <c:order val="1"/>
          <c:tx>
            <c:strRef>
              <c:f>Sheet1!$C$1</c:f>
              <c:strCache>
                <c:ptCount val="1"/>
                <c:pt idx="0">
                  <c:v>No</c:v>
                </c:pt>
              </c:strCache>
            </c:strRef>
          </c:tx>
          <c:spPr>
            <a:solidFill>
              <a:srgbClr val="C4C4CD"/>
            </a:solidFill>
            <a:ln>
              <a:noFill/>
            </a:ln>
            <a:effectLst/>
          </c:spPr>
          <c:invertIfNegative val="0"/>
          <c:cat>
            <c:strRef>
              <c:f>Sheet1!$A$2:$A$3</c:f>
              <c:strCache>
                <c:ptCount val="2"/>
                <c:pt idx="0">
                  <c:v>Level of effort [1]</c:v>
                </c:pt>
                <c:pt idx="1">
                  <c:v>Outsourcing Opp</c:v>
                </c:pt>
              </c:strCache>
            </c:strRef>
          </c:cat>
          <c:val>
            <c:numRef>
              <c:f>Sheet1!$C$2:$C$3</c:f>
              <c:numCache>
                <c:formatCode>General</c:formatCode>
                <c:ptCount val="2"/>
                <c:pt idx="0">
                  <c:v>30</c:v>
                </c:pt>
                <c:pt idx="1">
                  <c:v>70</c:v>
                </c:pt>
              </c:numCache>
            </c:numRef>
          </c:val>
          <c:extLst>
            <c:ext xmlns:c16="http://schemas.microsoft.com/office/drawing/2014/chart" uri="{C3380CC4-5D6E-409C-BE32-E72D297353CC}">
              <c16:uniqueId val="{00000001-EF1C-45B2-A86A-0EB3109AC97C}"/>
            </c:ext>
          </c:extLst>
        </c:ser>
        <c:dLbls>
          <c:showLegendKey val="0"/>
          <c:showVal val="0"/>
          <c:showCatName val="0"/>
          <c:showSerName val="0"/>
          <c:showPercent val="0"/>
          <c:showBubbleSize val="0"/>
        </c:dLbls>
        <c:gapWidth val="10"/>
        <c:overlap val="100"/>
        <c:axId val="1194708383"/>
        <c:axId val="1194726143"/>
      </c:barChart>
      <c:catAx>
        <c:axId val="1194708383"/>
        <c:scaling>
          <c:orientation val="maxMin"/>
        </c:scaling>
        <c:delete val="1"/>
        <c:axPos val="l"/>
        <c:numFmt formatCode="General" sourceLinked="1"/>
        <c:majorTickMark val="none"/>
        <c:minorTickMark val="none"/>
        <c:tickLblPos val="nextTo"/>
        <c:crossAx val="1194726143"/>
        <c:crosses val="autoZero"/>
        <c:auto val="1"/>
        <c:lblAlgn val="ctr"/>
        <c:lblOffset val="100"/>
        <c:noMultiLvlLbl val="0"/>
      </c:catAx>
      <c:valAx>
        <c:axId val="1194726143"/>
        <c:scaling>
          <c:orientation val="minMax"/>
          <c:min val="0"/>
        </c:scaling>
        <c:delete val="1"/>
        <c:axPos val="t"/>
        <c:numFmt formatCode="0%" sourceLinked="1"/>
        <c:majorTickMark val="out"/>
        <c:minorTickMark val="none"/>
        <c:tickLblPos val="nextTo"/>
        <c:crossAx val="1194708383"/>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percentStacked"/>
        <c:varyColors val="0"/>
        <c:ser>
          <c:idx val="0"/>
          <c:order val="0"/>
          <c:tx>
            <c:strRef>
              <c:f>Sheet1!$B$1</c:f>
              <c:strCache>
                <c:ptCount val="1"/>
                <c:pt idx="0">
                  <c:v>Yes</c:v>
                </c:pt>
              </c:strCache>
            </c:strRef>
          </c:tx>
          <c:spPr>
            <a:solidFill>
              <a:schemeClr val="accent1"/>
            </a:solidFill>
            <a:ln>
              <a:noFill/>
            </a:ln>
            <a:effectLst/>
          </c:spPr>
          <c:invertIfNegative val="0"/>
          <c:cat>
            <c:strRef>
              <c:f>Sheet1!$A$2:$A$3</c:f>
              <c:strCache>
                <c:ptCount val="2"/>
                <c:pt idx="0">
                  <c:v>Level of effort [1]</c:v>
                </c:pt>
                <c:pt idx="1">
                  <c:v>Outsourcing Opp</c:v>
                </c:pt>
              </c:strCache>
            </c:strRef>
          </c:cat>
          <c:val>
            <c:numRef>
              <c:f>Sheet1!$B$2:$B$3</c:f>
              <c:numCache>
                <c:formatCode>General</c:formatCode>
                <c:ptCount val="2"/>
                <c:pt idx="0">
                  <c:v>80</c:v>
                </c:pt>
                <c:pt idx="1">
                  <c:v>60</c:v>
                </c:pt>
              </c:numCache>
            </c:numRef>
          </c:val>
          <c:extLst>
            <c:ext xmlns:c16="http://schemas.microsoft.com/office/drawing/2014/chart" uri="{C3380CC4-5D6E-409C-BE32-E72D297353CC}">
              <c16:uniqueId val="{00000000-81F1-4481-AD43-A8026B374845}"/>
            </c:ext>
          </c:extLst>
        </c:ser>
        <c:ser>
          <c:idx val="1"/>
          <c:order val="1"/>
          <c:tx>
            <c:strRef>
              <c:f>Sheet1!$C$1</c:f>
              <c:strCache>
                <c:ptCount val="1"/>
                <c:pt idx="0">
                  <c:v>No</c:v>
                </c:pt>
              </c:strCache>
            </c:strRef>
          </c:tx>
          <c:spPr>
            <a:solidFill>
              <a:srgbClr val="C4C4CD"/>
            </a:solidFill>
            <a:ln>
              <a:noFill/>
            </a:ln>
            <a:effectLst/>
          </c:spPr>
          <c:invertIfNegative val="0"/>
          <c:cat>
            <c:strRef>
              <c:f>Sheet1!$A$2:$A$3</c:f>
              <c:strCache>
                <c:ptCount val="2"/>
                <c:pt idx="0">
                  <c:v>Level of effort [1]</c:v>
                </c:pt>
                <c:pt idx="1">
                  <c:v>Outsourcing Opp</c:v>
                </c:pt>
              </c:strCache>
            </c:strRef>
          </c:cat>
          <c:val>
            <c:numRef>
              <c:f>Sheet1!$C$2:$C$3</c:f>
              <c:numCache>
                <c:formatCode>General</c:formatCode>
                <c:ptCount val="2"/>
                <c:pt idx="0">
                  <c:v>20</c:v>
                </c:pt>
                <c:pt idx="1">
                  <c:v>40</c:v>
                </c:pt>
              </c:numCache>
            </c:numRef>
          </c:val>
          <c:extLst>
            <c:ext xmlns:c16="http://schemas.microsoft.com/office/drawing/2014/chart" uri="{C3380CC4-5D6E-409C-BE32-E72D297353CC}">
              <c16:uniqueId val="{00000001-81F1-4481-AD43-A8026B374845}"/>
            </c:ext>
          </c:extLst>
        </c:ser>
        <c:dLbls>
          <c:showLegendKey val="0"/>
          <c:showVal val="0"/>
          <c:showCatName val="0"/>
          <c:showSerName val="0"/>
          <c:showPercent val="0"/>
          <c:showBubbleSize val="0"/>
        </c:dLbls>
        <c:gapWidth val="10"/>
        <c:overlap val="100"/>
        <c:axId val="1194708383"/>
        <c:axId val="1194726143"/>
      </c:barChart>
      <c:catAx>
        <c:axId val="1194708383"/>
        <c:scaling>
          <c:orientation val="maxMin"/>
        </c:scaling>
        <c:delete val="1"/>
        <c:axPos val="l"/>
        <c:numFmt formatCode="General" sourceLinked="1"/>
        <c:majorTickMark val="none"/>
        <c:minorTickMark val="none"/>
        <c:tickLblPos val="nextTo"/>
        <c:crossAx val="1194726143"/>
        <c:crosses val="autoZero"/>
        <c:auto val="1"/>
        <c:lblAlgn val="ctr"/>
        <c:lblOffset val="100"/>
        <c:noMultiLvlLbl val="0"/>
      </c:catAx>
      <c:valAx>
        <c:axId val="1194726143"/>
        <c:scaling>
          <c:orientation val="minMax"/>
          <c:min val="0"/>
        </c:scaling>
        <c:delete val="1"/>
        <c:axPos val="t"/>
        <c:numFmt formatCode="0%" sourceLinked="1"/>
        <c:majorTickMark val="out"/>
        <c:minorTickMark val="none"/>
        <c:tickLblPos val="nextTo"/>
        <c:crossAx val="1194708383"/>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percentStacked"/>
        <c:varyColors val="0"/>
        <c:ser>
          <c:idx val="0"/>
          <c:order val="0"/>
          <c:tx>
            <c:strRef>
              <c:f>Sheet1!$B$1</c:f>
              <c:strCache>
                <c:ptCount val="1"/>
                <c:pt idx="0">
                  <c:v>Yes</c:v>
                </c:pt>
              </c:strCache>
            </c:strRef>
          </c:tx>
          <c:spPr>
            <a:solidFill>
              <a:schemeClr val="accent1"/>
            </a:solidFill>
            <a:ln>
              <a:noFill/>
            </a:ln>
            <a:effectLst/>
          </c:spPr>
          <c:invertIfNegative val="0"/>
          <c:cat>
            <c:strRef>
              <c:f>Sheet1!$A$2:$A$3</c:f>
              <c:strCache>
                <c:ptCount val="2"/>
                <c:pt idx="0">
                  <c:v>Level of effort [1]</c:v>
                </c:pt>
                <c:pt idx="1">
                  <c:v>Outsourcing Opp</c:v>
                </c:pt>
              </c:strCache>
            </c:strRef>
          </c:cat>
          <c:val>
            <c:numRef>
              <c:f>Sheet1!$B$2:$B$3</c:f>
              <c:numCache>
                <c:formatCode>General</c:formatCode>
                <c:ptCount val="2"/>
                <c:pt idx="0">
                  <c:v>70</c:v>
                </c:pt>
                <c:pt idx="1">
                  <c:v>40</c:v>
                </c:pt>
              </c:numCache>
            </c:numRef>
          </c:val>
          <c:extLst>
            <c:ext xmlns:c16="http://schemas.microsoft.com/office/drawing/2014/chart" uri="{C3380CC4-5D6E-409C-BE32-E72D297353CC}">
              <c16:uniqueId val="{00000000-61BE-4610-85B7-75BD0B019BE7}"/>
            </c:ext>
          </c:extLst>
        </c:ser>
        <c:ser>
          <c:idx val="1"/>
          <c:order val="1"/>
          <c:tx>
            <c:strRef>
              <c:f>Sheet1!$C$1</c:f>
              <c:strCache>
                <c:ptCount val="1"/>
                <c:pt idx="0">
                  <c:v>No</c:v>
                </c:pt>
              </c:strCache>
            </c:strRef>
          </c:tx>
          <c:spPr>
            <a:solidFill>
              <a:srgbClr val="C4C4CD"/>
            </a:solidFill>
            <a:ln>
              <a:noFill/>
            </a:ln>
            <a:effectLst/>
          </c:spPr>
          <c:invertIfNegative val="0"/>
          <c:cat>
            <c:strRef>
              <c:f>Sheet1!$A$2:$A$3</c:f>
              <c:strCache>
                <c:ptCount val="2"/>
                <c:pt idx="0">
                  <c:v>Level of effort [1]</c:v>
                </c:pt>
                <c:pt idx="1">
                  <c:v>Outsourcing Opp</c:v>
                </c:pt>
              </c:strCache>
            </c:strRef>
          </c:cat>
          <c:val>
            <c:numRef>
              <c:f>Sheet1!$C$2:$C$3</c:f>
              <c:numCache>
                <c:formatCode>General</c:formatCode>
                <c:ptCount val="2"/>
                <c:pt idx="0">
                  <c:v>30</c:v>
                </c:pt>
                <c:pt idx="1">
                  <c:v>60</c:v>
                </c:pt>
              </c:numCache>
            </c:numRef>
          </c:val>
          <c:extLst>
            <c:ext xmlns:c16="http://schemas.microsoft.com/office/drawing/2014/chart" uri="{C3380CC4-5D6E-409C-BE32-E72D297353CC}">
              <c16:uniqueId val="{00000001-61BE-4610-85B7-75BD0B019BE7}"/>
            </c:ext>
          </c:extLst>
        </c:ser>
        <c:dLbls>
          <c:showLegendKey val="0"/>
          <c:showVal val="0"/>
          <c:showCatName val="0"/>
          <c:showSerName val="0"/>
          <c:showPercent val="0"/>
          <c:showBubbleSize val="0"/>
        </c:dLbls>
        <c:gapWidth val="10"/>
        <c:overlap val="100"/>
        <c:axId val="1194708383"/>
        <c:axId val="1194726143"/>
      </c:barChart>
      <c:catAx>
        <c:axId val="1194708383"/>
        <c:scaling>
          <c:orientation val="maxMin"/>
        </c:scaling>
        <c:delete val="1"/>
        <c:axPos val="l"/>
        <c:numFmt formatCode="General" sourceLinked="1"/>
        <c:majorTickMark val="none"/>
        <c:minorTickMark val="none"/>
        <c:tickLblPos val="nextTo"/>
        <c:crossAx val="1194726143"/>
        <c:crosses val="autoZero"/>
        <c:auto val="1"/>
        <c:lblAlgn val="ctr"/>
        <c:lblOffset val="100"/>
        <c:noMultiLvlLbl val="0"/>
      </c:catAx>
      <c:valAx>
        <c:axId val="1194726143"/>
        <c:scaling>
          <c:orientation val="minMax"/>
          <c:min val="0"/>
        </c:scaling>
        <c:delete val="1"/>
        <c:axPos val="t"/>
        <c:numFmt formatCode="0%" sourceLinked="1"/>
        <c:majorTickMark val="out"/>
        <c:minorTickMark val="none"/>
        <c:tickLblPos val="nextTo"/>
        <c:crossAx val="1194708383"/>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percentStacked"/>
        <c:varyColors val="0"/>
        <c:ser>
          <c:idx val="0"/>
          <c:order val="0"/>
          <c:tx>
            <c:strRef>
              <c:f>Sheet1!$B$1</c:f>
              <c:strCache>
                <c:ptCount val="1"/>
                <c:pt idx="0">
                  <c:v>Yes</c:v>
                </c:pt>
              </c:strCache>
            </c:strRef>
          </c:tx>
          <c:spPr>
            <a:solidFill>
              <a:schemeClr val="accent1"/>
            </a:solidFill>
            <a:ln>
              <a:noFill/>
            </a:ln>
            <a:effectLst/>
          </c:spPr>
          <c:invertIfNegative val="0"/>
          <c:cat>
            <c:strRef>
              <c:f>Sheet1!$A$2:$A$3</c:f>
              <c:strCache>
                <c:ptCount val="2"/>
                <c:pt idx="0">
                  <c:v>Level of effort [1]</c:v>
                </c:pt>
                <c:pt idx="1">
                  <c:v>Outsourcing Opp</c:v>
                </c:pt>
              </c:strCache>
            </c:strRef>
          </c:cat>
          <c:val>
            <c:numRef>
              <c:f>Sheet1!$B$2:$B$3</c:f>
              <c:numCache>
                <c:formatCode>General</c:formatCode>
                <c:ptCount val="2"/>
                <c:pt idx="0">
                  <c:v>60</c:v>
                </c:pt>
                <c:pt idx="1">
                  <c:v>20</c:v>
                </c:pt>
              </c:numCache>
            </c:numRef>
          </c:val>
          <c:extLst>
            <c:ext xmlns:c16="http://schemas.microsoft.com/office/drawing/2014/chart" uri="{C3380CC4-5D6E-409C-BE32-E72D297353CC}">
              <c16:uniqueId val="{00000000-D7AA-413C-B9EB-51270CCDF42B}"/>
            </c:ext>
          </c:extLst>
        </c:ser>
        <c:ser>
          <c:idx val="1"/>
          <c:order val="1"/>
          <c:tx>
            <c:strRef>
              <c:f>Sheet1!$C$1</c:f>
              <c:strCache>
                <c:ptCount val="1"/>
                <c:pt idx="0">
                  <c:v>No</c:v>
                </c:pt>
              </c:strCache>
            </c:strRef>
          </c:tx>
          <c:spPr>
            <a:solidFill>
              <a:srgbClr val="C4C4CD"/>
            </a:solidFill>
            <a:ln>
              <a:noFill/>
            </a:ln>
            <a:effectLst/>
          </c:spPr>
          <c:invertIfNegative val="0"/>
          <c:cat>
            <c:strRef>
              <c:f>Sheet1!$A$2:$A$3</c:f>
              <c:strCache>
                <c:ptCount val="2"/>
                <c:pt idx="0">
                  <c:v>Level of effort [1]</c:v>
                </c:pt>
                <c:pt idx="1">
                  <c:v>Outsourcing Opp</c:v>
                </c:pt>
              </c:strCache>
            </c:strRef>
          </c:cat>
          <c:val>
            <c:numRef>
              <c:f>Sheet1!$C$2:$C$3</c:f>
              <c:numCache>
                <c:formatCode>General</c:formatCode>
                <c:ptCount val="2"/>
                <c:pt idx="0">
                  <c:v>40</c:v>
                </c:pt>
                <c:pt idx="1">
                  <c:v>80</c:v>
                </c:pt>
              </c:numCache>
            </c:numRef>
          </c:val>
          <c:extLst>
            <c:ext xmlns:c16="http://schemas.microsoft.com/office/drawing/2014/chart" uri="{C3380CC4-5D6E-409C-BE32-E72D297353CC}">
              <c16:uniqueId val="{00000001-D7AA-413C-B9EB-51270CCDF42B}"/>
            </c:ext>
          </c:extLst>
        </c:ser>
        <c:dLbls>
          <c:showLegendKey val="0"/>
          <c:showVal val="0"/>
          <c:showCatName val="0"/>
          <c:showSerName val="0"/>
          <c:showPercent val="0"/>
          <c:showBubbleSize val="0"/>
        </c:dLbls>
        <c:gapWidth val="10"/>
        <c:overlap val="100"/>
        <c:axId val="1194708383"/>
        <c:axId val="1194726143"/>
      </c:barChart>
      <c:catAx>
        <c:axId val="1194708383"/>
        <c:scaling>
          <c:orientation val="maxMin"/>
        </c:scaling>
        <c:delete val="1"/>
        <c:axPos val="l"/>
        <c:numFmt formatCode="General" sourceLinked="1"/>
        <c:majorTickMark val="none"/>
        <c:minorTickMark val="none"/>
        <c:tickLblPos val="nextTo"/>
        <c:crossAx val="1194726143"/>
        <c:crosses val="autoZero"/>
        <c:auto val="1"/>
        <c:lblAlgn val="ctr"/>
        <c:lblOffset val="100"/>
        <c:noMultiLvlLbl val="0"/>
      </c:catAx>
      <c:valAx>
        <c:axId val="1194726143"/>
        <c:scaling>
          <c:orientation val="minMax"/>
          <c:min val="0"/>
        </c:scaling>
        <c:delete val="1"/>
        <c:axPos val="t"/>
        <c:numFmt formatCode="0%" sourceLinked="1"/>
        <c:majorTickMark val="out"/>
        <c:minorTickMark val="none"/>
        <c:tickLblPos val="nextTo"/>
        <c:crossAx val="1194708383"/>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percentStacked"/>
        <c:varyColors val="0"/>
        <c:ser>
          <c:idx val="0"/>
          <c:order val="0"/>
          <c:tx>
            <c:strRef>
              <c:f>Sheet1!$B$1</c:f>
              <c:strCache>
                <c:ptCount val="1"/>
                <c:pt idx="0">
                  <c:v>Yes</c:v>
                </c:pt>
              </c:strCache>
            </c:strRef>
          </c:tx>
          <c:spPr>
            <a:solidFill>
              <a:schemeClr val="accent1"/>
            </a:solidFill>
            <a:ln>
              <a:noFill/>
            </a:ln>
            <a:effectLst/>
          </c:spPr>
          <c:invertIfNegative val="0"/>
          <c:cat>
            <c:strRef>
              <c:f>Sheet1!$A$2:$A$3</c:f>
              <c:strCache>
                <c:ptCount val="2"/>
                <c:pt idx="0">
                  <c:v>Level of effort [1]</c:v>
                </c:pt>
                <c:pt idx="1">
                  <c:v>Outsourcing Opp</c:v>
                </c:pt>
              </c:strCache>
            </c:strRef>
          </c:cat>
          <c:val>
            <c:numRef>
              <c:f>Sheet1!$B$2:$B$3</c:f>
              <c:numCache>
                <c:formatCode>General</c:formatCode>
                <c:ptCount val="2"/>
                <c:pt idx="0">
                  <c:v>50</c:v>
                </c:pt>
                <c:pt idx="1">
                  <c:v>65</c:v>
                </c:pt>
              </c:numCache>
            </c:numRef>
          </c:val>
          <c:extLst>
            <c:ext xmlns:c16="http://schemas.microsoft.com/office/drawing/2014/chart" uri="{C3380CC4-5D6E-409C-BE32-E72D297353CC}">
              <c16:uniqueId val="{00000000-88C9-42F6-80E3-A816C7537EB8}"/>
            </c:ext>
          </c:extLst>
        </c:ser>
        <c:ser>
          <c:idx val="1"/>
          <c:order val="1"/>
          <c:tx>
            <c:strRef>
              <c:f>Sheet1!$C$1</c:f>
              <c:strCache>
                <c:ptCount val="1"/>
                <c:pt idx="0">
                  <c:v>No</c:v>
                </c:pt>
              </c:strCache>
            </c:strRef>
          </c:tx>
          <c:spPr>
            <a:solidFill>
              <a:srgbClr val="C4C4CD"/>
            </a:solidFill>
            <a:ln>
              <a:noFill/>
            </a:ln>
            <a:effectLst/>
          </c:spPr>
          <c:invertIfNegative val="0"/>
          <c:cat>
            <c:strRef>
              <c:f>Sheet1!$A$2:$A$3</c:f>
              <c:strCache>
                <c:ptCount val="2"/>
                <c:pt idx="0">
                  <c:v>Level of effort [1]</c:v>
                </c:pt>
                <c:pt idx="1">
                  <c:v>Outsourcing Opp</c:v>
                </c:pt>
              </c:strCache>
            </c:strRef>
          </c:cat>
          <c:val>
            <c:numRef>
              <c:f>Sheet1!$C$2:$C$3</c:f>
              <c:numCache>
                <c:formatCode>General</c:formatCode>
                <c:ptCount val="2"/>
                <c:pt idx="0">
                  <c:v>50</c:v>
                </c:pt>
                <c:pt idx="1">
                  <c:v>35</c:v>
                </c:pt>
              </c:numCache>
            </c:numRef>
          </c:val>
          <c:extLst>
            <c:ext xmlns:c16="http://schemas.microsoft.com/office/drawing/2014/chart" uri="{C3380CC4-5D6E-409C-BE32-E72D297353CC}">
              <c16:uniqueId val="{00000001-88C9-42F6-80E3-A816C7537EB8}"/>
            </c:ext>
          </c:extLst>
        </c:ser>
        <c:dLbls>
          <c:showLegendKey val="0"/>
          <c:showVal val="0"/>
          <c:showCatName val="0"/>
          <c:showSerName val="0"/>
          <c:showPercent val="0"/>
          <c:showBubbleSize val="0"/>
        </c:dLbls>
        <c:gapWidth val="10"/>
        <c:overlap val="100"/>
        <c:axId val="1194708383"/>
        <c:axId val="1194726143"/>
      </c:barChart>
      <c:catAx>
        <c:axId val="1194708383"/>
        <c:scaling>
          <c:orientation val="maxMin"/>
        </c:scaling>
        <c:delete val="1"/>
        <c:axPos val="l"/>
        <c:numFmt formatCode="General" sourceLinked="1"/>
        <c:majorTickMark val="none"/>
        <c:minorTickMark val="none"/>
        <c:tickLblPos val="nextTo"/>
        <c:crossAx val="1194726143"/>
        <c:crosses val="autoZero"/>
        <c:auto val="1"/>
        <c:lblAlgn val="ctr"/>
        <c:lblOffset val="100"/>
        <c:noMultiLvlLbl val="0"/>
      </c:catAx>
      <c:valAx>
        <c:axId val="1194726143"/>
        <c:scaling>
          <c:orientation val="minMax"/>
          <c:min val="0"/>
        </c:scaling>
        <c:delete val="1"/>
        <c:axPos val="t"/>
        <c:numFmt formatCode="0%" sourceLinked="1"/>
        <c:majorTickMark val="out"/>
        <c:minorTickMark val="none"/>
        <c:tickLblPos val="nextTo"/>
        <c:crossAx val="1194708383"/>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percentStacked"/>
        <c:varyColors val="0"/>
        <c:ser>
          <c:idx val="0"/>
          <c:order val="0"/>
          <c:tx>
            <c:strRef>
              <c:f>Sheet1!$B$1</c:f>
              <c:strCache>
                <c:ptCount val="1"/>
                <c:pt idx="0">
                  <c:v>Yes</c:v>
                </c:pt>
              </c:strCache>
            </c:strRef>
          </c:tx>
          <c:spPr>
            <a:solidFill>
              <a:schemeClr val="accent1"/>
            </a:solidFill>
            <a:ln>
              <a:noFill/>
            </a:ln>
            <a:effectLst/>
          </c:spPr>
          <c:invertIfNegative val="0"/>
          <c:cat>
            <c:strRef>
              <c:f>Sheet1!$A$2:$A$3</c:f>
              <c:strCache>
                <c:ptCount val="2"/>
                <c:pt idx="0">
                  <c:v>Level of effort [1]</c:v>
                </c:pt>
                <c:pt idx="1">
                  <c:v>Outsourcing Opp</c:v>
                </c:pt>
              </c:strCache>
            </c:strRef>
          </c:cat>
          <c:val>
            <c:numRef>
              <c:f>Sheet1!$B$2:$B$3</c:f>
              <c:numCache>
                <c:formatCode>General</c:formatCode>
                <c:ptCount val="2"/>
                <c:pt idx="0">
                  <c:v>90</c:v>
                </c:pt>
                <c:pt idx="1">
                  <c:v>40</c:v>
                </c:pt>
              </c:numCache>
            </c:numRef>
          </c:val>
          <c:extLst>
            <c:ext xmlns:c16="http://schemas.microsoft.com/office/drawing/2014/chart" uri="{C3380CC4-5D6E-409C-BE32-E72D297353CC}">
              <c16:uniqueId val="{00000000-D2A9-42B8-B92D-B82438D16F94}"/>
            </c:ext>
          </c:extLst>
        </c:ser>
        <c:ser>
          <c:idx val="1"/>
          <c:order val="1"/>
          <c:tx>
            <c:strRef>
              <c:f>Sheet1!$C$1</c:f>
              <c:strCache>
                <c:ptCount val="1"/>
                <c:pt idx="0">
                  <c:v>No</c:v>
                </c:pt>
              </c:strCache>
            </c:strRef>
          </c:tx>
          <c:spPr>
            <a:solidFill>
              <a:srgbClr val="C4C4CD"/>
            </a:solidFill>
            <a:ln>
              <a:noFill/>
            </a:ln>
            <a:effectLst/>
          </c:spPr>
          <c:invertIfNegative val="0"/>
          <c:cat>
            <c:strRef>
              <c:f>Sheet1!$A$2:$A$3</c:f>
              <c:strCache>
                <c:ptCount val="2"/>
                <c:pt idx="0">
                  <c:v>Level of effort [1]</c:v>
                </c:pt>
                <c:pt idx="1">
                  <c:v>Outsourcing Opp</c:v>
                </c:pt>
              </c:strCache>
            </c:strRef>
          </c:cat>
          <c:val>
            <c:numRef>
              <c:f>Sheet1!$C$2:$C$3</c:f>
              <c:numCache>
                <c:formatCode>General</c:formatCode>
                <c:ptCount val="2"/>
                <c:pt idx="0">
                  <c:v>10</c:v>
                </c:pt>
                <c:pt idx="1">
                  <c:v>60</c:v>
                </c:pt>
              </c:numCache>
            </c:numRef>
          </c:val>
          <c:extLst>
            <c:ext xmlns:c16="http://schemas.microsoft.com/office/drawing/2014/chart" uri="{C3380CC4-5D6E-409C-BE32-E72D297353CC}">
              <c16:uniqueId val="{00000001-D2A9-42B8-B92D-B82438D16F94}"/>
            </c:ext>
          </c:extLst>
        </c:ser>
        <c:dLbls>
          <c:showLegendKey val="0"/>
          <c:showVal val="0"/>
          <c:showCatName val="0"/>
          <c:showSerName val="0"/>
          <c:showPercent val="0"/>
          <c:showBubbleSize val="0"/>
        </c:dLbls>
        <c:gapWidth val="10"/>
        <c:overlap val="100"/>
        <c:axId val="1194708383"/>
        <c:axId val="1194726143"/>
      </c:barChart>
      <c:catAx>
        <c:axId val="1194708383"/>
        <c:scaling>
          <c:orientation val="maxMin"/>
        </c:scaling>
        <c:delete val="1"/>
        <c:axPos val="l"/>
        <c:numFmt formatCode="General" sourceLinked="1"/>
        <c:majorTickMark val="none"/>
        <c:minorTickMark val="none"/>
        <c:tickLblPos val="nextTo"/>
        <c:crossAx val="1194726143"/>
        <c:crosses val="autoZero"/>
        <c:auto val="1"/>
        <c:lblAlgn val="ctr"/>
        <c:lblOffset val="100"/>
        <c:noMultiLvlLbl val="0"/>
      </c:catAx>
      <c:valAx>
        <c:axId val="1194726143"/>
        <c:scaling>
          <c:orientation val="minMax"/>
          <c:min val="0"/>
        </c:scaling>
        <c:delete val="1"/>
        <c:axPos val="t"/>
        <c:numFmt formatCode="0%" sourceLinked="1"/>
        <c:majorTickMark val="out"/>
        <c:minorTickMark val="none"/>
        <c:tickLblPos val="nextTo"/>
        <c:crossAx val="1194708383"/>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percentStacked"/>
        <c:varyColors val="0"/>
        <c:ser>
          <c:idx val="0"/>
          <c:order val="0"/>
          <c:tx>
            <c:strRef>
              <c:f>Sheet1!$B$1</c:f>
              <c:strCache>
                <c:ptCount val="1"/>
                <c:pt idx="0">
                  <c:v>Yes</c:v>
                </c:pt>
              </c:strCache>
            </c:strRef>
          </c:tx>
          <c:spPr>
            <a:solidFill>
              <a:schemeClr val="accent1"/>
            </a:solidFill>
            <a:ln>
              <a:noFill/>
            </a:ln>
            <a:effectLst/>
          </c:spPr>
          <c:invertIfNegative val="0"/>
          <c:cat>
            <c:strRef>
              <c:f>Sheet1!$A$2:$A$3</c:f>
              <c:strCache>
                <c:ptCount val="2"/>
                <c:pt idx="0">
                  <c:v>Level of effort [1]</c:v>
                </c:pt>
                <c:pt idx="1">
                  <c:v>Outsourcing Opp</c:v>
                </c:pt>
              </c:strCache>
            </c:strRef>
          </c:cat>
          <c:val>
            <c:numRef>
              <c:f>Sheet1!$B$2:$B$3</c:f>
              <c:numCache>
                <c:formatCode>General</c:formatCode>
                <c:ptCount val="2"/>
                <c:pt idx="0">
                  <c:v>20</c:v>
                </c:pt>
                <c:pt idx="1">
                  <c:v>0</c:v>
                </c:pt>
              </c:numCache>
            </c:numRef>
          </c:val>
          <c:extLst>
            <c:ext xmlns:c16="http://schemas.microsoft.com/office/drawing/2014/chart" uri="{C3380CC4-5D6E-409C-BE32-E72D297353CC}">
              <c16:uniqueId val="{00000000-4676-4BC9-BDDE-FD711974C15F}"/>
            </c:ext>
          </c:extLst>
        </c:ser>
        <c:ser>
          <c:idx val="1"/>
          <c:order val="1"/>
          <c:tx>
            <c:strRef>
              <c:f>Sheet1!$C$1</c:f>
              <c:strCache>
                <c:ptCount val="1"/>
                <c:pt idx="0">
                  <c:v>No</c:v>
                </c:pt>
              </c:strCache>
            </c:strRef>
          </c:tx>
          <c:spPr>
            <a:solidFill>
              <a:srgbClr val="C4C4CD"/>
            </a:solidFill>
            <a:ln>
              <a:noFill/>
            </a:ln>
            <a:effectLst/>
          </c:spPr>
          <c:invertIfNegative val="0"/>
          <c:cat>
            <c:strRef>
              <c:f>Sheet1!$A$2:$A$3</c:f>
              <c:strCache>
                <c:ptCount val="2"/>
                <c:pt idx="0">
                  <c:v>Level of effort [1]</c:v>
                </c:pt>
                <c:pt idx="1">
                  <c:v>Outsourcing Opp</c:v>
                </c:pt>
              </c:strCache>
            </c:strRef>
          </c:cat>
          <c:val>
            <c:numRef>
              <c:f>Sheet1!$C$2:$C$3</c:f>
              <c:numCache>
                <c:formatCode>General</c:formatCode>
                <c:ptCount val="2"/>
                <c:pt idx="0">
                  <c:v>80</c:v>
                </c:pt>
                <c:pt idx="1">
                  <c:v>100</c:v>
                </c:pt>
              </c:numCache>
            </c:numRef>
          </c:val>
          <c:extLst>
            <c:ext xmlns:c16="http://schemas.microsoft.com/office/drawing/2014/chart" uri="{C3380CC4-5D6E-409C-BE32-E72D297353CC}">
              <c16:uniqueId val="{00000001-4676-4BC9-BDDE-FD711974C15F}"/>
            </c:ext>
          </c:extLst>
        </c:ser>
        <c:dLbls>
          <c:showLegendKey val="0"/>
          <c:showVal val="0"/>
          <c:showCatName val="0"/>
          <c:showSerName val="0"/>
          <c:showPercent val="0"/>
          <c:showBubbleSize val="0"/>
        </c:dLbls>
        <c:gapWidth val="10"/>
        <c:overlap val="100"/>
        <c:axId val="1194708383"/>
        <c:axId val="1194726143"/>
      </c:barChart>
      <c:catAx>
        <c:axId val="1194708383"/>
        <c:scaling>
          <c:orientation val="maxMin"/>
        </c:scaling>
        <c:delete val="1"/>
        <c:axPos val="l"/>
        <c:numFmt formatCode="General" sourceLinked="1"/>
        <c:majorTickMark val="none"/>
        <c:minorTickMark val="none"/>
        <c:tickLblPos val="nextTo"/>
        <c:crossAx val="1194726143"/>
        <c:crosses val="autoZero"/>
        <c:auto val="1"/>
        <c:lblAlgn val="ctr"/>
        <c:lblOffset val="100"/>
        <c:noMultiLvlLbl val="0"/>
      </c:catAx>
      <c:valAx>
        <c:axId val="1194726143"/>
        <c:scaling>
          <c:orientation val="minMax"/>
          <c:min val="0"/>
        </c:scaling>
        <c:delete val="1"/>
        <c:axPos val="t"/>
        <c:numFmt formatCode="0%" sourceLinked="1"/>
        <c:majorTickMark val="out"/>
        <c:minorTickMark val="none"/>
        <c:tickLblPos val="nextTo"/>
        <c:crossAx val="1194708383"/>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pieChart>
        <c:varyColors val="1"/>
        <c:ser>
          <c:idx val="0"/>
          <c:order val="0"/>
          <c:tx>
            <c:strRef>
              <c:f>Sheet1!$B$1</c:f>
              <c:strCache>
                <c:ptCount val="1"/>
                <c:pt idx="0">
                  <c:v>Sales</c:v>
                </c:pt>
              </c:strCache>
            </c:strRef>
          </c:tx>
          <c:explosion val="9"/>
          <c:dPt>
            <c:idx val="0"/>
            <c:bubble3D val="0"/>
            <c:spPr>
              <a:solidFill>
                <a:schemeClr val="dk1">
                  <a:tint val="88500"/>
                </a:schemeClr>
              </a:solidFill>
              <a:ln w="19050">
                <a:solidFill>
                  <a:schemeClr val="lt1"/>
                </a:solidFill>
              </a:ln>
              <a:effectLst/>
            </c:spPr>
            <c:extLst>
              <c:ext xmlns:c16="http://schemas.microsoft.com/office/drawing/2014/chart" uri="{C3380CC4-5D6E-409C-BE32-E72D297353CC}">
                <c16:uniqueId val="{00000001-31C9-4CFC-8E7E-8C0C3F46A714}"/>
              </c:ext>
            </c:extLst>
          </c:dPt>
          <c:dPt>
            <c:idx val="1"/>
            <c:bubble3D val="0"/>
            <c:spPr>
              <a:solidFill>
                <a:schemeClr val="dk1">
                  <a:tint val="55000"/>
                </a:schemeClr>
              </a:solidFill>
              <a:ln w="19050">
                <a:solidFill>
                  <a:schemeClr val="lt1"/>
                </a:solidFill>
              </a:ln>
              <a:effectLst/>
            </c:spPr>
            <c:extLst>
              <c:ext xmlns:c16="http://schemas.microsoft.com/office/drawing/2014/chart" uri="{C3380CC4-5D6E-409C-BE32-E72D297353CC}">
                <c16:uniqueId val="{00000003-31C9-4CFC-8E7E-8C0C3F46A714}"/>
              </c:ext>
            </c:extLst>
          </c:dPt>
          <c:dPt>
            <c:idx val="2"/>
            <c:bubble3D val="0"/>
            <c:spPr>
              <a:solidFill>
                <a:schemeClr val="dk1">
                  <a:tint val="75000"/>
                </a:schemeClr>
              </a:solidFill>
              <a:ln w="19050">
                <a:solidFill>
                  <a:schemeClr val="lt1"/>
                </a:solidFill>
              </a:ln>
              <a:effectLst/>
            </c:spPr>
            <c:extLst>
              <c:ext xmlns:c16="http://schemas.microsoft.com/office/drawing/2014/chart" uri="{C3380CC4-5D6E-409C-BE32-E72D297353CC}">
                <c16:uniqueId val="{00000005-31C9-4CFC-8E7E-8C0C3F46A714}"/>
              </c:ext>
            </c:extLst>
          </c:dPt>
          <c:dPt>
            <c:idx val="3"/>
            <c:bubble3D val="0"/>
            <c:spPr>
              <a:solidFill>
                <a:schemeClr val="dk1">
                  <a:tint val="98500"/>
                </a:schemeClr>
              </a:solidFill>
              <a:ln w="19050">
                <a:solidFill>
                  <a:schemeClr val="lt1"/>
                </a:solidFill>
              </a:ln>
              <a:effectLst/>
            </c:spPr>
            <c:extLst>
              <c:ext xmlns:c16="http://schemas.microsoft.com/office/drawing/2014/chart" uri="{C3380CC4-5D6E-409C-BE32-E72D297353CC}">
                <c16:uniqueId val="{00000007-31C9-4CFC-8E7E-8C0C3F46A714}"/>
              </c:ext>
            </c:extLst>
          </c:dPt>
          <c:dPt>
            <c:idx val="4"/>
            <c:bubble3D val="0"/>
            <c:spPr>
              <a:solidFill>
                <a:schemeClr val="dk1">
                  <a:tint val="30000"/>
                </a:schemeClr>
              </a:solidFill>
              <a:ln w="19050">
                <a:solidFill>
                  <a:schemeClr val="lt1"/>
                </a:solidFill>
              </a:ln>
              <a:effectLst/>
            </c:spPr>
            <c:extLst>
              <c:ext xmlns:c16="http://schemas.microsoft.com/office/drawing/2014/chart" uri="{C3380CC4-5D6E-409C-BE32-E72D297353CC}">
                <c16:uniqueId val="{00000009-31C9-4CFC-8E7E-8C0C3F46A714}"/>
              </c:ext>
            </c:extLst>
          </c:dPt>
          <c:dPt>
            <c:idx val="5"/>
            <c:bubble3D val="0"/>
            <c:spPr>
              <a:solidFill>
                <a:schemeClr val="dk1">
                  <a:tint val="60000"/>
                </a:schemeClr>
              </a:solidFill>
              <a:ln w="19050">
                <a:solidFill>
                  <a:schemeClr val="lt1"/>
                </a:solidFill>
              </a:ln>
              <a:effectLst/>
            </c:spPr>
            <c:extLst>
              <c:ext xmlns:c16="http://schemas.microsoft.com/office/drawing/2014/chart" uri="{C3380CC4-5D6E-409C-BE32-E72D297353CC}">
                <c16:uniqueId val="{0000000B-31C9-4CFC-8E7E-8C0C3F46A714}"/>
              </c:ext>
            </c:extLst>
          </c:dPt>
          <c:dPt>
            <c:idx val="6"/>
            <c:bubble3D val="0"/>
            <c:spPr>
              <a:solidFill>
                <a:schemeClr val="dk1">
                  <a:tint val="80000"/>
                </a:schemeClr>
              </a:solidFill>
              <a:ln w="19050">
                <a:solidFill>
                  <a:schemeClr val="lt1"/>
                </a:solidFill>
              </a:ln>
              <a:effectLst/>
            </c:spPr>
            <c:extLst>
              <c:ext xmlns:c16="http://schemas.microsoft.com/office/drawing/2014/chart" uri="{C3380CC4-5D6E-409C-BE32-E72D297353CC}">
                <c16:uniqueId val="{0000000D-31C9-4CFC-8E7E-8C0C3F46A714}"/>
              </c:ext>
            </c:extLst>
          </c:dPt>
          <c:dPt>
            <c:idx val="7"/>
            <c:bubble3D val="0"/>
            <c:spPr>
              <a:solidFill>
                <a:schemeClr val="dk1">
                  <a:tint val="88500"/>
                </a:schemeClr>
              </a:solidFill>
              <a:ln w="19050">
                <a:solidFill>
                  <a:schemeClr val="lt1"/>
                </a:solidFill>
              </a:ln>
              <a:effectLst/>
            </c:spPr>
            <c:extLst>
              <c:ext xmlns:c16="http://schemas.microsoft.com/office/drawing/2014/chart" uri="{C3380CC4-5D6E-409C-BE32-E72D297353CC}">
                <c16:uniqueId val="{0000000F-31C9-4CFC-8E7E-8C0C3F46A714}"/>
              </c:ext>
            </c:extLst>
          </c:dPt>
          <c:dPt>
            <c:idx val="8"/>
            <c:bubble3D val="0"/>
            <c:spPr>
              <a:solidFill>
                <a:schemeClr val="dk1">
                  <a:tint val="55000"/>
                </a:schemeClr>
              </a:solidFill>
              <a:ln w="19050">
                <a:solidFill>
                  <a:schemeClr val="lt1"/>
                </a:solidFill>
              </a:ln>
              <a:effectLst/>
            </c:spPr>
            <c:extLst>
              <c:ext xmlns:c16="http://schemas.microsoft.com/office/drawing/2014/chart" uri="{C3380CC4-5D6E-409C-BE32-E72D297353CC}">
                <c16:uniqueId val="{00000011-31C9-4CFC-8E7E-8C0C3F46A714}"/>
              </c:ext>
            </c:extLst>
          </c:dPt>
          <c:dLbls>
            <c:dLbl>
              <c:idx val="0"/>
              <c:layout>
                <c:manualLayout>
                  <c:x val="-0.11932493423665716"/>
                  <c:y val="9.2241966862985456E-2"/>
                </c:manualLayout>
              </c:layout>
              <c:tx>
                <c:rich>
                  <a:bodyPr/>
                  <a:lstStyle/>
                  <a:p>
                    <a:r>
                      <a:rPr lang="en-US">
                        <a:solidFill>
                          <a:schemeClr val="bg1"/>
                        </a:solidFill>
                      </a:rPr>
                      <a:t>Nature of work</a:t>
                    </a:r>
                  </a:p>
                </c:rich>
              </c:tx>
              <c:dLblPos val="bestFit"/>
              <c:showLegendKey val="0"/>
              <c:showVal val="1"/>
              <c:showCatName val="0"/>
              <c:showSerName val="0"/>
              <c:showPercent val="0"/>
              <c:showBubbleSize val="0"/>
              <c:extLst>
                <c:ext xmlns:c15="http://schemas.microsoft.com/office/drawing/2012/chart" uri="{CE6537A1-D6FC-4f65-9D91-7224C49458BB}">
                  <c15:layout>
                    <c:manualLayout>
                      <c:w val="0.18924766892523737"/>
                      <c:h val="0.13547611826180017"/>
                    </c:manualLayout>
                  </c15:layout>
                  <c15:showDataLabelsRange val="0"/>
                </c:ext>
                <c:ext xmlns:c16="http://schemas.microsoft.com/office/drawing/2014/chart" uri="{C3380CC4-5D6E-409C-BE32-E72D297353CC}">
                  <c16:uniqueId val="{00000001-31C9-4CFC-8E7E-8C0C3F46A714}"/>
                </c:ext>
              </c:extLst>
            </c:dLbl>
            <c:dLbl>
              <c:idx val="1"/>
              <c:layout>
                <c:manualLayout>
                  <c:x val="-0.1698502764040459"/>
                  <c:y val="8.4722018804627236E-2"/>
                </c:manualLayout>
              </c:layout>
              <c:tx>
                <c:rich>
                  <a:bodyPr rot="0" spcFirstLastPara="1" vertOverflow="ellipsis" vert="horz" wrap="square" anchor="ctr" anchorCtr="1"/>
                  <a:lstStyle/>
                  <a:p>
                    <a:pPr>
                      <a:defRPr sz="900" b="1" i="0" u="none" strike="noStrike" kern="1200" baseline="0">
                        <a:solidFill>
                          <a:schemeClr val="bg1"/>
                        </a:solidFill>
                        <a:latin typeface="Arial "/>
                        <a:ea typeface="+mn-ea"/>
                        <a:cs typeface="+mn-cs"/>
                      </a:defRPr>
                    </a:pPr>
                    <a:r>
                      <a:rPr lang="en-US" sz="900" b="1">
                        <a:solidFill>
                          <a:schemeClr val="bg1"/>
                        </a:solidFill>
                      </a:rPr>
                      <a:t>Degree of standardization</a:t>
                    </a:r>
                  </a:p>
                </c:rich>
              </c:tx>
              <c:spPr>
                <a:noFill/>
                <a:ln>
                  <a:noFill/>
                </a:ln>
                <a:effectLst/>
              </c:spPr>
              <c:txPr>
                <a:bodyPr rot="0" spcFirstLastPara="1" vertOverflow="ellipsis" vert="horz" wrap="square" anchor="ctr" anchorCtr="1"/>
                <a:lstStyle/>
                <a:p>
                  <a:pPr>
                    <a:defRPr sz="900" b="1" i="0" u="none" strike="noStrike" kern="1200" baseline="0">
                      <a:solidFill>
                        <a:schemeClr val="bg1"/>
                      </a:solidFill>
                      <a:latin typeface="Arial "/>
                      <a:ea typeface="+mn-ea"/>
                      <a:cs typeface="+mn-cs"/>
                    </a:defRPr>
                  </a:pPr>
                  <a:endParaRPr lang="en-US"/>
                </a:p>
              </c:txPr>
              <c:dLblPos val="bestFit"/>
              <c:showLegendKey val="0"/>
              <c:showVal val="1"/>
              <c:showCatName val="0"/>
              <c:showSerName val="0"/>
              <c:showPercent val="0"/>
              <c:showBubbleSize val="0"/>
              <c:extLst>
                <c:ext xmlns:c15="http://schemas.microsoft.com/office/drawing/2012/chart" uri="{CE6537A1-D6FC-4f65-9D91-7224C49458BB}">
                  <c15:layout>
                    <c:manualLayout>
                      <c:w val="0.24084302547841871"/>
                      <c:h val="0.14744725974395909"/>
                    </c:manualLayout>
                  </c15:layout>
                  <c15:showDataLabelsRange val="0"/>
                </c:ext>
                <c:ext xmlns:c16="http://schemas.microsoft.com/office/drawing/2014/chart" uri="{C3380CC4-5D6E-409C-BE32-E72D297353CC}">
                  <c16:uniqueId val="{00000003-31C9-4CFC-8E7E-8C0C3F46A714}"/>
                </c:ext>
              </c:extLst>
            </c:dLbl>
            <c:dLbl>
              <c:idx val="2"/>
              <c:layout>
                <c:manualLayout>
                  <c:x val="-0.17743039294407836"/>
                  <c:y val="-0.11453991132149834"/>
                </c:manualLayout>
              </c:layout>
              <c:tx>
                <c:rich>
                  <a:bodyPr/>
                  <a:lstStyle/>
                  <a:p>
                    <a:r>
                      <a:rPr lang="en-US" sz="900" b="1">
                        <a:solidFill>
                          <a:schemeClr val="bg1"/>
                        </a:solidFill>
                        <a:latin typeface="Arial" panose="020B0604020202020204" pitchFamily="34" charset="0"/>
                        <a:cs typeface="Arial" panose="020B0604020202020204" pitchFamily="34" charset="0"/>
                      </a:rPr>
                      <a:t>Rapid ROI</a:t>
                    </a:r>
                  </a:p>
                </c:rich>
              </c:tx>
              <c:dLblPos val="bestFi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31C9-4CFC-8E7E-8C0C3F46A714}"/>
                </c:ext>
              </c:extLst>
            </c:dLbl>
            <c:dLbl>
              <c:idx val="3"/>
              <c:layout>
                <c:manualLayout>
                  <c:x val="-0.11790527333986033"/>
                  <c:y val="-0.11765123081811016"/>
                </c:manualLayout>
              </c:layout>
              <c:tx>
                <c:rich>
                  <a:bodyPr/>
                  <a:lstStyle/>
                  <a:p>
                    <a:r>
                      <a:rPr lang="en-US" sz="900" b="1">
                        <a:solidFill>
                          <a:schemeClr val="bg1"/>
                        </a:solidFill>
                        <a:latin typeface="Arial" panose="020B0604020202020204" pitchFamily="34" charset="0"/>
                        <a:cs typeface="Arial" panose="020B0604020202020204" pitchFamily="34" charset="0"/>
                      </a:rPr>
                      <a:t>Cross functional handoffs</a:t>
                    </a:r>
                    <a:endParaRPr lang="en-US" sz="900">
                      <a:solidFill>
                        <a:schemeClr val="bg1"/>
                      </a:solidFill>
                      <a:latin typeface="Arial" panose="020B0604020202020204" pitchFamily="34" charset="0"/>
                      <a:cs typeface="Arial" panose="020B0604020202020204" pitchFamily="34" charset="0"/>
                    </a:endParaRPr>
                  </a:p>
                </c:rich>
              </c:tx>
              <c:dLblPos val="bestFi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31C9-4CFC-8E7E-8C0C3F46A714}"/>
                </c:ext>
              </c:extLst>
            </c:dLbl>
            <c:dLbl>
              <c:idx val="4"/>
              <c:layout>
                <c:manualLayout>
                  <c:x val="0.11980705033853141"/>
                  <c:y val="-9.1868108382940405E-2"/>
                </c:manualLayout>
              </c:layout>
              <c:tx>
                <c:rich>
                  <a:bodyPr rot="0" spcFirstLastPara="1" vertOverflow="ellipsis" vert="horz" wrap="square" anchor="ctr" anchorCtr="1"/>
                  <a:lstStyle/>
                  <a:p>
                    <a:pPr>
                      <a:defRPr sz="900" b="1" i="0" u="none" strike="noStrike" kern="1200" baseline="0">
                        <a:solidFill>
                          <a:schemeClr val="bg2"/>
                        </a:solidFill>
                        <a:latin typeface="Arial "/>
                        <a:ea typeface="+mn-ea"/>
                        <a:cs typeface="+mn-cs"/>
                      </a:defRPr>
                    </a:pPr>
                    <a:r>
                      <a:rPr lang="en-US" sz="900" b="1">
                        <a:solidFill>
                          <a:schemeClr val="bg2"/>
                        </a:solidFill>
                      </a:rPr>
                      <a:t>Talent availability</a:t>
                    </a:r>
                  </a:p>
                </c:rich>
              </c:tx>
              <c:spPr>
                <a:noFill/>
                <a:ln>
                  <a:noFill/>
                </a:ln>
                <a:effectLst/>
              </c:spPr>
              <c:txPr>
                <a:bodyPr rot="0" spcFirstLastPara="1" vertOverflow="ellipsis" vert="horz" wrap="square" anchor="ctr" anchorCtr="1"/>
                <a:lstStyle/>
                <a:p>
                  <a:pPr>
                    <a:defRPr sz="900" b="1" i="0" u="none" strike="noStrike" kern="1200" baseline="0">
                      <a:solidFill>
                        <a:schemeClr val="bg2"/>
                      </a:solidFill>
                      <a:latin typeface="Arial "/>
                      <a:ea typeface="+mn-ea"/>
                      <a:cs typeface="+mn-cs"/>
                    </a:defRPr>
                  </a:pPr>
                  <a:endParaRPr lang="en-US"/>
                </a:p>
              </c:txPr>
              <c:dLblPos val="bestFit"/>
              <c:showLegendKey val="0"/>
              <c:showVal val="1"/>
              <c:showCatName val="0"/>
              <c:showSerName val="0"/>
              <c:showPercent val="0"/>
              <c:showBubbleSize val="0"/>
              <c:extLst>
                <c:ext xmlns:c15="http://schemas.microsoft.com/office/drawing/2012/chart" uri="{CE6537A1-D6FC-4f65-9D91-7224C49458BB}">
                  <c15:layout>
                    <c:manualLayout>
                      <c:w val="0.16374626079990348"/>
                      <c:h val="0.20769751200254477"/>
                    </c:manualLayout>
                  </c15:layout>
                  <c15:showDataLabelsRange val="0"/>
                </c:ext>
                <c:ext xmlns:c16="http://schemas.microsoft.com/office/drawing/2014/chart" uri="{C3380CC4-5D6E-409C-BE32-E72D297353CC}">
                  <c16:uniqueId val="{00000009-31C9-4CFC-8E7E-8C0C3F46A714}"/>
                </c:ext>
              </c:extLst>
            </c:dLbl>
            <c:dLbl>
              <c:idx val="5"/>
              <c:layout>
                <c:manualLayout>
                  <c:x val="0.18166572107559778"/>
                  <c:y val="-0.12819700170079412"/>
                </c:manualLayout>
              </c:layout>
              <c:tx>
                <c:rich>
                  <a:bodyPr rot="0" spcFirstLastPara="1" vertOverflow="ellipsis" vert="horz" wrap="square" anchor="ctr" anchorCtr="1"/>
                  <a:lstStyle/>
                  <a:p>
                    <a:pPr>
                      <a:defRPr sz="900" b="1" i="0" u="none" strike="noStrike" kern="1200" baseline="0">
                        <a:solidFill>
                          <a:schemeClr val="bg1"/>
                        </a:solidFill>
                        <a:latin typeface="Arial "/>
                        <a:ea typeface="+mn-ea"/>
                        <a:cs typeface="+mn-cs"/>
                      </a:defRPr>
                    </a:pPr>
                    <a:r>
                      <a:rPr lang="en-US" sz="900" b="1">
                        <a:solidFill>
                          <a:schemeClr val="bg1"/>
                        </a:solidFill>
                      </a:rPr>
                      <a:t> </a:t>
                    </a:r>
                  </a:p>
                  <a:p>
                    <a:pPr>
                      <a:defRPr sz="900" b="1">
                        <a:solidFill>
                          <a:schemeClr val="bg1"/>
                        </a:solidFill>
                      </a:defRPr>
                    </a:pPr>
                    <a:r>
                      <a:rPr lang="en-US" sz="900" b="1">
                        <a:solidFill>
                          <a:schemeClr val="bg1"/>
                        </a:solidFill>
                      </a:rPr>
                      <a:t>Client maturity and experience</a:t>
                    </a:r>
                  </a:p>
                </c:rich>
              </c:tx>
              <c:spPr>
                <a:noFill/>
                <a:ln>
                  <a:noFill/>
                </a:ln>
                <a:effectLst/>
              </c:spPr>
              <c:txPr>
                <a:bodyPr rot="0" spcFirstLastPara="1" vertOverflow="ellipsis" vert="horz" wrap="square" anchor="ctr" anchorCtr="1"/>
                <a:lstStyle/>
                <a:p>
                  <a:pPr>
                    <a:defRPr sz="900" b="1" i="0" u="none" strike="noStrike" kern="1200" baseline="0">
                      <a:solidFill>
                        <a:schemeClr val="bg1"/>
                      </a:solidFill>
                      <a:latin typeface="Arial "/>
                      <a:ea typeface="+mn-ea"/>
                      <a:cs typeface="+mn-cs"/>
                    </a:defRPr>
                  </a:pPr>
                  <a:endParaRPr lang="en-US"/>
                </a:p>
              </c:txPr>
              <c:dLblPos val="bestFit"/>
              <c:showLegendKey val="0"/>
              <c:showVal val="1"/>
              <c:showCatName val="0"/>
              <c:showSerName val="0"/>
              <c:showPercent val="0"/>
              <c:showBubbleSize val="0"/>
              <c:extLst>
                <c:ext xmlns:c15="http://schemas.microsoft.com/office/drawing/2012/chart" uri="{CE6537A1-D6FC-4f65-9D91-7224C49458BB}">
                  <c15:layout>
                    <c:manualLayout>
                      <c:w val="0.17617518280229277"/>
                      <c:h val="0.17402478185132159"/>
                    </c:manualLayout>
                  </c15:layout>
                  <c15:showDataLabelsRange val="0"/>
                </c:ext>
                <c:ext xmlns:c16="http://schemas.microsoft.com/office/drawing/2014/chart" uri="{C3380CC4-5D6E-409C-BE32-E72D297353CC}">
                  <c16:uniqueId val="{0000000B-31C9-4CFC-8E7E-8C0C3F46A714}"/>
                </c:ext>
              </c:extLst>
            </c:dLbl>
            <c:dLbl>
              <c:idx val="6"/>
              <c:layout>
                <c:manualLayout>
                  <c:x val="0.15556634696044747"/>
                  <c:y val="7.6118027880881983E-2"/>
                </c:manualLayout>
              </c:layout>
              <c:tx>
                <c:rich>
                  <a:bodyPr/>
                  <a:lstStyle/>
                  <a:p>
                    <a:r>
                      <a:rPr lang="en-US" sz="900" b="1">
                        <a:solidFill>
                          <a:schemeClr val="bg1"/>
                        </a:solidFill>
                        <a:latin typeface="Arial" panose="020B0604020202020204" pitchFamily="34" charset="0"/>
                        <a:cs typeface="Arial" panose="020B0604020202020204" pitchFamily="34" charset="0"/>
                      </a:rPr>
                      <a:t>Flexibility</a:t>
                    </a:r>
                    <a:endParaRPr lang="en-US" sz="900">
                      <a:solidFill>
                        <a:schemeClr val="bg1"/>
                      </a:solidFill>
                      <a:latin typeface="Arial" panose="020B0604020202020204" pitchFamily="34" charset="0"/>
                      <a:cs typeface="Arial" panose="020B0604020202020204" pitchFamily="34" charset="0"/>
                    </a:endParaRPr>
                  </a:p>
                </c:rich>
              </c:tx>
              <c:dLblPos val="bestFi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31C9-4CFC-8E7E-8C0C3F46A714}"/>
                </c:ext>
              </c:extLst>
            </c:dLbl>
            <c:dLbl>
              <c:idx val="7"/>
              <c:layout>
                <c:manualLayout>
                  <c:x val="0.11309832456371499"/>
                  <c:y val="0.11306117464881262"/>
                </c:manualLayout>
              </c:layout>
              <c:tx>
                <c:rich>
                  <a:bodyPr/>
                  <a:lstStyle/>
                  <a:p>
                    <a:r>
                      <a:rPr lang="en-US" sz="900" b="1">
                        <a:solidFill>
                          <a:schemeClr val="bg1"/>
                        </a:solidFill>
                        <a:latin typeface="Arial" panose="020B0604020202020204" pitchFamily="34" charset="0"/>
                        <a:cs typeface="Arial" panose="020B0604020202020204" pitchFamily="34" charset="0"/>
                      </a:rPr>
                      <a:t>Risk appetite</a:t>
                    </a:r>
                  </a:p>
                </c:rich>
              </c:tx>
              <c:dLblPos val="bestFi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31C9-4CFC-8E7E-8C0C3F46A714}"/>
                </c:ext>
              </c:extLst>
            </c:dLbl>
            <c:dLbl>
              <c:idx val="8"/>
              <c:layout>
                <c:manualLayout>
                  <c:x val="4.1368112170502937E-2"/>
                  <c:y val="9.6593206865599676E-2"/>
                </c:manualLayout>
              </c:layout>
              <c:tx>
                <c:rich>
                  <a:bodyPr/>
                  <a:lstStyle/>
                  <a:p>
                    <a:r>
                      <a:rPr lang="en-US" sz="800"/>
                      <a:t>XXX</a:t>
                    </a:r>
                  </a:p>
                </c:rich>
              </c:tx>
              <c:dLblPos val="bestFi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31C9-4CFC-8E7E-8C0C3F46A714}"/>
                </c:ext>
              </c:extLst>
            </c:dLbl>
            <c:spPr>
              <a:noFill/>
              <a:ln>
                <a:noFill/>
              </a:ln>
              <a:effectLst/>
            </c:spPr>
            <c:txPr>
              <a:bodyPr rot="0" spcFirstLastPara="1" vertOverflow="ellipsis" vert="horz" wrap="square" anchor="ctr" anchorCtr="1"/>
              <a:lstStyle/>
              <a:p>
                <a:pPr>
                  <a:defRPr sz="900" b="1" i="0" u="none" strike="noStrike" kern="1200" baseline="0">
                    <a:solidFill>
                      <a:schemeClr val="tx1">
                        <a:lumMod val="75000"/>
                        <a:lumOff val="25000"/>
                      </a:schemeClr>
                    </a:solidFill>
                    <a:latin typeface="Arial "/>
                    <a:ea typeface="+mn-ea"/>
                    <a:cs typeface="+mn-cs"/>
                  </a:defRPr>
                </a:pPr>
                <a:endParaRPr lang="en-US"/>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numRef>
              <c:f>Sheet1!$A$2:$A$10</c:f>
              <c:numCache>
                <c:formatCode>General</c:formatCode>
                <c:ptCount val="9"/>
                <c:pt idx="0">
                  <c:v>1</c:v>
                </c:pt>
                <c:pt idx="1">
                  <c:v>2</c:v>
                </c:pt>
                <c:pt idx="2">
                  <c:v>3</c:v>
                </c:pt>
                <c:pt idx="3">
                  <c:v>4</c:v>
                </c:pt>
                <c:pt idx="4">
                  <c:v>5</c:v>
                </c:pt>
                <c:pt idx="5">
                  <c:v>6</c:v>
                </c:pt>
                <c:pt idx="6">
                  <c:v>7</c:v>
                </c:pt>
                <c:pt idx="7">
                  <c:v>8</c:v>
                </c:pt>
              </c:numCache>
            </c:numRef>
          </c:cat>
          <c:val>
            <c:numRef>
              <c:f>Sheet1!$B$2:$B$10</c:f>
              <c:numCache>
                <c:formatCode>General</c:formatCode>
                <c:ptCount val="9"/>
                <c:pt idx="0">
                  <c:v>1</c:v>
                </c:pt>
                <c:pt idx="1">
                  <c:v>1</c:v>
                </c:pt>
                <c:pt idx="2">
                  <c:v>1</c:v>
                </c:pt>
                <c:pt idx="3">
                  <c:v>1</c:v>
                </c:pt>
                <c:pt idx="4">
                  <c:v>1</c:v>
                </c:pt>
                <c:pt idx="5">
                  <c:v>1</c:v>
                </c:pt>
                <c:pt idx="6">
                  <c:v>1</c:v>
                </c:pt>
                <c:pt idx="7">
                  <c:v>1</c:v>
                </c:pt>
              </c:numCache>
            </c:numRef>
          </c:val>
          <c:extLst>
            <c:ext xmlns:c16="http://schemas.microsoft.com/office/drawing/2014/chart" uri="{C3380CC4-5D6E-409C-BE32-E72D297353CC}">
              <c16:uniqueId val="{00000012-31C9-4CFC-8E7E-8C0C3F46A714}"/>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latin typeface="Arial "/>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3.3300890590245769E-2"/>
          <c:w val="0.98145292501445447"/>
          <c:h val="0.8803437262147138"/>
        </c:manualLayout>
      </c:layout>
      <c:barChart>
        <c:barDir val="col"/>
        <c:grouping val="percentStacked"/>
        <c:varyColors val="0"/>
        <c:ser>
          <c:idx val="0"/>
          <c:order val="0"/>
          <c:tx>
            <c:strRef>
              <c:f>Sheet1!$B$1</c:f>
              <c:strCache>
                <c:ptCount val="1"/>
                <c:pt idx="0">
                  <c:v>Local</c:v>
                </c:pt>
              </c:strCache>
            </c:strRef>
          </c:tx>
          <c:spPr>
            <a:solidFill>
              <a:schemeClr val="bg1">
                <a:lumMod val="25000"/>
                <a:lumOff val="75000"/>
              </a:schemeClr>
            </a:solidFill>
            <a:ln>
              <a:solidFill>
                <a:schemeClr val="bg1">
                  <a:lumMod val="50000"/>
                  <a:lumOff val="50000"/>
                </a:schemeClr>
              </a:solidFill>
            </a:ln>
            <a:effectLst/>
          </c:spPr>
          <c:invertIfNegative val="0"/>
          <c:cat>
            <c:strRef>
              <c:f>Sheet1!$A$2:$A$5</c:f>
              <c:strCache>
                <c:ptCount val="4"/>
                <c:pt idx="0">
                  <c:v>Gen Accting</c:v>
                </c:pt>
                <c:pt idx="1">
                  <c:v>Fixed Asset Acct</c:v>
                </c:pt>
                <c:pt idx="2">
                  <c:v>Fin Reporting</c:v>
                </c:pt>
                <c:pt idx="3">
                  <c:v>Policies</c:v>
                </c:pt>
              </c:strCache>
            </c:strRef>
          </c:cat>
          <c:val>
            <c:numRef>
              <c:f>Sheet1!$B$2:$B$5</c:f>
              <c:numCache>
                <c:formatCode>General</c:formatCode>
                <c:ptCount val="4"/>
                <c:pt idx="0">
                  <c:v>0</c:v>
                </c:pt>
                <c:pt idx="1">
                  <c:v>38</c:v>
                </c:pt>
                <c:pt idx="2">
                  <c:v>0</c:v>
                </c:pt>
                <c:pt idx="3">
                  <c:v>0</c:v>
                </c:pt>
              </c:numCache>
            </c:numRef>
          </c:val>
          <c:extLst>
            <c:ext xmlns:c16="http://schemas.microsoft.com/office/drawing/2014/chart" uri="{C3380CC4-5D6E-409C-BE32-E72D297353CC}">
              <c16:uniqueId val="{00000000-CC83-4D41-A566-A5B1705F1253}"/>
            </c:ext>
          </c:extLst>
        </c:ser>
        <c:ser>
          <c:idx val="1"/>
          <c:order val="1"/>
          <c:tx>
            <c:strRef>
              <c:f>Sheet1!$C$1</c:f>
              <c:strCache>
                <c:ptCount val="1"/>
                <c:pt idx="0">
                  <c:v>Corporate</c:v>
                </c:pt>
              </c:strCache>
            </c:strRef>
          </c:tx>
          <c:spPr>
            <a:solidFill>
              <a:schemeClr val="bg1">
                <a:lumMod val="10000"/>
                <a:lumOff val="90000"/>
              </a:schemeClr>
            </a:solidFill>
            <a:ln>
              <a:solidFill>
                <a:schemeClr val="bg1">
                  <a:lumMod val="50000"/>
                  <a:lumOff val="50000"/>
                </a:schemeClr>
              </a:solidFill>
            </a:ln>
            <a:effectLst/>
          </c:spPr>
          <c:invertIfNegative val="0"/>
          <c:cat>
            <c:strRef>
              <c:f>Sheet1!$A$2:$A$5</c:f>
              <c:strCache>
                <c:ptCount val="4"/>
                <c:pt idx="0">
                  <c:v>Gen Accting</c:v>
                </c:pt>
                <c:pt idx="1">
                  <c:v>Fixed Asset Acct</c:v>
                </c:pt>
                <c:pt idx="2">
                  <c:v>Fin Reporting</c:v>
                </c:pt>
                <c:pt idx="3">
                  <c:v>Policies</c:v>
                </c:pt>
              </c:strCache>
            </c:strRef>
          </c:cat>
          <c:val>
            <c:numRef>
              <c:f>Sheet1!$C$2:$C$5</c:f>
              <c:numCache>
                <c:formatCode>General</c:formatCode>
                <c:ptCount val="4"/>
                <c:pt idx="0">
                  <c:v>27</c:v>
                </c:pt>
                <c:pt idx="1">
                  <c:v>8</c:v>
                </c:pt>
                <c:pt idx="2">
                  <c:v>46</c:v>
                </c:pt>
                <c:pt idx="3">
                  <c:v>100</c:v>
                </c:pt>
              </c:numCache>
            </c:numRef>
          </c:val>
          <c:extLst>
            <c:ext xmlns:c16="http://schemas.microsoft.com/office/drawing/2014/chart" uri="{C3380CC4-5D6E-409C-BE32-E72D297353CC}">
              <c16:uniqueId val="{00000001-CC83-4D41-A566-A5B1705F1253}"/>
            </c:ext>
          </c:extLst>
        </c:ser>
        <c:ser>
          <c:idx val="2"/>
          <c:order val="2"/>
          <c:tx>
            <c:strRef>
              <c:f>Sheet1!$D$1</c:f>
              <c:strCache>
                <c:ptCount val="1"/>
                <c:pt idx="0">
                  <c:v>GBS</c:v>
                </c:pt>
              </c:strCache>
            </c:strRef>
          </c:tx>
          <c:spPr>
            <a:solidFill>
              <a:schemeClr val="tx2">
                <a:lumMod val="60000"/>
                <a:lumOff val="40000"/>
              </a:schemeClr>
            </a:solidFill>
            <a:ln>
              <a:solidFill>
                <a:schemeClr val="bg1">
                  <a:lumMod val="50000"/>
                  <a:lumOff val="50000"/>
                </a:schemeClr>
              </a:solidFill>
            </a:ln>
            <a:effectLst/>
          </c:spPr>
          <c:invertIfNegative val="0"/>
          <c:cat>
            <c:strRef>
              <c:f>Sheet1!$A$2:$A$5</c:f>
              <c:strCache>
                <c:ptCount val="4"/>
                <c:pt idx="0">
                  <c:v>Gen Accting</c:v>
                </c:pt>
                <c:pt idx="1">
                  <c:v>Fixed Asset Acct</c:v>
                </c:pt>
                <c:pt idx="2">
                  <c:v>Fin Reporting</c:v>
                </c:pt>
                <c:pt idx="3">
                  <c:v>Policies</c:v>
                </c:pt>
              </c:strCache>
            </c:strRef>
          </c:cat>
          <c:val>
            <c:numRef>
              <c:f>Sheet1!$D$2:$D$5</c:f>
              <c:numCache>
                <c:formatCode>General</c:formatCode>
                <c:ptCount val="4"/>
                <c:pt idx="0">
                  <c:v>73</c:v>
                </c:pt>
                <c:pt idx="1">
                  <c:v>54</c:v>
                </c:pt>
                <c:pt idx="2">
                  <c:v>54</c:v>
                </c:pt>
                <c:pt idx="3">
                  <c:v>0</c:v>
                </c:pt>
              </c:numCache>
            </c:numRef>
          </c:val>
          <c:extLst>
            <c:ext xmlns:c16="http://schemas.microsoft.com/office/drawing/2014/chart" uri="{C3380CC4-5D6E-409C-BE32-E72D297353CC}">
              <c16:uniqueId val="{00000002-CC83-4D41-A566-A5B1705F1253}"/>
            </c:ext>
          </c:extLst>
        </c:ser>
        <c:ser>
          <c:idx val="3"/>
          <c:order val="3"/>
          <c:tx>
            <c:strRef>
              <c:f>Sheet1!$E$1</c:f>
              <c:strCache>
                <c:ptCount val="1"/>
                <c:pt idx="0">
                  <c:v>CoE</c:v>
                </c:pt>
              </c:strCache>
            </c:strRef>
          </c:tx>
          <c:spPr>
            <a:solidFill>
              <a:schemeClr val="tx2">
                <a:lumMod val="20000"/>
                <a:lumOff val="80000"/>
              </a:schemeClr>
            </a:solidFill>
            <a:ln>
              <a:solidFill>
                <a:schemeClr val="bg1">
                  <a:lumMod val="50000"/>
                  <a:lumOff val="50000"/>
                </a:schemeClr>
              </a:solidFill>
            </a:ln>
            <a:effectLst/>
          </c:spPr>
          <c:invertIfNegative val="0"/>
          <c:cat>
            <c:strRef>
              <c:f>Sheet1!$A$2:$A$5</c:f>
              <c:strCache>
                <c:ptCount val="4"/>
                <c:pt idx="0">
                  <c:v>Gen Accting</c:v>
                </c:pt>
                <c:pt idx="1">
                  <c:v>Fixed Asset Acct</c:v>
                </c:pt>
                <c:pt idx="2">
                  <c:v>Fin Reporting</c:v>
                </c:pt>
                <c:pt idx="3">
                  <c:v>Policies</c:v>
                </c:pt>
              </c:strCache>
            </c:strRef>
          </c:cat>
          <c:val>
            <c:numRef>
              <c:f>Sheet1!$E$2:$E$5</c:f>
              <c:numCache>
                <c:formatCode>General</c:formatCode>
                <c:ptCount val="4"/>
                <c:pt idx="0">
                  <c:v>0</c:v>
                </c:pt>
                <c:pt idx="1">
                  <c:v>0</c:v>
                </c:pt>
                <c:pt idx="2">
                  <c:v>0</c:v>
                </c:pt>
                <c:pt idx="3">
                  <c:v>0</c:v>
                </c:pt>
              </c:numCache>
            </c:numRef>
          </c:val>
          <c:extLst>
            <c:ext xmlns:c16="http://schemas.microsoft.com/office/drawing/2014/chart" uri="{C3380CC4-5D6E-409C-BE32-E72D297353CC}">
              <c16:uniqueId val="{00000003-CC83-4D41-A566-A5B1705F1253}"/>
            </c:ext>
          </c:extLst>
        </c:ser>
        <c:dLbls>
          <c:showLegendKey val="0"/>
          <c:showVal val="0"/>
          <c:showCatName val="0"/>
          <c:showSerName val="0"/>
          <c:showPercent val="0"/>
          <c:showBubbleSize val="0"/>
        </c:dLbls>
        <c:gapWidth val="10"/>
        <c:overlap val="100"/>
        <c:axId val="760538448"/>
        <c:axId val="760539888"/>
      </c:barChart>
      <c:catAx>
        <c:axId val="7605384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60539888"/>
        <c:crosses val="autoZero"/>
        <c:auto val="1"/>
        <c:lblAlgn val="ctr"/>
        <c:lblOffset val="100"/>
        <c:noMultiLvlLbl val="0"/>
      </c:catAx>
      <c:valAx>
        <c:axId val="760539888"/>
        <c:scaling>
          <c:orientation val="minMax"/>
        </c:scaling>
        <c:delete val="1"/>
        <c:axPos val="l"/>
        <c:numFmt formatCode="0%" sourceLinked="1"/>
        <c:majorTickMark val="none"/>
        <c:minorTickMark val="none"/>
        <c:tickLblPos val="nextTo"/>
        <c:crossAx val="76053844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3.3300890590245769E-2"/>
          <c:w val="0.98145292501445447"/>
          <c:h val="0.8803437262147138"/>
        </c:manualLayout>
      </c:layout>
      <c:barChart>
        <c:barDir val="col"/>
        <c:grouping val="percentStacked"/>
        <c:varyColors val="0"/>
        <c:ser>
          <c:idx val="0"/>
          <c:order val="0"/>
          <c:tx>
            <c:strRef>
              <c:f>Sheet1!$B$1</c:f>
              <c:strCache>
                <c:ptCount val="1"/>
                <c:pt idx="0">
                  <c:v>Local</c:v>
                </c:pt>
              </c:strCache>
            </c:strRef>
          </c:tx>
          <c:spPr>
            <a:solidFill>
              <a:schemeClr val="bg1">
                <a:lumMod val="25000"/>
                <a:lumOff val="75000"/>
              </a:schemeClr>
            </a:solidFill>
            <a:ln>
              <a:solidFill>
                <a:schemeClr val="bg1">
                  <a:lumMod val="50000"/>
                  <a:lumOff val="50000"/>
                </a:schemeClr>
              </a:solidFill>
            </a:ln>
            <a:effectLst/>
          </c:spPr>
          <c:invertIfNegative val="0"/>
          <c:cat>
            <c:strRef>
              <c:f>Sheet1!$A$2:$A$3</c:f>
              <c:strCache>
                <c:ptCount val="2"/>
                <c:pt idx="0">
                  <c:v>Capital project</c:v>
                </c:pt>
                <c:pt idx="1">
                  <c:v>Capital planning</c:v>
                </c:pt>
              </c:strCache>
            </c:strRef>
          </c:cat>
          <c:val>
            <c:numRef>
              <c:f>Sheet1!$B$2:$B$3</c:f>
              <c:numCache>
                <c:formatCode>General</c:formatCode>
                <c:ptCount val="2"/>
                <c:pt idx="0">
                  <c:v>0</c:v>
                </c:pt>
                <c:pt idx="1">
                  <c:v>20</c:v>
                </c:pt>
              </c:numCache>
            </c:numRef>
          </c:val>
          <c:extLst>
            <c:ext xmlns:c16="http://schemas.microsoft.com/office/drawing/2014/chart" uri="{C3380CC4-5D6E-409C-BE32-E72D297353CC}">
              <c16:uniqueId val="{00000000-62DB-40D8-9CF8-28471F3AC76C}"/>
            </c:ext>
          </c:extLst>
        </c:ser>
        <c:ser>
          <c:idx val="1"/>
          <c:order val="1"/>
          <c:tx>
            <c:strRef>
              <c:f>Sheet1!$C$1</c:f>
              <c:strCache>
                <c:ptCount val="1"/>
                <c:pt idx="0">
                  <c:v>Corporate</c:v>
                </c:pt>
              </c:strCache>
            </c:strRef>
          </c:tx>
          <c:spPr>
            <a:solidFill>
              <a:schemeClr val="bg1">
                <a:lumMod val="10000"/>
                <a:lumOff val="90000"/>
              </a:schemeClr>
            </a:solidFill>
            <a:ln>
              <a:solidFill>
                <a:schemeClr val="bg1">
                  <a:lumMod val="50000"/>
                  <a:lumOff val="50000"/>
                </a:schemeClr>
              </a:solidFill>
            </a:ln>
            <a:effectLst/>
          </c:spPr>
          <c:invertIfNegative val="0"/>
          <c:cat>
            <c:strRef>
              <c:f>Sheet1!$A$2:$A$3</c:f>
              <c:strCache>
                <c:ptCount val="2"/>
                <c:pt idx="0">
                  <c:v>Capital project</c:v>
                </c:pt>
                <c:pt idx="1">
                  <c:v>Capital planning</c:v>
                </c:pt>
              </c:strCache>
            </c:strRef>
          </c:cat>
          <c:val>
            <c:numRef>
              <c:f>Sheet1!$C$2:$C$3</c:f>
              <c:numCache>
                <c:formatCode>General</c:formatCode>
                <c:ptCount val="2"/>
                <c:pt idx="0">
                  <c:v>0</c:v>
                </c:pt>
                <c:pt idx="1">
                  <c:v>80</c:v>
                </c:pt>
              </c:numCache>
            </c:numRef>
          </c:val>
          <c:extLst>
            <c:ext xmlns:c16="http://schemas.microsoft.com/office/drawing/2014/chart" uri="{C3380CC4-5D6E-409C-BE32-E72D297353CC}">
              <c16:uniqueId val="{00000001-62DB-40D8-9CF8-28471F3AC76C}"/>
            </c:ext>
          </c:extLst>
        </c:ser>
        <c:ser>
          <c:idx val="2"/>
          <c:order val="2"/>
          <c:tx>
            <c:strRef>
              <c:f>Sheet1!$D$1</c:f>
              <c:strCache>
                <c:ptCount val="1"/>
                <c:pt idx="0">
                  <c:v>GBS</c:v>
                </c:pt>
              </c:strCache>
            </c:strRef>
          </c:tx>
          <c:spPr>
            <a:solidFill>
              <a:schemeClr val="tx2">
                <a:lumMod val="60000"/>
                <a:lumOff val="40000"/>
              </a:schemeClr>
            </a:solidFill>
            <a:ln>
              <a:solidFill>
                <a:schemeClr val="bg1">
                  <a:lumMod val="50000"/>
                  <a:lumOff val="50000"/>
                </a:schemeClr>
              </a:solidFill>
            </a:ln>
            <a:effectLst/>
          </c:spPr>
          <c:invertIfNegative val="0"/>
          <c:cat>
            <c:strRef>
              <c:f>Sheet1!$A$2:$A$3</c:f>
              <c:strCache>
                <c:ptCount val="2"/>
                <c:pt idx="0">
                  <c:v>Capital project</c:v>
                </c:pt>
                <c:pt idx="1">
                  <c:v>Capital planning</c:v>
                </c:pt>
              </c:strCache>
            </c:strRef>
          </c:cat>
          <c:val>
            <c:numRef>
              <c:f>Sheet1!$D$2:$D$3</c:f>
              <c:numCache>
                <c:formatCode>General</c:formatCode>
                <c:ptCount val="2"/>
                <c:pt idx="0">
                  <c:v>100</c:v>
                </c:pt>
                <c:pt idx="1">
                  <c:v>0</c:v>
                </c:pt>
              </c:numCache>
            </c:numRef>
          </c:val>
          <c:extLst>
            <c:ext xmlns:c16="http://schemas.microsoft.com/office/drawing/2014/chart" uri="{C3380CC4-5D6E-409C-BE32-E72D297353CC}">
              <c16:uniqueId val="{00000002-62DB-40D8-9CF8-28471F3AC76C}"/>
            </c:ext>
          </c:extLst>
        </c:ser>
        <c:ser>
          <c:idx val="3"/>
          <c:order val="3"/>
          <c:tx>
            <c:strRef>
              <c:f>Sheet1!$E$1</c:f>
              <c:strCache>
                <c:ptCount val="1"/>
                <c:pt idx="0">
                  <c:v>CoE</c:v>
                </c:pt>
              </c:strCache>
            </c:strRef>
          </c:tx>
          <c:spPr>
            <a:solidFill>
              <a:schemeClr val="tx2">
                <a:lumMod val="20000"/>
                <a:lumOff val="80000"/>
              </a:schemeClr>
            </a:solidFill>
            <a:ln>
              <a:solidFill>
                <a:schemeClr val="bg1">
                  <a:lumMod val="50000"/>
                  <a:lumOff val="50000"/>
                </a:schemeClr>
              </a:solidFill>
            </a:ln>
            <a:effectLst/>
          </c:spPr>
          <c:invertIfNegative val="0"/>
          <c:cat>
            <c:strRef>
              <c:f>Sheet1!$A$2:$A$3</c:f>
              <c:strCache>
                <c:ptCount val="2"/>
                <c:pt idx="0">
                  <c:v>Capital project</c:v>
                </c:pt>
                <c:pt idx="1">
                  <c:v>Capital planning</c:v>
                </c:pt>
              </c:strCache>
            </c:strRef>
          </c:cat>
          <c:val>
            <c:numRef>
              <c:f>Sheet1!$E$2:$E$3</c:f>
              <c:numCache>
                <c:formatCode>General</c:formatCode>
                <c:ptCount val="2"/>
                <c:pt idx="0">
                  <c:v>0</c:v>
                </c:pt>
                <c:pt idx="1">
                  <c:v>0</c:v>
                </c:pt>
              </c:numCache>
            </c:numRef>
          </c:val>
          <c:extLst>
            <c:ext xmlns:c16="http://schemas.microsoft.com/office/drawing/2014/chart" uri="{C3380CC4-5D6E-409C-BE32-E72D297353CC}">
              <c16:uniqueId val="{00000003-62DB-40D8-9CF8-28471F3AC76C}"/>
            </c:ext>
          </c:extLst>
        </c:ser>
        <c:dLbls>
          <c:showLegendKey val="0"/>
          <c:showVal val="0"/>
          <c:showCatName val="0"/>
          <c:showSerName val="0"/>
          <c:showPercent val="0"/>
          <c:showBubbleSize val="0"/>
        </c:dLbls>
        <c:gapWidth val="10"/>
        <c:overlap val="100"/>
        <c:axId val="760538448"/>
        <c:axId val="760539888"/>
      </c:barChart>
      <c:catAx>
        <c:axId val="7605384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60539888"/>
        <c:crosses val="autoZero"/>
        <c:auto val="1"/>
        <c:lblAlgn val="ctr"/>
        <c:lblOffset val="100"/>
        <c:noMultiLvlLbl val="0"/>
      </c:catAx>
      <c:valAx>
        <c:axId val="760539888"/>
        <c:scaling>
          <c:orientation val="minMax"/>
        </c:scaling>
        <c:delete val="1"/>
        <c:axPos val="l"/>
        <c:numFmt formatCode="0%" sourceLinked="1"/>
        <c:majorTickMark val="none"/>
        <c:minorTickMark val="none"/>
        <c:tickLblPos val="nextTo"/>
        <c:crossAx val="76053844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20">
  <a:schemeClr val="dk1"/>
  <cs:variation>
    <a:tint val="88500"/>
  </cs:variation>
  <cs:variation>
    <a:tint val="55000"/>
  </cs:variation>
  <cs:variation>
    <a:tint val="75000"/>
  </cs:variation>
  <cs:variation>
    <a:tint val="98500"/>
  </cs:variation>
  <cs:variation>
    <a:tint val="30000"/>
  </cs:variation>
  <cs:variation>
    <a:tint val="60000"/>
  </cs:variation>
  <cs:variation>
    <a:tint val="8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omments/modernComment_7FFFEE8E_327FDDBB.xml><?xml version="1.0" encoding="utf-8"?>
<p188:cmLst xmlns:a="http://schemas.openxmlformats.org/drawingml/2006/main" xmlns:r="http://schemas.openxmlformats.org/officeDocument/2006/relationships" xmlns:p188="http://schemas.microsoft.com/office/powerpoint/2018/8/main">
  <p188:cm id="{FC7D2093-AFF4-47C6-81D7-D28FBB3E4716}" authorId="{F12AF438-8C6B-960B-7B05-D5E5008112C1}" created="2025-08-22T09:01:46.190">
    <pc:sldMkLst xmlns:pc="http://schemas.microsoft.com/office/powerpoint/2013/main/command">
      <pc:docMk/>
      <pc:sldMk cId="1968228704" sldId="2147479109"/>
    </pc:sldMkLst>
    <p188:txBody>
      <a:bodyPr/>
      <a:lstStyle/>
      <a:p>
        <a:r>
          <a:rPr lang="en-IN"/>
          <a:t>[@Baldev Chopra] to find governance cadence for RTR, interaction on monthly / annual close, etc.</a:t>
        </a:r>
      </a:p>
    </p188:txBody>
  </p188:cm>
</p188:cmLst>
</file>

<file path=ppt/comments/modernComment_7FFFEE30_B611A196.xml><?xml version="1.0" encoding="utf-8"?>
<p188:cmLst xmlns:a="http://schemas.openxmlformats.org/drawingml/2006/main" xmlns:r="http://schemas.openxmlformats.org/officeDocument/2006/relationships" xmlns:p188="http://schemas.microsoft.com/office/powerpoint/2018/8/main">
  <p188:cm id="{5AC6917A-8DDB-43E6-B115-C30144FAE8E3}" authorId="{F12AF438-8C6B-960B-7B05-D5E5008112C1}" created="2025-08-22T09:02:31.793">
    <pc:sldMkLst xmlns:pc="http://schemas.microsoft.com/office/powerpoint/2013/main/command">
      <pc:docMk/>
      <pc:sldMk cId="3054608790" sldId="2147479088"/>
    </pc:sldMkLst>
    <p188:txBody>
      <a:bodyPr/>
      <a:lstStyle/>
      <a:p>
        <a:r>
          <a:rPr lang="en-IN"/>
          <a:t>[@Baldev Chopra] to find list of GDS project RTR</a:t>
        </a:r>
      </a:p>
    </p188:txBody>
  </p188:cm>
</p188:cmLst>
</file>

<file path=ppt/comments/modernComment_7FFFEE45_7550C960.xml><?xml version="1.0" encoding="utf-8"?>
<p188:cmLst xmlns:a="http://schemas.openxmlformats.org/drawingml/2006/main" xmlns:r="http://schemas.openxmlformats.org/officeDocument/2006/relationships" xmlns:p188="http://schemas.microsoft.com/office/powerpoint/2018/8/main">
  <p188:cm id="{9243672A-933A-4EA8-BEBF-84EA2D0822F2}" authorId="{F12AF438-8C6B-960B-7B05-D5E5008112C1}" created="2025-08-22T09:01:46.190">
    <pc:sldMkLst xmlns:pc="http://schemas.microsoft.com/office/powerpoint/2013/main/command">
      <pc:docMk/>
      <pc:sldMk cId="1968228704" sldId="2147479109"/>
    </pc:sldMkLst>
    <p188:txBody>
      <a:bodyPr/>
      <a:lstStyle/>
      <a:p>
        <a:r>
          <a:rPr lang="en-IN"/>
          <a:t>[@Baldev Chopra] to find governance cadence for RTR, interaction on monthly / annual close, etc.</a:t>
        </a:r>
      </a:p>
    </p188:txBody>
  </p188:cm>
</p188:cmLst>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42AD77E-291A-4F78-AAF8-D921562820EE}" type="datetimeFigureOut">
              <a:rPr lang="en-IN" smtClean="0"/>
              <a:t>19-09-2025</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F5D1626-3820-4118-81B8-7D113FA8A8A3}" type="slidenum">
              <a:rPr lang="en-IN" smtClean="0"/>
              <a:t>‹#›</a:t>
            </a:fld>
            <a:endParaRPr lang="en-IN"/>
          </a:p>
        </p:txBody>
      </p:sp>
    </p:spTree>
    <p:extLst>
      <p:ext uri="{BB962C8B-B14F-4D97-AF65-F5344CB8AC3E}">
        <p14:creationId xmlns:p14="http://schemas.microsoft.com/office/powerpoint/2010/main" val="297096042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928D36F-A066-414F-ADAA-82E37A6ECC3B}" type="slidenum">
              <a:rPr kumimoji="0" lang="en-I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I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50112639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928D36F-A066-414F-ADAA-82E37A6ECC3B}" type="slidenum">
              <a:rPr kumimoji="0" lang="en-I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I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28668234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928D36F-A066-414F-ADAA-82E37A6ECC3B}" type="slidenum">
              <a:rPr kumimoji="0" lang="en-I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I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1085315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928D36F-A066-414F-ADAA-82E37A6ECC3B}" type="slidenum">
              <a:rPr kumimoji="0" lang="en-I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I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0185970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9AF2EB-C8B1-4D95-8878-B7979874AEDC}"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sym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sym typeface="Arial" panose="020B0604020202020204" pitchFamily="34" charset="0"/>
            </a:endParaRPr>
          </a:p>
        </p:txBody>
      </p:sp>
    </p:spTree>
    <p:extLst>
      <p:ext uri="{BB962C8B-B14F-4D97-AF65-F5344CB8AC3E}">
        <p14:creationId xmlns:p14="http://schemas.microsoft.com/office/powerpoint/2010/main" val="389462583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9AF2EB-C8B1-4D95-8878-B7979874AEDC}"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sym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sym typeface="Arial" panose="020B0604020202020204" pitchFamily="34" charset="0"/>
            </a:endParaRPr>
          </a:p>
        </p:txBody>
      </p:sp>
    </p:spTree>
    <p:extLst>
      <p:ext uri="{BB962C8B-B14F-4D97-AF65-F5344CB8AC3E}">
        <p14:creationId xmlns:p14="http://schemas.microsoft.com/office/powerpoint/2010/main" val="5268634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9AF2EB-C8B1-4D95-8878-B7979874AEDC}"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sym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sym typeface="Arial" panose="020B0604020202020204" pitchFamily="34" charset="0"/>
            </a:endParaRPr>
          </a:p>
        </p:txBody>
      </p:sp>
    </p:spTree>
    <p:extLst>
      <p:ext uri="{BB962C8B-B14F-4D97-AF65-F5344CB8AC3E}">
        <p14:creationId xmlns:p14="http://schemas.microsoft.com/office/powerpoint/2010/main" val="5084028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US" sz="1200" b="0" i="0" u="none" strike="noStrike" kern="1200" cap="none" spc="0" normalizeH="0" baseline="0" noProof="0" smtClean="0">
                <a:ln>
                  <a:noFill/>
                </a:ln>
                <a:solidFill>
                  <a:prstClr val="black"/>
                </a:solidFill>
                <a:effectLst/>
                <a:uLnTx/>
                <a:uFillTx/>
                <a:latin typeface="EYInterstate Light" panose="02000506000000020004" pitchFamily="2" charset="0"/>
                <a:ea typeface="+mn-ea"/>
                <a:cs typeface="+mn-cs"/>
                <a:sym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EYInterstate Light" panose="02000506000000020004" pitchFamily="2" charset="0"/>
              <a:ea typeface="+mn-ea"/>
              <a:cs typeface="+mn-cs"/>
              <a:sym typeface="Arial" panose="020B0604020202020204" pitchFamily="34" charset="0"/>
            </a:endParaRPr>
          </a:p>
        </p:txBody>
      </p:sp>
    </p:spTree>
    <p:extLst>
      <p:ext uri="{BB962C8B-B14F-4D97-AF65-F5344CB8AC3E}">
        <p14:creationId xmlns:p14="http://schemas.microsoft.com/office/powerpoint/2010/main" val="174161692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0F5D1626-3820-4118-81B8-7D113FA8A8A3}" type="slidenum">
              <a:rPr lang="en-IN" smtClean="0"/>
              <a:t>142</a:t>
            </a:fld>
            <a:endParaRPr lang="en-IN"/>
          </a:p>
        </p:txBody>
      </p:sp>
    </p:spTree>
    <p:extLst>
      <p:ext uri="{BB962C8B-B14F-4D97-AF65-F5344CB8AC3E}">
        <p14:creationId xmlns:p14="http://schemas.microsoft.com/office/powerpoint/2010/main" val="59042660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2.xml"/><Relationship Id="rId1" Type="http://schemas.openxmlformats.org/officeDocument/2006/relationships/tags" Target="../tags/tag2.xml"/><Relationship Id="rId5" Type="http://schemas.openxmlformats.org/officeDocument/2006/relationships/image" Target="../media/image3.jpeg"/><Relationship Id="rId4" Type="http://schemas.openxmlformats.org/officeDocument/2006/relationships/image" Target="../media/image2.emf"/></Relationships>
</file>

<file path=ppt/slideLayouts/_rels/slideLayout17.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2.xml"/><Relationship Id="rId1" Type="http://schemas.openxmlformats.org/officeDocument/2006/relationships/tags" Target="../tags/tag3.xml"/><Relationship Id="rId4" Type="http://schemas.openxmlformats.org/officeDocument/2006/relationships/image" Target="../media/image2.emf"/></Relationships>
</file>

<file path=ppt/slideLayouts/_rels/slideLayout18.xml.rels><?xml version="1.0" encoding="UTF-8" standalone="yes"?>
<Relationships xmlns="http://schemas.openxmlformats.org/package/2006/relationships"><Relationship Id="rId3" Type="http://schemas.openxmlformats.org/officeDocument/2006/relationships/oleObject" Target="../embeddings/oleObject4.bin"/><Relationship Id="rId7" Type="http://schemas.openxmlformats.org/officeDocument/2006/relationships/image" Target="../media/image6.svg"/><Relationship Id="rId2" Type="http://schemas.openxmlformats.org/officeDocument/2006/relationships/slideMaster" Target="../slideMasters/slideMaster2.xml"/><Relationship Id="rId1" Type="http://schemas.openxmlformats.org/officeDocument/2006/relationships/tags" Target="../tags/tag4.xml"/><Relationship Id="rId6" Type="http://schemas.openxmlformats.org/officeDocument/2006/relationships/image" Target="../media/image5.png"/><Relationship Id="rId5" Type="http://schemas.openxmlformats.org/officeDocument/2006/relationships/image" Target="../media/image4.jpeg"/><Relationship Id="rId4" Type="http://schemas.openxmlformats.org/officeDocument/2006/relationships/image" Target="../media/image2.emf"/></Relationships>
</file>

<file path=ppt/slideLayouts/_rels/slideLayout19.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2.xml"/><Relationship Id="rId1" Type="http://schemas.openxmlformats.org/officeDocument/2006/relationships/tags" Target="../tags/tag5.xml"/><Relationship Id="rId4" Type="http://schemas.openxmlformats.org/officeDocument/2006/relationships/image" Target="../media/image2.emf"/></Relationships>
</file>

<file path=ppt/slideLayouts/_rels/slideLayout20.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Master" Target="../slideMasters/slideMaster2.xml"/><Relationship Id="rId1" Type="http://schemas.openxmlformats.org/officeDocument/2006/relationships/tags" Target="../tags/tag6.xml"/><Relationship Id="rId4" Type="http://schemas.openxmlformats.org/officeDocument/2006/relationships/image" Target="../media/image2.emf"/></Relationships>
</file>

<file path=ppt/slideLayouts/_rels/slideLayout21.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Master" Target="../slideMasters/slideMaster2.xml"/><Relationship Id="rId1" Type="http://schemas.openxmlformats.org/officeDocument/2006/relationships/tags" Target="../tags/tag7.xml"/><Relationship Id="rId4" Type="http://schemas.openxmlformats.org/officeDocument/2006/relationships/image" Target="../media/image2.emf"/></Relationships>
</file>

<file path=ppt/slideLayouts/_rels/slideLayout22.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Master" Target="../slideMasters/slideMaster2.xml"/><Relationship Id="rId1" Type="http://schemas.openxmlformats.org/officeDocument/2006/relationships/tags" Target="../tags/tag8.xml"/><Relationship Id="rId4" Type="http://schemas.openxmlformats.org/officeDocument/2006/relationships/image" Target="../media/image2.emf"/></Relationships>
</file>

<file path=ppt/slideLayouts/_rels/slideLayout23.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Master" Target="../slideMasters/slideMaster2.xml"/><Relationship Id="rId1" Type="http://schemas.openxmlformats.org/officeDocument/2006/relationships/tags" Target="../tags/tag9.xml"/><Relationship Id="rId4" Type="http://schemas.openxmlformats.org/officeDocument/2006/relationships/image" Target="../media/image2.emf"/></Relationships>
</file>

<file path=ppt/slideLayouts/_rels/slideLayout24.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Master" Target="../slideMasters/slideMaster2.xml"/><Relationship Id="rId1" Type="http://schemas.openxmlformats.org/officeDocument/2006/relationships/tags" Target="../tags/tag10.xml"/><Relationship Id="rId4" Type="http://schemas.openxmlformats.org/officeDocument/2006/relationships/image" Target="../media/image2.emf"/></Relationships>
</file>

<file path=ppt/slideLayouts/_rels/slideLayout25.xml.rels><?xml version="1.0" encoding="UTF-8" standalone="yes"?>
<Relationships xmlns="http://schemas.openxmlformats.org/package/2006/relationships"><Relationship Id="rId3" Type="http://schemas.openxmlformats.org/officeDocument/2006/relationships/oleObject" Target="../embeddings/oleObject11.bin"/><Relationship Id="rId2" Type="http://schemas.openxmlformats.org/officeDocument/2006/relationships/slideMaster" Target="../slideMasters/slideMaster2.xml"/><Relationship Id="rId1" Type="http://schemas.openxmlformats.org/officeDocument/2006/relationships/tags" Target="../tags/tag11.xml"/><Relationship Id="rId4" Type="http://schemas.openxmlformats.org/officeDocument/2006/relationships/image" Target="../media/image2.emf"/></Relationships>
</file>

<file path=ppt/slideLayouts/_rels/slideLayout26.xml.rels><?xml version="1.0" encoding="UTF-8" standalone="yes"?>
<Relationships xmlns="http://schemas.openxmlformats.org/package/2006/relationships"><Relationship Id="rId3" Type="http://schemas.openxmlformats.org/officeDocument/2006/relationships/oleObject" Target="../embeddings/oleObject12.bin"/><Relationship Id="rId2" Type="http://schemas.openxmlformats.org/officeDocument/2006/relationships/slideMaster" Target="../slideMasters/slideMaster2.xml"/><Relationship Id="rId1" Type="http://schemas.openxmlformats.org/officeDocument/2006/relationships/tags" Target="../tags/tag12.xml"/><Relationship Id="rId4" Type="http://schemas.openxmlformats.org/officeDocument/2006/relationships/image" Target="../media/image2.emf"/></Relationships>
</file>

<file path=ppt/slideLayouts/_rels/slideLayout27.xml.rels><?xml version="1.0" encoding="UTF-8" standalone="yes"?>
<Relationships xmlns="http://schemas.openxmlformats.org/package/2006/relationships"><Relationship Id="rId3" Type="http://schemas.openxmlformats.org/officeDocument/2006/relationships/oleObject" Target="../embeddings/oleObject13.bin"/><Relationship Id="rId2" Type="http://schemas.openxmlformats.org/officeDocument/2006/relationships/slideMaster" Target="../slideMasters/slideMaster2.xml"/><Relationship Id="rId1" Type="http://schemas.openxmlformats.org/officeDocument/2006/relationships/tags" Target="../tags/tag13.xml"/><Relationship Id="rId4" Type="http://schemas.openxmlformats.org/officeDocument/2006/relationships/image" Target="../media/image2.emf"/></Relationships>
</file>

<file path=ppt/slideLayouts/_rels/slideLayout28.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Master" Target="../slideMasters/slideMaster2.xml"/><Relationship Id="rId1" Type="http://schemas.openxmlformats.org/officeDocument/2006/relationships/tags" Target="../tags/tag14.xml"/><Relationship Id="rId4" Type="http://schemas.openxmlformats.org/officeDocument/2006/relationships/image" Target="../media/image2.emf"/></Relationships>
</file>

<file path=ppt/slideLayouts/_rels/slideLayout29.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Master" Target="../slideMasters/slideMaster2.xml"/><Relationship Id="rId1" Type="http://schemas.openxmlformats.org/officeDocument/2006/relationships/tags" Target="../tags/tag15.xml"/><Relationship Id="rId4" Type="http://schemas.openxmlformats.org/officeDocument/2006/relationships/image" Target="../media/image2.emf"/></Relationships>
</file>

<file path=ppt/slideLayouts/_rels/slideLayout30.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Master" Target="../slideMasters/slideMaster2.xml"/><Relationship Id="rId1" Type="http://schemas.openxmlformats.org/officeDocument/2006/relationships/tags" Target="../tags/tag16.xml"/><Relationship Id="rId4" Type="http://schemas.openxmlformats.org/officeDocument/2006/relationships/image" Target="../media/image2.emf"/></Relationships>
</file>

<file path=ppt/slideLayouts/_rels/slideLayout31.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Master" Target="../slideMasters/slideMaster2.xml"/><Relationship Id="rId1" Type="http://schemas.openxmlformats.org/officeDocument/2006/relationships/tags" Target="../tags/tag17.xml"/><Relationship Id="rId4" Type="http://schemas.openxmlformats.org/officeDocument/2006/relationships/image" Target="../media/image2.emf"/></Relationships>
</file>

<file path=ppt/slideLayouts/_rels/slideLayout32.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Master" Target="../slideMasters/slideMaster2.xml"/><Relationship Id="rId1" Type="http://schemas.openxmlformats.org/officeDocument/2006/relationships/tags" Target="../tags/tag18.xml"/><Relationship Id="rId4" Type="http://schemas.openxmlformats.org/officeDocument/2006/relationships/image" Target="../media/image2.emf"/></Relationships>
</file>

<file path=ppt/slideLayouts/_rels/slideLayout33.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Master" Target="../slideMasters/slideMaster2.xml"/><Relationship Id="rId1" Type="http://schemas.openxmlformats.org/officeDocument/2006/relationships/tags" Target="../tags/tag19.xml"/><Relationship Id="rId4" Type="http://schemas.openxmlformats.org/officeDocument/2006/relationships/image" Target="../media/image2.emf"/></Relationships>
</file>

<file path=ppt/slideLayouts/_rels/slideLayout34.xml.rels><?xml version="1.0" encoding="UTF-8" standalone="yes"?>
<Relationships xmlns="http://schemas.openxmlformats.org/package/2006/relationships"><Relationship Id="rId3" Type="http://schemas.openxmlformats.org/officeDocument/2006/relationships/oleObject" Target="../embeddings/oleObject20.bin"/><Relationship Id="rId2" Type="http://schemas.openxmlformats.org/officeDocument/2006/relationships/slideMaster" Target="../slideMasters/slideMaster2.xml"/><Relationship Id="rId1" Type="http://schemas.openxmlformats.org/officeDocument/2006/relationships/tags" Target="../tags/tag20.xml"/><Relationship Id="rId4" Type="http://schemas.openxmlformats.org/officeDocument/2006/relationships/image" Target="../media/image2.emf"/></Relationships>
</file>

<file path=ppt/slideLayouts/_rels/slideLayout35.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Master" Target="../slideMasters/slideMaster2.xml"/><Relationship Id="rId1" Type="http://schemas.openxmlformats.org/officeDocument/2006/relationships/tags" Target="../tags/tag21.xml"/><Relationship Id="rId4" Type="http://schemas.openxmlformats.org/officeDocument/2006/relationships/image" Target="../media/image2.emf"/></Relationships>
</file>

<file path=ppt/slideLayouts/_rels/slideLayout36.xml.rels><?xml version="1.0" encoding="UTF-8" standalone="yes"?>
<Relationships xmlns="http://schemas.openxmlformats.org/package/2006/relationships"><Relationship Id="rId3" Type="http://schemas.openxmlformats.org/officeDocument/2006/relationships/oleObject" Target="../embeddings/oleObject22.bin"/><Relationship Id="rId2" Type="http://schemas.openxmlformats.org/officeDocument/2006/relationships/slideMaster" Target="../slideMasters/slideMaster2.xml"/><Relationship Id="rId1" Type="http://schemas.openxmlformats.org/officeDocument/2006/relationships/tags" Target="../tags/tag22.xml"/><Relationship Id="rId4" Type="http://schemas.openxmlformats.org/officeDocument/2006/relationships/image" Target="../media/image2.emf"/></Relationships>
</file>

<file path=ppt/slideLayouts/_rels/slideLayout37.xml.rels><?xml version="1.0" encoding="UTF-8" standalone="yes"?>
<Relationships xmlns="http://schemas.openxmlformats.org/package/2006/relationships"><Relationship Id="rId3" Type="http://schemas.openxmlformats.org/officeDocument/2006/relationships/oleObject" Target="../embeddings/oleObject23.bin"/><Relationship Id="rId2" Type="http://schemas.openxmlformats.org/officeDocument/2006/relationships/slideMaster" Target="../slideMasters/slideMaster2.xml"/><Relationship Id="rId1" Type="http://schemas.openxmlformats.org/officeDocument/2006/relationships/tags" Target="../tags/tag23.xml"/><Relationship Id="rId4" Type="http://schemas.openxmlformats.org/officeDocument/2006/relationships/image" Target="../media/image2.emf"/></Relationships>
</file>

<file path=ppt/slideLayouts/_rels/slideLayout38.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Master" Target="../slideMasters/slideMaster2.xml"/><Relationship Id="rId1" Type="http://schemas.openxmlformats.org/officeDocument/2006/relationships/tags" Target="../tags/tag24.xml"/><Relationship Id="rId4" Type="http://schemas.openxmlformats.org/officeDocument/2006/relationships/image" Target="../media/image2.emf"/></Relationships>
</file>

<file path=ppt/slideLayouts/_rels/slideLayout39.xml.rels><?xml version="1.0" encoding="UTF-8" standalone="yes"?>
<Relationships xmlns="http://schemas.openxmlformats.org/package/2006/relationships"><Relationship Id="rId3" Type="http://schemas.openxmlformats.org/officeDocument/2006/relationships/oleObject" Target="../embeddings/oleObject25.bin"/><Relationship Id="rId2" Type="http://schemas.openxmlformats.org/officeDocument/2006/relationships/slideMaster" Target="../slideMasters/slideMaster2.xml"/><Relationship Id="rId1" Type="http://schemas.openxmlformats.org/officeDocument/2006/relationships/tags" Target="../tags/tag25.xml"/><Relationship Id="rId4" Type="http://schemas.openxmlformats.org/officeDocument/2006/relationships/image" Target="../media/image2.emf"/></Relationships>
</file>

<file path=ppt/slideLayouts/_rels/slideLayout40.xml.rels><?xml version="1.0" encoding="UTF-8" standalone="yes"?>
<Relationships xmlns="http://schemas.openxmlformats.org/package/2006/relationships"><Relationship Id="rId3" Type="http://schemas.openxmlformats.org/officeDocument/2006/relationships/oleObject" Target="../embeddings/oleObject26.bin"/><Relationship Id="rId2" Type="http://schemas.openxmlformats.org/officeDocument/2006/relationships/slideMaster" Target="../slideMasters/slideMaster2.xml"/><Relationship Id="rId1" Type="http://schemas.openxmlformats.org/officeDocument/2006/relationships/tags" Target="../tags/tag26.xml"/><Relationship Id="rId5" Type="http://schemas.openxmlformats.org/officeDocument/2006/relationships/image" Target="../media/image7.png"/><Relationship Id="rId4" Type="http://schemas.openxmlformats.org/officeDocument/2006/relationships/image" Target="../media/image2.emf"/></Relationships>
</file>

<file path=ppt/slideLayouts/_rels/slideLayout41.xml.rels><?xml version="1.0" encoding="UTF-8" standalone="yes"?>
<Relationships xmlns="http://schemas.openxmlformats.org/package/2006/relationships"><Relationship Id="rId3" Type="http://schemas.openxmlformats.org/officeDocument/2006/relationships/oleObject" Target="../embeddings/oleObject27.bin"/><Relationship Id="rId2" Type="http://schemas.openxmlformats.org/officeDocument/2006/relationships/slideMaster" Target="../slideMasters/slideMaster2.xml"/><Relationship Id="rId1" Type="http://schemas.openxmlformats.org/officeDocument/2006/relationships/tags" Target="../tags/tag27.xml"/><Relationship Id="rId5" Type="http://schemas.openxmlformats.org/officeDocument/2006/relationships/image" Target="../media/image8.png"/><Relationship Id="rId4" Type="http://schemas.openxmlformats.org/officeDocument/2006/relationships/image" Target="../media/image2.emf"/></Relationships>
</file>

<file path=ppt/slideLayouts/_rels/slideLayout42.xml.rels><?xml version="1.0" encoding="UTF-8" standalone="yes"?>
<Relationships xmlns="http://schemas.openxmlformats.org/package/2006/relationships"><Relationship Id="rId3" Type="http://schemas.openxmlformats.org/officeDocument/2006/relationships/oleObject" Target="../embeddings/oleObject28.bin"/><Relationship Id="rId2" Type="http://schemas.openxmlformats.org/officeDocument/2006/relationships/slideMaster" Target="../slideMasters/slideMaster2.xml"/><Relationship Id="rId1" Type="http://schemas.openxmlformats.org/officeDocument/2006/relationships/tags" Target="../tags/tag28.xml"/><Relationship Id="rId5" Type="http://schemas.openxmlformats.org/officeDocument/2006/relationships/image" Target="../media/image9.png"/><Relationship Id="rId4" Type="http://schemas.openxmlformats.org/officeDocument/2006/relationships/image" Target="../media/image2.emf"/></Relationships>
</file>

<file path=ppt/slideLayouts/_rels/slideLayout43.xml.rels><?xml version="1.0" encoding="UTF-8" standalone="yes"?>
<Relationships xmlns="http://schemas.openxmlformats.org/package/2006/relationships"><Relationship Id="rId3" Type="http://schemas.openxmlformats.org/officeDocument/2006/relationships/oleObject" Target="../embeddings/oleObject29.bin"/><Relationship Id="rId2" Type="http://schemas.openxmlformats.org/officeDocument/2006/relationships/slideMaster" Target="../slideMasters/slideMaster2.xml"/><Relationship Id="rId1" Type="http://schemas.openxmlformats.org/officeDocument/2006/relationships/tags" Target="../tags/tag29.xml"/><Relationship Id="rId4" Type="http://schemas.openxmlformats.org/officeDocument/2006/relationships/image" Target="../media/image2.emf"/></Relationships>
</file>

<file path=ppt/slideLayouts/_rels/slideLayout44.xml.rels><?xml version="1.0" encoding="UTF-8" standalone="yes"?>
<Relationships xmlns="http://schemas.openxmlformats.org/package/2006/relationships"><Relationship Id="rId3" Type="http://schemas.openxmlformats.org/officeDocument/2006/relationships/oleObject" Target="../embeddings/oleObject30.bin"/><Relationship Id="rId2" Type="http://schemas.openxmlformats.org/officeDocument/2006/relationships/slideMaster" Target="../slideMasters/slideMaster2.xml"/><Relationship Id="rId1" Type="http://schemas.openxmlformats.org/officeDocument/2006/relationships/tags" Target="../tags/tag30.xml"/><Relationship Id="rId4" Type="http://schemas.openxmlformats.org/officeDocument/2006/relationships/image" Target="../media/image2.emf"/></Relationships>
</file>

<file path=ppt/slideLayouts/_rels/slideLayout45.xml.rels><?xml version="1.0" encoding="UTF-8" standalone="yes"?>
<Relationships xmlns="http://schemas.openxmlformats.org/package/2006/relationships"><Relationship Id="rId3" Type="http://schemas.openxmlformats.org/officeDocument/2006/relationships/oleObject" Target="../embeddings/oleObject31.bin"/><Relationship Id="rId2" Type="http://schemas.openxmlformats.org/officeDocument/2006/relationships/slideMaster" Target="../slideMasters/slideMaster2.xml"/><Relationship Id="rId1" Type="http://schemas.openxmlformats.org/officeDocument/2006/relationships/tags" Target="../tags/tag31.xml"/><Relationship Id="rId4" Type="http://schemas.openxmlformats.org/officeDocument/2006/relationships/image" Target="../media/image2.emf"/></Relationships>
</file>

<file path=ppt/slideLayouts/_rels/slideLayout46.xml.rels><?xml version="1.0" encoding="UTF-8" standalone="yes"?>
<Relationships xmlns="http://schemas.openxmlformats.org/package/2006/relationships"><Relationship Id="rId3" Type="http://schemas.openxmlformats.org/officeDocument/2006/relationships/oleObject" Target="../embeddings/oleObject32.bin"/><Relationship Id="rId2" Type="http://schemas.openxmlformats.org/officeDocument/2006/relationships/slideMaster" Target="../slideMasters/slideMaster2.xml"/><Relationship Id="rId1" Type="http://schemas.openxmlformats.org/officeDocument/2006/relationships/tags" Target="../tags/tag32.xml"/><Relationship Id="rId4" Type="http://schemas.openxmlformats.org/officeDocument/2006/relationships/image" Target="../media/image2.emf"/></Relationships>
</file>

<file path=ppt/slideLayouts/_rels/slideLayout47.xml.rels><?xml version="1.0" encoding="UTF-8" standalone="yes"?>
<Relationships xmlns="http://schemas.openxmlformats.org/package/2006/relationships"><Relationship Id="rId3" Type="http://schemas.openxmlformats.org/officeDocument/2006/relationships/oleObject" Target="../embeddings/oleObject33.bin"/><Relationship Id="rId2" Type="http://schemas.openxmlformats.org/officeDocument/2006/relationships/slideMaster" Target="../slideMasters/slideMaster2.xml"/><Relationship Id="rId1" Type="http://schemas.openxmlformats.org/officeDocument/2006/relationships/tags" Target="../tags/tag33.xml"/><Relationship Id="rId4" Type="http://schemas.openxmlformats.org/officeDocument/2006/relationships/image" Target="../media/image2.emf"/></Relationships>
</file>

<file path=ppt/slideLayouts/_rels/slideLayout48.xml.rels><?xml version="1.0" encoding="UTF-8" standalone="yes"?>
<Relationships xmlns="http://schemas.openxmlformats.org/package/2006/relationships"><Relationship Id="rId3" Type="http://schemas.openxmlformats.org/officeDocument/2006/relationships/oleObject" Target="../embeddings/oleObject34.bin"/><Relationship Id="rId2" Type="http://schemas.openxmlformats.org/officeDocument/2006/relationships/slideMaster" Target="../slideMasters/slideMaster2.xml"/><Relationship Id="rId1" Type="http://schemas.openxmlformats.org/officeDocument/2006/relationships/tags" Target="../tags/tag34.xml"/><Relationship Id="rId4" Type="http://schemas.openxmlformats.org/officeDocument/2006/relationships/image" Target="../media/image2.emf"/></Relationships>
</file>

<file path=ppt/slideLayouts/_rels/slideLayout49.xml.rels><?xml version="1.0" encoding="UTF-8" standalone="yes"?>
<Relationships xmlns="http://schemas.openxmlformats.org/package/2006/relationships"><Relationship Id="rId3" Type="http://schemas.openxmlformats.org/officeDocument/2006/relationships/oleObject" Target="../embeddings/oleObject35.bin"/><Relationship Id="rId2" Type="http://schemas.openxmlformats.org/officeDocument/2006/relationships/slideMaster" Target="../slideMasters/slideMaster2.xml"/><Relationship Id="rId1" Type="http://schemas.openxmlformats.org/officeDocument/2006/relationships/tags" Target="../tags/tag35.xml"/><Relationship Id="rId4" Type="http://schemas.openxmlformats.org/officeDocument/2006/relationships/image" Target="../media/image2.emf"/></Relationships>
</file>

<file path=ppt/slideLayouts/_rels/slideLayout50.xml.rels><?xml version="1.0" encoding="UTF-8" standalone="yes"?>
<Relationships xmlns="http://schemas.openxmlformats.org/package/2006/relationships"><Relationship Id="rId3" Type="http://schemas.openxmlformats.org/officeDocument/2006/relationships/oleObject" Target="../embeddings/oleObject36.bin"/><Relationship Id="rId2" Type="http://schemas.openxmlformats.org/officeDocument/2006/relationships/slideMaster" Target="../slideMasters/slideMaster2.xml"/><Relationship Id="rId1" Type="http://schemas.openxmlformats.org/officeDocument/2006/relationships/tags" Target="../tags/tag36.xml"/><Relationship Id="rId4" Type="http://schemas.openxmlformats.org/officeDocument/2006/relationships/image" Target="../media/image2.emf"/></Relationships>
</file>

<file path=ppt/slideLayouts/_rels/slideLayout51.xml.rels><?xml version="1.0" encoding="UTF-8" standalone="yes"?>
<Relationships xmlns="http://schemas.openxmlformats.org/package/2006/relationships"><Relationship Id="rId3" Type="http://schemas.openxmlformats.org/officeDocument/2006/relationships/oleObject" Target="../embeddings/oleObject37.bin"/><Relationship Id="rId2" Type="http://schemas.openxmlformats.org/officeDocument/2006/relationships/slideMaster" Target="../slideMasters/slideMaster2.xml"/><Relationship Id="rId1" Type="http://schemas.openxmlformats.org/officeDocument/2006/relationships/tags" Target="../tags/tag37.xml"/><Relationship Id="rId4" Type="http://schemas.openxmlformats.org/officeDocument/2006/relationships/image" Target="../media/image2.emf"/></Relationships>
</file>

<file path=ppt/slideLayouts/_rels/slideLayout52.xml.rels><?xml version="1.0" encoding="UTF-8" standalone="yes"?>
<Relationships xmlns="http://schemas.openxmlformats.org/package/2006/relationships"><Relationship Id="rId3" Type="http://schemas.openxmlformats.org/officeDocument/2006/relationships/oleObject" Target="../embeddings/oleObject38.bin"/><Relationship Id="rId2" Type="http://schemas.openxmlformats.org/officeDocument/2006/relationships/slideMaster" Target="../slideMasters/slideMaster2.xml"/><Relationship Id="rId1" Type="http://schemas.openxmlformats.org/officeDocument/2006/relationships/tags" Target="../tags/tag38.xml"/><Relationship Id="rId4" Type="http://schemas.openxmlformats.org/officeDocument/2006/relationships/image" Target="../media/image2.emf"/></Relationships>
</file>

<file path=ppt/slideLayouts/_rels/slideLayout53.xml.rels><?xml version="1.0" encoding="UTF-8" standalone="yes"?>
<Relationships xmlns="http://schemas.openxmlformats.org/package/2006/relationships"><Relationship Id="rId3" Type="http://schemas.openxmlformats.org/officeDocument/2006/relationships/oleObject" Target="../embeddings/oleObject39.bin"/><Relationship Id="rId2" Type="http://schemas.openxmlformats.org/officeDocument/2006/relationships/slideMaster" Target="../slideMasters/slideMaster2.xml"/><Relationship Id="rId1" Type="http://schemas.openxmlformats.org/officeDocument/2006/relationships/tags" Target="../tags/tag39.xml"/><Relationship Id="rId4" Type="http://schemas.openxmlformats.org/officeDocument/2006/relationships/image" Target="../media/image2.emf"/></Relationships>
</file>

<file path=ppt/slideLayouts/_rels/slideLayout54.xml.rels><?xml version="1.0" encoding="UTF-8" standalone="yes"?>
<Relationships xmlns="http://schemas.openxmlformats.org/package/2006/relationships"><Relationship Id="rId3" Type="http://schemas.openxmlformats.org/officeDocument/2006/relationships/oleObject" Target="../embeddings/oleObject40.bin"/><Relationship Id="rId2" Type="http://schemas.openxmlformats.org/officeDocument/2006/relationships/slideMaster" Target="../slideMasters/slideMaster2.xml"/><Relationship Id="rId1" Type="http://schemas.openxmlformats.org/officeDocument/2006/relationships/tags" Target="../tags/tag40.xml"/><Relationship Id="rId4" Type="http://schemas.openxmlformats.org/officeDocument/2006/relationships/image" Target="../media/image2.emf"/></Relationships>
</file>

<file path=ppt/slideLayouts/_rels/slideLayout55.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slideMaster" Target="../slideMasters/slideMaster2.xml"/><Relationship Id="rId1" Type="http://schemas.openxmlformats.org/officeDocument/2006/relationships/tags" Target="../tags/tag41.xml"/><Relationship Id="rId4" Type="http://schemas.openxmlformats.org/officeDocument/2006/relationships/image" Target="../media/image2.emf"/></Relationships>
</file>

<file path=ppt/slideLayouts/_rels/slideLayout56.xml.rels><?xml version="1.0" encoding="UTF-8" standalone="yes"?>
<Relationships xmlns="http://schemas.openxmlformats.org/package/2006/relationships"><Relationship Id="rId3" Type="http://schemas.openxmlformats.org/officeDocument/2006/relationships/oleObject" Target="../embeddings/oleObject42.bin"/><Relationship Id="rId2" Type="http://schemas.openxmlformats.org/officeDocument/2006/relationships/slideMaster" Target="../slideMasters/slideMaster2.xml"/><Relationship Id="rId1" Type="http://schemas.openxmlformats.org/officeDocument/2006/relationships/tags" Target="../tags/tag42.xml"/><Relationship Id="rId4" Type="http://schemas.openxmlformats.org/officeDocument/2006/relationships/image" Target="../media/image2.emf"/></Relationships>
</file>

<file path=ppt/slideLayouts/_rels/slideLayout57.xml.rels><?xml version="1.0" encoding="UTF-8" standalone="yes"?>
<Relationships xmlns="http://schemas.openxmlformats.org/package/2006/relationships"><Relationship Id="rId3" Type="http://schemas.openxmlformats.org/officeDocument/2006/relationships/oleObject" Target="../embeddings/oleObject43.bin"/><Relationship Id="rId2" Type="http://schemas.openxmlformats.org/officeDocument/2006/relationships/slideMaster" Target="../slideMasters/slideMaster2.xml"/><Relationship Id="rId1" Type="http://schemas.openxmlformats.org/officeDocument/2006/relationships/tags" Target="../tags/tag43.xml"/><Relationship Id="rId4" Type="http://schemas.openxmlformats.org/officeDocument/2006/relationships/image" Target="../media/image2.emf"/></Relationships>
</file>

<file path=ppt/slideLayouts/_rels/slideLayout58.xml.rels><?xml version="1.0" encoding="UTF-8" standalone="yes"?>
<Relationships xmlns="http://schemas.openxmlformats.org/package/2006/relationships"><Relationship Id="rId3" Type="http://schemas.openxmlformats.org/officeDocument/2006/relationships/oleObject" Target="../embeddings/oleObject44.bin"/><Relationship Id="rId2" Type="http://schemas.openxmlformats.org/officeDocument/2006/relationships/slideMaster" Target="../slideMasters/slideMaster2.xml"/><Relationship Id="rId1" Type="http://schemas.openxmlformats.org/officeDocument/2006/relationships/tags" Target="../tags/tag44.xml"/><Relationship Id="rId4" Type="http://schemas.openxmlformats.org/officeDocument/2006/relationships/image" Target="../media/image2.emf"/></Relationships>
</file>

<file path=ppt/slideLayouts/_rels/slideLayout59.xml.rels><?xml version="1.0" encoding="UTF-8" standalone="yes"?>
<Relationships xmlns="http://schemas.openxmlformats.org/package/2006/relationships"><Relationship Id="rId3" Type="http://schemas.openxmlformats.org/officeDocument/2006/relationships/oleObject" Target="../embeddings/oleObject45.bin"/><Relationship Id="rId2" Type="http://schemas.openxmlformats.org/officeDocument/2006/relationships/slideMaster" Target="../slideMasters/slideMaster2.xml"/><Relationship Id="rId1" Type="http://schemas.openxmlformats.org/officeDocument/2006/relationships/tags" Target="../tags/tag45.xml"/><Relationship Id="rId4" Type="http://schemas.openxmlformats.org/officeDocument/2006/relationships/image" Target="../media/image2.emf"/></Relationships>
</file>

<file path=ppt/slideLayouts/_rels/slideLayout60.xml.rels><?xml version="1.0" encoding="UTF-8" standalone="yes"?>
<Relationships xmlns="http://schemas.openxmlformats.org/package/2006/relationships"><Relationship Id="rId3" Type="http://schemas.openxmlformats.org/officeDocument/2006/relationships/oleObject" Target="../embeddings/oleObject46.bin"/><Relationship Id="rId2" Type="http://schemas.openxmlformats.org/officeDocument/2006/relationships/slideMaster" Target="../slideMasters/slideMaster2.xml"/><Relationship Id="rId1" Type="http://schemas.openxmlformats.org/officeDocument/2006/relationships/tags" Target="../tags/tag46.xml"/><Relationship Id="rId4" Type="http://schemas.openxmlformats.org/officeDocument/2006/relationships/image" Target="../media/image2.emf"/></Relationships>
</file>

<file path=ppt/slideLayouts/_rels/slideLayout61.xml.rels><?xml version="1.0" encoding="UTF-8" standalone="yes"?>
<Relationships xmlns="http://schemas.openxmlformats.org/package/2006/relationships"><Relationship Id="rId3" Type="http://schemas.openxmlformats.org/officeDocument/2006/relationships/oleObject" Target="../embeddings/oleObject47.bin"/><Relationship Id="rId2" Type="http://schemas.openxmlformats.org/officeDocument/2006/relationships/slideMaster" Target="../slideMasters/slideMaster2.xml"/><Relationship Id="rId1" Type="http://schemas.openxmlformats.org/officeDocument/2006/relationships/tags" Target="../tags/tag47.xml"/><Relationship Id="rId4" Type="http://schemas.openxmlformats.org/officeDocument/2006/relationships/image" Target="../media/image2.emf"/></Relationships>
</file>

<file path=ppt/slideLayouts/_rels/slideLayout62.xml.rels><?xml version="1.0" encoding="UTF-8" standalone="yes"?>
<Relationships xmlns="http://schemas.openxmlformats.org/package/2006/relationships"><Relationship Id="rId3" Type="http://schemas.openxmlformats.org/officeDocument/2006/relationships/oleObject" Target="../embeddings/oleObject48.bin"/><Relationship Id="rId2" Type="http://schemas.openxmlformats.org/officeDocument/2006/relationships/slideMaster" Target="../slideMasters/slideMaster2.xml"/><Relationship Id="rId1" Type="http://schemas.openxmlformats.org/officeDocument/2006/relationships/tags" Target="../tags/tag48.xml"/><Relationship Id="rId4" Type="http://schemas.openxmlformats.org/officeDocument/2006/relationships/image" Target="../media/image2.emf"/></Relationships>
</file>

<file path=ppt/slideLayouts/_rels/slideLayout63.xml.rels><?xml version="1.0" encoding="UTF-8" standalone="yes"?>
<Relationships xmlns="http://schemas.openxmlformats.org/package/2006/relationships"><Relationship Id="rId3" Type="http://schemas.openxmlformats.org/officeDocument/2006/relationships/oleObject" Target="../embeddings/oleObject49.bin"/><Relationship Id="rId2" Type="http://schemas.openxmlformats.org/officeDocument/2006/relationships/slideMaster" Target="../slideMasters/slideMaster2.xml"/><Relationship Id="rId1" Type="http://schemas.openxmlformats.org/officeDocument/2006/relationships/tags" Target="../tags/tag49.xml"/><Relationship Id="rId4" Type="http://schemas.openxmlformats.org/officeDocument/2006/relationships/image" Target="../media/image2.emf"/></Relationships>
</file>

<file path=ppt/slideLayouts/_rels/slideLayout64.xml.rels><?xml version="1.0" encoding="UTF-8" standalone="yes"?>
<Relationships xmlns="http://schemas.openxmlformats.org/package/2006/relationships"><Relationship Id="rId3" Type="http://schemas.openxmlformats.org/officeDocument/2006/relationships/oleObject" Target="../embeddings/oleObject50.bin"/><Relationship Id="rId2" Type="http://schemas.openxmlformats.org/officeDocument/2006/relationships/slideMaster" Target="../slideMasters/slideMaster2.xml"/><Relationship Id="rId1" Type="http://schemas.openxmlformats.org/officeDocument/2006/relationships/tags" Target="../tags/tag50.xml"/><Relationship Id="rId4" Type="http://schemas.openxmlformats.org/officeDocument/2006/relationships/image" Target="../media/image2.emf"/></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1.wmf"/><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2.jpeg"/><Relationship Id="rId1" Type="http://schemas.openxmlformats.org/officeDocument/2006/relationships/slideMaster" Target="../slideMasters/slideMaster3.xml"/><Relationship Id="rId5" Type="http://schemas.microsoft.com/office/2007/relationships/hdphoto" Target="../media/hdphoto1.wdp"/><Relationship Id="rId4" Type="http://schemas.openxmlformats.org/officeDocument/2006/relationships/image" Target="../media/image13.png"/></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4.jpeg"/><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5.jpeg"/><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6.jpeg"/><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7.jpeg"/><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8.jpeg"/><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9.jpeg"/><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20.jpeg"/><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22.jpeg"/><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23.jpeg"/><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24.jpeg"/><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E49EC5F5-14E0-4B05-29E6-E9A059AA1002}"/>
              </a:ext>
            </a:extLst>
          </p:cNvPr>
          <p:cNvSpPr>
            <a:spLocks noGrp="1"/>
          </p:cNvSpPr>
          <p:nvPr>
            <p:ph type="title"/>
          </p:nvPr>
        </p:nvSpPr>
        <p:spPr>
          <a:xfrm>
            <a:off x="485523" y="382588"/>
            <a:ext cx="11224347" cy="638175"/>
          </a:xfrm>
        </p:spPr>
        <p:txBody>
          <a:bodyPr/>
          <a:lstStyle/>
          <a:p>
            <a:r>
              <a:rPr lang="en-GB"/>
              <a:t>Click to edit Master title style</a:t>
            </a:r>
            <a:endParaRPr lang="en-US"/>
          </a:p>
        </p:txBody>
      </p:sp>
      <p:sp>
        <p:nvSpPr>
          <p:cNvPr id="14" name="Content Placeholder">
            <a:extLst>
              <a:ext uri="{FF2B5EF4-FFF2-40B4-BE49-F238E27FC236}">
                <a16:creationId xmlns:a16="http://schemas.microsoft.com/office/drawing/2014/main" id="{A5EED3AD-188C-E954-617B-9CB9E1BA8A14}"/>
              </a:ext>
            </a:extLst>
          </p:cNvPr>
          <p:cNvSpPr>
            <a:spLocks noGrp="1"/>
          </p:cNvSpPr>
          <p:nvPr>
            <p:ph sz="quarter" idx="16"/>
          </p:nvPr>
        </p:nvSpPr>
        <p:spPr>
          <a:xfrm>
            <a:off x="485521" y="1411287"/>
            <a:ext cx="11224800" cy="4638675"/>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a:extLst>
              <a:ext uri="{FF2B5EF4-FFF2-40B4-BE49-F238E27FC236}">
                <a16:creationId xmlns:a16="http://schemas.microsoft.com/office/drawing/2014/main" id="{C2E28B2B-ED84-D8B9-C6E0-AF4BC1706BD2}"/>
              </a:ext>
            </a:extLst>
          </p:cNvPr>
          <p:cNvSpPr>
            <a:spLocks noGrp="1"/>
          </p:cNvSpPr>
          <p:nvPr>
            <p:ph type="dt" sz="half" idx="17"/>
          </p:nvPr>
        </p:nvSpPr>
        <p:spPr/>
        <p:txBody>
          <a:bodyPr/>
          <a:lstStyle/>
          <a:p>
            <a:fld id="{038DE088-7949-4121-A548-A840AD88F10E}" type="datetime1">
              <a:rPr lang="en-US" smtClean="0"/>
              <a:t>9/19/2025</a:t>
            </a:fld>
            <a:endParaRPr lang="en-US"/>
          </a:p>
        </p:txBody>
      </p:sp>
      <p:sp>
        <p:nvSpPr>
          <p:cNvPr id="5" name="Footer Placeholder 4">
            <a:extLst>
              <a:ext uri="{FF2B5EF4-FFF2-40B4-BE49-F238E27FC236}">
                <a16:creationId xmlns:a16="http://schemas.microsoft.com/office/drawing/2014/main" id="{422FBA85-AB9A-E34B-448A-B5BB1CE520BD}"/>
              </a:ext>
            </a:extLst>
          </p:cNvPr>
          <p:cNvSpPr>
            <a:spLocks noGrp="1"/>
          </p:cNvSpPr>
          <p:nvPr>
            <p:ph type="ftr" sz="quarter" idx="18"/>
          </p:nvPr>
        </p:nvSpPr>
        <p:spPr/>
        <p:txBody>
          <a:bodyPr/>
          <a:lstStyle/>
          <a:p>
            <a:r>
              <a:rPr lang="en-US"/>
              <a:t>Insert footer text here</a:t>
            </a:r>
          </a:p>
        </p:txBody>
      </p:sp>
      <p:sp>
        <p:nvSpPr>
          <p:cNvPr id="6" name="Slide Number Placeholder 5">
            <a:extLst>
              <a:ext uri="{FF2B5EF4-FFF2-40B4-BE49-F238E27FC236}">
                <a16:creationId xmlns:a16="http://schemas.microsoft.com/office/drawing/2014/main" id="{6A1C081B-AFD3-2CFE-BC00-E7A72056889B}"/>
              </a:ext>
            </a:extLst>
          </p:cNvPr>
          <p:cNvSpPr>
            <a:spLocks noGrp="1"/>
          </p:cNvSpPr>
          <p:nvPr>
            <p:ph type="sldNum" sz="quarter" idx="19"/>
          </p:nvPr>
        </p:nvSpPr>
        <p:spPr/>
        <p:txBody>
          <a:bodyPr/>
          <a:lstStyle/>
          <a:p>
            <a:fld id="{F1BC30E3-FFE5-4B91-AA19-87A149EBB9EE}" type="slidenum">
              <a:rPr lang="en-GB" smtClean="0"/>
              <a:pPr/>
              <a:t>‹#›</a:t>
            </a:fld>
            <a:endParaRPr lang="en-GB"/>
          </a:p>
        </p:txBody>
      </p:sp>
      <p:sp>
        <p:nvSpPr>
          <p:cNvPr id="3" name="Highlight line 1">
            <a:extLst>
              <a:ext uri="{FF2B5EF4-FFF2-40B4-BE49-F238E27FC236}">
                <a16:creationId xmlns:a16="http://schemas.microsoft.com/office/drawing/2014/main" id="{67D32DCB-72F6-BC64-6A9F-4F444D870309}"/>
              </a:ext>
            </a:extLst>
          </p:cNvPr>
          <p:cNvSpPr>
            <a:spLocks noGrp="1"/>
          </p:cNvSpPr>
          <p:nvPr>
            <p:ph type="dgm" sz="quarter" idx="15" hasCustomPrompt="1"/>
          </p:nvPr>
        </p:nvSpPr>
        <p:spPr>
          <a:xfrm>
            <a:off x="485523" y="1209871"/>
            <a:ext cx="11224347" cy="36000"/>
          </a:xfrm>
          <a:solidFill>
            <a:schemeClr val="tx2"/>
          </a:solidFill>
        </p:spPr>
        <p:txBody>
          <a:bodyPr/>
          <a:lstStyle>
            <a:lvl1pPr marL="0" indent="0">
              <a:buNone/>
              <a:defRPr sz="800"/>
            </a:lvl1pPr>
          </a:lstStyle>
          <a:p>
            <a:r>
              <a:rPr lang="en-US"/>
              <a:t> </a:t>
            </a:r>
          </a:p>
        </p:txBody>
      </p:sp>
    </p:spTree>
    <p:extLst>
      <p:ext uri="{BB962C8B-B14F-4D97-AF65-F5344CB8AC3E}">
        <p14:creationId xmlns:p14="http://schemas.microsoft.com/office/powerpoint/2010/main" val="11142842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E49EC5F5-14E0-4B05-29E6-E9A059AA1002}"/>
              </a:ext>
            </a:extLst>
          </p:cNvPr>
          <p:cNvSpPr>
            <a:spLocks noGrp="1"/>
          </p:cNvSpPr>
          <p:nvPr>
            <p:ph type="title"/>
          </p:nvPr>
        </p:nvSpPr>
        <p:spPr>
          <a:xfrm>
            <a:off x="485523" y="382588"/>
            <a:ext cx="11224347" cy="638175"/>
          </a:xfrm>
        </p:spPr>
        <p:txBody>
          <a:bodyPr/>
          <a:lstStyle/>
          <a:p>
            <a:r>
              <a:rPr lang="en-GB"/>
              <a:t>Click to edit Master title style</a:t>
            </a:r>
            <a:endParaRPr lang="en-US"/>
          </a:p>
        </p:txBody>
      </p:sp>
      <p:sp>
        <p:nvSpPr>
          <p:cNvPr id="14" name="Content Placeholder 1">
            <a:extLst>
              <a:ext uri="{FF2B5EF4-FFF2-40B4-BE49-F238E27FC236}">
                <a16:creationId xmlns:a16="http://schemas.microsoft.com/office/drawing/2014/main" id="{A5EED3AD-188C-E954-617B-9CB9E1BA8A14}"/>
              </a:ext>
            </a:extLst>
          </p:cNvPr>
          <p:cNvSpPr>
            <a:spLocks noGrp="1"/>
          </p:cNvSpPr>
          <p:nvPr>
            <p:ph sz="quarter" idx="16"/>
          </p:nvPr>
        </p:nvSpPr>
        <p:spPr>
          <a:xfrm>
            <a:off x="485520" y="1411287"/>
            <a:ext cx="5356800" cy="4638675"/>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5" name="Content Placeholder 2">
            <a:extLst>
              <a:ext uri="{FF2B5EF4-FFF2-40B4-BE49-F238E27FC236}">
                <a16:creationId xmlns:a16="http://schemas.microsoft.com/office/drawing/2014/main" id="{C87884BD-C538-2E4C-E4FE-1C5F73563883}"/>
              </a:ext>
            </a:extLst>
          </p:cNvPr>
          <p:cNvSpPr>
            <a:spLocks noGrp="1"/>
          </p:cNvSpPr>
          <p:nvPr>
            <p:ph sz="quarter" idx="15"/>
          </p:nvPr>
        </p:nvSpPr>
        <p:spPr>
          <a:xfrm>
            <a:off x="6353069" y="1411287"/>
            <a:ext cx="5356800" cy="4638675"/>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Slide Number Placeholder">
            <a:extLst>
              <a:ext uri="{FF2B5EF4-FFF2-40B4-BE49-F238E27FC236}">
                <a16:creationId xmlns:a16="http://schemas.microsoft.com/office/drawing/2014/main" id="{E26F7576-DAEE-2232-6A83-201B728CCEEC}"/>
              </a:ext>
            </a:extLst>
          </p:cNvPr>
          <p:cNvSpPr>
            <a:spLocks noGrp="1"/>
          </p:cNvSpPr>
          <p:nvPr>
            <p:ph type="sldNum" sz="quarter" idx="12"/>
          </p:nvPr>
        </p:nvSpPr>
        <p:spPr/>
        <p:txBody>
          <a:bodyPr/>
          <a:lstStyle/>
          <a:p>
            <a:fld id="{94FCA0F3-9F3A-694B-99BB-0E592A797735}" type="slidenum">
              <a:rPr lang="en-US" smtClean="0"/>
              <a:t>‹#›</a:t>
            </a:fld>
            <a:endParaRPr lang="en-US"/>
          </a:p>
        </p:txBody>
      </p:sp>
      <p:sp>
        <p:nvSpPr>
          <p:cNvPr id="4" name="Date Placeholder">
            <a:extLst>
              <a:ext uri="{FF2B5EF4-FFF2-40B4-BE49-F238E27FC236}">
                <a16:creationId xmlns:a16="http://schemas.microsoft.com/office/drawing/2014/main" id="{6DECAE16-1D46-ECE2-67B1-B4055F385487}"/>
              </a:ext>
            </a:extLst>
          </p:cNvPr>
          <p:cNvSpPr>
            <a:spLocks noGrp="1"/>
          </p:cNvSpPr>
          <p:nvPr>
            <p:ph type="dt" sz="half" idx="10"/>
          </p:nvPr>
        </p:nvSpPr>
        <p:spPr/>
        <p:txBody>
          <a:bodyPr/>
          <a:lstStyle/>
          <a:p>
            <a:fld id="{345C9E22-11CE-425B-9864-64378F237137}" type="datetime1">
              <a:rPr lang="en-US" smtClean="0"/>
              <a:t>9/19/2025</a:t>
            </a:fld>
            <a:endParaRPr lang="en-US"/>
          </a:p>
        </p:txBody>
      </p:sp>
      <p:sp>
        <p:nvSpPr>
          <p:cNvPr id="5" name="Footer Placeholder">
            <a:extLst>
              <a:ext uri="{FF2B5EF4-FFF2-40B4-BE49-F238E27FC236}">
                <a16:creationId xmlns:a16="http://schemas.microsoft.com/office/drawing/2014/main" id="{98E63702-02E0-6C43-ACB9-CF47EDD90CA6}"/>
              </a:ext>
            </a:extLst>
          </p:cNvPr>
          <p:cNvSpPr>
            <a:spLocks noGrp="1"/>
          </p:cNvSpPr>
          <p:nvPr>
            <p:ph type="ftr" sz="quarter" idx="11"/>
          </p:nvPr>
        </p:nvSpPr>
        <p:spPr/>
        <p:txBody>
          <a:bodyPr/>
          <a:lstStyle/>
          <a:p>
            <a:r>
              <a:rPr lang="en-US"/>
              <a:t>Insert footer text here</a:t>
            </a:r>
          </a:p>
        </p:txBody>
      </p:sp>
      <p:sp>
        <p:nvSpPr>
          <p:cNvPr id="3" name="Highlight line 1">
            <a:extLst>
              <a:ext uri="{FF2B5EF4-FFF2-40B4-BE49-F238E27FC236}">
                <a16:creationId xmlns:a16="http://schemas.microsoft.com/office/drawing/2014/main" id="{3BFD9291-7C93-C8C3-E865-14F1ED772B4B}"/>
              </a:ext>
            </a:extLst>
          </p:cNvPr>
          <p:cNvSpPr>
            <a:spLocks noGrp="1"/>
          </p:cNvSpPr>
          <p:nvPr>
            <p:ph type="dgm" sz="quarter" idx="17" hasCustomPrompt="1"/>
          </p:nvPr>
        </p:nvSpPr>
        <p:spPr>
          <a:xfrm>
            <a:off x="485523" y="1209871"/>
            <a:ext cx="11224347" cy="36000"/>
          </a:xfrm>
          <a:solidFill>
            <a:schemeClr val="tx2"/>
          </a:solidFill>
        </p:spPr>
        <p:txBody>
          <a:bodyPr vert="horz" lIns="0" tIns="0" rIns="0" bIns="0" rtlCol="0" anchor="t" anchorCtr="0">
            <a:noAutofit/>
          </a:bodyPr>
          <a:lstStyle>
            <a:lvl1pPr marL="0" indent="0">
              <a:buNone/>
              <a:defRPr lang="en-US" sz="800" dirty="0"/>
            </a:lvl1pPr>
          </a:lstStyle>
          <a:p>
            <a:pPr marL="252000" lvl="0" indent="-252000"/>
            <a:r>
              <a:rPr lang="en-US"/>
              <a:t> </a:t>
            </a:r>
          </a:p>
        </p:txBody>
      </p:sp>
    </p:spTree>
    <p:extLst>
      <p:ext uri="{BB962C8B-B14F-4D97-AF65-F5344CB8AC3E}">
        <p14:creationId xmlns:p14="http://schemas.microsoft.com/office/powerpoint/2010/main" val="422184124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hree Content">
    <p:spTree>
      <p:nvGrpSpPr>
        <p:cNvPr id="1" name=""/>
        <p:cNvGrpSpPr/>
        <p:nvPr/>
      </p:nvGrpSpPr>
      <p:grpSpPr>
        <a:xfrm>
          <a:off x="0" y="0"/>
          <a:ext cx="0" cy="0"/>
          <a:chOff x="0" y="0"/>
          <a:chExt cx="0" cy="0"/>
        </a:xfrm>
      </p:grpSpPr>
      <p:sp>
        <p:nvSpPr>
          <p:cNvPr id="7" name="Content Placeholder 1">
            <a:extLst>
              <a:ext uri="{FF2B5EF4-FFF2-40B4-BE49-F238E27FC236}">
                <a16:creationId xmlns:a16="http://schemas.microsoft.com/office/drawing/2014/main" id="{99DD3D67-FDA7-A413-313B-AF74B5AA9F16}"/>
              </a:ext>
            </a:extLst>
          </p:cNvPr>
          <p:cNvSpPr>
            <a:spLocks noGrp="1"/>
          </p:cNvSpPr>
          <p:nvPr>
            <p:ph idx="1"/>
          </p:nvPr>
        </p:nvSpPr>
        <p:spPr>
          <a:xfrm>
            <a:off x="485523" y="1411287"/>
            <a:ext cx="3570017"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2" name="Content Placeholder 2">
            <a:extLst>
              <a:ext uri="{FF2B5EF4-FFF2-40B4-BE49-F238E27FC236}">
                <a16:creationId xmlns:a16="http://schemas.microsoft.com/office/drawing/2014/main" id="{8FDAD40B-6BF1-FD89-F7E7-683D2B6F74A7}"/>
              </a:ext>
            </a:extLst>
          </p:cNvPr>
          <p:cNvSpPr>
            <a:spLocks noGrp="1"/>
          </p:cNvSpPr>
          <p:nvPr>
            <p:ph idx="13"/>
          </p:nvPr>
        </p:nvSpPr>
        <p:spPr>
          <a:xfrm>
            <a:off x="4312688" y="1411287"/>
            <a:ext cx="3570017"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3" name="Content Placeholder 3">
            <a:extLst>
              <a:ext uri="{FF2B5EF4-FFF2-40B4-BE49-F238E27FC236}">
                <a16:creationId xmlns:a16="http://schemas.microsoft.com/office/drawing/2014/main" id="{6A69E41B-F39E-4366-2ADE-0A30A6B7B882}"/>
              </a:ext>
            </a:extLst>
          </p:cNvPr>
          <p:cNvSpPr>
            <a:spLocks noGrp="1"/>
          </p:cNvSpPr>
          <p:nvPr>
            <p:ph idx="14"/>
          </p:nvPr>
        </p:nvSpPr>
        <p:spPr>
          <a:xfrm>
            <a:off x="8139853" y="1411287"/>
            <a:ext cx="3570017"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Slide Number Placeholder">
            <a:extLst>
              <a:ext uri="{FF2B5EF4-FFF2-40B4-BE49-F238E27FC236}">
                <a16:creationId xmlns:a16="http://schemas.microsoft.com/office/drawing/2014/main" id="{E26F7576-DAEE-2232-6A83-201B728CCEEC}"/>
              </a:ext>
            </a:extLst>
          </p:cNvPr>
          <p:cNvSpPr>
            <a:spLocks noGrp="1"/>
          </p:cNvSpPr>
          <p:nvPr>
            <p:ph type="sldNum" sz="quarter" idx="12"/>
          </p:nvPr>
        </p:nvSpPr>
        <p:spPr/>
        <p:txBody>
          <a:bodyPr/>
          <a:lstStyle/>
          <a:p>
            <a:fld id="{94FCA0F3-9F3A-694B-99BB-0E592A797735}" type="slidenum">
              <a:rPr lang="en-US" smtClean="0"/>
              <a:t>‹#›</a:t>
            </a:fld>
            <a:endParaRPr lang="en-US"/>
          </a:p>
        </p:txBody>
      </p:sp>
      <p:sp>
        <p:nvSpPr>
          <p:cNvPr id="4" name="Date Placeholder">
            <a:extLst>
              <a:ext uri="{FF2B5EF4-FFF2-40B4-BE49-F238E27FC236}">
                <a16:creationId xmlns:a16="http://schemas.microsoft.com/office/drawing/2014/main" id="{6DECAE16-1D46-ECE2-67B1-B4055F385487}"/>
              </a:ext>
            </a:extLst>
          </p:cNvPr>
          <p:cNvSpPr>
            <a:spLocks noGrp="1"/>
          </p:cNvSpPr>
          <p:nvPr>
            <p:ph type="dt" sz="half" idx="10"/>
          </p:nvPr>
        </p:nvSpPr>
        <p:spPr/>
        <p:txBody>
          <a:bodyPr/>
          <a:lstStyle/>
          <a:p>
            <a:fld id="{90355038-5452-44CA-8445-EE36CD4FEB71}" type="datetime1">
              <a:rPr lang="en-US" smtClean="0"/>
              <a:t>9/19/2025</a:t>
            </a:fld>
            <a:endParaRPr lang="en-US"/>
          </a:p>
        </p:txBody>
      </p:sp>
      <p:sp>
        <p:nvSpPr>
          <p:cNvPr id="5" name="Footer Placeholder">
            <a:extLst>
              <a:ext uri="{FF2B5EF4-FFF2-40B4-BE49-F238E27FC236}">
                <a16:creationId xmlns:a16="http://schemas.microsoft.com/office/drawing/2014/main" id="{98E63702-02E0-6C43-ACB9-CF47EDD90CA6}"/>
              </a:ext>
            </a:extLst>
          </p:cNvPr>
          <p:cNvSpPr>
            <a:spLocks noGrp="1"/>
          </p:cNvSpPr>
          <p:nvPr>
            <p:ph type="ftr" sz="quarter" idx="11"/>
          </p:nvPr>
        </p:nvSpPr>
        <p:spPr/>
        <p:txBody>
          <a:bodyPr/>
          <a:lstStyle/>
          <a:p>
            <a:r>
              <a:rPr lang="en-US"/>
              <a:t>Insert footer text here</a:t>
            </a:r>
          </a:p>
        </p:txBody>
      </p:sp>
      <p:sp>
        <p:nvSpPr>
          <p:cNvPr id="3" name="Title 2">
            <a:extLst>
              <a:ext uri="{FF2B5EF4-FFF2-40B4-BE49-F238E27FC236}">
                <a16:creationId xmlns:a16="http://schemas.microsoft.com/office/drawing/2014/main" id="{8EA961CD-5D51-5DAB-76F4-3F2524B3664B}"/>
              </a:ext>
            </a:extLst>
          </p:cNvPr>
          <p:cNvSpPr>
            <a:spLocks noGrp="1"/>
          </p:cNvSpPr>
          <p:nvPr>
            <p:ph type="title"/>
          </p:nvPr>
        </p:nvSpPr>
        <p:spPr>
          <a:xfrm>
            <a:off x="485523" y="382588"/>
            <a:ext cx="11224347" cy="638175"/>
          </a:xfrm>
        </p:spPr>
        <p:txBody>
          <a:bodyPr/>
          <a:lstStyle/>
          <a:p>
            <a:r>
              <a:rPr lang="en-GB"/>
              <a:t>Click to edit Master title style</a:t>
            </a:r>
            <a:endParaRPr lang="en-US"/>
          </a:p>
        </p:txBody>
      </p:sp>
      <p:sp>
        <p:nvSpPr>
          <p:cNvPr id="2" name="Highlight line 1">
            <a:extLst>
              <a:ext uri="{FF2B5EF4-FFF2-40B4-BE49-F238E27FC236}">
                <a16:creationId xmlns:a16="http://schemas.microsoft.com/office/drawing/2014/main" id="{E5CC5342-66A4-BF03-2DC2-BB34A77EA402}"/>
              </a:ext>
            </a:extLst>
          </p:cNvPr>
          <p:cNvSpPr>
            <a:spLocks noGrp="1"/>
          </p:cNvSpPr>
          <p:nvPr>
            <p:ph type="dgm" sz="quarter" idx="15" hasCustomPrompt="1"/>
          </p:nvPr>
        </p:nvSpPr>
        <p:spPr>
          <a:xfrm>
            <a:off x="485523" y="1209871"/>
            <a:ext cx="11224347" cy="36000"/>
          </a:xfrm>
          <a:solidFill>
            <a:schemeClr val="tx2"/>
          </a:solidFill>
        </p:spPr>
        <p:txBody>
          <a:bodyPr vert="horz" lIns="0" tIns="0" rIns="0" bIns="0" rtlCol="0" anchor="t" anchorCtr="0">
            <a:noAutofit/>
          </a:bodyPr>
          <a:lstStyle>
            <a:lvl1pPr marL="0" indent="0">
              <a:buNone/>
              <a:defRPr lang="en-US" sz="800" dirty="0"/>
            </a:lvl1pPr>
          </a:lstStyle>
          <a:p>
            <a:pPr marL="252000" lvl="0" indent="-252000"/>
            <a:r>
              <a:rPr lang="en-US"/>
              <a:t> </a:t>
            </a:r>
          </a:p>
        </p:txBody>
      </p:sp>
    </p:spTree>
    <p:extLst>
      <p:ext uri="{BB962C8B-B14F-4D97-AF65-F5344CB8AC3E}">
        <p14:creationId xmlns:p14="http://schemas.microsoft.com/office/powerpoint/2010/main" val="194864322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Four Content">
    <p:spTree>
      <p:nvGrpSpPr>
        <p:cNvPr id="1" name=""/>
        <p:cNvGrpSpPr/>
        <p:nvPr/>
      </p:nvGrpSpPr>
      <p:grpSpPr>
        <a:xfrm>
          <a:off x="0" y="0"/>
          <a:ext cx="0" cy="0"/>
          <a:chOff x="0" y="0"/>
          <a:chExt cx="0" cy="0"/>
        </a:xfrm>
      </p:grpSpPr>
      <p:sp>
        <p:nvSpPr>
          <p:cNvPr id="7" name="Content Placeholder 1">
            <a:extLst>
              <a:ext uri="{FF2B5EF4-FFF2-40B4-BE49-F238E27FC236}">
                <a16:creationId xmlns:a16="http://schemas.microsoft.com/office/drawing/2014/main" id="{99DD3D67-FDA7-A413-313B-AF74B5AA9F16}"/>
              </a:ext>
            </a:extLst>
          </p:cNvPr>
          <p:cNvSpPr>
            <a:spLocks noGrp="1"/>
          </p:cNvSpPr>
          <p:nvPr>
            <p:ph idx="1"/>
          </p:nvPr>
        </p:nvSpPr>
        <p:spPr>
          <a:xfrm>
            <a:off x="485523" y="1411287"/>
            <a:ext cx="2548800"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2" name="Content Placeholder 2">
            <a:extLst>
              <a:ext uri="{FF2B5EF4-FFF2-40B4-BE49-F238E27FC236}">
                <a16:creationId xmlns:a16="http://schemas.microsoft.com/office/drawing/2014/main" id="{8FDAD40B-6BF1-FD89-F7E7-683D2B6F74A7}"/>
              </a:ext>
            </a:extLst>
          </p:cNvPr>
          <p:cNvSpPr>
            <a:spLocks noGrp="1"/>
          </p:cNvSpPr>
          <p:nvPr>
            <p:ph idx="13"/>
          </p:nvPr>
        </p:nvSpPr>
        <p:spPr>
          <a:xfrm>
            <a:off x="3377372" y="1411287"/>
            <a:ext cx="2548800"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3" name="Content Placeholder 3">
            <a:extLst>
              <a:ext uri="{FF2B5EF4-FFF2-40B4-BE49-F238E27FC236}">
                <a16:creationId xmlns:a16="http://schemas.microsoft.com/office/drawing/2014/main" id="{6A69E41B-F39E-4366-2ADE-0A30A6B7B882}"/>
              </a:ext>
            </a:extLst>
          </p:cNvPr>
          <p:cNvSpPr>
            <a:spLocks noGrp="1"/>
          </p:cNvSpPr>
          <p:nvPr>
            <p:ph idx="14"/>
          </p:nvPr>
        </p:nvSpPr>
        <p:spPr>
          <a:xfrm>
            <a:off x="6269221" y="1411287"/>
            <a:ext cx="2548800"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Slide Number Placeholder">
            <a:extLst>
              <a:ext uri="{FF2B5EF4-FFF2-40B4-BE49-F238E27FC236}">
                <a16:creationId xmlns:a16="http://schemas.microsoft.com/office/drawing/2014/main" id="{E26F7576-DAEE-2232-6A83-201B728CCEEC}"/>
              </a:ext>
            </a:extLst>
          </p:cNvPr>
          <p:cNvSpPr>
            <a:spLocks noGrp="1"/>
          </p:cNvSpPr>
          <p:nvPr>
            <p:ph type="sldNum" sz="quarter" idx="12"/>
          </p:nvPr>
        </p:nvSpPr>
        <p:spPr/>
        <p:txBody>
          <a:bodyPr/>
          <a:lstStyle/>
          <a:p>
            <a:fld id="{94FCA0F3-9F3A-694B-99BB-0E592A797735}" type="slidenum">
              <a:rPr lang="en-US" smtClean="0"/>
              <a:t>‹#›</a:t>
            </a:fld>
            <a:endParaRPr lang="en-US"/>
          </a:p>
        </p:txBody>
      </p:sp>
      <p:sp>
        <p:nvSpPr>
          <p:cNvPr id="4" name="Date Placeholder">
            <a:extLst>
              <a:ext uri="{FF2B5EF4-FFF2-40B4-BE49-F238E27FC236}">
                <a16:creationId xmlns:a16="http://schemas.microsoft.com/office/drawing/2014/main" id="{6DECAE16-1D46-ECE2-67B1-B4055F385487}"/>
              </a:ext>
            </a:extLst>
          </p:cNvPr>
          <p:cNvSpPr>
            <a:spLocks noGrp="1"/>
          </p:cNvSpPr>
          <p:nvPr>
            <p:ph type="dt" sz="half" idx="10"/>
          </p:nvPr>
        </p:nvSpPr>
        <p:spPr/>
        <p:txBody>
          <a:bodyPr/>
          <a:lstStyle/>
          <a:p>
            <a:fld id="{162B249C-12B8-4D37-9258-0DDB5513ABCB}" type="datetime1">
              <a:rPr lang="en-US" smtClean="0"/>
              <a:t>9/19/2025</a:t>
            </a:fld>
            <a:endParaRPr lang="en-US"/>
          </a:p>
        </p:txBody>
      </p:sp>
      <p:sp>
        <p:nvSpPr>
          <p:cNvPr id="5" name="Footer Placeholder">
            <a:extLst>
              <a:ext uri="{FF2B5EF4-FFF2-40B4-BE49-F238E27FC236}">
                <a16:creationId xmlns:a16="http://schemas.microsoft.com/office/drawing/2014/main" id="{98E63702-02E0-6C43-ACB9-CF47EDD90CA6}"/>
              </a:ext>
            </a:extLst>
          </p:cNvPr>
          <p:cNvSpPr>
            <a:spLocks noGrp="1"/>
          </p:cNvSpPr>
          <p:nvPr>
            <p:ph type="ftr" sz="quarter" idx="11"/>
          </p:nvPr>
        </p:nvSpPr>
        <p:spPr/>
        <p:txBody>
          <a:bodyPr/>
          <a:lstStyle/>
          <a:p>
            <a:r>
              <a:rPr lang="en-US"/>
              <a:t>Insert footer text here</a:t>
            </a:r>
          </a:p>
        </p:txBody>
      </p:sp>
      <p:sp>
        <p:nvSpPr>
          <p:cNvPr id="3" name="Title 2">
            <a:extLst>
              <a:ext uri="{FF2B5EF4-FFF2-40B4-BE49-F238E27FC236}">
                <a16:creationId xmlns:a16="http://schemas.microsoft.com/office/drawing/2014/main" id="{8EA961CD-5D51-5DAB-76F4-3F2524B3664B}"/>
              </a:ext>
            </a:extLst>
          </p:cNvPr>
          <p:cNvSpPr>
            <a:spLocks noGrp="1"/>
          </p:cNvSpPr>
          <p:nvPr>
            <p:ph type="title"/>
          </p:nvPr>
        </p:nvSpPr>
        <p:spPr>
          <a:xfrm>
            <a:off x="485523" y="382588"/>
            <a:ext cx="11224347" cy="638175"/>
          </a:xfrm>
        </p:spPr>
        <p:txBody>
          <a:bodyPr/>
          <a:lstStyle/>
          <a:p>
            <a:r>
              <a:rPr lang="en-GB"/>
              <a:t>Click to edit Master title style</a:t>
            </a:r>
            <a:endParaRPr lang="en-US"/>
          </a:p>
        </p:txBody>
      </p:sp>
      <p:sp>
        <p:nvSpPr>
          <p:cNvPr id="15" name="Content Placeholder 3">
            <a:extLst>
              <a:ext uri="{FF2B5EF4-FFF2-40B4-BE49-F238E27FC236}">
                <a16:creationId xmlns:a16="http://schemas.microsoft.com/office/drawing/2014/main" id="{3A89EC53-4B4E-25EA-86D3-0A198384FA8D}"/>
              </a:ext>
            </a:extLst>
          </p:cNvPr>
          <p:cNvSpPr>
            <a:spLocks noGrp="1"/>
          </p:cNvSpPr>
          <p:nvPr>
            <p:ph idx="15"/>
          </p:nvPr>
        </p:nvSpPr>
        <p:spPr>
          <a:xfrm>
            <a:off x="9161070" y="1411287"/>
            <a:ext cx="2548800"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2" name="Highlight line 1">
            <a:extLst>
              <a:ext uri="{FF2B5EF4-FFF2-40B4-BE49-F238E27FC236}">
                <a16:creationId xmlns:a16="http://schemas.microsoft.com/office/drawing/2014/main" id="{D8436614-E485-73D8-1866-645F4E1B657B}"/>
              </a:ext>
            </a:extLst>
          </p:cNvPr>
          <p:cNvSpPr>
            <a:spLocks noGrp="1"/>
          </p:cNvSpPr>
          <p:nvPr>
            <p:ph type="dgm" sz="quarter" idx="16" hasCustomPrompt="1"/>
          </p:nvPr>
        </p:nvSpPr>
        <p:spPr>
          <a:xfrm>
            <a:off x="485523" y="1209871"/>
            <a:ext cx="11224347" cy="36000"/>
          </a:xfrm>
          <a:solidFill>
            <a:schemeClr val="tx2"/>
          </a:solidFill>
        </p:spPr>
        <p:txBody>
          <a:bodyPr vert="horz" lIns="0" tIns="0" rIns="0" bIns="0" rtlCol="0" anchor="t" anchorCtr="0">
            <a:noAutofit/>
          </a:bodyPr>
          <a:lstStyle>
            <a:lvl1pPr marL="0" indent="0">
              <a:buNone/>
              <a:defRPr lang="en-US" sz="800" dirty="0"/>
            </a:lvl1pPr>
          </a:lstStyle>
          <a:p>
            <a:pPr marL="252000" lvl="0" indent="-252000"/>
            <a:r>
              <a:rPr lang="en-US"/>
              <a:t> </a:t>
            </a:r>
          </a:p>
        </p:txBody>
      </p:sp>
    </p:spTree>
    <p:extLst>
      <p:ext uri="{BB962C8B-B14F-4D97-AF65-F5344CB8AC3E}">
        <p14:creationId xmlns:p14="http://schemas.microsoft.com/office/powerpoint/2010/main" val="324346742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Eight Content">
    <p:spTree>
      <p:nvGrpSpPr>
        <p:cNvPr id="1" name=""/>
        <p:cNvGrpSpPr/>
        <p:nvPr/>
      </p:nvGrpSpPr>
      <p:grpSpPr>
        <a:xfrm>
          <a:off x="0" y="0"/>
          <a:ext cx="0" cy="0"/>
          <a:chOff x="0" y="0"/>
          <a:chExt cx="0" cy="0"/>
        </a:xfrm>
      </p:grpSpPr>
      <p:sp>
        <p:nvSpPr>
          <p:cNvPr id="7" name="Content Placeholder 1">
            <a:extLst>
              <a:ext uri="{FF2B5EF4-FFF2-40B4-BE49-F238E27FC236}">
                <a16:creationId xmlns:a16="http://schemas.microsoft.com/office/drawing/2014/main" id="{99DD3D67-FDA7-A413-313B-AF74B5AA9F16}"/>
              </a:ext>
            </a:extLst>
          </p:cNvPr>
          <p:cNvSpPr>
            <a:spLocks noGrp="1"/>
          </p:cNvSpPr>
          <p:nvPr>
            <p:ph idx="1"/>
          </p:nvPr>
        </p:nvSpPr>
        <p:spPr>
          <a:xfrm>
            <a:off x="485523" y="1411287"/>
            <a:ext cx="2548800" cy="2219326"/>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2" name="Content Placeholder 2">
            <a:extLst>
              <a:ext uri="{FF2B5EF4-FFF2-40B4-BE49-F238E27FC236}">
                <a16:creationId xmlns:a16="http://schemas.microsoft.com/office/drawing/2014/main" id="{8FDAD40B-6BF1-FD89-F7E7-683D2B6F74A7}"/>
              </a:ext>
            </a:extLst>
          </p:cNvPr>
          <p:cNvSpPr>
            <a:spLocks noGrp="1"/>
          </p:cNvSpPr>
          <p:nvPr>
            <p:ph idx="13"/>
          </p:nvPr>
        </p:nvSpPr>
        <p:spPr>
          <a:xfrm>
            <a:off x="3377455" y="1411287"/>
            <a:ext cx="2548800" cy="2219326"/>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3" name="Content Placeholder 3">
            <a:extLst>
              <a:ext uri="{FF2B5EF4-FFF2-40B4-BE49-F238E27FC236}">
                <a16:creationId xmlns:a16="http://schemas.microsoft.com/office/drawing/2014/main" id="{6A69E41B-F39E-4366-2ADE-0A30A6B7B882}"/>
              </a:ext>
            </a:extLst>
          </p:cNvPr>
          <p:cNvSpPr>
            <a:spLocks noGrp="1"/>
          </p:cNvSpPr>
          <p:nvPr>
            <p:ph idx="14"/>
          </p:nvPr>
        </p:nvSpPr>
        <p:spPr>
          <a:xfrm>
            <a:off x="6269388" y="1411287"/>
            <a:ext cx="2548800" cy="2219326"/>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Slide Number Placeholder">
            <a:extLst>
              <a:ext uri="{FF2B5EF4-FFF2-40B4-BE49-F238E27FC236}">
                <a16:creationId xmlns:a16="http://schemas.microsoft.com/office/drawing/2014/main" id="{E26F7576-DAEE-2232-6A83-201B728CCEEC}"/>
              </a:ext>
            </a:extLst>
          </p:cNvPr>
          <p:cNvSpPr>
            <a:spLocks noGrp="1"/>
          </p:cNvSpPr>
          <p:nvPr>
            <p:ph type="sldNum" sz="quarter" idx="12"/>
          </p:nvPr>
        </p:nvSpPr>
        <p:spPr/>
        <p:txBody>
          <a:bodyPr/>
          <a:lstStyle/>
          <a:p>
            <a:fld id="{94FCA0F3-9F3A-694B-99BB-0E592A797735}" type="slidenum">
              <a:rPr lang="en-US" smtClean="0"/>
              <a:t>‹#›</a:t>
            </a:fld>
            <a:endParaRPr lang="en-US"/>
          </a:p>
        </p:txBody>
      </p:sp>
      <p:sp>
        <p:nvSpPr>
          <p:cNvPr id="4" name="Date Placeholder">
            <a:extLst>
              <a:ext uri="{FF2B5EF4-FFF2-40B4-BE49-F238E27FC236}">
                <a16:creationId xmlns:a16="http://schemas.microsoft.com/office/drawing/2014/main" id="{6DECAE16-1D46-ECE2-67B1-B4055F385487}"/>
              </a:ext>
            </a:extLst>
          </p:cNvPr>
          <p:cNvSpPr>
            <a:spLocks noGrp="1"/>
          </p:cNvSpPr>
          <p:nvPr>
            <p:ph type="dt" sz="half" idx="10"/>
          </p:nvPr>
        </p:nvSpPr>
        <p:spPr/>
        <p:txBody>
          <a:bodyPr/>
          <a:lstStyle/>
          <a:p>
            <a:fld id="{6F9F8BDC-3DB0-46F9-BDF0-F86151EB8B12}" type="datetime1">
              <a:rPr lang="en-US" smtClean="0"/>
              <a:t>9/19/2025</a:t>
            </a:fld>
            <a:endParaRPr lang="en-US"/>
          </a:p>
        </p:txBody>
      </p:sp>
      <p:sp>
        <p:nvSpPr>
          <p:cNvPr id="5" name="Footer Placeholder">
            <a:extLst>
              <a:ext uri="{FF2B5EF4-FFF2-40B4-BE49-F238E27FC236}">
                <a16:creationId xmlns:a16="http://schemas.microsoft.com/office/drawing/2014/main" id="{98E63702-02E0-6C43-ACB9-CF47EDD90CA6}"/>
              </a:ext>
            </a:extLst>
          </p:cNvPr>
          <p:cNvSpPr>
            <a:spLocks noGrp="1"/>
          </p:cNvSpPr>
          <p:nvPr>
            <p:ph type="ftr" sz="quarter" idx="11"/>
          </p:nvPr>
        </p:nvSpPr>
        <p:spPr/>
        <p:txBody>
          <a:bodyPr/>
          <a:lstStyle/>
          <a:p>
            <a:r>
              <a:rPr lang="en-US"/>
              <a:t>Insert footer text here</a:t>
            </a:r>
          </a:p>
        </p:txBody>
      </p:sp>
      <p:sp>
        <p:nvSpPr>
          <p:cNvPr id="3" name="Title 2">
            <a:extLst>
              <a:ext uri="{FF2B5EF4-FFF2-40B4-BE49-F238E27FC236}">
                <a16:creationId xmlns:a16="http://schemas.microsoft.com/office/drawing/2014/main" id="{8EA961CD-5D51-5DAB-76F4-3F2524B3664B}"/>
              </a:ext>
            </a:extLst>
          </p:cNvPr>
          <p:cNvSpPr>
            <a:spLocks noGrp="1"/>
          </p:cNvSpPr>
          <p:nvPr>
            <p:ph type="title"/>
          </p:nvPr>
        </p:nvSpPr>
        <p:spPr>
          <a:xfrm>
            <a:off x="485523" y="382588"/>
            <a:ext cx="11224347" cy="638175"/>
          </a:xfrm>
        </p:spPr>
        <p:txBody>
          <a:bodyPr/>
          <a:lstStyle/>
          <a:p>
            <a:r>
              <a:rPr lang="en-GB"/>
              <a:t>Click to edit Master title style</a:t>
            </a:r>
            <a:endParaRPr lang="en-US"/>
          </a:p>
        </p:txBody>
      </p:sp>
      <p:sp>
        <p:nvSpPr>
          <p:cNvPr id="15" name="Content Placeholder 3">
            <a:extLst>
              <a:ext uri="{FF2B5EF4-FFF2-40B4-BE49-F238E27FC236}">
                <a16:creationId xmlns:a16="http://schemas.microsoft.com/office/drawing/2014/main" id="{3A89EC53-4B4E-25EA-86D3-0A198384FA8D}"/>
              </a:ext>
            </a:extLst>
          </p:cNvPr>
          <p:cNvSpPr>
            <a:spLocks noGrp="1"/>
          </p:cNvSpPr>
          <p:nvPr>
            <p:ph idx="15"/>
          </p:nvPr>
        </p:nvSpPr>
        <p:spPr>
          <a:xfrm>
            <a:off x="9161321" y="1411287"/>
            <a:ext cx="2548800" cy="2219326"/>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2" name="Content Placeholder 1">
            <a:extLst>
              <a:ext uri="{FF2B5EF4-FFF2-40B4-BE49-F238E27FC236}">
                <a16:creationId xmlns:a16="http://schemas.microsoft.com/office/drawing/2014/main" id="{A0091EC5-9CD6-B52C-F192-1D28C197D5EB}"/>
              </a:ext>
            </a:extLst>
          </p:cNvPr>
          <p:cNvSpPr>
            <a:spLocks noGrp="1"/>
          </p:cNvSpPr>
          <p:nvPr>
            <p:ph idx="16"/>
          </p:nvPr>
        </p:nvSpPr>
        <p:spPr>
          <a:xfrm>
            <a:off x="485523" y="3830636"/>
            <a:ext cx="2548800" cy="2219326"/>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6" name="Content Placeholder 2">
            <a:extLst>
              <a:ext uri="{FF2B5EF4-FFF2-40B4-BE49-F238E27FC236}">
                <a16:creationId xmlns:a16="http://schemas.microsoft.com/office/drawing/2014/main" id="{BF5F74F9-864E-3DD7-6291-763A9D830F2E}"/>
              </a:ext>
            </a:extLst>
          </p:cNvPr>
          <p:cNvSpPr>
            <a:spLocks noGrp="1"/>
          </p:cNvSpPr>
          <p:nvPr>
            <p:ph idx="17"/>
          </p:nvPr>
        </p:nvSpPr>
        <p:spPr>
          <a:xfrm>
            <a:off x="3377372" y="3830636"/>
            <a:ext cx="2548800" cy="2219326"/>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7" name="Content Placeholder 3">
            <a:extLst>
              <a:ext uri="{FF2B5EF4-FFF2-40B4-BE49-F238E27FC236}">
                <a16:creationId xmlns:a16="http://schemas.microsoft.com/office/drawing/2014/main" id="{4EC6B6C9-6D62-F36C-8404-9E032EF106E3}"/>
              </a:ext>
            </a:extLst>
          </p:cNvPr>
          <p:cNvSpPr>
            <a:spLocks noGrp="1"/>
          </p:cNvSpPr>
          <p:nvPr>
            <p:ph idx="18"/>
          </p:nvPr>
        </p:nvSpPr>
        <p:spPr>
          <a:xfrm>
            <a:off x="6269221" y="3830636"/>
            <a:ext cx="2548800" cy="2219326"/>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8" name="Content Placeholder 3">
            <a:extLst>
              <a:ext uri="{FF2B5EF4-FFF2-40B4-BE49-F238E27FC236}">
                <a16:creationId xmlns:a16="http://schemas.microsoft.com/office/drawing/2014/main" id="{D7F9E8A1-A5A0-CC6C-3FD8-D24AC966E14B}"/>
              </a:ext>
            </a:extLst>
          </p:cNvPr>
          <p:cNvSpPr>
            <a:spLocks noGrp="1"/>
          </p:cNvSpPr>
          <p:nvPr>
            <p:ph idx="19"/>
          </p:nvPr>
        </p:nvSpPr>
        <p:spPr>
          <a:xfrm>
            <a:off x="9161070" y="3830636"/>
            <a:ext cx="2548800" cy="2219326"/>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8" name="Highlight line 1">
            <a:extLst>
              <a:ext uri="{FF2B5EF4-FFF2-40B4-BE49-F238E27FC236}">
                <a16:creationId xmlns:a16="http://schemas.microsoft.com/office/drawing/2014/main" id="{B4B85666-74E6-3B59-B428-DA6F69438EFB}"/>
              </a:ext>
            </a:extLst>
          </p:cNvPr>
          <p:cNvSpPr>
            <a:spLocks noGrp="1"/>
          </p:cNvSpPr>
          <p:nvPr>
            <p:ph type="dgm" sz="quarter" idx="20" hasCustomPrompt="1"/>
          </p:nvPr>
        </p:nvSpPr>
        <p:spPr>
          <a:xfrm>
            <a:off x="485775" y="1209871"/>
            <a:ext cx="11224347" cy="36000"/>
          </a:xfrm>
          <a:solidFill>
            <a:schemeClr val="tx2"/>
          </a:solidFill>
        </p:spPr>
        <p:txBody>
          <a:bodyPr vert="horz" lIns="0" tIns="0" rIns="0" bIns="0" rtlCol="0" anchor="t" anchorCtr="0">
            <a:noAutofit/>
          </a:bodyPr>
          <a:lstStyle>
            <a:lvl1pPr marL="0" indent="0">
              <a:buNone/>
              <a:defRPr lang="en-US" sz="800" dirty="0"/>
            </a:lvl1pPr>
          </a:lstStyle>
          <a:p>
            <a:pPr marL="252000" lvl="0" indent="-252000"/>
            <a:r>
              <a:rPr lang="en-US"/>
              <a:t> </a:t>
            </a:r>
          </a:p>
        </p:txBody>
      </p:sp>
    </p:spTree>
    <p:extLst>
      <p:ext uri="{BB962C8B-B14F-4D97-AF65-F5344CB8AC3E}">
        <p14:creationId xmlns:p14="http://schemas.microsoft.com/office/powerpoint/2010/main" val="10293104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hree Content with Highlight">
    <p:spTree>
      <p:nvGrpSpPr>
        <p:cNvPr id="1" name=""/>
        <p:cNvGrpSpPr/>
        <p:nvPr/>
      </p:nvGrpSpPr>
      <p:grpSpPr>
        <a:xfrm>
          <a:off x="0" y="0"/>
          <a:ext cx="0" cy="0"/>
          <a:chOff x="0" y="0"/>
          <a:chExt cx="0" cy="0"/>
        </a:xfrm>
      </p:grpSpPr>
      <p:sp>
        <p:nvSpPr>
          <p:cNvPr id="7" name="Content Placeholder 1">
            <a:extLst>
              <a:ext uri="{FF2B5EF4-FFF2-40B4-BE49-F238E27FC236}">
                <a16:creationId xmlns:a16="http://schemas.microsoft.com/office/drawing/2014/main" id="{99DD3D67-FDA7-A413-313B-AF74B5AA9F16}"/>
              </a:ext>
            </a:extLst>
          </p:cNvPr>
          <p:cNvSpPr>
            <a:spLocks noGrp="1"/>
          </p:cNvSpPr>
          <p:nvPr>
            <p:ph idx="1" hasCustomPrompt="1"/>
          </p:nvPr>
        </p:nvSpPr>
        <p:spPr>
          <a:xfrm>
            <a:off x="485521" y="1411287"/>
            <a:ext cx="3571200" cy="4638675"/>
          </a:xfrm>
          <a:solidFill>
            <a:srgbClr val="C4C4CD">
              <a:alpha val="25000"/>
            </a:srgbClr>
          </a:solidFill>
        </p:spPr>
        <p:txBody>
          <a:bodyPr lIns="251999" tIns="180000" rIns="251999" bIns="180000"/>
          <a:lstStyle>
            <a:lvl1pPr>
              <a:defRPr lang="en-GB" dirty="0"/>
            </a:lvl1pPr>
            <a:lvl2pPr>
              <a:defRPr lang="en-GB" dirty="0"/>
            </a:lvl2pPr>
            <a:lvl3pPr>
              <a:defRPr lang="en-GB" dirty="0"/>
            </a:lvl3pPr>
            <a:lvl4pPr>
              <a:defRPr lang="en-GB" dirty="0"/>
            </a:lvl4pPr>
            <a:lvl5pPr>
              <a:defRPr lang="en-US" dirty="0"/>
            </a:lvl5pPr>
          </a:lstStyle>
          <a:p>
            <a:pPr marL="252000" marR="0" lvl="0" indent="-252000" algn="l" defTabSz="914400" rtl="0" eaLnBrk="1" fontAlgn="auto" latinLnBrk="0" hangingPunct="1">
              <a:lnSpc>
                <a:spcPct val="100000"/>
              </a:lnSpc>
              <a:spcBef>
                <a:spcPts val="400"/>
              </a:spcBef>
              <a:spcAft>
                <a:spcPts val="400"/>
              </a:spcAft>
              <a:buClr>
                <a:schemeClr val="tx2"/>
              </a:buClr>
              <a:buSzPct val="100000"/>
              <a:buFont typeface="Wingdings" pitchFamily="2" charset="2"/>
              <a:buChar char="§"/>
              <a:tabLst/>
              <a:defRPr/>
            </a:pPr>
            <a:r>
              <a:rPr lang="en-GB"/>
              <a:t>Only one highlight line should appear. Delete the other two lines.</a:t>
            </a:r>
          </a:p>
          <a:p>
            <a:pPr lvl="1"/>
            <a:r>
              <a:rPr lang="en-GB"/>
              <a:t>Second level</a:t>
            </a:r>
          </a:p>
          <a:p>
            <a:pPr lvl="2"/>
            <a:r>
              <a:rPr lang="en-GB"/>
              <a:t>Third level</a:t>
            </a:r>
          </a:p>
          <a:p>
            <a:pPr lvl="3"/>
            <a:r>
              <a:rPr lang="en-GB"/>
              <a:t>Fourth level</a:t>
            </a:r>
          </a:p>
          <a:p>
            <a:pPr lvl="4"/>
            <a:r>
              <a:rPr lang="en-GB"/>
              <a:t>Fifth level</a:t>
            </a:r>
            <a:endParaRPr lang="en-US"/>
          </a:p>
        </p:txBody>
      </p:sp>
      <p:sp>
        <p:nvSpPr>
          <p:cNvPr id="12" name="Content Placeholder 2">
            <a:extLst>
              <a:ext uri="{FF2B5EF4-FFF2-40B4-BE49-F238E27FC236}">
                <a16:creationId xmlns:a16="http://schemas.microsoft.com/office/drawing/2014/main" id="{8FDAD40B-6BF1-FD89-F7E7-683D2B6F74A7}"/>
              </a:ext>
            </a:extLst>
          </p:cNvPr>
          <p:cNvSpPr>
            <a:spLocks noGrp="1"/>
          </p:cNvSpPr>
          <p:nvPr>
            <p:ph idx="13" hasCustomPrompt="1"/>
          </p:nvPr>
        </p:nvSpPr>
        <p:spPr>
          <a:xfrm>
            <a:off x="4312222" y="1411287"/>
            <a:ext cx="3571200" cy="4638675"/>
          </a:xfrm>
          <a:solidFill>
            <a:srgbClr val="C4C4CD">
              <a:alpha val="25000"/>
            </a:srgbClr>
          </a:solidFill>
        </p:spPr>
        <p:txBody>
          <a:bodyPr lIns="251999" tIns="180000" rIns="251999" bIns="180000"/>
          <a:lstStyle>
            <a:lvl1pPr>
              <a:defRPr lang="en-GB" dirty="0"/>
            </a:lvl1pPr>
            <a:lvl2pPr>
              <a:defRPr lang="en-GB" dirty="0"/>
            </a:lvl2pPr>
            <a:lvl3pPr>
              <a:defRPr lang="en-GB" dirty="0"/>
            </a:lvl3pPr>
            <a:lvl4pPr>
              <a:defRPr lang="en-GB" dirty="0"/>
            </a:lvl4pPr>
            <a:lvl5pPr>
              <a:defRPr lang="en-US" dirty="0"/>
            </a:lvl5pPr>
          </a:lstStyle>
          <a:p>
            <a:pPr marL="252000" marR="0" lvl="0" indent="-252000" algn="l" defTabSz="914400" rtl="0" eaLnBrk="1" fontAlgn="auto" latinLnBrk="0" hangingPunct="1">
              <a:lnSpc>
                <a:spcPct val="100000"/>
              </a:lnSpc>
              <a:spcBef>
                <a:spcPts val="400"/>
              </a:spcBef>
              <a:spcAft>
                <a:spcPts val="400"/>
              </a:spcAft>
              <a:buClr>
                <a:schemeClr val="tx2"/>
              </a:buClr>
              <a:buSzPct val="100000"/>
              <a:buFont typeface="Wingdings" pitchFamily="2" charset="2"/>
              <a:buChar char="§"/>
              <a:tabLst/>
              <a:defRPr/>
            </a:pPr>
            <a:r>
              <a:rPr lang="en-GB"/>
              <a:t>Only one highlight line should appear. Delete the other two lines.</a:t>
            </a:r>
          </a:p>
          <a:p>
            <a:pPr lvl="1"/>
            <a:r>
              <a:rPr lang="en-GB"/>
              <a:t>Second level</a:t>
            </a:r>
          </a:p>
          <a:p>
            <a:pPr lvl="2"/>
            <a:r>
              <a:rPr lang="en-GB"/>
              <a:t>Third level</a:t>
            </a:r>
          </a:p>
          <a:p>
            <a:pPr lvl="3"/>
            <a:r>
              <a:rPr lang="en-GB"/>
              <a:t>Fourth level</a:t>
            </a:r>
          </a:p>
          <a:p>
            <a:pPr lvl="4"/>
            <a:r>
              <a:rPr lang="en-GB"/>
              <a:t>Fifth level</a:t>
            </a:r>
            <a:endParaRPr lang="en-US"/>
          </a:p>
        </p:txBody>
      </p:sp>
      <p:sp>
        <p:nvSpPr>
          <p:cNvPr id="13" name="Content Placeholder 3">
            <a:extLst>
              <a:ext uri="{FF2B5EF4-FFF2-40B4-BE49-F238E27FC236}">
                <a16:creationId xmlns:a16="http://schemas.microsoft.com/office/drawing/2014/main" id="{6A69E41B-F39E-4366-2ADE-0A30A6B7B882}"/>
              </a:ext>
            </a:extLst>
          </p:cNvPr>
          <p:cNvSpPr>
            <a:spLocks noGrp="1"/>
          </p:cNvSpPr>
          <p:nvPr>
            <p:ph idx="14" hasCustomPrompt="1"/>
          </p:nvPr>
        </p:nvSpPr>
        <p:spPr>
          <a:xfrm>
            <a:off x="8138670" y="1411287"/>
            <a:ext cx="3571200" cy="4638675"/>
          </a:xfrm>
          <a:solidFill>
            <a:srgbClr val="C4C4CD">
              <a:alpha val="25000"/>
            </a:srgbClr>
          </a:solidFill>
        </p:spPr>
        <p:txBody>
          <a:bodyPr lIns="251999" tIns="180000" rIns="251999" bIns="180000"/>
          <a:lstStyle>
            <a:lvl1pPr>
              <a:defRPr lang="en-GB" dirty="0"/>
            </a:lvl1pPr>
            <a:lvl2pPr>
              <a:defRPr lang="en-GB" dirty="0"/>
            </a:lvl2pPr>
            <a:lvl3pPr>
              <a:defRPr lang="en-GB" dirty="0"/>
            </a:lvl3pPr>
            <a:lvl4pPr>
              <a:defRPr lang="en-GB" dirty="0"/>
            </a:lvl4pPr>
            <a:lvl5pPr>
              <a:defRPr lang="en-US" dirty="0"/>
            </a:lvl5pPr>
          </a:lstStyle>
          <a:p>
            <a:pPr marL="252000" marR="0" lvl="0" indent="-252000" algn="l" defTabSz="914400" rtl="0" eaLnBrk="1" fontAlgn="auto" latinLnBrk="0" hangingPunct="1">
              <a:lnSpc>
                <a:spcPct val="100000"/>
              </a:lnSpc>
              <a:spcBef>
                <a:spcPts val="400"/>
              </a:spcBef>
              <a:spcAft>
                <a:spcPts val="400"/>
              </a:spcAft>
              <a:buClr>
                <a:schemeClr val="tx2"/>
              </a:buClr>
              <a:buSzPct val="100000"/>
              <a:buFont typeface="Wingdings" pitchFamily="2" charset="2"/>
              <a:buChar char="§"/>
              <a:tabLst/>
              <a:defRPr/>
            </a:pPr>
            <a:r>
              <a:rPr lang="en-GB"/>
              <a:t>Only one highlight line should appear. Delete the other two lines.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Slide Number Placeholder ">
            <a:extLst>
              <a:ext uri="{FF2B5EF4-FFF2-40B4-BE49-F238E27FC236}">
                <a16:creationId xmlns:a16="http://schemas.microsoft.com/office/drawing/2014/main" id="{E26F7576-DAEE-2232-6A83-201B728CCEEC}"/>
              </a:ext>
            </a:extLst>
          </p:cNvPr>
          <p:cNvSpPr>
            <a:spLocks noGrp="1"/>
          </p:cNvSpPr>
          <p:nvPr>
            <p:ph type="sldNum" sz="quarter" idx="12"/>
          </p:nvPr>
        </p:nvSpPr>
        <p:spPr/>
        <p:txBody>
          <a:bodyPr/>
          <a:lstStyle/>
          <a:p>
            <a:fld id="{94FCA0F3-9F3A-694B-99BB-0E592A797735}" type="slidenum">
              <a:rPr lang="en-US" smtClean="0"/>
              <a:t>‹#›</a:t>
            </a:fld>
            <a:endParaRPr lang="en-US"/>
          </a:p>
        </p:txBody>
      </p:sp>
      <p:sp>
        <p:nvSpPr>
          <p:cNvPr id="4" name="Date Placeholder ">
            <a:extLst>
              <a:ext uri="{FF2B5EF4-FFF2-40B4-BE49-F238E27FC236}">
                <a16:creationId xmlns:a16="http://schemas.microsoft.com/office/drawing/2014/main" id="{6DECAE16-1D46-ECE2-67B1-B4055F385487}"/>
              </a:ext>
            </a:extLst>
          </p:cNvPr>
          <p:cNvSpPr>
            <a:spLocks noGrp="1"/>
          </p:cNvSpPr>
          <p:nvPr>
            <p:ph type="dt" sz="half" idx="10"/>
          </p:nvPr>
        </p:nvSpPr>
        <p:spPr/>
        <p:txBody>
          <a:bodyPr/>
          <a:lstStyle/>
          <a:p>
            <a:fld id="{93AE552F-8217-4A2E-ABFA-758C455837B0}" type="datetime1">
              <a:rPr lang="en-US" smtClean="0"/>
              <a:t>9/19/2025</a:t>
            </a:fld>
            <a:endParaRPr lang="en-US"/>
          </a:p>
        </p:txBody>
      </p:sp>
      <p:sp>
        <p:nvSpPr>
          <p:cNvPr id="5" name="Footer Placeholder ">
            <a:extLst>
              <a:ext uri="{FF2B5EF4-FFF2-40B4-BE49-F238E27FC236}">
                <a16:creationId xmlns:a16="http://schemas.microsoft.com/office/drawing/2014/main" id="{98E63702-02E0-6C43-ACB9-CF47EDD90CA6}"/>
              </a:ext>
            </a:extLst>
          </p:cNvPr>
          <p:cNvSpPr>
            <a:spLocks noGrp="1"/>
          </p:cNvSpPr>
          <p:nvPr>
            <p:ph type="ftr" sz="quarter" idx="11"/>
          </p:nvPr>
        </p:nvSpPr>
        <p:spPr/>
        <p:txBody>
          <a:bodyPr/>
          <a:lstStyle/>
          <a:p>
            <a:r>
              <a:rPr lang="en-US"/>
              <a:t>Insert footer text here</a:t>
            </a:r>
          </a:p>
        </p:txBody>
      </p:sp>
      <p:sp>
        <p:nvSpPr>
          <p:cNvPr id="8" name="Highlight line 1">
            <a:extLst>
              <a:ext uri="{FF2B5EF4-FFF2-40B4-BE49-F238E27FC236}">
                <a16:creationId xmlns:a16="http://schemas.microsoft.com/office/drawing/2014/main" id="{E1FBA9F5-4E1E-7157-650F-920396E6BD16}"/>
              </a:ext>
            </a:extLst>
          </p:cNvPr>
          <p:cNvSpPr>
            <a:spLocks noGrp="1"/>
          </p:cNvSpPr>
          <p:nvPr>
            <p:ph type="dgm" sz="quarter" idx="15" hasCustomPrompt="1"/>
          </p:nvPr>
        </p:nvSpPr>
        <p:spPr>
          <a:xfrm>
            <a:off x="485775" y="1411287"/>
            <a:ext cx="3571200" cy="36000"/>
          </a:xfrm>
          <a:solidFill>
            <a:schemeClr val="tx2"/>
          </a:solidFill>
        </p:spPr>
        <p:txBody>
          <a:bodyPr/>
          <a:lstStyle>
            <a:lvl1pPr marL="0" indent="0">
              <a:buNone/>
              <a:defRPr sz="800"/>
            </a:lvl1pPr>
          </a:lstStyle>
          <a:p>
            <a:r>
              <a:rPr lang="en-US"/>
              <a:t> </a:t>
            </a:r>
          </a:p>
        </p:txBody>
      </p:sp>
      <p:sp>
        <p:nvSpPr>
          <p:cNvPr id="9" name="Highlight line 2">
            <a:extLst>
              <a:ext uri="{FF2B5EF4-FFF2-40B4-BE49-F238E27FC236}">
                <a16:creationId xmlns:a16="http://schemas.microsoft.com/office/drawing/2014/main" id="{F0D5216F-CE4B-8B47-FCA1-EA9B01BBAD6B}"/>
              </a:ext>
            </a:extLst>
          </p:cNvPr>
          <p:cNvSpPr>
            <a:spLocks noGrp="1"/>
          </p:cNvSpPr>
          <p:nvPr>
            <p:ph type="dgm" sz="quarter" idx="16" hasCustomPrompt="1"/>
          </p:nvPr>
        </p:nvSpPr>
        <p:spPr>
          <a:xfrm>
            <a:off x="4312222" y="1411287"/>
            <a:ext cx="3571200" cy="36000"/>
          </a:xfrm>
          <a:solidFill>
            <a:schemeClr val="tx2"/>
          </a:solidFill>
        </p:spPr>
        <p:txBody>
          <a:bodyPr/>
          <a:lstStyle>
            <a:lvl1pPr marL="0" indent="0">
              <a:buNone/>
              <a:defRPr sz="800"/>
            </a:lvl1pPr>
          </a:lstStyle>
          <a:p>
            <a:r>
              <a:rPr lang="en-US"/>
              <a:t> </a:t>
            </a:r>
          </a:p>
        </p:txBody>
      </p:sp>
      <p:sp>
        <p:nvSpPr>
          <p:cNvPr id="10" name="Highlight line 3">
            <a:extLst>
              <a:ext uri="{FF2B5EF4-FFF2-40B4-BE49-F238E27FC236}">
                <a16:creationId xmlns:a16="http://schemas.microsoft.com/office/drawing/2014/main" id="{945CF969-2B44-5C5F-B1A2-132B74FE4B46}"/>
              </a:ext>
            </a:extLst>
          </p:cNvPr>
          <p:cNvSpPr>
            <a:spLocks noGrp="1"/>
          </p:cNvSpPr>
          <p:nvPr>
            <p:ph type="dgm" sz="quarter" idx="17" hasCustomPrompt="1"/>
          </p:nvPr>
        </p:nvSpPr>
        <p:spPr>
          <a:xfrm>
            <a:off x="8138670" y="1411287"/>
            <a:ext cx="3571200" cy="36000"/>
          </a:xfrm>
          <a:solidFill>
            <a:schemeClr val="tx2"/>
          </a:solidFill>
        </p:spPr>
        <p:txBody>
          <a:bodyPr/>
          <a:lstStyle>
            <a:lvl1pPr marL="0" indent="0">
              <a:buNone/>
              <a:defRPr sz="800"/>
            </a:lvl1pPr>
          </a:lstStyle>
          <a:p>
            <a:r>
              <a:rPr lang="en-US"/>
              <a:t> </a:t>
            </a:r>
          </a:p>
        </p:txBody>
      </p:sp>
      <p:sp>
        <p:nvSpPr>
          <p:cNvPr id="3" name="Title 2">
            <a:extLst>
              <a:ext uri="{FF2B5EF4-FFF2-40B4-BE49-F238E27FC236}">
                <a16:creationId xmlns:a16="http://schemas.microsoft.com/office/drawing/2014/main" id="{861D1C9E-8438-3A10-53E8-497704D4A0E4}"/>
              </a:ext>
            </a:extLst>
          </p:cNvPr>
          <p:cNvSpPr>
            <a:spLocks noGrp="1"/>
          </p:cNvSpPr>
          <p:nvPr>
            <p:ph type="title"/>
          </p:nvPr>
        </p:nvSpPr>
        <p:spPr>
          <a:xfrm>
            <a:off x="485523" y="382588"/>
            <a:ext cx="11224347" cy="638175"/>
          </a:xfrm>
        </p:spPr>
        <p:txBody>
          <a:bodyPr/>
          <a:lstStyle/>
          <a:p>
            <a:r>
              <a:rPr lang="en-GB"/>
              <a:t>Click to edit Master title style</a:t>
            </a:r>
            <a:endParaRPr lang="en-US"/>
          </a:p>
        </p:txBody>
      </p:sp>
    </p:spTree>
    <p:extLst>
      <p:ext uri="{BB962C8B-B14F-4D97-AF65-F5344CB8AC3E}">
        <p14:creationId xmlns:p14="http://schemas.microsoft.com/office/powerpoint/2010/main" val="282365399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Content and Image">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4922DF48-3559-E7A7-D505-A6D3643BCD33}"/>
              </a:ext>
            </a:extLst>
          </p:cNvPr>
          <p:cNvSpPr>
            <a:spLocks noGrp="1"/>
          </p:cNvSpPr>
          <p:nvPr>
            <p:ph type="dt" sz="half" idx="10"/>
          </p:nvPr>
        </p:nvSpPr>
        <p:spPr/>
        <p:txBody>
          <a:bodyPr/>
          <a:lstStyle/>
          <a:p>
            <a:fld id="{24549893-2D20-4D84-8C55-6DA4425304BB}" type="datetime1">
              <a:rPr lang="en-US" smtClean="0"/>
              <a:t>9/19/2025</a:t>
            </a:fld>
            <a:endParaRPr lang="en-US"/>
          </a:p>
        </p:txBody>
      </p:sp>
      <p:sp>
        <p:nvSpPr>
          <p:cNvPr id="4" name="Footer Placeholder 3">
            <a:extLst>
              <a:ext uri="{FF2B5EF4-FFF2-40B4-BE49-F238E27FC236}">
                <a16:creationId xmlns:a16="http://schemas.microsoft.com/office/drawing/2014/main" id="{84089C7F-B322-1F93-A5AB-0E322FB93D58}"/>
              </a:ext>
            </a:extLst>
          </p:cNvPr>
          <p:cNvSpPr>
            <a:spLocks noGrp="1"/>
          </p:cNvSpPr>
          <p:nvPr>
            <p:ph type="ftr" sz="quarter" idx="11"/>
          </p:nvPr>
        </p:nvSpPr>
        <p:spPr/>
        <p:txBody>
          <a:bodyPr/>
          <a:lstStyle/>
          <a:p>
            <a:r>
              <a:rPr lang="en-US"/>
              <a:t>Insert footer text here</a:t>
            </a:r>
          </a:p>
        </p:txBody>
      </p:sp>
      <p:sp>
        <p:nvSpPr>
          <p:cNvPr id="5" name="Slide Number Placeholder 4">
            <a:extLst>
              <a:ext uri="{FF2B5EF4-FFF2-40B4-BE49-F238E27FC236}">
                <a16:creationId xmlns:a16="http://schemas.microsoft.com/office/drawing/2014/main" id="{0226D098-604F-1C6E-4D3F-56B3EFAD11F7}"/>
              </a:ext>
            </a:extLst>
          </p:cNvPr>
          <p:cNvSpPr>
            <a:spLocks noGrp="1"/>
          </p:cNvSpPr>
          <p:nvPr>
            <p:ph type="sldNum" sz="quarter" idx="12"/>
          </p:nvPr>
        </p:nvSpPr>
        <p:spPr/>
        <p:txBody>
          <a:bodyPr/>
          <a:lstStyle/>
          <a:p>
            <a:fld id="{F1BC30E3-FFE5-4B91-AA19-87A149EBB9EE}" type="slidenum">
              <a:rPr lang="en-GB" smtClean="0"/>
              <a:pPr/>
              <a:t>‹#›</a:t>
            </a:fld>
            <a:endParaRPr lang="en-GB"/>
          </a:p>
        </p:txBody>
      </p:sp>
      <p:sp>
        <p:nvSpPr>
          <p:cNvPr id="7" name="Content Placeholder 2">
            <a:extLst>
              <a:ext uri="{FF2B5EF4-FFF2-40B4-BE49-F238E27FC236}">
                <a16:creationId xmlns:a16="http://schemas.microsoft.com/office/drawing/2014/main" id="{34560AA6-636D-C99A-75CC-1AC2E4A0E42F}"/>
              </a:ext>
            </a:extLst>
          </p:cNvPr>
          <p:cNvSpPr>
            <a:spLocks noGrp="1"/>
          </p:cNvSpPr>
          <p:nvPr>
            <p:ph idx="1"/>
          </p:nvPr>
        </p:nvSpPr>
        <p:spPr>
          <a:xfrm>
            <a:off x="485522" y="1411287"/>
            <a:ext cx="5610479" cy="4638673"/>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0" name="Picture Placeholder 9">
            <a:extLst>
              <a:ext uri="{FF2B5EF4-FFF2-40B4-BE49-F238E27FC236}">
                <a16:creationId xmlns:a16="http://schemas.microsoft.com/office/drawing/2014/main" id="{CD83AEB6-812D-A880-EAD7-47C376F054B5}"/>
              </a:ext>
            </a:extLst>
          </p:cNvPr>
          <p:cNvSpPr>
            <a:spLocks noGrp="1"/>
          </p:cNvSpPr>
          <p:nvPr>
            <p:ph type="pic" sz="quarter" idx="13"/>
          </p:nvPr>
        </p:nvSpPr>
        <p:spPr>
          <a:xfrm>
            <a:off x="6349868" y="0"/>
            <a:ext cx="5842132" cy="6858000"/>
          </a:xfrm>
        </p:spPr>
        <p:txBody>
          <a:bodyPr/>
          <a:lstStyle/>
          <a:p>
            <a:endParaRPr lang="en-US"/>
          </a:p>
        </p:txBody>
      </p:sp>
      <p:sp>
        <p:nvSpPr>
          <p:cNvPr id="2" name="Title 1">
            <a:extLst>
              <a:ext uri="{FF2B5EF4-FFF2-40B4-BE49-F238E27FC236}">
                <a16:creationId xmlns:a16="http://schemas.microsoft.com/office/drawing/2014/main" id="{9B88C567-2561-2AD2-63FE-0886450DCC49}"/>
              </a:ext>
            </a:extLst>
          </p:cNvPr>
          <p:cNvSpPr>
            <a:spLocks noGrp="1"/>
          </p:cNvSpPr>
          <p:nvPr>
            <p:ph type="title"/>
          </p:nvPr>
        </p:nvSpPr>
        <p:spPr>
          <a:xfrm>
            <a:off x="485523" y="382588"/>
            <a:ext cx="5610477" cy="638175"/>
          </a:xfrm>
        </p:spPr>
        <p:txBody>
          <a:bodyPr/>
          <a:lstStyle/>
          <a:p>
            <a:r>
              <a:rPr lang="en-GB"/>
              <a:t>Click to edit Master title style</a:t>
            </a:r>
            <a:endParaRPr lang="en-US"/>
          </a:p>
        </p:txBody>
      </p:sp>
      <p:sp>
        <p:nvSpPr>
          <p:cNvPr id="13" name="SmartArt Placeholder 13">
            <a:extLst>
              <a:ext uri="{FF2B5EF4-FFF2-40B4-BE49-F238E27FC236}">
                <a16:creationId xmlns:a16="http://schemas.microsoft.com/office/drawing/2014/main" id="{36E374FE-EF38-20ED-2BF5-CB693F717A11}"/>
              </a:ext>
            </a:extLst>
          </p:cNvPr>
          <p:cNvSpPr>
            <a:spLocks noGrp="1"/>
          </p:cNvSpPr>
          <p:nvPr>
            <p:ph type="dgm" sz="quarter" idx="28" hasCustomPrompt="1"/>
          </p:nvPr>
        </p:nvSpPr>
        <p:spPr bwMode="black">
          <a:xfrm>
            <a:off x="11623900" y="6276977"/>
            <a:ext cx="346158" cy="126864"/>
          </a:xfrm>
          <a:custGeom>
            <a:avLst/>
            <a:gdLst>
              <a:gd name="connsiteX0" fmla="*/ 346158 w 346158"/>
              <a:gd name="connsiteY0" fmla="*/ 0 h 126864"/>
              <a:gd name="connsiteX1" fmla="*/ 346158 w 346158"/>
              <a:gd name="connsiteY1" fmla="*/ 65245 h 126864"/>
              <a:gd name="connsiteX2" fmla="*/ 0 w 346158"/>
              <a:gd name="connsiteY2" fmla="*/ 126864 h 126864"/>
            </a:gdLst>
            <a:ahLst/>
            <a:cxnLst>
              <a:cxn ang="0">
                <a:pos x="connsiteX0" y="connsiteY0"/>
              </a:cxn>
              <a:cxn ang="0">
                <a:pos x="connsiteX1" y="connsiteY1"/>
              </a:cxn>
              <a:cxn ang="0">
                <a:pos x="connsiteX2" y="connsiteY2"/>
              </a:cxn>
            </a:cxnLst>
            <a:rect l="l" t="t" r="r" b="b"/>
            <a:pathLst>
              <a:path w="346158" h="126864">
                <a:moveTo>
                  <a:pt x="346158" y="0"/>
                </a:moveTo>
                <a:lnTo>
                  <a:pt x="346158" y="65245"/>
                </a:lnTo>
                <a:lnTo>
                  <a:pt x="0" y="126864"/>
                </a:lnTo>
                <a:close/>
              </a:path>
            </a:pathLst>
          </a:custGeom>
          <a:solidFill>
            <a:schemeClr val="tx2"/>
          </a:solidFill>
        </p:spPr>
        <p:txBody>
          <a:bodyPr wrap="square">
            <a:noAutofit/>
          </a:bodyPr>
          <a:lstStyle>
            <a:lvl1pPr marL="0" indent="0">
              <a:buFont typeface="Arial" panose="020B0604020202020204" pitchFamily="34" charset="0"/>
              <a:buNone/>
              <a:defRPr sz="800"/>
            </a:lvl1pPr>
          </a:lstStyle>
          <a:p>
            <a:r>
              <a:rPr lang="en-US"/>
              <a:t> </a:t>
            </a:r>
          </a:p>
        </p:txBody>
      </p:sp>
      <p:sp>
        <p:nvSpPr>
          <p:cNvPr id="14" name="SmartArt Placeholder 14">
            <a:extLst>
              <a:ext uri="{FF2B5EF4-FFF2-40B4-BE49-F238E27FC236}">
                <a16:creationId xmlns:a16="http://schemas.microsoft.com/office/drawing/2014/main" id="{E7A756FE-60E8-9B30-EBA2-BFCA0731818E}"/>
              </a:ext>
            </a:extLst>
          </p:cNvPr>
          <p:cNvSpPr>
            <a:spLocks noGrp="1"/>
          </p:cNvSpPr>
          <p:nvPr>
            <p:ph type="dgm" sz="quarter" idx="29" hasCustomPrompt="1"/>
          </p:nvPr>
        </p:nvSpPr>
        <p:spPr bwMode="black">
          <a:xfrm>
            <a:off x="11625712" y="6456399"/>
            <a:ext cx="291788" cy="175797"/>
          </a:xfrm>
          <a:custGeom>
            <a:avLst/>
            <a:gdLst>
              <a:gd name="connsiteX0" fmla="*/ 117803 w 291788"/>
              <a:gd name="connsiteY0" fmla="*/ 0 h 175797"/>
              <a:gd name="connsiteX1" fmla="*/ 175798 w 291788"/>
              <a:gd name="connsiteY1" fmla="*/ 0 h 175797"/>
              <a:gd name="connsiteX2" fmla="*/ 204796 w 291788"/>
              <a:gd name="connsiteY2" fmla="*/ 57995 h 175797"/>
              <a:gd name="connsiteX3" fmla="*/ 233793 w 291788"/>
              <a:gd name="connsiteY3" fmla="*/ 0 h 175797"/>
              <a:gd name="connsiteX4" fmla="*/ 291788 w 291788"/>
              <a:gd name="connsiteY4" fmla="*/ 0 h 175797"/>
              <a:gd name="connsiteX5" fmla="*/ 230168 w 291788"/>
              <a:gd name="connsiteY5" fmla="*/ 105116 h 175797"/>
              <a:gd name="connsiteX6" fmla="*/ 230168 w 291788"/>
              <a:gd name="connsiteY6" fmla="*/ 175797 h 175797"/>
              <a:gd name="connsiteX7" fmla="*/ 177610 w 291788"/>
              <a:gd name="connsiteY7" fmla="*/ 175797 h 175797"/>
              <a:gd name="connsiteX8" fmla="*/ 177610 w 291788"/>
              <a:gd name="connsiteY8" fmla="*/ 105116 h 175797"/>
              <a:gd name="connsiteX9" fmla="*/ 0 w 291788"/>
              <a:gd name="connsiteY9" fmla="*/ 0 h 175797"/>
              <a:gd name="connsiteX10" fmla="*/ 99679 w 291788"/>
              <a:gd name="connsiteY10" fmla="*/ 0 h 175797"/>
              <a:gd name="connsiteX11" fmla="*/ 123240 w 291788"/>
              <a:gd name="connsiteY11" fmla="*/ 39872 h 175797"/>
              <a:gd name="connsiteX12" fmla="*/ 54370 w 291788"/>
              <a:gd name="connsiteY12" fmla="*/ 39872 h 175797"/>
              <a:gd name="connsiteX13" fmla="*/ 54370 w 291788"/>
              <a:gd name="connsiteY13" fmla="*/ 68869 h 175797"/>
              <a:gd name="connsiteX14" fmla="*/ 117802 w 291788"/>
              <a:gd name="connsiteY14" fmla="*/ 68869 h 175797"/>
              <a:gd name="connsiteX15" fmla="*/ 117802 w 291788"/>
              <a:gd name="connsiteY15" fmla="*/ 105116 h 175797"/>
              <a:gd name="connsiteX16" fmla="*/ 54370 w 291788"/>
              <a:gd name="connsiteY16" fmla="*/ 105116 h 175797"/>
              <a:gd name="connsiteX17" fmla="*/ 54370 w 291788"/>
              <a:gd name="connsiteY17" fmla="*/ 134113 h 175797"/>
              <a:gd name="connsiteX18" fmla="*/ 141363 w 291788"/>
              <a:gd name="connsiteY18" fmla="*/ 134113 h 175797"/>
              <a:gd name="connsiteX19" fmla="*/ 141363 w 291788"/>
              <a:gd name="connsiteY19" fmla="*/ 175797 h 175797"/>
              <a:gd name="connsiteX20" fmla="*/ 0 w 291788"/>
              <a:gd name="connsiteY20" fmla="*/ 175797 h 17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1788" h="175797">
                <a:moveTo>
                  <a:pt x="117803" y="0"/>
                </a:moveTo>
                <a:lnTo>
                  <a:pt x="175798" y="0"/>
                </a:lnTo>
                <a:lnTo>
                  <a:pt x="204796" y="57995"/>
                </a:lnTo>
                <a:lnTo>
                  <a:pt x="233793" y="0"/>
                </a:lnTo>
                <a:lnTo>
                  <a:pt x="291788" y="0"/>
                </a:lnTo>
                <a:lnTo>
                  <a:pt x="230168" y="105116"/>
                </a:lnTo>
                <a:lnTo>
                  <a:pt x="230168" y="175797"/>
                </a:lnTo>
                <a:lnTo>
                  <a:pt x="177610" y="175797"/>
                </a:lnTo>
                <a:lnTo>
                  <a:pt x="177610" y="105116"/>
                </a:lnTo>
                <a:close/>
                <a:moveTo>
                  <a:pt x="0" y="0"/>
                </a:moveTo>
                <a:lnTo>
                  <a:pt x="99679" y="0"/>
                </a:lnTo>
                <a:lnTo>
                  <a:pt x="123240" y="39872"/>
                </a:lnTo>
                <a:lnTo>
                  <a:pt x="54370" y="39872"/>
                </a:lnTo>
                <a:lnTo>
                  <a:pt x="54370" y="68869"/>
                </a:lnTo>
                <a:lnTo>
                  <a:pt x="117802" y="68869"/>
                </a:lnTo>
                <a:lnTo>
                  <a:pt x="117802" y="105116"/>
                </a:lnTo>
                <a:lnTo>
                  <a:pt x="54370" y="105116"/>
                </a:lnTo>
                <a:lnTo>
                  <a:pt x="54370" y="134113"/>
                </a:lnTo>
                <a:lnTo>
                  <a:pt x="141363" y="134113"/>
                </a:lnTo>
                <a:lnTo>
                  <a:pt x="141363" y="175797"/>
                </a:lnTo>
                <a:lnTo>
                  <a:pt x="0" y="175797"/>
                </a:lnTo>
                <a:close/>
              </a:path>
            </a:pathLst>
          </a:custGeom>
          <a:solidFill>
            <a:schemeClr val="bg2"/>
          </a:solidFill>
        </p:spPr>
        <p:txBody>
          <a:bodyPr wrap="square">
            <a:noAutofit/>
          </a:bodyPr>
          <a:lstStyle>
            <a:lvl1pPr marL="0" indent="0">
              <a:buFont typeface="Arial" panose="020B0604020202020204" pitchFamily="34" charset="0"/>
              <a:buNone/>
              <a:defRPr sz="800"/>
            </a:lvl1pPr>
          </a:lstStyle>
          <a:p>
            <a:r>
              <a:rPr lang="en-US"/>
              <a:t> </a:t>
            </a:r>
          </a:p>
        </p:txBody>
      </p:sp>
    </p:spTree>
    <p:extLst>
      <p:ext uri="{BB962C8B-B14F-4D97-AF65-F5344CB8AC3E}">
        <p14:creationId xmlns:p14="http://schemas.microsoft.com/office/powerpoint/2010/main" val="51642062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Two Content and Image">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4922DF48-3559-E7A7-D505-A6D3643BCD33}"/>
              </a:ext>
            </a:extLst>
          </p:cNvPr>
          <p:cNvSpPr>
            <a:spLocks noGrp="1"/>
          </p:cNvSpPr>
          <p:nvPr>
            <p:ph type="dt" sz="half" idx="10"/>
          </p:nvPr>
        </p:nvSpPr>
        <p:spPr/>
        <p:txBody>
          <a:bodyPr/>
          <a:lstStyle/>
          <a:p>
            <a:fld id="{92CCA7CB-6758-4116-9FAD-05370328B49A}" type="datetime1">
              <a:rPr lang="en-US" smtClean="0"/>
              <a:t>9/19/2025</a:t>
            </a:fld>
            <a:endParaRPr lang="en-US"/>
          </a:p>
        </p:txBody>
      </p:sp>
      <p:sp>
        <p:nvSpPr>
          <p:cNvPr id="4" name="Footer Placeholder 3">
            <a:extLst>
              <a:ext uri="{FF2B5EF4-FFF2-40B4-BE49-F238E27FC236}">
                <a16:creationId xmlns:a16="http://schemas.microsoft.com/office/drawing/2014/main" id="{84089C7F-B322-1F93-A5AB-0E322FB93D58}"/>
              </a:ext>
            </a:extLst>
          </p:cNvPr>
          <p:cNvSpPr>
            <a:spLocks noGrp="1"/>
          </p:cNvSpPr>
          <p:nvPr>
            <p:ph type="ftr" sz="quarter" idx="11"/>
          </p:nvPr>
        </p:nvSpPr>
        <p:spPr/>
        <p:txBody>
          <a:bodyPr/>
          <a:lstStyle/>
          <a:p>
            <a:r>
              <a:rPr lang="en-US"/>
              <a:t>Insert footer text here</a:t>
            </a:r>
          </a:p>
        </p:txBody>
      </p:sp>
      <p:sp>
        <p:nvSpPr>
          <p:cNvPr id="5" name="Slide Number Placeholder 4">
            <a:extLst>
              <a:ext uri="{FF2B5EF4-FFF2-40B4-BE49-F238E27FC236}">
                <a16:creationId xmlns:a16="http://schemas.microsoft.com/office/drawing/2014/main" id="{0226D098-604F-1C6E-4D3F-56B3EFAD11F7}"/>
              </a:ext>
            </a:extLst>
          </p:cNvPr>
          <p:cNvSpPr>
            <a:spLocks noGrp="1"/>
          </p:cNvSpPr>
          <p:nvPr>
            <p:ph type="sldNum" sz="quarter" idx="12"/>
          </p:nvPr>
        </p:nvSpPr>
        <p:spPr/>
        <p:txBody>
          <a:bodyPr/>
          <a:lstStyle/>
          <a:p>
            <a:fld id="{F1BC30E3-FFE5-4B91-AA19-87A149EBB9EE}" type="slidenum">
              <a:rPr lang="en-GB" smtClean="0"/>
              <a:pPr/>
              <a:t>‹#›</a:t>
            </a:fld>
            <a:endParaRPr lang="en-GB"/>
          </a:p>
        </p:txBody>
      </p:sp>
      <p:sp>
        <p:nvSpPr>
          <p:cNvPr id="7" name="Content Placeholder 2">
            <a:extLst>
              <a:ext uri="{FF2B5EF4-FFF2-40B4-BE49-F238E27FC236}">
                <a16:creationId xmlns:a16="http://schemas.microsoft.com/office/drawing/2014/main" id="{34560AA6-636D-C99A-75CC-1AC2E4A0E42F}"/>
              </a:ext>
            </a:extLst>
          </p:cNvPr>
          <p:cNvSpPr>
            <a:spLocks noGrp="1"/>
          </p:cNvSpPr>
          <p:nvPr>
            <p:ph idx="1"/>
          </p:nvPr>
        </p:nvSpPr>
        <p:spPr>
          <a:xfrm>
            <a:off x="485523" y="1411287"/>
            <a:ext cx="3568952"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0" name="Picture Placeholder 9">
            <a:extLst>
              <a:ext uri="{FF2B5EF4-FFF2-40B4-BE49-F238E27FC236}">
                <a16:creationId xmlns:a16="http://schemas.microsoft.com/office/drawing/2014/main" id="{CD83AEB6-812D-A880-EAD7-47C376F054B5}"/>
              </a:ext>
            </a:extLst>
          </p:cNvPr>
          <p:cNvSpPr>
            <a:spLocks noGrp="1"/>
          </p:cNvSpPr>
          <p:nvPr>
            <p:ph type="pic" sz="quarter" idx="13"/>
          </p:nvPr>
        </p:nvSpPr>
        <p:spPr>
          <a:xfrm>
            <a:off x="8389938" y="0"/>
            <a:ext cx="3802061" cy="6858000"/>
          </a:xfrm>
        </p:spPr>
        <p:txBody>
          <a:bodyPr/>
          <a:lstStyle/>
          <a:p>
            <a:endParaRPr lang="en-US"/>
          </a:p>
        </p:txBody>
      </p:sp>
      <p:sp>
        <p:nvSpPr>
          <p:cNvPr id="6" name="Content Placeholder 2">
            <a:extLst>
              <a:ext uri="{FF2B5EF4-FFF2-40B4-BE49-F238E27FC236}">
                <a16:creationId xmlns:a16="http://schemas.microsoft.com/office/drawing/2014/main" id="{E4D119AB-28F4-6336-28B6-59438D27F156}"/>
              </a:ext>
            </a:extLst>
          </p:cNvPr>
          <p:cNvSpPr>
            <a:spLocks noGrp="1"/>
          </p:cNvSpPr>
          <p:nvPr>
            <p:ph idx="30"/>
          </p:nvPr>
        </p:nvSpPr>
        <p:spPr>
          <a:xfrm>
            <a:off x="4311524" y="1411287"/>
            <a:ext cx="3568952"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8" name="Title 7">
            <a:extLst>
              <a:ext uri="{FF2B5EF4-FFF2-40B4-BE49-F238E27FC236}">
                <a16:creationId xmlns:a16="http://schemas.microsoft.com/office/drawing/2014/main" id="{79361665-A619-0AEE-E8F0-5711C7980200}"/>
              </a:ext>
            </a:extLst>
          </p:cNvPr>
          <p:cNvSpPr>
            <a:spLocks noGrp="1"/>
          </p:cNvSpPr>
          <p:nvPr>
            <p:ph type="title"/>
          </p:nvPr>
        </p:nvSpPr>
        <p:spPr>
          <a:xfrm>
            <a:off x="485523" y="382588"/>
            <a:ext cx="7394953" cy="638175"/>
          </a:xfrm>
        </p:spPr>
        <p:txBody>
          <a:bodyPr/>
          <a:lstStyle/>
          <a:p>
            <a:r>
              <a:rPr lang="en-GB"/>
              <a:t>Click to edit Master title style</a:t>
            </a:r>
            <a:endParaRPr lang="en-US"/>
          </a:p>
        </p:txBody>
      </p:sp>
      <p:sp>
        <p:nvSpPr>
          <p:cNvPr id="13" name="SmartArt Placeholder 13">
            <a:extLst>
              <a:ext uri="{FF2B5EF4-FFF2-40B4-BE49-F238E27FC236}">
                <a16:creationId xmlns:a16="http://schemas.microsoft.com/office/drawing/2014/main" id="{4810EDA4-155A-A258-0118-EFE8D82F818C}"/>
              </a:ext>
            </a:extLst>
          </p:cNvPr>
          <p:cNvSpPr>
            <a:spLocks noGrp="1"/>
          </p:cNvSpPr>
          <p:nvPr>
            <p:ph type="dgm" sz="quarter" idx="28" hasCustomPrompt="1"/>
          </p:nvPr>
        </p:nvSpPr>
        <p:spPr bwMode="black">
          <a:xfrm>
            <a:off x="11623900" y="6276977"/>
            <a:ext cx="346158" cy="126864"/>
          </a:xfrm>
          <a:custGeom>
            <a:avLst/>
            <a:gdLst>
              <a:gd name="connsiteX0" fmla="*/ 346158 w 346158"/>
              <a:gd name="connsiteY0" fmla="*/ 0 h 126864"/>
              <a:gd name="connsiteX1" fmla="*/ 346158 w 346158"/>
              <a:gd name="connsiteY1" fmla="*/ 65245 h 126864"/>
              <a:gd name="connsiteX2" fmla="*/ 0 w 346158"/>
              <a:gd name="connsiteY2" fmla="*/ 126864 h 126864"/>
            </a:gdLst>
            <a:ahLst/>
            <a:cxnLst>
              <a:cxn ang="0">
                <a:pos x="connsiteX0" y="connsiteY0"/>
              </a:cxn>
              <a:cxn ang="0">
                <a:pos x="connsiteX1" y="connsiteY1"/>
              </a:cxn>
              <a:cxn ang="0">
                <a:pos x="connsiteX2" y="connsiteY2"/>
              </a:cxn>
            </a:cxnLst>
            <a:rect l="l" t="t" r="r" b="b"/>
            <a:pathLst>
              <a:path w="346158" h="126864">
                <a:moveTo>
                  <a:pt x="346158" y="0"/>
                </a:moveTo>
                <a:lnTo>
                  <a:pt x="346158" y="65245"/>
                </a:lnTo>
                <a:lnTo>
                  <a:pt x="0" y="126864"/>
                </a:lnTo>
                <a:close/>
              </a:path>
            </a:pathLst>
          </a:custGeom>
          <a:solidFill>
            <a:schemeClr val="tx2"/>
          </a:solidFill>
        </p:spPr>
        <p:txBody>
          <a:bodyPr wrap="square">
            <a:noAutofit/>
          </a:bodyPr>
          <a:lstStyle>
            <a:lvl1pPr marL="0" indent="0">
              <a:buFont typeface="Arial" panose="020B0604020202020204" pitchFamily="34" charset="0"/>
              <a:buNone/>
              <a:defRPr sz="800"/>
            </a:lvl1pPr>
          </a:lstStyle>
          <a:p>
            <a:r>
              <a:rPr lang="en-US"/>
              <a:t> </a:t>
            </a:r>
          </a:p>
        </p:txBody>
      </p:sp>
      <p:sp>
        <p:nvSpPr>
          <p:cNvPr id="14" name="SmartArt Placeholder 14">
            <a:extLst>
              <a:ext uri="{FF2B5EF4-FFF2-40B4-BE49-F238E27FC236}">
                <a16:creationId xmlns:a16="http://schemas.microsoft.com/office/drawing/2014/main" id="{FDFC33E0-8D2C-02F1-3F63-6C8E60CA183B}"/>
              </a:ext>
            </a:extLst>
          </p:cNvPr>
          <p:cNvSpPr>
            <a:spLocks noGrp="1"/>
          </p:cNvSpPr>
          <p:nvPr>
            <p:ph type="dgm" sz="quarter" idx="29" hasCustomPrompt="1"/>
          </p:nvPr>
        </p:nvSpPr>
        <p:spPr bwMode="black">
          <a:xfrm>
            <a:off x="11625712" y="6456399"/>
            <a:ext cx="291788" cy="175797"/>
          </a:xfrm>
          <a:custGeom>
            <a:avLst/>
            <a:gdLst>
              <a:gd name="connsiteX0" fmla="*/ 117803 w 291788"/>
              <a:gd name="connsiteY0" fmla="*/ 0 h 175797"/>
              <a:gd name="connsiteX1" fmla="*/ 175798 w 291788"/>
              <a:gd name="connsiteY1" fmla="*/ 0 h 175797"/>
              <a:gd name="connsiteX2" fmla="*/ 204796 w 291788"/>
              <a:gd name="connsiteY2" fmla="*/ 57995 h 175797"/>
              <a:gd name="connsiteX3" fmla="*/ 233793 w 291788"/>
              <a:gd name="connsiteY3" fmla="*/ 0 h 175797"/>
              <a:gd name="connsiteX4" fmla="*/ 291788 w 291788"/>
              <a:gd name="connsiteY4" fmla="*/ 0 h 175797"/>
              <a:gd name="connsiteX5" fmla="*/ 230168 w 291788"/>
              <a:gd name="connsiteY5" fmla="*/ 105116 h 175797"/>
              <a:gd name="connsiteX6" fmla="*/ 230168 w 291788"/>
              <a:gd name="connsiteY6" fmla="*/ 175797 h 175797"/>
              <a:gd name="connsiteX7" fmla="*/ 177610 w 291788"/>
              <a:gd name="connsiteY7" fmla="*/ 175797 h 175797"/>
              <a:gd name="connsiteX8" fmla="*/ 177610 w 291788"/>
              <a:gd name="connsiteY8" fmla="*/ 105116 h 175797"/>
              <a:gd name="connsiteX9" fmla="*/ 0 w 291788"/>
              <a:gd name="connsiteY9" fmla="*/ 0 h 175797"/>
              <a:gd name="connsiteX10" fmla="*/ 99679 w 291788"/>
              <a:gd name="connsiteY10" fmla="*/ 0 h 175797"/>
              <a:gd name="connsiteX11" fmla="*/ 123240 w 291788"/>
              <a:gd name="connsiteY11" fmla="*/ 39872 h 175797"/>
              <a:gd name="connsiteX12" fmla="*/ 54370 w 291788"/>
              <a:gd name="connsiteY12" fmla="*/ 39872 h 175797"/>
              <a:gd name="connsiteX13" fmla="*/ 54370 w 291788"/>
              <a:gd name="connsiteY13" fmla="*/ 68869 h 175797"/>
              <a:gd name="connsiteX14" fmla="*/ 117802 w 291788"/>
              <a:gd name="connsiteY14" fmla="*/ 68869 h 175797"/>
              <a:gd name="connsiteX15" fmla="*/ 117802 w 291788"/>
              <a:gd name="connsiteY15" fmla="*/ 105116 h 175797"/>
              <a:gd name="connsiteX16" fmla="*/ 54370 w 291788"/>
              <a:gd name="connsiteY16" fmla="*/ 105116 h 175797"/>
              <a:gd name="connsiteX17" fmla="*/ 54370 w 291788"/>
              <a:gd name="connsiteY17" fmla="*/ 134113 h 175797"/>
              <a:gd name="connsiteX18" fmla="*/ 141363 w 291788"/>
              <a:gd name="connsiteY18" fmla="*/ 134113 h 175797"/>
              <a:gd name="connsiteX19" fmla="*/ 141363 w 291788"/>
              <a:gd name="connsiteY19" fmla="*/ 175797 h 175797"/>
              <a:gd name="connsiteX20" fmla="*/ 0 w 291788"/>
              <a:gd name="connsiteY20" fmla="*/ 175797 h 17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1788" h="175797">
                <a:moveTo>
                  <a:pt x="117803" y="0"/>
                </a:moveTo>
                <a:lnTo>
                  <a:pt x="175798" y="0"/>
                </a:lnTo>
                <a:lnTo>
                  <a:pt x="204796" y="57995"/>
                </a:lnTo>
                <a:lnTo>
                  <a:pt x="233793" y="0"/>
                </a:lnTo>
                <a:lnTo>
                  <a:pt x="291788" y="0"/>
                </a:lnTo>
                <a:lnTo>
                  <a:pt x="230168" y="105116"/>
                </a:lnTo>
                <a:lnTo>
                  <a:pt x="230168" y="175797"/>
                </a:lnTo>
                <a:lnTo>
                  <a:pt x="177610" y="175797"/>
                </a:lnTo>
                <a:lnTo>
                  <a:pt x="177610" y="105116"/>
                </a:lnTo>
                <a:close/>
                <a:moveTo>
                  <a:pt x="0" y="0"/>
                </a:moveTo>
                <a:lnTo>
                  <a:pt x="99679" y="0"/>
                </a:lnTo>
                <a:lnTo>
                  <a:pt x="123240" y="39872"/>
                </a:lnTo>
                <a:lnTo>
                  <a:pt x="54370" y="39872"/>
                </a:lnTo>
                <a:lnTo>
                  <a:pt x="54370" y="68869"/>
                </a:lnTo>
                <a:lnTo>
                  <a:pt x="117802" y="68869"/>
                </a:lnTo>
                <a:lnTo>
                  <a:pt x="117802" y="105116"/>
                </a:lnTo>
                <a:lnTo>
                  <a:pt x="54370" y="105116"/>
                </a:lnTo>
                <a:lnTo>
                  <a:pt x="54370" y="134113"/>
                </a:lnTo>
                <a:lnTo>
                  <a:pt x="141363" y="134113"/>
                </a:lnTo>
                <a:lnTo>
                  <a:pt x="141363" y="175797"/>
                </a:lnTo>
                <a:lnTo>
                  <a:pt x="0" y="175797"/>
                </a:lnTo>
                <a:close/>
              </a:path>
            </a:pathLst>
          </a:custGeom>
          <a:solidFill>
            <a:schemeClr val="bg2"/>
          </a:solidFill>
        </p:spPr>
        <p:txBody>
          <a:bodyPr wrap="square">
            <a:noAutofit/>
          </a:bodyPr>
          <a:lstStyle>
            <a:lvl1pPr marL="0" indent="0">
              <a:buFont typeface="Arial" panose="020B0604020202020204" pitchFamily="34" charset="0"/>
              <a:buNone/>
              <a:defRPr sz="800"/>
            </a:lvl1pPr>
          </a:lstStyle>
          <a:p>
            <a:r>
              <a:rPr lang="en-US"/>
              <a:t> </a:t>
            </a:r>
          </a:p>
        </p:txBody>
      </p:sp>
    </p:spTree>
    <p:extLst>
      <p:ext uri="{BB962C8B-B14F-4D97-AF65-F5344CB8AC3E}">
        <p14:creationId xmlns:p14="http://schemas.microsoft.com/office/powerpoint/2010/main" val="392204069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Three Content and Image">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4922DF48-3559-E7A7-D505-A6D3643BCD33}"/>
              </a:ext>
            </a:extLst>
          </p:cNvPr>
          <p:cNvSpPr>
            <a:spLocks noGrp="1"/>
          </p:cNvSpPr>
          <p:nvPr>
            <p:ph type="dt" sz="half" idx="10"/>
          </p:nvPr>
        </p:nvSpPr>
        <p:spPr/>
        <p:txBody>
          <a:bodyPr/>
          <a:lstStyle/>
          <a:p>
            <a:fld id="{02FF8B22-1840-4A49-8C89-591CF2DB1B0A}" type="datetime1">
              <a:rPr lang="en-US" smtClean="0"/>
              <a:t>9/19/2025</a:t>
            </a:fld>
            <a:endParaRPr lang="en-US"/>
          </a:p>
        </p:txBody>
      </p:sp>
      <p:sp>
        <p:nvSpPr>
          <p:cNvPr id="4" name="Footer Placeholder 3">
            <a:extLst>
              <a:ext uri="{FF2B5EF4-FFF2-40B4-BE49-F238E27FC236}">
                <a16:creationId xmlns:a16="http://schemas.microsoft.com/office/drawing/2014/main" id="{84089C7F-B322-1F93-A5AB-0E322FB93D58}"/>
              </a:ext>
            </a:extLst>
          </p:cNvPr>
          <p:cNvSpPr>
            <a:spLocks noGrp="1"/>
          </p:cNvSpPr>
          <p:nvPr>
            <p:ph type="ftr" sz="quarter" idx="11"/>
          </p:nvPr>
        </p:nvSpPr>
        <p:spPr/>
        <p:txBody>
          <a:bodyPr/>
          <a:lstStyle/>
          <a:p>
            <a:r>
              <a:rPr lang="en-US"/>
              <a:t>Insert footer text here</a:t>
            </a:r>
          </a:p>
        </p:txBody>
      </p:sp>
      <p:sp>
        <p:nvSpPr>
          <p:cNvPr id="5" name="Slide Number Placeholder 4">
            <a:extLst>
              <a:ext uri="{FF2B5EF4-FFF2-40B4-BE49-F238E27FC236}">
                <a16:creationId xmlns:a16="http://schemas.microsoft.com/office/drawing/2014/main" id="{0226D098-604F-1C6E-4D3F-56B3EFAD11F7}"/>
              </a:ext>
            </a:extLst>
          </p:cNvPr>
          <p:cNvSpPr>
            <a:spLocks noGrp="1"/>
          </p:cNvSpPr>
          <p:nvPr>
            <p:ph type="sldNum" sz="quarter" idx="12"/>
          </p:nvPr>
        </p:nvSpPr>
        <p:spPr/>
        <p:txBody>
          <a:bodyPr/>
          <a:lstStyle/>
          <a:p>
            <a:fld id="{F1BC30E3-FFE5-4B91-AA19-87A149EBB9EE}" type="slidenum">
              <a:rPr lang="en-GB" smtClean="0"/>
              <a:pPr/>
              <a:t>‹#›</a:t>
            </a:fld>
            <a:endParaRPr lang="en-GB"/>
          </a:p>
        </p:txBody>
      </p:sp>
      <p:sp>
        <p:nvSpPr>
          <p:cNvPr id="7" name="Content Placeholder 2">
            <a:extLst>
              <a:ext uri="{FF2B5EF4-FFF2-40B4-BE49-F238E27FC236}">
                <a16:creationId xmlns:a16="http://schemas.microsoft.com/office/drawing/2014/main" id="{34560AA6-636D-C99A-75CC-1AC2E4A0E42F}"/>
              </a:ext>
            </a:extLst>
          </p:cNvPr>
          <p:cNvSpPr>
            <a:spLocks noGrp="1"/>
          </p:cNvSpPr>
          <p:nvPr>
            <p:ph idx="1"/>
          </p:nvPr>
        </p:nvSpPr>
        <p:spPr>
          <a:xfrm>
            <a:off x="485523" y="1411287"/>
            <a:ext cx="2549777"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0" name="Picture Placeholder 9">
            <a:extLst>
              <a:ext uri="{FF2B5EF4-FFF2-40B4-BE49-F238E27FC236}">
                <a16:creationId xmlns:a16="http://schemas.microsoft.com/office/drawing/2014/main" id="{CD83AEB6-812D-A880-EAD7-47C376F054B5}"/>
              </a:ext>
            </a:extLst>
          </p:cNvPr>
          <p:cNvSpPr>
            <a:spLocks noGrp="1"/>
          </p:cNvSpPr>
          <p:nvPr>
            <p:ph type="pic" sz="quarter" idx="13"/>
          </p:nvPr>
        </p:nvSpPr>
        <p:spPr>
          <a:xfrm>
            <a:off x="9155113" y="0"/>
            <a:ext cx="3036886" cy="6858000"/>
          </a:xfrm>
        </p:spPr>
        <p:txBody>
          <a:bodyPr/>
          <a:lstStyle/>
          <a:p>
            <a:endParaRPr lang="en-US"/>
          </a:p>
        </p:txBody>
      </p:sp>
      <p:sp>
        <p:nvSpPr>
          <p:cNvPr id="6" name="Content Placeholder 2">
            <a:extLst>
              <a:ext uri="{FF2B5EF4-FFF2-40B4-BE49-F238E27FC236}">
                <a16:creationId xmlns:a16="http://schemas.microsoft.com/office/drawing/2014/main" id="{E4D119AB-28F4-6336-28B6-59438D27F156}"/>
              </a:ext>
            </a:extLst>
          </p:cNvPr>
          <p:cNvSpPr>
            <a:spLocks noGrp="1"/>
          </p:cNvSpPr>
          <p:nvPr>
            <p:ph idx="30"/>
          </p:nvPr>
        </p:nvSpPr>
        <p:spPr>
          <a:xfrm>
            <a:off x="3290888" y="1411287"/>
            <a:ext cx="2549525"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2" name="Content Placeholder 2">
            <a:extLst>
              <a:ext uri="{FF2B5EF4-FFF2-40B4-BE49-F238E27FC236}">
                <a16:creationId xmlns:a16="http://schemas.microsoft.com/office/drawing/2014/main" id="{E8468690-9C07-32F0-8029-E127A361B770}"/>
              </a:ext>
            </a:extLst>
          </p:cNvPr>
          <p:cNvSpPr>
            <a:spLocks noGrp="1"/>
          </p:cNvSpPr>
          <p:nvPr>
            <p:ph idx="31"/>
          </p:nvPr>
        </p:nvSpPr>
        <p:spPr>
          <a:xfrm>
            <a:off x="6117908" y="1411287"/>
            <a:ext cx="2549525"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8" name="Title 7">
            <a:extLst>
              <a:ext uri="{FF2B5EF4-FFF2-40B4-BE49-F238E27FC236}">
                <a16:creationId xmlns:a16="http://schemas.microsoft.com/office/drawing/2014/main" id="{34452E42-0F44-3CC2-78EC-9EE78A1B18DF}"/>
              </a:ext>
            </a:extLst>
          </p:cNvPr>
          <p:cNvSpPr>
            <a:spLocks noGrp="1"/>
          </p:cNvSpPr>
          <p:nvPr>
            <p:ph type="title"/>
          </p:nvPr>
        </p:nvSpPr>
        <p:spPr>
          <a:xfrm>
            <a:off x="485524" y="382588"/>
            <a:ext cx="8181910" cy="638175"/>
          </a:xfrm>
        </p:spPr>
        <p:txBody>
          <a:bodyPr/>
          <a:lstStyle/>
          <a:p>
            <a:r>
              <a:rPr lang="en-GB"/>
              <a:t>Click to edit Master title style</a:t>
            </a:r>
            <a:endParaRPr lang="en-US"/>
          </a:p>
        </p:txBody>
      </p:sp>
      <p:sp>
        <p:nvSpPr>
          <p:cNvPr id="14" name="SmartArt Placeholder 13">
            <a:extLst>
              <a:ext uri="{FF2B5EF4-FFF2-40B4-BE49-F238E27FC236}">
                <a16:creationId xmlns:a16="http://schemas.microsoft.com/office/drawing/2014/main" id="{CDF6C7E5-B2CD-8A12-144D-E84B4B13BBE5}"/>
              </a:ext>
            </a:extLst>
          </p:cNvPr>
          <p:cNvSpPr>
            <a:spLocks noGrp="1"/>
          </p:cNvSpPr>
          <p:nvPr>
            <p:ph type="dgm" sz="quarter" idx="28" hasCustomPrompt="1"/>
          </p:nvPr>
        </p:nvSpPr>
        <p:spPr bwMode="black">
          <a:xfrm>
            <a:off x="11623900" y="6276977"/>
            <a:ext cx="346158" cy="126864"/>
          </a:xfrm>
          <a:custGeom>
            <a:avLst/>
            <a:gdLst>
              <a:gd name="connsiteX0" fmla="*/ 346158 w 346158"/>
              <a:gd name="connsiteY0" fmla="*/ 0 h 126864"/>
              <a:gd name="connsiteX1" fmla="*/ 346158 w 346158"/>
              <a:gd name="connsiteY1" fmla="*/ 65245 h 126864"/>
              <a:gd name="connsiteX2" fmla="*/ 0 w 346158"/>
              <a:gd name="connsiteY2" fmla="*/ 126864 h 126864"/>
            </a:gdLst>
            <a:ahLst/>
            <a:cxnLst>
              <a:cxn ang="0">
                <a:pos x="connsiteX0" y="connsiteY0"/>
              </a:cxn>
              <a:cxn ang="0">
                <a:pos x="connsiteX1" y="connsiteY1"/>
              </a:cxn>
              <a:cxn ang="0">
                <a:pos x="connsiteX2" y="connsiteY2"/>
              </a:cxn>
            </a:cxnLst>
            <a:rect l="l" t="t" r="r" b="b"/>
            <a:pathLst>
              <a:path w="346158" h="126864">
                <a:moveTo>
                  <a:pt x="346158" y="0"/>
                </a:moveTo>
                <a:lnTo>
                  <a:pt x="346158" y="65245"/>
                </a:lnTo>
                <a:lnTo>
                  <a:pt x="0" y="126864"/>
                </a:lnTo>
                <a:close/>
              </a:path>
            </a:pathLst>
          </a:custGeom>
          <a:solidFill>
            <a:schemeClr val="tx2"/>
          </a:solidFill>
        </p:spPr>
        <p:txBody>
          <a:bodyPr wrap="square">
            <a:noAutofit/>
          </a:bodyPr>
          <a:lstStyle>
            <a:lvl1pPr marL="0" indent="0">
              <a:buFont typeface="Arial" panose="020B0604020202020204" pitchFamily="34" charset="0"/>
              <a:buNone/>
              <a:defRPr sz="800"/>
            </a:lvl1pPr>
          </a:lstStyle>
          <a:p>
            <a:r>
              <a:rPr lang="en-US"/>
              <a:t> </a:t>
            </a:r>
          </a:p>
        </p:txBody>
      </p:sp>
      <p:sp>
        <p:nvSpPr>
          <p:cNvPr id="15" name="SmartArt Placeholder 14">
            <a:extLst>
              <a:ext uri="{FF2B5EF4-FFF2-40B4-BE49-F238E27FC236}">
                <a16:creationId xmlns:a16="http://schemas.microsoft.com/office/drawing/2014/main" id="{9E0B55F5-4343-46A7-2F1A-1F8478175303}"/>
              </a:ext>
            </a:extLst>
          </p:cNvPr>
          <p:cNvSpPr>
            <a:spLocks noGrp="1"/>
          </p:cNvSpPr>
          <p:nvPr>
            <p:ph type="dgm" sz="quarter" idx="29" hasCustomPrompt="1"/>
          </p:nvPr>
        </p:nvSpPr>
        <p:spPr bwMode="black">
          <a:xfrm>
            <a:off x="11625712" y="6456399"/>
            <a:ext cx="291788" cy="175797"/>
          </a:xfrm>
          <a:custGeom>
            <a:avLst/>
            <a:gdLst>
              <a:gd name="connsiteX0" fmla="*/ 117803 w 291788"/>
              <a:gd name="connsiteY0" fmla="*/ 0 h 175797"/>
              <a:gd name="connsiteX1" fmla="*/ 175798 w 291788"/>
              <a:gd name="connsiteY1" fmla="*/ 0 h 175797"/>
              <a:gd name="connsiteX2" fmla="*/ 204796 w 291788"/>
              <a:gd name="connsiteY2" fmla="*/ 57995 h 175797"/>
              <a:gd name="connsiteX3" fmla="*/ 233793 w 291788"/>
              <a:gd name="connsiteY3" fmla="*/ 0 h 175797"/>
              <a:gd name="connsiteX4" fmla="*/ 291788 w 291788"/>
              <a:gd name="connsiteY4" fmla="*/ 0 h 175797"/>
              <a:gd name="connsiteX5" fmla="*/ 230168 w 291788"/>
              <a:gd name="connsiteY5" fmla="*/ 105116 h 175797"/>
              <a:gd name="connsiteX6" fmla="*/ 230168 w 291788"/>
              <a:gd name="connsiteY6" fmla="*/ 175797 h 175797"/>
              <a:gd name="connsiteX7" fmla="*/ 177610 w 291788"/>
              <a:gd name="connsiteY7" fmla="*/ 175797 h 175797"/>
              <a:gd name="connsiteX8" fmla="*/ 177610 w 291788"/>
              <a:gd name="connsiteY8" fmla="*/ 105116 h 175797"/>
              <a:gd name="connsiteX9" fmla="*/ 0 w 291788"/>
              <a:gd name="connsiteY9" fmla="*/ 0 h 175797"/>
              <a:gd name="connsiteX10" fmla="*/ 99679 w 291788"/>
              <a:gd name="connsiteY10" fmla="*/ 0 h 175797"/>
              <a:gd name="connsiteX11" fmla="*/ 123240 w 291788"/>
              <a:gd name="connsiteY11" fmla="*/ 39872 h 175797"/>
              <a:gd name="connsiteX12" fmla="*/ 54370 w 291788"/>
              <a:gd name="connsiteY12" fmla="*/ 39872 h 175797"/>
              <a:gd name="connsiteX13" fmla="*/ 54370 w 291788"/>
              <a:gd name="connsiteY13" fmla="*/ 68869 h 175797"/>
              <a:gd name="connsiteX14" fmla="*/ 117802 w 291788"/>
              <a:gd name="connsiteY14" fmla="*/ 68869 h 175797"/>
              <a:gd name="connsiteX15" fmla="*/ 117802 w 291788"/>
              <a:gd name="connsiteY15" fmla="*/ 105116 h 175797"/>
              <a:gd name="connsiteX16" fmla="*/ 54370 w 291788"/>
              <a:gd name="connsiteY16" fmla="*/ 105116 h 175797"/>
              <a:gd name="connsiteX17" fmla="*/ 54370 w 291788"/>
              <a:gd name="connsiteY17" fmla="*/ 134113 h 175797"/>
              <a:gd name="connsiteX18" fmla="*/ 141363 w 291788"/>
              <a:gd name="connsiteY18" fmla="*/ 134113 h 175797"/>
              <a:gd name="connsiteX19" fmla="*/ 141363 w 291788"/>
              <a:gd name="connsiteY19" fmla="*/ 175797 h 175797"/>
              <a:gd name="connsiteX20" fmla="*/ 0 w 291788"/>
              <a:gd name="connsiteY20" fmla="*/ 175797 h 17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1788" h="175797">
                <a:moveTo>
                  <a:pt x="117803" y="0"/>
                </a:moveTo>
                <a:lnTo>
                  <a:pt x="175798" y="0"/>
                </a:lnTo>
                <a:lnTo>
                  <a:pt x="204796" y="57995"/>
                </a:lnTo>
                <a:lnTo>
                  <a:pt x="233793" y="0"/>
                </a:lnTo>
                <a:lnTo>
                  <a:pt x="291788" y="0"/>
                </a:lnTo>
                <a:lnTo>
                  <a:pt x="230168" y="105116"/>
                </a:lnTo>
                <a:lnTo>
                  <a:pt x="230168" y="175797"/>
                </a:lnTo>
                <a:lnTo>
                  <a:pt x="177610" y="175797"/>
                </a:lnTo>
                <a:lnTo>
                  <a:pt x="177610" y="105116"/>
                </a:lnTo>
                <a:close/>
                <a:moveTo>
                  <a:pt x="0" y="0"/>
                </a:moveTo>
                <a:lnTo>
                  <a:pt x="99679" y="0"/>
                </a:lnTo>
                <a:lnTo>
                  <a:pt x="123240" y="39872"/>
                </a:lnTo>
                <a:lnTo>
                  <a:pt x="54370" y="39872"/>
                </a:lnTo>
                <a:lnTo>
                  <a:pt x="54370" y="68869"/>
                </a:lnTo>
                <a:lnTo>
                  <a:pt x="117802" y="68869"/>
                </a:lnTo>
                <a:lnTo>
                  <a:pt x="117802" y="105116"/>
                </a:lnTo>
                <a:lnTo>
                  <a:pt x="54370" y="105116"/>
                </a:lnTo>
                <a:lnTo>
                  <a:pt x="54370" y="134113"/>
                </a:lnTo>
                <a:lnTo>
                  <a:pt x="141363" y="134113"/>
                </a:lnTo>
                <a:lnTo>
                  <a:pt x="141363" y="175797"/>
                </a:lnTo>
                <a:lnTo>
                  <a:pt x="0" y="175797"/>
                </a:lnTo>
                <a:close/>
              </a:path>
            </a:pathLst>
          </a:custGeom>
          <a:solidFill>
            <a:schemeClr val="bg2"/>
          </a:solidFill>
        </p:spPr>
        <p:txBody>
          <a:bodyPr wrap="square">
            <a:noAutofit/>
          </a:bodyPr>
          <a:lstStyle>
            <a:lvl1pPr marL="0" indent="0">
              <a:buFont typeface="Arial" panose="020B0604020202020204" pitchFamily="34" charset="0"/>
              <a:buNone/>
              <a:defRPr sz="800"/>
            </a:lvl1pPr>
          </a:lstStyle>
          <a:p>
            <a:r>
              <a:rPr lang="en-US"/>
              <a:t> </a:t>
            </a:r>
          </a:p>
        </p:txBody>
      </p:sp>
    </p:spTree>
    <p:extLst>
      <p:ext uri="{BB962C8B-B14F-4D97-AF65-F5344CB8AC3E}">
        <p14:creationId xmlns:p14="http://schemas.microsoft.com/office/powerpoint/2010/main" val="369466458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Video and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9EC5F5-14E0-4B05-29E6-E9A059AA1002}"/>
              </a:ext>
            </a:extLst>
          </p:cNvPr>
          <p:cNvSpPr>
            <a:spLocks noGrp="1"/>
          </p:cNvSpPr>
          <p:nvPr>
            <p:ph type="title"/>
          </p:nvPr>
        </p:nvSpPr>
        <p:spPr>
          <a:xfrm>
            <a:off x="485523" y="382588"/>
            <a:ext cx="11224347" cy="638175"/>
          </a:xfrm>
        </p:spPr>
        <p:txBody>
          <a:bodyPr/>
          <a:lstStyle/>
          <a:p>
            <a:r>
              <a:rPr lang="en-GB"/>
              <a:t>Click to edit Master title style</a:t>
            </a:r>
            <a:endParaRPr lang="en-US"/>
          </a:p>
        </p:txBody>
      </p:sp>
      <p:sp>
        <p:nvSpPr>
          <p:cNvPr id="4" name="Date Placeholder 3">
            <a:extLst>
              <a:ext uri="{FF2B5EF4-FFF2-40B4-BE49-F238E27FC236}">
                <a16:creationId xmlns:a16="http://schemas.microsoft.com/office/drawing/2014/main" id="{6DECAE16-1D46-ECE2-67B1-B4055F385487}"/>
              </a:ext>
            </a:extLst>
          </p:cNvPr>
          <p:cNvSpPr>
            <a:spLocks noGrp="1"/>
          </p:cNvSpPr>
          <p:nvPr>
            <p:ph type="dt" sz="half" idx="10"/>
          </p:nvPr>
        </p:nvSpPr>
        <p:spPr/>
        <p:txBody>
          <a:bodyPr/>
          <a:lstStyle/>
          <a:p>
            <a:fld id="{007C522A-56EA-4B9F-A2C2-8A162AEBB0F4}" type="datetime1">
              <a:rPr lang="en-US" smtClean="0"/>
              <a:t>9/19/2025</a:t>
            </a:fld>
            <a:endParaRPr lang="en-US"/>
          </a:p>
        </p:txBody>
      </p:sp>
      <p:sp>
        <p:nvSpPr>
          <p:cNvPr id="5" name="Footer Placeholder 4">
            <a:extLst>
              <a:ext uri="{FF2B5EF4-FFF2-40B4-BE49-F238E27FC236}">
                <a16:creationId xmlns:a16="http://schemas.microsoft.com/office/drawing/2014/main" id="{98E63702-02E0-6C43-ACB9-CF47EDD90CA6}"/>
              </a:ext>
            </a:extLst>
          </p:cNvPr>
          <p:cNvSpPr>
            <a:spLocks noGrp="1"/>
          </p:cNvSpPr>
          <p:nvPr>
            <p:ph type="ftr" sz="quarter" idx="11"/>
          </p:nvPr>
        </p:nvSpPr>
        <p:spPr/>
        <p:txBody>
          <a:bodyPr/>
          <a:lstStyle/>
          <a:p>
            <a:r>
              <a:rPr lang="en-US"/>
              <a:t>Insert footer text here</a:t>
            </a:r>
          </a:p>
        </p:txBody>
      </p:sp>
      <p:sp>
        <p:nvSpPr>
          <p:cNvPr id="6" name="Slide Number Placeholder 5">
            <a:extLst>
              <a:ext uri="{FF2B5EF4-FFF2-40B4-BE49-F238E27FC236}">
                <a16:creationId xmlns:a16="http://schemas.microsoft.com/office/drawing/2014/main" id="{E26F7576-DAEE-2232-6A83-201B728CCEEC}"/>
              </a:ext>
            </a:extLst>
          </p:cNvPr>
          <p:cNvSpPr>
            <a:spLocks noGrp="1"/>
          </p:cNvSpPr>
          <p:nvPr>
            <p:ph type="sldNum" sz="quarter" idx="12"/>
          </p:nvPr>
        </p:nvSpPr>
        <p:spPr/>
        <p:txBody>
          <a:bodyPr/>
          <a:lstStyle/>
          <a:p>
            <a:fld id="{94FCA0F3-9F3A-694B-99BB-0E592A797735}" type="slidenum">
              <a:rPr lang="en-US" smtClean="0"/>
              <a:t>‹#›</a:t>
            </a:fld>
            <a:endParaRPr lang="en-US"/>
          </a:p>
        </p:txBody>
      </p:sp>
      <p:sp>
        <p:nvSpPr>
          <p:cNvPr id="12" name="Media Placeholder 11">
            <a:extLst>
              <a:ext uri="{FF2B5EF4-FFF2-40B4-BE49-F238E27FC236}">
                <a16:creationId xmlns:a16="http://schemas.microsoft.com/office/drawing/2014/main" id="{7AA8680C-DF0E-A59A-1D40-85E5B348B8F4}"/>
              </a:ext>
            </a:extLst>
          </p:cNvPr>
          <p:cNvSpPr>
            <a:spLocks noGrp="1"/>
          </p:cNvSpPr>
          <p:nvPr>
            <p:ph type="media" sz="quarter" idx="13"/>
          </p:nvPr>
        </p:nvSpPr>
        <p:spPr>
          <a:xfrm>
            <a:off x="485524" y="1411287"/>
            <a:ext cx="8160263" cy="4638675"/>
          </a:xfrm>
        </p:spPr>
        <p:txBody>
          <a:bodyPr/>
          <a:lstStyle/>
          <a:p>
            <a:r>
              <a:rPr lang="en-GB"/>
              <a:t>Click icon to add media</a:t>
            </a:r>
            <a:endParaRPr lang="en-US"/>
          </a:p>
        </p:txBody>
      </p:sp>
      <p:sp>
        <p:nvSpPr>
          <p:cNvPr id="14" name="Text Placeholder 13">
            <a:extLst>
              <a:ext uri="{FF2B5EF4-FFF2-40B4-BE49-F238E27FC236}">
                <a16:creationId xmlns:a16="http://schemas.microsoft.com/office/drawing/2014/main" id="{7E85579B-86BF-EE24-023A-9F648CFE072C}"/>
              </a:ext>
            </a:extLst>
          </p:cNvPr>
          <p:cNvSpPr>
            <a:spLocks noGrp="1"/>
          </p:cNvSpPr>
          <p:nvPr>
            <p:ph type="body" sz="quarter" idx="14"/>
          </p:nvPr>
        </p:nvSpPr>
        <p:spPr>
          <a:xfrm>
            <a:off x="8904632" y="1411287"/>
            <a:ext cx="2805238" cy="4638675"/>
          </a:xfrm>
        </p:spPr>
        <p:txBody>
          <a:bodyPr/>
          <a:lstStyle>
            <a:lvl1pPr>
              <a:defRPr lang="en-GB" dirty="0"/>
            </a:lvl1pPr>
            <a:lvl2pPr>
              <a:defRPr lang="en-GB" dirty="0"/>
            </a:lvl2pPr>
            <a:lvl3pPr>
              <a:defRPr lang="en-GB" dirty="0"/>
            </a:lvl3pPr>
            <a:lvl4pPr>
              <a:defRPr lang="en-GB"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Tree>
    <p:extLst>
      <p:ext uri="{BB962C8B-B14F-4D97-AF65-F5344CB8AC3E}">
        <p14:creationId xmlns:p14="http://schemas.microsoft.com/office/powerpoint/2010/main" val="424107560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eam">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9EC5F5-14E0-4B05-29E6-E9A059AA1002}"/>
              </a:ext>
            </a:extLst>
          </p:cNvPr>
          <p:cNvSpPr>
            <a:spLocks noGrp="1"/>
          </p:cNvSpPr>
          <p:nvPr>
            <p:ph type="title"/>
          </p:nvPr>
        </p:nvSpPr>
        <p:spPr>
          <a:xfrm>
            <a:off x="485523" y="382588"/>
            <a:ext cx="11224347" cy="638175"/>
          </a:xfrm>
        </p:spPr>
        <p:txBody>
          <a:bodyPr/>
          <a:lstStyle/>
          <a:p>
            <a:r>
              <a:rPr lang="en-GB"/>
              <a:t>Click to edit Master title style</a:t>
            </a:r>
            <a:endParaRPr lang="en-US"/>
          </a:p>
        </p:txBody>
      </p:sp>
      <p:sp>
        <p:nvSpPr>
          <p:cNvPr id="4" name="Date Placeholder 3">
            <a:extLst>
              <a:ext uri="{FF2B5EF4-FFF2-40B4-BE49-F238E27FC236}">
                <a16:creationId xmlns:a16="http://schemas.microsoft.com/office/drawing/2014/main" id="{6DECAE16-1D46-ECE2-67B1-B4055F385487}"/>
              </a:ext>
            </a:extLst>
          </p:cNvPr>
          <p:cNvSpPr>
            <a:spLocks noGrp="1"/>
          </p:cNvSpPr>
          <p:nvPr>
            <p:ph type="dt" sz="half" idx="10"/>
          </p:nvPr>
        </p:nvSpPr>
        <p:spPr/>
        <p:txBody>
          <a:bodyPr/>
          <a:lstStyle/>
          <a:p>
            <a:fld id="{2400AF54-D6FD-4FD7-8686-DE6944851317}" type="datetime1">
              <a:rPr lang="en-US" smtClean="0"/>
              <a:t>9/19/2025</a:t>
            </a:fld>
            <a:endParaRPr lang="en-US"/>
          </a:p>
        </p:txBody>
      </p:sp>
      <p:sp>
        <p:nvSpPr>
          <p:cNvPr id="5" name="Footer Placeholder 4">
            <a:extLst>
              <a:ext uri="{FF2B5EF4-FFF2-40B4-BE49-F238E27FC236}">
                <a16:creationId xmlns:a16="http://schemas.microsoft.com/office/drawing/2014/main" id="{98E63702-02E0-6C43-ACB9-CF47EDD90CA6}"/>
              </a:ext>
            </a:extLst>
          </p:cNvPr>
          <p:cNvSpPr>
            <a:spLocks noGrp="1"/>
          </p:cNvSpPr>
          <p:nvPr>
            <p:ph type="ftr" sz="quarter" idx="11"/>
          </p:nvPr>
        </p:nvSpPr>
        <p:spPr/>
        <p:txBody>
          <a:bodyPr/>
          <a:lstStyle/>
          <a:p>
            <a:r>
              <a:rPr lang="en-US"/>
              <a:t>Insert footer text here</a:t>
            </a:r>
          </a:p>
        </p:txBody>
      </p:sp>
      <p:sp>
        <p:nvSpPr>
          <p:cNvPr id="6" name="Slide Number Placeholder 5">
            <a:extLst>
              <a:ext uri="{FF2B5EF4-FFF2-40B4-BE49-F238E27FC236}">
                <a16:creationId xmlns:a16="http://schemas.microsoft.com/office/drawing/2014/main" id="{E26F7576-DAEE-2232-6A83-201B728CCEEC}"/>
              </a:ext>
            </a:extLst>
          </p:cNvPr>
          <p:cNvSpPr>
            <a:spLocks noGrp="1"/>
          </p:cNvSpPr>
          <p:nvPr>
            <p:ph type="sldNum" sz="quarter" idx="12"/>
          </p:nvPr>
        </p:nvSpPr>
        <p:spPr/>
        <p:txBody>
          <a:bodyPr/>
          <a:lstStyle/>
          <a:p>
            <a:fld id="{94FCA0F3-9F3A-694B-99BB-0E592A797735}" type="slidenum">
              <a:rPr lang="en-US" smtClean="0"/>
              <a:t>‹#›</a:t>
            </a:fld>
            <a:endParaRPr lang="en-US"/>
          </a:p>
        </p:txBody>
      </p:sp>
      <p:sp>
        <p:nvSpPr>
          <p:cNvPr id="10" name="Text Placeholder 9">
            <a:extLst>
              <a:ext uri="{FF2B5EF4-FFF2-40B4-BE49-F238E27FC236}">
                <a16:creationId xmlns:a16="http://schemas.microsoft.com/office/drawing/2014/main" id="{8EC20394-F6AE-DC91-F7F3-91384D375648}"/>
              </a:ext>
            </a:extLst>
          </p:cNvPr>
          <p:cNvSpPr>
            <a:spLocks noGrp="1"/>
          </p:cNvSpPr>
          <p:nvPr>
            <p:ph type="body" sz="quarter" idx="13" hasCustomPrompt="1"/>
          </p:nvPr>
        </p:nvSpPr>
        <p:spPr>
          <a:xfrm>
            <a:off x="485523" y="4437064"/>
            <a:ext cx="2545200" cy="604836"/>
          </a:xfrm>
        </p:spPr>
        <p:txBody>
          <a:bodyPr>
            <a:noAutofit/>
          </a:bodyPr>
          <a:lstStyle>
            <a:lvl1pPr marL="0" indent="0">
              <a:lnSpc>
                <a:spcPct val="90000"/>
              </a:lnSpc>
              <a:buNone/>
              <a:defRPr sz="2400" b="1" i="0">
                <a:solidFill>
                  <a:schemeClr val="bg1"/>
                </a:solidFill>
                <a:latin typeface="+mn-lt"/>
              </a:defRPr>
            </a:lvl1pPr>
          </a:lstStyle>
          <a:p>
            <a:pPr lvl="0"/>
            <a:r>
              <a:rPr lang="en-GB"/>
              <a:t>Name</a:t>
            </a:r>
            <a:endParaRPr lang="en-US"/>
          </a:p>
        </p:txBody>
      </p:sp>
      <p:sp>
        <p:nvSpPr>
          <p:cNvPr id="11" name="Text Placeholder 9">
            <a:extLst>
              <a:ext uri="{FF2B5EF4-FFF2-40B4-BE49-F238E27FC236}">
                <a16:creationId xmlns:a16="http://schemas.microsoft.com/office/drawing/2014/main" id="{F8C26B76-6BF1-741E-77C9-1AE58FAA9D3D}"/>
              </a:ext>
            </a:extLst>
          </p:cNvPr>
          <p:cNvSpPr>
            <a:spLocks noGrp="1"/>
          </p:cNvSpPr>
          <p:nvPr>
            <p:ph type="body" sz="quarter" idx="14" hasCustomPrompt="1"/>
          </p:nvPr>
        </p:nvSpPr>
        <p:spPr>
          <a:xfrm>
            <a:off x="485523" y="5243516"/>
            <a:ext cx="2545200" cy="276999"/>
          </a:xfrm>
        </p:spPr>
        <p:txBody>
          <a:bodyPr wrap="square">
            <a:spAutoFit/>
          </a:bodyPr>
          <a:lstStyle>
            <a:lvl1pPr marL="0" indent="0">
              <a:buNone/>
              <a:defRPr sz="1800" b="0" i="0">
                <a:solidFill>
                  <a:schemeClr val="bg1"/>
                </a:solidFill>
                <a:latin typeface="+mn-lt"/>
              </a:defRPr>
            </a:lvl1pPr>
          </a:lstStyle>
          <a:p>
            <a:pPr lvl="0"/>
            <a:r>
              <a:rPr lang="en-GB"/>
              <a:t>Job title</a:t>
            </a:r>
            <a:endParaRPr lang="en-US"/>
          </a:p>
        </p:txBody>
      </p:sp>
      <p:sp>
        <p:nvSpPr>
          <p:cNvPr id="3" name="Text Placeholder 9">
            <a:extLst>
              <a:ext uri="{FF2B5EF4-FFF2-40B4-BE49-F238E27FC236}">
                <a16:creationId xmlns:a16="http://schemas.microsoft.com/office/drawing/2014/main" id="{B5250BC2-E0E2-741C-128C-67991E7FE31C}"/>
              </a:ext>
            </a:extLst>
          </p:cNvPr>
          <p:cNvSpPr>
            <a:spLocks noGrp="1"/>
          </p:cNvSpPr>
          <p:nvPr>
            <p:ph type="body" sz="quarter" idx="16" hasCustomPrompt="1"/>
          </p:nvPr>
        </p:nvSpPr>
        <p:spPr>
          <a:xfrm>
            <a:off x="3378661" y="4437064"/>
            <a:ext cx="2545200" cy="604836"/>
          </a:xfrm>
        </p:spPr>
        <p:txBody>
          <a:bodyPr>
            <a:noAutofit/>
          </a:bodyPr>
          <a:lstStyle>
            <a:lvl1pPr marL="0" indent="0">
              <a:lnSpc>
                <a:spcPct val="90000"/>
              </a:lnSpc>
              <a:buNone/>
              <a:defRPr sz="2400" b="1" i="0">
                <a:solidFill>
                  <a:schemeClr val="bg1"/>
                </a:solidFill>
                <a:latin typeface="+mn-lt"/>
              </a:defRPr>
            </a:lvl1pPr>
          </a:lstStyle>
          <a:p>
            <a:pPr lvl="0"/>
            <a:r>
              <a:rPr lang="en-GB"/>
              <a:t>Name</a:t>
            </a:r>
            <a:endParaRPr lang="en-US"/>
          </a:p>
        </p:txBody>
      </p:sp>
      <p:sp>
        <p:nvSpPr>
          <p:cNvPr id="7" name="Text Placeholder 9">
            <a:extLst>
              <a:ext uri="{FF2B5EF4-FFF2-40B4-BE49-F238E27FC236}">
                <a16:creationId xmlns:a16="http://schemas.microsoft.com/office/drawing/2014/main" id="{BAB1B720-8C35-31CC-E8BA-A24F76EC23CD}"/>
              </a:ext>
            </a:extLst>
          </p:cNvPr>
          <p:cNvSpPr>
            <a:spLocks noGrp="1"/>
          </p:cNvSpPr>
          <p:nvPr>
            <p:ph type="body" sz="quarter" idx="17" hasCustomPrompt="1"/>
          </p:nvPr>
        </p:nvSpPr>
        <p:spPr>
          <a:xfrm>
            <a:off x="3378661" y="5243516"/>
            <a:ext cx="2545200" cy="276999"/>
          </a:xfrm>
        </p:spPr>
        <p:txBody>
          <a:bodyPr wrap="square">
            <a:spAutoFit/>
          </a:bodyPr>
          <a:lstStyle>
            <a:lvl1pPr marL="0" indent="0">
              <a:buNone/>
              <a:defRPr sz="1800" b="0" i="0">
                <a:solidFill>
                  <a:schemeClr val="bg1"/>
                </a:solidFill>
                <a:latin typeface="+mn-lt"/>
              </a:defRPr>
            </a:lvl1pPr>
          </a:lstStyle>
          <a:p>
            <a:pPr lvl="0"/>
            <a:r>
              <a:rPr lang="en-GB"/>
              <a:t>Job title</a:t>
            </a:r>
            <a:endParaRPr lang="en-US"/>
          </a:p>
        </p:txBody>
      </p:sp>
      <p:sp>
        <p:nvSpPr>
          <p:cNvPr id="9" name="Text Placeholder 9">
            <a:extLst>
              <a:ext uri="{FF2B5EF4-FFF2-40B4-BE49-F238E27FC236}">
                <a16:creationId xmlns:a16="http://schemas.microsoft.com/office/drawing/2014/main" id="{A9756EF2-9996-0FB9-D7B0-C8F68A711B39}"/>
              </a:ext>
            </a:extLst>
          </p:cNvPr>
          <p:cNvSpPr>
            <a:spLocks noGrp="1"/>
          </p:cNvSpPr>
          <p:nvPr>
            <p:ph type="body" sz="quarter" idx="19" hasCustomPrompt="1"/>
          </p:nvPr>
        </p:nvSpPr>
        <p:spPr>
          <a:xfrm>
            <a:off x="6271799" y="4437064"/>
            <a:ext cx="2545200" cy="604836"/>
          </a:xfrm>
        </p:spPr>
        <p:txBody>
          <a:bodyPr>
            <a:noAutofit/>
          </a:bodyPr>
          <a:lstStyle>
            <a:lvl1pPr marL="0" indent="0">
              <a:lnSpc>
                <a:spcPct val="90000"/>
              </a:lnSpc>
              <a:buNone/>
              <a:defRPr sz="2400" b="1" i="0">
                <a:solidFill>
                  <a:schemeClr val="bg1"/>
                </a:solidFill>
                <a:latin typeface="+mn-lt"/>
              </a:defRPr>
            </a:lvl1pPr>
          </a:lstStyle>
          <a:p>
            <a:pPr lvl="0"/>
            <a:r>
              <a:rPr lang="en-GB"/>
              <a:t>Name</a:t>
            </a:r>
            <a:endParaRPr lang="en-US"/>
          </a:p>
        </p:txBody>
      </p:sp>
      <p:sp>
        <p:nvSpPr>
          <p:cNvPr id="12" name="Text Placeholder 9">
            <a:extLst>
              <a:ext uri="{FF2B5EF4-FFF2-40B4-BE49-F238E27FC236}">
                <a16:creationId xmlns:a16="http://schemas.microsoft.com/office/drawing/2014/main" id="{EBDC17D8-DC6B-1BF9-23DC-FF6D20C0FD02}"/>
              </a:ext>
            </a:extLst>
          </p:cNvPr>
          <p:cNvSpPr>
            <a:spLocks noGrp="1"/>
          </p:cNvSpPr>
          <p:nvPr>
            <p:ph type="body" sz="quarter" idx="20" hasCustomPrompt="1"/>
          </p:nvPr>
        </p:nvSpPr>
        <p:spPr>
          <a:xfrm>
            <a:off x="6271799" y="5243516"/>
            <a:ext cx="2545200" cy="276999"/>
          </a:xfrm>
        </p:spPr>
        <p:txBody>
          <a:bodyPr wrap="square">
            <a:spAutoFit/>
          </a:bodyPr>
          <a:lstStyle>
            <a:lvl1pPr marL="0" indent="0">
              <a:buNone/>
              <a:defRPr sz="1800" b="0" i="0">
                <a:solidFill>
                  <a:schemeClr val="bg1"/>
                </a:solidFill>
                <a:latin typeface="+mn-lt"/>
              </a:defRPr>
            </a:lvl1pPr>
          </a:lstStyle>
          <a:p>
            <a:pPr lvl="0"/>
            <a:r>
              <a:rPr lang="en-GB"/>
              <a:t>Job title</a:t>
            </a:r>
            <a:endParaRPr lang="en-US"/>
          </a:p>
        </p:txBody>
      </p:sp>
      <p:sp>
        <p:nvSpPr>
          <p:cNvPr id="24" name="Text Placeholder 9">
            <a:extLst>
              <a:ext uri="{FF2B5EF4-FFF2-40B4-BE49-F238E27FC236}">
                <a16:creationId xmlns:a16="http://schemas.microsoft.com/office/drawing/2014/main" id="{FDE2BFA5-8DD3-AAE2-BA88-2C21E5EA3829}"/>
              </a:ext>
            </a:extLst>
          </p:cNvPr>
          <p:cNvSpPr>
            <a:spLocks noGrp="1"/>
          </p:cNvSpPr>
          <p:nvPr>
            <p:ph type="body" sz="quarter" idx="22" hasCustomPrompt="1"/>
          </p:nvPr>
        </p:nvSpPr>
        <p:spPr>
          <a:xfrm>
            <a:off x="9164936" y="4437064"/>
            <a:ext cx="2545200" cy="604836"/>
          </a:xfrm>
        </p:spPr>
        <p:txBody>
          <a:bodyPr>
            <a:noAutofit/>
          </a:bodyPr>
          <a:lstStyle>
            <a:lvl1pPr marL="0" indent="0">
              <a:lnSpc>
                <a:spcPct val="90000"/>
              </a:lnSpc>
              <a:buNone/>
              <a:defRPr sz="2400" b="1" i="0">
                <a:solidFill>
                  <a:schemeClr val="bg1"/>
                </a:solidFill>
                <a:latin typeface="+mn-lt"/>
              </a:defRPr>
            </a:lvl1pPr>
          </a:lstStyle>
          <a:p>
            <a:pPr lvl="0"/>
            <a:r>
              <a:rPr lang="en-GB"/>
              <a:t>Name</a:t>
            </a:r>
            <a:endParaRPr lang="en-US"/>
          </a:p>
        </p:txBody>
      </p:sp>
      <p:sp>
        <p:nvSpPr>
          <p:cNvPr id="25" name="Text Placeholder 9">
            <a:extLst>
              <a:ext uri="{FF2B5EF4-FFF2-40B4-BE49-F238E27FC236}">
                <a16:creationId xmlns:a16="http://schemas.microsoft.com/office/drawing/2014/main" id="{A6334C15-AC9A-3BC9-AC49-BB8588AC064E}"/>
              </a:ext>
            </a:extLst>
          </p:cNvPr>
          <p:cNvSpPr>
            <a:spLocks noGrp="1"/>
          </p:cNvSpPr>
          <p:nvPr>
            <p:ph type="body" sz="quarter" idx="23" hasCustomPrompt="1"/>
          </p:nvPr>
        </p:nvSpPr>
        <p:spPr>
          <a:xfrm>
            <a:off x="9164937" y="5243516"/>
            <a:ext cx="2545200" cy="276999"/>
          </a:xfrm>
        </p:spPr>
        <p:txBody>
          <a:bodyPr wrap="square">
            <a:spAutoFit/>
          </a:bodyPr>
          <a:lstStyle>
            <a:lvl1pPr marL="0" indent="0">
              <a:buNone/>
              <a:defRPr sz="1800" b="0" i="0">
                <a:solidFill>
                  <a:schemeClr val="bg1"/>
                </a:solidFill>
                <a:latin typeface="+mn-lt"/>
              </a:defRPr>
            </a:lvl1pPr>
          </a:lstStyle>
          <a:p>
            <a:pPr lvl="0"/>
            <a:r>
              <a:rPr lang="en-GB"/>
              <a:t>Job title</a:t>
            </a:r>
            <a:endParaRPr lang="en-US"/>
          </a:p>
        </p:txBody>
      </p:sp>
      <p:sp>
        <p:nvSpPr>
          <p:cNvPr id="14" name="Picture Placeholder 12">
            <a:extLst>
              <a:ext uri="{FF2B5EF4-FFF2-40B4-BE49-F238E27FC236}">
                <a16:creationId xmlns:a16="http://schemas.microsoft.com/office/drawing/2014/main" id="{47795BA7-FED2-3A4E-668F-CA4916635AFA}"/>
              </a:ext>
            </a:extLst>
          </p:cNvPr>
          <p:cNvSpPr>
            <a:spLocks noGrp="1"/>
          </p:cNvSpPr>
          <p:nvPr>
            <p:ph type="pic" sz="quarter" idx="15"/>
          </p:nvPr>
        </p:nvSpPr>
        <p:spPr>
          <a:xfrm>
            <a:off x="487323" y="1693850"/>
            <a:ext cx="2541600" cy="2541600"/>
          </a:xfrm>
          <a:prstGeom prst="ellipse">
            <a:avLst/>
          </a:prstGeom>
        </p:spPr>
        <p:txBody>
          <a:bodyPr anchor="ctr"/>
          <a:lstStyle>
            <a:lvl1pPr marL="0" indent="0" algn="ctr">
              <a:buNone/>
              <a:defRPr>
                <a:solidFill>
                  <a:schemeClr val="bg1"/>
                </a:solidFill>
              </a:defRPr>
            </a:lvl1pPr>
          </a:lstStyle>
          <a:p>
            <a:r>
              <a:rPr lang="en-GB"/>
              <a:t>Click icon to add picture</a:t>
            </a:r>
            <a:endParaRPr lang="en-US"/>
          </a:p>
        </p:txBody>
      </p:sp>
      <p:sp>
        <p:nvSpPr>
          <p:cNvPr id="15" name="Picture Placeholder 12">
            <a:extLst>
              <a:ext uri="{FF2B5EF4-FFF2-40B4-BE49-F238E27FC236}">
                <a16:creationId xmlns:a16="http://schemas.microsoft.com/office/drawing/2014/main" id="{AF8E8AE1-116F-1D7C-AFB6-535FEA2ADD7B}"/>
              </a:ext>
            </a:extLst>
          </p:cNvPr>
          <p:cNvSpPr>
            <a:spLocks noGrp="1"/>
          </p:cNvSpPr>
          <p:nvPr>
            <p:ph type="pic" sz="quarter" idx="18"/>
          </p:nvPr>
        </p:nvSpPr>
        <p:spPr>
          <a:xfrm>
            <a:off x="3380461" y="1693850"/>
            <a:ext cx="2541600" cy="2541600"/>
          </a:xfrm>
          <a:prstGeom prst="ellipse">
            <a:avLst/>
          </a:prstGeom>
        </p:spPr>
        <p:txBody>
          <a:bodyPr anchor="ctr"/>
          <a:lstStyle>
            <a:lvl1pPr marL="0" indent="0" algn="ctr">
              <a:buNone/>
              <a:defRPr/>
            </a:lvl1pPr>
          </a:lstStyle>
          <a:p>
            <a:r>
              <a:rPr lang="en-GB"/>
              <a:t>Click icon to add picture</a:t>
            </a:r>
            <a:endParaRPr lang="en-US"/>
          </a:p>
        </p:txBody>
      </p:sp>
      <p:sp>
        <p:nvSpPr>
          <p:cNvPr id="16" name="Picture Placeholder 12">
            <a:extLst>
              <a:ext uri="{FF2B5EF4-FFF2-40B4-BE49-F238E27FC236}">
                <a16:creationId xmlns:a16="http://schemas.microsoft.com/office/drawing/2014/main" id="{34B1E875-44CC-11CC-E72A-001D464384F8}"/>
              </a:ext>
            </a:extLst>
          </p:cNvPr>
          <p:cNvSpPr>
            <a:spLocks noGrp="1"/>
          </p:cNvSpPr>
          <p:nvPr>
            <p:ph type="pic" sz="quarter" idx="21"/>
          </p:nvPr>
        </p:nvSpPr>
        <p:spPr>
          <a:xfrm>
            <a:off x="6273598" y="1693850"/>
            <a:ext cx="2541600" cy="2541600"/>
          </a:xfrm>
          <a:prstGeom prst="ellipse">
            <a:avLst/>
          </a:prstGeom>
        </p:spPr>
        <p:txBody>
          <a:bodyPr anchor="ctr"/>
          <a:lstStyle>
            <a:lvl1pPr marL="0" indent="0" algn="ctr">
              <a:buNone/>
              <a:defRPr/>
            </a:lvl1pPr>
          </a:lstStyle>
          <a:p>
            <a:r>
              <a:rPr lang="en-GB"/>
              <a:t>Click icon to add picture</a:t>
            </a:r>
            <a:endParaRPr lang="en-US"/>
          </a:p>
        </p:txBody>
      </p:sp>
      <p:sp>
        <p:nvSpPr>
          <p:cNvPr id="17" name="Picture Placeholder 12">
            <a:extLst>
              <a:ext uri="{FF2B5EF4-FFF2-40B4-BE49-F238E27FC236}">
                <a16:creationId xmlns:a16="http://schemas.microsoft.com/office/drawing/2014/main" id="{8D314131-1577-B46C-596B-C2AD516D1E6E}"/>
              </a:ext>
            </a:extLst>
          </p:cNvPr>
          <p:cNvSpPr>
            <a:spLocks noGrp="1"/>
          </p:cNvSpPr>
          <p:nvPr>
            <p:ph type="pic" sz="quarter" idx="24"/>
          </p:nvPr>
        </p:nvSpPr>
        <p:spPr>
          <a:xfrm>
            <a:off x="9166736" y="1693850"/>
            <a:ext cx="2541600" cy="2541600"/>
          </a:xfrm>
          <a:prstGeom prst="ellipse">
            <a:avLst/>
          </a:prstGeom>
        </p:spPr>
        <p:txBody>
          <a:bodyPr anchor="ctr"/>
          <a:lstStyle>
            <a:lvl1pPr marL="0" indent="0" algn="ctr">
              <a:buNone/>
              <a:defRPr/>
            </a:lvl1pPr>
          </a:lstStyle>
          <a:p>
            <a:r>
              <a:rPr lang="en-GB"/>
              <a:t>Click icon to add picture</a:t>
            </a:r>
            <a:endParaRPr lang="en-US"/>
          </a:p>
        </p:txBody>
      </p:sp>
    </p:spTree>
    <p:extLst>
      <p:ext uri="{BB962C8B-B14F-4D97-AF65-F5344CB8AC3E}">
        <p14:creationId xmlns:p14="http://schemas.microsoft.com/office/powerpoint/2010/main" val="356956333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eam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9EC5F5-14E0-4B05-29E6-E9A059AA1002}"/>
              </a:ext>
            </a:extLst>
          </p:cNvPr>
          <p:cNvSpPr>
            <a:spLocks noGrp="1"/>
          </p:cNvSpPr>
          <p:nvPr>
            <p:ph type="title"/>
          </p:nvPr>
        </p:nvSpPr>
        <p:spPr>
          <a:xfrm>
            <a:off x="485523" y="382588"/>
            <a:ext cx="11224347" cy="638175"/>
          </a:xfrm>
        </p:spPr>
        <p:txBody>
          <a:bodyPr/>
          <a:lstStyle/>
          <a:p>
            <a:r>
              <a:rPr lang="en-GB"/>
              <a:t>Click to edit Master title style</a:t>
            </a:r>
            <a:endParaRPr lang="en-US"/>
          </a:p>
        </p:txBody>
      </p:sp>
      <p:sp>
        <p:nvSpPr>
          <p:cNvPr id="4" name="Date Placeholder 3">
            <a:extLst>
              <a:ext uri="{FF2B5EF4-FFF2-40B4-BE49-F238E27FC236}">
                <a16:creationId xmlns:a16="http://schemas.microsoft.com/office/drawing/2014/main" id="{6DECAE16-1D46-ECE2-67B1-B4055F385487}"/>
              </a:ext>
            </a:extLst>
          </p:cNvPr>
          <p:cNvSpPr>
            <a:spLocks noGrp="1"/>
          </p:cNvSpPr>
          <p:nvPr>
            <p:ph type="dt" sz="half" idx="10"/>
          </p:nvPr>
        </p:nvSpPr>
        <p:spPr/>
        <p:txBody>
          <a:bodyPr/>
          <a:lstStyle/>
          <a:p>
            <a:fld id="{C10AC89D-D999-4005-9D6D-164B5346918E}" type="datetime1">
              <a:rPr lang="en-US" smtClean="0"/>
              <a:t>9/19/2025</a:t>
            </a:fld>
            <a:endParaRPr lang="en-US"/>
          </a:p>
        </p:txBody>
      </p:sp>
      <p:sp>
        <p:nvSpPr>
          <p:cNvPr id="5" name="Footer Placeholder 4">
            <a:extLst>
              <a:ext uri="{FF2B5EF4-FFF2-40B4-BE49-F238E27FC236}">
                <a16:creationId xmlns:a16="http://schemas.microsoft.com/office/drawing/2014/main" id="{98E63702-02E0-6C43-ACB9-CF47EDD90CA6}"/>
              </a:ext>
            </a:extLst>
          </p:cNvPr>
          <p:cNvSpPr>
            <a:spLocks noGrp="1"/>
          </p:cNvSpPr>
          <p:nvPr>
            <p:ph type="ftr" sz="quarter" idx="11"/>
          </p:nvPr>
        </p:nvSpPr>
        <p:spPr/>
        <p:txBody>
          <a:bodyPr/>
          <a:lstStyle/>
          <a:p>
            <a:r>
              <a:rPr lang="en-US"/>
              <a:t>Insert footer text here</a:t>
            </a:r>
          </a:p>
        </p:txBody>
      </p:sp>
      <p:sp>
        <p:nvSpPr>
          <p:cNvPr id="6" name="Slide Number Placeholder 5">
            <a:extLst>
              <a:ext uri="{FF2B5EF4-FFF2-40B4-BE49-F238E27FC236}">
                <a16:creationId xmlns:a16="http://schemas.microsoft.com/office/drawing/2014/main" id="{E26F7576-DAEE-2232-6A83-201B728CCEEC}"/>
              </a:ext>
            </a:extLst>
          </p:cNvPr>
          <p:cNvSpPr>
            <a:spLocks noGrp="1"/>
          </p:cNvSpPr>
          <p:nvPr>
            <p:ph type="sldNum" sz="quarter" idx="12"/>
          </p:nvPr>
        </p:nvSpPr>
        <p:spPr/>
        <p:txBody>
          <a:bodyPr/>
          <a:lstStyle/>
          <a:p>
            <a:fld id="{94FCA0F3-9F3A-694B-99BB-0E592A797735}" type="slidenum">
              <a:rPr lang="en-US" smtClean="0"/>
              <a:t>‹#›</a:t>
            </a:fld>
            <a:endParaRPr lang="en-US"/>
          </a:p>
        </p:txBody>
      </p:sp>
      <p:sp>
        <p:nvSpPr>
          <p:cNvPr id="14" name="Text Placeholder 9">
            <a:extLst>
              <a:ext uri="{FF2B5EF4-FFF2-40B4-BE49-F238E27FC236}">
                <a16:creationId xmlns:a16="http://schemas.microsoft.com/office/drawing/2014/main" id="{1B7BC80A-0B74-DD25-90D5-7D9F71589678}"/>
              </a:ext>
            </a:extLst>
          </p:cNvPr>
          <p:cNvSpPr>
            <a:spLocks noGrp="1"/>
          </p:cNvSpPr>
          <p:nvPr>
            <p:ph type="body" sz="quarter" idx="13" hasCustomPrompt="1"/>
          </p:nvPr>
        </p:nvSpPr>
        <p:spPr>
          <a:xfrm>
            <a:off x="1507923" y="201612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15" name="Text Placeholder 9">
            <a:extLst>
              <a:ext uri="{FF2B5EF4-FFF2-40B4-BE49-F238E27FC236}">
                <a16:creationId xmlns:a16="http://schemas.microsoft.com/office/drawing/2014/main" id="{6F5E5E41-09E4-029C-0E75-C9B547EC8A03}"/>
              </a:ext>
            </a:extLst>
          </p:cNvPr>
          <p:cNvSpPr>
            <a:spLocks noGrp="1"/>
          </p:cNvSpPr>
          <p:nvPr>
            <p:ph type="body" sz="quarter" idx="14" hasCustomPrompt="1"/>
          </p:nvPr>
        </p:nvSpPr>
        <p:spPr>
          <a:xfrm>
            <a:off x="1507923" y="241934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16" name="Picture Placeholder 12">
            <a:extLst>
              <a:ext uri="{FF2B5EF4-FFF2-40B4-BE49-F238E27FC236}">
                <a16:creationId xmlns:a16="http://schemas.microsoft.com/office/drawing/2014/main" id="{1A34F1E0-A87C-7178-6538-22253973A914}"/>
              </a:ext>
            </a:extLst>
          </p:cNvPr>
          <p:cNvSpPr>
            <a:spLocks noGrp="1"/>
          </p:cNvSpPr>
          <p:nvPr>
            <p:ph type="pic" sz="quarter" idx="15" hasCustomPrompt="1"/>
          </p:nvPr>
        </p:nvSpPr>
        <p:spPr>
          <a:xfrm>
            <a:off x="485523" y="201612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17" name="Text Placeholder 9">
            <a:extLst>
              <a:ext uri="{FF2B5EF4-FFF2-40B4-BE49-F238E27FC236}">
                <a16:creationId xmlns:a16="http://schemas.microsoft.com/office/drawing/2014/main" id="{474E37A4-57E6-2CDF-2A5F-3C554861B75B}"/>
              </a:ext>
            </a:extLst>
          </p:cNvPr>
          <p:cNvSpPr>
            <a:spLocks noGrp="1"/>
          </p:cNvSpPr>
          <p:nvPr>
            <p:ph type="body" sz="quarter" idx="25" hasCustomPrompt="1"/>
          </p:nvPr>
        </p:nvSpPr>
        <p:spPr>
          <a:xfrm>
            <a:off x="485523" y="1411287"/>
            <a:ext cx="2548800" cy="196124"/>
          </a:xfrm>
        </p:spPr>
        <p:txBody>
          <a:bodyPr>
            <a:noAutofit/>
          </a:bodyPr>
          <a:lstStyle>
            <a:lvl1pPr marL="0" indent="0">
              <a:lnSpc>
                <a:spcPct val="90000"/>
              </a:lnSpc>
              <a:buNone/>
              <a:defRPr sz="1400" b="1" i="0">
                <a:solidFill>
                  <a:schemeClr val="bg1"/>
                </a:solidFill>
                <a:latin typeface="EYInterstate" panose="02000503020000020004" pitchFamily="2" charset="0"/>
              </a:defRPr>
            </a:lvl1pPr>
          </a:lstStyle>
          <a:p>
            <a:pPr lvl="0"/>
            <a:r>
              <a:rPr lang="en-GB"/>
              <a:t>Team name</a:t>
            </a:r>
            <a:endParaRPr lang="en-US"/>
          </a:p>
        </p:txBody>
      </p:sp>
      <p:sp>
        <p:nvSpPr>
          <p:cNvPr id="18" name="Text Placeholder 9">
            <a:extLst>
              <a:ext uri="{FF2B5EF4-FFF2-40B4-BE49-F238E27FC236}">
                <a16:creationId xmlns:a16="http://schemas.microsoft.com/office/drawing/2014/main" id="{8116B2E5-B73A-D121-0F3D-AD18A29831EB}"/>
              </a:ext>
            </a:extLst>
          </p:cNvPr>
          <p:cNvSpPr>
            <a:spLocks noGrp="1"/>
          </p:cNvSpPr>
          <p:nvPr>
            <p:ph type="body" sz="quarter" idx="26" hasCustomPrompt="1"/>
          </p:nvPr>
        </p:nvSpPr>
        <p:spPr>
          <a:xfrm>
            <a:off x="1507923" y="302196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19" name="Text Placeholder 9">
            <a:extLst>
              <a:ext uri="{FF2B5EF4-FFF2-40B4-BE49-F238E27FC236}">
                <a16:creationId xmlns:a16="http://schemas.microsoft.com/office/drawing/2014/main" id="{EEB861F1-1DCD-AC14-72C5-74E3CBEDCC66}"/>
              </a:ext>
            </a:extLst>
          </p:cNvPr>
          <p:cNvSpPr>
            <a:spLocks noGrp="1"/>
          </p:cNvSpPr>
          <p:nvPr>
            <p:ph type="body" sz="quarter" idx="27" hasCustomPrompt="1"/>
          </p:nvPr>
        </p:nvSpPr>
        <p:spPr>
          <a:xfrm>
            <a:off x="1507923" y="342518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20" name="Picture Placeholder 12">
            <a:extLst>
              <a:ext uri="{FF2B5EF4-FFF2-40B4-BE49-F238E27FC236}">
                <a16:creationId xmlns:a16="http://schemas.microsoft.com/office/drawing/2014/main" id="{2AD0FA3F-F163-4A05-299B-BC661CE2D5AA}"/>
              </a:ext>
            </a:extLst>
          </p:cNvPr>
          <p:cNvSpPr>
            <a:spLocks noGrp="1"/>
          </p:cNvSpPr>
          <p:nvPr>
            <p:ph type="pic" sz="quarter" idx="28" hasCustomPrompt="1"/>
          </p:nvPr>
        </p:nvSpPr>
        <p:spPr>
          <a:xfrm>
            <a:off x="485523" y="302196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21" name="Text Placeholder 9">
            <a:extLst>
              <a:ext uri="{FF2B5EF4-FFF2-40B4-BE49-F238E27FC236}">
                <a16:creationId xmlns:a16="http://schemas.microsoft.com/office/drawing/2014/main" id="{E5857066-46A9-72C9-EBC1-46A671B0000D}"/>
              </a:ext>
            </a:extLst>
          </p:cNvPr>
          <p:cNvSpPr>
            <a:spLocks noGrp="1"/>
          </p:cNvSpPr>
          <p:nvPr>
            <p:ph type="body" sz="quarter" idx="29" hasCustomPrompt="1"/>
          </p:nvPr>
        </p:nvSpPr>
        <p:spPr>
          <a:xfrm>
            <a:off x="1507923" y="403542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22" name="Text Placeholder 9">
            <a:extLst>
              <a:ext uri="{FF2B5EF4-FFF2-40B4-BE49-F238E27FC236}">
                <a16:creationId xmlns:a16="http://schemas.microsoft.com/office/drawing/2014/main" id="{018DCA9A-F508-544F-26AE-564194DADCBA}"/>
              </a:ext>
            </a:extLst>
          </p:cNvPr>
          <p:cNvSpPr>
            <a:spLocks noGrp="1"/>
          </p:cNvSpPr>
          <p:nvPr>
            <p:ph type="body" sz="quarter" idx="30" hasCustomPrompt="1"/>
          </p:nvPr>
        </p:nvSpPr>
        <p:spPr>
          <a:xfrm>
            <a:off x="1507923" y="443864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27" name="Picture Placeholder 12">
            <a:extLst>
              <a:ext uri="{FF2B5EF4-FFF2-40B4-BE49-F238E27FC236}">
                <a16:creationId xmlns:a16="http://schemas.microsoft.com/office/drawing/2014/main" id="{0057E680-F84B-F640-97B3-1574895E5903}"/>
              </a:ext>
            </a:extLst>
          </p:cNvPr>
          <p:cNvSpPr>
            <a:spLocks noGrp="1"/>
          </p:cNvSpPr>
          <p:nvPr>
            <p:ph type="pic" sz="quarter" idx="31" hasCustomPrompt="1"/>
          </p:nvPr>
        </p:nvSpPr>
        <p:spPr>
          <a:xfrm>
            <a:off x="485523" y="403542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28" name="Text Placeholder 9">
            <a:extLst>
              <a:ext uri="{FF2B5EF4-FFF2-40B4-BE49-F238E27FC236}">
                <a16:creationId xmlns:a16="http://schemas.microsoft.com/office/drawing/2014/main" id="{7A0A840B-4CD0-8E51-0DB8-CAA8C5CE5614}"/>
              </a:ext>
            </a:extLst>
          </p:cNvPr>
          <p:cNvSpPr>
            <a:spLocks noGrp="1"/>
          </p:cNvSpPr>
          <p:nvPr>
            <p:ph type="body" sz="quarter" idx="32" hasCustomPrompt="1"/>
          </p:nvPr>
        </p:nvSpPr>
        <p:spPr>
          <a:xfrm>
            <a:off x="1507923" y="504126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29" name="Text Placeholder 9">
            <a:extLst>
              <a:ext uri="{FF2B5EF4-FFF2-40B4-BE49-F238E27FC236}">
                <a16:creationId xmlns:a16="http://schemas.microsoft.com/office/drawing/2014/main" id="{907FD0F3-2EFB-1048-729B-F8D9C5387EBD}"/>
              </a:ext>
            </a:extLst>
          </p:cNvPr>
          <p:cNvSpPr>
            <a:spLocks noGrp="1"/>
          </p:cNvSpPr>
          <p:nvPr>
            <p:ph type="body" sz="quarter" idx="33" hasCustomPrompt="1"/>
          </p:nvPr>
        </p:nvSpPr>
        <p:spPr>
          <a:xfrm>
            <a:off x="1507923" y="544448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30" name="Picture Placeholder 12">
            <a:extLst>
              <a:ext uri="{FF2B5EF4-FFF2-40B4-BE49-F238E27FC236}">
                <a16:creationId xmlns:a16="http://schemas.microsoft.com/office/drawing/2014/main" id="{8F182A88-FA5D-6BF5-64A4-F27206333D05}"/>
              </a:ext>
            </a:extLst>
          </p:cNvPr>
          <p:cNvSpPr>
            <a:spLocks noGrp="1"/>
          </p:cNvSpPr>
          <p:nvPr>
            <p:ph type="pic" sz="quarter" idx="34" hasCustomPrompt="1"/>
          </p:nvPr>
        </p:nvSpPr>
        <p:spPr>
          <a:xfrm>
            <a:off x="485523" y="504126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31" name="Text Placeholder 9">
            <a:extLst>
              <a:ext uri="{FF2B5EF4-FFF2-40B4-BE49-F238E27FC236}">
                <a16:creationId xmlns:a16="http://schemas.microsoft.com/office/drawing/2014/main" id="{0E55779C-A246-7AA1-1246-32F3BAC3E9F9}"/>
              </a:ext>
            </a:extLst>
          </p:cNvPr>
          <p:cNvSpPr>
            <a:spLocks noGrp="1"/>
          </p:cNvSpPr>
          <p:nvPr>
            <p:ph type="body" sz="quarter" idx="35" hasCustomPrompt="1"/>
          </p:nvPr>
        </p:nvSpPr>
        <p:spPr>
          <a:xfrm>
            <a:off x="4399772" y="201612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32" name="Text Placeholder 9">
            <a:extLst>
              <a:ext uri="{FF2B5EF4-FFF2-40B4-BE49-F238E27FC236}">
                <a16:creationId xmlns:a16="http://schemas.microsoft.com/office/drawing/2014/main" id="{AE906D56-BF94-FEC3-DB85-DEC802C0EDF2}"/>
              </a:ext>
            </a:extLst>
          </p:cNvPr>
          <p:cNvSpPr>
            <a:spLocks noGrp="1"/>
          </p:cNvSpPr>
          <p:nvPr>
            <p:ph type="body" sz="quarter" idx="36" hasCustomPrompt="1"/>
          </p:nvPr>
        </p:nvSpPr>
        <p:spPr>
          <a:xfrm>
            <a:off x="4399772" y="241934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33" name="Picture Placeholder 12">
            <a:extLst>
              <a:ext uri="{FF2B5EF4-FFF2-40B4-BE49-F238E27FC236}">
                <a16:creationId xmlns:a16="http://schemas.microsoft.com/office/drawing/2014/main" id="{CF08BE99-68E9-C172-4584-192EAC7EBA24}"/>
              </a:ext>
            </a:extLst>
          </p:cNvPr>
          <p:cNvSpPr>
            <a:spLocks noGrp="1"/>
          </p:cNvSpPr>
          <p:nvPr>
            <p:ph type="pic" sz="quarter" idx="37" hasCustomPrompt="1"/>
          </p:nvPr>
        </p:nvSpPr>
        <p:spPr>
          <a:xfrm>
            <a:off x="3377372" y="201612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34" name="Text Placeholder 9">
            <a:extLst>
              <a:ext uri="{FF2B5EF4-FFF2-40B4-BE49-F238E27FC236}">
                <a16:creationId xmlns:a16="http://schemas.microsoft.com/office/drawing/2014/main" id="{61B59087-059A-8552-985C-C458B49492E5}"/>
              </a:ext>
            </a:extLst>
          </p:cNvPr>
          <p:cNvSpPr>
            <a:spLocks noGrp="1"/>
          </p:cNvSpPr>
          <p:nvPr>
            <p:ph type="body" sz="quarter" idx="38" hasCustomPrompt="1"/>
          </p:nvPr>
        </p:nvSpPr>
        <p:spPr>
          <a:xfrm>
            <a:off x="3377372" y="1411287"/>
            <a:ext cx="2548800" cy="196124"/>
          </a:xfrm>
        </p:spPr>
        <p:txBody>
          <a:bodyPr>
            <a:noAutofit/>
          </a:bodyPr>
          <a:lstStyle>
            <a:lvl1pPr marL="0" indent="0">
              <a:lnSpc>
                <a:spcPct val="90000"/>
              </a:lnSpc>
              <a:buNone/>
              <a:defRPr sz="1400" b="1" i="0">
                <a:solidFill>
                  <a:schemeClr val="bg1"/>
                </a:solidFill>
                <a:latin typeface="EYInterstate" panose="02000503020000020004" pitchFamily="2" charset="0"/>
              </a:defRPr>
            </a:lvl1pPr>
          </a:lstStyle>
          <a:p>
            <a:pPr lvl="0"/>
            <a:r>
              <a:rPr lang="en-GB"/>
              <a:t>Team name</a:t>
            </a:r>
            <a:endParaRPr lang="en-US"/>
          </a:p>
        </p:txBody>
      </p:sp>
      <p:sp>
        <p:nvSpPr>
          <p:cNvPr id="35" name="Text Placeholder 9">
            <a:extLst>
              <a:ext uri="{FF2B5EF4-FFF2-40B4-BE49-F238E27FC236}">
                <a16:creationId xmlns:a16="http://schemas.microsoft.com/office/drawing/2014/main" id="{B80CEAFC-3F56-53A9-7CA1-6FF2EFEA9F71}"/>
              </a:ext>
            </a:extLst>
          </p:cNvPr>
          <p:cNvSpPr>
            <a:spLocks noGrp="1"/>
          </p:cNvSpPr>
          <p:nvPr>
            <p:ph type="body" sz="quarter" idx="39" hasCustomPrompt="1"/>
          </p:nvPr>
        </p:nvSpPr>
        <p:spPr>
          <a:xfrm>
            <a:off x="4399772" y="302196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36" name="Text Placeholder 9">
            <a:extLst>
              <a:ext uri="{FF2B5EF4-FFF2-40B4-BE49-F238E27FC236}">
                <a16:creationId xmlns:a16="http://schemas.microsoft.com/office/drawing/2014/main" id="{1F927087-C230-38DF-C1BC-D979647576EB}"/>
              </a:ext>
            </a:extLst>
          </p:cNvPr>
          <p:cNvSpPr>
            <a:spLocks noGrp="1"/>
          </p:cNvSpPr>
          <p:nvPr>
            <p:ph type="body" sz="quarter" idx="40" hasCustomPrompt="1"/>
          </p:nvPr>
        </p:nvSpPr>
        <p:spPr>
          <a:xfrm>
            <a:off x="4399772" y="342518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37" name="Picture Placeholder 12">
            <a:extLst>
              <a:ext uri="{FF2B5EF4-FFF2-40B4-BE49-F238E27FC236}">
                <a16:creationId xmlns:a16="http://schemas.microsoft.com/office/drawing/2014/main" id="{E5B079F2-242E-7156-DFAD-AED073123B53}"/>
              </a:ext>
            </a:extLst>
          </p:cNvPr>
          <p:cNvSpPr>
            <a:spLocks noGrp="1"/>
          </p:cNvSpPr>
          <p:nvPr>
            <p:ph type="pic" sz="quarter" idx="41" hasCustomPrompt="1"/>
          </p:nvPr>
        </p:nvSpPr>
        <p:spPr>
          <a:xfrm>
            <a:off x="3377372" y="302196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38" name="Text Placeholder 9">
            <a:extLst>
              <a:ext uri="{FF2B5EF4-FFF2-40B4-BE49-F238E27FC236}">
                <a16:creationId xmlns:a16="http://schemas.microsoft.com/office/drawing/2014/main" id="{BAD8BB7A-C875-E730-22F2-58BF881807E3}"/>
              </a:ext>
            </a:extLst>
          </p:cNvPr>
          <p:cNvSpPr>
            <a:spLocks noGrp="1"/>
          </p:cNvSpPr>
          <p:nvPr>
            <p:ph type="body" sz="quarter" idx="42" hasCustomPrompt="1"/>
          </p:nvPr>
        </p:nvSpPr>
        <p:spPr>
          <a:xfrm>
            <a:off x="4399772" y="403542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39" name="Text Placeholder 9">
            <a:extLst>
              <a:ext uri="{FF2B5EF4-FFF2-40B4-BE49-F238E27FC236}">
                <a16:creationId xmlns:a16="http://schemas.microsoft.com/office/drawing/2014/main" id="{428864EC-7BF7-9E3F-14AA-1569F68FDBF7}"/>
              </a:ext>
            </a:extLst>
          </p:cNvPr>
          <p:cNvSpPr>
            <a:spLocks noGrp="1"/>
          </p:cNvSpPr>
          <p:nvPr>
            <p:ph type="body" sz="quarter" idx="43" hasCustomPrompt="1"/>
          </p:nvPr>
        </p:nvSpPr>
        <p:spPr>
          <a:xfrm>
            <a:off x="4399772" y="443864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40" name="Picture Placeholder 12">
            <a:extLst>
              <a:ext uri="{FF2B5EF4-FFF2-40B4-BE49-F238E27FC236}">
                <a16:creationId xmlns:a16="http://schemas.microsoft.com/office/drawing/2014/main" id="{01784631-4FDE-2C65-08D2-90389B52BB27}"/>
              </a:ext>
            </a:extLst>
          </p:cNvPr>
          <p:cNvSpPr>
            <a:spLocks noGrp="1"/>
          </p:cNvSpPr>
          <p:nvPr>
            <p:ph type="pic" sz="quarter" idx="44" hasCustomPrompt="1"/>
          </p:nvPr>
        </p:nvSpPr>
        <p:spPr>
          <a:xfrm>
            <a:off x="3377372" y="403542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41" name="Text Placeholder 9">
            <a:extLst>
              <a:ext uri="{FF2B5EF4-FFF2-40B4-BE49-F238E27FC236}">
                <a16:creationId xmlns:a16="http://schemas.microsoft.com/office/drawing/2014/main" id="{0154653D-5642-2E90-794A-C1E075F2C194}"/>
              </a:ext>
            </a:extLst>
          </p:cNvPr>
          <p:cNvSpPr>
            <a:spLocks noGrp="1"/>
          </p:cNvSpPr>
          <p:nvPr>
            <p:ph type="body" sz="quarter" idx="45" hasCustomPrompt="1"/>
          </p:nvPr>
        </p:nvSpPr>
        <p:spPr>
          <a:xfrm>
            <a:off x="4399772" y="504126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42" name="Text Placeholder 9">
            <a:extLst>
              <a:ext uri="{FF2B5EF4-FFF2-40B4-BE49-F238E27FC236}">
                <a16:creationId xmlns:a16="http://schemas.microsoft.com/office/drawing/2014/main" id="{7B745924-C16B-48BF-AE37-F5CD447BF3BE}"/>
              </a:ext>
            </a:extLst>
          </p:cNvPr>
          <p:cNvSpPr>
            <a:spLocks noGrp="1"/>
          </p:cNvSpPr>
          <p:nvPr>
            <p:ph type="body" sz="quarter" idx="46" hasCustomPrompt="1"/>
          </p:nvPr>
        </p:nvSpPr>
        <p:spPr>
          <a:xfrm>
            <a:off x="4399772" y="544448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43" name="Picture Placeholder 12">
            <a:extLst>
              <a:ext uri="{FF2B5EF4-FFF2-40B4-BE49-F238E27FC236}">
                <a16:creationId xmlns:a16="http://schemas.microsoft.com/office/drawing/2014/main" id="{4E35CBCD-AFBE-52EA-7BC2-89F29ED83F88}"/>
              </a:ext>
            </a:extLst>
          </p:cNvPr>
          <p:cNvSpPr>
            <a:spLocks noGrp="1"/>
          </p:cNvSpPr>
          <p:nvPr>
            <p:ph type="pic" sz="quarter" idx="47" hasCustomPrompt="1"/>
          </p:nvPr>
        </p:nvSpPr>
        <p:spPr>
          <a:xfrm>
            <a:off x="3377372" y="504126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44" name="Text Placeholder 9">
            <a:extLst>
              <a:ext uri="{FF2B5EF4-FFF2-40B4-BE49-F238E27FC236}">
                <a16:creationId xmlns:a16="http://schemas.microsoft.com/office/drawing/2014/main" id="{C6A4FD7C-43FE-CC16-4728-179DD98E56D5}"/>
              </a:ext>
            </a:extLst>
          </p:cNvPr>
          <p:cNvSpPr>
            <a:spLocks noGrp="1"/>
          </p:cNvSpPr>
          <p:nvPr>
            <p:ph type="body" sz="quarter" idx="48" hasCustomPrompt="1"/>
          </p:nvPr>
        </p:nvSpPr>
        <p:spPr>
          <a:xfrm>
            <a:off x="7291621" y="201612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45" name="Text Placeholder 9">
            <a:extLst>
              <a:ext uri="{FF2B5EF4-FFF2-40B4-BE49-F238E27FC236}">
                <a16:creationId xmlns:a16="http://schemas.microsoft.com/office/drawing/2014/main" id="{CCC5923F-9079-4223-BD7D-2ECA17762C80}"/>
              </a:ext>
            </a:extLst>
          </p:cNvPr>
          <p:cNvSpPr>
            <a:spLocks noGrp="1"/>
          </p:cNvSpPr>
          <p:nvPr>
            <p:ph type="body" sz="quarter" idx="49" hasCustomPrompt="1"/>
          </p:nvPr>
        </p:nvSpPr>
        <p:spPr>
          <a:xfrm>
            <a:off x="7291621" y="241934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46" name="Picture Placeholder 12">
            <a:extLst>
              <a:ext uri="{FF2B5EF4-FFF2-40B4-BE49-F238E27FC236}">
                <a16:creationId xmlns:a16="http://schemas.microsoft.com/office/drawing/2014/main" id="{D730576F-217C-362A-C36F-674299D51B91}"/>
              </a:ext>
            </a:extLst>
          </p:cNvPr>
          <p:cNvSpPr>
            <a:spLocks noGrp="1"/>
          </p:cNvSpPr>
          <p:nvPr>
            <p:ph type="pic" sz="quarter" idx="50" hasCustomPrompt="1"/>
          </p:nvPr>
        </p:nvSpPr>
        <p:spPr>
          <a:xfrm>
            <a:off x="6269221" y="201612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47" name="Text Placeholder 9">
            <a:extLst>
              <a:ext uri="{FF2B5EF4-FFF2-40B4-BE49-F238E27FC236}">
                <a16:creationId xmlns:a16="http://schemas.microsoft.com/office/drawing/2014/main" id="{683AAA8B-B0B9-8676-2816-59B9081C3443}"/>
              </a:ext>
            </a:extLst>
          </p:cNvPr>
          <p:cNvSpPr>
            <a:spLocks noGrp="1"/>
          </p:cNvSpPr>
          <p:nvPr>
            <p:ph type="body" sz="quarter" idx="51" hasCustomPrompt="1"/>
          </p:nvPr>
        </p:nvSpPr>
        <p:spPr>
          <a:xfrm>
            <a:off x="6269221" y="1411287"/>
            <a:ext cx="2548800" cy="196124"/>
          </a:xfrm>
        </p:spPr>
        <p:txBody>
          <a:bodyPr>
            <a:noAutofit/>
          </a:bodyPr>
          <a:lstStyle>
            <a:lvl1pPr marL="0" indent="0">
              <a:lnSpc>
                <a:spcPct val="90000"/>
              </a:lnSpc>
              <a:buNone/>
              <a:defRPr sz="1400" b="1" i="0">
                <a:solidFill>
                  <a:schemeClr val="bg1"/>
                </a:solidFill>
                <a:latin typeface="EYInterstate" panose="02000503020000020004" pitchFamily="2" charset="0"/>
              </a:defRPr>
            </a:lvl1pPr>
          </a:lstStyle>
          <a:p>
            <a:pPr lvl="0"/>
            <a:r>
              <a:rPr lang="en-GB"/>
              <a:t>Team name</a:t>
            </a:r>
            <a:endParaRPr lang="en-US"/>
          </a:p>
        </p:txBody>
      </p:sp>
      <p:sp>
        <p:nvSpPr>
          <p:cNvPr id="48" name="Text Placeholder 9">
            <a:extLst>
              <a:ext uri="{FF2B5EF4-FFF2-40B4-BE49-F238E27FC236}">
                <a16:creationId xmlns:a16="http://schemas.microsoft.com/office/drawing/2014/main" id="{66FDE5EC-EECA-8ACE-6501-3066CB7FE8A4}"/>
              </a:ext>
            </a:extLst>
          </p:cNvPr>
          <p:cNvSpPr>
            <a:spLocks noGrp="1"/>
          </p:cNvSpPr>
          <p:nvPr>
            <p:ph type="body" sz="quarter" idx="52" hasCustomPrompt="1"/>
          </p:nvPr>
        </p:nvSpPr>
        <p:spPr>
          <a:xfrm>
            <a:off x="7291621" y="302196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49" name="Text Placeholder 9">
            <a:extLst>
              <a:ext uri="{FF2B5EF4-FFF2-40B4-BE49-F238E27FC236}">
                <a16:creationId xmlns:a16="http://schemas.microsoft.com/office/drawing/2014/main" id="{73D20F87-E90C-42D0-0ED6-6300216BB309}"/>
              </a:ext>
            </a:extLst>
          </p:cNvPr>
          <p:cNvSpPr>
            <a:spLocks noGrp="1"/>
          </p:cNvSpPr>
          <p:nvPr>
            <p:ph type="body" sz="quarter" idx="53" hasCustomPrompt="1"/>
          </p:nvPr>
        </p:nvSpPr>
        <p:spPr>
          <a:xfrm>
            <a:off x="7291621" y="342518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50" name="Picture Placeholder 12">
            <a:extLst>
              <a:ext uri="{FF2B5EF4-FFF2-40B4-BE49-F238E27FC236}">
                <a16:creationId xmlns:a16="http://schemas.microsoft.com/office/drawing/2014/main" id="{03693376-1C6C-F15B-897B-29DF694405E9}"/>
              </a:ext>
            </a:extLst>
          </p:cNvPr>
          <p:cNvSpPr>
            <a:spLocks noGrp="1"/>
          </p:cNvSpPr>
          <p:nvPr>
            <p:ph type="pic" sz="quarter" idx="54" hasCustomPrompt="1"/>
          </p:nvPr>
        </p:nvSpPr>
        <p:spPr>
          <a:xfrm>
            <a:off x="6269221" y="302196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51" name="Text Placeholder 9">
            <a:extLst>
              <a:ext uri="{FF2B5EF4-FFF2-40B4-BE49-F238E27FC236}">
                <a16:creationId xmlns:a16="http://schemas.microsoft.com/office/drawing/2014/main" id="{77461B86-A1F2-292C-BC4A-3A720C40ECF3}"/>
              </a:ext>
            </a:extLst>
          </p:cNvPr>
          <p:cNvSpPr>
            <a:spLocks noGrp="1"/>
          </p:cNvSpPr>
          <p:nvPr>
            <p:ph type="body" sz="quarter" idx="55" hasCustomPrompt="1"/>
          </p:nvPr>
        </p:nvSpPr>
        <p:spPr>
          <a:xfrm>
            <a:off x="7291621" y="403542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52" name="Text Placeholder 9">
            <a:extLst>
              <a:ext uri="{FF2B5EF4-FFF2-40B4-BE49-F238E27FC236}">
                <a16:creationId xmlns:a16="http://schemas.microsoft.com/office/drawing/2014/main" id="{32236890-E7EA-252D-D7B2-D649918B3AD8}"/>
              </a:ext>
            </a:extLst>
          </p:cNvPr>
          <p:cNvSpPr>
            <a:spLocks noGrp="1"/>
          </p:cNvSpPr>
          <p:nvPr>
            <p:ph type="body" sz="quarter" idx="56" hasCustomPrompt="1"/>
          </p:nvPr>
        </p:nvSpPr>
        <p:spPr>
          <a:xfrm>
            <a:off x="7291621" y="443864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53" name="Picture Placeholder 12">
            <a:extLst>
              <a:ext uri="{FF2B5EF4-FFF2-40B4-BE49-F238E27FC236}">
                <a16:creationId xmlns:a16="http://schemas.microsoft.com/office/drawing/2014/main" id="{9D7279F8-145F-2BC9-392D-C195932B23E9}"/>
              </a:ext>
            </a:extLst>
          </p:cNvPr>
          <p:cNvSpPr>
            <a:spLocks noGrp="1"/>
          </p:cNvSpPr>
          <p:nvPr>
            <p:ph type="pic" sz="quarter" idx="57" hasCustomPrompt="1"/>
          </p:nvPr>
        </p:nvSpPr>
        <p:spPr>
          <a:xfrm>
            <a:off x="6269221" y="403542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54" name="Text Placeholder 9">
            <a:extLst>
              <a:ext uri="{FF2B5EF4-FFF2-40B4-BE49-F238E27FC236}">
                <a16:creationId xmlns:a16="http://schemas.microsoft.com/office/drawing/2014/main" id="{38CC5E8C-843D-F801-E86E-74E733EC4AC7}"/>
              </a:ext>
            </a:extLst>
          </p:cNvPr>
          <p:cNvSpPr>
            <a:spLocks noGrp="1"/>
          </p:cNvSpPr>
          <p:nvPr>
            <p:ph type="body" sz="quarter" idx="58" hasCustomPrompt="1"/>
          </p:nvPr>
        </p:nvSpPr>
        <p:spPr>
          <a:xfrm>
            <a:off x="7291621" y="504126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55" name="Text Placeholder 9">
            <a:extLst>
              <a:ext uri="{FF2B5EF4-FFF2-40B4-BE49-F238E27FC236}">
                <a16:creationId xmlns:a16="http://schemas.microsoft.com/office/drawing/2014/main" id="{1F5E5E23-4BD8-2BF8-132F-46B1EEF1CE42}"/>
              </a:ext>
            </a:extLst>
          </p:cNvPr>
          <p:cNvSpPr>
            <a:spLocks noGrp="1"/>
          </p:cNvSpPr>
          <p:nvPr>
            <p:ph type="body" sz="quarter" idx="59" hasCustomPrompt="1"/>
          </p:nvPr>
        </p:nvSpPr>
        <p:spPr>
          <a:xfrm>
            <a:off x="7291621" y="544448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56" name="Picture Placeholder 12">
            <a:extLst>
              <a:ext uri="{FF2B5EF4-FFF2-40B4-BE49-F238E27FC236}">
                <a16:creationId xmlns:a16="http://schemas.microsoft.com/office/drawing/2014/main" id="{5CD9EB6F-BA12-B7A4-0F8D-EF9271F7223A}"/>
              </a:ext>
            </a:extLst>
          </p:cNvPr>
          <p:cNvSpPr>
            <a:spLocks noGrp="1"/>
          </p:cNvSpPr>
          <p:nvPr>
            <p:ph type="pic" sz="quarter" idx="60" hasCustomPrompt="1"/>
          </p:nvPr>
        </p:nvSpPr>
        <p:spPr>
          <a:xfrm>
            <a:off x="6269221" y="504126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57" name="Text Placeholder 9">
            <a:extLst>
              <a:ext uri="{FF2B5EF4-FFF2-40B4-BE49-F238E27FC236}">
                <a16:creationId xmlns:a16="http://schemas.microsoft.com/office/drawing/2014/main" id="{23566F37-EF18-0360-14F6-C03B12159510}"/>
              </a:ext>
            </a:extLst>
          </p:cNvPr>
          <p:cNvSpPr>
            <a:spLocks noGrp="1"/>
          </p:cNvSpPr>
          <p:nvPr>
            <p:ph type="body" sz="quarter" idx="61" hasCustomPrompt="1"/>
          </p:nvPr>
        </p:nvSpPr>
        <p:spPr>
          <a:xfrm>
            <a:off x="10183471" y="201612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58" name="Text Placeholder 9">
            <a:extLst>
              <a:ext uri="{FF2B5EF4-FFF2-40B4-BE49-F238E27FC236}">
                <a16:creationId xmlns:a16="http://schemas.microsoft.com/office/drawing/2014/main" id="{58D642CD-278F-34F9-CF75-99A7339353CF}"/>
              </a:ext>
            </a:extLst>
          </p:cNvPr>
          <p:cNvSpPr>
            <a:spLocks noGrp="1"/>
          </p:cNvSpPr>
          <p:nvPr>
            <p:ph type="body" sz="quarter" idx="62" hasCustomPrompt="1"/>
          </p:nvPr>
        </p:nvSpPr>
        <p:spPr>
          <a:xfrm>
            <a:off x="10183471" y="241934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59" name="Picture Placeholder 12">
            <a:extLst>
              <a:ext uri="{FF2B5EF4-FFF2-40B4-BE49-F238E27FC236}">
                <a16:creationId xmlns:a16="http://schemas.microsoft.com/office/drawing/2014/main" id="{4F6E90F8-DB8A-5E9D-7163-AC30457FEAC0}"/>
              </a:ext>
            </a:extLst>
          </p:cNvPr>
          <p:cNvSpPr>
            <a:spLocks noGrp="1"/>
          </p:cNvSpPr>
          <p:nvPr>
            <p:ph type="pic" sz="quarter" idx="63" hasCustomPrompt="1"/>
          </p:nvPr>
        </p:nvSpPr>
        <p:spPr>
          <a:xfrm>
            <a:off x="9161070" y="201612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60" name="Text Placeholder 9">
            <a:extLst>
              <a:ext uri="{FF2B5EF4-FFF2-40B4-BE49-F238E27FC236}">
                <a16:creationId xmlns:a16="http://schemas.microsoft.com/office/drawing/2014/main" id="{7435555B-D553-70C9-B67C-5A661E9585CD}"/>
              </a:ext>
            </a:extLst>
          </p:cNvPr>
          <p:cNvSpPr>
            <a:spLocks noGrp="1"/>
          </p:cNvSpPr>
          <p:nvPr>
            <p:ph type="body" sz="quarter" idx="64" hasCustomPrompt="1"/>
          </p:nvPr>
        </p:nvSpPr>
        <p:spPr>
          <a:xfrm>
            <a:off x="9161070" y="1411287"/>
            <a:ext cx="2548800" cy="196124"/>
          </a:xfrm>
        </p:spPr>
        <p:txBody>
          <a:bodyPr>
            <a:noAutofit/>
          </a:bodyPr>
          <a:lstStyle>
            <a:lvl1pPr marL="0" indent="0">
              <a:lnSpc>
                <a:spcPct val="90000"/>
              </a:lnSpc>
              <a:buNone/>
              <a:defRPr sz="1400" b="1" i="0">
                <a:solidFill>
                  <a:schemeClr val="bg1"/>
                </a:solidFill>
                <a:latin typeface="EYInterstate" panose="02000503020000020004" pitchFamily="2" charset="0"/>
              </a:defRPr>
            </a:lvl1pPr>
          </a:lstStyle>
          <a:p>
            <a:pPr lvl="0"/>
            <a:r>
              <a:rPr lang="en-GB"/>
              <a:t>Team name</a:t>
            </a:r>
            <a:endParaRPr lang="en-US"/>
          </a:p>
        </p:txBody>
      </p:sp>
      <p:sp>
        <p:nvSpPr>
          <p:cNvPr id="61" name="Text Placeholder 9">
            <a:extLst>
              <a:ext uri="{FF2B5EF4-FFF2-40B4-BE49-F238E27FC236}">
                <a16:creationId xmlns:a16="http://schemas.microsoft.com/office/drawing/2014/main" id="{5DB8DE5C-79AE-8E49-DC40-B4E1DDB68BA5}"/>
              </a:ext>
            </a:extLst>
          </p:cNvPr>
          <p:cNvSpPr>
            <a:spLocks noGrp="1"/>
          </p:cNvSpPr>
          <p:nvPr>
            <p:ph type="body" sz="quarter" idx="65" hasCustomPrompt="1"/>
          </p:nvPr>
        </p:nvSpPr>
        <p:spPr>
          <a:xfrm>
            <a:off x="10183471" y="302196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62" name="Text Placeholder 9">
            <a:extLst>
              <a:ext uri="{FF2B5EF4-FFF2-40B4-BE49-F238E27FC236}">
                <a16:creationId xmlns:a16="http://schemas.microsoft.com/office/drawing/2014/main" id="{289E0F5F-936F-FA54-01D7-5CD0040D07C7}"/>
              </a:ext>
            </a:extLst>
          </p:cNvPr>
          <p:cNvSpPr>
            <a:spLocks noGrp="1"/>
          </p:cNvSpPr>
          <p:nvPr>
            <p:ph type="body" sz="quarter" idx="66" hasCustomPrompt="1"/>
          </p:nvPr>
        </p:nvSpPr>
        <p:spPr>
          <a:xfrm>
            <a:off x="10183471" y="342518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63" name="Picture Placeholder 12">
            <a:extLst>
              <a:ext uri="{FF2B5EF4-FFF2-40B4-BE49-F238E27FC236}">
                <a16:creationId xmlns:a16="http://schemas.microsoft.com/office/drawing/2014/main" id="{11FBE638-0595-F8E5-AFBB-43DC12983672}"/>
              </a:ext>
            </a:extLst>
          </p:cNvPr>
          <p:cNvSpPr>
            <a:spLocks noGrp="1"/>
          </p:cNvSpPr>
          <p:nvPr>
            <p:ph type="pic" sz="quarter" idx="67" hasCustomPrompt="1"/>
          </p:nvPr>
        </p:nvSpPr>
        <p:spPr>
          <a:xfrm>
            <a:off x="9161070" y="302196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64" name="Text Placeholder 9">
            <a:extLst>
              <a:ext uri="{FF2B5EF4-FFF2-40B4-BE49-F238E27FC236}">
                <a16:creationId xmlns:a16="http://schemas.microsoft.com/office/drawing/2014/main" id="{A3352A0C-1A08-FCFC-FF9C-CCA8F22308AE}"/>
              </a:ext>
            </a:extLst>
          </p:cNvPr>
          <p:cNvSpPr>
            <a:spLocks noGrp="1"/>
          </p:cNvSpPr>
          <p:nvPr>
            <p:ph type="body" sz="quarter" idx="68" hasCustomPrompt="1"/>
          </p:nvPr>
        </p:nvSpPr>
        <p:spPr>
          <a:xfrm>
            <a:off x="10183471" y="403542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65" name="Text Placeholder 9">
            <a:extLst>
              <a:ext uri="{FF2B5EF4-FFF2-40B4-BE49-F238E27FC236}">
                <a16:creationId xmlns:a16="http://schemas.microsoft.com/office/drawing/2014/main" id="{6E261588-76E1-16B7-8374-3F9A28832EF4}"/>
              </a:ext>
            </a:extLst>
          </p:cNvPr>
          <p:cNvSpPr>
            <a:spLocks noGrp="1"/>
          </p:cNvSpPr>
          <p:nvPr>
            <p:ph type="body" sz="quarter" idx="69" hasCustomPrompt="1"/>
          </p:nvPr>
        </p:nvSpPr>
        <p:spPr>
          <a:xfrm>
            <a:off x="10183471" y="443864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66" name="Picture Placeholder 12">
            <a:extLst>
              <a:ext uri="{FF2B5EF4-FFF2-40B4-BE49-F238E27FC236}">
                <a16:creationId xmlns:a16="http://schemas.microsoft.com/office/drawing/2014/main" id="{CAE85F7E-2BA3-3513-9E8B-8B03FE7AAC4C}"/>
              </a:ext>
            </a:extLst>
          </p:cNvPr>
          <p:cNvSpPr>
            <a:spLocks noGrp="1"/>
          </p:cNvSpPr>
          <p:nvPr>
            <p:ph type="pic" sz="quarter" idx="70" hasCustomPrompt="1"/>
          </p:nvPr>
        </p:nvSpPr>
        <p:spPr>
          <a:xfrm>
            <a:off x="9161070" y="403542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67" name="Text Placeholder 9">
            <a:extLst>
              <a:ext uri="{FF2B5EF4-FFF2-40B4-BE49-F238E27FC236}">
                <a16:creationId xmlns:a16="http://schemas.microsoft.com/office/drawing/2014/main" id="{7280094F-B199-060D-4D4B-CA4F1BFCF5F3}"/>
              </a:ext>
            </a:extLst>
          </p:cNvPr>
          <p:cNvSpPr>
            <a:spLocks noGrp="1"/>
          </p:cNvSpPr>
          <p:nvPr>
            <p:ph type="body" sz="quarter" idx="71" hasCustomPrompt="1"/>
          </p:nvPr>
        </p:nvSpPr>
        <p:spPr>
          <a:xfrm>
            <a:off x="10183471" y="5041264"/>
            <a:ext cx="1526400" cy="389756"/>
          </a:xfrm>
        </p:spPr>
        <p:txBody>
          <a:bodyPr>
            <a:noAutofit/>
          </a:bodyPr>
          <a:lstStyle>
            <a:lvl1pPr marL="0" indent="0">
              <a:lnSpc>
                <a:spcPct val="90000"/>
              </a:lnSpc>
              <a:buNone/>
              <a:defRPr sz="1400" b="0" i="0">
                <a:solidFill>
                  <a:schemeClr val="bg1"/>
                </a:solidFill>
                <a:latin typeface="+mn-lt"/>
              </a:defRPr>
            </a:lvl1pPr>
          </a:lstStyle>
          <a:p>
            <a:pPr lvl="0"/>
            <a:r>
              <a:rPr lang="en-GB"/>
              <a:t>Name</a:t>
            </a:r>
            <a:endParaRPr lang="en-US"/>
          </a:p>
        </p:txBody>
      </p:sp>
      <p:sp>
        <p:nvSpPr>
          <p:cNvPr id="68" name="Text Placeholder 9">
            <a:extLst>
              <a:ext uri="{FF2B5EF4-FFF2-40B4-BE49-F238E27FC236}">
                <a16:creationId xmlns:a16="http://schemas.microsoft.com/office/drawing/2014/main" id="{253E3C85-558C-05C1-155E-0E52AA94351F}"/>
              </a:ext>
            </a:extLst>
          </p:cNvPr>
          <p:cNvSpPr>
            <a:spLocks noGrp="1"/>
          </p:cNvSpPr>
          <p:nvPr>
            <p:ph type="body" sz="quarter" idx="72" hasCustomPrompt="1"/>
          </p:nvPr>
        </p:nvSpPr>
        <p:spPr>
          <a:xfrm>
            <a:off x="10183471" y="5444489"/>
            <a:ext cx="1526400" cy="153888"/>
          </a:xfrm>
        </p:spPr>
        <p:txBody>
          <a:bodyPr wrap="square">
            <a:spAutoFit/>
          </a:bodyPr>
          <a:lstStyle>
            <a:lvl1pPr marL="0" indent="0">
              <a:buNone/>
              <a:defRPr sz="1000" b="0" i="0">
                <a:solidFill>
                  <a:schemeClr val="bg1"/>
                </a:solidFill>
                <a:latin typeface="+mn-lt"/>
              </a:defRPr>
            </a:lvl1pPr>
          </a:lstStyle>
          <a:p>
            <a:pPr lvl="0"/>
            <a:r>
              <a:rPr lang="en-GB"/>
              <a:t>Job title</a:t>
            </a:r>
            <a:endParaRPr lang="en-US"/>
          </a:p>
        </p:txBody>
      </p:sp>
      <p:sp>
        <p:nvSpPr>
          <p:cNvPr id="69" name="Picture Placeholder 12">
            <a:extLst>
              <a:ext uri="{FF2B5EF4-FFF2-40B4-BE49-F238E27FC236}">
                <a16:creationId xmlns:a16="http://schemas.microsoft.com/office/drawing/2014/main" id="{E5B87C2C-7F36-6D34-D014-54305471A5A7}"/>
              </a:ext>
            </a:extLst>
          </p:cNvPr>
          <p:cNvSpPr>
            <a:spLocks noGrp="1"/>
          </p:cNvSpPr>
          <p:nvPr>
            <p:ph type="pic" sz="quarter" idx="73" hasCustomPrompt="1"/>
          </p:nvPr>
        </p:nvSpPr>
        <p:spPr>
          <a:xfrm>
            <a:off x="9161070" y="5041264"/>
            <a:ext cx="766800" cy="766800"/>
          </a:xfrm>
          <a:prstGeom prst="ellipse">
            <a:avLst/>
          </a:prstGeom>
        </p:spPr>
        <p:txBody>
          <a:bodyPr anchor="ctr"/>
          <a:lstStyle>
            <a:lvl1pPr marL="0" indent="0" algn="ctr">
              <a:buNone/>
              <a:defRPr sz="800" b="0">
                <a:solidFill>
                  <a:schemeClr val="bg1"/>
                </a:solidFill>
                <a:latin typeface="+mn-lt"/>
              </a:defRPr>
            </a:lvl1pPr>
          </a:lstStyle>
          <a:p>
            <a:r>
              <a:rPr lang="en-GB"/>
              <a:t>Picture</a:t>
            </a:r>
            <a:endParaRPr lang="en-US"/>
          </a:p>
        </p:txBody>
      </p:sp>
      <p:sp>
        <p:nvSpPr>
          <p:cNvPr id="70" name="SmartArt Placeholder 7">
            <a:extLst>
              <a:ext uri="{FF2B5EF4-FFF2-40B4-BE49-F238E27FC236}">
                <a16:creationId xmlns:a16="http://schemas.microsoft.com/office/drawing/2014/main" id="{162A8BA6-6F67-C4EB-3430-78F1A0EC0F06}"/>
              </a:ext>
            </a:extLst>
          </p:cNvPr>
          <p:cNvSpPr>
            <a:spLocks noGrp="1"/>
          </p:cNvSpPr>
          <p:nvPr>
            <p:ph type="dgm" sz="quarter" idx="74" hasCustomPrompt="1"/>
          </p:nvPr>
        </p:nvSpPr>
        <p:spPr>
          <a:xfrm>
            <a:off x="485523" y="1696224"/>
            <a:ext cx="2548800" cy="18000"/>
          </a:xfrm>
          <a:solidFill>
            <a:schemeClr val="tx2"/>
          </a:solidFill>
        </p:spPr>
        <p:txBody>
          <a:bodyPr/>
          <a:lstStyle>
            <a:lvl1pPr marL="0" indent="0">
              <a:buNone/>
              <a:defRPr sz="800">
                <a:solidFill>
                  <a:schemeClr val="bg1"/>
                </a:solidFill>
              </a:defRPr>
            </a:lvl1pPr>
          </a:lstStyle>
          <a:p>
            <a:r>
              <a:rPr lang="en-US"/>
              <a:t> </a:t>
            </a:r>
          </a:p>
        </p:txBody>
      </p:sp>
      <p:sp>
        <p:nvSpPr>
          <p:cNvPr id="71" name="SmartArt Placeholder 7">
            <a:extLst>
              <a:ext uri="{FF2B5EF4-FFF2-40B4-BE49-F238E27FC236}">
                <a16:creationId xmlns:a16="http://schemas.microsoft.com/office/drawing/2014/main" id="{EC5DF0FE-64D1-AB19-CAF1-A390D6492B0D}"/>
              </a:ext>
            </a:extLst>
          </p:cNvPr>
          <p:cNvSpPr>
            <a:spLocks noGrp="1"/>
          </p:cNvSpPr>
          <p:nvPr>
            <p:ph type="dgm" sz="quarter" idx="75" hasCustomPrompt="1"/>
          </p:nvPr>
        </p:nvSpPr>
        <p:spPr>
          <a:xfrm>
            <a:off x="3377372" y="1696224"/>
            <a:ext cx="2548800" cy="18000"/>
          </a:xfrm>
          <a:solidFill>
            <a:schemeClr val="tx2"/>
          </a:solidFill>
        </p:spPr>
        <p:txBody>
          <a:bodyPr/>
          <a:lstStyle>
            <a:lvl1pPr marL="0" indent="0">
              <a:buNone/>
              <a:defRPr sz="800">
                <a:solidFill>
                  <a:schemeClr val="bg1"/>
                </a:solidFill>
              </a:defRPr>
            </a:lvl1pPr>
          </a:lstStyle>
          <a:p>
            <a:r>
              <a:rPr lang="en-US"/>
              <a:t> </a:t>
            </a:r>
          </a:p>
        </p:txBody>
      </p:sp>
      <p:sp>
        <p:nvSpPr>
          <p:cNvPr id="72" name="SmartArt Placeholder 7">
            <a:extLst>
              <a:ext uri="{FF2B5EF4-FFF2-40B4-BE49-F238E27FC236}">
                <a16:creationId xmlns:a16="http://schemas.microsoft.com/office/drawing/2014/main" id="{60800279-F9E3-EDED-BB35-F73EEF52F830}"/>
              </a:ext>
            </a:extLst>
          </p:cNvPr>
          <p:cNvSpPr>
            <a:spLocks noGrp="1"/>
          </p:cNvSpPr>
          <p:nvPr>
            <p:ph type="dgm" sz="quarter" idx="76" hasCustomPrompt="1"/>
          </p:nvPr>
        </p:nvSpPr>
        <p:spPr>
          <a:xfrm>
            <a:off x="6269221" y="1696224"/>
            <a:ext cx="2548800" cy="18000"/>
          </a:xfrm>
          <a:solidFill>
            <a:schemeClr val="tx2"/>
          </a:solidFill>
        </p:spPr>
        <p:txBody>
          <a:bodyPr/>
          <a:lstStyle>
            <a:lvl1pPr marL="0" indent="0">
              <a:buNone/>
              <a:defRPr sz="800">
                <a:solidFill>
                  <a:schemeClr val="bg1"/>
                </a:solidFill>
              </a:defRPr>
            </a:lvl1pPr>
          </a:lstStyle>
          <a:p>
            <a:r>
              <a:rPr lang="en-US"/>
              <a:t> </a:t>
            </a:r>
          </a:p>
        </p:txBody>
      </p:sp>
      <p:sp>
        <p:nvSpPr>
          <p:cNvPr id="73" name="SmartArt Placeholder 7">
            <a:extLst>
              <a:ext uri="{FF2B5EF4-FFF2-40B4-BE49-F238E27FC236}">
                <a16:creationId xmlns:a16="http://schemas.microsoft.com/office/drawing/2014/main" id="{1BF95AC1-33EC-C487-C489-B7A97BBB2925}"/>
              </a:ext>
            </a:extLst>
          </p:cNvPr>
          <p:cNvSpPr>
            <a:spLocks noGrp="1"/>
          </p:cNvSpPr>
          <p:nvPr>
            <p:ph type="dgm" sz="quarter" idx="77" hasCustomPrompt="1"/>
          </p:nvPr>
        </p:nvSpPr>
        <p:spPr>
          <a:xfrm>
            <a:off x="9161070" y="1696224"/>
            <a:ext cx="2548800" cy="18000"/>
          </a:xfrm>
          <a:solidFill>
            <a:schemeClr val="tx2"/>
          </a:solidFill>
        </p:spPr>
        <p:txBody>
          <a:bodyPr/>
          <a:lstStyle>
            <a:lvl1pPr marL="0" indent="0">
              <a:buNone/>
              <a:defRPr sz="800">
                <a:solidFill>
                  <a:schemeClr val="bg1"/>
                </a:solidFill>
              </a:defRPr>
            </a:lvl1pPr>
          </a:lstStyle>
          <a:p>
            <a:r>
              <a:rPr lang="en-US"/>
              <a:t> </a:t>
            </a:r>
          </a:p>
        </p:txBody>
      </p:sp>
    </p:spTree>
    <p:extLst>
      <p:ext uri="{BB962C8B-B14F-4D97-AF65-F5344CB8AC3E}">
        <p14:creationId xmlns:p14="http://schemas.microsoft.com/office/powerpoint/2010/main" val="68625543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8AE523-7B3C-8783-DFC0-18E1AA2D887A}"/>
              </a:ext>
            </a:extLst>
          </p:cNvPr>
          <p:cNvSpPr>
            <a:spLocks noGrp="1"/>
          </p:cNvSpPr>
          <p:nvPr>
            <p:ph type="title"/>
          </p:nvPr>
        </p:nvSpPr>
        <p:spPr>
          <a:xfrm>
            <a:off x="485523" y="382588"/>
            <a:ext cx="11224347" cy="638175"/>
          </a:xfrm>
        </p:spPr>
        <p:txBody>
          <a:bodyPr/>
          <a:lstStyle/>
          <a:p>
            <a:r>
              <a:rPr lang="en-GB"/>
              <a:t>Click to edit Master title style</a:t>
            </a:r>
            <a:endParaRPr lang="en-US"/>
          </a:p>
        </p:txBody>
      </p:sp>
      <p:sp>
        <p:nvSpPr>
          <p:cNvPr id="3" name="Date Placeholder 2">
            <a:extLst>
              <a:ext uri="{FF2B5EF4-FFF2-40B4-BE49-F238E27FC236}">
                <a16:creationId xmlns:a16="http://schemas.microsoft.com/office/drawing/2014/main" id="{7096FD95-0C81-8816-F6A7-13708A804C91}"/>
              </a:ext>
            </a:extLst>
          </p:cNvPr>
          <p:cNvSpPr>
            <a:spLocks noGrp="1"/>
          </p:cNvSpPr>
          <p:nvPr>
            <p:ph type="dt" sz="half" idx="10"/>
          </p:nvPr>
        </p:nvSpPr>
        <p:spPr/>
        <p:txBody>
          <a:bodyPr/>
          <a:lstStyle/>
          <a:p>
            <a:fld id="{EBE6284E-C3CA-4996-9CFE-359601DC7D42}" type="datetime1">
              <a:rPr lang="en-US" smtClean="0"/>
              <a:t>9/19/2025</a:t>
            </a:fld>
            <a:endParaRPr lang="en-US"/>
          </a:p>
        </p:txBody>
      </p:sp>
      <p:sp>
        <p:nvSpPr>
          <p:cNvPr id="4" name="Footer Placeholder 3">
            <a:extLst>
              <a:ext uri="{FF2B5EF4-FFF2-40B4-BE49-F238E27FC236}">
                <a16:creationId xmlns:a16="http://schemas.microsoft.com/office/drawing/2014/main" id="{434B0C7E-A414-4EA6-7DAD-5068A7AE4E81}"/>
              </a:ext>
            </a:extLst>
          </p:cNvPr>
          <p:cNvSpPr>
            <a:spLocks noGrp="1"/>
          </p:cNvSpPr>
          <p:nvPr>
            <p:ph type="ftr" sz="quarter" idx="11"/>
          </p:nvPr>
        </p:nvSpPr>
        <p:spPr/>
        <p:txBody>
          <a:bodyPr/>
          <a:lstStyle/>
          <a:p>
            <a:r>
              <a:rPr lang="en-US"/>
              <a:t>Insert footer text here</a:t>
            </a:r>
          </a:p>
        </p:txBody>
      </p:sp>
      <p:sp>
        <p:nvSpPr>
          <p:cNvPr id="5" name="Slide Number Placeholder 4">
            <a:extLst>
              <a:ext uri="{FF2B5EF4-FFF2-40B4-BE49-F238E27FC236}">
                <a16:creationId xmlns:a16="http://schemas.microsoft.com/office/drawing/2014/main" id="{830298F4-310D-68C0-AA7E-8C7FA83AB2EE}"/>
              </a:ext>
            </a:extLst>
          </p:cNvPr>
          <p:cNvSpPr>
            <a:spLocks noGrp="1"/>
          </p:cNvSpPr>
          <p:nvPr>
            <p:ph type="sldNum" sz="quarter" idx="12"/>
          </p:nvPr>
        </p:nvSpPr>
        <p:spPr/>
        <p:txBody>
          <a:bodyPr/>
          <a:lstStyle/>
          <a:p>
            <a:fld id="{94FCA0F3-9F3A-694B-99BB-0E592A797735}" type="slidenum">
              <a:rPr lang="en-US" smtClean="0"/>
              <a:t>‹#›</a:t>
            </a:fld>
            <a:endParaRPr lang="en-US"/>
          </a:p>
        </p:txBody>
      </p:sp>
      <p:sp>
        <p:nvSpPr>
          <p:cNvPr id="6" name="Highlight line 1">
            <a:extLst>
              <a:ext uri="{FF2B5EF4-FFF2-40B4-BE49-F238E27FC236}">
                <a16:creationId xmlns:a16="http://schemas.microsoft.com/office/drawing/2014/main" id="{82B2FB72-F2C5-9972-3E89-F35F455D0FAC}"/>
              </a:ext>
            </a:extLst>
          </p:cNvPr>
          <p:cNvSpPr>
            <a:spLocks noGrp="1"/>
          </p:cNvSpPr>
          <p:nvPr>
            <p:ph type="dgm" sz="quarter" idx="15" hasCustomPrompt="1"/>
          </p:nvPr>
        </p:nvSpPr>
        <p:spPr>
          <a:xfrm>
            <a:off x="485523" y="1209871"/>
            <a:ext cx="11224347" cy="36000"/>
          </a:xfrm>
          <a:solidFill>
            <a:schemeClr val="tx2"/>
          </a:solidFill>
        </p:spPr>
        <p:txBody>
          <a:bodyPr/>
          <a:lstStyle>
            <a:lvl1pPr marL="0" indent="0">
              <a:buNone/>
              <a:defRPr sz="800"/>
            </a:lvl1pPr>
          </a:lstStyle>
          <a:p>
            <a:r>
              <a:rPr lang="en-US"/>
              <a:t> </a:t>
            </a:r>
          </a:p>
        </p:txBody>
      </p:sp>
    </p:spTree>
    <p:extLst>
      <p:ext uri="{BB962C8B-B14F-4D97-AF65-F5344CB8AC3E}">
        <p14:creationId xmlns:p14="http://schemas.microsoft.com/office/powerpoint/2010/main" val="191015602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itle Only without 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8AE523-7B3C-8783-DFC0-18E1AA2D887A}"/>
              </a:ext>
            </a:extLst>
          </p:cNvPr>
          <p:cNvSpPr>
            <a:spLocks noGrp="1"/>
          </p:cNvSpPr>
          <p:nvPr>
            <p:ph type="title"/>
          </p:nvPr>
        </p:nvSpPr>
        <p:spPr/>
        <p:txBody>
          <a:bodyPr/>
          <a:lstStyle/>
          <a:p>
            <a:r>
              <a:rPr lang="en-GB"/>
              <a:t>Click to edit Master title style</a:t>
            </a:r>
            <a:endParaRPr lang="en-US"/>
          </a:p>
        </p:txBody>
      </p:sp>
      <p:sp>
        <p:nvSpPr>
          <p:cNvPr id="3" name="Date Placeholder 2">
            <a:extLst>
              <a:ext uri="{FF2B5EF4-FFF2-40B4-BE49-F238E27FC236}">
                <a16:creationId xmlns:a16="http://schemas.microsoft.com/office/drawing/2014/main" id="{7096FD95-0C81-8816-F6A7-13708A804C91}"/>
              </a:ext>
            </a:extLst>
          </p:cNvPr>
          <p:cNvSpPr>
            <a:spLocks noGrp="1"/>
          </p:cNvSpPr>
          <p:nvPr>
            <p:ph type="dt" sz="half" idx="10"/>
          </p:nvPr>
        </p:nvSpPr>
        <p:spPr/>
        <p:txBody>
          <a:bodyPr/>
          <a:lstStyle/>
          <a:p>
            <a:fld id="{816D20D6-8A79-445A-A45D-CF40D731A149}" type="datetime1">
              <a:rPr lang="en-US" smtClean="0"/>
              <a:t>9/19/2025</a:t>
            </a:fld>
            <a:endParaRPr lang="en-US"/>
          </a:p>
        </p:txBody>
      </p:sp>
      <p:sp>
        <p:nvSpPr>
          <p:cNvPr id="4" name="Footer Placeholder 3">
            <a:extLst>
              <a:ext uri="{FF2B5EF4-FFF2-40B4-BE49-F238E27FC236}">
                <a16:creationId xmlns:a16="http://schemas.microsoft.com/office/drawing/2014/main" id="{434B0C7E-A414-4EA6-7DAD-5068A7AE4E81}"/>
              </a:ext>
            </a:extLst>
          </p:cNvPr>
          <p:cNvSpPr>
            <a:spLocks noGrp="1"/>
          </p:cNvSpPr>
          <p:nvPr>
            <p:ph type="ftr" sz="quarter" idx="11"/>
          </p:nvPr>
        </p:nvSpPr>
        <p:spPr/>
        <p:txBody>
          <a:bodyPr/>
          <a:lstStyle/>
          <a:p>
            <a:r>
              <a:rPr lang="en-US"/>
              <a:t>Insert footer text here</a:t>
            </a:r>
          </a:p>
        </p:txBody>
      </p:sp>
      <p:sp>
        <p:nvSpPr>
          <p:cNvPr id="5" name="Slide Number Placeholder 4">
            <a:extLst>
              <a:ext uri="{FF2B5EF4-FFF2-40B4-BE49-F238E27FC236}">
                <a16:creationId xmlns:a16="http://schemas.microsoft.com/office/drawing/2014/main" id="{830298F4-310D-68C0-AA7E-8C7FA83AB2EE}"/>
              </a:ext>
            </a:extLst>
          </p:cNvPr>
          <p:cNvSpPr>
            <a:spLocks noGrp="1"/>
          </p:cNvSpPr>
          <p:nvPr>
            <p:ph type="sldNum" sz="quarter" idx="12"/>
          </p:nvPr>
        </p:nvSpPr>
        <p:spPr/>
        <p:txBody>
          <a:bodyPr/>
          <a:lstStyle/>
          <a:p>
            <a:fld id="{94FCA0F3-9F3A-694B-99BB-0E592A797735}" type="slidenum">
              <a:rPr lang="en-US" smtClean="0"/>
              <a:t>‹#›</a:t>
            </a:fld>
            <a:endParaRPr lang="en-US"/>
          </a:p>
        </p:txBody>
      </p:sp>
    </p:spTree>
    <p:extLst>
      <p:ext uri="{BB962C8B-B14F-4D97-AF65-F5344CB8AC3E}">
        <p14:creationId xmlns:p14="http://schemas.microsoft.com/office/powerpoint/2010/main" val="332824413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sp>
        <p:nvSpPr>
          <p:cNvPr id="9" name="Freeform 44">
            <a:extLst>
              <a:ext uri="{FF2B5EF4-FFF2-40B4-BE49-F238E27FC236}">
                <a16:creationId xmlns:a16="http://schemas.microsoft.com/office/drawing/2014/main" id="{4F8A5B8E-AF76-5941-82CE-848E75D425C9}"/>
              </a:ext>
            </a:extLst>
          </p:cNvPr>
          <p:cNvSpPr>
            <a:spLocks noChangeArrowheads="1"/>
          </p:cNvSpPr>
          <p:nvPr userDrawn="1"/>
        </p:nvSpPr>
        <p:spPr bwMode="auto">
          <a:xfrm>
            <a:off x="11915156" y="6288534"/>
            <a:ext cx="276844" cy="403403"/>
          </a:xfrm>
          <a:custGeom>
            <a:avLst/>
            <a:gdLst>
              <a:gd name="T0" fmla="*/ 618 w 619"/>
              <a:gd name="T1" fmla="*/ 0 h 898"/>
              <a:gd name="T2" fmla="*/ 0 w 619"/>
              <a:gd name="T3" fmla="*/ 207 h 898"/>
              <a:gd name="T4" fmla="*/ 0 w 619"/>
              <a:gd name="T5" fmla="*/ 897 h 898"/>
              <a:gd name="T6" fmla="*/ 618 w 619"/>
              <a:gd name="T7" fmla="*/ 691 h 898"/>
              <a:gd name="T8" fmla="*/ 618 w 619"/>
              <a:gd name="T9" fmla="*/ 0 h 898"/>
            </a:gdLst>
            <a:ahLst/>
            <a:cxnLst>
              <a:cxn ang="0">
                <a:pos x="T0" y="T1"/>
              </a:cxn>
              <a:cxn ang="0">
                <a:pos x="T2" y="T3"/>
              </a:cxn>
              <a:cxn ang="0">
                <a:pos x="T4" y="T5"/>
              </a:cxn>
              <a:cxn ang="0">
                <a:pos x="T6" y="T7"/>
              </a:cxn>
              <a:cxn ang="0">
                <a:pos x="T8" y="T9"/>
              </a:cxn>
            </a:cxnLst>
            <a:rect l="0" t="0" r="r" b="b"/>
            <a:pathLst>
              <a:path w="619" h="898">
                <a:moveTo>
                  <a:pt x="618" y="0"/>
                </a:moveTo>
                <a:lnTo>
                  <a:pt x="0" y="207"/>
                </a:lnTo>
                <a:lnTo>
                  <a:pt x="0" y="897"/>
                </a:lnTo>
                <a:lnTo>
                  <a:pt x="618" y="691"/>
                </a:lnTo>
                <a:lnTo>
                  <a:pt x="618" y="0"/>
                </a:lnTo>
              </a:path>
            </a:pathLst>
          </a:custGeom>
          <a:solidFill>
            <a:srgbClr val="2480C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1633"/>
          </a:p>
        </p:txBody>
      </p:sp>
      <p:pic>
        <p:nvPicPr>
          <p:cNvPr id="10" name="Picture 9" descr="A picture containing drawing&#10;&#10;Description automatically generated">
            <a:extLst>
              <a:ext uri="{FF2B5EF4-FFF2-40B4-BE49-F238E27FC236}">
                <a16:creationId xmlns:a16="http://schemas.microsoft.com/office/drawing/2014/main" id="{7EB6C02A-A671-B248-8D80-2CAAAF7407D2}"/>
              </a:ext>
            </a:extLst>
          </p:cNvPr>
          <p:cNvPicPr>
            <a:picLocks noChangeAspect="1"/>
          </p:cNvPicPr>
          <p:nvPr userDrawn="1"/>
        </p:nvPicPr>
        <p:blipFill rotWithShape="1">
          <a:blip r:embed="rId2">
            <a:extLst>
              <a:ext uri="{28A0092B-C50C-407E-A947-70E740481C1C}">
                <a14:useLocalDpi xmlns:a14="http://schemas.microsoft.com/office/drawing/2010/main"/>
              </a:ext>
            </a:extLst>
          </a:blip>
          <a:srcRect t="13821" b="21682"/>
          <a:stretch/>
        </p:blipFill>
        <p:spPr>
          <a:xfrm>
            <a:off x="-82495" y="6160176"/>
            <a:ext cx="1739174" cy="681037"/>
          </a:xfrm>
          <a:prstGeom prst="rect">
            <a:avLst/>
          </a:prstGeom>
        </p:spPr>
      </p:pic>
      <p:sp>
        <p:nvSpPr>
          <p:cNvPr id="12" name="Freeform 43">
            <a:extLst>
              <a:ext uri="{FF2B5EF4-FFF2-40B4-BE49-F238E27FC236}">
                <a16:creationId xmlns:a16="http://schemas.microsoft.com/office/drawing/2014/main" id="{759648B1-E874-AF43-AF37-0E59B95AA8C6}"/>
              </a:ext>
            </a:extLst>
          </p:cNvPr>
          <p:cNvSpPr>
            <a:spLocks noChangeArrowheads="1"/>
          </p:cNvSpPr>
          <p:nvPr userDrawn="1"/>
        </p:nvSpPr>
        <p:spPr bwMode="auto">
          <a:xfrm>
            <a:off x="0" y="256891"/>
            <a:ext cx="306612" cy="915489"/>
          </a:xfrm>
          <a:custGeom>
            <a:avLst/>
            <a:gdLst>
              <a:gd name="T0" fmla="*/ 619 w 620"/>
              <a:gd name="T1" fmla="*/ 0 h 1857"/>
              <a:gd name="T2" fmla="*/ 0 w 620"/>
              <a:gd name="T3" fmla="*/ 207 h 1857"/>
              <a:gd name="T4" fmla="*/ 0 w 620"/>
              <a:gd name="T5" fmla="*/ 1856 h 1857"/>
              <a:gd name="T6" fmla="*/ 619 w 620"/>
              <a:gd name="T7" fmla="*/ 1650 h 1857"/>
              <a:gd name="T8" fmla="*/ 619 w 620"/>
              <a:gd name="T9" fmla="*/ 0 h 1857"/>
            </a:gdLst>
            <a:ahLst/>
            <a:cxnLst>
              <a:cxn ang="0">
                <a:pos x="T0" y="T1"/>
              </a:cxn>
              <a:cxn ang="0">
                <a:pos x="T2" y="T3"/>
              </a:cxn>
              <a:cxn ang="0">
                <a:pos x="T4" y="T5"/>
              </a:cxn>
              <a:cxn ang="0">
                <a:pos x="T6" y="T7"/>
              </a:cxn>
              <a:cxn ang="0">
                <a:pos x="T8" y="T9"/>
              </a:cxn>
            </a:cxnLst>
            <a:rect l="0" t="0" r="r" b="b"/>
            <a:pathLst>
              <a:path w="620" h="1857">
                <a:moveTo>
                  <a:pt x="619" y="0"/>
                </a:moveTo>
                <a:lnTo>
                  <a:pt x="0" y="207"/>
                </a:lnTo>
                <a:lnTo>
                  <a:pt x="0" y="1856"/>
                </a:lnTo>
                <a:lnTo>
                  <a:pt x="619" y="1650"/>
                </a:lnTo>
                <a:lnTo>
                  <a:pt x="619" y="0"/>
                </a:lnTo>
              </a:path>
            </a:pathLst>
          </a:custGeom>
          <a:solidFill>
            <a:schemeClr val="accent1"/>
          </a:solidFill>
          <a:ln>
            <a:noFill/>
          </a:ln>
          <a:effectLst/>
        </p:spPr>
        <p:txBody>
          <a:bodyPr wrap="none" anchor="ctr"/>
          <a:lstStyle/>
          <a:p>
            <a:endParaRPr lang="en-US" sz="1633"/>
          </a:p>
        </p:txBody>
      </p:sp>
      <p:sp>
        <p:nvSpPr>
          <p:cNvPr id="2" name="Title 1">
            <a:extLst>
              <a:ext uri="{FF2B5EF4-FFF2-40B4-BE49-F238E27FC236}">
                <a16:creationId xmlns:a16="http://schemas.microsoft.com/office/drawing/2014/main" id="{4E75C4CC-8D1C-B34B-A78B-D4DB6791C112}"/>
              </a:ext>
            </a:extLst>
          </p:cNvPr>
          <p:cNvSpPr>
            <a:spLocks noGrp="1"/>
          </p:cNvSpPr>
          <p:nvPr>
            <p:ph type="title"/>
          </p:nvPr>
        </p:nvSpPr>
        <p:spPr>
          <a:xfrm>
            <a:off x="533400" y="51855"/>
            <a:ext cx="10515600" cy="1325563"/>
          </a:xfrm>
          <a:prstGeom prst="rect">
            <a:avLst/>
          </a:prstGeom>
        </p:spPr>
        <p:txBody>
          <a:bodyPr anchor="ctr" anchorCtr="0"/>
          <a:lstStyle>
            <a:lvl1pPr>
              <a:defRPr b="1">
                <a:solidFill>
                  <a:schemeClr val="accent1"/>
                </a:solidFill>
                <a:latin typeface="Segoe UI" panose="020B0502040204020203" pitchFamily="34" charset="0"/>
                <a:cs typeface="Segoe UI" panose="020B0502040204020203" pitchFamily="34" charset="0"/>
              </a:defRPr>
            </a:lvl1pPr>
          </a:lstStyle>
          <a:p>
            <a:r>
              <a:rPr lang="en-US"/>
              <a:t>Click to edit Master title style</a:t>
            </a:r>
          </a:p>
        </p:txBody>
      </p:sp>
      <p:sp>
        <p:nvSpPr>
          <p:cNvPr id="3" name="Content Placeholder 2">
            <a:extLst>
              <a:ext uri="{FF2B5EF4-FFF2-40B4-BE49-F238E27FC236}">
                <a16:creationId xmlns:a16="http://schemas.microsoft.com/office/drawing/2014/main" id="{DE8BEDFF-13D0-C944-8132-21578AA3C014}"/>
              </a:ext>
            </a:extLst>
          </p:cNvPr>
          <p:cNvSpPr>
            <a:spLocks noGrp="1"/>
          </p:cNvSpPr>
          <p:nvPr>
            <p:ph idx="1"/>
          </p:nvPr>
        </p:nvSpPr>
        <p:spPr>
          <a:xfrm>
            <a:off x="533400" y="1571730"/>
            <a:ext cx="10515600" cy="4351338"/>
          </a:xfrm>
          <a:prstGeom prst="rect">
            <a:avLst/>
          </a:prstGeom>
        </p:spPr>
        <p:txBody>
          <a:bodyPr/>
          <a:lstStyle>
            <a:lvl1pPr>
              <a:defRPr sz="2600">
                <a:solidFill>
                  <a:schemeClr val="tx2"/>
                </a:solidFill>
                <a:latin typeface="Segoe UI" panose="020B0502040204020203" pitchFamily="34" charset="0"/>
                <a:cs typeface="Segoe UI" panose="020B0502040204020203" pitchFamily="34" charset="0"/>
              </a:defRPr>
            </a:lvl1pPr>
            <a:lvl2pPr marL="685800" indent="-228600">
              <a:buClr>
                <a:schemeClr val="accent1"/>
              </a:buClr>
              <a:buFont typeface="System Font Regular"/>
              <a:buChar char="–"/>
              <a:defRPr>
                <a:solidFill>
                  <a:schemeClr val="tx2"/>
                </a:solidFill>
                <a:latin typeface="Segoe UI" panose="020B0502040204020203" pitchFamily="34" charset="0"/>
                <a:cs typeface="Segoe UI" panose="020B0502040204020203" pitchFamily="34" charset="0"/>
              </a:defRPr>
            </a:lvl2pPr>
            <a:lvl3pPr marL="1143000" indent="-228600">
              <a:buClr>
                <a:schemeClr val="accent1"/>
              </a:buClr>
              <a:buFont typeface="Wingdings" pitchFamily="2" charset="2"/>
              <a:buChar char="§"/>
              <a:defRPr>
                <a:solidFill>
                  <a:schemeClr val="tx2"/>
                </a:solidFill>
                <a:latin typeface="Segoe UI" panose="020B0502040204020203" pitchFamily="34" charset="0"/>
                <a:cs typeface="Segoe UI" panose="020B0502040204020203" pitchFamily="34" charset="0"/>
              </a:defRPr>
            </a:lvl3pPr>
            <a:lvl4pPr marL="1600200" indent="-228600">
              <a:buClr>
                <a:schemeClr val="accent1"/>
              </a:buClr>
              <a:buFont typeface="Wingdings" pitchFamily="2" charset="2"/>
              <a:buChar char="§"/>
              <a:defRPr>
                <a:solidFill>
                  <a:schemeClr val="tx2"/>
                </a:solidFill>
                <a:latin typeface="Segoe UI" panose="020B0502040204020203" pitchFamily="34" charset="0"/>
                <a:cs typeface="Segoe UI" panose="020B0502040204020203" pitchFamily="34" charset="0"/>
              </a:defRPr>
            </a:lvl4pPr>
            <a:lvl5pPr marL="2057400" indent="-228600">
              <a:buClr>
                <a:schemeClr val="accent1"/>
              </a:buClr>
              <a:buFont typeface="Wingdings" pitchFamily="2" charset="2"/>
              <a:buChar char="§"/>
              <a:defRPr>
                <a:solidFill>
                  <a:schemeClr val="tx2"/>
                </a:solidFill>
                <a:latin typeface="Segoe UI" panose="020B0502040204020203" pitchFamily="34" charset="0"/>
                <a:cs typeface="Segoe UI" panose="020B050204020402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5">
            <a:extLst>
              <a:ext uri="{FF2B5EF4-FFF2-40B4-BE49-F238E27FC236}">
                <a16:creationId xmlns:a16="http://schemas.microsoft.com/office/drawing/2014/main" id="{CB6A4E69-B178-5040-AC26-6C45987B7402}"/>
              </a:ext>
            </a:extLst>
          </p:cNvPr>
          <p:cNvSpPr txBox="1">
            <a:spLocks/>
          </p:cNvSpPr>
          <p:nvPr userDrawn="1"/>
        </p:nvSpPr>
        <p:spPr>
          <a:xfrm>
            <a:off x="11855108" y="6361559"/>
            <a:ext cx="38735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fld id="{D2BA271C-F89E-854F-939F-3D440DF14449}" type="slidenum">
              <a:rPr lang="en-US" sz="1000" b="1" smtClean="0">
                <a:solidFill>
                  <a:schemeClr val="bg1"/>
                </a:solidFill>
                <a:latin typeface="Segoe UI" panose="020B0502040204020203" pitchFamily="34" charset="0"/>
                <a:cs typeface="Segoe UI" panose="020B0502040204020203" pitchFamily="34" charset="0"/>
              </a:rPr>
              <a:pPr algn="ctr">
                <a:defRPr/>
              </a:pPr>
              <a:t>‹#›</a:t>
            </a:fld>
            <a:endParaRPr lang="en-US" sz="1000" b="1">
              <a:solidFill>
                <a:schemeClr val="bg1"/>
              </a:solidFill>
              <a:latin typeface="Segoe UI" panose="020B0502040204020203" pitchFamily="34" charset="0"/>
              <a:cs typeface="Segoe UI" panose="020B0502040204020203" pitchFamily="34" charset="0"/>
            </a:endParaRPr>
          </a:p>
        </p:txBody>
      </p:sp>
      <p:sp>
        <p:nvSpPr>
          <p:cNvPr id="4" name="Rectangle 3">
            <a:extLst>
              <a:ext uri="{FF2B5EF4-FFF2-40B4-BE49-F238E27FC236}">
                <a16:creationId xmlns:a16="http://schemas.microsoft.com/office/drawing/2014/main" id="{CA7EE742-28E7-9AD7-646A-C053C8A83AB7}"/>
              </a:ext>
            </a:extLst>
          </p:cNvPr>
          <p:cNvSpPr/>
          <p:nvPr userDrawn="1"/>
        </p:nvSpPr>
        <p:spPr>
          <a:xfrm>
            <a:off x="7010400" y="6625769"/>
            <a:ext cx="6096000" cy="215444"/>
          </a:xfrm>
          <a:prstGeom prst="rect">
            <a:avLst/>
          </a:prstGeom>
        </p:spPr>
        <p:txBody>
          <a:bodyPr>
            <a:spAutoFit/>
          </a:bodyPr>
          <a:lstStyle/>
          <a:p>
            <a:pPr algn="ctr"/>
            <a:r>
              <a:rPr lang="en-US" sz="800">
                <a:solidFill>
                  <a:schemeClr val="tx2"/>
                </a:solidFill>
                <a:latin typeface="Segoe UI" panose="020B0502040204020203" pitchFamily="34" charset="0"/>
                <a:cs typeface="Segoe UI" panose="020B0502040204020203" pitchFamily="34" charset="0"/>
              </a:rPr>
              <a:t>© 2024 Envestnet, Inc. All rights reserved. For home office and advisor use only</a:t>
            </a:r>
          </a:p>
        </p:txBody>
      </p:sp>
    </p:spTree>
    <p:extLst>
      <p:ext uri="{BB962C8B-B14F-4D97-AF65-F5344CB8AC3E}">
        <p14:creationId xmlns:p14="http://schemas.microsoft.com/office/powerpoint/2010/main" val="400027495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1_Cover alterna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9A39229-B9DB-4F7A-AA8F-2D9A7D6C5E86}"/>
              </a:ext>
            </a:extLst>
          </p:cNvPr>
          <p:cNvGraphicFramePr>
            <a:graphicFrameLocks noChangeAspect="1"/>
          </p:cNvGraphicFramePr>
          <p:nvPr userDrawn="1">
            <p:custDataLst>
              <p:tags r:id="rId1"/>
            </p:custDataLst>
            <p:extLst>
              <p:ext uri="{D42A27DB-BD31-4B8C-83A1-F6EECF244321}">
                <p14:modId xmlns:p14="http://schemas.microsoft.com/office/powerpoint/2010/main" val="227158785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3" name="Object 2" hidden="1">
                        <a:extLst>
                          <a:ext uri="{FF2B5EF4-FFF2-40B4-BE49-F238E27FC236}">
                            <a16:creationId xmlns:a16="http://schemas.microsoft.com/office/drawing/2014/main" id="{69A39229-B9DB-4F7A-AA8F-2D9A7D6C5E8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9" name="Picture 8">
            <a:extLst>
              <a:ext uri="{FF2B5EF4-FFF2-40B4-BE49-F238E27FC236}">
                <a16:creationId xmlns:a16="http://schemas.microsoft.com/office/drawing/2014/main" id="{B810A032-8893-4C2B-8255-57AB04F06A86}"/>
              </a:ext>
            </a:extLst>
          </p:cNvPr>
          <p:cNvPicPr>
            <a:picLocks noChangeAspect="1"/>
          </p:cNvPicPr>
          <p:nvPr userDrawn="1"/>
        </p:nvPicPr>
        <p:blipFill rotWithShape="1">
          <a:blip r:embed="rId5" cstate="print">
            <a:extLst>
              <a:ext uri="{28A0092B-C50C-407E-A947-70E740481C1C}">
                <a14:useLocalDpi xmlns:a14="http://schemas.microsoft.com/office/drawing/2010/main" val="0"/>
              </a:ext>
            </a:extLst>
          </a:blip>
          <a:srcRect l="1483" t="5473" r="1462" b="12874"/>
          <a:stretch/>
        </p:blipFill>
        <p:spPr>
          <a:xfrm>
            <a:off x="-35379" y="0"/>
            <a:ext cx="12227379" cy="6858000"/>
          </a:xfrm>
          <a:prstGeom prst="rect">
            <a:avLst/>
          </a:prstGeom>
        </p:spPr>
      </p:pic>
      <p:sp>
        <p:nvSpPr>
          <p:cNvPr id="16" name="Freeform 56">
            <a:extLst>
              <a:ext uri="{FF2B5EF4-FFF2-40B4-BE49-F238E27FC236}">
                <a16:creationId xmlns:a16="http://schemas.microsoft.com/office/drawing/2014/main" id="{13A7AC18-CF42-4EC5-8D40-441EAE30A06C}"/>
              </a:ext>
            </a:extLst>
          </p:cNvPr>
          <p:cNvSpPr/>
          <p:nvPr userDrawn="1"/>
        </p:nvSpPr>
        <p:spPr>
          <a:xfrm>
            <a:off x="497856" y="795662"/>
            <a:ext cx="4927845"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a:p>
        </p:txBody>
      </p:sp>
      <p:sp>
        <p:nvSpPr>
          <p:cNvPr id="11" name="Title 1"/>
          <p:cNvSpPr>
            <a:spLocks noGrp="1"/>
          </p:cNvSpPr>
          <p:nvPr>
            <p:ph type="ctrTitle"/>
          </p:nvPr>
        </p:nvSpPr>
        <p:spPr>
          <a:xfrm>
            <a:off x="775100" y="1954221"/>
            <a:ext cx="4326679" cy="979702"/>
          </a:xfrm>
        </p:spPr>
        <p:txBody>
          <a:bodyPr vert="horz"/>
          <a:lstStyle>
            <a:lvl1pPr>
              <a:defRPr sz="2999" b="0">
                <a:solidFill>
                  <a:schemeClr val="tx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100" y="3046159"/>
            <a:ext cx="4326679" cy="1046323"/>
          </a:xfrm>
        </p:spPr>
        <p:txBody>
          <a:bodyPr/>
          <a:lstStyle>
            <a:lvl1pPr marL="0" indent="0" algn="l">
              <a:spcAft>
                <a:spcPts val="1199"/>
              </a:spcAft>
              <a:buNone/>
              <a:defRPr sz="1999">
                <a:solidFill>
                  <a:schemeClr val="tx1"/>
                </a:solidFill>
                <a:latin typeface="EYInterstate" panose="02000503020000020004" pitchFamily="2" charset="0"/>
                <a:cs typeface="Arial" pitchFamily="34" charset="0"/>
              </a:defRPr>
            </a:lvl1pPr>
            <a:lvl2pPr marL="0" indent="0" algn="l">
              <a:buNone/>
              <a:defRPr sz="1599" b="1">
                <a:solidFill>
                  <a:srgbClr val="404040"/>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grpSp>
        <p:nvGrpSpPr>
          <p:cNvPr id="14" name="Group 4">
            <a:extLst>
              <a:ext uri="{FF2B5EF4-FFF2-40B4-BE49-F238E27FC236}">
                <a16:creationId xmlns:a16="http://schemas.microsoft.com/office/drawing/2014/main" id="{C8422AE9-8257-41A9-AB41-1F10585C886F}"/>
              </a:ext>
            </a:extLst>
          </p:cNvPr>
          <p:cNvGrpSpPr>
            <a:grpSpLocks noChangeAspect="1"/>
          </p:cNvGrpSpPr>
          <p:nvPr userDrawn="1"/>
        </p:nvGrpSpPr>
        <p:grpSpPr bwMode="auto">
          <a:xfrm>
            <a:off x="10359392" y="4960938"/>
            <a:ext cx="1224912" cy="1435100"/>
            <a:chOff x="6529" y="3125"/>
            <a:chExt cx="772" cy="904"/>
          </a:xfrm>
        </p:grpSpPr>
        <p:sp>
          <p:nvSpPr>
            <p:cNvPr id="15" name="Freeform 5">
              <a:extLst>
                <a:ext uri="{FF2B5EF4-FFF2-40B4-BE49-F238E27FC236}">
                  <a16:creationId xmlns:a16="http://schemas.microsoft.com/office/drawing/2014/main" id="{D19659BD-653C-4300-9060-420AFAE39587}"/>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 name="Freeform 6">
              <a:extLst>
                <a:ext uri="{FF2B5EF4-FFF2-40B4-BE49-F238E27FC236}">
                  <a16:creationId xmlns:a16="http://schemas.microsoft.com/office/drawing/2014/main" id="{A4669336-72A1-4233-827A-C41AB4C1CC0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265423307"/>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Approved question wide">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77266F7B-3D09-49D3-83DF-EC49FED1F114}"/>
              </a:ext>
            </a:extLst>
          </p:cNvPr>
          <p:cNvGraphicFramePr>
            <a:graphicFrameLocks noChangeAspect="1"/>
          </p:cNvGraphicFramePr>
          <p:nvPr userDrawn="1">
            <p:custDataLst>
              <p:tags r:id="rId1"/>
            </p:custDataLst>
            <p:extLst>
              <p:ext uri="{D42A27DB-BD31-4B8C-83A1-F6EECF244321}">
                <p14:modId xmlns:p14="http://schemas.microsoft.com/office/powerpoint/2010/main" val="423502350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7" name="Object 6" hidden="1">
                        <a:extLst>
                          <a:ext uri="{FF2B5EF4-FFF2-40B4-BE49-F238E27FC236}">
                            <a16:creationId xmlns:a16="http://schemas.microsoft.com/office/drawing/2014/main" id="{77266F7B-3D09-49D3-83DF-EC49FED1F11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235" name="Group 234">
            <a:extLst>
              <a:ext uri="{FF2B5EF4-FFF2-40B4-BE49-F238E27FC236}">
                <a16:creationId xmlns:a16="http://schemas.microsoft.com/office/drawing/2014/main" id="{5342E118-6F1D-4C46-956E-4CCCBCAA7952}"/>
              </a:ext>
            </a:extLst>
          </p:cNvPr>
          <p:cNvGrpSpPr/>
          <p:nvPr userDrawn="1"/>
        </p:nvGrpSpPr>
        <p:grpSpPr>
          <a:xfrm>
            <a:off x="497856" y="5826613"/>
            <a:ext cx="3876004"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grpSp>
      <p:sp>
        <p:nvSpPr>
          <p:cNvPr id="18" name="Title 1"/>
          <p:cNvSpPr>
            <a:spLocks noGrp="1"/>
          </p:cNvSpPr>
          <p:nvPr userDrawn="1">
            <p:ph type="ctrTitle"/>
          </p:nvPr>
        </p:nvSpPr>
        <p:spPr>
          <a:xfrm>
            <a:off x="944388" y="2158329"/>
            <a:ext cx="4781392" cy="860400"/>
          </a:xfrm>
          <a:prstGeom prst="rect">
            <a:avLst/>
          </a:prstGeom>
        </p:spPr>
        <p:txBody>
          <a:bodyPr vert="horz"/>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9" name="Subtitle 2"/>
          <p:cNvSpPr>
            <a:spLocks noGrp="1"/>
          </p:cNvSpPr>
          <p:nvPr userDrawn="1">
            <p:ph type="subTitle" idx="1"/>
          </p:nvPr>
        </p:nvSpPr>
        <p:spPr>
          <a:xfrm>
            <a:off x="944580" y="3200329"/>
            <a:ext cx="4805525" cy="645742"/>
          </a:xfrm>
          <a:prstGeom prst="rect">
            <a:avLst/>
          </a:prstGeom>
        </p:spPr>
        <p:txBody>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489112" y="723658"/>
            <a:ext cx="5677988"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IN" sz="1799"/>
          </a:p>
        </p:txBody>
      </p:sp>
      <p:sp>
        <p:nvSpPr>
          <p:cNvPr id="4" name="Freeform: Shape 3">
            <a:extLst>
              <a:ext uri="{FF2B5EF4-FFF2-40B4-BE49-F238E27FC236}">
                <a16:creationId xmlns:a16="http://schemas.microsoft.com/office/drawing/2014/main" id="{15324C54-B75E-4AC0-90C2-FA558C7716F7}"/>
              </a:ext>
            </a:extLst>
          </p:cNvPr>
          <p:cNvSpPr/>
          <p:nvPr/>
        </p:nvSpPr>
        <p:spPr>
          <a:xfrm>
            <a:off x="489112"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sp>
        <p:nvSpPr>
          <p:cNvPr id="5" name="Freeform: Shape 4">
            <a:extLst>
              <a:ext uri="{FF2B5EF4-FFF2-40B4-BE49-F238E27FC236}">
                <a16:creationId xmlns:a16="http://schemas.microsoft.com/office/drawing/2014/main" id="{CAA95478-C099-485F-AD95-A617656C6C7C}"/>
              </a:ext>
            </a:extLst>
          </p:cNvPr>
          <p:cNvSpPr/>
          <p:nvPr/>
        </p:nvSpPr>
        <p:spPr>
          <a:xfrm>
            <a:off x="774294"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sp>
        <p:nvSpPr>
          <p:cNvPr id="6" name="Freeform: Shape 5">
            <a:extLst>
              <a:ext uri="{FF2B5EF4-FFF2-40B4-BE49-F238E27FC236}">
                <a16:creationId xmlns:a16="http://schemas.microsoft.com/office/drawing/2014/main" id="{D65680A1-86D1-44C2-AA38-0DF5735F1F26}"/>
              </a:ext>
            </a:extLst>
          </p:cNvPr>
          <p:cNvSpPr/>
          <p:nvPr/>
        </p:nvSpPr>
        <p:spPr>
          <a:xfrm>
            <a:off x="1059359"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grpSp>
        <p:nvGrpSpPr>
          <p:cNvPr id="104" name="Group 4">
            <a:extLst>
              <a:ext uri="{FF2B5EF4-FFF2-40B4-BE49-F238E27FC236}">
                <a16:creationId xmlns:a16="http://schemas.microsoft.com/office/drawing/2014/main" id="{89402076-F24D-44C5-B8A7-1127F9C4B9B7}"/>
              </a:ext>
            </a:extLst>
          </p:cNvPr>
          <p:cNvGrpSpPr>
            <a:grpSpLocks noChangeAspect="1"/>
          </p:cNvGrpSpPr>
          <p:nvPr userDrawn="1"/>
        </p:nvGrpSpPr>
        <p:grpSpPr bwMode="auto">
          <a:xfrm>
            <a:off x="10359392" y="4960938"/>
            <a:ext cx="1224912" cy="1435100"/>
            <a:chOff x="6529" y="3125"/>
            <a:chExt cx="772" cy="904"/>
          </a:xfrm>
        </p:grpSpPr>
        <p:sp>
          <p:nvSpPr>
            <p:cNvPr id="105" name="Freeform 5">
              <a:extLst>
                <a:ext uri="{FF2B5EF4-FFF2-40B4-BE49-F238E27FC236}">
                  <a16:creationId xmlns:a16="http://schemas.microsoft.com/office/drawing/2014/main" id="{A239DDBF-0740-4B20-9CF3-A05C2A0BF592}"/>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06" name="Freeform 6">
              <a:extLst>
                <a:ext uri="{FF2B5EF4-FFF2-40B4-BE49-F238E27FC236}">
                  <a16:creationId xmlns:a16="http://schemas.microsoft.com/office/drawing/2014/main" id="{380EECCA-3396-425E-AB04-F11ABB1B5092}"/>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2510402944"/>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Approved question tall">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5144BF5-C953-406B-A082-FB672B47047A}"/>
              </a:ext>
            </a:extLst>
          </p:cNvPr>
          <p:cNvGraphicFramePr>
            <a:graphicFrameLocks noChangeAspect="1"/>
          </p:cNvGraphicFramePr>
          <p:nvPr userDrawn="1">
            <p:custDataLst>
              <p:tags r:id="rId1"/>
            </p:custDataLst>
            <p:extLst>
              <p:ext uri="{D42A27DB-BD31-4B8C-83A1-F6EECF244321}">
                <p14:modId xmlns:p14="http://schemas.microsoft.com/office/powerpoint/2010/main" val="213042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3" name="Object 2" hidden="1">
                        <a:extLst>
                          <a:ext uri="{FF2B5EF4-FFF2-40B4-BE49-F238E27FC236}">
                            <a16:creationId xmlns:a16="http://schemas.microsoft.com/office/drawing/2014/main" id="{65144BF5-C953-406B-A082-FB672B47047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75" name="Picture 74">
            <a:extLst>
              <a:ext uri="{FF2B5EF4-FFF2-40B4-BE49-F238E27FC236}">
                <a16:creationId xmlns:a16="http://schemas.microsoft.com/office/drawing/2014/main" id="{32889845-07EE-48FB-A972-F8ECF1EF871A}"/>
              </a:ext>
            </a:extLst>
          </p:cNvPr>
          <p:cNvPicPr>
            <a:picLocks noChangeAspect="1"/>
          </p:cNvPicPr>
          <p:nvPr userDrawn="1"/>
        </p:nvPicPr>
        <p:blipFill rotWithShape="1">
          <a:blip r:embed="rId5" cstate="print">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85" name="Graphic 84">
            <a:extLst>
              <a:ext uri="{FF2B5EF4-FFF2-40B4-BE49-F238E27FC236}">
                <a16:creationId xmlns:a16="http://schemas.microsoft.com/office/drawing/2014/main" id="{819BCB30-E1AA-4383-BEF0-0BE30C6425DE}"/>
              </a:ext>
            </a:extLst>
          </p:cNvPr>
          <p:cNvPicPr>
            <a:picLocks noChangeAspect="1"/>
          </p:cNvPicPr>
          <p:nvPr userDrawn="1"/>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489111" y="869577"/>
            <a:ext cx="4845500" cy="3933825"/>
          </a:xfrm>
          <a:prstGeom prst="rect">
            <a:avLst/>
          </a:prstGeom>
        </p:spPr>
      </p:pic>
      <p:grpSp>
        <p:nvGrpSpPr>
          <p:cNvPr id="186" name="Group 185">
            <a:extLst>
              <a:ext uri="{FF2B5EF4-FFF2-40B4-BE49-F238E27FC236}">
                <a16:creationId xmlns:a16="http://schemas.microsoft.com/office/drawing/2014/main" id="{9CDE954B-B280-441B-9B2D-3DC58AAE3926}"/>
              </a:ext>
            </a:extLst>
          </p:cNvPr>
          <p:cNvGrpSpPr/>
          <p:nvPr userDrawn="1"/>
        </p:nvGrpSpPr>
        <p:grpSpPr>
          <a:xfrm>
            <a:off x="497856" y="5826613"/>
            <a:ext cx="3876004"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944388" y="2158329"/>
            <a:ext cx="3998354" cy="860400"/>
          </a:xfrm>
          <a:prstGeom prst="rect">
            <a:avLst/>
          </a:prstGeom>
        </p:spPr>
        <p:txBody>
          <a:bodyPr vert="horz"/>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944580" y="3200329"/>
            <a:ext cx="4018535" cy="645742"/>
          </a:xfrm>
          <a:prstGeom prst="rect">
            <a:avLst/>
          </a:prstGeom>
        </p:spPr>
        <p:txBody>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grpSp>
        <p:nvGrpSpPr>
          <p:cNvPr id="82" name="Group 4">
            <a:extLst>
              <a:ext uri="{FF2B5EF4-FFF2-40B4-BE49-F238E27FC236}">
                <a16:creationId xmlns:a16="http://schemas.microsoft.com/office/drawing/2014/main" id="{A63454B3-EB4E-450A-98AA-6B5943D89732}"/>
              </a:ext>
            </a:extLst>
          </p:cNvPr>
          <p:cNvGrpSpPr>
            <a:grpSpLocks noChangeAspect="1"/>
          </p:cNvGrpSpPr>
          <p:nvPr userDrawn="1"/>
        </p:nvGrpSpPr>
        <p:grpSpPr bwMode="auto">
          <a:xfrm>
            <a:off x="10359392" y="4960938"/>
            <a:ext cx="1224912" cy="1435100"/>
            <a:chOff x="6529" y="3125"/>
            <a:chExt cx="772" cy="904"/>
          </a:xfrm>
        </p:grpSpPr>
        <p:sp>
          <p:nvSpPr>
            <p:cNvPr id="83" name="Freeform 5">
              <a:extLst>
                <a:ext uri="{FF2B5EF4-FFF2-40B4-BE49-F238E27FC236}">
                  <a16:creationId xmlns:a16="http://schemas.microsoft.com/office/drawing/2014/main" id="{C4ED221A-C963-42C0-91ED-C597F6BDAF9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84" name="Freeform 6">
              <a:extLst>
                <a:ext uri="{FF2B5EF4-FFF2-40B4-BE49-F238E27FC236}">
                  <a16:creationId xmlns:a16="http://schemas.microsoft.com/office/drawing/2014/main" id="{7956D1CB-5F24-4766-80AE-D7551538344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3309123590"/>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Standard slide">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EB09A2F6-7020-4D12-9B00-0DD9B9B4B60C}"/>
              </a:ext>
            </a:extLst>
          </p:cNvPr>
          <p:cNvGraphicFramePr>
            <a:graphicFrameLocks noChangeAspect="1"/>
          </p:cNvGraphicFramePr>
          <p:nvPr userDrawn="1">
            <p:custDataLst>
              <p:tags r:id="rId1"/>
            </p:custDataLst>
            <p:extLst>
              <p:ext uri="{D42A27DB-BD31-4B8C-83A1-F6EECF244321}">
                <p14:modId xmlns:p14="http://schemas.microsoft.com/office/powerpoint/2010/main" val="423044688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4" name="Object 3" hidden="1">
                        <a:extLst>
                          <a:ext uri="{FF2B5EF4-FFF2-40B4-BE49-F238E27FC236}">
                            <a16:creationId xmlns:a16="http://schemas.microsoft.com/office/drawing/2014/main" id="{EB09A2F6-7020-4D12-9B00-0DD9B9B4B60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400"/>
          </a:xfrm>
        </p:spPr>
        <p:txBody>
          <a:bodyPr vert="horz"/>
          <a:lstStyle>
            <a:lvl1pPr>
              <a:defRPr sz="2399">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8" name="Text Placeholder 2">
            <a:extLst>
              <a:ext uri="{FF2B5EF4-FFF2-40B4-BE49-F238E27FC236}">
                <a16:creationId xmlns:a16="http://schemas.microsoft.com/office/drawing/2014/main" id="{AC5F387F-0A77-424D-88D8-FFE5F0CA22D3}"/>
              </a:ext>
            </a:extLst>
          </p:cNvPr>
          <p:cNvSpPr>
            <a:spLocks noGrp="1"/>
          </p:cNvSpPr>
          <p:nvPr>
            <p:ph idx="1"/>
          </p:nvPr>
        </p:nvSpPr>
        <p:spPr>
          <a:xfrm>
            <a:off x="609601"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55882246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3_Standard slide">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57B8FF8B-1813-4C9E-A952-11D5A8417816}"/>
              </a:ext>
            </a:extLst>
          </p:cNvPr>
          <p:cNvGraphicFramePr>
            <a:graphicFrameLocks noChangeAspect="1"/>
          </p:cNvGraphicFramePr>
          <p:nvPr userDrawn="1">
            <p:custDataLst>
              <p:tags r:id="rId1"/>
            </p:custDataLst>
            <p:extLst>
              <p:ext uri="{D42A27DB-BD31-4B8C-83A1-F6EECF244321}">
                <p14:modId xmlns:p14="http://schemas.microsoft.com/office/powerpoint/2010/main" val="2286779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7" name="Object 6" hidden="1">
                        <a:extLst>
                          <a:ext uri="{FF2B5EF4-FFF2-40B4-BE49-F238E27FC236}">
                            <a16:creationId xmlns:a16="http://schemas.microsoft.com/office/drawing/2014/main" id="{57B8FF8B-1813-4C9E-A952-11D5A841781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609601" y="294200"/>
            <a:ext cx="10972800" cy="590400"/>
          </a:xfrm>
        </p:spPr>
        <p:txBody>
          <a:bodyPr vert="horz"/>
          <a:lstStyle>
            <a:lvl1pPr>
              <a:defRPr sz="2399">
                <a:solidFill>
                  <a:schemeClr val="bg1"/>
                </a:solidFill>
              </a:defRPr>
            </a:lvl1pPr>
          </a:lstStyle>
          <a:p>
            <a:r>
              <a:rPr lang="en-US"/>
              <a:t>Standard slide</a:t>
            </a:r>
            <a:endParaRPr lang="en-GB"/>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3" name="Date Placeholder 2">
            <a:extLst>
              <a:ext uri="{FF2B5EF4-FFF2-40B4-BE49-F238E27FC236}">
                <a16:creationId xmlns:a16="http://schemas.microsoft.com/office/drawing/2014/main" id="{40F0AABF-D862-4E52-856A-98A908BD81E4}"/>
              </a:ext>
            </a:extLst>
          </p:cNvPr>
          <p:cNvSpPr>
            <a:spLocks noGrp="1"/>
          </p:cNvSpPr>
          <p:nvPr>
            <p:ph type="dt" sz="half" idx="10"/>
          </p:nvPr>
        </p:nvSpPr>
        <p:spPr>
          <a:xfrm>
            <a:off x="1428184" y="6471244"/>
            <a:ext cx="1190638" cy="180000"/>
          </a:xfrm>
          <a:prstGeom prst="rect">
            <a:avLst/>
          </a:prstGeom>
        </p:spPr>
        <p:txBody>
          <a:bodyPr/>
          <a:lstStyle/>
          <a:p>
            <a:fld id="{3A307754-8EC1-42CB-B4A9-D45DEDE7C5C9}" type="datetime1">
              <a:rPr lang="en-US" smtClean="0"/>
              <a:t>9/19/2025</a:t>
            </a:fld>
            <a:endParaRPr lang="en-IN"/>
          </a:p>
        </p:txBody>
      </p:sp>
      <p:sp>
        <p:nvSpPr>
          <p:cNvPr id="4" name="Footer Placeholder 3">
            <a:extLst>
              <a:ext uri="{FF2B5EF4-FFF2-40B4-BE49-F238E27FC236}">
                <a16:creationId xmlns:a16="http://schemas.microsoft.com/office/drawing/2014/main" id="{7F5FDC76-F946-4827-A773-FCD68068B859}"/>
              </a:ext>
            </a:extLst>
          </p:cNvPr>
          <p:cNvSpPr>
            <a:spLocks noGrp="1"/>
          </p:cNvSpPr>
          <p:nvPr>
            <p:ph type="ftr" sz="quarter" idx="11"/>
          </p:nvPr>
        </p:nvSpPr>
        <p:spPr>
          <a:xfrm>
            <a:off x="3237502" y="6471244"/>
            <a:ext cx="3084493" cy="180000"/>
          </a:xfrm>
          <a:prstGeom prst="rect">
            <a:avLst/>
          </a:prstGeom>
        </p:spPr>
        <p:txBody>
          <a:bodyPr/>
          <a:lstStyle/>
          <a:p>
            <a:r>
              <a:rPr lang="en-US"/>
              <a:t>Insert footer text here</a:t>
            </a:r>
          </a:p>
        </p:txBody>
      </p:sp>
      <p:sp>
        <p:nvSpPr>
          <p:cNvPr id="5" name="Slide Number Placeholder 4">
            <a:extLst>
              <a:ext uri="{FF2B5EF4-FFF2-40B4-BE49-F238E27FC236}">
                <a16:creationId xmlns:a16="http://schemas.microsoft.com/office/drawing/2014/main" id="{2ABF873B-E40B-4AF7-8D2F-967775EB8EA6}"/>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4997348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Standard slide">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30451C3A-B125-4422-9973-5D68D8476F02}"/>
              </a:ext>
            </a:extLst>
          </p:cNvPr>
          <p:cNvGraphicFramePr>
            <a:graphicFrameLocks noChangeAspect="1"/>
          </p:cNvGraphicFramePr>
          <p:nvPr userDrawn="1">
            <p:custDataLst>
              <p:tags r:id="rId1"/>
            </p:custDataLst>
            <p:extLst>
              <p:ext uri="{D42A27DB-BD31-4B8C-83A1-F6EECF244321}">
                <p14:modId xmlns:p14="http://schemas.microsoft.com/office/powerpoint/2010/main" val="168078584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9" name="Object 8" hidden="1">
                        <a:extLst>
                          <a:ext uri="{FF2B5EF4-FFF2-40B4-BE49-F238E27FC236}">
                            <a16:creationId xmlns:a16="http://schemas.microsoft.com/office/drawing/2014/main" id="{30451C3A-B125-4422-9973-5D68D8476F0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8194852" y="1"/>
            <a:ext cx="3997149" cy="6156104"/>
          </a:xfrm>
        </p:spPr>
        <p:txBody>
          <a:bodyPr/>
          <a:lstStyle/>
          <a:p>
            <a:endParaRPr lang="en-IN"/>
          </a:p>
        </p:txBody>
      </p:sp>
      <p:sp>
        <p:nvSpPr>
          <p:cNvPr id="2" name="Title 1"/>
          <p:cNvSpPr>
            <a:spLocks noGrp="1"/>
          </p:cNvSpPr>
          <p:nvPr>
            <p:ph type="title"/>
          </p:nvPr>
        </p:nvSpPr>
        <p:spPr>
          <a:xfrm>
            <a:off x="609601" y="294200"/>
            <a:ext cx="7440547" cy="590400"/>
          </a:xfrm>
        </p:spPr>
        <p:txBody>
          <a:bodyPr vert="horz"/>
          <a:lstStyle>
            <a:lvl1pPr>
              <a:defRPr sz="2399">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609601" y="1137921"/>
            <a:ext cx="7295842" cy="873760"/>
          </a:xfrm>
        </p:spPr>
        <p:txBody>
          <a:bodyPr/>
          <a:lstStyle>
            <a:lvl1pPr marL="0" indent="0">
              <a:buNone/>
              <a:defRPr sz="17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609601" y="2311401"/>
            <a:ext cx="3578253" cy="3844704"/>
          </a:xfrm>
        </p:spPr>
        <p:txBody>
          <a:bodyPr numCol="1"/>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12" name="Content Placeholder 2">
            <a:extLst>
              <a:ext uri="{FF2B5EF4-FFF2-40B4-BE49-F238E27FC236}">
                <a16:creationId xmlns:a16="http://schemas.microsoft.com/office/drawing/2014/main" id="{0C7BD71A-882B-40FB-A05F-48ECC69FF73D}"/>
              </a:ext>
            </a:extLst>
          </p:cNvPr>
          <p:cNvSpPr>
            <a:spLocks noGrp="1"/>
          </p:cNvSpPr>
          <p:nvPr>
            <p:ph idx="12" hasCustomPrompt="1"/>
          </p:nvPr>
        </p:nvSpPr>
        <p:spPr>
          <a:xfrm>
            <a:off x="4327190" y="2311402"/>
            <a:ext cx="3578253" cy="1254759"/>
          </a:xfrm>
        </p:spPr>
        <p:txBody>
          <a:bodyPr numCol="1"/>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14" name="Content Placeholder 2">
            <a:extLst>
              <a:ext uri="{FF2B5EF4-FFF2-40B4-BE49-F238E27FC236}">
                <a16:creationId xmlns:a16="http://schemas.microsoft.com/office/drawing/2014/main" id="{D87D58C8-1517-42AA-8B2A-E449A3F6F028}"/>
              </a:ext>
            </a:extLst>
          </p:cNvPr>
          <p:cNvSpPr>
            <a:spLocks noGrp="1"/>
          </p:cNvSpPr>
          <p:nvPr>
            <p:ph idx="13" hasCustomPrompt="1"/>
          </p:nvPr>
        </p:nvSpPr>
        <p:spPr>
          <a:xfrm>
            <a:off x="4327190" y="4236721"/>
            <a:ext cx="3578253" cy="1944160"/>
          </a:xfrm>
        </p:spPr>
        <p:txBody>
          <a:bodyPr numCol="1"/>
          <a:lstStyle>
            <a:lvl1pPr marL="0" indent="0">
              <a:buNone/>
              <a:defRPr sz="1799">
                <a:solidFill>
                  <a:schemeClr val="bg1"/>
                </a:solidFill>
                <a:latin typeface="Georgia" panose="02040502050405020303" pitchFamily="18" charset="0"/>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Quote</a:t>
            </a:r>
          </a:p>
        </p:txBody>
      </p:sp>
      <p:sp>
        <p:nvSpPr>
          <p:cNvPr id="23" name="Line 10">
            <a:extLst>
              <a:ext uri="{FF2B5EF4-FFF2-40B4-BE49-F238E27FC236}">
                <a16:creationId xmlns:a16="http://schemas.microsoft.com/office/drawing/2014/main" id="{E820DC59-E206-4DC0-9012-584F8EBAF730}"/>
              </a:ext>
            </a:extLst>
          </p:cNvPr>
          <p:cNvSpPr>
            <a:spLocks noChangeShapeType="1"/>
          </p:cNvSpPr>
          <p:nvPr userDrawn="1"/>
        </p:nvSpPr>
        <p:spPr bwMode="auto">
          <a:xfrm>
            <a:off x="609601" y="907750"/>
            <a:ext cx="7440548"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4" name="Date Placeholder 3">
            <a:extLst>
              <a:ext uri="{FF2B5EF4-FFF2-40B4-BE49-F238E27FC236}">
                <a16:creationId xmlns:a16="http://schemas.microsoft.com/office/drawing/2014/main" id="{38FDA286-FC7C-4768-AFFF-1618056D687D}"/>
              </a:ext>
            </a:extLst>
          </p:cNvPr>
          <p:cNvSpPr>
            <a:spLocks noGrp="1"/>
          </p:cNvSpPr>
          <p:nvPr>
            <p:ph type="dt" sz="half" idx="14"/>
          </p:nvPr>
        </p:nvSpPr>
        <p:spPr>
          <a:xfrm>
            <a:off x="1428184" y="6471244"/>
            <a:ext cx="1190638" cy="180000"/>
          </a:xfrm>
          <a:prstGeom prst="rect">
            <a:avLst/>
          </a:prstGeom>
        </p:spPr>
        <p:txBody>
          <a:bodyPr/>
          <a:lstStyle/>
          <a:p>
            <a:fld id="{364FA6FA-B41F-43A8-AB73-BDFB7526CD2B}" type="datetime1">
              <a:rPr lang="en-US" smtClean="0"/>
              <a:t>9/19/2025</a:t>
            </a:fld>
            <a:endParaRPr lang="en-IN"/>
          </a:p>
        </p:txBody>
      </p:sp>
      <p:sp>
        <p:nvSpPr>
          <p:cNvPr id="6" name="Footer Placeholder 5">
            <a:extLst>
              <a:ext uri="{FF2B5EF4-FFF2-40B4-BE49-F238E27FC236}">
                <a16:creationId xmlns:a16="http://schemas.microsoft.com/office/drawing/2014/main" id="{69C73E4D-1EBD-404A-B8F4-9B8AD7336F33}"/>
              </a:ext>
            </a:extLst>
          </p:cNvPr>
          <p:cNvSpPr>
            <a:spLocks noGrp="1"/>
          </p:cNvSpPr>
          <p:nvPr>
            <p:ph type="ftr" sz="quarter" idx="15"/>
          </p:nvPr>
        </p:nvSpPr>
        <p:spPr>
          <a:xfrm>
            <a:off x="3237502" y="6471244"/>
            <a:ext cx="3084493" cy="180000"/>
          </a:xfrm>
          <a:prstGeom prst="rect">
            <a:avLst/>
          </a:prstGeom>
        </p:spPr>
        <p:txBody>
          <a:bodyPr/>
          <a:lstStyle/>
          <a:p>
            <a:r>
              <a:rPr lang="en-US"/>
              <a:t>Insert footer text here</a:t>
            </a:r>
          </a:p>
        </p:txBody>
      </p:sp>
      <p:sp>
        <p:nvSpPr>
          <p:cNvPr id="7" name="Slide Number Placeholder 6">
            <a:extLst>
              <a:ext uri="{FF2B5EF4-FFF2-40B4-BE49-F238E27FC236}">
                <a16:creationId xmlns:a16="http://schemas.microsoft.com/office/drawing/2014/main" id="{D159C267-49E7-46A8-B353-C5EB81154AB5}"/>
              </a:ext>
            </a:extLst>
          </p:cNvPr>
          <p:cNvSpPr>
            <a:spLocks noGrp="1"/>
          </p:cNvSpPr>
          <p:nvPr>
            <p:ph type="sldNum" sz="quarter" idx="16"/>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84464653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Standard slide">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381F5761-199A-4544-8EC9-004E067F3B64}"/>
              </a:ext>
            </a:extLst>
          </p:cNvPr>
          <p:cNvGraphicFramePr>
            <a:graphicFrameLocks noChangeAspect="1"/>
          </p:cNvGraphicFramePr>
          <p:nvPr userDrawn="1">
            <p:custDataLst>
              <p:tags r:id="rId1"/>
            </p:custDataLst>
            <p:extLst>
              <p:ext uri="{D42A27DB-BD31-4B8C-83A1-F6EECF244321}">
                <p14:modId xmlns:p14="http://schemas.microsoft.com/office/powerpoint/2010/main" val="307188100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9" name="Object 8" hidden="1">
                        <a:extLst>
                          <a:ext uri="{FF2B5EF4-FFF2-40B4-BE49-F238E27FC236}">
                            <a16:creationId xmlns:a16="http://schemas.microsoft.com/office/drawing/2014/main" id="{381F5761-199A-4544-8EC9-004E067F3B6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0" y="1"/>
            <a:ext cx="2383219" cy="6857999"/>
          </a:xfrm>
        </p:spPr>
        <p:txBody>
          <a:bodyPr/>
          <a:lstStyle/>
          <a:p>
            <a:endParaRPr lang="en-IN"/>
          </a:p>
        </p:txBody>
      </p:sp>
      <p:sp>
        <p:nvSpPr>
          <p:cNvPr id="2" name="Title 1"/>
          <p:cNvSpPr>
            <a:spLocks noGrp="1"/>
          </p:cNvSpPr>
          <p:nvPr>
            <p:ph type="title"/>
          </p:nvPr>
        </p:nvSpPr>
        <p:spPr>
          <a:xfrm>
            <a:off x="2693891" y="294200"/>
            <a:ext cx="8887371" cy="590400"/>
          </a:xfrm>
        </p:spPr>
        <p:txBody>
          <a:bodyPr vert="horz"/>
          <a:lstStyle>
            <a:lvl1pPr>
              <a:defRPr sz="2399">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2693890" y="1137921"/>
            <a:ext cx="2741454" cy="5018184"/>
          </a:xfrm>
        </p:spPr>
        <p:txBody>
          <a:bodyPr/>
          <a:lstStyle>
            <a:lvl1pPr marL="0" indent="0">
              <a:buNone/>
              <a:defRPr sz="17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5724102" y="1137921"/>
            <a:ext cx="2802382" cy="5018184"/>
          </a:xfrm>
        </p:spPr>
        <p:txBody>
          <a:bodyPr numCol="1"/>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23" name="Content Placeholder 2">
            <a:extLst>
              <a:ext uri="{FF2B5EF4-FFF2-40B4-BE49-F238E27FC236}">
                <a16:creationId xmlns:a16="http://schemas.microsoft.com/office/drawing/2014/main" id="{6FF4A6F8-D9C6-4FEE-9324-5200D308BB1F}"/>
              </a:ext>
            </a:extLst>
          </p:cNvPr>
          <p:cNvSpPr>
            <a:spLocks noGrp="1"/>
          </p:cNvSpPr>
          <p:nvPr userDrawn="1">
            <p:ph idx="12" hasCustomPrompt="1"/>
          </p:nvPr>
        </p:nvSpPr>
        <p:spPr>
          <a:xfrm>
            <a:off x="8815241" y="1137922"/>
            <a:ext cx="2767159" cy="2796151"/>
          </a:xfrm>
        </p:spPr>
        <p:txBody>
          <a:bodyPr numCol="1"/>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19" name="Line 10">
            <a:extLst>
              <a:ext uri="{FF2B5EF4-FFF2-40B4-BE49-F238E27FC236}">
                <a16:creationId xmlns:a16="http://schemas.microsoft.com/office/drawing/2014/main" id="{B63A7CBA-3151-452E-BD2F-D3E65CE1595F}"/>
              </a:ext>
            </a:extLst>
          </p:cNvPr>
          <p:cNvSpPr>
            <a:spLocks noChangeShapeType="1"/>
          </p:cNvSpPr>
          <p:nvPr userDrawn="1"/>
        </p:nvSpPr>
        <p:spPr bwMode="auto">
          <a:xfrm>
            <a:off x="2693891" y="907750"/>
            <a:ext cx="8887371"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4" name="Date Placeholder 3">
            <a:extLst>
              <a:ext uri="{FF2B5EF4-FFF2-40B4-BE49-F238E27FC236}">
                <a16:creationId xmlns:a16="http://schemas.microsoft.com/office/drawing/2014/main" id="{457DDD53-DA5D-4F66-8EAA-913A40461E30}"/>
              </a:ext>
            </a:extLst>
          </p:cNvPr>
          <p:cNvSpPr>
            <a:spLocks noGrp="1"/>
          </p:cNvSpPr>
          <p:nvPr>
            <p:ph type="dt" sz="half" idx="13"/>
          </p:nvPr>
        </p:nvSpPr>
        <p:spPr>
          <a:xfrm>
            <a:off x="1428184" y="6471244"/>
            <a:ext cx="1190638" cy="180000"/>
          </a:xfrm>
          <a:prstGeom prst="rect">
            <a:avLst/>
          </a:prstGeom>
        </p:spPr>
        <p:txBody>
          <a:bodyPr/>
          <a:lstStyle/>
          <a:p>
            <a:fld id="{771572D8-C855-4554-B7F6-0E7D433E39F4}" type="datetime1">
              <a:rPr lang="en-US" smtClean="0"/>
              <a:t>9/19/2025</a:t>
            </a:fld>
            <a:endParaRPr lang="en-IN"/>
          </a:p>
        </p:txBody>
      </p:sp>
      <p:sp>
        <p:nvSpPr>
          <p:cNvPr id="6" name="Footer Placeholder 5">
            <a:extLst>
              <a:ext uri="{FF2B5EF4-FFF2-40B4-BE49-F238E27FC236}">
                <a16:creationId xmlns:a16="http://schemas.microsoft.com/office/drawing/2014/main" id="{89A18168-B280-402E-8310-35BC958D390B}"/>
              </a:ext>
            </a:extLst>
          </p:cNvPr>
          <p:cNvSpPr>
            <a:spLocks noGrp="1"/>
          </p:cNvSpPr>
          <p:nvPr>
            <p:ph type="ftr" sz="quarter" idx="14"/>
          </p:nvPr>
        </p:nvSpPr>
        <p:spPr>
          <a:xfrm>
            <a:off x="3237502" y="6471244"/>
            <a:ext cx="3084493" cy="180000"/>
          </a:xfrm>
          <a:prstGeom prst="rect">
            <a:avLst/>
          </a:prstGeom>
        </p:spPr>
        <p:txBody>
          <a:bodyPr/>
          <a:lstStyle/>
          <a:p>
            <a:r>
              <a:rPr lang="en-US"/>
              <a:t>Insert footer text here</a:t>
            </a:r>
          </a:p>
        </p:txBody>
      </p:sp>
      <p:sp>
        <p:nvSpPr>
          <p:cNvPr id="7" name="Slide Number Placeholder 6">
            <a:extLst>
              <a:ext uri="{FF2B5EF4-FFF2-40B4-BE49-F238E27FC236}">
                <a16:creationId xmlns:a16="http://schemas.microsoft.com/office/drawing/2014/main" id="{97D562B9-5194-4705-ABBD-89576E2CC7A3}"/>
              </a:ext>
            </a:extLst>
          </p:cNvPr>
          <p:cNvSpPr>
            <a:spLocks noGrp="1"/>
          </p:cNvSpPr>
          <p:nvPr>
            <p:ph type="sldNum" sz="quarter" idx="15"/>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93484177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 preserve="1">
  <p:cSld name="Standard slide_no bullets">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D3CB08B9-EC9E-407C-9A7D-5DA171C142DF}"/>
              </a:ext>
            </a:extLst>
          </p:cNvPr>
          <p:cNvGraphicFramePr>
            <a:graphicFrameLocks noChangeAspect="1"/>
          </p:cNvGraphicFramePr>
          <p:nvPr userDrawn="1">
            <p:custDataLst>
              <p:tags r:id="rId1"/>
            </p:custDataLst>
            <p:extLst>
              <p:ext uri="{D42A27DB-BD31-4B8C-83A1-F6EECF244321}">
                <p14:modId xmlns:p14="http://schemas.microsoft.com/office/powerpoint/2010/main" val="339403756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8" name="Object 7" hidden="1">
                        <a:extLst>
                          <a:ext uri="{FF2B5EF4-FFF2-40B4-BE49-F238E27FC236}">
                            <a16:creationId xmlns:a16="http://schemas.microsoft.com/office/drawing/2014/main" id="{D3CB08B9-EC9E-407C-9A7D-5DA171C142D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400"/>
          </a:xfrm>
        </p:spPr>
        <p:txBody>
          <a:bodyPr vert="horz"/>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a:xfrm>
            <a:off x="609601" y="1137920"/>
            <a:ext cx="8234455" cy="4834800"/>
          </a:xfrm>
        </p:spPr>
        <p:txBody>
          <a:bodyPr/>
          <a:lstStyle>
            <a:lvl1pPr marL="0" indent="0">
              <a:spcBef>
                <a:spcPts val="0"/>
              </a:spcBef>
              <a:buNone/>
              <a:defRPr>
                <a:solidFill>
                  <a:schemeClr val="bg1"/>
                </a:solidFill>
              </a:defRPr>
            </a:lvl1pPr>
            <a:lvl2pPr marL="0" indent="0">
              <a:spcBef>
                <a:spcPts val="0"/>
              </a:spcBef>
              <a:buNone/>
              <a:defRPr sz="1799">
                <a:solidFill>
                  <a:schemeClr val="bg1"/>
                </a:solidFill>
              </a:defRPr>
            </a:lvl2pPr>
            <a:lvl3pPr marL="0" indent="0">
              <a:spcBef>
                <a:spcPts val="0"/>
              </a:spcBef>
              <a:buNone/>
              <a:defRPr sz="1599">
                <a:solidFill>
                  <a:schemeClr val="bg1"/>
                </a:solidFill>
              </a:defRPr>
            </a:lvl3pPr>
            <a:lvl4pPr marL="0" indent="0">
              <a:spcBef>
                <a:spcPts val="0"/>
              </a:spcBef>
              <a:buNone/>
              <a:defRPr sz="1399">
                <a:solidFill>
                  <a:schemeClr val="bg1"/>
                </a:solidFill>
              </a:defRPr>
            </a:lvl4pPr>
            <a:lvl5pPr marL="0" indent="0">
              <a:spcBef>
                <a:spcPts val="0"/>
              </a:spcBef>
              <a:buNone/>
              <a:defRPr sz="1199">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9" name="Line 10">
            <a:extLst>
              <a:ext uri="{FF2B5EF4-FFF2-40B4-BE49-F238E27FC236}">
                <a16:creationId xmlns:a16="http://schemas.microsoft.com/office/drawing/2014/main" id="{CF130104-FAF2-4309-9701-573F37743137}"/>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4" name="Date Placeholder 3">
            <a:extLst>
              <a:ext uri="{FF2B5EF4-FFF2-40B4-BE49-F238E27FC236}">
                <a16:creationId xmlns:a16="http://schemas.microsoft.com/office/drawing/2014/main" id="{00869D6F-A030-48CA-9C7C-9FC3A6F1F671}"/>
              </a:ext>
            </a:extLst>
          </p:cNvPr>
          <p:cNvSpPr>
            <a:spLocks noGrp="1"/>
          </p:cNvSpPr>
          <p:nvPr>
            <p:ph type="dt" sz="half" idx="10"/>
          </p:nvPr>
        </p:nvSpPr>
        <p:spPr>
          <a:xfrm>
            <a:off x="1428184" y="6471244"/>
            <a:ext cx="1190638" cy="180000"/>
          </a:xfrm>
          <a:prstGeom prst="rect">
            <a:avLst/>
          </a:prstGeom>
        </p:spPr>
        <p:txBody>
          <a:bodyPr/>
          <a:lstStyle/>
          <a:p>
            <a:fld id="{FD5B3EF3-59E0-496F-B5D7-3C270FC4AD7E}" type="datetime1">
              <a:rPr lang="en-US" smtClean="0"/>
              <a:t>9/19/2025</a:t>
            </a:fld>
            <a:endParaRPr lang="en-IN"/>
          </a:p>
        </p:txBody>
      </p:sp>
      <p:sp>
        <p:nvSpPr>
          <p:cNvPr id="5" name="Footer Placeholder 4">
            <a:extLst>
              <a:ext uri="{FF2B5EF4-FFF2-40B4-BE49-F238E27FC236}">
                <a16:creationId xmlns:a16="http://schemas.microsoft.com/office/drawing/2014/main" id="{2F02C3F7-BD0A-4AD4-95D8-328DA6F539AD}"/>
              </a:ext>
            </a:extLst>
          </p:cNvPr>
          <p:cNvSpPr>
            <a:spLocks noGrp="1"/>
          </p:cNvSpPr>
          <p:nvPr>
            <p:ph type="ftr" sz="quarter" idx="11"/>
          </p:nvPr>
        </p:nvSpPr>
        <p:spPr>
          <a:xfrm>
            <a:off x="3237502" y="6471244"/>
            <a:ext cx="3084493" cy="180000"/>
          </a:xfrm>
          <a:prstGeom prst="rect">
            <a:avLst/>
          </a:prstGeom>
        </p:spPr>
        <p:txBody>
          <a:bodyPr/>
          <a:lstStyle/>
          <a:p>
            <a:r>
              <a:rPr lang="en-US"/>
              <a:t>Insert footer text here</a:t>
            </a:r>
          </a:p>
        </p:txBody>
      </p:sp>
      <p:sp>
        <p:nvSpPr>
          <p:cNvPr id="6" name="Slide Number Placeholder 5">
            <a:extLst>
              <a:ext uri="{FF2B5EF4-FFF2-40B4-BE49-F238E27FC236}">
                <a16:creationId xmlns:a16="http://schemas.microsoft.com/office/drawing/2014/main" id="{DE4422C8-68BE-4650-89F1-3BECCFF9B514}"/>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46338296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3_Standard slide_no bullets">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E7126139-C209-4DF7-9A5A-8E2978B5E397}"/>
              </a:ext>
            </a:extLst>
          </p:cNvPr>
          <p:cNvGraphicFramePr>
            <a:graphicFrameLocks noChangeAspect="1"/>
          </p:cNvGraphicFramePr>
          <p:nvPr userDrawn="1">
            <p:custDataLst>
              <p:tags r:id="rId1"/>
            </p:custDataLst>
            <p:extLst>
              <p:ext uri="{D42A27DB-BD31-4B8C-83A1-F6EECF244321}">
                <p14:modId xmlns:p14="http://schemas.microsoft.com/office/powerpoint/2010/main" val="105094822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6" name="Object 5" hidden="1">
                        <a:extLst>
                          <a:ext uri="{FF2B5EF4-FFF2-40B4-BE49-F238E27FC236}">
                            <a16:creationId xmlns:a16="http://schemas.microsoft.com/office/drawing/2014/main" id="{E7126139-C209-4DF7-9A5A-8E2978B5E39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616" y="2851522"/>
            <a:ext cx="4445485" cy="1202318"/>
          </a:xfrm>
        </p:spPr>
        <p:txBody>
          <a:bodyPr vert="horz" lIns="0" tIns="0" rIns="0" bIns="0" rtlCol="0" anchor="ctr" anchorCtr="0">
            <a:noAutofit/>
          </a:bodyPr>
          <a:lstStyle>
            <a:lvl1pPr marL="0" indent="0">
              <a:buNone/>
              <a:defRPr kumimoji="0" lang="en-IN" sz="3598" b="0" i="0" u="none" strike="noStrike" cap="none" spc="0" normalizeH="0" baseline="0" dirty="0">
                <a:ln>
                  <a:noFill/>
                </a:ln>
                <a:solidFill>
                  <a:srgbClr val="FFFFFF"/>
                </a:solidFill>
                <a:effectLst/>
                <a:uLnTx/>
                <a:uFillTx/>
                <a:latin typeface="EYInterstate Light" panose="02000506000000020004" pitchFamily="2" charset="0"/>
                <a:ea typeface="+mj-ea"/>
                <a:cs typeface="+mj-cs"/>
              </a:defRPr>
            </a:lvl1pPr>
          </a:lstStyle>
          <a:p>
            <a:pPr marL="356438" marR="0" lvl="0" indent="-356438" defTabSz="1007383" fontAlgn="auto">
              <a:lnSpc>
                <a:spcPct val="100000"/>
              </a:lnSpc>
              <a:spcBef>
                <a:spcPct val="0"/>
              </a:spcBef>
              <a:spcAft>
                <a:spcPts val="0"/>
              </a:spcAft>
              <a:buClrTx/>
              <a:buSzTx/>
              <a:tabLst/>
            </a:pPr>
            <a:r>
              <a:rPr lang="en-US"/>
              <a:t>Chapter Title</a:t>
            </a:r>
            <a:endParaRPr lang="en-IN"/>
          </a:p>
        </p:txBody>
      </p:sp>
      <p:sp>
        <p:nvSpPr>
          <p:cNvPr id="2" name="Date Placeholder 1">
            <a:extLst>
              <a:ext uri="{FF2B5EF4-FFF2-40B4-BE49-F238E27FC236}">
                <a16:creationId xmlns:a16="http://schemas.microsoft.com/office/drawing/2014/main" id="{984443D1-37A3-4969-A6D3-4E99E05604B9}"/>
              </a:ext>
            </a:extLst>
          </p:cNvPr>
          <p:cNvSpPr>
            <a:spLocks noGrp="1"/>
          </p:cNvSpPr>
          <p:nvPr>
            <p:ph type="dt" sz="half" idx="11"/>
          </p:nvPr>
        </p:nvSpPr>
        <p:spPr>
          <a:xfrm>
            <a:off x="1428184" y="6471244"/>
            <a:ext cx="1190638" cy="180000"/>
          </a:xfrm>
          <a:prstGeom prst="rect">
            <a:avLst/>
          </a:prstGeom>
        </p:spPr>
        <p:txBody>
          <a:bodyPr/>
          <a:lstStyle/>
          <a:p>
            <a:fld id="{E8146C86-0A1D-46EF-BD71-C6DB63A14204}" type="datetime1">
              <a:rPr lang="en-US" smtClean="0"/>
              <a:t>9/19/2025</a:t>
            </a:fld>
            <a:endParaRPr lang="en-IN"/>
          </a:p>
        </p:txBody>
      </p:sp>
      <p:sp>
        <p:nvSpPr>
          <p:cNvPr id="3" name="Footer Placeholder 2">
            <a:extLst>
              <a:ext uri="{FF2B5EF4-FFF2-40B4-BE49-F238E27FC236}">
                <a16:creationId xmlns:a16="http://schemas.microsoft.com/office/drawing/2014/main" id="{61AB04F4-59F4-4102-9BBD-DB62B48E184D}"/>
              </a:ext>
            </a:extLst>
          </p:cNvPr>
          <p:cNvSpPr>
            <a:spLocks noGrp="1"/>
          </p:cNvSpPr>
          <p:nvPr>
            <p:ph type="ftr" sz="quarter" idx="12"/>
          </p:nvPr>
        </p:nvSpPr>
        <p:spPr>
          <a:xfrm>
            <a:off x="3237502" y="6471244"/>
            <a:ext cx="3084493" cy="180000"/>
          </a:xfrm>
          <a:prstGeom prst="rect">
            <a:avLst/>
          </a:prstGeom>
        </p:spPr>
        <p:txBody>
          <a:bodyPr/>
          <a:lstStyle/>
          <a:p>
            <a:r>
              <a:rPr lang="en-US"/>
              <a:t>Insert footer text here</a:t>
            </a:r>
          </a:p>
        </p:txBody>
      </p:sp>
      <p:sp>
        <p:nvSpPr>
          <p:cNvPr id="4" name="Slide Number Placeholder 3">
            <a:extLst>
              <a:ext uri="{FF2B5EF4-FFF2-40B4-BE49-F238E27FC236}">
                <a16:creationId xmlns:a16="http://schemas.microsoft.com/office/drawing/2014/main" id="{E499AB0A-887B-46B8-BA72-781970F002C7}"/>
              </a:ext>
            </a:extLst>
          </p:cNvPr>
          <p:cNvSpPr>
            <a:spLocks noGrp="1"/>
          </p:cNvSpPr>
          <p:nvPr>
            <p:ph type="sldNum" sz="quarter" idx="13"/>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304056618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Standard slide_no bullets">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1CD82C3E-71AA-4DB0-9539-941C9989A24E}"/>
              </a:ext>
            </a:extLst>
          </p:cNvPr>
          <p:cNvGraphicFramePr>
            <a:graphicFrameLocks noChangeAspect="1"/>
          </p:cNvGraphicFramePr>
          <p:nvPr userDrawn="1">
            <p:custDataLst>
              <p:tags r:id="rId1"/>
            </p:custDataLst>
            <p:extLst>
              <p:ext uri="{D42A27DB-BD31-4B8C-83A1-F6EECF244321}">
                <p14:modId xmlns:p14="http://schemas.microsoft.com/office/powerpoint/2010/main" val="334724415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6" name="Object 5" hidden="1">
                        <a:extLst>
                          <a:ext uri="{FF2B5EF4-FFF2-40B4-BE49-F238E27FC236}">
                            <a16:creationId xmlns:a16="http://schemas.microsoft.com/office/drawing/2014/main" id="{1CD82C3E-71AA-4DB0-9539-941C9989A24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5" name="Picture Placeholder 14">
            <a:extLst>
              <a:ext uri="{FF2B5EF4-FFF2-40B4-BE49-F238E27FC236}">
                <a16:creationId xmlns:a16="http://schemas.microsoft.com/office/drawing/2014/main" id="{628F8CDB-776D-4811-AE2C-217236ECDECA}"/>
              </a:ext>
            </a:extLst>
          </p:cNvPr>
          <p:cNvSpPr>
            <a:spLocks noGrp="1"/>
          </p:cNvSpPr>
          <p:nvPr>
            <p:ph type="pic" sz="quarter" idx="12"/>
          </p:nvPr>
        </p:nvSpPr>
        <p:spPr>
          <a:xfrm>
            <a:off x="6223938" y="0"/>
            <a:ext cx="5968062" cy="6858000"/>
          </a:xfrm>
        </p:spPr>
        <p:txBody>
          <a:bodyPr/>
          <a:lstStyle/>
          <a:p>
            <a:endParaRPr lang="en-IN"/>
          </a:p>
        </p:txBody>
      </p:sp>
      <p:sp>
        <p:nvSpPr>
          <p:cNvPr id="5" name="Text Placeholder 4">
            <a:extLst>
              <a:ext uri="{FF2B5EF4-FFF2-40B4-BE49-F238E27FC236}">
                <a16:creationId xmlns:a16="http://schemas.microsoft.com/office/drawing/2014/main" id="{626E96BA-E9E4-496B-8CA5-6DA27B8AD7E4}"/>
              </a:ext>
            </a:extLst>
          </p:cNvPr>
          <p:cNvSpPr>
            <a:spLocks noGrp="1"/>
          </p:cNvSpPr>
          <p:nvPr>
            <p:ph type="body" sz="quarter" idx="10" hasCustomPrompt="1"/>
          </p:nvPr>
        </p:nvSpPr>
        <p:spPr>
          <a:xfrm>
            <a:off x="369513" y="2578743"/>
            <a:ext cx="4535597" cy="1055708"/>
          </a:xfrm>
        </p:spPr>
        <p:txBody>
          <a:bodyPr/>
          <a:lstStyle>
            <a:lvl1pPr marL="0" indent="0">
              <a:buNone/>
              <a:defRPr sz="2999"/>
            </a:lvl1pPr>
          </a:lstStyle>
          <a:p>
            <a:pPr lvl="0"/>
            <a:r>
              <a:rPr lang="en-IN"/>
              <a:t>Chapter Title</a:t>
            </a:r>
          </a:p>
          <a:p>
            <a:pPr lvl="0"/>
            <a:r>
              <a:rPr lang="en-IN"/>
              <a:t>EY Interstate Light</a:t>
            </a:r>
          </a:p>
        </p:txBody>
      </p:sp>
      <p:sp>
        <p:nvSpPr>
          <p:cNvPr id="14" name="Text Placeholder 4">
            <a:extLst>
              <a:ext uri="{FF2B5EF4-FFF2-40B4-BE49-F238E27FC236}">
                <a16:creationId xmlns:a16="http://schemas.microsoft.com/office/drawing/2014/main" id="{1173C8A3-BA2F-497B-A214-45B02D73AF20}"/>
              </a:ext>
            </a:extLst>
          </p:cNvPr>
          <p:cNvSpPr>
            <a:spLocks noGrp="1"/>
          </p:cNvSpPr>
          <p:nvPr>
            <p:ph type="body" sz="quarter" idx="11" hasCustomPrompt="1"/>
          </p:nvPr>
        </p:nvSpPr>
        <p:spPr>
          <a:xfrm>
            <a:off x="369513" y="3840384"/>
            <a:ext cx="4535597" cy="1055708"/>
          </a:xfrm>
        </p:spPr>
        <p:txBody>
          <a:bodyPr/>
          <a:lstStyle>
            <a:lvl1pPr marL="0" indent="0">
              <a:buNone/>
              <a:defRPr sz="1599"/>
            </a:lvl1pPr>
          </a:lstStyle>
          <a:p>
            <a:pPr lvl="0"/>
            <a:r>
              <a:rPr lang="en-IN"/>
              <a:t>text</a:t>
            </a:r>
          </a:p>
        </p:txBody>
      </p:sp>
      <p:sp>
        <p:nvSpPr>
          <p:cNvPr id="2" name="Date Placeholder 1">
            <a:extLst>
              <a:ext uri="{FF2B5EF4-FFF2-40B4-BE49-F238E27FC236}">
                <a16:creationId xmlns:a16="http://schemas.microsoft.com/office/drawing/2014/main" id="{F656DB61-969F-46BA-942C-3600269FA4D1}"/>
              </a:ext>
            </a:extLst>
          </p:cNvPr>
          <p:cNvSpPr>
            <a:spLocks noGrp="1"/>
          </p:cNvSpPr>
          <p:nvPr>
            <p:ph type="dt" sz="half" idx="13"/>
          </p:nvPr>
        </p:nvSpPr>
        <p:spPr>
          <a:xfrm>
            <a:off x="1428184" y="6471244"/>
            <a:ext cx="1190638" cy="180000"/>
          </a:xfrm>
          <a:prstGeom prst="rect">
            <a:avLst/>
          </a:prstGeom>
        </p:spPr>
        <p:txBody>
          <a:bodyPr/>
          <a:lstStyle/>
          <a:p>
            <a:fld id="{26B63D7A-9CCF-4893-B526-8A48D48273DF}" type="datetime1">
              <a:rPr lang="en-US" smtClean="0"/>
              <a:t>9/19/2025</a:t>
            </a:fld>
            <a:endParaRPr lang="en-IN"/>
          </a:p>
        </p:txBody>
      </p:sp>
      <p:sp>
        <p:nvSpPr>
          <p:cNvPr id="3" name="Footer Placeholder 2">
            <a:extLst>
              <a:ext uri="{FF2B5EF4-FFF2-40B4-BE49-F238E27FC236}">
                <a16:creationId xmlns:a16="http://schemas.microsoft.com/office/drawing/2014/main" id="{C7C562FF-E912-4424-B259-AED677C026AF}"/>
              </a:ext>
            </a:extLst>
          </p:cNvPr>
          <p:cNvSpPr>
            <a:spLocks noGrp="1"/>
          </p:cNvSpPr>
          <p:nvPr>
            <p:ph type="ftr" sz="quarter" idx="14"/>
          </p:nvPr>
        </p:nvSpPr>
        <p:spPr>
          <a:xfrm>
            <a:off x="3237502" y="6471244"/>
            <a:ext cx="3084493" cy="180000"/>
          </a:xfrm>
          <a:prstGeom prst="rect">
            <a:avLst/>
          </a:prstGeom>
        </p:spPr>
        <p:txBody>
          <a:bodyPr/>
          <a:lstStyle/>
          <a:p>
            <a:r>
              <a:rPr lang="en-US"/>
              <a:t>Insert footer text here</a:t>
            </a:r>
          </a:p>
        </p:txBody>
      </p:sp>
      <p:sp>
        <p:nvSpPr>
          <p:cNvPr id="4" name="Slide Number Placeholder 3">
            <a:extLst>
              <a:ext uri="{FF2B5EF4-FFF2-40B4-BE49-F238E27FC236}">
                <a16:creationId xmlns:a16="http://schemas.microsoft.com/office/drawing/2014/main" id="{E82C1B82-1A85-4CFD-98C3-C21698A96B67}"/>
              </a:ext>
            </a:extLst>
          </p:cNvPr>
          <p:cNvSpPr>
            <a:spLocks noGrp="1"/>
          </p:cNvSpPr>
          <p:nvPr>
            <p:ph type="sldNum" sz="quarter" idx="15"/>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06635107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_Standard slide_no bullets">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B4B28CD6-9B4E-4984-8846-25E9AD92418A}"/>
              </a:ext>
            </a:extLst>
          </p:cNvPr>
          <p:cNvGraphicFramePr>
            <a:graphicFrameLocks noChangeAspect="1"/>
          </p:cNvGraphicFramePr>
          <p:nvPr userDrawn="1">
            <p:custDataLst>
              <p:tags r:id="rId1"/>
            </p:custDataLst>
            <p:extLst>
              <p:ext uri="{D42A27DB-BD31-4B8C-83A1-F6EECF244321}">
                <p14:modId xmlns:p14="http://schemas.microsoft.com/office/powerpoint/2010/main" val="6587715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8" name="Object 7" hidden="1">
                        <a:extLst>
                          <a:ext uri="{FF2B5EF4-FFF2-40B4-BE49-F238E27FC236}">
                            <a16:creationId xmlns:a16="http://schemas.microsoft.com/office/drawing/2014/main" id="{B4B28CD6-9B4E-4984-8846-25E9AD92418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400"/>
          </a:xfrm>
        </p:spPr>
        <p:txBody>
          <a:bodyPr vert="horz"/>
          <a:lstStyle>
            <a:lvl1pPr>
              <a:defRPr>
                <a:solidFill>
                  <a:schemeClr val="bg1"/>
                </a:solidFill>
              </a:defRPr>
            </a:lvl1pPr>
          </a:lstStyle>
          <a:p>
            <a:r>
              <a:rPr lang="en-US"/>
              <a:t>Click to edit Master title style</a:t>
            </a:r>
            <a:endParaRPr lang="en-GB"/>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p:nvPr>
        </p:nvSpPr>
        <p:spPr>
          <a:xfrm>
            <a:off x="609600" y="1137921"/>
            <a:ext cx="4954924" cy="4267457"/>
          </a:xfrm>
        </p:spPr>
        <p:txBody>
          <a:bodyPr/>
          <a:lstStyle/>
          <a:p>
            <a:endParaRPr lang="en-IN"/>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7129748" y="3813288"/>
            <a:ext cx="3087667" cy="180000"/>
          </a:xfrm>
        </p:spPr>
        <p:txBody>
          <a:bodyPr/>
          <a:lstStyle>
            <a:lvl1pPr marL="0" indent="0">
              <a:buNone/>
              <a:defRPr sz="1199">
                <a:solidFill>
                  <a:schemeClr val="bg1"/>
                </a:solidFill>
              </a:defRPr>
            </a:lvl1pPr>
          </a:lstStyle>
          <a:p>
            <a:pPr lvl="0"/>
            <a:r>
              <a:rPr lang="en-US"/>
              <a:t>Name Surname</a:t>
            </a:r>
            <a:endParaRPr lang="en-GB"/>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7129748" y="4055931"/>
            <a:ext cx="3087667" cy="180000"/>
          </a:xfrm>
        </p:spPr>
        <p:txBody>
          <a:bodyPr/>
          <a:lstStyle>
            <a:lvl1pPr marL="0" indent="0">
              <a:buNone/>
              <a:defRPr sz="1199">
                <a:solidFill>
                  <a:schemeClr val="bg1"/>
                </a:solidFill>
              </a:defRPr>
            </a:lvl1pPr>
          </a:lstStyle>
          <a:p>
            <a:pPr lvl="0"/>
            <a:r>
              <a:rPr lang="en-US"/>
              <a:t>Job Title to go here</a:t>
            </a:r>
            <a:endParaRPr lang="en-GB"/>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p:nvPr>
        </p:nvSpPr>
        <p:spPr>
          <a:xfrm>
            <a:off x="6119820" y="3578084"/>
            <a:ext cx="778554" cy="778959"/>
          </a:xfrm>
          <a:prstGeom prst="ellipse">
            <a:avLst/>
          </a:prstGeom>
        </p:spPr>
        <p:txBody>
          <a:bodyPr anchor="ctr"/>
          <a:lstStyle>
            <a:lvl1pPr marL="0" indent="0" algn="ctr">
              <a:buNone/>
              <a:defRPr sz="900">
                <a:solidFill>
                  <a:schemeClr val="bg1"/>
                </a:solidFill>
              </a:defRPr>
            </a:lvl1pPr>
          </a:lstStyle>
          <a:p>
            <a:endParaRPr lang="en-GB"/>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6119821" y="1137921"/>
            <a:ext cx="5462580" cy="373807"/>
          </a:xfrm>
        </p:spPr>
        <p:txBody>
          <a:bodyPr/>
          <a:lstStyle>
            <a:lvl1pPr marL="0" indent="0">
              <a:buNone/>
              <a:defRPr/>
            </a:lvl1pPr>
          </a:lstStyle>
          <a:p>
            <a:pPr lvl="0"/>
            <a:r>
              <a:rPr lang="en-US"/>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6119821" y="1635009"/>
            <a:ext cx="5462580" cy="1611554"/>
          </a:xfrm>
        </p:spPr>
        <p:txBody>
          <a:bodyPr/>
          <a:lstStyle>
            <a:lvl1pPr marL="0" indent="0">
              <a:buNone/>
              <a:defRPr sz="1599"/>
            </a:lvl1pPr>
          </a:lstStyle>
          <a:p>
            <a:pPr lvl="0"/>
            <a:r>
              <a:rPr lang="en-US"/>
              <a:t>Content EY Interstate Light, 16pt, Lorem ipsum dolor, 12pt, </a:t>
            </a:r>
            <a:r>
              <a:rPr lang="en-US" err="1"/>
              <a:t>Utinam</a:t>
            </a:r>
            <a:r>
              <a:rPr lang="en-US"/>
              <a:t> </a:t>
            </a:r>
            <a:r>
              <a:rPr lang="en-US" err="1"/>
              <a:t>nonumy</a:t>
            </a:r>
            <a:r>
              <a:rPr lang="en-US"/>
              <a:t> </a:t>
            </a:r>
            <a:r>
              <a:rPr lang="en-US" err="1"/>
              <a:t>abhorreant</a:t>
            </a:r>
            <a:r>
              <a:rPr lang="en-US"/>
              <a:t> </a:t>
            </a:r>
            <a:r>
              <a:rPr lang="en-US" err="1"/>
              <a:t>sead</a:t>
            </a:r>
            <a:r>
              <a:rPr lang="en-US"/>
              <a:t>. </a:t>
            </a:r>
            <a:r>
              <a:rPr lang="en-US" err="1"/>
              <a:t>Putant</a:t>
            </a:r>
            <a:r>
              <a:rPr lang="en-US"/>
              <a:t> </a:t>
            </a:r>
            <a:r>
              <a:rPr lang="en-US" err="1"/>
              <a:t>probatus</a:t>
            </a:r>
            <a:r>
              <a:rPr lang="en-US"/>
              <a:t> id vis, ad his </a:t>
            </a:r>
            <a:r>
              <a:rPr lang="en-US" err="1"/>
              <a:t>meis</a:t>
            </a:r>
            <a:r>
              <a:rPr lang="en-US"/>
              <a:t> </a:t>
            </a:r>
            <a:r>
              <a:rPr lang="en-US" err="1"/>
              <a:t>habemus</a:t>
            </a:r>
            <a:r>
              <a:rPr lang="en-US"/>
              <a:t> </a:t>
            </a:r>
            <a:r>
              <a:rPr lang="en-US" err="1"/>
              <a:t>repudiare</a:t>
            </a:r>
            <a:r>
              <a:rPr lang="en-US"/>
              <a:t>, has an </a:t>
            </a:r>
            <a:r>
              <a:rPr lang="en-US" err="1"/>
              <a:t>pericula</a:t>
            </a:r>
            <a:r>
              <a:rPr lang="en-US"/>
              <a:t> </a:t>
            </a:r>
            <a:r>
              <a:rPr lang="en-US" err="1"/>
              <a:t>tractatos</a:t>
            </a:r>
            <a:r>
              <a:rPr lang="en-US"/>
              <a:t>. </a:t>
            </a:r>
            <a:r>
              <a:rPr lang="en-US" err="1"/>
              <a:t>Nec</a:t>
            </a:r>
            <a:r>
              <a:rPr lang="en-US"/>
              <a:t> </a:t>
            </a:r>
            <a:r>
              <a:rPr lang="en-US" err="1"/>
              <a:t>debitis</a:t>
            </a:r>
            <a:r>
              <a:rPr lang="en-US"/>
              <a:t> </a:t>
            </a:r>
            <a:r>
              <a:rPr lang="en-US" err="1"/>
              <a:t>dissentias</a:t>
            </a:r>
            <a:r>
              <a:rPr lang="en-US"/>
              <a:t> ad. </a:t>
            </a:r>
            <a:r>
              <a:rPr lang="en-US" err="1"/>
              <a:t>Patrioque</a:t>
            </a:r>
            <a:r>
              <a:rPr lang="en-US"/>
              <a:t> </a:t>
            </a:r>
            <a:r>
              <a:rPr lang="en-US" err="1"/>
              <a:t>voluptatum</a:t>
            </a:r>
            <a:r>
              <a:rPr lang="en-US"/>
              <a:t> </a:t>
            </a:r>
            <a:r>
              <a:rPr lang="en-US" err="1"/>
              <a:t>sed</a:t>
            </a:r>
            <a:r>
              <a:rPr lang="en-US"/>
              <a:t> ex, id </a:t>
            </a:r>
            <a:r>
              <a:rPr lang="en-US" err="1"/>
              <a:t>admodum</a:t>
            </a:r>
            <a:r>
              <a:rPr lang="en-US"/>
              <a:t>.</a:t>
            </a:r>
          </a:p>
          <a:p>
            <a:pPr lvl="0"/>
            <a:endParaRPr lang="en-US"/>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3" name="Date Placeholder 2">
            <a:extLst>
              <a:ext uri="{FF2B5EF4-FFF2-40B4-BE49-F238E27FC236}">
                <a16:creationId xmlns:a16="http://schemas.microsoft.com/office/drawing/2014/main" id="{C5822E28-B24F-4CF6-8F50-70ED7C22A114}"/>
              </a:ext>
            </a:extLst>
          </p:cNvPr>
          <p:cNvSpPr>
            <a:spLocks noGrp="1"/>
          </p:cNvSpPr>
          <p:nvPr>
            <p:ph type="dt" sz="half" idx="19"/>
          </p:nvPr>
        </p:nvSpPr>
        <p:spPr>
          <a:xfrm>
            <a:off x="1428184" y="6471244"/>
            <a:ext cx="1190638" cy="180000"/>
          </a:xfrm>
          <a:prstGeom prst="rect">
            <a:avLst/>
          </a:prstGeom>
        </p:spPr>
        <p:txBody>
          <a:bodyPr/>
          <a:lstStyle/>
          <a:p>
            <a:fld id="{DB47AD62-F674-4F96-A850-E4BA3C364F0D}" type="datetime1">
              <a:rPr lang="en-US" smtClean="0"/>
              <a:t>9/19/2025</a:t>
            </a:fld>
            <a:endParaRPr lang="en-IN"/>
          </a:p>
        </p:txBody>
      </p:sp>
      <p:sp>
        <p:nvSpPr>
          <p:cNvPr id="4" name="Footer Placeholder 3">
            <a:extLst>
              <a:ext uri="{FF2B5EF4-FFF2-40B4-BE49-F238E27FC236}">
                <a16:creationId xmlns:a16="http://schemas.microsoft.com/office/drawing/2014/main" id="{6865E1CD-A05B-41DC-B488-E4BA204E7AE5}"/>
              </a:ext>
            </a:extLst>
          </p:cNvPr>
          <p:cNvSpPr>
            <a:spLocks noGrp="1"/>
          </p:cNvSpPr>
          <p:nvPr>
            <p:ph type="ftr" sz="quarter" idx="20"/>
          </p:nvPr>
        </p:nvSpPr>
        <p:spPr>
          <a:xfrm>
            <a:off x="3237502" y="6471244"/>
            <a:ext cx="3084493" cy="180000"/>
          </a:xfrm>
          <a:prstGeom prst="rect">
            <a:avLst/>
          </a:prstGeom>
        </p:spPr>
        <p:txBody>
          <a:bodyPr/>
          <a:lstStyle/>
          <a:p>
            <a:r>
              <a:rPr lang="en-US"/>
              <a:t>Insert footer text here</a:t>
            </a:r>
          </a:p>
        </p:txBody>
      </p:sp>
      <p:sp>
        <p:nvSpPr>
          <p:cNvPr id="6" name="Slide Number Placeholder 5">
            <a:extLst>
              <a:ext uri="{FF2B5EF4-FFF2-40B4-BE49-F238E27FC236}">
                <a16:creationId xmlns:a16="http://schemas.microsoft.com/office/drawing/2014/main" id="{5716ABDB-CF45-4001-9487-F3BA3DD8DACD}"/>
              </a:ext>
            </a:extLst>
          </p:cNvPr>
          <p:cNvSpPr>
            <a:spLocks noGrp="1"/>
          </p:cNvSpPr>
          <p:nvPr>
            <p:ph type="sldNum" sz="quarter" idx="21"/>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301213977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Standard slide_Quotes">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F487CCD8-75C1-4063-AC3C-ED5A4FBF9DB8}"/>
              </a:ext>
            </a:extLst>
          </p:cNvPr>
          <p:cNvGraphicFramePr>
            <a:graphicFrameLocks noChangeAspect="1"/>
          </p:cNvGraphicFramePr>
          <p:nvPr userDrawn="1">
            <p:custDataLst>
              <p:tags r:id="rId1"/>
            </p:custDataLst>
            <p:extLst>
              <p:ext uri="{D42A27DB-BD31-4B8C-83A1-F6EECF244321}">
                <p14:modId xmlns:p14="http://schemas.microsoft.com/office/powerpoint/2010/main" val="70389912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F487CCD8-75C1-4063-AC3C-ED5A4FBF9DB8}"/>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 name="Date Placeholder 2">
            <a:extLst>
              <a:ext uri="{FF2B5EF4-FFF2-40B4-BE49-F238E27FC236}">
                <a16:creationId xmlns:a16="http://schemas.microsoft.com/office/drawing/2014/main" id="{1CD06B42-27A8-4223-AE57-EB729EB5FC27}"/>
              </a:ext>
            </a:extLst>
          </p:cNvPr>
          <p:cNvSpPr>
            <a:spLocks noGrp="1"/>
          </p:cNvSpPr>
          <p:nvPr>
            <p:ph type="dt" sz="half" idx="10"/>
          </p:nvPr>
        </p:nvSpPr>
        <p:spPr>
          <a:xfrm>
            <a:off x="1428184" y="6471244"/>
            <a:ext cx="1190638" cy="180000"/>
          </a:xfrm>
          <a:prstGeom prst="rect">
            <a:avLst/>
          </a:prstGeom>
        </p:spPr>
        <p:txBody>
          <a:bodyPr/>
          <a:lstStyle/>
          <a:p>
            <a:fld id="{2634F09D-901D-445F-BEB4-5CD003D3E7AB}" type="datetime1">
              <a:rPr lang="en-US" smtClean="0"/>
              <a:t>9/19/2025</a:t>
            </a:fld>
            <a:endParaRPr lang="en-IN"/>
          </a:p>
        </p:txBody>
      </p:sp>
      <p:sp>
        <p:nvSpPr>
          <p:cNvPr id="4" name="Footer Placeholder 3">
            <a:extLst>
              <a:ext uri="{FF2B5EF4-FFF2-40B4-BE49-F238E27FC236}">
                <a16:creationId xmlns:a16="http://schemas.microsoft.com/office/drawing/2014/main" id="{5C1F4AD2-0FC3-4A7D-B553-FC19C918C14E}"/>
              </a:ext>
            </a:extLst>
          </p:cNvPr>
          <p:cNvSpPr>
            <a:spLocks noGrp="1"/>
          </p:cNvSpPr>
          <p:nvPr>
            <p:ph type="ftr" sz="quarter" idx="11"/>
          </p:nvPr>
        </p:nvSpPr>
        <p:spPr>
          <a:xfrm>
            <a:off x="3237502" y="6471244"/>
            <a:ext cx="3084493" cy="180000"/>
          </a:xfrm>
          <a:prstGeom prst="rect">
            <a:avLst/>
          </a:prstGeom>
        </p:spPr>
        <p:txBody>
          <a:bodyPr/>
          <a:lstStyle/>
          <a:p>
            <a:r>
              <a:rPr lang="en-US"/>
              <a:t>Insert footer text here</a:t>
            </a:r>
          </a:p>
        </p:txBody>
      </p:sp>
      <p:sp>
        <p:nvSpPr>
          <p:cNvPr id="5" name="Slide Number Placeholder 4">
            <a:extLst>
              <a:ext uri="{FF2B5EF4-FFF2-40B4-BE49-F238E27FC236}">
                <a16:creationId xmlns:a16="http://schemas.microsoft.com/office/drawing/2014/main" id="{C7E89B92-9E6D-4E4B-A5F6-7BC8B1612D1D}"/>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84609359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2_Standard slide_Quotes">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87A8F69-8F65-491E-9D8F-A768065DB7F0}"/>
              </a:ext>
            </a:extLst>
          </p:cNvPr>
          <p:cNvGraphicFramePr>
            <a:graphicFrameLocks noChangeAspect="1"/>
          </p:cNvGraphicFramePr>
          <p:nvPr userDrawn="1">
            <p:custDataLst>
              <p:tags r:id="rId1"/>
            </p:custDataLst>
            <p:extLst>
              <p:ext uri="{D42A27DB-BD31-4B8C-83A1-F6EECF244321}">
                <p14:modId xmlns:p14="http://schemas.microsoft.com/office/powerpoint/2010/main" val="322262324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E87A8F69-8F65-491E-9D8F-A768065DB7F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3451378" y="2060235"/>
            <a:ext cx="5289245" cy="3025522"/>
          </a:xfrm>
        </p:spPr>
        <p:txBody>
          <a:bodyPr lIns="0" tIns="0" rIns="0" bIns="0">
            <a:noAutofit/>
          </a:bodyPr>
          <a:lstStyle>
            <a:lvl1pPr marL="0" indent="0" algn="ctr">
              <a:buNone/>
              <a:defRPr lang="en-US" sz="2799" dirty="0" smtClean="0">
                <a:latin typeface="Georgia" panose="02040502050405020303" pitchFamily="18" charset="0"/>
              </a:defRPr>
            </a:lvl1pPr>
          </a:lstStyle>
          <a:p>
            <a:pPr marL="356438" lvl="0" indent="-356438" algn="ctr">
              <a:spcBef>
                <a:spcPts val="0"/>
              </a:spcBef>
            </a:pPr>
            <a:r>
              <a:rPr lang="en-US"/>
              <a:t>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3451378" y="5506678"/>
            <a:ext cx="5289245" cy="316838"/>
          </a:xfrm>
        </p:spPr>
        <p:txBody>
          <a:bodyPr lIns="0" tIns="0" rIns="0" bIns="0">
            <a:noAutofit/>
          </a:bodyPr>
          <a:lstStyle>
            <a:lvl1pPr marL="0" indent="0" algn="ctr">
              <a:buNone/>
              <a:defRPr lang="en-US" sz="1599" dirty="0" smtClean="0">
                <a:solidFill>
                  <a:srgbClr val="FFE600"/>
                </a:solidFill>
                <a:latin typeface="+mn-lt"/>
              </a:defRPr>
            </a:lvl1pPr>
          </a:lstStyle>
          <a:p>
            <a:pPr marL="356438" lvl="0" indent="-356438" algn="ctr">
              <a:spcBef>
                <a:spcPts val="0"/>
              </a:spcBef>
              <a:spcAft>
                <a:spcPts val="600"/>
              </a:spcAft>
            </a:pPr>
            <a:r>
              <a:rPr lang="en-US"/>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3451378" y="5818717"/>
            <a:ext cx="5289245" cy="316838"/>
          </a:xfrm>
        </p:spPr>
        <p:txBody>
          <a:bodyPr vert="horz" lIns="0" tIns="0" rIns="0" bIns="0" rtlCol="0" anchor="t" anchorCtr="0">
            <a:noAutofit/>
          </a:bodyPr>
          <a:lstStyle>
            <a:lvl1pPr marL="0" indent="0" algn="ctr">
              <a:buNone/>
              <a:defRPr lang="en-US" sz="1599" dirty="0" smtClean="0">
                <a:latin typeface="+mn-lt"/>
              </a:defRPr>
            </a:lvl1pPr>
          </a:lstStyle>
          <a:p>
            <a:pPr marL="356438" lvl="0" indent="-356438" algn="ctr">
              <a:spcBef>
                <a:spcPts val="0"/>
              </a:spcBef>
              <a:spcAft>
                <a:spcPts val="600"/>
              </a:spcAft>
            </a:pPr>
            <a:r>
              <a:rPr lang="en-US"/>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7415" y="979788"/>
            <a:ext cx="2337171"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11194">
                <a:solidFill>
                  <a:schemeClr val="tx2"/>
                </a:solidFill>
                <a:latin typeface="Georgia" panose="02040502050405020303" pitchFamily="18" charset="0"/>
              </a:rPr>
              <a:t>“ </a:t>
            </a:r>
          </a:p>
        </p:txBody>
      </p:sp>
    </p:spTree>
    <p:extLst>
      <p:ext uri="{BB962C8B-B14F-4D97-AF65-F5344CB8AC3E}">
        <p14:creationId xmlns:p14="http://schemas.microsoft.com/office/powerpoint/2010/main" val="78484307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_Standard slide_Quotes">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F1202051-609A-4466-9E3C-B55204B12409}"/>
              </a:ext>
            </a:extLst>
          </p:cNvPr>
          <p:cNvGraphicFramePr>
            <a:graphicFrameLocks noChangeAspect="1"/>
          </p:cNvGraphicFramePr>
          <p:nvPr userDrawn="1">
            <p:custDataLst>
              <p:tags r:id="rId1"/>
            </p:custDataLst>
            <p:extLst>
              <p:ext uri="{D42A27DB-BD31-4B8C-83A1-F6EECF244321}">
                <p14:modId xmlns:p14="http://schemas.microsoft.com/office/powerpoint/2010/main" val="215601796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F1202051-609A-4466-9E3C-B55204B1240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102" y="1488927"/>
            <a:ext cx="2337171"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1194">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513083" y="2526765"/>
            <a:ext cx="5289245" cy="1800000"/>
          </a:xfrm>
        </p:spPr>
        <p:txBody>
          <a:bodyPr lIns="90000" tIns="46800" rIns="90000" bIns="46800"/>
          <a:lstStyle>
            <a:lvl1pPr marL="0" indent="0">
              <a:buNone/>
              <a:defRPr lang="en-US" sz="2799" dirty="0" smtClean="0">
                <a:latin typeface="Georgia" panose="02040502050405020303" pitchFamily="18" charset="0"/>
              </a:defRPr>
            </a:lvl1pPr>
          </a:lstStyle>
          <a:p>
            <a:pPr marL="356438" lvl="0" indent="-356438">
              <a:spcBef>
                <a:spcPts val="0"/>
              </a:spcBef>
            </a:pPr>
            <a:r>
              <a:rPr lang="en-US"/>
              <a:t>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513083" y="4632765"/>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chemeClr val="tx2"/>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513083" y="4971442"/>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chemeClr val="bg1"/>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Job Title</a:t>
            </a:r>
          </a:p>
        </p:txBody>
      </p:sp>
    </p:spTree>
    <p:extLst>
      <p:ext uri="{BB962C8B-B14F-4D97-AF65-F5344CB8AC3E}">
        <p14:creationId xmlns:p14="http://schemas.microsoft.com/office/powerpoint/2010/main" val="773311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 preserve="1">
  <p:cSld name="Standard slide_no_first_level_bullets">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2E6FDF47-6F49-4A67-9B97-28D7705E6E3B}"/>
              </a:ext>
            </a:extLst>
          </p:cNvPr>
          <p:cNvGraphicFramePr>
            <a:graphicFrameLocks noChangeAspect="1"/>
          </p:cNvGraphicFramePr>
          <p:nvPr userDrawn="1">
            <p:custDataLst>
              <p:tags r:id="rId1"/>
            </p:custDataLst>
            <p:extLst>
              <p:ext uri="{D42A27DB-BD31-4B8C-83A1-F6EECF244321}">
                <p14:modId xmlns:p14="http://schemas.microsoft.com/office/powerpoint/2010/main" val="17712810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8" name="Object 7" hidden="1">
                        <a:extLst>
                          <a:ext uri="{FF2B5EF4-FFF2-40B4-BE49-F238E27FC236}">
                            <a16:creationId xmlns:a16="http://schemas.microsoft.com/office/drawing/2014/main" id="{2E6FDF47-6F49-4A67-9B97-28D7705E6E3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400"/>
          </a:xfrm>
        </p:spPr>
        <p:txBody>
          <a:bodyPr vert="horz"/>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a:xfrm>
            <a:off x="609601" y="1137920"/>
            <a:ext cx="8234455" cy="4834800"/>
          </a:xfrm>
        </p:spPr>
        <p:txBody>
          <a:bodyPr/>
          <a:lstStyle>
            <a:lvl1pPr marL="0" indent="0">
              <a:buNone/>
              <a:defRPr>
                <a:solidFill>
                  <a:schemeClr val="bg1"/>
                </a:solidFill>
              </a:defRPr>
            </a:lvl1pPr>
            <a:lvl2pPr marL="356438">
              <a:defRPr>
                <a:solidFill>
                  <a:schemeClr val="bg1"/>
                </a:solidFill>
              </a:defRPr>
            </a:lvl2pPr>
            <a:lvl3pPr marL="712875">
              <a:defRPr>
                <a:solidFill>
                  <a:schemeClr val="bg1"/>
                </a:solidFill>
              </a:defRPr>
            </a:lvl3pPr>
            <a:lvl4pPr marL="1069313">
              <a:defRPr>
                <a:solidFill>
                  <a:schemeClr val="bg1"/>
                </a:solidFill>
              </a:defRPr>
            </a:lvl4pPr>
            <a:lvl5pPr marL="1425751">
              <a:defRPr sz="1199">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Line 10">
            <a:extLst>
              <a:ext uri="{FF2B5EF4-FFF2-40B4-BE49-F238E27FC236}">
                <a16:creationId xmlns:a16="http://schemas.microsoft.com/office/drawing/2014/main" id="{8D4CA674-C969-4C5C-9EA4-6D41FE961DE2}"/>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4" name="Date Placeholder 3">
            <a:extLst>
              <a:ext uri="{FF2B5EF4-FFF2-40B4-BE49-F238E27FC236}">
                <a16:creationId xmlns:a16="http://schemas.microsoft.com/office/drawing/2014/main" id="{E7DAEB49-9ADD-490C-B904-979B3953B8CD}"/>
              </a:ext>
            </a:extLst>
          </p:cNvPr>
          <p:cNvSpPr>
            <a:spLocks noGrp="1"/>
          </p:cNvSpPr>
          <p:nvPr>
            <p:ph type="dt" sz="half" idx="10"/>
          </p:nvPr>
        </p:nvSpPr>
        <p:spPr>
          <a:xfrm>
            <a:off x="1428184" y="6471244"/>
            <a:ext cx="1190638" cy="180000"/>
          </a:xfrm>
          <a:prstGeom prst="rect">
            <a:avLst/>
          </a:prstGeom>
        </p:spPr>
        <p:txBody>
          <a:bodyPr/>
          <a:lstStyle/>
          <a:p>
            <a:fld id="{CABC6022-59BB-49EC-8E7C-9626BD9C6882}" type="datetime1">
              <a:rPr lang="en-US" smtClean="0"/>
              <a:t>9/19/2025</a:t>
            </a:fld>
            <a:endParaRPr lang="en-IN"/>
          </a:p>
        </p:txBody>
      </p:sp>
      <p:sp>
        <p:nvSpPr>
          <p:cNvPr id="5" name="Footer Placeholder 4">
            <a:extLst>
              <a:ext uri="{FF2B5EF4-FFF2-40B4-BE49-F238E27FC236}">
                <a16:creationId xmlns:a16="http://schemas.microsoft.com/office/drawing/2014/main" id="{36528C68-2511-4745-B448-A5AA41E7BFE8}"/>
              </a:ext>
            </a:extLst>
          </p:cNvPr>
          <p:cNvSpPr>
            <a:spLocks noGrp="1"/>
          </p:cNvSpPr>
          <p:nvPr>
            <p:ph type="ftr" sz="quarter" idx="11"/>
          </p:nvPr>
        </p:nvSpPr>
        <p:spPr>
          <a:xfrm>
            <a:off x="3237502" y="6471244"/>
            <a:ext cx="3084493" cy="180000"/>
          </a:xfrm>
          <a:prstGeom prst="rect">
            <a:avLst/>
          </a:prstGeom>
        </p:spPr>
        <p:txBody>
          <a:bodyPr/>
          <a:lstStyle/>
          <a:p>
            <a:r>
              <a:rPr lang="en-US"/>
              <a:t>Insert footer text here</a:t>
            </a:r>
          </a:p>
        </p:txBody>
      </p:sp>
      <p:sp>
        <p:nvSpPr>
          <p:cNvPr id="6" name="Slide Number Placeholder 5">
            <a:extLst>
              <a:ext uri="{FF2B5EF4-FFF2-40B4-BE49-F238E27FC236}">
                <a16:creationId xmlns:a16="http://schemas.microsoft.com/office/drawing/2014/main" id="{1B5C8157-0191-4E69-819F-DB443768675C}"/>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83757149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only, no line">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5FBC032D-BEBA-4707-A900-2889FC4DB4B2}"/>
              </a:ext>
            </a:extLst>
          </p:cNvPr>
          <p:cNvGraphicFramePr>
            <a:graphicFrameLocks noChangeAspect="1"/>
          </p:cNvGraphicFramePr>
          <p:nvPr userDrawn="1">
            <p:custDataLst>
              <p:tags r:id="rId1"/>
            </p:custDataLst>
            <p:extLst>
              <p:ext uri="{D42A27DB-BD31-4B8C-83A1-F6EECF244321}">
                <p14:modId xmlns:p14="http://schemas.microsoft.com/office/powerpoint/2010/main" val="35267969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8" name="Object 7" hidden="1">
                        <a:extLst>
                          <a:ext uri="{FF2B5EF4-FFF2-40B4-BE49-F238E27FC236}">
                            <a16:creationId xmlns:a16="http://schemas.microsoft.com/office/drawing/2014/main" id="{5FBC032D-BEBA-4707-A900-2889FC4DB4B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880"/>
          </a:xfrm>
        </p:spPr>
        <p:txBody>
          <a:bodyPr vert="horz"/>
          <a:lstStyle>
            <a:lvl1pPr>
              <a:defRPr>
                <a:solidFill>
                  <a:schemeClr val="bg1"/>
                </a:solidFill>
              </a:defRPr>
            </a:lvl1pPr>
          </a:lstStyle>
          <a:p>
            <a:r>
              <a:rPr lang="en-US"/>
              <a:t>Click to edit Master title style</a:t>
            </a:r>
            <a:endParaRPr lang="en-GB"/>
          </a:p>
        </p:txBody>
      </p:sp>
      <p:sp>
        <p:nvSpPr>
          <p:cNvPr id="6" name="Line 10">
            <a:extLst>
              <a:ext uri="{FF2B5EF4-FFF2-40B4-BE49-F238E27FC236}">
                <a16:creationId xmlns:a16="http://schemas.microsoft.com/office/drawing/2014/main" id="{97A26880-8DD7-4A78-ADAF-91ED2E744A7C}"/>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3" name="Date Placeholder 2">
            <a:extLst>
              <a:ext uri="{FF2B5EF4-FFF2-40B4-BE49-F238E27FC236}">
                <a16:creationId xmlns:a16="http://schemas.microsoft.com/office/drawing/2014/main" id="{0B88B559-CD59-4D3D-87C0-5D51BCF9B731}"/>
              </a:ext>
            </a:extLst>
          </p:cNvPr>
          <p:cNvSpPr>
            <a:spLocks noGrp="1"/>
          </p:cNvSpPr>
          <p:nvPr>
            <p:ph type="dt" sz="half" idx="10"/>
          </p:nvPr>
        </p:nvSpPr>
        <p:spPr>
          <a:xfrm>
            <a:off x="1428184" y="6471244"/>
            <a:ext cx="1190638" cy="180000"/>
          </a:xfrm>
          <a:prstGeom prst="rect">
            <a:avLst/>
          </a:prstGeom>
        </p:spPr>
        <p:txBody>
          <a:bodyPr/>
          <a:lstStyle/>
          <a:p>
            <a:fld id="{9F3AE916-8FCA-468B-8DA7-1F5FA193FCFF}" type="datetime1">
              <a:rPr lang="en-US" smtClean="0"/>
              <a:t>9/19/2025</a:t>
            </a:fld>
            <a:endParaRPr lang="en-IN"/>
          </a:p>
        </p:txBody>
      </p:sp>
      <p:sp>
        <p:nvSpPr>
          <p:cNvPr id="4" name="Footer Placeholder 3">
            <a:extLst>
              <a:ext uri="{FF2B5EF4-FFF2-40B4-BE49-F238E27FC236}">
                <a16:creationId xmlns:a16="http://schemas.microsoft.com/office/drawing/2014/main" id="{136FB98F-FBCE-4F2C-978B-A5576B577450}"/>
              </a:ext>
            </a:extLst>
          </p:cNvPr>
          <p:cNvSpPr>
            <a:spLocks noGrp="1"/>
          </p:cNvSpPr>
          <p:nvPr>
            <p:ph type="ftr" sz="quarter" idx="11"/>
          </p:nvPr>
        </p:nvSpPr>
        <p:spPr>
          <a:xfrm>
            <a:off x="3237502" y="6471244"/>
            <a:ext cx="3084493" cy="180000"/>
          </a:xfrm>
          <a:prstGeom prst="rect">
            <a:avLst/>
          </a:prstGeom>
        </p:spPr>
        <p:txBody>
          <a:bodyPr/>
          <a:lstStyle/>
          <a:p>
            <a:r>
              <a:rPr lang="en-US"/>
              <a:t>Insert footer text here</a:t>
            </a:r>
          </a:p>
        </p:txBody>
      </p:sp>
      <p:sp>
        <p:nvSpPr>
          <p:cNvPr id="5" name="Slide Number Placeholder 4">
            <a:extLst>
              <a:ext uri="{FF2B5EF4-FFF2-40B4-BE49-F238E27FC236}">
                <a16:creationId xmlns:a16="http://schemas.microsoft.com/office/drawing/2014/main" id="{01A95690-F0A7-4101-82DB-B17CE6B7A487}"/>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364073081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DEE65C48-1A35-4871-A25A-345E84E9F0DF}"/>
              </a:ext>
            </a:extLst>
          </p:cNvPr>
          <p:cNvGraphicFramePr>
            <a:graphicFrameLocks noChangeAspect="1"/>
          </p:cNvGraphicFramePr>
          <p:nvPr userDrawn="1">
            <p:custDataLst>
              <p:tags r:id="rId1"/>
            </p:custDataLst>
            <p:extLst>
              <p:ext uri="{D42A27DB-BD31-4B8C-83A1-F6EECF244321}">
                <p14:modId xmlns:p14="http://schemas.microsoft.com/office/powerpoint/2010/main" val="232515394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9" name="Object 8" hidden="1">
                        <a:extLst>
                          <a:ext uri="{FF2B5EF4-FFF2-40B4-BE49-F238E27FC236}">
                            <a16:creationId xmlns:a16="http://schemas.microsoft.com/office/drawing/2014/main" id="{DEE65C48-1A35-4871-A25A-345E84E9F0D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880"/>
          </a:xfrm>
        </p:spPr>
        <p:txBody>
          <a:bodyPr vert="horz"/>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sz="half" idx="1"/>
          </p:nvPr>
        </p:nvSpPr>
        <p:spPr>
          <a:xfrm>
            <a:off x="609601" y="1137919"/>
            <a:ext cx="5384800" cy="4834800"/>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7601" y="1137919"/>
            <a:ext cx="5384800" cy="4834800"/>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Line 10">
            <a:extLst>
              <a:ext uri="{FF2B5EF4-FFF2-40B4-BE49-F238E27FC236}">
                <a16:creationId xmlns:a16="http://schemas.microsoft.com/office/drawing/2014/main" id="{9B070B28-7AAC-47E5-9EB5-96B8B8B88057}"/>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5" name="Date Placeholder 4">
            <a:extLst>
              <a:ext uri="{FF2B5EF4-FFF2-40B4-BE49-F238E27FC236}">
                <a16:creationId xmlns:a16="http://schemas.microsoft.com/office/drawing/2014/main" id="{B20B9B26-E95B-4DC1-A613-4C0C0933C72B}"/>
              </a:ext>
            </a:extLst>
          </p:cNvPr>
          <p:cNvSpPr>
            <a:spLocks noGrp="1"/>
          </p:cNvSpPr>
          <p:nvPr>
            <p:ph type="dt" sz="half" idx="10"/>
          </p:nvPr>
        </p:nvSpPr>
        <p:spPr>
          <a:xfrm>
            <a:off x="1428184" y="6471244"/>
            <a:ext cx="1190638" cy="180000"/>
          </a:xfrm>
          <a:prstGeom prst="rect">
            <a:avLst/>
          </a:prstGeom>
        </p:spPr>
        <p:txBody>
          <a:bodyPr/>
          <a:lstStyle/>
          <a:p>
            <a:fld id="{1566D8F1-9C88-4471-87C5-F68122475551}" type="datetime1">
              <a:rPr lang="en-US" smtClean="0"/>
              <a:t>9/19/2025</a:t>
            </a:fld>
            <a:endParaRPr lang="en-IN"/>
          </a:p>
        </p:txBody>
      </p:sp>
      <p:sp>
        <p:nvSpPr>
          <p:cNvPr id="6" name="Footer Placeholder 5">
            <a:extLst>
              <a:ext uri="{FF2B5EF4-FFF2-40B4-BE49-F238E27FC236}">
                <a16:creationId xmlns:a16="http://schemas.microsoft.com/office/drawing/2014/main" id="{ED7373D8-2AB5-4625-822C-B1F2B5CDC39C}"/>
              </a:ext>
            </a:extLst>
          </p:cNvPr>
          <p:cNvSpPr>
            <a:spLocks noGrp="1"/>
          </p:cNvSpPr>
          <p:nvPr>
            <p:ph type="ftr" sz="quarter" idx="11"/>
          </p:nvPr>
        </p:nvSpPr>
        <p:spPr>
          <a:xfrm>
            <a:off x="3237502" y="6471244"/>
            <a:ext cx="3084493" cy="180000"/>
          </a:xfrm>
          <a:prstGeom prst="rect">
            <a:avLst/>
          </a:prstGeom>
        </p:spPr>
        <p:txBody>
          <a:bodyPr/>
          <a:lstStyle/>
          <a:p>
            <a:r>
              <a:rPr lang="en-US"/>
              <a:t>Insert footer text here</a:t>
            </a:r>
          </a:p>
        </p:txBody>
      </p:sp>
      <p:sp>
        <p:nvSpPr>
          <p:cNvPr id="7" name="Slide Number Placeholder 6">
            <a:extLst>
              <a:ext uri="{FF2B5EF4-FFF2-40B4-BE49-F238E27FC236}">
                <a16:creationId xmlns:a16="http://schemas.microsoft.com/office/drawing/2014/main" id="{E76E3B4B-D68B-4AFA-A20D-2ECE69120F7E}"/>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76418380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wo columns with headings">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31E111B9-C4B8-4271-ACE5-9BF7F5B5F70D}"/>
              </a:ext>
            </a:extLst>
          </p:cNvPr>
          <p:cNvGraphicFramePr>
            <a:graphicFrameLocks noChangeAspect="1"/>
          </p:cNvGraphicFramePr>
          <p:nvPr userDrawn="1">
            <p:custDataLst>
              <p:tags r:id="rId1"/>
            </p:custDataLst>
            <p:extLst>
              <p:ext uri="{D42A27DB-BD31-4B8C-83A1-F6EECF244321}">
                <p14:modId xmlns:p14="http://schemas.microsoft.com/office/powerpoint/2010/main" val="196675653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9" name="Object 8" hidden="1">
                        <a:extLst>
                          <a:ext uri="{FF2B5EF4-FFF2-40B4-BE49-F238E27FC236}">
                            <a16:creationId xmlns:a16="http://schemas.microsoft.com/office/drawing/2014/main" id="{31E111B9-C4B8-4271-ACE5-9BF7F5B5F70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 name="Content Placeholder 2"/>
          <p:cNvSpPr>
            <a:spLocks noGrp="1"/>
          </p:cNvSpPr>
          <p:nvPr>
            <p:ph sz="half" idx="1"/>
          </p:nvPr>
        </p:nvSpPr>
        <p:spPr>
          <a:xfrm>
            <a:off x="612329" y="1869441"/>
            <a:ext cx="5390400" cy="4256075"/>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6405" y="1869441"/>
            <a:ext cx="5390400" cy="4256075"/>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9"/>
          <p:cNvSpPr>
            <a:spLocks noGrp="1"/>
          </p:cNvSpPr>
          <p:nvPr>
            <p:ph type="body" sz="quarter" idx="12"/>
          </p:nvPr>
        </p:nvSpPr>
        <p:spPr>
          <a:xfrm>
            <a:off x="609601" y="1137920"/>
            <a:ext cx="5390400" cy="640800"/>
          </a:xfrm>
        </p:spPr>
        <p:txBody>
          <a:bodyPr anchor="t" anchorCtr="0"/>
          <a:lstStyle>
            <a:lvl1pPr>
              <a:buNone/>
              <a:defRPr b="1">
                <a:solidFill>
                  <a:schemeClr val="bg1"/>
                </a:solidFill>
              </a:defRPr>
            </a:lvl1pPr>
          </a:lstStyle>
          <a:p>
            <a:pPr lvl="0"/>
            <a:endParaRPr lang="en-GB"/>
          </a:p>
        </p:txBody>
      </p:sp>
      <p:sp>
        <p:nvSpPr>
          <p:cNvPr id="11" name="Text Placeholder 9"/>
          <p:cNvSpPr>
            <a:spLocks noGrp="1"/>
          </p:cNvSpPr>
          <p:nvPr>
            <p:ph type="body" sz="quarter" idx="13"/>
          </p:nvPr>
        </p:nvSpPr>
        <p:spPr>
          <a:xfrm>
            <a:off x="6196405" y="1137920"/>
            <a:ext cx="5390400" cy="640800"/>
          </a:xfrm>
        </p:spPr>
        <p:txBody>
          <a:bodyPr anchor="t" anchorCtr="0"/>
          <a:lstStyle>
            <a:lvl1pPr>
              <a:buNone/>
              <a:defRPr b="1">
                <a:solidFill>
                  <a:schemeClr val="bg1"/>
                </a:solidFill>
              </a:defRPr>
            </a:lvl1pPr>
          </a:lstStyle>
          <a:p>
            <a:pPr lvl="0"/>
            <a:endParaRPr lang="en-GB"/>
          </a:p>
        </p:txBody>
      </p:sp>
      <p:sp>
        <p:nvSpPr>
          <p:cNvPr id="2" name="Title 1"/>
          <p:cNvSpPr>
            <a:spLocks noGrp="1"/>
          </p:cNvSpPr>
          <p:nvPr>
            <p:ph type="title"/>
          </p:nvPr>
        </p:nvSpPr>
        <p:spPr>
          <a:xfrm>
            <a:off x="609601" y="294200"/>
            <a:ext cx="10972800" cy="590880"/>
          </a:xfrm>
        </p:spPr>
        <p:txBody>
          <a:bodyPr vert="horz"/>
          <a:lstStyle>
            <a:lvl1pPr>
              <a:defRPr>
                <a:solidFill>
                  <a:schemeClr val="bg1"/>
                </a:solidFill>
              </a:defRPr>
            </a:lvl1pPr>
          </a:lstStyle>
          <a:p>
            <a:r>
              <a:rPr lang="en-US"/>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5" name="Date Placeholder 4">
            <a:extLst>
              <a:ext uri="{FF2B5EF4-FFF2-40B4-BE49-F238E27FC236}">
                <a16:creationId xmlns:a16="http://schemas.microsoft.com/office/drawing/2014/main" id="{409FCCF0-19BC-4024-9BCA-E14DB77EAF2F}"/>
              </a:ext>
            </a:extLst>
          </p:cNvPr>
          <p:cNvSpPr>
            <a:spLocks noGrp="1"/>
          </p:cNvSpPr>
          <p:nvPr>
            <p:ph type="dt" sz="half" idx="14"/>
          </p:nvPr>
        </p:nvSpPr>
        <p:spPr>
          <a:xfrm>
            <a:off x="1428184" y="6471244"/>
            <a:ext cx="1190638" cy="180000"/>
          </a:xfrm>
          <a:prstGeom prst="rect">
            <a:avLst/>
          </a:prstGeom>
        </p:spPr>
        <p:txBody>
          <a:bodyPr/>
          <a:lstStyle/>
          <a:p>
            <a:fld id="{62607B6B-212E-4429-90CB-B0656A67652C}" type="datetime1">
              <a:rPr lang="en-US" smtClean="0"/>
              <a:t>9/19/2025</a:t>
            </a:fld>
            <a:endParaRPr lang="en-IN"/>
          </a:p>
        </p:txBody>
      </p:sp>
      <p:sp>
        <p:nvSpPr>
          <p:cNvPr id="6" name="Footer Placeholder 5">
            <a:extLst>
              <a:ext uri="{FF2B5EF4-FFF2-40B4-BE49-F238E27FC236}">
                <a16:creationId xmlns:a16="http://schemas.microsoft.com/office/drawing/2014/main" id="{12B54F7E-BDC4-4386-B2E2-1FC66609D14F}"/>
              </a:ext>
            </a:extLst>
          </p:cNvPr>
          <p:cNvSpPr>
            <a:spLocks noGrp="1"/>
          </p:cNvSpPr>
          <p:nvPr>
            <p:ph type="ftr" sz="quarter" idx="15"/>
          </p:nvPr>
        </p:nvSpPr>
        <p:spPr>
          <a:xfrm>
            <a:off x="3237502" y="6471244"/>
            <a:ext cx="3084493" cy="180000"/>
          </a:xfrm>
          <a:prstGeom prst="rect">
            <a:avLst/>
          </a:prstGeom>
        </p:spPr>
        <p:txBody>
          <a:bodyPr/>
          <a:lstStyle/>
          <a:p>
            <a:r>
              <a:rPr lang="en-US"/>
              <a:t>Insert footer text here</a:t>
            </a:r>
          </a:p>
        </p:txBody>
      </p:sp>
      <p:sp>
        <p:nvSpPr>
          <p:cNvPr id="7" name="Slide Number Placeholder 6">
            <a:extLst>
              <a:ext uri="{FF2B5EF4-FFF2-40B4-BE49-F238E27FC236}">
                <a16:creationId xmlns:a16="http://schemas.microsoft.com/office/drawing/2014/main" id="{B94FBF9A-EC9A-41E4-A24C-ECB5DC15CCD7}"/>
              </a:ext>
            </a:extLst>
          </p:cNvPr>
          <p:cNvSpPr>
            <a:spLocks noGrp="1"/>
          </p:cNvSpPr>
          <p:nvPr>
            <p:ph type="sldNum" sz="quarter" idx="16"/>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7044839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Key statemen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59C5246-2A7C-42E9-8CD6-39E79F7F6FB7}"/>
              </a:ext>
            </a:extLst>
          </p:cNvPr>
          <p:cNvGraphicFramePr>
            <a:graphicFrameLocks noChangeAspect="1"/>
          </p:cNvGraphicFramePr>
          <p:nvPr userDrawn="1">
            <p:custDataLst>
              <p:tags r:id="rId1"/>
            </p:custDataLst>
            <p:extLst>
              <p:ext uri="{D42A27DB-BD31-4B8C-83A1-F6EECF244321}">
                <p14:modId xmlns:p14="http://schemas.microsoft.com/office/powerpoint/2010/main" val="209317567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3" name="Object 2" hidden="1">
                        <a:extLst>
                          <a:ext uri="{FF2B5EF4-FFF2-40B4-BE49-F238E27FC236}">
                            <a16:creationId xmlns:a16="http://schemas.microsoft.com/office/drawing/2014/main" id="{659C5246-2A7C-42E9-8CD6-39E79F7F6FB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Date Placeholder 1">
            <a:extLst>
              <a:ext uri="{FF2B5EF4-FFF2-40B4-BE49-F238E27FC236}">
                <a16:creationId xmlns:a16="http://schemas.microsoft.com/office/drawing/2014/main" id="{48EDF149-816A-4257-A64D-E23E91A5063C}"/>
              </a:ext>
            </a:extLst>
          </p:cNvPr>
          <p:cNvSpPr>
            <a:spLocks noGrp="1"/>
          </p:cNvSpPr>
          <p:nvPr>
            <p:ph type="dt" sz="half" idx="10"/>
          </p:nvPr>
        </p:nvSpPr>
        <p:spPr>
          <a:xfrm>
            <a:off x="1428184" y="6471244"/>
            <a:ext cx="1190638" cy="180000"/>
          </a:xfrm>
          <a:prstGeom prst="rect">
            <a:avLst/>
          </a:prstGeom>
        </p:spPr>
        <p:txBody>
          <a:bodyPr/>
          <a:lstStyle/>
          <a:p>
            <a:fld id="{8FF9D0CE-CA1C-4B04-9BBB-BE25F72944A3}" type="datetime1">
              <a:rPr lang="en-US" smtClean="0"/>
              <a:t>9/19/2025</a:t>
            </a:fld>
            <a:endParaRPr lang="en-IN"/>
          </a:p>
        </p:txBody>
      </p:sp>
      <p:sp>
        <p:nvSpPr>
          <p:cNvPr id="4" name="Footer Placeholder 3">
            <a:extLst>
              <a:ext uri="{FF2B5EF4-FFF2-40B4-BE49-F238E27FC236}">
                <a16:creationId xmlns:a16="http://schemas.microsoft.com/office/drawing/2014/main" id="{4678256F-B716-4FA1-B0CC-85D20C72FCE5}"/>
              </a:ext>
            </a:extLst>
          </p:cNvPr>
          <p:cNvSpPr>
            <a:spLocks noGrp="1"/>
          </p:cNvSpPr>
          <p:nvPr>
            <p:ph type="ftr" sz="quarter" idx="11"/>
          </p:nvPr>
        </p:nvSpPr>
        <p:spPr>
          <a:xfrm>
            <a:off x="3237502" y="6471244"/>
            <a:ext cx="3084493" cy="180000"/>
          </a:xfrm>
          <a:prstGeom prst="rect">
            <a:avLst/>
          </a:prstGeom>
        </p:spPr>
        <p:txBody>
          <a:bodyPr/>
          <a:lstStyle/>
          <a:p>
            <a:r>
              <a:rPr lang="en-US"/>
              <a:t>Insert footer text here</a:t>
            </a:r>
          </a:p>
        </p:txBody>
      </p:sp>
      <p:sp>
        <p:nvSpPr>
          <p:cNvPr id="5" name="Slide Number Placeholder 4">
            <a:extLst>
              <a:ext uri="{FF2B5EF4-FFF2-40B4-BE49-F238E27FC236}">
                <a16:creationId xmlns:a16="http://schemas.microsoft.com/office/drawing/2014/main" id="{32344F6A-D6D0-4CE3-8495-873C004D38DC}"/>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321458977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Focused data">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7231B0AD-96BB-4FAE-B6F6-94F3F83D3438}"/>
              </a:ext>
            </a:extLst>
          </p:cNvPr>
          <p:cNvGraphicFramePr>
            <a:graphicFrameLocks noChangeAspect="1"/>
          </p:cNvGraphicFramePr>
          <p:nvPr userDrawn="1">
            <p:custDataLst>
              <p:tags r:id="rId1"/>
            </p:custDataLst>
            <p:extLst>
              <p:ext uri="{D42A27DB-BD31-4B8C-83A1-F6EECF244321}">
                <p14:modId xmlns:p14="http://schemas.microsoft.com/office/powerpoint/2010/main" val="251731888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5" name="Object 4" hidden="1">
                        <a:extLst>
                          <a:ext uri="{FF2B5EF4-FFF2-40B4-BE49-F238E27FC236}">
                            <a16:creationId xmlns:a16="http://schemas.microsoft.com/office/drawing/2014/main" id="{7231B0AD-96BB-4FAE-B6F6-94F3F83D3438}"/>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Date Placeholder 1">
            <a:extLst>
              <a:ext uri="{FF2B5EF4-FFF2-40B4-BE49-F238E27FC236}">
                <a16:creationId xmlns:a16="http://schemas.microsoft.com/office/drawing/2014/main" id="{F139B669-D18F-448E-A005-0A353671C9CB}"/>
              </a:ext>
            </a:extLst>
          </p:cNvPr>
          <p:cNvSpPr>
            <a:spLocks noGrp="1"/>
          </p:cNvSpPr>
          <p:nvPr>
            <p:ph type="dt" sz="half" idx="10"/>
          </p:nvPr>
        </p:nvSpPr>
        <p:spPr>
          <a:xfrm>
            <a:off x="1428184" y="6471244"/>
            <a:ext cx="1190638" cy="180000"/>
          </a:xfrm>
          <a:prstGeom prst="rect">
            <a:avLst/>
          </a:prstGeom>
        </p:spPr>
        <p:txBody>
          <a:bodyPr/>
          <a:lstStyle/>
          <a:p>
            <a:fld id="{32DA9918-4E06-4ED0-8A8C-BA53B1A61F53}" type="datetime1">
              <a:rPr lang="en-US" smtClean="0"/>
              <a:t>9/19/2025</a:t>
            </a:fld>
            <a:endParaRPr lang="en-IN"/>
          </a:p>
        </p:txBody>
      </p:sp>
      <p:sp>
        <p:nvSpPr>
          <p:cNvPr id="3" name="Footer Placeholder 2">
            <a:extLst>
              <a:ext uri="{FF2B5EF4-FFF2-40B4-BE49-F238E27FC236}">
                <a16:creationId xmlns:a16="http://schemas.microsoft.com/office/drawing/2014/main" id="{A7031300-352D-4FEE-9216-28FB241372A5}"/>
              </a:ext>
            </a:extLst>
          </p:cNvPr>
          <p:cNvSpPr>
            <a:spLocks noGrp="1"/>
          </p:cNvSpPr>
          <p:nvPr>
            <p:ph type="ftr" sz="quarter" idx="11"/>
          </p:nvPr>
        </p:nvSpPr>
        <p:spPr>
          <a:xfrm>
            <a:off x="3237502" y="6471244"/>
            <a:ext cx="3084493" cy="180000"/>
          </a:xfrm>
          <a:prstGeom prst="rect">
            <a:avLst/>
          </a:prstGeom>
        </p:spPr>
        <p:txBody>
          <a:bodyPr/>
          <a:lstStyle/>
          <a:p>
            <a:r>
              <a:rPr lang="en-US"/>
              <a:t>Insert footer text here</a:t>
            </a:r>
          </a:p>
        </p:txBody>
      </p:sp>
      <p:sp>
        <p:nvSpPr>
          <p:cNvPr id="4" name="Slide Number Placeholder 3">
            <a:extLst>
              <a:ext uri="{FF2B5EF4-FFF2-40B4-BE49-F238E27FC236}">
                <a16:creationId xmlns:a16="http://schemas.microsoft.com/office/drawing/2014/main" id="{CAADEB71-FD7D-4974-99DD-0F48E0466750}"/>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61607341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919B9202-CE70-411E-A22C-EADDE7C428A6}"/>
              </a:ext>
            </a:extLst>
          </p:cNvPr>
          <p:cNvGraphicFramePr>
            <a:graphicFrameLocks noChangeAspect="1"/>
          </p:cNvGraphicFramePr>
          <p:nvPr userDrawn="1">
            <p:custDataLst>
              <p:tags r:id="rId1"/>
            </p:custDataLst>
            <p:extLst>
              <p:ext uri="{D42A27DB-BD31-4B8C-83A1-F6EECF244321}">
                <p14:modId xmlns:p14="http://schemas.microsoft.com/office/powerpoint/2010/main" val="120167018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5" name="Object 4" hidden="1">
                        <a:extLst>
                          <a:ext uri="{FF2B5EF4-FFF2-40B4-BE49-F238E27FC236}">
                            <a16:creationId xmlns:a16="http://schemas.microsoft.com/office/drawing/2014/main" id="{919B9202-CE70-411E-A22C-EADDE7C428A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Date Placeholder 1">
            <a:extLst>
              <a:ext uri="{FF2B5EF4-FFF2-40B4-BE49-F238E27FC236}">
                <a16:creationId xmlns:a16="http://schemas.microsoft.com/office/drawing/2014/main" id="{C570B882-5FC5-4C48-9562-890886DDEDF3}"/>
              </a:ext>
            </a:extLst>
          </p:cNvPr>
          <p:cNvSpPr>
            <a:spLocks noGrp="1"/>
          </p:cNvSpPr>
          <p:nvPr>
            <p:ph type="dt" sz="half" idx="10"/>
          </p:nvPr>
        </p:nvSpPr>
        <p:spPr>
          <a:xfrm>
            <a:off x="1428184" y="6471244"/>
            <a:ext cx="1190638" cy="180000"/>
          </a:xfrm>
          <a:prstGeom prst="rect">
            <a:avLst/>
          </a:prstGeom>
        </p:spPr>
        <p:txBody>
          <a:bodyPr/>
          <a:lstStyle/>
          <a:p>
            <a:fld id="{C6677895-3709-4FBF-BFD5-2B46715A0B57}" type="datetime1">
              <a:rPr lang="en-US" smtClean="0"/>
              <a:t>9/19/2025</a:t>
            </a:fld>
            <a:endParaRPr lang="en-IN"/>
          </a:p>
        </p:txBody>
      </p:sp>
      <p:sp>
        <p:nvSpPr>
          <p:cNvPr id="3" name="Footer Placeholder 2">
            <a:extLst>
              <a:ext uri="{FF2B5EF4-FFF2-40B4-BE49-F238E27FC236}">
                <a16:creationId xmlns:a16="http://schemas.microsoft.com/office/drawing/2014/main" id="{992E7899-FE60-4FDA-8608-58147D09186A}"/>
              </a:ext>
            </a:extLst>
          </p:cNvPr>
          <p:cNvSpPr>
            <a:spLocks noGrp="1"/>
          </p:cNvSpPr>
          <p:nvPr>
            <p:ph type="ftr" sz="quarter" idx="11"/>
          </p:nvPr>
        </p:nvSpPr>
        <p:spPr>
          <a:xfrm>
            <a:off x="3237502" y="6471244"/>
            <a:ext cx="3084493" cy="180000"/>
          </a:xfrm>
          <a:prstGeom prst="rect">
            <a:avLst/>
          </a:prstGeom>
        </p:spPr>
        <p:txBody>
          <a:bodyPr/>
          <a:lstStyle/>
          <a:p>
            <a:r>
              <a:rPr lang="en-US"/>
              <a:t>Insert footer text here</a:t>
            </a:r>
          </a:p>
        </p:txBody>
      </p:sp>
      <p:sp>
        <p:nvSpPr>
          <p:cNvPr id="4" name="Slide Number Placeholder 3">
            <a:extLst>
              <a:ext uri="{FF2B5EF4-FFF2-40B4-BE49-F238E27FC236}">
                <a16:creationId xmlns:a16="http://schemas.microsoft.com/office/drawing/2014/main" id="{BAA32B5C-3285-477F-B755-A6F2F0F4D3A2}"/>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851642116"/>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4DAB2E33-C757-4BAB-963E-DDC4C7E61870}"/>
              </a:ext>
            </a:extLst>
          </p:cNvPr>
          <p:cNvGraphicFramePr>
            <a:graphicFrameLocks noChangeAspect="1"/>
          </p:cNvGraphicFramePr>
          <p:nvPr userDrawn="1">
            <p:custDataLst>
              <p:tags r:id="rId1"/>
            </p:custDataLst>
            <p:extLst>
              <p:ext uri="{D42A27DB-BD31-4B8C-83A1-F6EECF244321}">
                <p14:modId xmlns:p14="http://schemas.microsoft.com/office/powerpoint/2010/main" val="341283515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5" name="Object 4" hidden="1">
                        <a:extLst>
                          <a:ext uri="{FF2B5EF4-FFF2-40B4-BE49-F238E27FC236}">
                            <a16:creationId xmlns:a16="http://schemas.microsoft.com/office/drawing/2014/main" id="{4DAB2E33-C757-4BAB-963E-DDC4C7E6187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Date Placeholder 1">
            <a:extLst>
              <a:ext uri="{FF2B5EF4-FFF2-40B4-BE49-F238E27FC236}">
                <a16:creationId xmlns:a16="http://schemas.microsoft.com/office/drawing/2014/main" id="{437416E9-5919-4213-81D7-5E74B3B61EAA}"/>
              </a:ext>
            </a:extLst>
          </p:cNvPr>
          <p:cNvSpPr>
            <a:spLocks noGrp="1"/>
          </p:cNvSpPr>
          <p:nvPr>
            <p:ph type="dt" sz="half" idx="10"/>
          </p:nvPr>
        </p:nvSpPr>
        <p:spPr>
          <a:xfrm>
            <a:off x="1428184" y="6471244"/>
            <a:ext cx="1190638" cy="180000"/>
          </a:xfrm>
          <a:prstGeom prst="rect">
            <a:avLst/>
          </a:prstGeom>
        </p:spPr>
        <p:txBody>
          <a:bodyPr/>
          <a:lstStyle/>
          <a:p>
            <a:fld id="{5FAAF04D-B370-49BF-A2B4-5ADC8CEF694F}" type="datetime1">
              <a:rPr lang="en-US" smtClean="0"/>
              <a:t>9/19/2025</a:t>
            </a:fld>
            <a:endParaRPr lang="en-IN"/>
          </a:p>
        </p:txBody>
      </p:sp>
      <p:sp>
        <p:nvSpPr>
          <p:cNvPr id="3" name="Footer Placeholder 2">
            <a:extLst>
              <a:ext uri="{FF2B5EF4-FFF2-40B4-BE49-F238E27FC236}">
                <a16:creationId xmlns:a16="http://schemas.microsoft.com/office/drawing/2014/main" id="{6BDFF1B2-A745-40FB-B885-B3638A4F4178}"/>
              </a:ext>
            </a:extLst>
          </p:cNvPr>
          <p:cNvSpPr>
            <a:spLocks noGrp="1"/>
          </p:cNvSpPr>
          <p:nvPr>
            <p:ph type="ftr" sz="quarter" idx="11"/>
          </p:nvPr>
        </p:nvSpPr>
        <p:spPr>
          <a:xfrm>
            <a:off x="3237502" y="6471244"/>
            <a:ext cx="3084493" cy="180000"/>
          </a:xfrm>
          <a:prstGeom prst="rect">
            <a:avLst/>
          </a:prstGeom>
        </p:spPr>
        <p:txBody>
          <a:bodyPr/>
          <a:lstStyle/>
          <a:p>
            <a:r>
              <a:rPr lang="en-US"/>
              <a:t>Insert footer text here</a:t>
            </a:r>
          </a:p>
        </p:txBody>
      </p:sp>
      <p:sp>
        <p:nvSpPr>
          <p:cNvPr id="4" name="Slide Number Placeholder 3">
            <a:extLst>
              <a:ext uri="{FF2B5EF4-FFF2-40B4-BE49-F238E27FC236}">
                <a16:creationId xmlns:a16="http://schemas.microsoft.com/office/drawing/2014/main" id="{0DC9AD96-7B7E-4E05-90E8-1F98943B0720}"/>
              </a:ext>
            </a:extLst>
          </p:cNvPr>
          <p:cNvSpPr>
            <a:spLocks noGrp="1"/>
          </p:cNvSpPr>
          <p:nvPr>
            <p:ph type="sldNum" sz="quarter" idx="12"/>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907195351"/>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Empty">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9A64A822-33D5-4808-94A5-57D11944F3F4}"/>
              </a:ext>
            </a:extLst>
          </p:cNvPr>
          <p:cNvGraphicFramePr>
            <a:graphicFrameLocks noChangeAspect="1"/>
          </p:cNvGraphicFramePr>
          <p:nvPr userDrawn="1">
            <p:custDataLst>
              <p:tags r:id="rId1"/>
            </p:custDataLst>
            <p:extLst>
              <p:ext uri="{D42A27DB-BD31-4B8C-83A1-F6EECF244321}">
                <p14:modId xmlns:p14="http://schemas.microsoft.com/office/powerpoint/2010/main" val="414664766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9A64A822-33D5-4808-94A5-57D11944F3F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Tree>
    <p:extLst>
      <p:ext uri="{BB962C8B-B14F-4D97-AF65-F5344CB8AC3E}">
        <p14:creationId xmlns:p14="http://schemas.microsoft.com/office/powerpoint/2010/main" val="55808469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Empty">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5841CAC0-954C-4E91-BD00-1948BC0CAF5B}"/>
              </a:ext>
            </a:extLst>
          </p:cNvPr>
          <p:cNvGraphicFramePr>
            <a:graphicFrameLocks noChangeAspect="1"/>
          </p:cNvGraphicFramePr>
          <p:nvPr userDrawn="1">
            <p:custDataLst>
              <p:tags r:id="rId1"/>
            </p:custDataLst>
            <p:extLst>
              <p:ext uri="{D42A27DB-BD31-4B8C-83A1-F6EECF244321}">
                <p14:modId xmlns:p14="http://schemas.microsoft.com/office/powerpoint/2010/main" val="262797818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6" name="Object 5" hidden="1">
                        <a:extLst>
                          <a:ext uri="{FF2B5EF4-FFF2-40B4-BE49-F238E27FC236}">
                            <a16:creationId xmlns:a16="http://schemas.microsoft.com/office/drawing/2014/main" id="{5841CAC0-954C-4E91-BD00-1948BC0CAF5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 name="Media Placeholder 2">
            <a:extLst>
              <a:ext uri="{FF2B5EF4-FFF2-40B4-BE49-F238E27FC236}">
                <a16:creationId xmlns:a16="http://schemas.microsoft.com/office/drawing/2014/main" id="{0052CFA6-7CF5-41BD-9D94-2D0DAE108428}"/>
              </a:ext>
            </a:extLst>
          </p:cNvPr>
          <p:cNvSpPr>
            <a:spLocks noGrp="1"/>
          </p:cNvSpPr>
          <p:nvPr>
            <p:ph type="media" sz="quarter" idx="10" hasCustomPrompt="1"/>
          </p:nvPr>
        </p:nvSpPr>
        <p:spPr>
          <a:xfrm>
            <a:off x="0" y="0"/>
            <a:ext cx="12192000" cy="6858000"/>
          </a:xfrm>
        </p:spPr>
        <p:txBody>
          <a:bodyPr anchor="ctr"/>
          <a:lstStyle>
            <a:lvl1pPr marL="0" indent="0" algn="ctr">
              <a:buNone/>
              <a:defRPr/>
            </a:lvl1pPr>
          </a:lstStyle>
          <a:p>
            <a:r>
              <a:rPr lang="en-IN"/>
              <a:t>Video</a:t>
            </a:r>
          </a:p>
        </p:txBody>
      </p:sp>
      <p:sp>
        <p:nvSpPr>
          <p:cNvPr id="2" name="Date Placeholder 1">
            <a:extLst>
              <a:ext uri="{FF2B5EF4-FFF2-40B4-BE49-F238E27FC236}">
                <a16:creationId xmlns:a16="http://schemas.microsoft.com/office/drawing/2014/main" id="{711B3654-4C35-482F-B580-02C23F975B92}"/>
              </a:ext>
            </a:extLst>
          </p:cNvPr>
          <p:cNvSpPr>
            <a:spLocks noGrp="1"/>
          </p:cNvSpPr>
          <p:nvPr>
            <p:ph type="dt" sz="half" idx="11"/>
          </p:nvPr>
        </p:nvSpPr>
        <p:spPr>
          <a:xfrm>
            <a:off x="1428184" y="6471244"/>
            <a:ext cx="1190638" cy="180000"/>
          </a:xfrm>
          <a:prstGeom prst="rect">
            <a:avLst/>
          </a:prstGeom>
        </p:spPr>
        <p:txBody>
          <a:bodyPr/>
          <a:lstStyle/>
          <a:p>
            <a:fld id="{11A4C7C2-D68C-497D-B4A1-0EBFF3D365FA}" type="datetime1">
              <a:rPr lang="en-US" smtClean="0"/>
              <a:t>9/19/2025</a:t>
            </a:fld>
            <a:endParaRPr lang="en-IN"/>
          </a:p>
        </p:txBody>
      </p:sp>
      <p:sp>
        <p:nvSpPr>
          <p:cNvPr id="4" name="Footer Placeholder 3">
            <a:extLst>
              <a:ext uri="{FF2B5EF4-FFF2-40B4-BE49-F238E27FC236}">
                <a16:creationId xmlns:a16="http://schemas.microsoft.com/office/drawing/2014/main" id="{162EFEC5-10C4-4E79-B06E-F14B8F305F91}"/>
              </a:ext>
            </a:extLst>
          </p:cNvPr>
          <p:cNvSpPr>
            <a:spLocks noGrp="1"/>
          </p:cNvSpPr>
          <p:nvPr>
            <p:ph type="ftr" sz="quarter" idx="12"/>
          </p:nvPr>
        </p:nvSpPr>
        <p:spPr>
          <a:xfrm>
            <a:off x="3237502" y="6471244"/>
            <a:ext cx="3084493" cy="180000"/>
          </a:xfrm>
          <a:prstGeom prst="rect">
            <a:avLst/>
          </a:prstGeom>
        </p:spPr>
        <p:txBody>
          <a:bodyPr/>
          <a:lstStyle/>
          <a:p>
            <a:r>
              <a:rPr lang="en-US"/>
              <a:t>Insert footer text here</a:t>
            </a:r>
          </a:p>
        </p:txBody>
      </p:sp>
      <p:sp>
        <p:nvSpPr>
          <p:cNvPr id="5" name="Slide Number Placeholder 4">
            <a:extLst>
              <a:ext uri="{FF2B5EF4-FFF2-40B4-BE49-F238E27FC236}">
                <a16:creationId xmlns:a16="http://schemas.microsoft.com/office/drawing/2014/main" id="{0CC05763-C066-4818-A1DF-64ED4D64BE2E}"/>
              </a:ext>
            </a:extLst>
          </p:cNvPr>
          <p:cNvSpPr>
            <a:spLocks noGrp="1"/>
          </p:cNvSpPr>
          <p:nvPr>
            <p:ph type="sldNum" sz="quarter" idx="13"/>
          </p:nvPr>
        </p:nvSpPr>
        <p:spPr>
          <a:xfrm>
            <a:off x="616900" y="6471244"/>
            <a:ext cx="662721"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49640270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Final legal tex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D659CD3D-1EF1-47FE-9013-FF1EB0C50E5E}"/>
              </a:ext>
            </a:extLst>
          </p:cNvPr>
          <p:cNvGraphicFramePr>
            <a:graphicFrameLocks noChangeAspect="1"/>
          </p:cNvGraphicFramePr>
          <p:nvPr userDrawn="1">
            <p:custDataLst>
              <p:tags r:id="rId1"/>
            </p:custDataLst>
            <p:extLst>
              <p:ext uri="{D42A27DB-BD31-4B8C-83A1-F6EECF244321}">
                <p14:modId xmlns:p14="http://schemas.microsoft.com/office/powerpoint/2010/main" val="6029538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D659CD3D-1EF1-47FE-9013-FF1EB0C50E5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4" name="Picture 3">
            <a:extLst>
              <a:ext uri="{FF2B5EF4-FFF2-40B4-BE49-F238E27FC236}">
                <a16:creationId xmlns:a16="http://schemas.microsoft.com/office/drawing/2014/main" id="{AC129049-E3D5-4C0A-BB1F-72BEDB1FB59E}"/>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3174" y="0"/>
            <a:ext cx="12185653" cy="6858000"/>
          </a:xfrm>
          <a:prstGeom prst="rect">
            <a:avLst/>
          </a:prstGeom>
        </p:spPr>
      </p:pic>
      <p:sp>
        <p:nvSpPr>
          <p:cNvPr id="8" name="Content Placeholder 2"/>
          <p:cNvSpPr>
            <a:spLocks noGrp="1"/>
          </p:cNvSpPr>
          <p:nvPr>
            <p:ph idx="1"/>
          </p:nvPr>
        </p:nvSpPr>
        <p:spPr>
          <a:xfrm>
            <a:off x="607483" y="719139"/>
            <a:ext cx="4675200" cy="5210062"/>
          </a:xfrm>
        </p:spPr>
        <p:txBody>
          <a:bodyPr/>
          <a:lstStyle>
            <a:lvl1pPr marL="0" indent="0" algn="l" defTabSz="994865" rtl="0" fontAlgn="base">
              <a:lnSpc>
                <a:spcPct val="100000"/>
              </a:lnSpc>
              <a:spcBef>
                <a:spcPct val="70000"/>
              </a:spcBef>
              <a:spcAft>
                <a:spcPct val="0"/>
              </a:spcAft>
              <a:buSzPct val="100000"/>
              <a:buNone/>
              <a:defRPr lang="en-US" sz="1199" kern="1200" noProof="0" dirty="0" smtClean="0">
                <a:solidFill>
                  <a:schemeClr val="bg1"/>
                </a:solidFill>
                <a:latin typeface="EYInterstate Light" panose="02000506000000020004" pitchFamily="2" charset="0"/>
                <a:ea typeface="+mn-ea"/>
                <a:cs typeface="Arial" pitchFamily="34" charset="0"/>
              </a:defRPr>
            </a:lvl1pPr>
            <a:lvl2pPr marL="0" indent="0" algn="l" defTabSz="994865"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125" indent="-176125" algn="l" defTabSz="994865"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4865"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819" indent="-188819" algn="l" defTabSz="994865"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175052630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1_Final legal tex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1175A10A-97B1-46B3-AA81-545FCA67133A}"/>
              </a:ext>
            </a:extLst>
          </p:cNvPr>
          <p:cNvGraphicFramePr>
            <a:graphicFrameLocks noChangeAspect="1"/>
          </p:cNvGraphicFramePr>
          <p:nvPr userDrawn="1">
            <p:custDataLst>
              <p:tags r:id="rId1"/>
            </p:custDataLst>
            <p:extLst>
              <p:ext uri="{D42A27DB-BD31-4B8C-83A1-F6EECF244321}">
                <p14:modId xmlns:p14="http://schemas.microsoft.com/office/powerpoint/2010/main" val="406288635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1175A10A-97B1-46B3-AA81-545FCA67133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5" name="Content Placeholder 3">
            <a:extLst>
              <a:ext uri="{FF2B5EF4-FFF2-40B4-BE49-F238E27FC236}">
                <a16:creationId xmlns:a16="http://schemas.microsoft.com/office/drawing/2014/main" id="{501A2F11-32A0-4526-A5F7-F4382DA5B472}"/>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550" y="0"/>
            <a:ext cx="12185653" cy="6858000"/>
          </a:xfrm>
          <a:prstGeom prst="rect">
            <a:avLst/>
          </a:prstGeom>
        </p:spPr>
      </p:pic>
      <p:sp>
        <p:nvSpPr>
          <p:cNvPr id="8" name="Content Placeholder 2"/>
          <p:cNvSpPr>
            <a:spLocks noGrp="1"/>
          </p:cNvSpPr>
          <p:nvPr>
            <p:ph idx="1"/>
          </p:nvPr>
        </p:nvSpPr>
        <p:spPr>
          <a:xfrm>
            <a:off x="607483" y="719139"/>
            <a:ext cx="4675200" cy="5210062"/>
          </a:xfrm>
        </p:spPr>
        <p:txBody>
          <a:bodyPr/>
          <a:lstStyle>
            <a:lvl1pPr marL="0" indent="0" algn="l" defTabSz="994865" rtl="0" fontAlgn="base">
              <a:lnSpc>
                <a:spcPct val="100000"/>
              </a:lnSpc>
              <a:spcBef>
                <a:spcPct val="70000"/>
              </a:spcBef>
              <a:spcAft>
                <a:spcPct val="0"/>
              </a:spcAft>
              <a:buSzPct val="100000"/>
              <a:buNone/>
              <a:defRPr lang="en-US" sz="1199" kern="1200" noProof="0" dirty="0" smtClean="0">
                <a:solidFill>
                  <a:schemeClr val="bg1"/>
                </a:solidFill>
                <a:latin typeface="EYInterstate Light" panose="02000506000000020004" pitchFamily="2" charset="0"/>
                <a:ea typeface="+mn-ea"/>
                <a:cs typeface="Arial" pitchFamily="34" charset="0"/>
              </a:defRPr>
            </a:lvl1pPr>
            <a:lvl2pPr marL="0" indent="0" algn="l" defTabSz="994865"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125" indent="-176125" algn="l" defTabSz="994865"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4865"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819" indent="-188819" algn="l" defTabSz="994865"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5977101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2_Final legal tex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C456DFDD-315D-4490-BA0D-FAA92516EFF4}"/>
              </a:ext>
            </a:extLst>
          </p:cNvPr>
          <p:cNvGraphicFramePr>
            <a:graphicFrameLocks noChangeAspect="1"/>
          </p:cNvGraphicFramePr>
          <p:nvPr userDrawn="1">
            <p:custDataLst>
              <p:tags r:id="rId1"/>
            </p:custDataLst>
            <p:extLst>
              <p:ext uri="{D42A27DB-BD31-4B8C-83A1-F6EECF244321}">
                <p14:modId xmlns:p14="http://schemas.microsoft.com/office/powerpoint/2010/main" val="25859471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C456DFDD-315D-4490-BA0D-FAA92516EFF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4" name="Content Placeholder 3">
            <a:extLst>
              <a:ext uri="{FF2B5EF4-FFF2-40B4-BE49-F238E27FC236}">
                <a16:creationId xmlns:a16="http://schemas.microsoft.com/office/drawing/2014/main" id="{E83BDE2E-2BCF-4140-945E-7D5610CDE4CC}"/>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549" y="0"/>
            <a:ext cx="12185658" cy="6858000"/>
          </a:xfrm>
          <a:prstGeom prst="rect">
            <a:avLst/>
          </a:prstGeom>
        </p:spPr>
      </p:pic>
      <p:sp>
        <p:nvSpPr>
          <p:cNvPr id="8" name="Content Placeholder 2"/>
          <p:cNvSpPr>
            <a:spLocks noGrp="1"/>
          </p:cNvSpPr>
          <p:nvPr>
            <p:ph idx="1"/>
          </p:nvPr>
        </p:nvSpPr>
        <p:spPr>
          <a:xfrm>
            <a:off x="607483" y="719139"/>
            <a:ext cx="4675200" cy="5210062"/>
          </a:xfrm>
        </p:spPr>
        <p:txBody>
          <a:bodyPr/>
          <a:lstStyle>
            <a:lvl1pPr marL="0" indent="0" algn="l" defTabSz="994865" rtl="0" fontAlgn="base">
              <a:lnSpc>
                <a:spcPct val="100000"/>
              </a:lnSpc>
              <a:spcBef>
                <a:spcPct val="70000"/>
              </a:spcBef>
              <a:spcAft>
                <a:spcPct val="0"/>
              </a:spcAft>
              <a:buSzPct val="100000"/>
              <a:buNone/>
              <a:defRPr lang="en-US" sz="1199" kern="1200" noProof="0" dirty="0" smtClean="0">
                <a:solidFill>
                  <a:schemeClr val="bg1"/>
                </a:solidFill>
                <a:latin typeface="EYInterstate Light" panose="02000506000000020004" pitchFamily="2" charset="0"/>
                <a:ea typeface="+mn-ea"/>
                <a:cs typeface="Arial" pitchFamily="34" charset="0"/>
              </a:defRPr>
            </a:lvl1pPr>
            <a:lvl2pPr marL="0" indent="0" algn="l" defTabSz="994865"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125" indent="-176125" algn="l" defTabSz="994865"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4865"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819" indent="-188819" algn="l" defTabSz="994865"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65778663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9988B82E-80AD-4AAF-84F1-F1A0238C2EEF}"/>
              </a:ext>
            </a:extLst>
          </p:cNvPr>
          <p:cNvGraphicFramePr>
            <a:graphicFrameLocks noChangeAspect="1"/>
          </p:cNvGraphicFramePr>
          <p:nvPr userDrawn="1">
            <p:custDataLst>
              <p:tags r:id="rId1"/>
            </p:custDataLst>
            <p:extLst>
              <p:ext uri="{D42A27DB-BD31-4B8C-83A1-F6EECF244321}">
                <p14:modId xmlns:p14="http://schemas.microsoft.com/office/powerpoint/2010/main" val="350753331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9988B82E-80AD-4AAF-84F1-F1A0238C2EE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Tree>
    <p:extLst>
      <p:ext uri="{BB962C8B-B14F-4D97-AF65-F5344CB8AC3E}">
        <p14:creationId xmlns:p14="http://schemas.microsoft.com/office/powerpoint/2010/main" val="236681856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userDrawn="1">
  <p:cSld name="2_Cover">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E50AA754-29D5-4DD8-869E-5F788E3B254C}"/>
              </a:ext>
            </a:extLst>
          </p:cNvPr>
          <p:cNvGraphicFramePr>
            <a:graphicFrameLocks noChangeAspect="1"/>
          </p:cNvGraphicFramePr>
          <p:nvPr userDrawn="1">
            <p:custDataLst>
              <p:tags r:id="rId1"/>
            </p:custDataLst>
            <p:extLst>
              <p:ext uri="{D42A27DB-BD31-4B8C-83A1-F6EECF244321}">
                <p14:modId xmlns:p14="http://schemas.microsoft.com/office/powerpoint/2010/main" val="166752878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6" name="Object 5" hidden="1">
                        <a:extLst>
                          <a:ext uri="{FF2B5EF4-FFF2-40B4-BE49-F238E27FC236}">
                            <a16:creationId xmlns:a16="http://schemas.microsoft.com/office/drawing/2014/main" id="{E50AA754-29D5-4DD8-869E-5F788E3B254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6" name="Freeform 56">
            <a:extLst>
              <a:ext uri="{FF2B5EF4-FFF2-40B4-BE49-F238E27FC236}">
                <a16:creationId xmlns:a16="http://schemas.microsoft.com/office/drawing/2014/main" id="{13A7AC18-CF42-4EC5-8D40-441EAE30A06C}"/>
              </a:ext>
            </a:extLst>
          </p:cNvPr>
          <p:cNvSpPr/>
          <p:nvPr userDrawn="1"/>
        </p:nvSpPr>
        <p:spPr>
          <a:xfrm>
            <a:off x="497856" y="795662"/>
            <a:ext cx="4927845"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9"/>
          </a:p>
        </p:txBody>
      </p:sp>
      <p:sp>
        <p:nvSpPr>
          <p:cNvPr id="11" name="Title 1"/>
          <p:cNvSpPr>
            <a:spLocks noGrp="1"/>
          </p:cNvSpPr>
          <p:nvPr>
            <p:ph type="ctrTitle"/>
          </p:nvPr>
        </p:nvSpPr>
        <p:spPr>
          <a:xfrm>
            <a:off x="775100" y="1954221"/>
            <a:ext cx="4326679" cy="979702"/>
          </a:xfrm>
        </p:spPr>
        <p:txBody>
          <a:bodyPr vert="horz"/>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100" y="3046159"/>
            <a:ext cx="4326679" cy="1046323"/>
          </a:xfrm>
        </p:spPr>
        <p:txBody>
          <a:bodyPr/>
          <a:lstStyle>
            <a:lvl1pPr marL="0" indent="0" algn="l">
              <a:spcAft>
                <a:spcPts val="1199"/>
              </a:spcAft>
              <a:buNone/>
              <a:defRPr sz="1999">
                <a:solidFill>
                  <a:schemeClr val="bg1"/>
                </a:solidFill>
                <a:latin typeface="EYInterstate" panose="02000503020000020004" pitchFamily="2" charset="0"/>
                <a:cs typeface="Arial" pitchFamily="34" charset="0"/>
              </a:defRPr>
            </a:lvl1pPr>
            <a:lvl2pPr marL="0" indent="0" algn="l">
              <a:buNone/>
              <a:defRPr sz="1599" b="1">
                <a:solidFill>
                  <a:srgbClr val="404040"/>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1332490" y="5709060"/>
            <a:ext cx="8117873"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461744" y="5605201"/>
            <a:ext cx="1044529" cy="197581"/>
          </a:xfrm>
          <a:prstGeom prst="rect">
            <a:avLst/>
          </a:prstGeom>
          <a:noFill/>
        </p:spPr>
        <p:txBody>
          <a:bodyPr wrap="square" lIns="0" tIns="0" rIns="0" bIns="0" rtlCol="0" anchor="ctr" anchorCtr="0">
            <a:noAutofit/>
          </a:bodyPr>
          <a:lstStyle/>
          <a:p>
            <a:r>
              <a:rPr lang="en-GB" sz="1199">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1332490" y="6019189"/>
            <a:ext cx="3087667" cy="180000"/>
          </a:xfrm>
        </p:spPr>
        <p:txBody>
          <a:bodyPr/>
          <a:lstStyle>
            <a:lvl1pPr marL="0" indent="0">
              <a:buNone/>
              <a:defRPr sz="1199">
                <a:solidFill>
                  <a:schemeClr val="bg1"/>
                </a:solidFill>
              </a:defRPr>
            </a:lvl1pPr>
          </a:lstStyle>
          <a:p>
            <a:pPr lvl="0"/>
            <a:r>
              <a:rPr lang="en-US"/>
              <a:t>Name Surname</a:t>
            </a:r>
            <a:endParaRPr lang="en-GB"/>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1332490" y="6216807"/>
            <a:ext cx="3087667" cy="180000"/>
          </a:xfrm>
        </p:spPr>
        <p:txBody>
          <a:bodyPr/>
          <a:lstStyle>
            <a:lvl1pPr marL="0" indent="0">
              <a:buNone/>
              <a:defRPr sz="1199">
                <a:solidFill>
                  <a:schemeClr val="bg1"/>
                </a:solidFill>
              </a:defRPr>
            </a:lvl1pPr>
          </a:lstStyle>
          <a:p>
            <a:pPr lvl="0"/>
            <a:r>
              <a:rPr lang="en-US"/>
              <a:t>Job Title</a:t>
            </a:r>
            <a:endParaRPr lang="en-GB"/>
          </a:p>
        </p:txBody>
      </p:sp>
      <p:sp>
        <p:nvSpPr>
          <p:cNvPr id="14" name="Picture Placeholder 19">
            <a:extLst>
              <a:ext uri="{FF2B5EF4-FFF2-40B4-BE49-F238E27FC236}">
                <a16:creationId xmlns:a16="http://schemas.microsoft.com/office/drawing/2014/main" id="{29A5E1BC-8F6B-43EF-9FF6-8242E7708BDA}"/>
              </a:ext>
            </a:extLst>
          </p:cNvPr>
          <p:cNvSpPr>
            <a:spLocks noGrp="1"/>
          </p:cNvSpPr>
          <p:nvPr>
            <p:ph type="pic" sz="quarter" idx="16"/>
          </p:nvPr>
        </p:nvSpPr>
        <p:spPr>
          <a:xfrm>
            <a:off x="461743" y="5914642"/>
            <a:ext cx="575700" cy="576000"/>
          </a:xfrm>
          <a:prstGeom prst="ellipse">
            <a:avLst/>
          </a:prstGeom>
        </p:spPr>
        <p:txBody>
          <a:bodyPr anchor="ctr"/>
          <a:lstStyle>
            <a:lvl1pPr marL="0" indent="0" algn="ctr">
              <a:buNone/>
              <a:defRPr sz="900">
                <a:solidFill>
                  <a:schemeClr val="bg1"/>
                </a:solidFill>
              </a:defRPr>
            </a:lvl1pPr>
          </a:lstStyle>
          <a:p>
            <a:endParaRPr lang="en-GB"/>
          </a:p>
        </p:txBody>
      </p:sp>
      <p:grpSp>
        <p:nvGrpSpPr>
          <p:cNvPr id="2" name="Group 4">
            <a:extLst>
              <a:ext uri="{FF2B5EF4-FFF2-40B4-BE49-F238E27FC236}">
                <a16:creationId xmlns:a16="http://schemas.microsoft.com/office/drawing/2014/main" id="{63F02F42-4916-4588-807F-4BB7367EB0EC}"/>
              </a:ext>
            </a:extLst>
          </p:cNvPr>
          <p:cNvGrpSpPr>
            <a:grpSpLocks noChangeAspect="1"/>
          </p:cNvGrpSpPr>
          <p:nvPr userDrawn="1"/>
        </p:nvGrpSpPr>
        <p:grpSpPr bwMode="auto">
          <a:xfrm>
            <a:off x="10359392" y="4960938"/>
            <a:ext cx="1224912" cy="1435100"/>
            <a:chOff x="6529" y="3125"/>
            <a:chExt cx="772" cy="904"/>
          </a:xfrm>
        </p:grpSpPr>
        <p:sp>
          <p:nvSpPr>
            <p:cNvPr id="4" name="Freeform 5">
              <a:extLst>
                <a:ext uri="{FF2B5EF4-FFF2-40B4-BE49-F238E27FC236}">
                  <a16:creationId xmlns:a16="http://schemas.microsoft.com/office/drawing/2014/main" id="{0BD928C5-1C7D-4599-A7E9-8AB1B188C6AA}"/>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5" name="Freeform 6">
              <a:extLst>
                <a:ext uri="{FF2B5EF4-FFF2-40B4-BE49-F238E27FC236}">
                  <a16:creationId xmlns:a16="http://schemas.microsoft.com/office/drawing/2014/main" id="{37C281E8-2924-471F-A849-26C37A059B4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298200795"/>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userDrawn="1">
  <p:cSld name="1_Approved question tall">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227B3CCC-FDD6-417A-ABF5-4B74822F007F}"/>
              </a:ext>
            </a:extLst>
          </p:cNvPr>
          <p:cNvGraphicFramePr>
            <a:graphicFrameLocks noChangeAspect="1"/>
          </p:cNvGraphicFramePr>
          <p:nvPr userDrawn="1">
            <p:custDataLst>
              <p:tags r:id="rId1"/>
            </p:custDataLst>
            <p:extLst>
              <p:ext uri="{D42A27DB-BD31-4B8C-83A1-F6EECF244321}">
                <p14:modId xmlns:p14="http://schemas.microsoft.com/office/powerpoint/2010/main" val="260703953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3" name="Object 2" hidden="1">
                        <a:extLst>
                          <a:ext uri="{FF2B5EF4-FFF2-40B4-BE49-F238E27FC236}">
                            <a16:creationId xmlns:a16="http://schemas.microsoft.com/office/drawing/2014/main" id="{227B3CCC-FDD6-417A-ABF5-4B74822F007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186" name="Group 185">
            <a:extLst>
              <a:ext uri="{FF2B5EF4-FFF2-40B4-BE49-F238E27FC236}">
                <a16:creationId xmlns:a16="http://schemas.microsoft.com/office/drawing/2014/main" id="{9CDE954B-B280-441B-9B2D-3DC58AAE3926}"/>
              </a:ext>
            </a:extLst>
          </p:cNvPr>
          <p:cNvGrpSpPr/>
          <p:nvPr userDrawn="1"/>
        </p:nvGrpSpPr>
        <p:grpSpPr>
          <a:xfrm>
            <a:off x="497856" y="5826613"/>
            <a:ext cx="3876004"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944388" y="2158329"/>
            <a:ext cx="3998354" cy="860400"/>
          </a:xfrm>
          <a:prstGeom prst="rect">
            <a:avLst/>
          </a:prstGeom>
        </p:spPr>
        <p:txBody>
          <a:bodyPr vert="horz"/>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944580" y="3200329"/>
            <a:ext cx="4018535" cy="645742"/>
          </a:xfrm>
          <a:prstGeom prst="rect">
            <a:avLst/>
          </a:prstGeom>
        </p:spPr>
        <p:txBody>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grpSp>
        <p:nvGrpSpPr>
          <p:cNvPr id="77" name="Group 76">
            <a:extLst>
              <a:ext uri="{FF2B5EF4-FFF2-40B4-BE49-F238E27FC236}">
                <a16:creationId xmlns:a16="http://schemas.microsoft.com/office/drawing/2014/main" id="{AE95BC52-A56D-4358-A294-750179EBB698}"/>
              </a:ext>
            </a:extLst>
          </p:cNvPr>
          <p:cNvGrpSpPr/>
          <p:nvPr userDrawn="1"/>
        </p:nvGrpSpPr>
        <p:grpSpPr>
          <a:xfrm>
            <a:off x="489112" y="876059"/>
            <a:ext cx="4852768" cy="3374475"/>
            <a:chOff x="6855933" y="899048"/>
            <a:chExt cx="4855295" cy="3374475"/>
          </a:xfrm>
          <a:solidFill>
            <a:schemeClr val="tx2"/>
          </a:solidFill>
        </p:grpSpPr>
        <p:sp>
          <p:nvSpPr>
            <p:cNvPr id="78" name="Freeform: Shape 77">
              <a:extLst>
                <a:ext uri="{FF2B5EF4-FFF2-40B4-BE49-F238E27FC236}">
                  <a16:creationId xmlns:a16="http://schemas.microsoft.com/office/drawing/2014/main" id="{ECBD2AD5-9A79-4CFE-A808-769ADC8898F3}"/>
                </a:ext>
              </a:extLst>
            </p:cNvPr>
            <p:cNvSpPr/>
            <p:nvPr/>
          </p:nvSpPr>
          <p:spPr>
            <a:xfrm>
              <a:off x="6855933" y="899048"/>
              <a:ext cx="4855295" cy="3374475"/>
            </a:xfrm>
            <a:custGeom>
              <a:avLst/>
              <a:gdLst>
                <a:gd name="connsiteX0" fmla="*/ 6731 w 4855294"/>
                <a:gd name="connsiteY0" fmla="*/ 863542 h 3374474"/>
                <a:gd name="connsiteX1" fmla="*/ 6731 w 4855294"/>
                <a:gd name="connsiteY1" fmla="*/ 3095901 h 3374474"/>
                <a:gd name="connsiteX2" fmla="*/ 145659 w 4855294"/>
                <a:gd name="connsiteY2" fmla="*/ 3095901 h 3374474"/>
                <a:gd name="connsiteX3" fmla="*/ 145659 w 4855294"/>
                <a:gd name="connsiteY3" fmla="*/ 988380 h 3374474"/>
                <a:gd name="connsiteX4" fmla="*/ 4715918 w 4855294"/>
                <a:gd name="connsiteY4" fmla="*/ 179673 h 3374474"/>
                <a:gd name="connsiteX5" fmla="*/ 4715918 w 4855294"/>
                <a:gd name="connsiteY5" fmla="*/ 3234829 h 3374474"/>
                <a:gd name="connsiteX6" fmla="*/ 840208 w 4855294"/>
                <a:gd name="connsiteY6" fmla="*/ 3234829 h 3374474"/>
                <a:gd name="connsiteX7" fmla="*/ 840208 w 4855294"/>
                <a:gd name="connsiteY7" fmla="*/ 3373757 h 3374474"/>
                <a:gd name="connsiteX8" fmla="*/ 4854846 w 4855294"/>
                <a:gd name="connsiteY8" fmla="*/ 3373757 h 3374474"/>
                <a:gd name="connsiteX9" fmla="*/ 4854846 w 4855294"/>
                <a:gd name="connsiteY9" fmla="*/ 6731 h 3374474"/>
                <a:gd name="connsiteX10" fmla="*/ 6731 w 4855294"/>
                <a:gd name="connsiteY10" fmla="*/ 863542 h 337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55294" h="3374474">
                  <a:moveTo>
                    <a:pt x="6731" y="863542"/>
                  </a:moveTo>
                  <a:lnTo>
                    <a:pt x="6731" y="3095901"/>
                  </a:lnTo>
                  <a:lnTo>
                    <a:pt x="145659" y="3095901"/>
                  </a:lnTo>
                  <a:lnTo>
                    <a:pt x="145659" y="988380"/>
                  </a:lnTo>
                  <a:lnTo>
                    <a:pt x="4715918" y="179673"/>
                  </a:lnTo>
                  <a:lnTo>
                    <a:pt x="4715918" y="3234829"/>
                  </a:lnTo>
                  <a:lnTo>
                    <a:pt x="840208" y="3234829"/>
                  </a:lnTo>
                  <a:lnTo>
                    <a:pt x="840208" y="3373757"/>
                  </a:lnTo>
                  <a:lnTo>
                    <a:pt x="4854846" y="3373757"/>
                  </a:lnTo>
                  <a:lnTo>
                    <a:pt x="4854846" y="6731"/>
                  </a:lnTo>
                  <a:lnTo>
                    <a:pt x="6731" y="863542"/>
                  </a:lnTo>
                  <a:close/>
                </a:path>
              </a:pathLst>
            </a:custGeom>
            <a:grpFill/>
            <a:ln w="9525" cap="flat">
              <a:noFill/>
              <a:prstDash val="solid"/>
              <a:miter/>
            </a:ln>
          </p:spPr>
          <p:txBody>
            <a:bodyPr rtlCol="0" anchor="ctr"/>
            <a:lstStyle/>
            <a:p>
              <a:endParaRPr lang="en-IN" sz="1799"/>
            </a:p>
          </p:txBody>
        </p:sp>
        <p:sp>
          <p:nvSpPr>
            <p:cNvPr id="79" name="Freeform: Shape 78">
              <a:extLst>
                <a:ext uri="{FF2B5EF4-FFF2-40B4-BE49-F238E27FC236}">
                  <a16:creationId xmlns:a16="http://schemas.microsoft.com/office/drawing/2014/main" id="{9EE673CB-A779-4F64-B72D-93428DD2B26D}"/>
                </a:ext>
              </a:extLst>
            </p:cNvPr>
            <p:cNvSpPr/>
            <p:nvPr/>
          </p:nvSpPr>
          <p:spPr>
            <a:xfrm>
              <a:off x="6855933"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799"/>
            </a:p>
          </p:txBody>
        </p:sp>
        <p:sp>
          <p:nvSpPr>
            <p:cNvPr id="80" name="Freeform: Shape 79">
              <a:extLst>
                <a:ext uri="{FF2B5EF4-FFF2-40B4-BE49-F238E27FC236}">
                  <a16:creationId xmlns:a16="http://schemas.microsoft.com/office/drawing/2014/main" id="{88144C98-507D-403B-8819-FBBF64A82FA3}"/>
                </a:ext>
              </a:extLst>
            </p:cNvPr>
            <p:cNvSpPr/>
            <p:nvPr/>
          </p:nvSpPr>
          <p:spPr>
            <a:xfrm>
              <a:off x="7133789"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799"/>
            </a:p>
          </p:txBody>
        </p:sp>
        <p:sp>
          <p:nvSpPr>
            <p:cNvPr id="81" name="Freeform: Shape 80">
              <a:extLst>
                <a:ext uri="{FF2B5EF4-FFF2-40B4-BE49-F238E27FC236}">
                  <a16:creationId xmlns:a16="http://schemas.microsoft.com/office/drawing/2014/main" id="{21919CB3-2430-4DA6-BF41-59A1EF9C03CB}"/>
                </a:ext>
              </a:extLst>
            </p:cNvPr>
            <p:cNvSpPr/>
            <p:nvPr/>
          </p:nvSpPr>
          <p:spPr>
            <a:xfrm>
              <a:off x="7411555"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799"/>
            </a:p>
          </p:txBody>
        </p:sp>
      </p:grpSp>
      <p:grpSp>
        <p:nvGrpSpPr>
          <p:cNvPr id="82" name="Group 4">
            <a:extLst>
              <a:ext uri="{FF2B5EF4-FFF2-40B4-BE49-F238E27FC236}">
                <a16:creationId xmlns:a16="http://schemas.microsoft.com/office/drawing/2014/main" id="{C5FADEE5-07C4-41A9-88D6-C6D2ED1362B8}"/>
              </a:ext>
            </a:extLst>
          </p:cNvPr>
          <p:cNvGrpSpPr>
            <a:grpSpLocks noChangeAspect="1"/>
          </p:cNvGrpSpPr>
          <p:nvPr userDrawn="1"/>
        </p:nvGrpSpPr>
        <p:grpSpPr bwMode="auto">
          <a:xfrm>
            <a:off x="10359392" y="4960938"/>
            <a:ext cx="1224912" cy="1435100"/>
            <a:chOff x="6529" y="3125"/>
            <a:chExt cx="772" cy="904"/>
          </a:xfrm>
        </p:grpSpPr>
        <p:sp>
          <p:nvSpPr>
            <p:cNvPr id="83" name="Freeform 5">
              <a:extLst>
                <a:ext uri="{FF2B5EF4-FFF2-40B4-BE49-F238E27FC236}">
                  <a16:creationId xmlns:a16="http://schemas.microsoft.com/office/drawing/2014/main" id="{5A2C465B-7D43-431D-A35E-50762E7696F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84" name="Freeform 6">
              <a:extLst>
                <a:ext uri="{FF2B5EF4-FFF2-40B4-BE49-F238E27FC236}">
                  <a16:creationId xmlns:a16="http://schemas.microsoft.com/office/drawing/2014/main" id="{AC35E6C1-71A8-4C9D-A1A5-682B0BD0A03F}"/>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3091054557"/>
      </p:ext>
    </p:extLst>
  </p:cSld>
  <p:clrMapOvr>
    <a:masterClrMapping/>
  </p:clrMapOvr>
  <p:extLst>
    <p:ext uri="{DCECCB84-F9BA-43D5-87BE-67443E8EF086}">
      <p15:sldGuideLst xmlns:p15="http://schemas.microsoft.com/office/powerpoint/2012/main"/>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userDrawn="1">
  <p:cSld name="1_Approved question wide">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5512AA50-19BB-4F74-B5D4-965355FF90CB}"/>
              </a:ext>
            </a:extLst>
          </p:cNvPr>
          <p:cNvGraphicFramePr>
            <a:graphicFrameLocks noChangeAspect="1"/>
          </p:cNvGraphicFramePr>
          <p:nvPr userDrawn="1">
            <p:custDataLst>
              <p:tags r:id="rId1"/>
            </p:custDataLst>
            <p:extLst>
              <p:ext uri="{D42A27DB-BD31-4B8C-83A1-F6EECF244321}">
                <p14:modId xmlns:p14="http://schemas.microsoft.com/office/powerpoint/2010/main" val="315907398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7" name="Object 6" hidden="1">
                        <a:extLst>
                          <a:ext uri="{FF2B5EF4-FFF2-40B4-BE49-F238E27FC236}">
                            <a16:creationId xmlns:a16="http://schemas.microsoft.com/office/drawing/2014/main" id="{5512AA50-19BB-4F74-B5D4-965355FF90C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235" name="Group 234">
            <a:extLst>
              <a:ext uri="{FF2B5EF4-FFF2-40B4-BE49-F238E27FC236}">
                <a16:creationId xmlns:a16="http://schemas.microsoft.com/office/drawing/2014/main" id="{5342E118-6F1D-4C46-956E-4CCCBCAA7952}"/>
              </a:ext>
            </a:extLst>
          </p:cNvPr>
          <p:cNvGrpSpPr/>
          <p:nvPr userDrawn="1"/>
        </p:nvGrpSpPr>
        <p:grpSpPr>
          <a:xfrm>
            <a:off x="497856" y="5826613"/>
            <a:ext cx="3876004"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799">
                <a:solidFill>
                  <a:schemeClr val="bg1"/>
                </a:solidFill>
              </a:endParaRPr>
            </a:p>
          </p:txBody>
        </p:sp>
      </p:grpSp>
      <p:sp>
        <p:nvSpPr>
          <p:cNvPr id="18" name="Title 1"/>
          <p:cNvSpPr>
            <a:spLocks noGrp="1"/>
          </p:cNvSpPr>
          <p:nvPr userDrawn="1">
            <p:ph type="ctrTitle"/>
          </p:nvPr>
        </p:nvSpPr>
        <p:spPr>
          <a:xfrm>
            <a:off x="944388" y="2158329"/>
            <a:ext cx="4781392" cy="860400"/>
          </a:xfrm>
          <a:prstGeom prst="rect">
            <a:avLst/>
          </a:prstGeom>
        </p:spPr>
        <p:txBody>
          <a:bodyPr vert="horz"/>
          <a:lstStyle>
            <a:lvl1pPr>
              <a:defRPr sz="2999"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9" name="Subtitle 2"/>
          <p:cNvSpPr>
            <a:spLocks noGrp="1"/>
          </p:cNvSpPr>
          <p:nvPr userDrawn="1">
            <p:ph type="subTitle" idx="1"/>
          </p:nvPr>
        </p:nvSpPr>
        <p:spPr>
          <a:xfrm>
            <a:off x="944580" y="3200329"/>
            <a:ext cx="4805525" cy="645742"/>
          </a:xfrm>
          <a:prstGeom prst="rect">
            <a:avLst/>
          </a:prstGeom>
        </p:spPr>
        <p:txBody>
          <a:bodyPr/>
          <a:lstStyle>
            <a:lvl1pPr marL="0" indent="0" algn="l">
              <a:buNone/>
              <a:defRPr sz="1999">
                <a:solidFill>
                  <a:schemeClr val="bg1"/>
                </a:solidFill>
                <a:latin typeface="EYInterstate Light" panose="02000506000000020004" pitchFamily="2" charset="0"/>
                <a:cs typeface="Arial" pitchFamily="34" charset="0"/>
              </a:defRPr>
            </a:lvl1pPr>
            <a:lvl2pPr marL="0" indent="0" algn="l">
              <a:buNone/>
              <a:defRPr sz="1599">
                <a:solidFill>
                  <a:schemeClr val="tx1">
                    <a:lumMod val="75000"/>
                    <a:lumOff val="25000"/>
                  </a:schemeClr>
                </a:solidFill>
              </a:defRPr>
            </a:lvl2pPr>
            <a:lvl3pPr marL="913943" indent="0" algn="ctr">
              <a:buNone/>
              <a:defRPr>
                <a:solidFill>
                  <a:schemeClr val="tx1">
                    <a:tint val="75000"/>
                  </a:schemeClr>
                </a:solidFill>
              </a:defRPr>
            </a:lvl3pPr>
            <a:lvl4pPr marL="1370914" indent="0" algn="ctr">
              <a:buNone/>
              <a:defRPr>
                <a:solidFill>
                  <a:schemeClr val="tx1">
                    <a:tint val="75000"/>
                  </a:schemeClr>
                </a:solidFill>
              </a:defRPr>
            </a:lvl4pPr>
            <a:lvl5pPr marL="1827886" indent="0" algn="ctr">
              <a:buNone/>
              <a:defRPr>
                <a:solidFill>
                  <a:schemeClr val="tx1">
                    <a:tint val="75000"/>
                  </a:schemeClr>
                </a:solidFill>
              </a:defRPr>
            </a:lvl5pPr>
            <a:lvl6pPr marL="2284857" indent="0" algn="ctr">
              <a:buNone/>
              <a:defRPr>
                <a:solidFill>
                  <a:schemeClr val="tx1">
                    <a:tint val="75000"/>
                  </a:schemeClr>
                </a:solidFill>
              </a:defRPr>
            </a:lvl6pPr>
            <a:lvl7pPr marL="2741828" indent="0" algn="ctr">
              <a:buNone/>
              <a:defRPr>
                <a:solidFill>
                  <a:schemeClr val="tx1">
                    <a:tint val="75000"/>
                  </a:schemeClr>
                </a:solidFill>
              </a:defRPr>
            </a:lvl7pPr>
            <a:lvl8pPr marL="3198800" indent="0" algn="ctr">
              <a:buNone/>
              <a:defRPr>
                <a:solidFill>
                  <a:schemeClr val="tx1">
                    <a:tint val="75000"/>
                  </a:schemeClr>
                </a:solidFill>
              </a:defRPr>
            </a:lvl8pPr>
            <a:lvl9pPr marL="3655771" indent="0" algn="ctr">
              <a:buNone/>
              <a:defRPr>
                <a:solidFill>
                  <a:schemeClr val="tx1">
                    <a:tint val="75000"/>
                  </a:schemeClr>
                </a:solidFill>
              </a:defRPr>
            </a:lvl9pPr>
          </a:lstStyle>
          <a:p>
            <a:pPr lvl="0"/>
            <a:r>
              <a:rPr lang="en-US"/>
              <a:t>Click to edit Master subtitle style</a:t>
            </a:r>
            <a:endParaRPr lang="en-GB"/>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489112" y="723658"/>
            <a:ext cx="5677988"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IN" sz="1799"/>
          </a:p>
        </p:txBody>
      </p:sp>
      <p:sp>
        <p:nvSpPr>
          <p:cNvPr id="4" name="Freeform: Shape 3">
            <a:extLst>
              <a:ext uri="{FF2B5EF4-FFF2-40B4-BE49-F238E27FC236}">
                <a16:creationId xmlns:a16="http://schemas.microsoft.com/office/drawing/2014/main" id="{15324C54-B75E-4AC0-90C2-FA558C7716F7}"/>
              </a:ext>
            </a:extLst>
          </p:cNvPr>
          <p:cNvSpPr/>
          <p:nvPr/>
        </p:nvSpPr>
        <p:spPr>
          <a:xfrm>
            <a:off x="489112"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sp>
        <p:nvSpPr>
          <p:cNvPr id="5" name="Freeform: Shape 4">
            <a:extLst>
              <a:ext uri="{FF2B5EF4-FFF2-40B4-BE49-F238E27FC236}">
                <a16:creationId xmlns:a16="http://schemas.microsoft.com/office/drawing/2014/main" id="{CAA95478-C099-485F-AD95-A617656C6C7C}"/>
              </a:ext>
            </a:extLst>
          </p:cNvPr>
          <p:cNvSpPr/>
          <p:nvPr/>
        </p:nvSpPr>
        <p:spPr>
          <a:xfrm>
            <a:off x="774294"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sp>
        <p:nvSpPr>
          <p:cNvPr id="6" name="Freeform: Shape 5">
            <a:extLst>
              <a:ext uri="{FF2B5EF4-FFF2-40B4-BE49-F238E27FC236}">
                <a16:creationId xmlns:a16="http://schemas.microsoft.com/office/drawing/2014/main" id="{D65680A1-86D1-44C2-AA38-0DF5735F1F26}"/>
              </a:ext>
            </a:extLst>
          </p:cNvPr>
          <p:cNvSpPr/>
          <p:nvPr/>
        </p:nvSpPr>
        <p:spPr>
          <a:xfrm>
            <a:off x="1059359" y="4021756"/>
            <a:ext cx="151568"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799"/>
          </a:p>
        </p:txBody>
      </p:sp>
      <p:grpSp>
        <p:nvGrpSpPr>
          <p:cNvPr id="76" name="Group 4">
            <a:extLst>
              <a:ext uri="{FF2B5EF4-FFF2-40B4-BE49-F238E27FC236}">
                <a16:creationId xmlns:a16="http://schemas.microsoft.com/office/drawing/2014/main" id="{9D60B6B0-F7ED-4B9F-A77C-632AC4EA661D}"/>
              </a:ext>
            </a:extLst>
          </p:cNvPr>
          <p:cNvGrpSpPr>
            <a:grpSpLocks noChangeAspect="1"/>
          </p:cNvGrpSpPr>
          <p:nvPr userDrawn="1"/>
        </p:nvGrpSpPr>
        <p:grpSpPr bwMode="auto">
          <a:xfrm>
            <a:off x="10359392" y="4960938"/>
            <a:ext cx="1224912" cy="1435100"/>
            <a:chOff x="6529" y="3125"/>
            <a:chExt cx="772" cy="904"/>
          </a:xfrm>
        </p:grpSpPr>
        <p:sp>
          <p:nvSpPr>
            <p:cNvPr id="77" name="Freeform 5">
              <a:extLst>
                <a:ext uri="{FF2B5EF4-FFF2-40B4-BE49-F238E27FC236}">
                  <a16:creationId xmlns:a16="http://schemas.microsoft.com/office/drawing/2014/main" id="{CC1B45B9-64DF-4C5B-9711-FA69AD537071}"/>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78" name="Freeform 6">
              <a:extLst>
                <a:ext uri="{FF2B5EF4-FFF2-40B4-BE49-F238E27FC236}">
                  <a16:creationId xmlns:a16="http://schemas.microsoft.com/office/drawing/2014/main" id="{BA55CB73-EE25-43B6-9720-855E16C4B153}"/>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Tree>
    <p:extLst>
      <p:ext uri="{BB962C8B-B14F-4D97-AF65-F5344CB8AC3E}">
        <p14:creationId xmlns:p14="http://schemas.microsoft.com/office/powerpoint/2010/main" val="2718024174"/>
      </p:ext>
    </p:extLst>
  </p:cSld>
  <p:clrMapOvr>
    <a:masterClrMapping/>
  </p:clrMapOvr>
  <p:extLst>
    <p:ext uri="{DCECCB84-F9BA-43D5-87BE-67443E8EF086}">
      <p15:sldGuideLst xmlns:p15="http://schemas.microsoft.com/office/powerpoint/2012/main"/>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4_Standard slide_no bullets">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0EDBAF47-5ECD-4E72-9345-64E1D93E995B}"/>
              </a:ext>
            </a:extLst>
          </p:cNvPr>
          <p:cNvGraphicFramePr>
            <a:graphicFrameLocks noChangeAspect="1"/>
          </p:cNvGraphicFramePr>
          <p:nvPr userDrawn="1">
            <p:custDataLst>
              <p:tags r:id="rId1"/>
            </p:custDataLst>
            <p:extLst>
              <p:ext uri="{D42A27DB-BD31-4B8C-83A1-F6EECF244321}">
                <p14:modId xmlns:p14="http://schemas.microsoft.com/office/powerpoint/2010/main" val="273512446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8" name="Object 7" hidden="1">
                        <a:extLst>
                          <a:ext uri="{FF2B5EF4-FFF2-40B4-BE49-F238E27FC236}">
                            <a16:creationId xmlns:a16="http://schemas.microsoft.com/office/drawing/2014/main" id="{0EDBAF47-5ECD-4E72-9345-64E1D93E995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400"/>
          </a:xfrm>
        </p:spPr>
        <p:txBody>
          <a:bodyPr vert="horz"/>
          <a:lstStyle>
            <a:lvl1pPr>
              <a:defRPr>
                <a:solidFill>
                  <a:schemeClr val="bg1"/>
                </a:solidFill>
              </a:defRPr>
            </a:lvl1pPr>
          </a:lstStyle>
          <a:p>
            <a:r>
              <a:rPr lang="en-US"/>
              <a:t>Click to edit Master title style</a:t>
            </a:r>
            <a:endParaRPr lang="en-GB"/>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p:nvPr>
        </p:nvSpPr>
        <p:spPr>
          <a:xfrm>
            <a:off x="609600" y="1137921"/>
            <a:ext cx="4954924" cy="4267457"/>
          </a:xfrm>
        </p:spPr>
        <p:txBody>
          <a:bodyPr/>
          <a:lstStyle/>
          <a:p>
            <a:endParaRPr lang="en-IN"/>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7129748" y="3813288"/>
            <a:ext cx="3087667" cy="180000"/>
          </a:xfrm>
        </p:spPr>
        <p:txBody>
          <a:bodyPr/>
          <a:lstStyle>
            <a:lvl1pPr marL="0" indent="0">
              <a:buNone/>
              <a:defRPr sz="1199">
                <a:solidFill>
                  <a:schemeClr val="bg1"/>
                </a:solidFill>
              </a:defRPr>
            </a:lvl1pPr>
          </a:lstStyle>
          <a:p>
            <a:pPr lvl="0"/>
            <a:r>
              <a:rPr lang="en-US"/>
              <a:t>Name Surname</a:t>
            </a:r>
            <a:endParaRPr lang="en-GB"/>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7129748" y="4055931"/>
            <a:ext cx="3087667" cy="180000"/>
          </a:xfrm>
        </p:spPr>
        <p:txBody>
          <a:bodyPr/>
          <a:lstStyle>
            <a:lvl1pPr marL="0" indent="0">
              <a:buNone/>
              <a:defRPr sz="1199">
                <a:solidFill>
                  <a:schemeClr val="bg1"/>
                </a:solidFill>
              </a:defRPr>
            </a:lvl1pPr>
          </a:lstStyle>
          <a:p>
            <a:pPr lvl="0"/>
            <a:r>
              <a:rPr lang="en-US"/>
              <a:t>Job Title to go here</a:t>
            </a:r>
            <a:endParaRPr lang="en-GB"/>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p:nvPr>
        </p:nvSpPr>
        <p:spPr>
          <a:xfrm>
            <a:off x="6119820" y="3578084"/>
            <a:ext cx="778554" cy="778959"/>
          </a:xfrm>
          <a:prstGeom prst="ellipse">
            <a:avLst/>
          </a:prstGeom>
        </p:spPr>
        <p:txBody>
          <a:bodyPr anchor="ctr"/>
          <a:lstStyle>
            <a:lvl1pPr marL="0" indent="0" algn="ctr">
              <a:buNone/>
              <a:defRPr sz="900">
                <a:solidFill>
                  <a:schemeClr val="bg1"/>
                </a:solidFill>
              </a:defRPr>
            </a:lvl1pPr>
          </a:lstStyle>
          <a:p>
            <a:endParaRPr lang="en-GB"/>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6119821" y="1137921"/>
            <a:ext cx="5462580" cy="373807"/>
          </a:xfrm>
        </p:spPr>
        <p:txBody>
          <a:bodyPr/>
          <a:lstStyle>
            <a:lvl1pPr marL="0" indent="0">
              <a:buNone/>
              <a:defRPr/>
            </a:lvl1pPr>
          </a:lstStyle>
          <a:p>
            <a:pPr lvl="0"/>
            <a:r>
              <a:rPr lang="en-US"/>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6119821" y="1635009"/>
            <a:ext cx="5462580" cy="1611554"/>
          </a:xfrm>
        </p:spPr>
        <p:txBody>
          <a:bodyPr/>
          <a:lstStyle>
            <a:lvl1pPr marL="0" indent="0">
              <a:buNone/>
              <a:defRPr sz="1599"/>
            </a:lvl1pPr>
          </a:lstStyle>
          <a:p>
            <a:pPr lvl="0"/>
            <a:r>
              <a:rPr lang="en-US"/>
              <a:t>Content EY Interstate Light, 16pt, Lorem ipsum dolor, 12pt, </a:t>
            </a:r>
            <a:r>
              <a:rPr lang="en-US" err="1"/>
              <a:t>Utinam</a:t>
            </a:r>
            <a:r>
              <a:rPr lang="en-US"/>
              <a:t> </a:t>
            </a:r>
            <a:r>
              <a:rPr lang="en-US" err="1"/>
              <a:t>nonumy</a:t>
            </a:r>
            <a:r>
              <a:rPr lang="en-US"/>
              <a:t> </a:t>
            </a:r>
            <a:r>
              <a:rPr lang="en-US" err="1"/>
              <a:t>abhorreant</a:t>
            </a:r>
            <a:r>
              <a:rPr lang="en-US"/>
              <a:t> </a:t>
            </a:r>
            <a:r>
              <a:rPr lang="en-US" err="1"/>
              <a:t>sead</a:t>
            </a:r>
            <a:r>
              <a:rPr lang="en-US"/>
              <a:t>. </a:t>
            </a:r>
            <a:r>
              <a:rPr lang="en-US" err="1"/>
              <a:t>Putant</a:t>
            </a:r>
            <a:r>
              <a:rPr lang="en-US"/>
              <a:t> </a:t>
            </a:r>
            <a:r>
              <a:rPr lang="en-US" err="1"/>
              <a:t>probatus</a:t>
            </a:r>
            <a:r>
              <a:rPr lang="en-US"/>
              <a:t> id vis, ad his </a:t>
            </a:r>
            <a:r>
              <a:rPr lang="en-US" err="1"/>
              <a:t>meis</a:t>
            </a:r>
            <a:r>
              <a:rPr lang="en-US"/>
              <a:t> </a:t>
            </a:r>
            <a:r>
              <a:rPr lang="en-US" err="1"/>
              <a:t>habemus</a:t>
            </a:r>
            <a:r>
              <a:rPr lang="en-US"/>
              <a:t> </a:t>
            </a:r>
            <a:r>
              <a:rPr lang="en-US" err="1"/>
              <a:t>repudiare</a:t>
            </a:r>
            <a:r>
              <a:rPr lang="en-US"/>
              <a:t>, has an </a:t>
            </a:r>
            <a:r>
              <a:rPr lang="en-US" err="1"/>
              <a:t>pericula</a:t>
            </a:r>
            <a:r>
              <a:rPr lang="en-US"/>
              <a:t> </a:t>
            </a:r>
            <a:r>
              <a:rPr lang="en-US" err="1"/>
              <a:t>tractatos</a:t>
            </a:r>
            <a:r>
              <a:rPr lang="en-US"/>
              <a:t>. </a:t>
            </a:r>
            <a:r>
              <a:rPr lang="en-US" err="1"/>
              <a:t>Nec</a:t>
            </a:r>
            <a:r>
              <a:rPr lang="en-US"/>
              <a:t> </a:t>
            </a:r>
            <a:r>
              <a:rPr lang="en-US" err="1"/>
              <a:t>debitis</a:t>
            </a:r>
            <a:r>
              <a:rPr lang="en-US"/>
              <a:t> </a:t>
            </a:r>
            <a:r>
              <a:rPr lang="en-US" err="1"/>
              <a:t>dissentias</a:t>
            </a:r>
            <a:r>
              <a:rPr lang="en-US"/>
              <a:t> ad. </a:t>
            </a:r>
            <a:r>
              <a:rPr lang="en-US" err="1"/>
              <a:t>Patrioque</a:t>
            </a:r>
            <a:r>
              <a:rPr lang="en-US"/>
              <a:t> </a:t>
            </a:r>
            <a:r>
              <a:rPr lang="en-US" err="1"/>
              <a:t>voluptatum</a:t>
            </a:r>
            <a:r>
              <a:rPr lang="en-US"/>
              <a:t> </a:t>
            </a:r>
            <a:r>
              <a:rPr lang="en-US" err="1"/>
              <a:t>sed</a:t>
            </a:r>
            <a:r>
              <a:rPr lang="en-US"/>
              <a:t> ex, id </a:t>
            </a:r>
            <a:r>
              <a:rPr lang="en-US" err="1"/>
              <a:t>admodum</a:t>
            </a:r>
            <a:r>
              <a:rPr lang="en-US"/>
              <a:t>.</a:t>
            </a:r>
          </a:p>
          <a:p>
            <a:pPr lvl="0"/>
            <a:endParaRPr lang="en-US"/>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3" name="Date Placeholder 2">
            <a:extLst>
              <a:ext uri="{FF2B5EF4-FFF2-40B4-BE49-F238E27FC236}">
                <a16:creationId xmlns:a16="http://schemas.microsoft.com/office/drawing/2014/main" id="{DA661012-3455-4F88-94AD-14869D2D5405}"/>
              </a:ext>
            </a:extLst>
          </p:cNvPr>
          <p:cNvSpPr>
            <a:spLocks noGrp="1"/>
          </p:cNvSpPr>
          <p:nvPr>
            <p:ph type="dt" sz="half" idx="19"/>
          </p:nvPr>
        </p:nvSpPr>
        <p:spPr>
          <a:xfrm>
            <a:off x="1428184" y="6471244"/>
            <a:ext cx="1190638" cy="180000"/>
          </a:xfrm>
          <a:prstGeom prst="rect">
            <a:avLst/>
          </a:prstGeom>
        </p:spPr>
        <p:txBody>
          <a:bodyPr/>
          <a:lstStyle/>
          <a:p>
            <a:fld id="{4F617BFD-E3FD-4C3B-9DAE-AB883BB536F7}" type="datetime1">
              <a:rPr lang="en-US" smtClean="0"/>
              <a:t>9/19/2025</a:t>
            </a:fld>
            <a:endParaRPr lang="en-IN"/>
          </a:p>
        </p:txBody>
      </p:sp>
      <p:sp>
        <p:nvSpPr>
          <p:cNvPr id="4" name="Footer Placeholder 3">
            <a:extLst>
              <a:ext uri="{FF2B5EF4-FFF2-40B4-BE49-F238E27FC236}">
                <a16:creationId xmlns:a16="http://schemas.microsoft.com/office/drawing/2014/main" id="{F21FBA45-9D10-4CA1-B5FE-DF08BC4B79DE}"/>
              </a:ext>
            </a:extLst>
          </p:cNvPr>
          <p:cNvSpPr>
            <a:spLocks noGrp="1"/>
          </p:cNvSpPr>
          <p:nvPr>
            <p:ph type="ftr" sz="quarter" idx="20"/>
          </p:nvPr>
        </p:nvSpPr>
        <p:spPr>
          <a:xfrm>
            <a:off x="3237502" y="6471244"/>
            <a:ext cx="3084493" cy="180000"/>
          </a:xfrm>
          <a:prstGeom prst="rect">
            <a:avLst/>
          </a:prstGeom>
        </p:spPr>
        <p:txBody>
          <a:bodyPr/>
          <a:lstStyle/>
          <a:p>
            <a:r>
              <a:rPr lang="en-IN"/>
              <a:t>Insert footer text here</a:t>
            </a:r>
          </a:p>
        </p:txBody>
      </p:sp>
      <p:sp>
        <p:nvSpPr>
          <p:cNvPr id="6" name="Slide Number Placeholder 5">
            <a:extLst>
              <a:ext uri="{FF2B5EF4-FFF2-40B4-BE49-F238E27FC236}">
                <a16:creationId xmlns:a16="http://schemas.microsoft.com/office/drawing/2014/main" id="{611C45D8-BA71-4A92-82B2-C059AF6B6702}"/>
              </a:ext>
            </a:extLst>
          </p:cNvPr>
          <p:cNvSpPr>
            <a:spLocks noGrp="1"/>
          </p:cNvSpPr>
          <p:nvPr>
            <p:ph type="sldNum" sz="quarter" idx="21"/>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307936632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4_Standard slide">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73A4C92C-AFE0-468D-A614-760FBF761A3C}"/>
              </a:ext>
            </a:extLst>
          </p:cNvPr>
          <p:cNvGraphicFramePr>
            <a:graphicFrameLocks noChangeAspect="1"/>
          </p:cNvGraphicFramePr>
          <p:nvPr userDrawn="1">
            <p:custDataLst>
              <p:tags r:id="rId1"/>
            </p:custDataLst>
            <p:extLst>
              <p:ext uri="{D42A27DB-BD31-4B8C-83A1-F6EECF244321}">
                <p14:modId xmlns:p14="http://schemas.microsoft.com/office/powerpoint/2010/main" val="30927564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7" name="Object 6" hidden="1">
                        <a:extLst>
                          <a:ext uri="{FF2B5EF4-FFF2-40B4-BE49-F238E27FC236}">
                            <a16:creationId xmlns:a16="http://schemas.microsoft.com/office/drawing/2014/main" id="{73A4C92C-AFE0-468D-A614-760FBF761A3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400"/>
          </a:xfrm>
        </p:spPr>
        <p:txBody>
          <a:bodyPr vert="horz"/>
          <a:lstStyle>
            <a:lvl1pPr>
              <a:defRPr sz="2399">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8" name="Text Placeholder 2">
            <a:extLst>
              <a:ext uri="{FF2B5EF4-FFF2-40B4-BE49-F238E27FC236}">
                <a16:creationId xmlns:a16="http://schemas.microsoft.com/office/drawing/2014/main" id="{90356C28-34FC-48BD-943E-82B485EB0C49}"/>
              </a:ext>
            </a:extLst>
          </p:cNvPr>
          <p:cNvSpPr>
            <a:spLocks noGrp="1"/>
          </p:cNvSpPr>
          <p:nvPr>
            <p:ph idx="1"/>
          </p:nvPr>
        </p:nvSpPr>
        <p:spPr>
          <a:xfrm>
            <a:off x="609601"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Date Placeholder 2">
            <a:extLst>
              <a:ext uri="{FF2B5EF4-FFF2-40B4-BE49-F238E27FC236}">
                <a16:creationId xmlns:a16="http://schemas.microsoft.com/office/drawing/2014/main" id="{39369FE1-2141-4E78-8B01-84E57EEFE06A}"/>
              </a:ext>
            </a:extLst>
          </p:cNvPr>
          <p:cNvSpPr>
            <a:spLocks noGrp="1"/>
          </p:cNvSpPr>
          <p:nvPr>
            <p:ph type="dt" sz="half" idx="10"/>
          </p:nvPr>
        </p:nvSpPr>
        <p:spPr>
          <a:xfrm>
            <a:off x="1428184" y="6471244"/>
            <a:ext cx="1190638" cy="180000"/>
          </a:xfrm>
          <a:prstGeom prst="rect">
            <a:avLst/>
          </a:prstGeom>
        </p:spPr>
        <p:txBody>
          <a:bodyPr/>
          <a:lstStyle/>
          <a:p>
            <a:fld id="{7390449A-C4B2-49F2-B9C6-5C3C77B0A2AB}" type="datetime1">
              <a:rPr lang="en-US" smtClean="0"/>
              <a:t>9/19/2025</a:t>
            </a:fld>
            <a:endParaRPr lang="en-IN"/>
          </a:p>
        </p:txBody>
      </p:sp>
      <p:sp>
        <p:nvSpPr>
          <p:cNvPr id="4" name="Footer Placeholder 3">
            <a:extLst>
              <a:ext uri="{FF2B5EF4-FFF2-40B4-BE49-F238E27FC236}">
                <a16:creationId xmlns:a16="http://schemas.microsoft.com/office/drawing/2014/main" id="{714482B3-B946-42D6-98EA-72EE48EEB847}"/>
              </a:ext>
            </a:extLst>
          </p:cNvPr>
          <p:cNvSpPr>
            <a:spLocks noGrp="1"/>
          </p:cNvSpPr>
          <p:nvPr>
            <p:ph type="ftr" sz="quarter" idx="11"/>
          </p:nvPr>
        </p:nvSpPr>
        <p:spPr>
          <a:xfrm>
            <a:off x="3237502" y="6471244"/>
            <a:ext cx="3084493" cy="180000"/>
          </a:xfrm>
          <a:prstGeom prst="rect">
            <a:avLst/>
          </a:prstGeom>
        </p:spPr>
        <p:txBody>
          <a:bodyPr/>
          <a:lstStyle/>
          <a:p>
            <a:r>
              <a:rPr lang="en-IN"/>
              <a:t>Insert footer text here</a:t>
            </a:r>
          </a:p>
        </p:txBody>
      </p:sp>
      <p:sp>
        <p:nvSpPr>
          <p:cNvPr id="5" name="Slide Number Placeholder 4">
            <a:extLst>
              <a:ext uri="{FF2B5EF4-FFF2-40B4-BE49-F238E27FC236}">
                <a16:creationId xmlns:a16="http://schemas.microsoft.com/office/drawing/2014/main" id="{272DD5AC-66F0-425C-A9DE-0484513193A1}"/>
              </a:ext>
            </a:extLst>
          </p:cNvPr>
          <p:cNvSpPr>
            <a:spLocks noGrp="1"/>
          </p:cNvSpPr>
          <p:nvPr>
            <p:ph type="sldNum" sz="quarter" idx="12"/>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1273461022"/>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5_Standard slide">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0E4BA9DC-6791-4321-8B9D-12D714F87EF5}"/>
              </a:ext>
            </a:extLst>
          </p:cNvPr>
          <p:cNvGraphicFramePr>
            <a:graphicFrameLocks noChangeAspect="1"/>
          </p:cNvGraphicFramePr>
          <p:nvPr userDrawn="1">
            <p:custDataLst>
              <p:tags r:id="rId1"/>
            </p:custDataLst>
            <p:extLst>
              <p:ext uri="{D42A27DB-BD31-4B8C-83A1-F6EECF244321}">
                <p14:modId xmlns:p14="http://schemas.microsoft.com/office/powerpoint/2010/main" val="316389362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9" name="Object 8" hidden="1">
                        <a:extLst>
                          <a:ext uri="{FF2B5EF4-FFF2-40B4-BE49-F238E27FC236}">
                            <a16:creationId xmlns:a16="http://schemas.microsoft.com/office/drawing/2014/main" id="{0E4BA9DC-6791-4321-8B9D-12D714F87EF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8194852" y="1"/>
            <a:ext cx="3997149" cy="6156104"/>
          </a:xfrm>
        </p:spPr>
        <p:txBody>
          <a:bodyPr/>
          <a:lstStyle/>
          <a:p>
            <a:endParaRPr lang="en-IN"/>
          </a:p>
        </p:txBody>
      </p:sp>
      <p:sp>
        <p:nvSpPr>
          <p:cNvPr id="2" name="Title 1"/>
          <p:cNvSpPr>
            <a:spLocks noGrp="1"/>
          </p:cNvSpPr>
          <p:nvPr>
            <p:ph type="title"/>
          </p:nvPr>
        </p:nvSpPr>
        <p:spPr>
          <a:xfrm>
            <a:off x="609601" y="294200"/>
            <a:ext cx="7440547" cy="590400"/>
          </a:xfrm>
        </p:spPr>
        <p:txBody>
          <a:bodyPr vert="horz"/>
          <a:lstStyle>
            <a:lvl1pPr>
              <a:defRPr sz="2399">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609601" y="1137921"/>
            <a:ext cx="7295842" cy="873760"/>
          </a:xfrm>
        </p:spPr>
        <p:txBody>
          <a:bodyPr/>
          <a:lstStyle>
            <a:lvl1pPr marL="0" indent="0">
              <a:buNone/>
              <a:defRPr sz="17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609601" y="2311401"/>
            <a:ext cx="3578253" cy="3844704"/>
          </a:xfrm>
        </p:spPr>
        <p:txBody>
          <a:bodyPr numCol="1"/>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12" name="Content Placeholder 2">
            <a:extLst>
              <a:ext uri="{FF2B5EF4-FFF2-40B4-BE49-F238E27FC236}">
                <a16:creationId xmlns:a16="http://schemas.microsoft.com/office/drawing/2014/main" id="{0C7BD71A-882B-40FB-A05F-48ECC69FF73D}"/>
              </a:ext>
            </a:extLst>
          </p:cNvPr>
          <p:cNvSpPr>
            <a:spLocks noGrp="1"/>
          </p:cNvSpPr>
          <p:nvPr>
            <p:ph idx="12" hasCustomPrompt="1"/>
          </p:nvPr>
        </p:nvSpPr>
        <p:spPr>
          <a:xfrm>
            <a:off x="4327190" y="2311402"/>
            <a:ext cx="3578253" cy="1254759"/>
          </a:xfrm>
        </p:spPr>
        <p:txBody>
          <a:bodyPr numCol="1"/>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14" name="Content Placeholder 2">
            <a:extLst>
              <a:ext uri="{FF2B5EF4-FFF2-40B4-BE49-F238E27FC236}">
                <a16:creationId xmlns:a16="http://schemas.microsoft.com/office/drawing/2014/main" id="{D87D58C8-1517-42AA-8B2A-E449A3F6F028}"/>
              </a:ext>
            </a:extLst>
          </p:cNvPr>
          <p:cNvSpPr>
            <a:spLocks noGrp="1"/>
          </p:cNvSpPr>
          <p:nvPr>
            <p:ph idx="13" hasCustomPrompt="1"/>
          </p:nvPr>
        </p:nvSpPr>
        <p:spPr>
          <a:xfrm>
            <a:off x="4327190" y="4236721"/>
            <a:ext cx="3578253" cy="1944160"/>
          </a:xfrm>
        </p:spPr>
        <p:txBody>
          <a:bodyPr numCol="1"/>
          <a:lstStyle>
            <a:lvl1pPr marL="0" indent="0">
              <a:buNone/>
              <a:defRPr sz="1799">
                <a:solidFill>
                  <a:schemeClr val="bg1"/>
                </a:solidFill>
                <a:latin typeface="Georgia" panose="02040502050405020303" pitchFamily="18" charset="0"/>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Quote</a:t>
            </a:r>
          </a:p>
        </p:txBody>
      </p:sp>
      <p:sp>
        <p:nvSpPr>
          <p:cNvPr id="23" name="Line 10">
            <a:extLst>
              <a:ext uri="{FF2B5EF4-FFF2-40B4-BE49-F238E27FC236}">
                <a16:creationId xmlns:a16="http://schemas.microsoft.com/office/drawing/2014/main" id="{E820DC59-E206-4DC0-9012-584F8EBAF730}"/>
              </a:ext>
            </a:extLst>
          </p:cNvPr>
          <p:cNvSpPr>
            <a:spLocks noChangeShapeType="1"/>
          </p:cNvSpPr>
          <p:nvPr userDrawn="1"/>
        </p:nvSpPr>
        <p:spPr bwMode="auto">
          <a:xfrm>
            <a:off x="609601" y="907750"/>
            <a:ext cx="771983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4" name="Date Placeholder 3">
            <a:extLst>
              <a:ext uri="{FF2B5EF4-FFF2-40B4-BE49-F238E27FC236}">
                <a16:creationId xmlns:a16="http://schemas.microsoft.com/office/drawing/2014/main" id="{2073C7F4-1F66-48B4-8A7F-96C64986A204}"/>
              </a:ext>
            </a:extLst>
          </p:cNvPr>
          <p:cNvSpPr>
            <a:spLocks noGrp="1"/>
          </p:cNvSpPr>
          <p:nvPr>
            <p:ph type="dt" sz="half" idx="14"/>
          </p:nvPr>
        </p:nvSpPr>
        <p:spPr>
          <a:xfrm>
            <a:off x="1428184" y="6471244"/>
            <a:ext cx="1190638" cy="180000"/>
          </a:xfrm>
          <a:prstGeom prst="rect">
            <a:avLst/>
          </a:prstGeom>
        </p:spPr>
        <p:txBody>
          <a:bodyPr/>
          <a:lstStyle/>
          <a:p>
            <a:fld id="{61354778-E8E5-4070-A14A-E39777621ABD}" type="datetime1">
              <a:rPr lang="en-US" smtClean="0"/>
              <a:t>9/19/2025</a:t>
            </a:fld>
            <a:endParaRPr lang="en-IN"/>
          </a:p>
        </p:txBody>
      </p:sp>
      <p:sp>
        <p:nvSpPr>
          <p:cNvPr id="6" name="Footer Placeholder 5">
            <a:extLst>
              <a:ext uri="{FF2B5EF4-FFF2-40B4-BE49-F238E27FC236}">
                <a16:creationId xmlns:a16="http://schemas.microsoft.com/office/drawing/2014/main" id="{628F1198-1F5C-4C8B-A7E4-2658430FBCFA}"/>
              </a:ext>
            </a:extLst>
          </p:cNvPr>
          <p:cNvSpPr>
            <a:spLocks noGrp="1"/>
          </p:cNvSpPr>
          <p:nvPr>
            <p:ph type="ftr" sz="quarter" idx="15"/>
          </p:nvPr>
        </p:nvSpPr>
        <p:spPr>
          <a:xfrm>
            <a:off x="3237502" y="6471244"/>
            <a:ext cx="3084493" cy="180000"/>
          </a:xfrm>
          <a:prstGeom prst="rect">
            <a:avLst/>
          </a:prstGeom>
        </p:spPr>
        <p:txBody>
          <a:bodyPr/>
          <a:lstStyle/>
          <a:p>
            <a:r>
              <a:rPr lang="en-IN"/>
              <a:t>Insert footer text here</a:t>
            </a:r>
          </a:p>
        </p:txBody>
      </p:sp>
      <p:sp>
        <p:nvSpPr>
          <p:cNvPr id="7" name="Slide Number Placeholder 6">
            <a:extLst>
              <a:ext uri="{FF2B5EF4-FFF2-40B4-BE49-F238E27FC236}">
                <a16:creationId xmlns:a16="http://schemas.microsoft.com/office/drawing/2014/main" id="{86EA2D1B-5973-42E9-87B4-02C40C0EF1B0}"/>
              </a:ext>
            </a:extLst>
          </p:cNvPr>
          <p:cNvSpPr>
            <a:spLocks noGrp="1"/>
          </p:cNvSpPr>
          <p:nvPr>
            <p:ph type="sldNum" sz="quarter" idx="16"/>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289830450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6_Standard slide">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16C08F8E-911D-4FF4-81D4-8EEE18760203}"/>
              </a:ext>
            </a:extLst>
          </p:cNvPr>
          <p:cNvGraphicFramePr>
            <a:graphicFrameLocks noChangeAspect="1"/>
          </p:cNvGraphicFramePr>
          <p:nvPr userDrawn="1">
            <p:custDataLst>
              <p:tags r:id="rId1"/>
            </p:custDataLst>
            <p:extLst>
              <p:ext uri="{D42A27DB-BD31-4B8C-83A1-F6EECF244321}">
                <p14:modId xmlns:p14="http://schemas.microsoft.com/office/powerpoint/2010/main" val="36153531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9" name="Object 8" hidden="1">
                        <a:extLst>
                          <a:ext uri="{FF2B5EF4-FFF2-40B4-BE49-F238E27FC236}">
                            <a16:creationId xmlns:a16="http://schemas.microsoft.com/office/drawing/2014/main" id="{16C08F8E-911D-4FF4-81D4-8EEE1876020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0" y="1"/>
            <a:ext cx="2383219" cy="6857999"/>
          </a:xfrm>
        </p:spPr>
        <p:txBody>
          <a:bodyPr/>
          <a:lstStyle/>
          <a:p>
            <a:endParaRPr lang="en-IN"/>
          </a:p>
        </p:txBody>
      </p:sp>
      <p:sp>
        <p:nvSpPr>
          <p:cNvPr id="2" name="Title 1"/>
          <p:cNvSpPr>
            <a:spLocks noGrp="1"/>
          </p:cNvSpPr>
          <p:nvPr>
            <p:ph type="title"/>
          </p:nvPr>
        </p:nvSpPr>
        <p:spPr>
          <a:xfrm>
            <a:off x="2693891" y="294200"/>
            <a:ext cx="8887371" cy="590400"/>
          </a:xfrm>
        </p:spPr>
        <p:txBody>
          <a:bodyPr vert="horz"/>
          <a:lstStyle>
            <a:lvl1pPr>
              <a:defRPr sz="2399">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2693890" y="1137921"/>
            <a:ext cx="2741454" cy="5018184"/>
          </a:xfrm>
        </p:spPr>
        <p:txBody>
          <a:bodyPr/>
          <a:lstStyle>
            <a:lvl1pPr marL="0" indent="0">
              <a:buNone/>
              <a:defRPr sz="17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5724102" y="1137921"/>
            <a:ext cx="2802382" cy="5018184"/>
          </a:xfrm>
        </p:spPr>
        <p:txBody>
          <a:bodyPr numCol="1"/>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23" name="Content Placeholder 2">
            <a:extLst>
              <a:ext uri="{FF2B5EF4-FFF2-40B4-BE49-F238E27FC236}">
                <a16:creationId xmlns:a16="http://schemas.microsoft.com/office/drawing/2014/main" id="{6FF4A6F8-D9C6-4FEE-9324-5200D308BB1F}"/>
              </a:ext>
            </a:extLst>
          </p:cNvPr>
          <p:cNvSpPr>
            <a:spLocks noGrp="1"/>
          </p:cNvSpPr>
          <p:nvPr userDrawn="1">
            <p:ph idx="12" hasCustomPrompt="1"/>
          </p:nvPr>
        </p:nvSpPr>
        <p:spPr>
          <a:xfrm>
            <a:off x="8815241" y="1137922"/>
            <a:ext cx="2767159" cy="2796151"/>
          </a:xfrm>
        </p:spPr>
        <p:txBody>
          <a:bodyPr numCol="1"/>
          <a:lstStyle>
            <a:lvl1pPr marL="0" indent="0">
              <a:buNone/>
              <a:defRPr sz="1399">
                <a:solidFill>
                  <a:schemeClr val="bg1"/>
                </a:solidFill>
              </a:defRPr>
            </a:lvl1pPr>
            <a:lvl2pPr marL="356438" indent="0">
              <a:buNone/>
              <a:defRPr sz="1799">
                <a:solidFill>
                  <a:schemeClr val="bg1"/>
                </a:solidFill>
              </a:defRPr>
            </a:lvl2pPr>
            <a:lvl3pPr marL="712875" indent="0">
              <a:buNone/>
              <a:defRPr sz="1599">
                <a:solidFill>
                  <a:schemeClr val="bg1"/>
                </a:solidFill>
              </a:defRPr>
            </a:lvl3pPr>
            <a:lvl4pPr marL="1069313" indent="0">
              <a:buNone/>
              <a:defRPr sz="1399">
                <a:solidFill>
                  <a:schemeClr val="bg1"/>
                </a:solidFill>
              </a:defRPr>
            </a:lvl4pPr>
            <a:lvl5pPr marL="1425751" indent="0">
              <a:buNone/>
              <a:defRPr sz="1199">
                <a:solidFill>
                  <a:schemeClr val="bg1"/>
                </a:solidFill>
              </a:defRPr>
            </a:lvl5pPr>
          </a:lstStyle>
          <a:p>
            <a:pPr lvl="0"/>
            <a:r>
              <a:rPr lang="en-US"/>
              <a:t>Text</a:t>
            </a:r>
          </a:p>
        </p:txBody>
      </p:sp>
      <p:sp>
        <p:nvSpPr>
          <p:cNvPr id="19" name="Line 10">
            <a:extLst>
              <a:ext uri="{FF2B5EF4-FFF2-40B4-BE49-F238E27FC236}">
                <a16:creationId xmlns:a16="http://schemas.microsoft.com/office/drawing/2014/main" id="{B63A7CBA-3151-452E-BD2F-D3E65CE1595F}"/>
              </a:ext>
            </a:extLst>
          </p:cNvPr>
          <p:cNvSpPr>
            <a:spLocks noChangeShapeType="1"/>
          </p:cNvSpPr>
          <p:nvPr userDrawn="1"/>
        </p:nvSpPr>
        <p:spPr bwMode="auto">
          <a:xfrm>
            <a:off x="2693891" y="907750"/>
            <a:ext cx="8887371"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4" name="Date Placeholder 3">
            <a:extLst>
              <a:ext uri="{FF2B5EF4-FFF2-40B4-BE49-F238E27FC236}">
                <a16:creationId xmlns:a16="http://schemas.microsoft.com/office/drawing/2014/main" id="{118571DE-086F-444C-976E-D386CED54CF9}"/>
              </a:ext>
            </a:extLst>
          </p:cNvPr>
          <p:cNvSpPr>
            <a:spLocks noGrp="1"/>
          </p:cNvSpPr>
          <p:nvPr>
            <p:ph type="dt" sz="half" idx="13"/>
          </p:nvPr>
        </p:nvSpPr>
        <p:spPr>
          <a:xfrm>
            <a:off x="1428184" y="6471244"/>
            <a:ext cx="1190638" cy="180000"/>
          </a:xfrm>
          <a:prstGeom prst="rect">
            <a:avLst/>
          </a:prstGeom>
        </p:spPr>
        <p:txBody>
          <a:bodyPr/>
          <a:lstStyle/>
          <a:p>
            <a:fld id="{F6672AED-AA57-49A1-ADA6-04940970FF25}" type="datetime1">
              <a:rPr lang="en-US" smtClean="0"/>
              <a:t>9/19/2025</a:t>
            </a:fld>
            <a:endParaRPr lang="en-IN"/>
          </a:p>
        </p:txBody>
      </p:sp>
      <p:sp>
        <p:nvSpPr>
          <p:cNvPr id="6" name="Footer Placeholder 5">
            <a:extLst>
              <a:ext uri="{FF2B5EF4-FFF2-40B4-BE49-F238E27FC236}">
                <a16:creationId xmlns:a16="http://schemas.microsoft.com/office/drawing/2014/main" id="{A5178D09-F6E9-4981-B6E0-209D099207E6}"/>
              </a:ext>
            </a:extLst>
          </p:cNvPr>
          <p:cNvSpPr>
            <a:spLocks noGrp="1"/>
          </p:cNvSpPr>
          <p:nvPr>
            <p:ph type="ftr" sz="quarter" idx="14"/>
          </p:nvPr>
        </p:nvSpPr>
        <p:spPr>
          <a:xfrm>
            <a:off x="3237502" y="6471244"/>
            <a:ext cx="3084493" cy="180000"/>
          </a:xfrm>
          <a:prstGeom prst="rect">
            <a:avLst/>
          </a:prstGeom>
        </p:spPr>
        <p:txBody>
          <a:bodyPr/>
          <a:lstStyle/>
          <a:p>
            <a:r>
              <a:rPr lang="en-IN"/>
              <a:t>Insert footer text here</a:t>
            </a:r>
          </a:p>
        </p:txBody>
      </p:sp>
      <p:sp>
        <p:nvSpPr>
          <p:cNvPr id="7" name="Slide Number Placeholder 6">
            <a:extLst>
              <a:ext uri="{FF2B5EF4-FFF2-40B4-BE49-F238E27FC236}">
                <a16:creationId xmlns:a16="http://schemas.microsoft.com/office/drawing/2014/main" id="{BAE170B6-45D3-4E0A-A799-1F973EAAC5EC}"/>
              </a:ext>
            </a:extLst>
          </p:cNvPr>
          <p:cNvSpPr>
            <a:spLocks noGrp="1"/>
          </p:cNvSpPr>
          <p:nvPr>
            <p:ph type="sldNum" sz="quarter" idx="15"/>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32958859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3_Standard slide_Quotes">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92FF9F11-F398-43D4-92EC-2E2EC11BE71F}"/>
              </a:ext>
            </a:extLst>
          </p:cNvPr>
          <p:cNvGraphicFramePr>
            <a:graphicFrameLocks noChangeAspect="1"/>
          </p:cNvGraphicFramePr>
          <p:nvPr userDrawn="1">
            <p:custDataLst>
              <p:tags r:id="rId1"/>
            </p:custDataLst>
            <p:extLst>
              <p:ext uri="{D42A27DB-BD31-4B8C-83A1-F6EECF244321}">
                <p14:modId xmlns:p14="http://schemas.microsoft.com/office/powerpoint/2010/main" val="203678960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92FF9F11-F398-43D4-92EC-2E2EC11BE71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102" y="1488927"/>
            <a:ext cx="2337171"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1194">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513083" y="2526765"/>
            <a:ext cx="5289245" cy="1800000"/>
          </a:xfrm>
        </p:spPr>
        <p:txBody>
          <a:bodyPr lIns="90000" tIns="46800" rIns="90000" bIns="46800"/>
          <a:lstStyle>
            <a:lvl1pPr marL="0" indent="0">
              <a:buNone/>
              <a:defRPr lang="en-US" sz="2799" dirty="0" smtClean="0">
                <a:latin typeface="Georgia" panose="02040502050405020303" pitchFamily="18" charset="0"/>
              </a:defRPr>
            </a:lvl1pPr>
          </a:lstStyle>
          <a:p>
            <a:pPr marL="356438" lvl="0" indent="-356438">
              <a:spcBef>
                <a:spcPts val="0"/>
              </a:spcBef>
            </a:pPr>
            <a:r>
              <a:rPr lang="en-US"/>
              <a:t>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513083" y="4632765"/>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rgbClr val="2E2E38"/>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513083" y="4971442"/>
            <a:ext cx="5289245" cy="316838"/>
          </a:xfrm>
        </p:spPr>
        <p:txBody>
          <a:bodyPr lIns="90000" tIns="46800" rIns="90000" bIns="46800"/>
          <a:lstStyle>
            <a:lvl1pPr marL="0" indent="0" algn="l" defTabSz="913943" rtl="0" eaLnBrk="1" latinLnBrk="0" hangingPunct="1">
              <a:spcBef>
                <a:spcPts val="0"/>
              </a:spcBef>
              <a:spcAft>
                <a:spcPts val="600"/>
              </a:spcAft>
              <a:buClr>
                <a:schemeClr val="tx2"/>
              </a:buClr>
              <a:buSzPct val="70000"/>
              <a:buFont typeface="Arial" pitchFamily="34" charset="0"/>
              <a:buNone/>
              <a:defRPr lang="en-US" sz="1599" kern="1200" dirty="0" smtClean="0">
                <a:solidFill>
                  <a:srgbClr val="2E2E38"/>
                </a:solidFill>
                <a:latin typeface="+mn-lt"/>
                <a:ea typeface="+mn-ea"/>
                <a:cs typeface="+mn-cs"/>
              </a:defRPr>
            </a:lvl1pPr>
            <a:lvl2pPr marL="356438" indent="0">
              <a:buNone/>
              <a:defRPr lang="en-US" sz="1999" smtClean="0">
                <a:latin typeface="+mn-lt"/>
              </a:defRPr>
            </a:lvl2pPr>
            <a:lvl3pPr>
              <a:defRPr lang="en-US" sz="1799" smtClean="0">
                <a:latin typeface="+mn-lt"/>
              </a:defRPr>
            </a:lvl3pPr>
            <a:lvl4pPr>
              <a:defRPr lang="en-US" sz="1599" smtClean="0">
                <a:latin typeface="+mn-lt"/>
              </a:defRPr>
            </a:lvl4pPr>
            <a:lvl5pPr>
              <a:defRPr lang="en-IN" sz="1599">
                <a:latin typeface="+mn-lt"/>
              </a:defRPr>
            </a:lvl5pPr>
          </a:lstStyle>
          <a:p>
            <a:pPr marL="0" lvl="0" indent="0">
              <a:spcBef>
                <a:spcPts val="0"/>
              </a:spcBef>
              <a:buNone/>
            </a:pPr>
            <a:r>
              <a:rPr lang="en-US"/>
              <a:t>Job Title</a:t>
            </a:r>
          </a:p>
        </p:txBody>
      </p:sp>
    </p:spTree>
    <p:extLst>
      <p:ext uri="{BB962C8B-B14F-4D97-AF65-F5344CB8AC3E}">
        <p14:creationId xmlns:p14="http://schemas.microsoft.com/office/powerpoint/2010/main" val="230943562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4_Standard slide_Quotes">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F52653E6-BECE-427F-AC46-3509D04B713C}"/>
              </a:ext>
            </a:extLst>
          </p:cNvPr>
          <p:cNvGraphicFramePr>
            <a:graphicFrameLocks noChangeAspect="1"/>
          </p:cNvGraphicFramePr>
          <p:nvPr userDrawn="1">
            <p:custDataLst>
              <p:tags r:id="rId1"/>
            </p:custDataLst>
            <p:extLst>
              <p:ext uri="{D42A27DB-BD31-4B8C-83A1-F6EECF244321}">
                <p14:modId xmlns:p14="http://schemas.microsoft.com/office/powerpoint/2010/main" val="40183932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F52653E6-BECE-427F-AC46-3509D04B713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3451378" y="2060235"/>
            <a:ext cx="5289245" cy="3025522"/>
          </a:xfrm>
        </p:spPr>
        <p:txBody>
          <a:bodyPr lIns="0" tIns="0" rIns="0" bIns="0">
            <a:noAutofit/>
          </a:bodyPr>
          <a:lstStyle>
            <a:lvl1pPr marL="0" indent="0" algn="ctr">
              <a:buNone/>
              <a:defRPr lang="en-US" sz="2799" dirty="0" smtClean="0">
                <a:latin typeface="Georgia" panose="02040502050405020303" pitchFamily="18" charset="0"/>
              </a:defRPr>
            </a:lvl1pPr>
          </a:lstStyle>
          <a:p>
            <a:pPr marL="356438" lvl="0" indent="-356438" algn="ctr">
              <a:spcBef>
                <a:spcPts val="0"/>
              </a:spcBef>
            </a:pPr>
            <a:r>
              <a:rPr lang="en-US"/>
              <a:t>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3451378" y="5506678"/>
            <a:ext cx="5289245" cy="316838"/>
          </a:xfrm>
        </p:spPr>
        <p:txBody>
          <a:bodyPr lIns="0" tIns="0" rIns="0" bIns="0">
            <a:noAutofit/>
          </a:bodyPr>
          <a:lstStyle>
            <a:lvl1pPr marL="0" indent="0" algn="ctr">
              <a:buNone/>
              <a:defRPr lang="en-US" sz="1599" dirty="0" smtClean="0">
                <a:solidFill>
                  <a:srgbClr val="2E2E38"/>
                </a:solidFill>
                <a:latin typeface="+mn-lt"/>
              </a:defRPr>
            </a:lvl1pPr>
          </a:lstStyle>
          <a:p>
            <a:pPr marL="356438" lvl="0" indent="-356438" algn="ctr">
              <a:spcBef>
                <a:spcPts val="0"/>
              </a:spcBef>
              <a:spcAft>
                <a:spcPts val="600"/>
              </a:spcAft>
            </a:pPr>
            <a:r>
              <a:rPr lang="en-US"/>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3451378" y="5818717"/>
            <a:ext cx="5289245" cy="316838"/>
          </a:xfrm>
        </p:spPr>
        <p:txBody>
          <a:bodyPr vert="horz" lIns="0" tIns="0" rIns="0" bIns="0" rtlCol="0" anchor="t" anchorCtr="0">
            <a:noAutofit/>
          </a:bodyPr>
          <a:lstStyle>
            <a:lvl1pPr marL="0" indent="0" algn="ctr">
              <a:buNone/>
              <a:defRPr lang="en-US" sz="1599" dirty="0" smtClean="0">
                <a:solidFill>
                  <a:srgbClr val="2E2E38"/>
                </a:solidFill>
                <a:latin typeface="+mn-lt"/>
              </a:defRPr>
            </a:lvl1pPr>
          </a:lstStyle>
          <a:p>
            <a:pPr marL="356438" lvl="0" indent="-356438" algn="ctr">
              <a:spcBef>
                <a:spcPts val="0"/>
              </a:spcBef>
              <a:spcAft>
                <a:spcPts val="600"/>
              </a:spcAft>
            </a:pPr>
            <a:r>
              <a:rPr lang="en-US"/>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7415" y="979788"/>
            <a:ext cx="2337171"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11194">
                <a:solidFill>
                  <a:schemeClr val="tx2"/>
                </a:solidFill>
                <a:latin typeface="Georgia" panose="02040502050405020303" pitchFamily="18" charset="0"/>
              </a:rPr>
              <a:t>“ </a:t>
            </a:r>
          </a:p>
        </p:txBody>
      </p:sp>
    </p:spTree>
    <p:extLst>
      <p:ext uri="{BB962C8B-B14F-4D97-AF65-F5344CB8AC3E}">
        <p14:creationId xmlns:p14="http://schemas.microsoft.com/office/powerpoint/2010/main" val="24846565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5_Standard slide_Quotes">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FDCC761-6047-467C-8B61-E4BA5FB14C6D}"/>
              </a:ext>
            </a:extLst>
          </p:cNvPr>
          <p:cNvGraphicFramePr>
            <a:graphicFrameLocks noChangeAspect="1"/>
          </p:cNvGraphicFramePr>
          <p:nvPr userDrawn="1">
            <p:custDataLst>
              <p:tags r:id="rId1"/>
            </p:custDataLst>
            <p:extLst>
              <p:ext uri="{D42A27DB-BD31-4B8C-83A1-F6EECF244321}">
                <p14:modId xmlns:p14="http://schemas.microsoft.com/office/powerpoint/2010/main" val="171772508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2FDCC761-6047-467C-8B61-E4BA5FB14C6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Tree>
    <p:extLst>
      <p:ext uri="{BB962C8B-B14F-4D97-AF65-F5344CB8AC3E}">
        <p14:creationId xmlns:p14="http://schemas.microsoft.com/office/powerpoint/2010/main" val="33708995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2_Empty">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92271264-873E-496A-AC51-50EC8DCD4EC9}"/>
              </a:ext>
            </a:extLst>
          </p:cNvPr>
          <p:cNvGraphicFramePr>
            <a:graphicFrameLocks noChangeAspect="1"/>
          </p:cNvGraphicFramePr>
          <p:nvPr userDrawn="1">
            <p:custDataLst>
              <p:tags r:id="rId1"/>
            </p:custDataLst>
            <p:extLst>
              <p:ext uri="{D42A27DB-BD31-4B8C-83A1-F6EECF244321}">
                <p14:modId xmlns:p14="http://schemas.microsoft.com/office/powerpoint/2010/main" val="110157716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6" name="Object 5" hidden="1">
                        <a:extLst>
                          <a:ext uri="{FF2B5EF4-FFF2-40B4-BE49-F238E27FC236}">
                            <a16:creationId xmlns:a16="http://schemas.microsoft.com/office/drawing/2014/main" id="{92271264-873E-496A-AC51-50EC8DCD4EC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 name="Media Placeholder 2">
            <a:extLst>
              <a:ext uri="{FF2B5EF4-FFF2-40B4-BE49-F238E27FC236}">
                <a16:creationId xmlns:a16="http://schemas.microsoft.com/office/drawing/2014/main" id="{0052CFA6-7CF5-41BD-9D94-2D0DAE108428}"/>
              </a:ext>
            </a:extLst>
          </p:cNvPr>
          <p:cNvSpPr>
            <a:spLocks noGrp="1"/>
          </p:cNvSpPr>
          <p:nvPr>
            <p:ph type="media" sz="quarter" idx="10" hasCustomPrompt="1"/>
          </p:nvPr>
        </p:nvSpPr>
        <p:spPr>
          <a:xfrm>
            <a:off x="0" y="0"/>
            <a:ext cx="12192000" cy="6858000"/>
          </a:xfrm>
        </p:spPr>
        <p:txBody>
          <a:bodyPr anchor="ctr"/>
          <a:lstStyle>
            <a:lvl1pPr marL="0" indent="0" algn="ctr">
              <a:buNone/>
              <a:defRPr/>
            </a:lvl1pPr>
          </a:lstStyle>
          <a:p>
            <a:r>
              <a:rPr lang="en-IN"/>
              <a:t>Video</a:t>
            </a:r>
          </a:p>
        </p:txBody>
      </p:sp>
      <p:sp>
        <p:nvSpPr>
          <p:cNvPr id="2" name="Date Placeholder 1">
            <a:extLst>
              <a:ext uri="{FF2B5EF4-FFF2-40B4-BE49-F238E27FC236}">
                <a16:creationId xmlns:a16="http://schemas.microsoft.com/office/drawing/2014/main" id="{E943830C-23AE-48E4-B9DE-E91E6CE0B8B9}"/>
              </a:ext>
            </a:extLst>
          </p:cNvPr>
          <p:cNvSpPr>
            <a:spLocks noGrp="1"/>
          </p:cNvSpPr>
          <p:nvPr>
            <p:ph type="dt" sz="half" idx="11"/>
          </p:nvPr>
        </p:nvSpPr>
        <p:spPr>
          <a:xfrm>
            <a:off x="1428184" y="6471244"/>
            <a:ext cx="1190638" cy="180000"/>
          </a:xfrm>
          <a:prstGeom prst="rect">
            <a:avLst/>
          </a:prstGeom>
        </p:spPr>
        <p:txBody>
          <a:bodyPr/>
          <a:lstStyle/>
          <a:p>
            <a:fld id="{E2D3CA93-8F09-463D-A3C1-B65C4A046BE2}" type="datetime1">
              <a:rPr lang="en-US" smtClean="0"/>
              <a:t>9/19/2025</a:t>
            </a:fld>
            <a:endParaRPr lang="en-IN"/>
          </a:p>
        </p:txBody>
      </p:sp>
      <p:sp>
        <p:nvSpPr>
          <p:cNvPr id="4" name="Footer Placeholder 3">
            <a:extLst>
              <a:ext uri="{FF2B5EF4-FFF2-40B4-BE49-F238E27FC236}">
                <a16:creationId xmlns:a16="http://schemas.microsoft.com/office/drawing/2014/main" id="{B0F742A9-BF69-4BF2-966C-3D76FC687FBA}"/>
              </a:ext>
            </a:extLst>
          </p:cNvPr>
          <p:cNvSpPr>
            <a:spLocks noGrp="1"/>
          </p:cNvSpPr>
          <p:nvPr>
            <p:ph type="ftr" sz="quarter" idx="12"/>
          </p:nvPr>
        </p:nvSpPr>
        <p:spPr>
          <a:xfrm>
            <a:off x="3237502" y="6471244"/>
            <a:ext cx="3084493" cy="180000"/>
          </a:xfrm>
          <a:prstGeom prst="rect">
            <a:avLst/>
          </a:prstGeom>
        </p:spPr>
        <p:txBody>
          <a:bodyPr/>
          <a:lstStyle/>
          <a:p>
            <a:r>
              <a:rPr lang="en-IN"/>
              <a:t>Insert footer text here</a:t>
            </a:r>
          </a:p>
        </p:txBody>
      </p:sp>
      <p:sp>
        <p:nvSpPr>
          <p:cNvPr id="5" name="Slide Number Placeholder 4">
            <a:extLst>
              <a:ext uri="{FF2B5EF4-FFF2-40B4-BE49-F238E27FC236}">
                <a16:creationId xmlns:a16="http://schemas.microsoft.com/office/drawing/2014/main" id="{9B65F912-EBE8-413B-A241-0FB3A540BA82}"/>
              </a:ext>
            </a:extLst>
          </p:cNvPr>
          <p:cNvSpPr>
            <a:spLocks noGrp="1"/>
          </p:cNvSpPr>
          <p:nvPr>
            <p:ph type="sldNum" sz="quarter" idx="13"/>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789714023"/>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1_Key statemen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D1152935-2CFA-47F5-97B3-0AFFDE069119}"/>
              </a:ext>
            </a:extLst>
          </p:cNvPr>
          <p:cNvGraphicFramePr>
            <a:graphicFrameLocks noChangeAspect="1"/>
          </p:cNvGraphicFramePr>
          <p:nvPr userDrawn="1">
            <p:custDataLst>
              <p:tags r:id="rId1"/>
            </p:custDataLst>
            <p:extLst>
              <p:ext uri="{D42A27DB-BD31-4B8C-83A1-F6EECF244321}">
                <p14:modId xmlns:p14="http://schemas.microsoft.com/office/powerpoint/2010/main" val="244924214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D1152935-2CFA-47F5-97B3-0AFFDE06911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Date Placeholder 4">
            <a:extLst>
              <a:ext uri="{FF2B5EF4-FFF2-40B4-BE49-F238E27FC236}">
                <a16:creationId xmlns:a16="http://schemas.microsoft.com/office/drawing/2014/main" id="{C37B5C6B-B98B-4A4C-A8A7-B006989B59BC}"/>
              </a:ext>
            </a:extLst>
          </p:cNvPr>
          <p:cNvSpPr>
            <a:spLocks noGrp="1"/>
          </p:cNvSpPr>
          <p:nvPr>
            <p:ph type="dt" sz="half" idx="10"/>
          </p:nvPr>
        </p:nvSpPr>
        <p:spPr>
          <a:xfrm>
            <a:off x="1428184" y="6471244"/>
            <a:ext cx="1190638" cy="180000"/>
          </a:xfrm>
          <a:prstGeom prst="rect">
            <a:avLst/>
          </a:prstGeom>
        </p:spPr>
        <p:txBody>
          <a:bodyPr/>
          <a:lstStyle/>
          <a:p>
            <a:fld id="{25CDA976-E2E5-4781-BBCB-BC139C4D3E60}" type="datetime1">
              <a:rPr lang="en-US" smtClean="0"/>
              <a:t>9/19/2025</a:t>
            </a:fld>
            <a:endParaRPr lang="en-IN"/>
          </a:p>
        </p:txBody>
      </p:sp>
      <p:sp>
        <p:nvSpPr>
          <p:cNvPr id="6" name="Footer Placeholder 5">
            <a:extLst>
              <a:ext uri="{FF2B5EF4-FFF2-40B4-BE49-F238E27FC236}">
                <a16:creationId xmlns:a16="http://schemas.microsoft.com/office/drawing/2014/main" id="{3CEF6675-2050-4038-B9E1-B80DB63D730E}"/>
              </a:ext>
            </a:extLst>
          </p:cNvPr>
          <p:cNvSpPr>
            <a:spLocks noGrp="1"/>
          </p:cNvSpPr>
          <p:nvPr>
            <p:ph type="ftr" sz="quarter" idx="11"/>
          </p:nvPr>
        </p:nvSpPr>
        <p:spPr>
          <a:xfrm>
            <a:off x="3237502" y="6471244"/>
            <a:ext cx="3084493" cy="180000"/>
          </a:xfrm>
          <a:prstGeom prst="rect">
            <a:avLst/>
          </a:prstGeom>
        </p:spPr>
        <p:txBody>
          <a:bodyPr/>
          <a:lstStyle/>
          <a:p>
            <a:r>
              <a:rPr lang="en-IN"/>
              <a:t>Insert footer text here</a:t>
            </a:r>
          </a:p>
        </p:txBody>
      </p:sp>
      <p:sp>
        <p:nvSpPr>
          <p:cNvPr id="7" name="Slide Number Placeholder 6">
            <a:extLst>
              <a:ext uri="{FF2B5EF4-FFF2-40B4-BE49-F238E27FC236}">
                <a16:creationId xmlns:a16="http://schemas.microsoft.com/office/drawing/2014/main" id="{BBA4D6F3-1431-4069-B814-25584667728F}"/>
              </a:ext>
            </a:extLst>
          </p:cNvPr>
          <p:cNvSpPr>
            <a:spLocks noGrp="1"/>
          </p:cNvSpPr>
          <p:nvPr>
            <p:ph type="sldNum" sz="quarter" idx="12"/>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227553437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1_Focused data">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DA391FFF-4D0E-42F5-AC4A-C502C9628946}"/>
              </a:ext>
            </a:extLst>
          </p:cNvPr>
          <p:cNvGraphicFramePr>
            <a:graphicFrameLocks noChangeAspect="1"/>
          </p:cNvGraphicFramePr>
          <p:nvPr userDrawn="1">
            <p:custDataLst>
              <p:tags r:id="rId1"/>
            </p:custDataLst>
            <p:extLst>
              <p:ext uri="{D42A27DB-BD31-4B8C-83A1-F6EECF244321}">
                <p14:modId xmlns:p14="http://schemas.microsoft.com/office/powerpoint/2010/main" val="31330491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5" name="Object 4" hidden="1">
                        <a:extLst>
                          <a:ext uri="{FF2B5EF4-FFF2-40B4-BE49-F238E27FC236}">
                            <a16:creationId xmlns:a16="http://schemas.microsoft.com/office/drawing/2014/main" id="{DA391FFF-4D0E-42F5-AC4A-C502C962894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Date Placeholder 1">
            <a:extLst>
              <a:ext uri="{FF2B5EF4-FFF2-40B4-BE49-F238E27FC236}">
                <a16:creationId xmlns:a16="http://schemas.microsoft.com/office/drawing/2014/main" id="{E897186E-D73E-46D0-965A-D83686BA73F7}"/>
              </a:ext>
            </a:extLst>
          </p:cNvPr>
          <p:cNvSpPr>
            <a:spLocks noGrp="1"/>
          </p:cNvSpPr>
          <p:nvPr>
            <p:ph type="dt" sz="half" idx="10"/>
          </p:nvPr>
        </p:nvSpPr>
        <p:spPr>
          <a:xfrm>
            <a:off x="1428184" y="6471244"/>
            <a:ext cx="1190638" cy="180000"/>
          </a:xfrm>
          <a:prstGeom prst="rect">
            <a:avLst/>
          </a:prstGeom>
        </p:spPr>
        <p:txBody>
          <a:bodyPr/>
          <a:lstStyle/>
          <a:p>
            <a:fld id="{9C8F80BA-8A5F-4BCC-8DB1-3EB5654656BD}" type="datetime1">
              <a:rPr lang="en-US" smtClean="0"/>
              <a:t>9/19/2025</a:t>
            </a:fld>
            <a:endParaRPr lang="en-IN"/>
          </a:p>
        </p:txBody>
      </p:sp>
      <p:sp>
        <p:nvSpPr>
          <p:cNvPr id="3" name="Footer Placeholder 2">
            <a:extLst>
              <a:ext uri="{FF2B5EF4-FFF2-40B4-BE49-F238E27FC236}">
                <a16:creationId xmlns:a16="http://schemas.microsoft.com/office/drawing/2014/main" id="{9DEF40EA-FE63-4D50-8C90-EC25A860C0C3}"/>
              </a:ext>
            </a:extLst>
          </p:cNvPr>
          <p:cNvSpPr>
            <a:spLocks noGrp="1"/>
          </p:cNvSpPr>
          <p:nvPr>
            <p:ph type="ftr" sz="quarter" idx="11"/>
          </p:nvPr>
        </p:nvSpPr>
        <p:spPr>
          <a:xfrm>
            <a:off x="3237502" y="6471244"/>
            <a:ext cx="3084493" cy="180000"/>
          </a:xfrm>
          <a:prstGeom prst="rect">
            <a:avLst/>
          </a:prstGeom>
        </p:spPr>
        <p:txBody>
          <a:bodyPr/>
          <a:lstStyle/>
          <a:p>
            <a:r>
              <a:rPr lang="en-IN"/>
              <a:t>Insert footer text here</a:t>
            </a:r>
          </a:p>
        </p:txBody>
      </p:sp>
      <p:sp>
        <p:nvSpPr>
          <p:cNvPr id="4" name="Slide Number Placeholder 3">
            <a:extLst>
              <a:ext uri="{FF2B5EF4-FFF2-40B4-BE49-F238E27FC236}">
                <a16:creationId xmlns:a16="http://schemas.microsoft.com/office/drawing/2014/main" id="{3F37420B-CF82-4784-8E9C-5C496E27C509}"/>
              </a:ext>
            </a:extLst>
          </p:cNvPr>
          <p:cNvSpPr>
            <a:spLocks noGrp="1"/>
          </p:cNvSpPr>
          <p:nvPr>
            <p:ph type="sldNum" sz="quarter" idx="12"/>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47421151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7_Standard slide">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90AE1ADD-4D3C-45F0-8074-0ECF07E0D7F0}"/>
              </a:ext>
            </a:extLst>
          </p:cNvPr>
          <p:cNvGraphicFramePr>
            <a:graphicFrameLocks noChangeAspect="1"/>
          </p:cNvGraphicFramePr>
          <p:nvPr userDrawn="1">
            <p:custDataLst>
              <p:tags r:id="rId1"/>
            </p:custDataLst>
            <p:extLst>
              <p:ext uri="{D42A27DB-BD31-4B8C-83A1-F6EECF244321}">
                <p14:modId xmlns:p14="http://schemas.microsoft.com/office/powerpoint/2010/main" val="16472788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7" name="Object 6" hidden="1">
                        <a:extLst>
                          <a:ext uri="{FF2B5EF4-FFF2-40B4-BE49-F238E27FC236}">
                            <a16:creationId xmlns:a16="http://schemas.microsoft.com/office/drawing/2014/main" id="{90AE1ADD-4D3C-45F0-8074-0ECF07E0D7F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609601" y="294200"/>
            <a:ext cx="10972800" cy="590400"/>
          </a:xfrm>
        </p:spPr>
        <p:txBody>
          <a:bodyPr vert="horz"/>
          <a:lstStyle>
            <a:lvl1pPr>
              <a:defRPr sz="2399">
                <a:solidFill>
                  <a:schemeClr val="bg1"/>
                </a:solidFill>
              </a:defRPr>
            </a:lvl1pPr>
          </a:lstStyle>
          <a:p>
            <a:r>
              <a:rPr lang="en-US"/>
              <a:t>Standard slide</a:t>
            </a:r>
            <a:endParaRPr lang="en-GB"/>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3" name="Date Placeholder 2">
            <a:extLst>
              <a:ext uri="{FF2B5EF4-FFF2-40B4-BE49-F238E27FC236}">
                <a16:creationId xmlns:a16="http://schemas.microsoft.com/office/drawing/2014/main" id="{7BD5E823-546D-4100-9D33-42F450A382EF}"/>
              </a:ext>
            </a:extLst>
          </p:cNvPr>
          <p:cNvSpPr>
            <a:spLocks noGrp="1"/>
          </p:cNvSpPr>
          <p:nvPr>
            <p:ph type="dt" sz="half" idx="10"/>
          </p:nvPr>
        </p:nvSpPr>
        <p:spPr>
          <a:xfrm>
            <a:off x="1428184" y="6471244"/>
            <a:ext cx="1190638" cy="180000"/>
          </a:xfrm>
          <a:prstGeom prst="rect">
            <a:avLst/>
          </a:prstGeom>
        </p:spPr>
        <p:txBody>
          <a:bodyPr/>
          <a:lstStyle/>
          <a:p>
            <a:fld id="{27A11471-8458-46C4-8AA9-9648DF42796F}" type="datetime1">
              <a:rPr lang="en-US" smtClean="0"/>
              <a:t>9/19/2025</a:t>
            </a:fld>
            <a:endParaRPr lang="en-IN"/>
          </a:p>
        </p:txBody>
      </p:sp>
      <p:sp>
        <p:nvSpPr>
          <p:cNvPr id="4" name="Footer Placeholder 3">
            <a:extLst>
              <a:ext uri="{FF2B5EF4-FFF2-40B4-BE49-F238E27FC236}">
                <a16:creationId xmlns:a16="http://schemas.microsoft.com/office/drawing/2014/main" id="{D4EEA008-3E80-49A8-A128-C1EEB8A02F06}"/>
              </a:ext>
            </a:extLst>
          </p:cNvPr>
          <p:cNvSpPr>
            <a:spLocks noGrp="1"/>
          </p:cNvSpPr>
          <p:nvPr>
            <p:ph type="ftr" sz="quarter" idx="11"/>
          </p:nvPr>
        </p:nvSpPr>
        <p:spPr>
          <a:xfrm>
            <a:off x="3237502" y="6471244"/>
            <a:ext cx="3084493" cy="180000"/>
          </a:xfrm>
          <a:prstGeom prst="rect">
            <a:avLst/>
          </a:prstGeom>
        </p:spPr>
        <p:txBody>
          <a:bodyPr/>
          <a:lstStyle/>
          <a:p>
            <a:r>
              <a:rPr lang="en-IN"/>
              <a:t>Insert footer text here</a:t>
            </a:r>
          </a:p>
        </p:txBody>
      </p:sp>
      <p:sp>
        <p:nvSpPr>
          <p:cNvPr id="5" name="Slide Number Placeholder 4">
            <a:extLst>
              <a:ext uri="{FF2B5EF4-FFF2-40B4-BE49-F238E27FC236}">
                <a16:creationId xmlns:a16="http://schemas.microsoft.com/office/drawing/2014/main" id="{0A192330-2E70-49F4-A5DA-F82320E7080E}"/>
              </a:ext>
            </a:extLst>
          </p:cNvPr>
          <p:cNvSpPr>
            <a:spLocks noGrp="1"/>
          </p:cNvSpPr>
          <p:nvPr>
            <p:ph type="sldNum" sz="quarter" idx="12"/>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397143662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1_Two columns with headings">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AC401B7E-55B3-46C2-B9DC-351F5E5C2519}"/>
              </a:ext>
            </a:extLst>
          </p:cNvPr>
          <p:cNvGraphicFramePr>
            <a:graphicFrameLocks noChangeAspect="1"/>
          </p:cNvGraphicFramePr>
          <p:nvPr userDrawn="1">
            <p:custDataLst>
              <p:tags r:id="rId1"/>
            </p:custDataLst>
            <p:extLst>
              <p:ext uri="{D42A27DB-BD31-4B8C-83A1-F6EECF244321}">
                <p14:modId xmlns:p14="http://schemas.microsoft.com/office/powerpoint/2010/main" val="29989234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9" name="Object 8" hidden="1">
                        <a:extLst>
                          <a:ext uri="{FF2B5EF4-FFF2-40B4-BE49-F238E27FC236}">
                            <a16:creationId xmlns:a16="http://schemas.microsoft.com/office/drawing/2014/main" id="{AC401B7E-55B3-46C2-B9DC-351F5E5C251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 name="Content Placeholder 2"/>
          <p:cNvSpPr>
            <a:spLocks noGrp="1"/>
          </p:cNvSpPr>
          <p:nvPr>
            <p:ph sz="half" idx="1"/>
          </p:nvPr>
        </p:nvSpPr>
        <p:spPr>
          <a:xfrm>
            <a:off x="612329" y="1869441"/>
            <a:ext cx="5390400" cy="4256075"/>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6405" y="1869441"/>
            <a:ext cx="5390400" cy="4256075"/>
          </a:xfrm>
        </p:spPr>
        <p:txBody>
          <a:bodyPr/>
          <a:lstStyle>
            <a:lvl1pPr>
              <a:defRPr sz="1999">
                <a:solidFill>
                  <a:schemeClr val="bg1"/>
                </a:solidFill>
              </a:defRPr>
            </a:lvl1pPr>
            <a:lvl2pPr>
              <a:defRPr sz="1799">
                <a:solidFill>
                  <a:schemeClr val="bg1"/>
                </a:solidFill>
              </a:defRPr>
            </a:lvl2pPr>
            <a:lvl3pPr>
              <a:defRPr sz="1599">
                <a:solidFill>
                  <a:schemeClr val="bg1"/>
                </a:solidFill>
              </a:defRPr>
            </a:lvl3pPr>
            <a:lvl4pPr>
              <a:defRPr sz="1399">
                <a:solidFill>
                  <a:schemeClr val="bg1"/>
                </a:solidFill>
              </a:defRPr>
            </a:lvl4pPr>
            <a:lvl5pPr>
              <a:defRPr sz="1199">
                <a:solidFill>
                  <a:schemeClr val="bg1"/>
                </a:solidFill>
              </a:defRPr>
            </a:lvl5pPr>
            <a:lvl6pPr>
              <a:defRPr sz="1799"/>
            </a:lvl6pPr>
            <a:lvl7pPr>
              <a:defRPr sz="1799"/>
            </a:lvl7pPr>
            <a:lvl8pPr>
              <a:defRPr sz="1799"/>
            </a:lvl8pPr>
            <a:lvl9pPr>
              <a:defRPr sz="17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9"/>
          <p:cNvSpPr>
            <a:spLocks noGrp="1"/>
          </p:cNvSpPr>
          <p:nvPr>
            <p:ph type="body" sz="quarter" idx="12"/>
          </p:nvPr>
        </p:nvSpPr>
        <p:spPr>
          <a:xfrm>
            <a:off x="609601" y="1137920"/>
            <a:ext cx="5390400" cy="640800"/>
          </a:xfrm>
        </p:spPr>
        <p:txBody>
          <a:bodyPr anchor="t" anchorCtr="0"/>
          <a:lstStyle>
            <a:lvl1pPr>
              <a:buNone/>
              <a:defRPr b="1">
                <a:solidFill>
                  <a:schemeClr val="bg1"/>
                </a:solidFill>
              </a:defRPr>
            </a:lvl1pPr>
          </a:lstStyle>
          <a:p>
            <a:pPr lvl="0"/>
            <a:endParaRPr lang="en-GB"/>
          </a:p>
        </p:txBody>
      </p:sp>
      <p:sp>
        <p:nvSpPr>
          <p:cNvPr id="11" name="Text Placeholder 9"/>
          <p:cNvSpPr>
            <a:spLocks noGrp="1"/>
          </p:cNvSpPr>
          <p:nvPr>
            <p:ph type="body" sz="quarter" idx="13"/>
          </p:nvPr>
        </p:nvSpPr>
        <p:spPr>
          <a:xfrm>
            <a:off x="6196405" y="1137920"/>
            <a:ext cx="5390400" cy="640800"/>
          </a:xfrm>
        </p:spPr>
        <p:txBody>
          <a:bodyPr anchor="t" anchorCtr="0"/>
          <a:lstStyle>
            <a:lvl1pPr>
              <a:buNone/>
              <a:defRPr b="1">
                <a:solidFill>
                  <a:schemeClr val="bg1"/>
                </a:solidFill>
              </a:defRPr>
            </a:lvl1pPr>
          </a:lstStyle>
          <a:p>
            <a:pPr lvl="0"/>
            <a:endParaRPr lang="en-GB"/>
          </a:p>
        </p:txBody>
      </p:sp>
      <p:sp>
        <p:nvSpPr>
          <p:cNvPr id="2" name="Title 1"/>
          <p:cNvSpPr>
            <a:spLocks noGrp="1"/>
          </p:cNvSpPr>
          <p:nvPr>
            <p:ph type="title"/>
          </p:nvPr>
        </p:nvSpPr>
        <p:spPr>
          <a:xfrm>
            <a:off x="609601" y="294200"/>
            <a:ext cx="10972800" cy="590880"/>
          </a:xfrm>
        </p:spPr>
        <p:txBody>
          <a:bodyPr vert="horz"/>
          <a:lstStyle>
            <a:lvl1pPr>
              <a:defRPr>
                <a:solidFill>
                  <a:schemeClr val="bg1"/>
                </a:solidFill>
              </a:defRPr>
            </a:lvl1pPr>
          </a:lstStyle>
          <a:p>
            <a:r>
              <a:rPr lang="en-US"/>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5" name="Date Placeholder 4">
            <a:extLst>
              <a:ext uri="{FF2B5EF4-FFF2-40B4-BE49-F238E27FC236}">
                <a16:creationId xmlns:a16="http://schemas.microsoft.com/office/drawing/2014/main" id="{6A3CD3F7-62DC-4CC4-8F34-C353DB087D7C}"/>
              </a:ext>
            </a:extLst>
          </p:cNvPr>
          <p:cNvSpPr>
            <a:spLocks noGrp="1"/>
          </p:cNvSpPr>
          <p:nvPr>
            <p:ph type="dt" sz="half" idx="14"/>
          </p:nvPr>
        </p:nvSpPr>
        <p:spPr>
          <a:xfrm>
            <a:off x="1428184" y="6471244"/>
            <a:ext cx="1190638" cy="180000"/>
          </a:xfrm>
          <a:prstGeom prst="rect">
            <a:avLst/>
          </a:prstGeom>
        </p:spPr>
        <p:txBody>
          <a:bodyPr/>
          <a:lstStyle/>
          <a:p>
            <a:fld id="{1C6E302B-6E4B-463F-A8CE-00FC8B5BF015}" type="datetime1">
              <a:rPr lang="en-US" smtClean="0"/>
              <a:t>9/19/2025</a:t>
            </a:fld>
            <a:endParaRPr lang="en-IN"/>
          </a:p>
        </p:txBody>
      </p:sp>
      <p:sp>
        <p:nvSpPr>
          <p:cNvPr id="6" name="Footer Placeholder 5">
            <a:extLst>
              <a:ext uri="{FF2B5EF4-FFF2-40B4-BE49-F238E27FC236}">
                <a16:creationId xmlns:a16="http://schemas.microsoft.com/office/drawing/2014/main" id="{4BD2EC01-3D34-4D32-9B76-5269D1AA4651}"/>
              </a:ext>
            </a:extLst>
          </p:cNvPr>
          <p:cNvSpPr>
            <a:spLocks noGrp="1"/>
          </p:cNvSpPr>
          <p:nvPr>
            <p:ph type="ftr" sz="quarter" idx="15"/>
          </p:nvPr>
        </p:nvSpPr>
        <p:spPr>
          <a:xfrm>
            <a:off x="3237502" y="6471244"/>
            <a:ext cx="3084493" cy="180000"/>
          </a:xfrm>
          <a:prstGeom prst="rect">
            <a:avLst/>
          </a:prstGeom>
        </p:spPr>
        <p:txBody>
          <a:bodyPr/>
          <a:lstStyle/>
          <a:p>
            <a:r>
              <a:rPr lang="en-IN"/>
              <a:t>Insert footer text here</a:t>
            </a:r>
          </a:p>
        </p:txBody>
      </p:sp>
      <p:sp>
        <p:nvSpPr>
          <p:cNvPr id="7" name="Slide Number Placeholder 6">
            <a:extLst>
              <a:ext uri="{FF2B5EF4-FFF2-40B4-BE49-F238E27FC236}">
                <a16:creationId xmlns:a16="http://schemas.microsoft.com/office/drawing/2014/main" id="{24BE1C2B-4DA4-468F-9976-85F6CBF826F1}"/>
              </a:ext>
            </a:extLst>
          </p:cNvPr>
          <p:cNvSpPr>
            <a:spLocks noGrp="1"/>
          </p:cNvSpPr>
          <p:nvPr>
            <p:ph type="sldNum" sz="quarter" idx="16"/>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88965984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5_Standard slide_no bullets">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05FFC3B0-553E-407B-AC9B-BBEC2C2FCC6D}"/>
              </a:ext>
            </a:extLst>
          </p:cNvPr>
          <p:cNvGraphicFramePr>
            <a:graphicFrameLocks noChangeAspect="1"/>
          </p:cNvGraphicFramePr>
          <p:nvPr userDrawn="1">
            <p:custDataLst>
              <p:tags r:id="rId1"/>
            </p:custDataLst>
            <p:extLst>
              <p:ext uri="{D42A27DB-BD31-4B8C-83A1-F6EECF244321}">
                <p14:modId xmlns:p14="http://schemas.microsoft.com/office/powerpoint/2010/main" val="359290150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6" name="Object 5" hidden="1">
                        <a:extLst>
                          <a:ext uri="{FF2B5EF4-FFF2-40B4-BE49-F238E27FC236}">
                            <a16:creationId xmlns:a16="http://schemas.microsoft.com/office/drawing/2014/main" id="{05FFC3B0-553E-407B-AC9B-BBEC2C2FCC6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5" name="Picture Placeholder 14">
            <a:extLst>
              <a:ext uri="{FF2B5EF4-FFF2-40B4-BE49-F238E27FC236}">
                <a16:creationId xmlns:a16="http://schemas.microsoft.com/office/drawing/2014/main" id="{628F8CDB-776D-4811-AE2C-217236ECDECA}"/>
              </a:ext>
            </a:extLst>
          </p:cNvPr>
          <p:cNvSpPr>
            <a:spLocks noGrp="1"/>
          </p:cNvSpPr>
          <p:nvPr>
            <p:ph type="pic" sz="quarter" idx="12"/>
          </p:nvPr>
        </p:nvSpPr>
        <p:spPr>
          <a:xfrm>
            <a:off x="6223938" y="0"/>
            <a:ext cx="5968062" cy="6858000"/>
          </a:xfrm>
        </p:spPr>
        <p:txBody>
          <a:bodyPr/>
          <a:lstStyle/>
          <a:p>
            <a:endParaRPr lang="en-IN"/>
          </a:p>
        </p:txBody>
      </p:sp>
      <p:sp>
        <p:nvSpPr>
          <p:cNvPr id="5" name="Text Placeholder 4">
            <a:extLst>
              <a:ext uri="{FF2B5EF4-FFF2-40B4-BE49-F238E27FC236}">
                <a16:creationId xmlns:a16="http://schemas.microsoft.com/office/drawing/2014/main" id="{626E96BA-E9E4-496B-8CA5-6DA27B8AD7E4}"/>
              </a:ext>
            </a:extLst>
          </p:cNvPr>
          <p:cNvSpPr>
            <a:spLocks noGrp="1"/>
          </p:cNvSpPr>
          <p:nvPr>
            <p:ph type="body" sz="quarter" idx="10" hasCustomPrompt="1"/>
          </p:nvPr>
        </p:nvSpPr>
        <p:spPr>
          <a:xfrm>
            <a:off x="369513" y="2578743"/>
            <a:ext cx="4535597" cy="1055708"/>
          </a:xfrm>
        </p:spPr>
        <p:txBody>
          <a:bodyPr/>
          <a:lstStyle>
            <a:lvl1pPr marL="0" indent="0">
              <a:buNone/>
              <a:defRPr sz="2999"/>
            </a:lvl1pPr>
          </a:lstStyle>
          <a:p>
            <a:pPr lvl="0"/>
            <a:r>
              <a:rPr lang="en-IN"/>
              <a:t>Chapter Title</a:t>
            </a:r>
          </a:p>
          <a:p>
            <a:pPr lvl="0"/>
            <a:r>
              <a:rPr lang="en-IN"/>
              <a:t>EY Interstate Light</a:t>
            </a:r>
          </a:p>
        </p:txBody>
      </p:sp>
      <p:sp>
        <p:nvSpPr>
          <p:cNvPr id="14" name="Text Placeholder 4">
            <a:extLst>
              <a:ext uri="{FF2B5EF4-FFF2-40B4-BE49-F238E27FC236}">
                <a16:creationId xmlns:a16="http://schemas.microsoft.com/office/drawing/2014/main" id="{1173C8A3-BA2F-497B-A214-45B02D73AF20}"/>
              </a:ext>
            </a:extLst>
          </p:cNvPr>
          <p:cNvSpPr>
            <a:spLocks noGrp="1"/>
          </p:cNvSpPr>
          <p:nvPr>
            <p:ph type="body" sz="quarter" idx="11" hasCustomPrompt="1"/>
          </p:nvPr>
        </p:nvSpPr>
        <p:spPr>
          <a:xfrm>
            <a:off x="369513" y="3840384"/>
            <a:ext cx="4535597" cy="1055708"/>
          </a:xfrm>
        </p:spPr>
        <p:txBody>
          <a:bodyPr/>
          <a:lstStyle>
            <a:lvl1pPr marL="0" indent="0">
              <a:buNone/>
              <a:defRPr sz="1599"/>
            </a:lvl1pPr>
          </a:lstStyle>
          <a:p>
            <a:pPr lvl="0"/>
            <a:r>
              <a:rPr lang="en-IN"/>
              <a:t>text</a:t>
            </a:r>
          </a:p>
        </p:txBody>
      </p:sp>
      <p:sp>
        <p:nvSpPr>
          <p:cNvPr id="2" name="Date Placeholder 1">
            <a:extLst>
              <a:ext uri="{FF2B5EF4-FFF2-40B4-BE49-F238E27FC236}">
                <a16:creationId xmlns:a16="http://schemas.microsoft.com/office/drawing/2014/main" id="{E3EABBDA-A77F-45A2-9996-90CD0EE5C388}"/>
              </a:ext>
            </a:extLst>
          </p:cNvPr>
          <p:cNvSpPr>
            <a:spLocks noGrp="1"/>
          </p:cNvSpPr>
          <p:nvPr>
            <p:ph type="dt" sz="half" idx="13"/>
          </p:nvPr>
        </p:nvSpPr>
        <p:spPr>
          <a:xfrm>
            <a:off x="1428184" y="6471244"/>
            <a:ext cx="1190638" cy="180000"/>
          </a:xfrm>
          <a:prstGeom prst="rect">
            <a:avLst/>
          </a:prstGeom>
        </p:spPr>
        <p:txBody>
          <a:bodyPr/>
          <a:lstStyle/>
          <a:p>
            <a:fld id="{4CD4F43A-5D5F-4389-BCBD-945AA16FAA67}" type="datetime1">
              <a:rPr lang="en-US" smtClean="0"/>
              <a:t>9/19/2025</a:t>
            </a:fld>
            <a:endParaRPr lang="en-IN"/>
          </a:p>
        </p:txBody>
      </p:sp>
      <p:sp>
        <p:nvSpPr>
          <p:cNvPr id="3" name="Footer Placeholder 2">
            <a:extLst>
              <a:ext uri="{FF2B5EF4-FFF2-40B4-BE49-F238E27FC236}">
                <a16:creationId xmlns:a16="http://schemas.microsoft.com/office/drawing/2014/main" id="{0F883B36-3BA3-42B4-A811-65C0AF01A86F}"/>
              </a:ext>
            </a:extLst>
          </p:cNvPr>
          <p:cNvSpPr>
            <a:spLocks noGrp="1"/>
          </p:cNvSpPr>
          <p:nvPr>
            <p:ph type="ftr" sz="quarter" idx="14"/>
          </p:nvPr>
        </p:nvSpPr>
        <p:spPr>
          <a:xfrm>
            <a:off x="3237502" y="6471244"/>
            <a:ext cx="3084493" cy="180000"/>
          </a:xfrm>
          <a:prstGeom prst="rect">
            <a:avLst/>
          </a:prstGeom>
        </p:spPr>
        <p:txBody>
          <a:bodyPr/>
          <a:lstStyle/>
          <a:p>
            <a:r>
              <a:rPr lang="en-IN"/>
              <a:t>Insert footer text here</a:t>
            </a:r>
          </a:p>
        </p:txBody>
      </p:sp>
      <p:sp>
        <p:nvSpPr>
          <p:cNvPr id="4" name="Slide Number Placeholder 3">
            <a:extLst>
              <a:ext uri="{FF2B5EF4-FFF2-40B4-BE49-F238E27FC236}">
                <a16:creationId xmlns:a16="http://schemas.microsoft.com/office/drawing/2014/main" id="{89D9C98C-F30E-45BC-A1D9-67DB57119DCE}"/>
              </a:ext>
            </a:extLst>
          </p:cNvPr>
          <p:cNvSpPr>
            <a:spLocks noGrp="1"/>
          </p:cNvSpPr>
          <p:nvPr>
            <p:ph type="sldNum" sz="quarter" idx="15"/>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138581744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6_Standard slide_no bullets">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5957E181-240F-4EFB-8238-E5B988CF2707}"/>
              </a:ext>
            </a:extLst>
          </p:cNvPr>
          <p:cNvGraphicFramePr>
            <a:graphicFrameLocks noChangeAspect="1"/>
          </p:cNvGraphicFramePr>
          <p:nvPr userDrawn="1">
            <p:custDataLst>
              <p:tags r:id="rId1"/>
            </p:custDataLst>
            <p:extLst>
              <p:ext uri="{D42A27DB-BD31-4B8C-83A1-F6EECF244321}">
                <p14:modId xmlns:p14="http://schemas.microsoft.com/office/powerpoint/2010/main" val="94258044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6" name="Object 5" hidden="1">
                        <a:extLst>
                          <a:ext uri="{FF2B5EF4-FFF2-40B4-BE49-F238E27FC236}">
                            <a16:creationId xmlns:a16="http://schemas.microsoft.com/office/drawing/2014/main" id="{5957E181-240F-4EFB-8238-E5B988CF270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616" y="2851522"/>
            <a:ext cx="4445485" cy="1202318"/>
          </a:xfrm>
        </p:spPr>
        <p:txBody>
          <a:bodyPr vert="horz" lIns="0" tIns="0" rIns="0" bIns="0" rtlCol="0" anchor="ctr" anchorCtr="0">
            <a:noAutofit/>
          </a:bodyPr>
          <a:lstStyle>
            <a:lvl1pPr marL="0" indent="0">
              <a:buNone/>
              <a:defRPr kumimoji="0" lang="en-IN" sz="3598" b="0" i="0" u="none" strike="noStrike" cap="none" spc="0" normalizeH="0" baseline="0" dirty="0">
                <a:ln>
                  <a:noFill/>
                </a:ln>
                <a:solidFill>
                  <a:schemeClr val="bg1"/>
                </a:solidFill>
                <a:effectLst/>
                <a:uLnTx/>
                <a:uFillTx/>
                <a:latin typeface="EYInterstate Light" panose="02000506000000020004" pitchFamily="2" charset="0"/>
                <a:ea typeface="+mj-ea"/>
                <a:cs typeface="+mj-cs"/>
              </a:defRPr>
            </a:lvl1pPr>
          </a:lstStyle>
          <a:p>
            <a:pPr marL="356438" marR="0" lvl="0" indent="-356438" defTabSz="1007383" fontAlgn="auto">
              <a:lnSpc>
                <a:spcPct val="100000"/>
              </a:lnSpc>
              <a:spcBef>
                <a:spcPct val="0"/>
              </a:spcBef>
              <a:spcAft>
                <a:spcPts val="0"/>
              </a:spcAft>
              <a:buClrTx/>
              <a:buSzTx/>
              <a:tabLst/>
            </a:pPr>
            <a:r>
              <a:rPr lang="en-US"/>
              <a:t>Chapter Title</a:t>
            </a:r>
            <a:endParaRPr lang="en-IN"/>
          </a:p>
        </p:txBody>
      </p:sp>
      <p:sp>
        <p:nvSpPr>
          <p:cNvPr id="2" name="Date Placeholder 1">
            <a:extLst>
              <a:ext uri="{FF2B5EF4-FFF2-40B4-BE49-F238E27FC236}">
                <a16:creationId xmlns:a16="http://schemas.microsoft.com/office/drawing/2014/main" id="{D00C2D9D-B0D7-494E-9184-FCD6E94AACE5}"/>
              </a:ext>
            </a:extLst>
          </p:cNvPr>
          <p:cNvSpPr>
            <a:spLocks noGrp="1"/>
          </p:cNvSpPr>
          <p:nvPr>
            <p:ph type="dt" sz="half" idx="11"/>
          </p:nvPr>
        </p:nvSpPr>
        <p:spPr>
          <a:xfrm>
            <a:off x="1428184" y="6471244"/>
            <a:ext cx="1190638" cy="180000"/>
          </a:xfrm>
          <a:prstGeom prst="rect">
            <a:avLst/>
          </a:prstGeom>
        </p:spPr>
        <p:txBody>
          <a:bodyPr/>
          <a:lstStyle/>
          <a:p>
            <a:fld id="{F8C28C0F-1325-452C-B4E3-8E8F40020FF1}" type="datetime1">
              <a:rPr lang="en-US" smtClean="0"/>
              <a:t>9/19/2025</a:t>
            </a:fld>
            <a:endParaRPr lang="en-IN"/>
          </a:p>
        </p:txBody>
      </p:sp>
      <p:sp>
        <p:nvSpPr>
          <p:cNvPr id="3" name="Footer Placeholder 2">
            <a:extLst>
              <a:ext uri="{FF2B5EF4-FFF2-40B4-BE49-F238E27FC236}">
                <a16:creationId xmlns:a16="http://schemas.microsoft.com/office/drawing/2014/main" id="{587FD91A-AB40-450B-8784-9A5D99C62D81}"/>
              </a:ext>
            </a:extLst>
          </p:cNvPr>
          <p:cNvSpPr>
            <a:spLocks noGrp="1"/>
          </p:cNvSpPr>
          <p:nvPr>
            <p:ph type="ftr" sz="quarter" idx="12"/>
          </p:nvPr>
        </p:nvSpPr>
        <p:spPr>
          <a:xfrm>
            <a:off x="3237502" y="6471244"/>
            <a:ext cx="3084493" cy="180000"/>
          </a:xfrm>
          <a:prstGeom prst="rect">
            <a:avLst/>
          </a:prstGeom>
        </p:spPr>
        <p:txBody>
          <a:bodyPr/>
          <a:lstStyle/>
          <a:p>
            <a:r>
              <a:rPr lang="en-IN"/>
              <a:t>Insert footer text here</a:t>
            </a:r>
          </a:p>
        </p:txBody>
      </p:sp>
      <p:sp>
        <p:nvSpPr>
          <p:cNvPr id="4" name="Slide Number Placeholder 3">
            <a:extLst>
              <a:ext uri="{FF2B5EF4-FFF2-40B4-BE49-F238E27FC236}">
                <a16:creationId xmlns:a16="http://schemas.microsoft.com/office/drawing/2014/main" id="{C2CE5F90-7113-4FA1-AFCF-3BC8EF010002}"/>
              </a:ext>
            </a:extLst>
          </p:cNvPr>
          <p:cNvSpPr>
            <a:spLocks noGrp="1"/>
          </p:cNvSpPr>
          <p:nvPr>
            <p:ph type="sldNum" sz="quarter" idx="13"/>
          </p:nvPr>
        </p:nvSpPr>
        <p:spPr>
          <a:xfrm>
            <a:off x="616900" y="6471244"/>
            <a:ext cx="662721" cy="180000"/>
          </a:xfrm>
          <a:prstGeom prst="rect">
            <a:avLst/>
          </a:prstGeom>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725538611"/>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userDrawn="1">
  <p:cSld name="3_Final legal tex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AE4D50E-45A5-47A3-AC02-38678C0C9989}"/>
              </a:ext>
            </a:extLst>
          </p:cNvPr>
          <p:cNvGraphicFramePr>
            <a:graphicFrameLocks noChangeAspect="1"/>
          </p:cNvGraphicFramePr>
          <p:nvPr userDrawn="1">
            <p:custDataLst>
              <p:tags r:id="rId1"/>
            </p:custDataLst>
            <p:extLst>
              <p:ext uri="{D42A27DB-BD31-4B8C-83A1-F6EECF244321}">
                <p14:modId xmlns:p14="http://schemas.microsoft.com/office/powerpoint/2010/main" val="26263157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2" name="Object 1" hidden="1">
                        <a:extLst>
                          <a:ext uri="{FF2B5EF4-FFF2-40B4-BE49-F238E27FC236}">
                            <a16:creationId xmlns:a16="http://schemas.microsoft.com/office/drawing/2014/main" id="{2AE4D50E-45A5-47A3-AC02-38678C0C998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Content Placeholder 2"/>
          <p:cNvSpPr>
            <a:spLocks noGrp="1"/>
          </p:cNvSpPr>
          <p:nvPr>
            <p:ph idx="1"/>
          </p:nvPr>
        </p:nvSpPr>
        <p:spPr>
          <a:xfrm>
            <a:off x="607483" y="719139"/>
            <a:ext cx="4675200" cy="5210062"/>
          </a:xfrm>
        </p:spPr>
        <p:txBody>
          <a:bodyPr/>
          <a:lstStyle>
            <a:lvl1pPr marL="0" indent="0" algn="l" defTabSz="994865" rtl="0" fontAlgn="base">
              <a:lnSpc>
                <a:spcPct val="100000"/>
              </a:lnSpc>
              <a:spcBef>
                <a:spcPct val="70000"/>
              </a:spcBef>
              <a:spcAft>
                <a:spcPct val="0"/>
              </a:spcAft>
              <a:buSzPct val="100000"/>
              <a:buNone/>
              <a:defRPr lang="en-US" sz="1199" kern="1200" noProof="0" dirty="0" smtClean="0">
                <a:solidFill>
                  <a:schemeClr val="bg1"/>
                </a:solidFill>
                <a:latin typeface="EYInterstate Light" panose="02000506000000020004" pitchFamily="2" charset="0"/>
                <a:ea typeface="+mn-ea"/>
                <a:cs typeface="Arial" pitchFamily="34" charset="0"/>
              </a:defRPr>
            </a:lvl1pPr>
            <a:lvl2pPr marL="0" indent="0" algn="l" defTabSz="994865"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125" indent="-176125" algn="l" defTabSz="994865"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4865"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819" indent="-188819" algn="l" defTabSz="994865"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64044490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Title new">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C614BC8-0BF8-4260-BAA1-C213CA645DEE}"/>
              </a:ext>
            </a:extLst>
          </p:cNvPr>
          <p:cNvGraphicFramePr>
            <a:graphicFrameLocks noChangeAspect="1"/>
          </p:cNvGraphicFramePr>
          <p:nvPr userDrawn="1">
            <p:custDataLst>
              <p:tags r:id="rId1"/>
            </p:custDataLst>
            <p:extLst>
              <p:ext uri="{D42A27DB-BD31-4B8C-83A1-F6EECF244321}">
                <p14:modId xmlns:p14="http://schemas.microsoft.com/office/powerpoint/2010/main" val="224731633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4" name="Object 3" hidden="1">
                        <a:extLst>
                          <a:ext uri="{FF2B5EF4-FFF2-40B4-BE49-F238E27FC236}">
                            <a16:creationId xmlns:a16="http://schemas.microsoft.com/office/drawing/2014/main" id="{2C614BC8-0BF8-4260-BAA1-C213CA645DE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400"/>
          </a:xfrm>
        </p:spPr>
        <p:txBody>
          <a:bodyPr vert="horz"/>
          <a:lstStyle>
            <a:lvl1pPr>
              <a:defRPr sz="2399">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Tree>
    <p:extLst>
      <p:ext uri="{BB962C8B-B14F-4D97-AF65-F5344CB8AC3E}">
        <p14:creationId xmlns:p14="http://schemas.microsoft.com/office/powerpoint/2010/main" val="181874556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8_Standard slide">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95FE8BA-04EB-40A4-8A21-00DC7855D0F1}"/>
              </a:ext>
            </a:extLst>
          </p:cNvPr>
          <p:cNvGraphicFramePr>
            <a:graphicFrameLocks noChangeAspect="1"/>
          </p:cNvGraphicFramePr>
          <p:nvPr userDrawn="1">
            <p:custDataLst>
              <p:tags r:id="rId1"/>
            </p:custDataLst>
            <p:extLst>
              <p:ext uri="{D42A27DB-BD31-4B8C-83A1-F6EECF244321}">
                <p14:modId xmlns:p14="http://schemas.microsoft.com/office/powerpoint/2010/main" val="20651017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4" name="Object 3" hidden="1">
                        <a:extLst>
                          <a:ext uri="{FF2B5EF4-FFF2-40B4-BE49-F238E27FC236}">
                            <a16:creationId xmlns:a16="http://schemas.microsoft.com/office/drawing/2014/main" id="{295FE8BA-04EB-40A4-8A21-00DC7855D0F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400"/>
          </a:xfrm>
        </p:spPr>
        <p:txBody>
          <a:bodyPr vert="horz"/>
          <a:lstStyle>
            <a:lvl1pPr>
              <a:defRPr sz="2399">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601" y="907750"/>
            <a:ext cx="1097428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5" name="Text Placeholder 4">
            <a:extLst>
              <a:ext uri="{FF2B5EF4-FFF2-40B4-BE49-F238E27FC236}">
                <a16:creationId xmlns:a16="http://schemas.microsoft.com/office/drawing/2014/main" id="{F079E910-7CFE-41D0-BD32-A43268A79099}"/>
              </a:ext>
            </a:extLst>
          </p:cNvPr>
          <p:cNvSpPr>
            <a:spLocks noGrp="1"/>
          </p:cNvSpPr>
          <p:nvPr>
            <p:ph type="body" sz="quarter" idx="10" hasCustomPrompt="1"/>
          </p:nvPr>
        </p:nvSpPr>
        <p:spPr>
          <a:xfrm>
            <a:off x="609283" y="1137920"/>
            <a:ext cx="10975022" cy="4756150"/>
          </a:xfrm>
        </p:spPr>
        <p:txBody>
          <a:bodyPr/>
          <a:lstStyle>
            <a:lvl1pPr>
              <a:defRPr/>
            </a:lvl1pPr>
          </a:lstStyle>
          <a:p>
            <a:pPr lvl="0"/>
            <a:r>
              <a:rPr lang="en-IN"/>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Tree>
    <p:extLst>
      <p:ext uri="{BB962C8B-B14F-4D97-AF65-F5344CB8AC3E}">
        <p14:creationId xmlns:p14="http://schemas.microsoft.com/office/powerpoint/2010/main" val="375192893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9_Standard slide">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8EF7F09F-D893-4550-B9B8-9EC551666674}"/>
              </a:ext>
            </a:extLst>
          </p:cNvPr>
          <p:cNvGraphicFramePr>
            <a:graphicFrameLocks noChangeAspect="1"/>
          </p:cNvGraphicFramePr>
          <p:nvPr userDrawn="1">
            <p:custDataLst>
              <p:tags r:id="rId1"/>
            </p:custDataLst>
            <p:extLst>
              <p:ext uri="{D42A27DB-BD31-4B8C-83A1-F6EECF244321}">
                <p14:modId xmlns:p14="http://schemas.microsoft.com/office/powerpoint/2010/main" val="78910611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8" name="Object 7" hidden="1">
                        <a:extLst>
                          <a:ext uri="{FF2B5EF4-FFF2-40B4-BE49-F238E27FC236}">
                            <a16:creationId xmlns:a16="http://schemas.microsoft.com/office/drawing/2014/main" id="{8EF7F09F-D893-4550-B9B8-9EC55166667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609601" y="294200"/>
            <a:ext cx="10972800" cy="590400"/>
          </a:xfrm>
        </p:spPr>
        <p:txBody>
          <a:bodyPr vert="horz"/>
          <a:lstStyle>
            <a:lvl1pPr>
              <a:defRPr sz="2400">
                <a:solidFill>
                  <a:schemeClr val="bg1"/>
                </a:solidFill>
              </a:defRPr>
            </a:lvl1pPr>
          </a:lstStyle>
          <a:p>
            <a:r>
              <a:rPr lang="en-US"/>
              <a:t>Click to edit Master title style</a:t>
            </a:r>
            <a:endParaRPr lang="en-GB"/>
          </a:p>
        </p:txBody>
      </p:sp>
      <p:sp>
        <p:nvSpPr>
          <p:cNvPr id="6" name="Line 10">
            <a:extLst>
              <a:ext uri="{FF2B5EF4-FFF2-40B4-BE49-F238E27FC236}">
                <a16:creationId xmlns:a16="http://schemas.microsoft.com/office/drawing/2014/main" id="{70E64C6A-78AE-4547-94F4-A7E658DB2EFB}"/>
              </a:ext>
            </a:extLst>
          </p:cNvPr>
          <p:cNvSpPr>
            <a:spLocks noChangeShapeType="1"/>
          </p:cNvSpPr>
          <p:nvPr userDrawn="1"/>
        </p:nvSpPr>
        <p:spPr bwMode="auto">
          <a:xfrm>
            <a:off x="609602" y="907750"/>
            <a:ext cx="11011709"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chemeClr val="bg1"/>
              </a:solidFill>
            </a:endParaRPr>
          </a:p>
        </p:txBody>
      </p:sp>
      <p:sp>
        <p:nvSpPr>
          <p:cNvPr id="4" name="Date Placeholder 3">
            <a:extLst>
              <a:ext uri="{FF2B5EF4-FFF2-40B4-BE49-F238E27FC236}">
                <a16:creationId xmlns:a16="http://schemas.microsoft.com/office/drawing/2014/main" id="{ECE7A319-28F8-4E6B-8249-40111354BC6F}"/>
              </a:ext>
            </a:extLst>
          </p:cNvPr>
          <p:cNvSpPr>
            <a:spLocks noGrp="1"/>
          </p:cNvSpPr>
          <p:nvPr>
            <p:ph type="dt" sz="half" idx="10"/>
          </p:nvPr>
        </p:nvSpPr>
        <p:spPr>
          <a:xfrm>
            <a:off x="1428184" y="6471244"/>
            <a:ext cx="1190638" cy="180000"/>
          </a:xfrm>
          <a:prstGeom prst="rect">
            <a:avLst/>
          </a:prstGeom>
        </p:spPr>
        <p:txBody>
          <a:bodyPr/>
          <a:lstStyle/>
          <a:p>
            <a:fld id="{3AEC5FB4-6297-41EF-BCDB-81D4C6195498}" type="datetime1">
              <a:rPr lang="en-US" smtClean="0"/>
              <a:t>9/19/2025</a:t>
            </a:fld>
            <a:endParaRPr lang="en-IN"/>
          </a:p>
        </p:txBody>
      </p:sp>
      <p:sp>
        <p:nvSpPr>
          <p:cNvPr id="5" name="Footer Placeholder 4">
            <a:extLst>
              <a:ext uri="{FF2B5EF4-FFF2-40B4-BE49-F238E27FC236}">
                <a16:creationId xmlns:a16="http://schemas.microsoft.com/office/drawing/2014/main" id="{F2B3A21D-493F-4B42-85B4-BCE5E8F9299D}"/>
              </a:ext>
            </a:extLst>
          </p:cNvPr>
          <p:cNvSpPr>
            <a:spLocks noGrp="1"/>
          </p:cNvSpPr>
          <p:nvPr>
            <p:ph type="ftr" sz="quarter" idx="11"/>
          </p:nvPr>
        </p:nvSpPr>
        <p:spPr>
          <a:xfrm>
            <a:off x="4583077" y="6516456"/>
            <a:ext cx="4114800" cy="180000"/>
          </a:xfrm>
          <a:prstGeom prst="rect">
            <a:avLst/>
          </a:prstGeom>
        </p:spPr>
        <p:txBody>
          <a:bodyPr/>
          <a:lstStyle/>
          <a:p>
            <a:r>
              <a:rPr lang="en-IN"/>
              <a:t>Insert footer text here</a:t>
            </a:r>
          </a:p>
        </p:txBody>
      </p:sp>
      <p:sp>
        <p:nvSpPr>
          <p:cNvPr id="7" name="Slide Number Placeholder 6">
            <a:extLst>
              <a:ext uri="{FF2B5EF4-FFF2-40B4-BE49-F238E27FC236}">
                <a16:creationId xmlns:a16="http://schemas.microsoft.com/office/drawing/2014/main" id="{DC0E1552-BF13-453D-A76C-3B49D9C85708}"/>
              </a:ext>
            </a:extLst>
          </p:cNvPr>
          <p:cNvSpPr>
            <a:spLocks noGrp="1"/>
          </p:cNvSpPr>
          <p:nvPr>
            <p:ph type="sldNum" sz="quarter" idx="12"/>
          </p:nvPr>
        </p:nvSpPr>
        <p:spPr>
          <a:xfrm>
            <a:off x="609601" y="6516456"/>
            <a:ext cx="884088" cy="180000"/>
          </a:xfrm>
          <a:prstGeom prst="rect">
            <a:avLst/>
          </a:prstGeom>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56278160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95879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Blank - Logo">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3B5B7C3-3370-45FE-B68B-79F25FBF939A}"/>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905118" y="5438508"/>
            <a:ext cx="986524" cy="1156968"/>
          </a:xfrm>
          <a:prstGeom prst="rect">
            <a:avLst/>
          </a:prstGeom>
        </p:spPr>
      </p:pic>
    </p:spTree>
    <p:extLst>
      <p:ext uri="{BB962C8B-B14F-4D97-AF65-F5344CB8AC3E}">
        <p14:creationId xmlns:p14="http://schemas.microsoft.com/office/powerpoint/2010/main" val="83889648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Intro - Purpose">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E19D4BE7-A1E7-48A4-8570-7DAE51DE368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3" y="0"/>
            <a:ext cx="12191999" cy="6858000"/>
          </a:xfrm>
          <a:prstGeom prst="rect">
            <a:avLst/>
          </a:prstGeom>
        </p:spPr>
      </p:pic>
      <p:pic>
        <p:nvPicPr>
          <p:cNvPr id="5" name="Picture 4">
            <a:extLst>
              <a:ext uri="{FF2B5EF4-FFF2-40B4-BE49-F238E27FC236}">
                <a16:creationId xmlns:a16="http://schemas.microsoft.com/office/drawing/2014/main" id="{E94C1368-E847-4206-9488-183BB7B807E7}"/>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905118" y="5438508"/>
            <a:ext cx="986524" cy="1156968"/>
          </a:xfrm>
          <a:prstGeom prst="rect">
            <a:avLst/>
          </a:prstGeom>
        </p:spPr>
      </p:pic>
      <p:pic>
        <p:nvPicPr>
          <p:cNvPr id="4" name="Picture 3">
            <a:extLst>
              <a:ext uri="{FF2B5EF4-FFF2-40B4-BE49-F238E27FC236}">
                <a16:creationId xmlns:a16="http://schemas.microsoft.com/office/drawing/2014/main" id="{DEE445D4-F46C-4974-89C0-99CE5A000895}"/>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905118" y="5438508"/>
            <a:ext cx="986524" cy="1156968"/>
          </a:xfrm>
          <a:prstGeom prst="rect">
            <a:avLst/>
          </a:prstGeom>
        </p:spPr>
      </p:pic>
      <p:pic>
        <p:nvPicPr>
          <p:cNvPr id="6" name="Picture 5">
            <a:extLst>
              <a:ext uri="{FF2B5EF4-FFF2-40B4-BE49-F238E27FC236}">
                <a16:creationId xmlns:a16="http://schemas.microsoft.com/office/drawing/2014/main" id="{411B4C89-0D10-42C4-9367-527D633CDE85}"/>
              </a:ext>
            </a:extLst>
          </p:cNvPr>
          <p:cNvPicPr>
            <a:picLocks noChangeAspect="1"/>
          </p:cNvPicPr>
          <p:nvPr userDrawn="1"/>
        </p:nvPicPr>
        <p:blipFill rotWithShape="1">
          <a:blip r:embed="rId4" cstate="email">
            <a:extLst>
              <a:ext uri="{BEBA8EAE-BF5A-486C-A8C5-ECC9F3942E4B}">
                <a14:imgProps xmlns:a14="http://schemas.microsoft.com/office/drawing/2010/main">
                  <a14:imgLayer r:embed="rId5">
                    <a14:imgEffect>
                      <a14:brightnessContrast bright="100000" contrast="-40000"/>
                    </a14:imgEffect>
                  </a14:imgLayer>
                </a14:imgProps>
              </a:ext>
              <a:ext uri="{28A0092B-C50C-407E-A947-70E740481C1C}">
                <a14:useLocalDpi xmlns:a14="http://schemas.microsoft.com/office/drawing/2010/main"/>
              </a:ext>
            </a:extLst>
          </a:blip>
          <a:srcRect/>
          <a:stretch/>
        </p:blipFill>
        <p:spPr>
          <a:xfrm>
            <a:off x="5696003" y="338822"/>
            <a:ext cx="6025684" cy="6180356"/>
          </a:xfrm>
          <a:prstGeom prst="rect">
            <a:avLst/>
          </a:prstGeom>
        </p:spPr>
      </p:pic>
    </p:spTree>
    <p:extLst>
      <p:ext uri="{BB962C8B-B14F-4D97-AF65-F5344CB8AC3E}">
        <p14:creationId xmlns:p14="http://schemas.microsoft.com/office/powerpoint/2010/main" val="76513280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Intro - ToC">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D12C6034-10D7-4FB6-BAD2-53A276561FF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0" y="-6"/>
            <a:ext cx="11891642" cy="6858006"/>
          </a:xfrm>
          <a:prstGeom prst="rect">
            <a:avLst/>
          </a:prstGeom>
        </p:spPr>
      </p:pic>
      <p:sp>
        <p:nvSpPr>
          <p:cNvPr id="4" name="Rectangle 3">
            <a:extLst>
              <a:ext uri="{FF2B5EF4-FFF2-40B4-BE49-F238E27FC236}">
                <a16:creationId xmlns:a16="http://schemas.microsoft.com/office/drawing/2014/main" id="{18072D33-D441-4711-AB05-41A4BDD535A9}"/>
              </a:ext>
            </a:extLst>
          </p:cNvPr>
          <p:cNvSpPr/>
          <p:nvPr userDrawn="1"/>
        </p:nvSpPr>
        <p:spPr>
          <a:xfrm rot="5400000">
            <a:off x="4734004" y="-599996"/>
            <a:ext cx="6858002" cy="8057989"/>
          </a:xfrm>
          <a:prstGeom prst="rect">
            <a:avLst/>
          </a:prstGeom>
          <a:gradFill>
            <a:gsLst>
              <a:gs pos="0">
                <a:srgbClr val="2E2E38">
                  <a:alpha val="79000"/>
                </a:srgbClr>
              </a:gs>
              <a:gs pos="80000">
                <a:srgbClr val="2E2E38">
                  <a:alpha val="50000"/>
                  <a:lumMod val="100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sz="1799">
              <a:solidFill>
                <a:srgbClr val="FFFFFF"/>
              </a:solidFill>
              <a:latin typeface="Arial" panose="020B0604020202020204" pitchFamily="34" charset="0"/>
            </a:endParaRPr>
          </a:p>
        </p:txBody>
      </p:sp>
      <p:sp>
        <p:nvSpPr>
          <p:cNvPr id="7" name="Rectangle 6">
            <a:extLst>
              <a:ext uri="{FF2B5EF4-FFF2-40B4-BE49-F238E27FC236}">
                <a16:creationId xmlns:a16="http://schemas.microsoft.com/office/drawing/2014/main" id="{BB900D6E-A3FA-4752-8415-4DCA06A4D5E0}"/>
              </a:ext>
            </a:extLst>
          </p:cNvPr>
          <p:cNvSpPr/>
          <p:nvPr userDrawn="1"/>
        </p:nvSpPr>
        <p:spPr>
          <a:xfrm rot="5400000">
            <a:off x="4143374" y="-1193798"/>
            <a:ext cx="6858002" cy="9245600"/>
          </a:xfrm>
          <a:prstGeom prst="rect">
            <a:avLst/>
          </a:prstGeom>
          <a:gradFill>
            <a:gsLst>
              <a:gs pos="4545">
                <a:srgbClr val="2E2E38">
                  <a:alpha val="41000"/>
                </a:srgbClr>
              </a:gs>
              <a:gs pos="20000">
                <a:srgbClr val="2E2E38">
                  <a:alpha val="49000"/>
                </a:srgbClr>
              </a:gs>
              <a:gs pos="65000">
                <a:srgbClr val="2E2E38">
                  <a:alpha val="9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IN">
              <a:solidFill>
                <a:srgbClr val="FFFFFF"/>
              </a:solidFill>
              <a:latin typeface="Arial" panose="020B0604020202020204" pitchFamily="34" charset="0"/>
            </a:endParaRPr>
          </a:p>
        </p:txBody>
      </p:sp>
      <p:pic>
        <p:nvPicPr>
          <p:cNvPr id="6" name="Picture 5">
            <a:extLst>
              <a:ext uri="{FF2B5EF4-FFF2-40B4-BE49-F238E27FC236}">
                <a16:creationId xmlns:a16="http://schemas.microsoft.com/office/drawing/2014/main" id="{7FBC7739-D75C-4205-A551-568F40E3317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905118" y="5438508"/>
            <a:ext cx="986524" cy="1156968"/>
          </a:xfrm>
          <a:prstGeom prst="rect">
            <a:avLst/>
          </a:prstGeom>
        </p:spPr>
      </p:pic>
    </p:spTree>
    <p:extLst>
      <p:ext uri="{BB962C8B-B14F-4D97-AF65-F5344CB8AC3E}">
        <p14:creationId xmlns:p14="http://schemas.microsoft.com/office/powerpoint/2010/main" val="134332474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Divider - Executive Summary">
    <p:bg>
      <p:bgPr>
        <a:solidFill>
          <a:srgbClr val="2E2E38"/>
        </a:solidFill>
        <a:effectLst/>
      </p:bgPr>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20483DD9-FB3B-48EA-BB48-1F0A1F46AE5D}"/>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1" y="-1"/>
            <a:ext cx="12191993" cy="6856823"/>
          </a:xfrm>
          <a:prstGeom prst="rect">
            <a:avLst/>
          </a:prstGeom>
        </p:spPr>
      </p:pic>
      <p:sp>
        <p:nvSpPr>
          <p:cNvPr id="27" name="Freeform: Shape 26">
            <a:extLst>
              <a:ext uri="{FF2B5EF4-FFF2-40B4-BE49-F238E27FC236}">
                <a16:creationId xmlns:a16="http://schemas.microsoft.com/office/drawing/2014/main" id="{7ABB6AB6-914D-4197-8FBD-AB251899F752}"/>
              </a:ext>
            </a:extLst>
          </p:cNvPr>
          <p:cNvSpPr/>
          <p:nvPr userDrawn="1"/>
        </p:nvSpPr>
        <p:spPr>
          <a:xfrm rot="10800000">
            <a:off x="4691269" y="0"/>
            <a:ext cx="7500726" cy="6858000"/>
          </a:xfrm>
          <a:custGeom>
            <a:avLst/>
            <a:gdLst>
              <a:gd name="connsiteX0" fmla="*/ 2567608 w 7688368"/>
              <a:gd name="connsiteY0" fmla="*/ 6900652 h 6900652"/>
              <a:gd name="connsiteX1" fmla="*/ 2567758 w 7688368"/>
              <a:gd name="connsiteY1" fmla="*/ 0 h 6900652"/>
              <a:gd name="connsiteX2" fmla="*/ 7688368 w 7688368"/>
              <a:gd name="connsiteY2" fmla="*/ 0 h 6900652"/>
              <a:gd name="connsiteX3" fmla="*/ 3849290 w 7688368"/>
              <a:gd name="connsiteY3" fmla="*/ 6880958 h 6900652"/>
              <a:gd name="connsiteX4" fmla="*/ 2567608 w 7688368"/>
              <a:gd name="connsiteY4" fmla="*/ 6900652 h 6900652"/>
              <a:gd name="connsiteX5" fmla="*/ 0 w 7688368"/>
              <a:gd name="connsiteY5" fmla="*/ 6900652 h 6900652"/>
              <a:gd name="connsiteX6" fmla="*/ 0 w 7688368"/>
              <a:gd name="connsiteY6" fmla="*/ 0 h 6900652"/>
              <a:gd name="connsiteX7" fmla="*/ 2567608 w 7688368"/>
              <a:gd name="connsiteY7" fmla="*/ 0 h 690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88368" h="6900652">
                <a:moveTo>
                  <a:pt x="2567608" y="6900652"/>
                </a:moveTo>
                <a:lnTo>
                  <a:pt x="2567758" y="0"/>
                </a:lnTo>
                <a:lnTo>
                  <a:pt x="7688368" y="0"/>
                </a:lnTo>
                <a:lnTo>
                  <a:pt x="3849290" y="6880958"/>
                </a:lnTo>
                <a:close/>
                <a:moveTo>
                  <a:pt x="2567608" y="6900652"/>
                </a:moveTo>
                <a:lnTo>
                  <a:pt x="0" y="6900652"/>
                </a:lnTo>
                <a:lnTo>
                  <a:pt x="0" y="0"/>
                </a:lnTo>
                <a:lnTo>
                  <a:pt x="2567608" y="0"/>
                </a:lnTo>
                <a:close/>
              </a:path>
            </a:pathLst>
          </a:custGeom>
          <a:solidFill>
            <a:srgbClr val="262626">
              <a:alpha val="80000"/>
            </a:srgbClr>
          </a:solidFill>
          <a:ln w="25400" cap="flat" cmpd="sng" algn="ctr">
            <a:noFill/>
            <a:prstDash val="solid"/>
          </a:ln>
          <a:effectLst/>
        </p:spPr>
        <p:txBody>
          <a:bodyPr wrap="square" rtlCol="0" anchor="ctr">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nvGrpSpPr>
          <p:cNvPr id="38" name="Group 37">
            <a:extLst>
              <a:ext uri="{FF2B5EF4-FFF2-40B4-BE49-F238E27FC236}">
                <a16:creationId xmlns:a16="http://schemas.microsoft.com/office/drawing/2014/main" id="{F3D277D9-5328-47B3-B2B8-9702B63567A7}"/>
              </a:ext>
            </a:extLst>
          </p:cNvPr>
          <p:cNvGrpSpPr/>
          <p:nvPr userDrawn="1"/>
        </p:nvGrpSpPr>
        <p:grpSpPr>
          <a:xfrm>
            <a:off x="6182964" y="0"/>
            <a:ext cx="3096056" cy="2466990"/>
            <a:chOff x="1827359" y="-19597"/>
            <a:chExt cx="3253206" cy="3173340"/>
          </a:xfrm>
          <a:solidFill>
            <a:srgbClr val="808080">
              <a:lumMod val="20000"/>
              <a:lumOff val="80000"/>
            </a:srgbClr>
          </a:solidFill>
        </p:grpSpPr>
        <p:sp>
          <p:nvSpPr>
            <p:cNvPr id="39" name="Freeform 3">
              <a:extLst>
                <a:ext uri="{FF2B5EF4-FFF2-40B4-BE49-F238E27FC236}">
                  <a16:creationId xmlns:a16="http://schemas.microsoft.com/office/drawing/2014/main" id="{15AB4A61-D1A8-41A4-AC5D-66BBE31F1EE9}"/>
                </a:ext>
              </a:extLst>
            </p:cNvPr>
            <p:cNvSpPr/>
            <p:nvPr userDrawn="1"/>
          </p:nvSpPr>
          <p:spPr>
            <a:xfrm>
              <a:off x="2727889" y="-19597"/>
              <a:ext cx="2352676" cy="3171824"/>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C4C4CD"/>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40" name="Freeform 65">
              <a:extLst>
                <a:ext uri="{FF2B5EF4-FFF2-40B4-BE49-F238E27FC236}">
                  <a16:creationId xmlns:a16="http://schemas.microsoft.com/office/drawing/2014/main" id="{174BAF77-94DD-4BA1-9522-2D4766B3B952}"/>
                </a:ext>
              </a:extLst>
            </p:cNvPr>
            <p:cNvSpPr/>
            <p:nvPr userDrawn="1"/>
          </p:nvSpPr>
          <p:spPr>
            <a:xfrm>
              <a:off x="1827359" y="-18083"/>
              <a:ext cx="2352675" cy="3171826"/>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FFE600"/>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sp>
        <p:nvSpPr>
          <p:cNvPr id="42" name="Rectangle 41">
            <a:extLst>
              <a:ext uri="{FF2B5EF4-FFF2-40B4-BE49-F238E27FC236}">
                <a16:creationId xmlns:a16="http://schemas.microsoft.com/office/drawing/2014/main" id="{69F7B022-AD38-4648-9F8A-8CFCA7C655FC}"/>
              </a:ext>
            </a:extLst>
          </p:cNvPr>
          <p:cNvSpPr/>
          <p:nvPr userDrawn="1"/>
        </p:nvSpPr>
        <p:spPr>
          <a:xfrm flipV="1">
            <a:off x="7666188" y="-1178"/>
            <a:ext cx="4525807" cy="75606"/>
          </a:xfrm>
          <a:prstGeom prst="rect">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799">
              <a:latin typeface="Arial" panose="020B0604020202020204" pitchFamily="34" charset="0"/>
            </a:endParaRPr>
          </a:p>
        </p:txBody>
      </p:sp>
      <p:sp>
        <p:nvSpPr>
          <p:cNvPr id="43" name="TextBox 42">
            <a:extLst>
              <a:ext uri="{FF2B5EF4-FFF2-40B4-BE49-F238E27FC236}">
                <a16:creationId xmlns:a16="http://schemas.microsoft.com/office/drawing/2014/main" id="{F3791513-FB5C-42BC-9403-D4AD7CEF8388}"/>
              </a:ext>
            </a:extLst>
          </p:cNvPr>
          <p:cNvSpPr txBox="1"/>
          <p:nvPr userDrawn="1"/>
        </p:nvSpPr>
        <p:spPr>
          <a:xfrm>
            <a:off x="7039987" y="2465812"/>
            <a:ext cx="936104" cy="1200329"/>
          </a:xfrm>
          <a:prstGeom prst="rect">
            <a:avLst/>
          </a:prstGeom>
          <a:noFill/>
        </p:spPr>
        <p:txBody>
          <a:bodyPr wrap="square" rtlCol="0" anchor="ctr">
            <a:spAutoFit/>
          </a:bodyPr>
          <a:lstStyle/>
          <a:p>
            <a:pPr algn="ctr"/>
            <a:r>
              <a:rPr lang="en-IN" altLang="ko-KR" sz="7196" b="1">
                <a:solidFill>
                  <a:srgbClr val="FFE600"/>
                </a:solidFill>
                <a:latin typeface="Arial" panose="020B0604020202020204" pitchFamily="34" charset="0"/>
                <a:cs typeface="Arial" pitchFamily="34" charset="0"/>
              </a:rPr>
              <a:t>1</a:t>
            </a:r>
            <a:endParaRPr lang="ko-KR" altLang="en-US" sz="7196" b="1">
              <a:solidFill>
                <a:srgbClr val="FFE600"/>
              </a:solidFill>
              <a:latin typeface="Arial" panose="020B0604020202020204" pitchFamily="34" charset="0"/>
              <a:cs typeface="Arial" pitchFamily="34" charset="0"/>
            </a:endParaRPr>
          </a:p>
        </p:txBody>
      </p:sp>
      <p:sp>
        <p:nvSpPr>
          <p:cNvPr id="44" name="TextBox 43">
            <a:extLst>
              <a:ext uri="{FF2B5EF4-FFF2-40B4-BE49-F238E27FC236}">
                <a16:creationId xmlns:a16="http://schemas.microsoft.com/office/drawing/2014/main" id="{0E994C55-1AF0-4875-ADD7-A1F6123C9ACF}"/>
              </a:ext>
            </a:extLst>
          </p:cNvPr>
          <p:cNvSpPr txBox="1"/>
          <p:nvPr userDrawn="1"/>
        </p:nvSpPr>
        <p:spPr>
          <a:xfrm>
            <a:off x="7148302" y="3599968"/>
            <a:ext cx="4743340" cy="1322798"/>
          </a:xfrm>
          <a:prstGeom prst="rect">
            <a:avLst/>
          </a:prstGeom>
          <a:noFill/>
        </p:spPr>
        <p:txBody>
          <a:bodyPr wrap="square" rtlCol="0" anchor="t">
            <a:spAutoFit/>
          </a:bodyPr>
          <a:lstStyle/>
          <a:p>
            <a:pPr>
              <a:lnSpc>
                <a:spcPct val="100000"/>
              </a:lnSpc>
            </a:pPr>
            <a:r>
              <a:rPr lang="en-US" altLang="ko-KR" sz="3998" b="1">
                <a:solidFill>
                  <a:srgbClr val="FFFFFF"/>
                </a:solidFill>
                <a:latin typeface="Arial" panose="020B0604020202020204" pitchFamily="34" charset="0"/>
                <a:cs typeface="Arial" pitchFamily="34" charset="0"/>
              </a:rPr>
              <a:t>Executive Summary</a:t>
            </a:r>
          </a:p>
        </p:txBody>
      </p:sp>
      <p:pic>
        <p:nvPicPr>
          <p:cNvPr id="51" name="Picture 50">
            <a:extLst>
              <a:ext uri="{FF2B5EF4-FFF2-40B4-BE49-F238E27FC236}">
                <a16:creationId xmlns:a16="http://schemas.microsoft.com/office/drawing/2014/main" id="{23FC8DCC-F0CC-4CC9-ACB9-A99CD9D5697C}"/>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08498" y="5438508"/>
            <a:ext cx="986524" cy="1156968"/>
          </a:xfrm>
          <a:prstGeom prst="rect">
            <a:avLst/>
          </a:prstGeom>
        </p:spPr>
      </p:pic>
      <p:sp>
        <p:nvSpPr>
          <p:cNvPr id="52" name="Rectangle 51">
            <a:extLst>
              <a:ext uri="{FF2B5EF4-FFF2-40B4-BE49-F238E27FC236}">
                <a16:creationId xmlns:a16="http://schemas.microsoft.com/office/drawing/2014/main" id="{C3028E35-BEBD-4F6D-8A5F-ECF57DFE6560}"/>
              </a:ext>
            </a:extLst>
          </p:cNvPr>
          <p:cNvSpPr/>
          <p:nvPr userDrawn="1"/>
        </p:nvSpPr>
        <p:spPr>
          <a:xfrm>
            <a:off x="7148303" y="4973100"/>
            <a:ext cx="4305174" cy="79167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defTabSz="877350">
              <a:spcAft>
                <a:spcPts val="600"/>
              </a:spcAft>
              <a:defRPr/>
            </a:pPr>
            <a:r>
              <a:rPr lang="en-IN" sz="1399">
                <a:solidFill>
                  <a:schemeClr val="bg1"/>
                </a:solidFill>
                <a:latin typeface="Arial" panose="020B0604020202020204" pitchFamily="34" charset="0"/>
              </a:rPr>
              <a:t>This section provides an overview of the various sections covered in this Delivery Toolkit.</a:t>
            </a:r>
          </a:p>
        </p:txBody>
      </p:sp>
    </p:spTree>
    <p:extLst>
      <p:ext uri="{BB962C8B-B14F-4D97-AF65-F5344CB8AC3E}">
        <p14:creationId xmlns:p14="http://schemas.microsoft.com/office/powerpoint/2010/main" val="263508560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Divider - Delivery Approach">
    <p:bg>
      <p:bgPr>
        <a:solidFill>
          <a:srgbClr val="2E2E38"/>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E5FFF30-BECE-4198-A449-8A46455AB4CC}"/>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1" y="0"/>
            <a:ext cx="12191995" cy="6858000"/>
          </a:xfrm>
          <a:prstGeom prst="rect">
            <a:avLst/>
          </a:prstGeom>
        </p:spPr>
      </p:pic>
      <p:sp>
        <p:nvSpPr>
          <p:cNvPr id="23" name="Freeform: Shape 22">
            <a:extLst>
              <a:ext uri="{FF2B5EF4-FFF2-40B4-BE49-F238E27FC236}">
                <a16:creationId xmlns:a16="http://schemas.microsoft.com/office/drawing/2014/main" id="{0EACD0A2-546E-4A32-8677-D088F299FABD}"/>
              </a:ext>
            </a:extLst>
          </p:cNvPr>
          <p:cNvSpPr/>
          <p:nvPr userDrawn="1"/>
        </p:nvSpPr>
        <p:spPr>
          <a:xfrm rot="10800000">
            <a:off x="4691269" y="0"/>
            <a:ext cx="7500726" cy="6858000"/>
          </a:xfrm>
          <a:custGeom>
            <a:avLst/>
            <a:gdLst>
              <a:gd name="connsiteX0" fmla="*/ 2567608 w 7688368"/>
              <a:gd name="connsiteY0" fmla="*/ 6900652 h 6900652"/>
              <a:gd name="connsiteX1" fmla="*/ 2567758 w 7688368"/>
              <a:gd name="connsiteY1" fmla="*/ 0 h 6900652"/>
              <a:gd name="connsiteX2" fmla="*/ 7688368 w 7688368"/>
              <a:gd name="connsiteY2" fmla="*/ 0 h 6900652"/>
              <a:gd name="connsiteX3" fmla="*/ 3849290 w 7688368"/>
              <a:gd name="connsiteY3" fmla="*/ 6880958 h 6900652"/>
              <a:gd name="connsiteX4" fmla="*/ 2567608 w 7688368"/>
              <a:gd name="connsiteY4" fmla="*/ 6900652 h 6900652"/>
              <a:gd name="connsiteX5" fmla="*/ 0 w 7688368"/>
              <a:gd name="connsiteY5" fmla="*/ 6900652 h 6900652"/>
              <a:gd name="connsiteX6" fmla="*/ 0 w 7688368"/>
              <a:gd name="connsiteY6" fmla="*/ 0 h 6900652"/>
              <a:gd name="connsiteX7" fmla="*/ 2567608 w 7688368"/>
              <a:gd name="connsiteY7" fmla="*/ 0 h 690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88368" h="6900652">
                <a:moveTo>
                  <a:pt x="2567608" y="6900652"/>
                </a:moveTo>
                <a:lnTo>
                  <a:pt x="2567758" y="0"/>
                </a:lnTo>
                <a:lnTo>
                  <a:pt x="7688368" y="0"/>
                </a:lnTo>
                <a:lnTo>
                  <a:pt x="3849290" y="6880958"/>
                </a:lnTo>
                <a:close/>
                <a:moveTo>
                  <a:pt x="2567608" y="6900652"/>
                </a:moveTo>
                <a:lnTo>
                  <a:pt x="0" y="6900652"/>
                </a:lnTo>
                <a:lnTo>
                  <a:pt x="0" y="0"/>
                </a:lnTo>
                <a:lnTo>
                  <a:pt x="2567608" y="0"/>
                </a:lnTo>
                <a:close/>
              </a:path>
            </a:pathLst>
          </a:custGeom>
          <a:solidFill>
            <a:srgbClr val="262626">
              <a:alpha val="80000"/>
            </a:srgbClr>
          </a:solidFill>
          <a:ln w="25400" cap="flat" cmpd="sng" algn="ctr">
            <a:noFill/>
            <a:prstDash val="solid"/>
          </a:ln>
          <a:effectLst/>
        </p:spPr>
        <p:txBody>
          <a:bodyPr wrap="square" rtlCol="0" anchor="ctr">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nvGrpSpPr>
          <p:cNvPr id="25" name="Group 24">
            <a:extLst>
              <a:ext uri="{FF2B5EF4-FFF2-40B4-BE49-F238E27FC236}">
                <a16:creationId xmlns:a16="http://schemas.microsoft.com/office/drawing/2014/main" id="{E90CFAB1-3019-4ED7-A3C3-083A536475C2}"/>
              </a:ext>
            </a:extLst>
          </p:cNvPr>
          <p:cNvGrpSpPr/>
          <p:nvPr userDrawn="1"/>
        </p:nvGrpSpPr>
        <p:grpSpPr>
          <a:xfrm>
            <a:off x="6182964" y="0"/>
            <a:ext cx="3096056" cy="2466990"/>
            <a:chOff x="1827359" y="-19597"/>
            <a:chExt cx="3253206" cy="3173339"/>
          </a:xfrm>
          <a:solidFill>
            <a:srgbClr val="808080">
              <a:lumMod val="20000"/>
              <a:lumOff val="80000"/>
            </a:srgbClr>
          </a:solidFill>
        </p:grpSpPr>
        <p:sp>
          <p:nvSpPr>
            <p:cNvPr id="26" name="Freeform 3">
              <a:extLst>
                <a:ext uri="{FF2B5EF4-FFF2-40B4-BE49-F238E27FC236}">
                  <a16:creationId xmlns:a16="http://schemas.microsoft.com/office/drawing/2014/main" id="{A637D65E-74AD-4641-A67F-5433124952A4}"/>
                </a:ext>
              </a:extLst>
            </p:cNvPr>
            <p:cNvSpPr/>
            <p:nvPr userDrawn="1"/>
          </p:nvSpPr>
          <p:spPr>
            <a:xfrm>
              <a:off x="2727889" y="-19597"/>
              <a:ext cx="2352676" cy="3171824"/>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C4C4CD"/>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32" name="Freeform 65">
              <a:extLst>
                <a:ext uri="{FF2B5EF4-FFF2-40B4-BE49-F238E27FC236}">
                  <a16:creationId xmlns:a16="http://schemas.microsoft.com/office/drawing/2014/main" id="{396A8755-A865-42AC-99DB-7FC0C23AD821}"/>
                </a:ext>
              </a:extLst>
            </p:cNvPr>
            <p:cNvSpPr/>
            <p:nvPr userDrawn="1"/>
          </p:nvSpPr>
          <p:spPr>
            <a:xfrm>
              <a:off x="1827359" y="-18083"/>
              <a:ext cx="2352675" cy="3171825"/>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FFE600"/>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sp>
        <p:nvSpPr>
          <p:cNvPr id="33" name="Rectangle 32">
            <a:extLst>
              <a:ext uri="{FF2B5EF4-FFF2-40B4-BE49-F238E27FC236}">
                <a16:creationId xmlns:a16="http://schemas.microsoft.com/office/drawing/2014/main" id="{1B9A7198-64D1-48F2-A314-36E89AFB7F10}"/>
              </a:ext>
            </a:extLst>
          </p:cNvPr>
          <p:cNvSpPr/>
          <p:nvPr userDrawn="1"/>
        </p:nvSpPr>
        <p:spPr>
          <a:xfrm flipV="1">
            <a:off x="7666188" y="-1178"/>
            <a:ext cx="4525807" cy="75606"/>
          </a:xfrm>
          <a:prstGeom prst="rect">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799">
              <a:latin typeface="Arial" panose="020B0604020202020204" pitchFamily="34" charset="0"/>
            </a:endParaRPr>
          </a:p>
        </p:txBody>
      </p:sp>
      <p:sp>
        <p:nvSpPr>
          <p:cNvPr id="34" name="TextBox 33">
            <a:extLst>
              <a:ext uri="{FF2B5EF4-FFF2-40B4-BE49-F238E27FC236}">
                <a16:creationId xmlns:a16="http://schemas.microsoft.com/office/drawing/2014/main" id="{4709A47D-7D71-453E-88D4-C5AC8851142B}"/>
              </a:ext>
            </a:extLst>
          </p:cNvPr>
          <p:cNvSpPr txBox="1"/>
          <p:nvPr userDrawn="1"/>
        </p:nvSpPr>
        <p:spPr>
          <a:xfrm>
            <a:off x="7039987" y="2465812"/>
            <a:ext cx="936104" cy="1200329"/>
          </a:xfrm>
          <a:prstGeom prst="rect">
            <a:avLst/>
          </a:prstGeom>
          <a:noFill/>
        </p:spPr>
        <p:txBody>
          <a:bodyPr wrap="square" rtlCol="0" anchor="ctr">
            <a:spAutoFit/>
          </a:bodyPr>
          <a:lstStyle/>
          <a:p>
            <a:pPr algn="ctr"/>
            <a:r>
              <a:rPr lang="en-IN" altLang="ko-KR" sz="7196" b="1">
                <a:solidFill>
                  <a:srgbClr val="FFE600"/>
                </a:solidFill>
                <a:latin typeface="Arial" panose="020B0604020202020204" pitchFamily="34" charset="0"/>
                <a:cs typeface="Arial" pitchFamily="34" charset="0"/>
              </a:rPr>
              <a:t>2</a:t>
            </a:r>
            <a:endParaRPr lang="ko-KR" altLang="en-US" sz="7196" b="1">
              <a:solidFill>
                <a:srgbClr val="FFE600"/>
              </a:solidFill>
              <a:latin typeface="Arial" panose="020B0604020202020204" pitchFamily="34" charset="0"/>
              <a:cs typeface="Arial" pitchFamily="34" charset="0"/>
            </a:endParaRPr>
          </a:p>
        </p:txBody>
      </p:sp>
      <p:sp>
        <p:nvSpPr>
          <p:cNvPr id="35" name="TextBox 34">
            <a:extLst>
              <a:ext uri="{FF2B5EF4-FFF2-40B4-BE49-F238E27FC236}">
                <a16:creationId xmlns:a16="http://schemas.microsoft.com/office/drawing/2014/main" id="{CCEC8F7A-224F-476A-9058-7DE5B98E238E}"/>
              </a:ext>
            </a:extLst>
          </p:cNvPr>
          <p:cNvSpPr txBox="1"/>
          <p:nvPr userDrawn="1"/>
        </p:nvSpPr>
        <p:spPr>
          <a:xfrm>
            <a:off x="7148302" y="3599968"/>
            <a:ext cx="4743340" cy="707566"/>
          </a:xfrm>
          <a:prstGeom prst="rect">
            <a:avLst/>
          </a:prstGeom>
          <a:noFill/>
        </p:spPr>
        <p:txBody>
          <a:bodyPr wrap="square" rtlCol="0" anchor="t">
            <a:spAutoFit/>
          </a:bodyPr>
          <a:lstStyle/>
          <a:p>
            <a:pPr>
              <a:lnSpc>
                <a:spcPct val="100000"/>
              </a:lnSpc>
            </a:pPr>
            <a:r>
              <a:rPr lang="en-US" altLang="ko-KR" sz="3998" b="1">
                <a:solidFill>
                  <a:srgbClr val="FFFFFF"/>
                </a:solidFill>
                <a:latin typeface="Arial" panose="020B0604020202020204" pitchFamily="34" charset="0"/>
                <a:cs typeface="Arial" pitchFamily="34" charset="0"/>
              </a:rPr>
              <a:t>Why EY</a:t>
            </a:r>
          </a:p>
        </p:txBody>
      </p:sp>
      <p:pic>
        <p:nvPicPr>
          <p:cNvPr id="40" name="Picture 39">
            <a:extLst>
              <a:ext uri="{FF2B5EF4-FFF2-40B4-BE49-F238E27FC236}">
                <a16:creationId xmlns:a16="http://schemas.microsoft.com/office/drawing/2014/main" id="{64E6DCAC-2677-4B51-9BE6-1E76C67CB0C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08498" y="5438508"/>
            <a:ext cx="986524" cy="1156968"/>
          </a:xfrm>
          <a:prstGeom prst="rect">
            <a:avLst/>
          </a:prstGeom>
        </p:spPr>
      </p:pic>
      <p:sp>
        <p:nvSpPr>
          <p:cNvPr id="41" name="Rectangle 40">
            <a:extLst>
              <a:ext uri="{FF2B5EF4-FFF2-40B4-BE49-F238E27FC236}">
                <a16:creationId xmlns:a16="http://schemas.microsoft.com/office/drawing/2014/main" id="{6B7B9891-07AD-4B56-B393-4B74EC6E4B06}"/>
              </a:ext>
            </a:extLst>
          </p:cNvPr>
          <p:cNvSpPr/>
          <p:nvPr userDrawn="1"/>
        </p:nvSpPr>
        <p:spPr>
          <a:xfrm>
            <a:off x="7148303" y="4403281"/>
            <a:ext cx="4305174" cy="79167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defTabSz="877350">
              <a:spcAft>
                <a:spcPts val="600"/>
              </a:spcAft>
              <a:defRPr/>
            </a:pPr>
            <a:r>
              <a:rPr lang="en-IN" sz="1399">
                <a:solidFill>
                  <a:schemeClr val="bg1"/>
                </a:solidFill>
                <a:latin typeface="Arial" panose="020B0604020202020204" pitchFamily="34" charset="0"/>
              </a:rPr>
              <a:t>This section outlines EY’s global reach and capabilities in Finance.</a:t>
            </a:r>
          </a:p>
        </p:txBody>
      </p:sp>
    </p:spTree>
    <p:extLst>
      <p:ext uri="{BB962C8B-B14F-4D97-AF65-F5344CB8AC3E}">
        <p14:creationId xmlns:p14="http://schemas.microsoft.com/office/powerpoint/2010/main" val="369501464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_Divider - Executive Summary">
    <p:bg>
      <p:bgPr>
        <a:solidFill>
          <a:srgbClr val="2E2E38"/>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3ED9C6E-5AA4-45F0-800A-76F7B967C091}"/>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0" y="-1177"/>
            <a:ext cx="12191995" cy="6859178"/>
          </a:xfrm>
          <a:prstGeom prst="rect">
            <a:avLst/>
          </a:prstGeom>
        </p:spPr>
      </p:pic>
      <p:sp>
        <p:nvSpPr>
          <p:cNvPr id="27" name="Freeform: Shape 26">
            <a:extLst>
              <a:ext uri="{FF2B5EF4-FFF2-40B4-BE49-F238E27FC236}">
                <a16:creationId xmlns:a16="http://schemas.microsoft.com/office/drawing/2014/main" id="{7ABB6AB6-914D-4197-8FBD-AB251899F752}"/>
              </a:ext>
            </a:extLst>
          </p:cNvPr>
          <p:cNvSpPr/>
          <p:nvPr userDrawn="1"/>
        </p:nvSpPr>
        <p:spPr>
          <a:xfrm rot="10800000">
            <a:off x="4691269" y="0"/>
            <a:ext cx="7500726" cy="6858000"/>
          </a:xfrm>
          <a:custGeom>
            <a:avLst/>
            <a:gdLst>
              <a:gd name="connsiteX0" fmla="*/ 2567608 w 7688368"/>
              <a:gd name="connsiteY0" fmla="*/ 6900652 h 6900652"/>
              <a:gd name="connsiteX1" fmla="*/ 2567758 w 7688368"/>
              <a:gd name="connsiteY1" fmla="*/ 0 h 6900652"/>
              <a:gd name="connsiteX2" fmla="*/ 7688368 w 7688368"/>
              <a:gd name="connsiteY2" fmla="*/ 0 h 6900652"/>
              <a:gd name="connsiteX3" fmla="*/ 3849290 w 7688368"/>
              <a:gd name="connsiteY3" fmla="*/ 6880958 h 6900652"/>
              <a:gd name="connsiteX4" fmla="*/ 2567608 w 7688368"/>
              <a:gd name="connsiteY4" fmla="*/ 6900652 h 6900652"/>
              <a:gd name="connsiteX5" fmla="*/ 0 w 7688368"/>
              <a:gd name="connsiteY5" fmla="*/ 6900652 h 6900652"/>
              <a:gd name="connsiteX6" fmla="*/ 0 w 7688368"/>
              <a:gd name="connsiteY6" fmla="*/ 0 h 6900652"/>
              <a:gd name="connsiteX7" fmla="*/ 2567608 w 7688368"/>
              <a:gd name="connsiteY7" fmla="*/ 0 h 690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88368" h="6900652">
                <a:moveTo>
                  <a:pt x="2567608" y="6900652"/>
                </a:moveTo>
                <a:lnTo>
                  <a:pt x="2567758" y="0"/>
                </a:lnTo>
                <a:lnTo>
                  <a:pt x="7688368" y="0"/>
                </a:lnTo>
                <a:lnTo>
                  <a:pt x="3849290" y="6880958"/>
                </a:lnTo>
                <a:close/>
                <a:moveTo>
                  <a:pt x="2567608" y="6900652"/>
                </a:moveTo>
                <a:lnTo>
                  <a:pt x="0" y="6900652"/>
                </a:lnTo>
                <a:lnTo>
                  <a:pt x="0" y="0"/>
                </a:lnTo>
                <a:lnTo>
                  <a:pt x="2567608" y="0"/>
                </a:lnTo>
                <a:close/>
              </a:path>
            </a:pathLst>
          </a:custGeom>
          <a:solidFill>
            <a:srgbClr val="262626">
              <a:alpha val="80000"/>
            </a:srgbClr>
          </a:solidFill>
          <a:ln w="25400" cap="flat" cmpd="sng" algn="ctr">
            <a:noFill/>
            <a:prstDash val="solid"/>
          </a:ln>
          <a:effectLst/>
        </p:spPr>
        <p:txBody>
          <a:bodyPr wrap="square" rtlCol="0" anchor="ctr">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nvGrpSpPr>
          <p:cNvPr id="38" name="Group 37">
            <a:extLst>
              <a:ext uri="{FF2B5EF4-FFF2-40B4-BE49-F238E27FC236}">
                <a16:creationId xmlns:a16="http://schemas.microsoft.com/office/drawing/2014/main" id="{F3D277D9-5328-47B3-B2B8-9702B63567A7}"/>
              </a:ext>
            </a:extLst>
          </p:cNvPr>
          <p:cNvGrpSpPr/>
          <p:nvPr userDrawn="1"/>
        </p:nvGrpSpPr>
        <p:grpSpPr>
          <a:xfrm>
            <a:off x="6182964" y="0"/>
            <a:ext cx="3096056" cy="2466990"/>
            <a:chOff x="1827359" y="-19597"/>
            <a:chExt cx="3253206" cy="3173340"/>
          </a:xfrm>
          <a:solidFill>
            <a:srgbClr val="808080">
              <a:lumMod val="20000"/>
              <a:lumOff val="80000"/>
            </a:srgbClr>
          </a:solidFill>
        </p:grpSpPr>
        <p:sp>
          <p:nvSpPr>
            <p:cNvPr id="39" name="Freeform 3">
              <a:extLst>
                <a:ext uri="{FF2B5EF4-FFF2-40B4-BE49-F238E27FC236}">
                  <a16:creationId xmlns:a16="http://schemas.microsoft.com/office/drawing/2014/main" id="{15AB4A61-D1A8-41A4-AC5D-66BBE31F1EE9}"/>
                </a:ext>
              </a:extLst>
            </p:cNvPr>
            <p:cNvSpPr/>
            <p:nvPr userDrawn="1"/>
          </p:nvSpPr>
          <p:spPr>
            <a:xfrm>
              <a:off x="2727889" y="-19597"/>
              <a:ext cx="2352676" cy="3171824"/>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C4C4CD"/>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40" name="Freeform 65">
              <a:extLst>
                <a:ext uri="{FF2B5EF4-FFF2-40B4-BE49-F238E27FC236}">
                  <a16:creationId xmlns:a16="http://schemas.microsoft.com/office/drawing/2014/main" id="{174BAF77-94DD-4BA1-9522-2D4766B3B952}"/>
                </a:ext>
              </a:extLst>
            </p:cNvPr>
            <p:cNvSpPr/>
            <p:nvPr userDrawn="1"/>
          </p:nvSpPr>
          <p:spPr>
            <a:xfrm>
              <a:off x="1827359" y="-18083"/>
              <a:ext cx="2352675" cy="3171826"/>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FFE600"/>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sp>
        <p:nvSpPr>
          <p:cNvPr id="42" name="Rectangle 41">
            <a:extLst>
              <a:ext uri="{FF2B5EF4-FFF2-40B4-BE49-F238E27FC236}">
                <a16:creationId xmlns:a16="http://schemas.microsoft.com/office/drawing/2014/main" id="{69F7B022-AD38-4648-9F8A-8CFCA7C655FC}"/>
              </a:ext>
            </a:extLst>
          </p:cNvPr>
          <p:cNvSpPr/>
          <p:nvPr userDrawn="1"/>
        </p:nvSpPr>
        <p:spPr>
          <a:xfrm flipV="1">
            <a:off x="7666188" y="-1178"/>
            <a:ext cx="4525807" cy="75606"/>
          </a:xfrm>
          <a:prstGeom prst="rect">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799">
              <a:latin typeface="Arial" panose="020B0604020202020204" pitchFamily="34" charset="0"/>
            </a:endParaRPr>
          </a:p>
        </p:txBody>
      </p:sp>
      <p:sp>
        <p:nvSpPr>
          <p:cNvPr id="43" name="TextBox 42">
            <a:extLst>
              <a:ext uri="{FF2B5EF4-FFF2-40B4-BE49-F238E27FC236}">
                <a16:creationId xmlns:a16="http://schemas.microsoft.com/office/drawing/2014/main" id="{F3791513-FB5C-42BC-9403-D4AD7CEF8388}"/>
              </a:ext>
            </a:extLst>
          </p:cNvPr>
          <p:cNvSpPr txBox="1"/>
          <p:nvPr userDrawn="1"/>
        </p:nvSpPr>
        <p:spPr>
          <a:xfrm>
            <a:off x="7039987" y="2465812"/>
            <a:ext cx="936104" cy="1200329"/>
          </a:xfrm>
          <a:prstGeom prst="rect">
            <a:avLst/>
          </a:prstGeom>
          <a:noFill/>
        </p:spPr>
        <p:txBody>
          <a:bodyPr wrap="square" rtlCol="0" anchor="ctr">
            <a:spAutoFit/>
          </a:bodyPr>
          <a:lstStyle/>
          <a:p>
            <a:pPr algn="ctr"/>
            <a:r>
              <a:rPr lang="en-IN" altLang="ko-KR" sz="7196" b="1">
                <a:solidFill>
                  <a:srgbClr val="FFE600"/>
                </a:solidFill>
                <a:latin typeface="Arial" panose="020B0604020202020204" pitchFamily="34" charset="0"/>
                <a:cs typeface="Arial" pitchFamily="34" charset="0"/>
              </a:rPr>
              <a:t>3</a:t>
            </a:r>
            <a:endParaRPr lang="ko-KR" altLang="en-US" sz="7196" b="1">
              <a:solidFill>
                <a:srgbClr val="FFE600"/>
              </a:solidFill>
              <a:latin typeface="Arial" panose="020B0604020202020204" pitchFamily="34" charset="0"/>
              <a:cs typeface="Arial" pitchFamily="34" charset="0"/>
            </a:endParaRPr>
          </a:p>
        </p:txBody>
      </p:sp>
      <p:sp>
        <p:nvSpPr>
          <p:cNvPr id="44" name="TextBox 43">
            <a:extLst>
              <a:ext uri="{FF2B5EF4-FFF2-40B4-BE49-F238E27FC236}">
                <a16:creationId xmlns:a16="http://schemas.microsoft.com/office/drawing/2014/main" id="{0E994C55-1AF0-4875-ADD7-A1F6123C9ACF}"/>
              </a:ext>
            </a:extLst>
          </p:cNvPr>
          <p:cNvSpPr txBox="1"/>
          <p:nvPr userDrawn="1"/>
        </p:nvSpPr>
        <p:spPr>
          <a:xfrm>
            <a:off x="7148302" y="3599968"/>
            <a:ext cx="4743340" cy="1322798"/>
          </a:xfrm>
          <a:prstGeom prst="rect">
            <a:avLst/>
          </a:prstGeom>
          <a:noFill/>
        </p:spPr>
        <p:txBody>
          <a:bodyPr wrap="square" rtlCol="0" anchor="t">
            <a:spAutoFit/>
          </a:bodyPr>
          <a:lstStyle/>
          <a:p>
            <a:pPr>
              <a:lnSpc>
                <a:spcPct val="100000"/>
              </a:lnSpc>
            </a:pPr>
            <a:r>
              <a:rPr lang="en-US" altLang="ko-KR" sz="3998" b="1">
                <a:solidFill>
                  <a:srgbClr val="FFFFFF"/>
                </a:solidFill>
                <a:latin typeface="Arial" panose="020B0604020202020204" pitchFamily="34" charset="0"/>
                <a:cs typeface="Arial" pitchFamily="34" charset="0"/>
              </a:rPr>
              <a:t>Global Solution Summary</a:t>
            </a:r>
          </a:p>
        </p:txBody>
      </p:sp>
      <p:pic>
        <p:nvPicPr>
          <p:cNvPr id="51" name="Picture 50">
            <a:extLst>
              <a:ext uri="{FF2B5EF4-FFF2-40B4-BE49-F238E27FC236}">
                <a16:creationId xmlns:a16="http://schemas.microsoft.com/office/drawing/2014/main" id="{23FC8DCC-F0CC-4CC9-ACB9-A99CD9D5697C}"/>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08498" y="5438508"/>
            <a:ext cx="986524" cy="1156968"/>
          </a:xfrm>
          <a:prstGeom prst="rect">
            <a:avLst/>
          </a:prstGeom>
        </p:spPr>
      </p:pic>
      <p:sp>
        <p:nvSpPr>
          <p:cNvPr id="52" name="Rectangle 51">
            <a:extLst>
              <a:ext uri="{FF2B5EF4-FFF2-40B4-BE49-F238E27FC236}">
                <a16:creationId xmlns:a16="http://schemas.microsoft.com/office/drawing/2014/main" id="{C3028E35-BEBD-4F6D-8A5F-ECF57DFE6560}"/>
              </a:ext>
            </a:extLst>
          </p:cNvPr>
          <p:cNvSpPr/>
          <p:nvPr userDrawn="1"/>
        </p:nvSpPr>
        <p:spPr>
          <a:xfrm>
            <a:off x="7148303" y="4973100"/>
            <a:ext cx="4305174" cy="79167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defTabSz="877350">
              <a:spcAft>
                <a:spcPts val="600"/>
              </a:spcAft>
              <a:defRPr/>
            </a:pPr>
            <a:r>
              <a:rPr lang="en-IN" sz="1399">
                <a:solidFill>
                  <a:schemeClr val="bg1"/>
                </a:solidFill>
                <a:latin typeface="Arial" panose="020B0604020202020204" pitchFamily="34" charset="0"/>
              </a:rPr>
              <a:t>This section provides an overview of the Global Business Solution (GBS) Strategy and Operating Model Delivery Toolkit solution and its value proposition.</a:t>
            </a:r>
          </a:p>
        </p:txBody>
      </p:sp>
    </p:spTree>
    <p:extLst>
      <p:ext uri="{BB962C8B-B14F-4D97-AF65-F5344CB8AC3E}">
        <p14:creationId xmlns:p14="http://schemas.microsoft.com/office/powerpoint/2010/main" val="171497708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_Divider - Delivery Approach">
    <p:bg>
      <p:bgPr>
        <a:solidFill>
          <a:srgbClr val="2E2E38"/>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9516373-55D4-4F51-8754-F955926884B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 y="8762"/>
            <a:ext cx="12191999" cy="6848062"/>
          </a:xfrm>
          <a:prstGeom prst="rect">
            <a:avLst/>
          </a:prstGeom>
        </p:spPr>
      </p:pic>
      <p:sp>
        <p:nvSpPr>
          <p:cNvPr id="23" name="Freeform: Shape 22">
            <a:extLst>
              <a:ext uri="{FF2B5EF4-FFF2-40B4-BE49-F238E27FC236}">
                <a16:creationId xmlns:a16="http://schemas.microsoft.com/office/drawing/2014/main" id="{0EACD0A2-546E-4A32-8677-D088F299FABD}"/>
              </a:ext>
            </a:extLst>
          </p:cNvPr>
          <p:cNvSpPr/>
          <p:nvPr userDrawn="1"/>
        </p:nvSpPr>
        <p:spPr>
          <a:xfrm rot="10800000">
            <a:off x="4691269" y="0"/>
            <a:ext cx="7500726" cy="6858000"/>
          </a:xfrm>
          <a:custGeom>
            <a:avLst/>
            <a:gdLst>
              <a:gd name="connsiteX0" fmla="*/ 2567608 w 7688368"/>
              <a:gd name="connsiteY0" fmla="*/ 6900652 h 6900652"/>
              <a:gd name="connsiteX1" fmla="*/ 2567758 w 7688368"/>
              <a:gd name="connsiteY1" fmla="*/ 0 h 6900652"/>
              <a:gd name="connsiteX2" fmla="*/ 7688368 w 7688368"/>
              <a:gd name="connsiteY2" fmla="*/ 0 h 6900652"/>
              <a:gd name="connsiteX3" fmla="*/ 3849290 w 7688368"/>
              <a:gd name="connsiteY3" fmla="*/ 6880958 h 6900652"/>
              <a:gd name="connsiteX4" fmla="*/ 2567608 w 7688368"/>
              <a:gd name="connsiteY4" fmla="*/ 6900652 h 6900652"/>
              <a:gd name="connsiteX5" fmla="*/ 0 w 7688368"/>
              <a:gd name="connsiteY5" fmla="*/ 6900652 h 6900652"/>
              <a:gd name="connsiteX6" fmla="*/ 0 w 7688368"/>
              <a:gd name="connsiteY6" fmla="*/ 0 h 6900652"/>
              <a:gd name="connsiteX7" fmla="*/ 2567608 w 7688368"/>
              <a:gd name="connsiteY7" fmla="*/ 0 h 690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88368" h="6900652">
                <a:moveTo>
                  <a:pt x="2567608" y="6900652"/>
                </a:moveTo>
                <a:lnTo>
                  <a:pt x="2567758" y="0"/>
                </a:lnTo>
                <a:lnTo>
                  <a:pt x="7688368" y="0"/>
                </a:lnTo>
                <a:lnTo>
                  <a:pt x="3849290" y="6880958"/>
                </a:lnTo>
                <a:close/>
                <a:moveTo>
                  <a:pt x="2567608" y="6900652"/>
                </a:moveTo>
                <a:lnTo>
                  <a:pt x="0" y="6900652"/>
                </a:lnTo>
                <a:lnTo>
                  <a:pt x="0" y="0"/>
                </a:lnTo>
                <a:lnTo>
                  <a:pt x="2567608" y="0"/>
                </a:lnTo>
                <a:close/>
              </a:path>
            </a:pathLst>
          </a:custGeom>
          <a:solidFill>
            <a:srgbClr val="262626">
              <a:alpha val="80000"/>
            </a:srgbClr>
          </a:solidFill>
          <a:ln w="25400" cap="flat" cmpd="sng" algn="ctr">
            <a:noFill/>
            <a:prstDash val="solid"/>
          </a:ln>
          <a:effectLst/>
        </p:spPr>
        <p:txBody>
          <a:bodyPr wrap="square" rtlCol="0" anchor="ctr">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nvGrpSpPr>
          <p:cNvPr id="25" name="Group 24">
            <a:extLst>
              <a:ext uri="{FF2B5EF4-FFF2-40B4-BE49-F238E27FC236}">
                <a16:creationId xmlns:a16="http://schemas.microsoft.com/office/drawing/2014/main" id="{E90CFAB1-3019-4ED7-A3C3-083A536475C2}"/>
              </a:ext>
            </a:extLst>
          </p:cNvPr>
          <p:cNvGrpSpPr/>
          <p:nvPr userDrawn="1"/>
        </p:nvGrpSpPr>
        <p:grpSpPr>
          <a:xfrm>
            <a:off x="6182964" y="0"/>
            <a:ext cx="3096056" cy="2466990"/>
            <a:chOff x="1827359" y="-19597"/>
            <a:chExt cx="3253206" cy="3173339"/>
          </a:xfrm>
          <a:solidFill>
            <a:srgbClr val="808080">
              <a:lumMod val="20000"/>
              <a:lumOff val="80000"/>
            </a:srgbClr>
          </a:solidFill>
        </p:grpSpPr>
        <p:sp>
          <p:nvSpPr>
            <p:cNvPr id="26" name="Freeform 3">
              <a:extLst>
                <a:ext uri="{FF2B5EF4-FFF2-40B4-BE49-F238E27FC236}">
                  <a16:creationId xmlns:a16="http://schemas.microsoft.com/office/drawing/2014/main" id="{A637D65E-74AD-4641-A67F-5433124952A4}"/>
                </a:ext>
              </a:extLst>
            </p:cNvPr>
            <p:cNvSpPr/>
            <p:nvPr userDrawn="1"/>
          </p:nvSpPr>
          <p:spPr>
            <a:xfrm>
              <a:off x="2727889" y="-19597"/>
              <a:ext cx="2352676" cy="3171824"/>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C4C4CD"/>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32" name="Freeform 65">
              <a:extLst>
                <a:ext uri="{FF2B5EF4-FFF2-40B4-BE49-F238E27FC236}">
                  <a16:creationId xmlns:a16="http://schemas.microsoft.com/office/drawing/2014/main" id="{396A8755-A865-42AC-99DB-7FC0C23AD821}"/>
                </a:ext>
              </a:extLst>
            </p:cNvPr>
            <p:cNvSpPr/>
            <p:nvPr userDrawn="1"/>
          </p:nvSpPr>
          <p:spPr>
            <a:xfrm>
              <a:off x="1827359" y="-18083"/>
              <a:ext cx="2352675" cy="3171825"/>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FFE600"/>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sp>
        <p:nvSpPr>
          <p:cNvPr id="33" name="Rectangle 32">
            <a:extLst>
              <a:ext uri="{FF2B5EF4-FFF2-40B4-BE49-F238E27FC236}">
                <a16:creationId xmlns:a16="http://schemas.microsoft.com/office/drawing/2014/main" id="{1B9A7198-64D1-48F2-A314-36E89AFB7F10}"/>
              </a:ext>
            </a:extLst>
          </p:cNvPr>
          <p:cNvSpPr/>
          <p:nvPr userDrawn="1"/>
        </p:nvSpPr>
        <p:spPr>
          <a:xfrm flipV="1">
            <a:off x="7666188" y="-1178"/>
            <a:ext cx="4525807" cy="75606"/>
          </a:xfrm>
          <a:prstGeom prst="rect">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799">
              <a:latin typeface="Arial" panose="020B0604020202020204" pitchFamily="34" charset="0"/>
            </a:endParaRPr>
          </a:p>
        </p:txBody>
      </p:sp>
      <p:sp>
        <p:nvSpPr>
          <p:cNvPr id="34" name="TextBox 33">
            <a:extLst>
              <a:ext uri="{FF2B5EF4-FFF2-40B4-BE49-F238E27FC236}">
                <a16:creationId xmlns:a16="http://schemas.microsoft.com/office/drawing/2014/main" id="{4709A47D-7D71-453E-88D4-C5AC8851142B}"/>
              </a:ext>
            </a:extLst>
          </p:cNvPr>
          <p:cNvSpPr txBox="1"/>
          <p:nvPr userDrawn="1"/>
        </p:nvSpPr>
        <p:spPr>
          <a:xfrm>
            <a:off x="7039987" y="2465812"/>
            <a:ext cx="936104" cy="1200329"/>
          </a:xfrm>
          <a:prstGeom prst="rect">
            <a:avLst/>
          </a:prstGeom>
          <a:noFill/>
        </p:spPr>
        <p:txBody>
          <a:bodyPr wrap="square" rtlCol="0" anchor="ctr">
            <a:spAutoFit/>
          </a:bodyPr>
          <a:lstStyle/>
          <a:p>
            <a:pPr algn="ctr"/>
            <a:r>
              <a:rPr lang="en-IN" altLang="ko-KR" sz="7196" b="1">
                <a:solidFill>
                  <a:srgbClr val="FFE600"/>
                </a:solidFill>
                <a:latin typeface="Arial" panose="020B0604020202020204" pitchFamily="34" charset="0"/>
                <a:cs typeface="Arial" pitchFamily="34" charset="0"/>
              </a:rPr>
              <a:t>4</a:t>
            </a:r>
            <a:endParaRPr lang="ko-KR" altLang="en-US" sz="7196" b="1">
              <a:solidFill>
                <a:srgbClr val="FFE600"/>
              </a:solidFill>
              <a:latin typeface="Arial" panose="020B0604020202020204" pitchFamily="34" charset="0"/>
              <a:cs typeface="Arial" pitchFamily="34" charset="0"/>
            </a:endParaRPr>
          </a:p>
        </p:txBody>
      </p:sp>
      <p:sp>
        <p:nvSpPr>
          <p:cNvPr id="35" name="TextBox 34">
            <a:extLst>
              <a:ext uri="{FF2B5EF4-FFF2-40B4-BE49-F238E27FC236}">
                <a16:creationId xmlns:a16="http://schemas.microsoft.com/office/drawing/2014/main" id="{CCEC8F7A-224F-476A-9058-7DE5B98E238E}"/>
              </a:ext>
            </a:extLst>
          </p:cNvPr>
          <p:cNvSpPr txBox="1"/>
          <p:nvPr userDrawn="1"/>
        </p:nvSpPr>
        <p:spPr>
          <a:xfrm>
            <a:off x="7148302" y="3599968"/>
            <a:ext cx="4743340" cy="707566"/>
          </a:xfrm>
          <a:prstGeom prst="rect">
            <a:avLst/>
          </a:prstGeom>
          <a:noFill/>
        </p:spPr>
        <p:txBody>
          <a:bodyPr wrap="square" rtlCol="0" anchor="t">
            <a:spAutoFit/>
          </a:bodyPr>
          <a:lstStyle/>
          <a:p>
            <a:pPr>
              <a:lnSpc>
                <a:spcPct val="100000"/>
              </a:lnSpc>
            </a:pPr>
            <a:r>
              <a:rPr lang="en-US" altLang="ko-KR" sz="3998" b="1">
                <a:solidFill>
                  <a:srgbClr val="FFFFFF"/>
                </a:solidFill>
                <a:latin typeface="Arial" panose="020B0604020202020204" pitchFamily="34" charset="0"/>
                <a:cs typeface="Arial" pitchFamily="34" charset="0"/>
              </a:rPr>
              <a:t>Delivery Approach</a:t>
            </a:r>
          </a:p>
        </p:txBody>
      </p:sp>
      <p:pic>
        <p:nvPicPr>
          <p:cNvPr id="40" name="Picture 39">
            <a:extLst>
              <a:ext uri="{FF2B5EF4-FFF2-40B4-BE49-F238E27FC236}">
                <a16:creationId xmlns:a16="http://schemas.microsoft.com/office/drawing/2014/main" id="{64E6DCAC-2677-4B51-9BE6-1E76C67CB0C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08498" y="5438508"/>
            <a:ext cx="986524" cy="1156968"/>
          </a:xfrm>
          <a:prstGeom prst="rect">
            <a:avLst/>
          </a:prstGeom>
        </p:spPr>
      </p:pic>
      <p:sp>
        <p:nvSpPr>
          <p:cNvPr id="41" name="Rectangle 40">
            <a:extLst>
              <a:ext uri="{FF2B5EF4-FFF2-40B4-BE49-F238E27FC236}">
                <a16:creationId xmlns:a16="http://schemas.microsoft.com/office/drawing/2014/main" id="{6B7B9891-07AD-4B56-B393-4B74EC6E4B06}"/>
              </a:ext>
            </a:extLst>
          </p:cNvPr>
          <p:cNvSpPr/>
          <p:nvPr userDrawn="1"/>
        </p:nvSpPr>
        <p:spPr>
          <a:xfrm>
            <a:off x="7148303" y="4403281"/>
            <a:ext cx="4305174" cy="79167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defTabSz="877350">
              <a:spcAft>
                <a:spcPts val="600"/>
              </a:spcAft>
              <a:defRPr/>
            </a:pPr>
            <a:r>
              <a:rPr lang="en-IN" sz="1399">
                <a:solidFill>
                  <a:schemeClr val="bg1"/>
                </a:solidFill>
                <a:latin typeface="Arial" panose="020B0604020202020204" pitchFamily="34" charset="0"/>
              </a:rPr>
              <a:t>This section outlines the standardized global service delivery approach applicable on Global Business Solution (GBS) Strategy and Operating Model Delivery Toolkit client engagements supported by enabling technologies.</a:t>
            </a:r>
          </a:p>
          <a:p>
            <a:pPr lvl="0" defTabSz="877350">
              <a:spcAft>
                <a:spcPts val="600"/>
              </a:spcAft>
              <a:defRPr/>
            </a:pPr>
            <a:r>
              <a:rPr lang="en-IN" sz="1399">
                <a:solidFill>
                  <a:schemeClr val="bg1"/>
                </a:solidFill>
                <a:latin typeface="Arial" panose="020B0604020202020204" pitchFamily="34" charset="0"/>
              </a:rPr>
              <a:t>It includes relevant frameworks, delivery plans, methods and assets to be leveraged by the solution teams customized by the scale of the engagement.</a:t>
            </a:r>
          </a:p>
        </p:txBody>
      </p:sp>
    </p:spTree>
    <p:extLst>
      <p:ext uri="{BB962C8B-B14F-4D97-AF65-F5344CB8AC3E}">
        <p14:creationId xmlns:p14="http://schemas.microsoft.com/office/powerpoint/2010/main" val="53770407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Divider - Tools and Enablers">
    <p:bg>
      <p:bgPr>
        <a:solidFill>
          <a:srgbClr val="2E2E38"/>
        </a:solidFill>
        <a:effectLst/>
      </p:bgPr>
    </p:bg>
    <p:spTree>
      <p:nvGrpSpPr>
        <p:cNvPr id="1" name=""/>
        <p:cNvGrpSpPr/>
        <p:nvPr/>
      </p:nvGrpSpPr>
      <p:grpSpPr>
        <a:xfrm>
          <a:off x="0" y="0"/>
          <a:ext cx="0" cy="0"/>
          <a:chOff x="0" y="0"/>
          <a:chExt cx="0" cy="0"/>
        </a:xfrm>
      </p:grpSpPr>
      <p:pic>
        <p:nvPicPr>
          <p:cNvPr id="16" name="Picture 15">
            <a:extLst>
              <a:ext uri="{FF2B5EF4-FFF2-40B4-BE49-F238E27FC236}">
                <a16:creationId xmlns:a16="http://schemas.microsoft.com/office/drawing/2014/main" id="{CF15122F-C1E3-4EC2-A772-DC34D96D786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2" y="-1179"/>
            <a:ext cx="12191995" cy="6858001"/>
          </a:xfrm>
          <a:prstGeom prst="rect">
            <a:avLst/>
          </a:prstGeom>
        </p:spPr>
      </p:pic>
      <p:sp>
        <p:nvSpPr>
          <p:cNvPr id="4" name="Freeform: Shape 3">
            <a:extLst>
              <a:ext uri="{FF2B5EF4-FFF2-40B4-BE49-F238E27FC236}">
                <a16:creationId xmlns:a16="http://schemas.microsoft.com/office/drawing/2014/main" id="{3488E828-8EB7-4591-B616-10CC7C1B25D8}"/>
              </a:ext>
            </a:extLst>
          </p:cNvPr>
          <p:cNvSpPr/>
          <p:nvPr userDrawn="1"/>
        </p:nvSpPr>
        <p:spPr>
          <a:xfrm rot="10800000">
            <a:off x="4691269" y="0"/>
            <a:ext cx="7500726" cy="6858000"/>
          </a:xfrm>
          <a:custGeom>
            <a:avLst/>
            <a:gdLst>
              <a:gd name="connsiteX0" fmla="*/ 2567608 w 7688368"/>
              <a:gd name="connsiteY0" fmla="*/ 6900652 h 6900652"/>
              <a:gd name="connsiteX1" fmla="*/ 2567758 w 7688368"/>
              <a:gd name="connsiteY1" fmla="*/ 0 h 6900652"/>
              <a:gd name="connsiteX2" fmla="*/ 7688368 w 7688368"/>
              <a:gd name="connsiteY2" fmla="*/ 0 h 6900652"/>
              <a:gd name="connsiteX3" fmla="*/ 3849290 w 7688368"/>
              <a:gd name="connsiteY3" fmla="*/ 6880958 h 6900652"/>
              <a:gd name="connsiteX4" fmla="*/ 2567608 w 7688368"/>
              <a:gd name="connsiteY4" fmla="*/ 6900652 h 6900652"/>
              <a:gd name="connsiteX5" fmla="*/ 0 w 7688368"/>
              <a:gd name="connsiteY5" fmla="*/ 6900652 h 6900652"/>
              <a:gd name="connsiteX6" fmla="*/ 0 w 7688368"/>
              <a:gd name="connsiteY6" fmla="*/ 0 h 6900652"/>
              <a:gd name="connsiteX7" fmla="*/ 2567608 w 7688368"/>
              <a:gd name="connsiteY7" fmla="*/ 0 h 690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88368" h="6900652">
                <a:moveTo>
                  <a:pt x="2567608" y="6900652"/>
                </a:moveTo>
                <a:lnTo>
                  <a:pt x="2567758" y="0"/>
                </a:lnTo>
                <a:lnTo>
                  <a:pt x="7688368" y="0"/>
                </a:lnTo>
                <a:lnTo>
                  <a:pt x="3849290" y="6880958"/>
                </a:lnTo>
                <a:close/>
                <a:moveTo>
                  <a:pt x="2567608" y="6900652"/>
                </a:moveTo>
                <a:lnTo>
                  <a:pt x="0" y="6900652"/>
                </a:lnTo>
                <a:lnTo>
                  <a:pt x="0" y="0"/>
                </a:lnTo>
                <a:lnTo>
                  <a:pt x="2567608" y="0"/>
                </a:lnTo>
                <a:close/>
              </a:path>
            </a:pathLst>
          </a:custGeom>
          <a:solidFill>
            <a:srgbClr val="262626">
              <a:alpha val="80000"/>
            </a:srgbClr>
          </a:solidFill>
          <a:ln w="25400" cap="flat" cmpd="sng" algn="ctr">
            <a:noFill/>
            <a:prstDash val="solid"/>
          </a:ln>
          <a:effectLst/>
        </p:spPr>
        <p:txBody>
          <a:bodyPr wrap="square" rtlCol="0" anchor="ctr">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IN" altLang="ko-KR" sz="1799" b="0" i="0" u="none" strike="noStrike" kern="0" cap="none" spc="0" normalizeH="0" baseline="0" noProof="0">
                <a:ln>
                  <a:noFill/>
                </a:ln>
                <a:solidFill>
                  <a:srgbClr val="FFFFFF"/>
                </a:solidFill>
                <a:effectLst/>
                <a:uLnTx/>
                <a:uFillTx/>
                <a:latin typeface="Arial" panose="020B0604020202020204" pitchFamily="34" charset="0"/>
                <a:ea typeface="+mn-ea"/>
                <a:cs typeface="+mn-cs"/>
              </a:rPr>
              <a:t> 		</a:t>
            </a: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nvGrpSpPr>
          <p:cNvPr id="5" name="Group 4">
            <a:extLst>
              <a:ext uri="{FF2B5EF4-FFF2-40B4-BE49-F238E27FC236}">
                <a16:creationId xmlns:a16="http://schemas.microsoft.com/office/drawing/2014/main" id="{54965F12-00E6-44BE-A14C-50D45EA93275}"/>
              </a:ext>
            </a:extLst>
          </p:cNvPr>
          <p:cNvGrpSpPr/>
          <p:nvPr userDrawn="1"/>
        </p:nvGrpSpPr>
        <p:grpSpPr>
          <a:xfrm>
            <a:off x="6182964" y="0"/>
            <a:ext cx="3096056" cy="2466990"/>
            <a:chOff x="1827359" y="-19597"/>
            <a:chExt cx="3253206" cy="3173339"/>
          </a:xfrm>
          <a:solidFill>
            <a:srgbClr val="808080">
              <a:lumMod val="20000"/>
              <a:lumOff val="80000"/>
            </a:srgbClr>
          </a:solidFill>
        </p:grpSpPr>
        <p:sp>
          <p:nvSpPr>
            <p:cNvPr id="6" name="Freeform 3">
              <a:extLst>
                <a:ext uri="{FF2B5EF4-FFF2-40B4-BE49-F238E27FC236}">
                  <a16:creationId xmlns:a16="http://schemas.microsoft.com/office/drawing/2014/main" id="{84FBD287-C6D0-449D-90A5-32778445E3C7}"/>
                </a:ext>
              </a:extLst>
            </p:cNvPr>
            <p:cNvSpPr/>
            <p:nvPr userDrawn="1"/>
          </p:nvSpPr>
          <p:spPr>
            <a:xfrm>
              <a:off x="2727889" y="-19597"/>
              <a:ext cx="2352676" cy="3171824"/>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C4C4CD"/>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7" name="Freeform 65">
              <a:extLst>
                <a:ext uri="{FF2B5EF4-FFF2-40B4-BE49-F238E27FC236}">
                  <a16:creationId xmlns:a16="http://schemas.microsoft.com/office/drawing/2014/main" id="{331896D9-5152-4A1F-ABAB-D0BA7A512653}"/>
                </a:ext>
              </a:extLst>
            </p:cNvPr>
            <p:cNvSpPr/>
            <p:nvPr userDrawn="1"/>
          </p:nvSpPr>
          <p:spPr>
            <a:xfrm>
              <a:off x="1827359" y="-18083"/>
              <a:ext cx="2352675" cy="3171825"/>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FFE600"/>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sp>
        <p:nvSpPr>
          <p:cNvPr id="10" name="Rectangle 9">
            <a:extLst>
              <a:ext uri="{FF2B5EF4-FFF2-40B4-BE49-F238E27FC236}">
                <a16:creationId xmlns:a16="http://schemas.microsoft.com/office/drawing/2014/main" id="{C065A56F-EE79-46F0-9A19-7778555FBB88}"/>
              </a:ext>
            </a:extLst>
          </p:cNvPr>
          <p:cNvSpPr/>
          <p:nvPr/>
        </p:nvSpPr>
        <p:spPr>
          <a:xfrm flipV="1">
            <a:off x="7666188" y="-1178"/>
            <a:ext cx="4525807" cy="75606"/>
          </a:xfrm>
          <a:prstGeom prst="rect">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799">
              <a:latin typeface="Arial" panose="020B0604020202020204" pitchFamily="34" charset="0"/>
            </a:endParaRPr>
          </a:p>
        </p:txBody>
      </p:sp>
      <p:sp>
        <p:nvSpPr>
          <p:cNvPr id="20" name="TextBox 19">
            <a:extLst>
              <a:ext uri="{FF2B5EF4-FFF2-40B4-BE49-F238E27FC236}">
                <a16:creationId xmlns:a16="http://schemas.microsoft.com/office/drawing/2014/main" id="{4A7797BF-56F4-4BA6-8203-18C10C5B8F68}"/>
              </a:ext>
            </a:extLst>
          </p:cNvPr>
          <p:cNvSpPr txBox="1"/>
          <p:nvPr userDrawn="1"/>
        </p:nvSpPr>
        <p:spPr>
          <a:xfrm>
            <a:off x="7039987" y="2465812"/>
            <a:ext cx="936104" cy="1200329"/>
          </a:xfrm>
          <a:prstGeom prst="rect">
            <a:avLst/>
          </a:prstGeom>
          <a:noFill/>
        </p:spPr>
        <p:txBody>
          <a:bodyPr wrap="square" rtlCol="0" anchor="ctr">
            <a:spAutoFit/>
          </a:bodyPr>
          <a:lstStyle/>
          <a:p>
            <a:pPr algn="ctr"/>
            <a:r>
              <a:rPr lang="en-IN" altLang="ko-KR" sz="7196" b="1">
                <a:solidFill>
                  <a:srgbClr val="FFE600"/>
                </a:solidFill>
                <a:latin typeface="Arial" panose="020B0604020202020204" pitchFamily="34" charset="0"/>
                <a:cs typeface="Arial" pitchFamily="34" charset="0"/>
              </a:rPr>
              <a:t>5</a:t>
            </a:r>
            <a:endParaRPr lang="ko-KR" altLang="en-US" sz="7196" b="1">
              <a:solidFill>
                <a:srgbClr val="FFE600"/>
              </a:solidFill>
              <a:latin typeface="Arial" panose="020B0604020202020204" pitchFamily="34" charset="0"/>
              <a:cs typeface="Arial" pitchFamily="34" charset="0"/>
            </a:endParaRPr>
          </a:p>
        </p:txBody>
      </p:sp>
      <p:sp>
        <p:nvSpPr>
          <p:cNvPr id="21" name="TextBox 20">
            <a:extLst>
              <a:ext uri="{FF2B5EF4-FFF2-40B4-BE49-F238E27FC236}">
                <a16:creationId xmlns:a16="http://schemas.microsoft.com/office/drawing/2014/main" id="{DE972A56-C989-4BAF-B670-0E1EAAAE1223}"/>
              </a:ext>
            </a:extLst>
          </p:cNvPr>
          <p:cNvSpPr txBox="1"/>
          <p:nvPr userDrawn="1"/>
        </p:nvSpPr>
        <p:spPr>
          <a:xfrm>
            <a:off x="7148302" y="3599968"/>
            <a:ext cx="4743340" cy="1322798"/>
          </a:xfrm>
          <a:prstGeom prst="rect">
            <a:avLst/>
          </a:prstGeom>
          <a:noFill/>
        </p:spPr>
        <p:txBody>
          <a:bodyPr wrap="square" rtlCol="0" anchor="t">
            <a:spAutoFit/>
          </a:bodyPr>
          <a:lstStyle/>
          <a:p>
            <a:pPr>
              <a:lnSpc>
                <a:spcPct val="100000"/>
              </a:lnSpc>
            </a:pPr>
            <a:r>
              <a:rPr lang="en-US" altLang="ko-KR" sz="3998" b="1">
                <a:solidFill>
                  <a:srgbClr val="FFFFFF"/>
                </a:solidFill>
                <a:latin typeface="Arial" panose="020B0604020202020204" pitchFamily="34" charset="0"/>
                <a:cs typeface="Arial" pitchFamily="34" charset="0"/>
              </a:rPr>
              <a:t>Tools and Enablers</a:t>
            </a:r>
          </a:p>
        </p:txBody>
      </p:sp>
      <p:pic>
        <p:nvPicPr>
          <p:cNvPr id="30" name="Picture 29">
            <a:extLst>
              <a:ext uri="{FF2B5EF4-FFF2-40B4-BE49-F238E27FC236}">
                <a16:creationId xmlns:a16="http://schemas.microsoft.com/office/drawing/2014/main" id="{38E680DE-A90A-487C-82A3-AAE5DF6310A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08498" y="5438508"/>
            <a:ext cx="986524" cy="1156968"/>
          </a:xfrm>
          <a:prstGeom prst="rect">
            <a:avLst/>
          </a:prstGeom>
        </p:spPr>
      </p:pic>
      <p:sp>
        <p:nvSpPr>
          <p:cNvPr id="23" name="Rectangle 22">
            <a:extLst>
              <a:ext uri="{FF2B5EF4-FFF2-40B4-BE49-F238E27FC236}">
                <a16:creationId xmlns:a16="http://schemas.microsoft.com/office/drawing/2014/main" id="{FB49F9C4-31F0-47D3-97F1-88A77074E5B7}"/>
              </a:ext>
            </a:extLst>
          </p:cNvPr>
          <p:cNvSpPr/>
          <p:nvPr userDrawn="1"/>
        </p:nvSpPr>
        <p:spPr>
          <a:xfrm>
            <a:off x="7148303" y="4973100"/>
            <a:ext cx="4305174" cy="79167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defTabSz="877350">
              <a:spcAft>
                <a:spcPts val="600"/>
              </a:spcAft>
              <a:defRPr/>
            </a:pPr>
            <a:r>
              <a:rPr lang="en-IN" sz="1399">
                <a:solidFill>
                  <a:schemeClr val="bg1"/>
                </a:solidFill>
                <a:latin typeface="Arial" panose="020B0604020202020204" pitchFamily="34" charset="0"/>
              </a:rPr>
              <a:t>This section provides access to EY’s unique tools and enablers, technology platforms, and learnings.</a:t>
            </a:r>
            <a:endParaRPr kumimoji="0" lang="en-IN" sz="1399" b="0" i="0" u="none" strike="noStrike" kern="1200" cap="none" spc="0" normalizeH="0" baseline="0" noProof="0">
              <a:ln>
                <a:noFill/>
              </a:ln>
              <a:solidFill>
                <a:schemeClr val="bg1"/>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37322737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Divider - Resource and Cost Model">
    <p:bg>
      <p:bgPr>
        <a:solidFill>
          <a:srgbClr val="2E2E38"/>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0EF393E2-F96E-4707-BCEA-A668918C6BDA}"/>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2" y="-2356"/>
            <a:ext cx="12191999" cy="6859179"/>
          </a:xfrm>
          <a:prstGeom prst="rect">
            <a:avLst/>
          </a:prstGeom>
        </p:spPr>
      </p:pic>
      <p:sp>
        <p:nvSpPr>
          <p:cNvPr id="18" name="Freeform: Shape 17">
            <a:extLst>
              <a:ext uri="{FF2B5EF4-FFF2-40B4-BE49-F238E27FC236}">
                <a16:creationId xmlns:a16="http://schemas.microsoft.com/office/drawing/2014/main" id="{781AFBDC-0D04-4606-9675-6799CAA175DE}"/>
              </a:ext>
            </a:extLst>
          </p:cNvPr>
          <p:cNvSpPr/>
          <p:nvPr userDrawn="1"/>
        </p:nvSpPr>
        <p:spPr>
          <a:xfrm rot="10800000">
            <a:off x="4691269" y="0"/>
            <a:ext cx="7500726" cy="6858000"/>
          </a:xfrm>
          <a:custGeom>
            <a:avLst/>
            <a:gdLst>
              <a:gd name="connsiteX0" fmla="*/ 2567608 w 7688368"/>
              <a:gd name="connsiteY0" fmla="*/ 6900652 h 6900652"/>
              <a:gd name="connsiteX1" fmla="*/ 2567758 w 7688368"/>
              <a:gd name="connsiteY1" fmla="*/ 0 h 6900652"/>
              <a:gd name="connsiteX2" fmla="*/ 7688368 w 7688368"/>
              <a:gd name="connsiteY2" fmla="*/ 0 h 6900652"/>
              <a:gd name="connsiteX3" fmla="*/ 3849290 w 7688368"/>
              <a:gd name="connsiteY3" fmla="*/ 6880958 h 6900652"/>
              <a:gd name="connsiteX4" fmla="*/ 2567608 w 7688368"/>
              <a:gd name="connsiteY4" fmla="*/ 6900652 h 6900652"/>
              <a:gd name="connsiteX5" fmla="*/ 0 w 7688368"/>
              <a:gd name="connsiteY5" fmla="*/ 6900652 h 6900652"/>
              <a:gd name="connsiteX6" fmla="*/ 0 w 7688368"/>
              <a:gd name="connsiteY6" fmla="*/ 0 h 6900652"/>
              <a:gd name="connsiteX7" fmla="*/ 2567608 w 7688368"/>
              <a:gd name="connsiteY7" fmla="*/ 0 h 690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88368" h="6900652">
                <a:moveTo>
                  <a:pt x="2567608" y="6900652"/>
                </a:moveTo>
                <a:lnTo>
                  <a:pt x="2567758" y="0"/>
                </a:lnTo>
                <a:lnTo>
                  <a:pt x="7688368" y="0"/>
                </a:lnTo>
                <a:lnTo>
                  <a:pt x="3849290" y="6880958"/>
                </a:lnTo>
                <a:close/>
                <a:moveTo>
                  <a:pt x="2567608" y="6900652"/>
                </a:moveTo>
                <a:lnTo>
                  <a:pt x="0" y="6900652"/>
                </a:lnTo>
                <a:lnTo>
                  <a:pt x="0" y="0"/>
                </a:lnTo>
                <a:lnTo>
                  <a:pt x="2567608" y="0"/>
                </a:lnTo>
                <a:close/>
              </a:path>
            </a:pathLst>
          </a:custGeom>
          <a:solidFill>
            <a:srgbClr val="262626">
              <a:alpha val="80000"/>
            </a:srgbClr>
          </a:solidFill>
          <a:ln w="25400" cap="flat" cmpd="sng" algn="ctr">
            <a:noFill/>
            <a:prstDash val="solid"/>
          </a:ln>
          <a:effectLst/>
        </p:spPr>
        <p:txBody>
          <a:bodyPr wrap="square" rtlCol="0" anchor="ctr">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nvGrpSpPr>
          <p:cNvPr id="39" name="Group 38">
            <a:extLst>
              <a:ext uri="{FF2B5EF4-FFF2-40B4-BE49-F238E27FC236}">
                <a16:creationId xmlns:a16="http://schemas.microsoft.com/office/drawing/2014/main" id="{1A6E6684-F3C6-4BA2-B110-96012F217804}"/>
              </a:ext>
            </a:extLst>
          </p:cNvPr>
          <p:cNvGrpSpPr/>
          <p:nvPr userDrawn="1"/>
        </p:nvGrpSpPr>
        <p:grpSpPr>
          <a:xfrm>
            <a:off x="6182964" y="0"/>
            <a:ext cx="3096056" cy="2466990"/>
            <a:chOff x="1827359" y="-19597"/>
            <a:chExt cx="3253206" cy="3173339"/>
          </a:xfrm>
          <a:solidFill>
            <a:srgbClr val="808080">
              <a:lumMod val="20000"/>
              <a:lumOff val="80000"/>
            </a:srgbClr>
          </a:solidFill>
        </p:grpSpPr>
        <p:sp>
          <p:nvSpPr>
            <p:cNvPr id="40" name="Freeform 3">
              <a:extLst>
                <a:ext uri="{FF2B5EF4-FFF2-40B4-BE49-F238E27FC236}">
                  <a16:creationId xmlns:a16="http://schemas.microsoft.com/office/drawing/2014/main" id="{FA965086-874B-45FF-B378-81BC690DF6FB}"/>
                </a:ext>
              </a:extLst>
            </p:cNvPr>
            <p:cNvSpPr/>
            <p:nvPr userDrawn="1"/>
          </p:nvSpPr>
          <p:spPr>
            <a:xfrm>
              <a:off x="2727889" y="-19597"/>
              <a:ext cx="2352676" cy="3171824"/>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C4C4CD"/>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42" name="Freeform 65">
              <a:extLst>
                <a:ext uri="{FF2B5EF4-FFF2-40B4-BE49-F238E27FC236}">
                  <a16:creationId xmlns:a16="http://schemas.microsoft.com/office/drawing/2014/main" id="{964A808B-3543-4F87-963A-2D48BDF82005}"/>
                </a:ext>
              </a:extLst>
            </p:cNvPr>
            <p:cNvSpPr/>
            <p:nvPr userDrawn="1"/>
          </p:nvSpPr>
          <p:spPr>
            <a:xfrm>
              <a:off x="1827359" y="-18083"/>
              <a:ext cx="2352675" cy="3171825"/>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FFE600"/>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sp>
        <p:nvSpPr>
          <p:cNvPr id="43" name="Rectangle 42">
            <a:extLst>
              <a:ext uri="{FF2B5EF4-FFF2-40B4-BE49-F238E27FC236}">
                <a16:creationId xmlns:a16="http://schemas.microsoft.com/office/drawing/2014/main" id="{B0A5540C-C37C-4680-8C83-CD5DAD9202CC}"/>
              </a:ext>
            </a:extLst>
          </p:cNvPr>
          <p:cNvSpPr/>
          <p:nvPr userDrawn="1"/>
        </p:nvSpPr>
        <p:spPr>
          <a:xfrm flipV="1">
            <a:off x="7666188" y="-1178"/>
            <a:ext cx="4525807" cy="75606"/>
          </a:xfrm>
          <a:prstGeom prst="rect">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799">
              <a:latin typeface="Arial" panose="020B0604020202020204" pitchFamily="34" charset="0"/>
            </a:endParaRPr>
          </a:p>
        </p:txBody>
      </p:sp>
      <p:sp>
        <p:nvSpPr>
          <p:cNvPr id="44" name="TextBox 43">
            <a:extLst>
              <a:ext uri="{FF2B5EF4-FFF2-40B4-BE49-F238E27FC236}">
                <a16:creationId xmlns:a16="http://schemas.microsoft.com/office/drawing/2014/main" id="{2C3D94D9-E9DD-417F-8812-3643DC1B49A2}"/>
              </a:ext>
            </a:extLst>
          </p:cNvPr>
          <p:cNvSpPr txBox="1"/>
          <p:nvPr userDrawn="1"/>
        </p:nvSpPr>
        <p:spPr>
          <a:xfrm>
            <a:off x="7039987" y="2465812"/>
            <a:ext cx="936104" cy="1200329"/>
          </a:xfrm>
          <a:prstGeom prst="rect">
            <a:avLst/>
          </a:prstGeom>
          <a:noFill/>
        </p:spPr>
        <p:txBody>
          <a:bodyPr wrap="square" rtlCol="0" anchor="ctr">
            <a:spAutoFit/>
          </a:bodyPr>
          <a:lstStyle/>
          <a:p>
            <a:pPr algn="ctr"/>
            <a:r>
              <a:rPr lang="en-IN" altLang="ko-KR" sz="7196" b="1">
                <a:solidFill>
                  <a:srgbClr val="FFE600"/>
                </a:solidFill>
                <a:latin typeface="Arial" panose="020B0604020202020204" pitchFamily="34" charset="0"/>
                <a:cs typeface="Arial" pitchFamily="34" charset="0"/>
              </a:rPr>
              <a:t>6</a:t>
            </a:r>
            <a:endParaRPr lang="ko-KR" altLang="en-US" sz="7196" b="1">
              <a:solidFill>
                <a:srgbClr val="FFE600"/>
              </a:solidFill>
              <a:latin typeface="Arial" panose="020B0604020202020204" pitchFamily="34" charset="0"/>
              <a:cs typeface="Arial" pitchFamily="34" charset="0"/>
            </a:endParaRPr>
          </a:p>
        </p:txBody>
      </p:sp>
      <p:sp>
        <p:nvSpPr>
          <p:cNvPr id="46" name="TextBox 45">
            <a:extLst>
              <a:ext uri="{FF2B5EF4-FFF2-40B4-BE49-F238E27FC236}">
                <a16:creationId xmlns:a16="http://schemas.microsoft.com/office/drawing/2014/main" id="{2B7F275C-54A4-4F1A-A1E6-4075A7FDBD88}"/>
              </a:ext>
            </a:extLst>
          </p:cNvPr>
          <p:cNvSpPr txBox="1"/>
          <p:nvPr userDrawn="1"/>
        </p:nvSpPr>
        <p:spPr>
          <a:xfrm>
            <a:off x="7148302" y="3599968"/>
            <a:ext cx="4743340" cy="707566"/>
          </a:xfrm>
          <a:prstGeom prst="rect">
            <a:avLst/>
          </a:prstGeom>
          <a:noFill/>
        </p:spPr>
        <p:txBody>
          <a:bodyPr wrap="square" rtlCol="0" anchor="t">
            <a:spAutoFit/>
          </a:bodyPr>
          <a:lstStyle/>
          <a:p>
            <a:pPr>
              <a:lnSpc>
                <a:spcPct val="100000"/>
              </a:lnSpc>
            </a:pPr>
            <a:r>
              <a:rPr lang="en-US" altLang="ko-KR" sz="3998" b="1">
                <a:solidFill>
                  <a:srgbClr val="FFFFFF"/>
                </a:solidFill>
                <a:latin typeface="Arial" panose="020B0604020202020204" pitchFamily="34" charset="0"/>
                <a:cs typeface="Arial" pitchFamily="34" charset="0"/>
              </a:rPr>
              <a:t>Resource Model</a:t>
            </a:r>
          </a:p>
        </p:txBody>
      </p:sp>
      <p:pic>
        <p:nvPicPr>
          <p:cNvPr id="51" name="Picture 50">
            <a:extLst>
              <a:ext uri="{FF2B5EF4-FFF2-40B4-BE49-F238E27FC236}">
                <a16:creationId xmlns:a16="http://schemas.microsoft.com/office/drawing/2014/main" id="{CB091591-71CC-4D3A-8E31-72C2520E1B5A}"/>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08498" y="5438508"/>
            <a:ext cx="986524" cy="1156968"/>
          </a:xfrm>
          <a:prstGeom prst="rect">
            <a:avLst/>
          </a:prstGeom>
        </p:spPr>
      </p:pic>
      <p:sp>
        <p:nvSpPr>
          <p:cNvPr id="52" name="Rectangle 51">
            <a:extLst>
              <a:ext uri="{FF2B5EF4-FFF2-40B4-BE49-F238E27FC236}">
                <a16:creationId xmlns:a16="http://schemas.microsoft.com/office/drawing/2014/main" id="{8A437273-4A2E-4503-BA87-9E93E811BB82}"/>
              </a:ext>
            </a:extLst>
          </p:cNvPr>
          <p:cNvSpPr/>
          <p:nvPr userDrawn="1"/>
        </p:nvSpPr>
        <p:spPr>
          <a:xfrm>
            <a:off x="7148303" y="4973100"/>
            <a:ext cx="4305174" cy="79167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defTabSz="877350">
              <a:spcAft>
                <a:spcPts val="600"/>
              </a:spcAft>
              <a:defRPr/>
            </a:pPr>
            <a:r>
              <a:rPr lang="en-IN" sz="1399">
                <a:solidFill>
                  <a:schemeClr val="bg1"/>
                </a:solidFill>
                <a:latin typeface="Arial" panose="020B0604020202020204" pitchFamily="34" charset="0"/>
              </a:rPr>
              <a:t>This section will help you understand the optimal mix and number of resources to successfully deliver a Global Business Solution (GBS) Strategy and Operating Model Delivery Toolkit service depending on the scale of your engagement.</a:t>
            </a:r>
          </a:p>
        </p:txBody>
      </p:sp>
    </p:spTree>
    <p:extLst>
      <p:ext uri="{BB962C8B-B14F-4D97-AF65-F5344CB8AC3E}">
        <p14:creationId xmlns:p14="http://schemas.microsoft.com/office/powerpoint/2010/main" val="387415606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Divider - Key Contacts">
    <p:bg>
      <p:bgPr>
        <a:solidFill>
          <a:srgbClr val="2E2E38"/>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FA94AF1-8EAA-4182-B244-B1BE797F05E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0" y="0"/>
            <a:ext cx="12191994" cy="6858000"/>
          </a:xfrm>
          <a:prstGeom prst="rect">
            <a:avLst/>
          </a:prstGeom>
        </p:spPr>
      </p:pic>
      <p:sp>
        <p:nvSpPr>
          <p:cNvPr id="23" name="Freeform: Shape 22">
            <a:extLst>
              <a:ext uri="{FF2B5EF4-FFF2-40B4-BE49-F238E27FC236}">
                <a16:creationId xmlns:a16="http://schemas.microsoft.com/office/drawing/2014/main" id="{9E9C635F-DF77-4DF3-9D6C-D23C096283E9}"/>
              </a:ext>
            </a:extLst>
          </p:cNvPr>
          <p:cNvSpPr/>
          <p:nvPr userDrawn="1"/>
        </p:nvSpPr>
        <p:spPr>
          <a:xfrm rot="10800000">
            <a:off x="4691269" y="0"/>
            <a:ext cx="7500726" cy="6858000"/>
          </a:xfrm>
          <a:custGeom>
            <a:avLst/>
            <a:gdLst>
              <a:gd name="connsiteX0" fmla="*/ 2567608 w 7688368"/>
              <a:gd name="connsiteY0" fmla="*/ 6900652 h 6900652"/>
              <a:gd name="connsiteX1" fmla="*/ 2567758 w 7688368"/>
              <a:gd name="connsiteY1" fmla="*/ 0 h 6900652"/>
              <a:gd name="connsiteX2" fmla="*/ 7688368 w 7688368"/>
              <a:gd name="connsiteY2" fmla="*/ 0 h 6900652"/>
              <a:gd name="connsiteX3" fmla="*/ 3849290 w 7688368"/>
              <a:gd name="connsiteY3" fmla="*/ 6880958 h 6900652"/>
              <a:gd name="connsiteX4" fmla="*/ 2567608 w 7688368"/>
              <a:gd name="connsiteY4" fmla="*/ 6900652 h 6900652"/>
              <a:gd name="connsiteX5" fmla="*/ 0 w 7688368"/>
              <a:gd name="connsiteY5" fmla="*/ 6900652 h 6900652"/>
              <a:gd name="connsiteX6" fmla="*/ 0 w 7688368"/>
              <a:gd name="connsiteY6" fmla="*/ 0 h 6900652"/>
              <a:gd name="connsiteX7" fmla="*/ 2567608 w 7688368"/>
              <a:gd name="connsiteY7" fmla="*/ 0 h 690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88368" h="6900652">
                <a:moveTo>
                  <a:pt x="2567608" y="6900652"/>
                </a:moveTo>
                <a:lnTo>
                  <a:pt x="2567758" y="0"/>
                </a:lnTo>
                <a:lnTo>
                  <a:pt x="7688368" y="0"/>
                </a:lnTo>
                <a:lnTo>
                  <a:pt x="3849290" y="6880958"/>
                </a:lnTo>
                <a:close/>
                <a:moveTo>
                  <a:pt x="2567608" y="6900652"/>
                </a:moveTo>
                <a:lnTo>
                  <a:pt x="0" y="6900652"/>
                </a:lnTo>
                <a:lnTo>
                  <a:pt x="0" y="0"/>
                </a:lnTo>
                <a:lnTo>
                  <a:pt x="2567608" y="0"/>
                </a:lnTo>
                <a:close/>
              </a:path>
            </a:pathLst>
          </a:custGeom>
          <a:solidFill>
            <a:srgbClr val="262626">
              <a:alpha val="80000"/>
            </a:srgbClr>
          </a:solidFill>
          <a:ln w="25400" cap="flat" cmpd="sng" algn="ctr">
            <a:noFill/>
            <a:prstDash val="solid"/>
          </a:ln>
          <a:effectLst/>
        </p:spPr>
        <p:txBody>
          <a:bodyPr wrap="square" rtlCol="0" anchor="ctr">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41" name="TextBox 40">
            <a:extLst>
              <a:ext uri="{FF2B5EF4-FFF2-40B4-BE49-F238E27FC236}">
                <a16:creationId xmlns:a16="http://schemas.microsoft.com/office/drawing/2014/main" id="{6F04BD70-54DD-450D-8E6F-3ED89CF531E9}"/>
              </a:ext>
            </a:extLst>
          </p:cNvPr>
          <p:cNvSpPr txBox="1"/>
          <p:nvPr userDrawn="1"/>
        </p:nvSpPr>
        <p:spPr>
          <a:xfrm>
            <a:off x="7039987" y="2465812"/>
            <a:ext cx="936104" cy="1200329"/>
          </a:xfrm>
          <a:prstGeom prst="rect">
            <a:avLst/>
          </a:prstGeom>
          <a:noFill/>
        </p:spPr>
        <p:txBody>
          <a:bodyPr wrap="square" rtlCol="0" anchor="ctr">
            <a:spAutoFit/>
          </a:bodyPr>
          <a:lstStyle/>
          <a:p>
            <a:pPr algn="ctr"/>
            <a:r>
              <a:rPr lang="en-IN" altLang="ko-KR" sz="7196" b="1">
                <a:solidFill>
                  <a:srgbClr val="FFE600"/>
                </a:solidFill>
                <a:latin typeface="Arial" panose="020B0604020202020204" pitchFamily="34" charset="0"/>
                <a:cs typeface="Arial" pitchFamily="34" charset="0"/>
              </a:rPr>
              <a:t>7</a:t>
            </a:r>
            <a:endParaRPr lang="ko-KR" altLang="en-US" sz="7196" b="1">
              <a:solidFill>
                <a:srgbClr val="FFE600"/>
              </a:solidFill>
              <a:latin typeface="Arial" panose="020B0604020202020204" pitchFamily="34" charset="0"/>
              <a:cs typeface="Arial" pitchFamily="34" charset="0"/>
            </a:endParaRPr>
          </a:p>
        </p:txBody>
      </p:sp>
      <p:sp>
        <p:nvSpPr>
          <p:cNvPr id="42" name="TextBox 41">
            <a:extLst>
              <a:ext uri="{FF2B5EF4-FFF2-40B4-BE49-F238E27FC236}">
                <a16:creationId xmlns:a16="http://schemas.microsoft.com/office/drawing/2014/main" id="{E9F95981-398E-4ADA-ADE3-1731AD319A9B}"/>
              </a:ext>
            </a:extLst>
          </p:cNvPr>
          <p:cNvSpPr txBox="1"/>
          <p:nvPr userDrawn="1"/>
        </p:nvSpPr>
        <p:spPr>
          <a:xfrm>
            <a:off x="7148302" y="3599968"/>
            <a:ext cx="4743340" cy="707566"/>
          </a:xfrm>
          <a:prstGeom prst="rect">
            <a:avLst/>
          </a:prstGeom>
          <a:noFill/>
        </p:spPr>
        <p:txBody>
          <a:bodyPr wrap="square" rtlCol="0" anchor="t">
            <a:spAutoFit/>
          </a:bodyPr>
          <a:lstStyle/>
          <a:p>
            <a:pPr>
              <a:lnSpc>
                <a:spcPct val="100000"/>
              </a:lnSpc>
            </a:pPr>
            <a:r>
              <a:rPr lang="en-US" altLang="ko-KR" sz="3998" b="1">
                <a:solidFill>
                  <a:srgbClr val="FFFFFF"/>
                </a:solidFill>
                <a:latin typeface="Arial" panose="020B0604020202020204" pitchFamily="34" charset="0"/>
                <a:cs typeface="Arial" pitchFamily="34" charset="0"/>
              </a:rPr>
              <a:t>Key Contacts</a:t>
            </a:r>
          </a:p>
        </p:txBody>
      </p:sp>
      <p:pic>
        <p:nvPicPr>
          <p:cNvPr id="47" name="Picture 46">
            <a:extLst>
              <a:ext uri="{FF2B5EF4-FFF2-40B4-BE49-F238E27FC236}">
                <a16:creationId xmlns:a16="http://schemas.microsoft.com/office/drawing/2014/main" id="{9ED98903-EDDB-470D-8C10-2A24565749FA}"/>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08498" y="5438508"/>
            <a:ext cx="986524" cy="1156968"/>
          </a:xfrm>
          <a:prstGeom prst="rect">
            <a:avLst/>
          </a:prstGeom>
        </p:spPr>
      </p:pic>
      <p:sp>
        <p:nvSpPr>
          <p:cNvPr id="48" name="Rectangle 47">
            <a:extLst>
              <a:ext uri="{FF2B5EF4-FFF2-40B4-BE49-F238E27FC236}">
                <a16:creationId xmlns:a16="http://schemas.microsoft.com/office/drawing/2014/main" id="{DF83C3F7-AB0F-4B31-A118-26575202B0CA}"/>
              </a:ext>
            </a:extLst>
          </p:cNvPr>
          <p:cNvSpPr/>
          <p:nvPr userDrawn="1"/>
        </p:nvSpPr>
        <p:spPr>
          <a:xfrm>
            <a:off x="7148303" y="4403281"/>
            <a:ext cx="4305174" cy="79167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defTabSz="877350">
              <a:spcAft>
                <a:spcPts val="600"/>
              </a:spcAft>
              <a:defRPr/>
            </a:pPr>
            <a:r>
              <a:rPr lang="en-IN" sz="1399">
                <a:solidFill>
                  <a:schemeClr val="bg1"/>
                </a:solidFill>
                <a:latin typeface="Arial" panose="020B0604020202020204" pitchFamily="34" charset="0"/>
              </a:rPr>
              <a:t>This section provides details of the key contacts around the solution.</a:t>
            </a:r>
          </a:p>
        </p:txBody>
      </p:sp>
      <p:grpSp>
        <p:nvGrpSpPr>
          <p:cNvPr id="17" name="Group 16">
            <a:extLst>
              <a:ext uri="{FF2B5EF4-FFF2-40B4-BE49-F238E27FC236}">
                <a16:creationId xmlns:a16="http://schemas.microsoft.com/office/drawing/2014/main" id="{B216B6E9-4D21-4894-9150-6498A438EAD8}"/>
              </a:ext>
            </a:extLst>
          </p:cNvPr>
          <p:cNvGrpSpPr/>
          <p:nvPr userDrawn="1"/>
        </p:nvGrpSpPr>
        <p:grpSpPr>
          <a:xfrm>
            <a:off x="6182964" y="0"/>
            <a:ext cx="3096056" cy="2466990"/>
            <a:chOff x="1827359" y="-19597"/>
            <a:chExt cx="3253206" cy="3173339"/>
          </a:xfrm>
          <a:solidFill>
            <a:srgbClr val="808080">
              <a:lumMod val="20000"/>
              <a:lumOff val="80000"/>
            </a:srgbClr>
          </a:solidFill>
        </p:grpSpPr>
        <p:sp>
          <p:nvSpPr>
            <p:cNvPr id="18" name="Freeform 3">
              <a:extLst>
                <a:ext uri="{FF2B5EF4-FFF2-40B4-BE49-F238E27FC236}">
                  <a16:creationId xmlns:a16="http://schemas.microsoft.com/office/drawing/2014/main" id="{F294C8ED-AD7F-4BC8-8972-EB604B07F025}"/>
                </a:ext>
              </a:extLst>
            </p:cNvPr>
            <p:cNvSpPr/>
            <p:nvPr userDrawn="1"/>
          </p:nvSpPr>
          <p:spPr>
            <a:xfrm>
              <a:off x="2727889" y="-19597"/>
              <a:ext cx="2352676" cy="3171824"/>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C4C4CD"/>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19" name="Freeform 65">
              <a:extLst>
                <a:ext uri="{FF2B5EF4-FFF2-40B4-BE49-F238E27FC236}">
                  <a16:creationId xmlns:a16="http://schemas.microsoft.com/office/drawing/2014/main" id="{7F335E91-C22E-40ED-9D90-0E75984E4172}"/>
                </a:ext>
              </a:extLst>
            </p:cNvPr>
            <p:cNvSpPr/>
            <p:nvPr userDrawn="1"/>
          </p:nvSpPr>
          <p:spPr>
            <a:xfrm>
              <a:off x="1827359" y="-18083"/>
              <a:ext cx="2352675" cy="3171825"/>
            </a:xfrm>
            <a:custGeom>
              <a:avLst/>
              <a:gdLst>
                <a:gd name="connsiteX0" fmla="*/ 1447800 w 2352675"/>
                <a:gd name="connsiteY0" fmla="*/ 0 h 3171825"/>
                <a:gd name="connsiteX1" fmla="*/ 2352675 w 2352675"/>
                <a:gd name="connsiteY1" fmla="*/ 0 h 3171825"/>
                <a:gd name="connsiteX2" fmla="*/ 971550 w 2352675"/>
                <a:gd name="connsiteY2" fmla="*/ 3171825 h 3171825"/>
                <a:gd name="connsiteX3" fmla="*/ 0 w 2352675"/>
                <a:gd name="connsiteY3" fmla="*/ 3171825 h 3171825"/>
                <a:gd name="connsiteX4" fmla="*/ 1447800 w 2352675"/>
                <a:gd name="connsiteY4" fmla="*/ 0 h 317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3171825">
                  <a:moveTo>
                    <a:pt x="1447800" y="0"/>
                  </a:moveTo>
                  <a:lnTo>
                    <a:pt x="2352675" y="0"/>
                  </a:lnTo>
                  <a:lnTo>
                    <a:pt x="971550" y="3171825"/>
                  </a:lnTo>
                  <a:lnTo>
                    <a:pt x="0" y="3171825"/>
                  </a:lnTo>
                  <a:lnTo>
                    <a:pt x="1447800" y="0"/>
                  </a:lnTo>
                  <a:close/>
                </a:path>
              </a:pathLst>
            </a:custGeom>
            <a:solidFill>
              <a:srgbClr val="FFE600"/>
            </a:solidFill>
            <a:ln w="254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ko-KR" altLang="en-US" sz="1799" b="0" i="0" u="none" strike="noStrike" kern="0" cap="none" spc="0" normalizeH="0" baseline="0" noProof="0">
                <a:ln>
                  <a:noFill/>
                </a:ln>
                <a:solidFill>
                  <a:srgbClr val="FFFFFF"/>
                </a:solidFill>
                <a:effectLst/>
                <a:uLnTx/>
                <a:uFillTx/>
                <a:latin typeface="Arial" panose="020B0604020202020204" pitchFamily="34" charset="0"/>
                <a:ea typeface="+mn-ea"/>
                <a:cs typeface="+mn-cs"/>
              </a:endParaRPr>
            </a:p>
          </p:txBody>
        </p:sp>
      </p:grpSp>
      <p:sp>
        <p:nvSpPr>
          <p:cNvPr id="20" name="Rectangle 19">
            <a:extLst>
              <a:ext uri="{FF2B5EF4-FFF2-40B4-BE49-F238E27FC236}">
                <a16:creationId xmlns:a16="http://schemas.microsoft.com/office/drawing/2014/main" id="{317E0D16-ED19-4E87-BB9C-15BCE44F5189}"/>
              </a:ext>
            </a:extLst>
          </p:cNvPr>
          <p:cNvSpPr/>
          <p:nvPr userDrawn="1"/>
        </p:nvSpPr>
        <p:spPr>
          <a:xfrm flipV="1">
            <a:off x="7666188" y="-1178"/>
            <a:ext cx="4525807" cy="75606"/>
          </a:xfrm>
          <a:prstGeom prst="rect">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799">
              <a:latin typeface="Arial" panose="020B0604020202020204" pitchFamily="34" charset="0"/>
            </a:endParaRPr>
          </a:p>
        </p:txBody>
      </p:sp>
    </p:spTree>
    <p:extLst>
      <p:ext uri="{BB962C8B-B14F-4D97-AF65-F5344CB8AC3E}">
        <p14:creationId xmlns:p14="http://schemas.microsoft.com/office/powerpoint/2010/main" val="7163721"/>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Final legal text - Americas">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129049-E3D5-4C0A-BB1F-72BEDB1FB59E}"/>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174" y="0"/>
            <a:ext cx="12185653" cy="6858000"/>
          </a:xfrm>
          <a:prstGeom prst="rect">
            <a:avLst/>
          </a:prstGeom>
        </p:spPr>
      </p:pic>
      <p:sp>
        <p:nvSpPr>
          <p:cNvPr id="8" name="Content Placeholder 2"/>
          <p:cNvSpPr>
            <a:spLocks noGrp="1"/>
          </p:cNvSpPr>
          <p:nvPr>
            <p:ph idx="1"/>
          </p:nvPr>
        </p:nvSpPr>
        <p:spPr>
          <a:xfrm>
            <a:off x="607483" y="719139"/>
            <a:ext cx="4675200" cy="5210062"/>
          </a:xfrm>
        </p:spPr>
        <p:txBody>
          <a:bodyPr/>
          <a:lstStyle>
            <a:lvl1pPr marL="0" indent="0" algn="l" defTabSz="994865" rtl="0" fontAlgn="base">
              <a:lnSpc>
                <a:spcPct val="100000"/>
              </a:lnSpc>
              <a:spcBef>
                <a:spcPct val="70000"/>
              </a:spcBef>
              <a:spcAft>
                <a:spcPct val="0"/>
              </a:spcAft>
              <a:buSzPct val="100000"/>
              <a:buNone/>
              <a:defRPr lang="en-US" sz="1199" kern="1200" noProof="0" dirty="0" smtClean="0">
                <a:solidFill>
                  <a:schemeClr val="bg1"/>
                </a:solidFill>
                <a:latin typeface="Arial" panose="020B0604020202020204" pitchFamily="34" charset="0"/>
                <a:ea typeface="+mn-ea"/>
                <a:cs typeface="Arial" pitchFamily="34" charset="0"/>
              </a:defRPr>
            </a:lvl1pPr>
            <a:lvl2pPr marL="0" indent="0" algn="l" defTabSz="994865" rtl="0" fontAlgn="base">
              <a:lnSpc>
                <a:spcPct val="100000"/>
              </a:lnSpc>
              <a:spcBef>
                <a:spcPct val="0"/>
              </a:spcBef>
              <a:spcAft>
                <a:spcPct val="0"/>
              </a:spcAft>
              <a:buSzPct val="100000"/>
              <a:buNone/>
              <a:defRPr lang="en-US" sz="900" b="1" kern="1200" noProof="0" dirty="0" smtClean="0">
                <a:solidFill>
                  <a:schemeClr val="bg1"/>
                </a:solidFill>
                <a:latin typeface="Arial" panose="020B0604020202020204" pitchFamily="34" charset="0"/>
                <a:ea typeface="+mn-ea"/>
                <a:cs typeface="Arial" pitchFamily="34" charset="0"/>
              </a:defRPr>
            </a:lvl2pPr>
            <a:lvl3pPr marL="176125" indent="-176125" algn="l" defTabSz="994865"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Arial" panose="020B0604020202020204" pitchFamily="34" charset="0"/>
                <a:ea typeface="+mn-ea"/>
                <a:cs typeface="Arial" pitchFamily="34" charset="0"/>
              </a:defRPr>
            </a:lvl3pPr>
            <a:lvl4pPr marL="0" indent="0" algn="l" defTabSz="994865" rtl="0" fontAlgn="base">
              <a:lnSpc>
                <a:spcPct val="100000"/>
              </a:lnSpc>
              <a:spcBef>
                <a:spcPct val="0"/>
              </a:spcBef>
              <a:spcAft>
                <a:spcPct val="0"/>
              </a:spcAft>
              <a:buSzPct val="100000"/>
              <a:buNone/>
              <a:defRPr lang="en-US" sz="800" kern="1200" noProof="0" dirty="0" smtClean="0">
                <a:solidFill>
                  <a:schemeClr val="bg1"/>
                </a:solidFill>
                <a:latin typeface="Arial" panose="020B0604020202020204" pitchFamily="34" charset="0"/>
                <a:ea typeface="+mn-ea"/>
                <a:cs typeface="Arial" pitchFamily="34" charset="0"/>
              </a:defRPr>
            </a:lvl4pPr>
            <a:lvl5pPr marL="188819" indent="-188819" algn="l" defTabSz="994865"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Arial" panose="020B0604020202020204" pitchFamily="34"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pic>
        <p:nvPicPr>
          <p:cNvPr id="5" name="Picture 4">
            <a:extLst>
              <a:ext uri="{FF2B5EF4-FFF2-40B4-BE49-F238E27FC236}">
                <a16:creationId xmlns:a16="http://schemas.microsoft.com/office/drawing/2014/main" id="{4D914874-385D-4448-8CB3-32A670841515}"/>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905118" y="5438508"/>
            <a:ext cx="986524" cy="1156968"/>
          </a:xfrm>
          <a:prstGeom prst="rect">
            <a:avLst/>
          </a:prstGeom>
        </p:spPr>
      </p:pic>
    </p:spTree>
    <p:extLst>
      <p:ext uri="{BB962C8B-B14F-4D97-AF65-F5344CB8AC3E}">
        <p14:creationId xmlns:p14="http://schemas.microsoft.com/office/powerpoint/2010/main" val="267040443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Final legal text - Asia Pac">
    <p:spTree>
      <p:nvGrpSpPr>
        <p:cNvPr id="1" name=""/>
        <p:cNvGrpSpPr/>
        <p:nvPr/>
      </p:nvGrpSpPr>
      <p:grpSpPr>
        <a:xfrm>
          <a:off x="0" y="0"/>
          <a:ext cx="0" cy="0"/>
          <a:chOff x="0" y="0"/>
          <a:chExt cx="0" cy="0"/>
        </a:xfrm>
      </p:grpSpPr>
      <p:pic>
        <p:nvPicPr>
          <p:cNvPr id="5" name="Content Placeholder 3">
            <a:extLst>
              <a:ext uri="{FF2B5EF4-FFF2-40B4-BE49-F238E27FC236}">
                <a16:creationId xmlns:a16="http://schemas.microsoft.com/office/drawing/2014/main" id="{501A2F11-32A0-4526-A5F7-F4382DA5B47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550" y="0"/>
            <a:ext cx="12185653" cy="6858000"/>
          </a:xfrm>
          <a:prstGeom prst="rect">
            <a:avLst/>
          </a:prstGeom>
        </p:spPr>
      </p:pic>
      <p:sp>
        <p:nvSpPr>
          <p:cNvPr id="8" name="Content Placeholder 2"/>
          <p:cNvSpPr>
            <a:spLocks noGrp="1"/>
          </p:cNvSpPr>
          <p:nvPr>
            <p:ph idx="1"/>
          </p:nvPr>
        </p:nvSpPr>
        <p:spPr>
          <a:xfrm>
            <a:off x="607483" y="719139"/>
            <a:ext cx="4675200" cy="5210062"/>
          </a:xfrm>
        </p:spPr>
        <p:txBody>
          <a:bodyPr/>
          <a:lstStyle>
            <a:lvl1pPr marL="0" indent="0" algn="l" defTabSz="994865" rtl="0" fontAlgn="base">
              <a:lnSpc>
                <a:spcPct val="100000"/>
              </a:lnSpc>
              <a:spcBef>
                <a:spcPct val="70000"/>
              </a:spcBef>
              <a:spcAft>
                <a:spcPct val="0"/>
              </a:spcAft>
              <a:buSzPct val="100000"/>
              <a:buNone/>
              <a:defRPr lang="en-US" sz="1199" kern="1200" noProof="0" dirty="0" smtClean="0">
                <a:solidFill>
                  <a:schemeClr val="bg1"/>
                </a:solidFill>
                <a:latin typeface="Arial" panose="020B0604020202020204" pitchFamily="34" charset="0"/>
                <a:ea typeface="+mn-ea"/>
                <a:cs typeface="Arial" pitchFamily="34" charset="0"/>
              </a:defRPr>
            </a:lvl1pPr>
            <a:lvl2pPr marL="0" indent="0" algn="l" defTabSz="994865" rtl="0" fontAlgn="base">
              <a:lnSpc>
                <a:spcPct val="100000"/>
              </a:lnSpc>
              <a:spcBef>
                <a:spcPct val="0"/>
              </a:spcBef>
              <a:spcAft>
                <a:spcPct val="0"/>
              </a:spcAft>
              <a:buSzPct val="100000"/>
              <a:buNone/>
              <a:defRPr lang="en-US" sz="900" b="1" kern="1200" noProof="0" dirty="0" smtClean="0">
                <a:solidFill>
                  <a:schemeClr val="bg1"/>
                </a:solidFill>
                <a:latin typeface="Arial" panose="020B0604020202020204" pitchFamily="34" charset="0"/>
                <a:ea typeface="+mn-ea"/>
                <a:cs typeface="Arial" pitchFamily="34" charset="0"/>
              </a:defRPr>
            </a:lvl2pPr>
            <a:lvl3pPr marL="176125" indent="-176125" algn="l" defTabSz="994865"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Arial" panose="020B0604020202020204" pitchFamily="34" charset="0"/>
                <a:ea typeface="+mn-ea"/>
                <a:cs typeface="Arial" pitchFamily="34" charset="0"/>
              </a:defRPr>
            </a:lvl3pPr>
            <a:lvl4pPr marL="0" indent="0" algn="l" defTabSz="994865" rtl="0" fontAlgn="base">
              <a:lnSpc>
                <a:spcPct val="100000"/>
              </a:lnSpc>
              <a:spcBef>
                <a:spcPct val="0"/>
              </a:spcBef>
              <a:spcAft>
                <a:spcPct val="0"/>
              </a:spcAft>
              <a:buSzPct val="100000"/>
              <a:buNone/>
              <a:defRPr lang="en-US" sz="800" kern="1200" noProof="0" dirty="0" smtClean="0">
                <a:solidFill>
                  <a:schemeClr val="bg1"/>
                </a:solidFill>
                <a:latin typeface="Arial" panose="020B0604020202020204" pitchFamily="34" charset="0"/>
                <a:ea typeface="+mn-ea"/>
                <a:cs typeface="Arial" pitchFamily="34" charset="0"/>
              </a:defRPr>
            </a:lvl4pPr>
            <a:lvl5pPr marL="188819" indent="-188819" algn="l" defTabSz="994865"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Arial" panose="020B0604020202020204" pitchFamily="34"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pic>
        <p:nvPicPr>
          <p:cNvPr id="4" name="Picture 3">
            <a:extLst>
              <a:ext uri="{FF2B5EF4-FFF2-40B4-BE49-F238E27FC236}">
                <a16:creationId xmlns:a16="http://schemas.microsoft.com/office/drawing/2014/main" id="{7ABACEBF-8570-465A-953C-A6D305AB0356}"/>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905118" y="5438508"/>
            <a:ext cx="986524" cy="1156968"/>
          </a:xfrm>
          <a:prstGeom prst="rect">
            <a:avLst/>
          </a:prstGeom>
        </p:spPr>
      </p:pic>
    </p:spTree>
    <p:extLst>
      <p:ext uri="{BB962C8B-B14F-4D97-AF65-F5344CB8AC3E}">
        <p14:creationId xmlns:p14="http://schemas.microsoft.com/office/powerpoint/2010/main" val="2550879151"/>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Final legal text - EMEIA">
    <p:spTree>
      <p:nvGrpSpPr>
        <p:cNvPr id="1" name=""/>
        <p:cNvGrpSpPr/>
        <p:nvPr/>
      </p:nvGrpSpPr>
      <p:grpSpPr>
        <a:xfrm>
          <a:off x="0" y="0"/>
          <a:ext cx="0" cy="0"/>
          <a:chOff x="0" y="0"/>
          <a:chExt cx="0" cy="0"/>
        </a:xfrm>
      </p:grpSpPr>
      <p:pic>
        <p:nvPicPr>
          <p:cNvPr id="4" name="Content Placeholder 3">
            <a:extLst>
              <a:ext uri="{FF2B5EF4-FFF2-40B4-BE49-F238E27FC236}">
                <a16:creationId xmlns:a16="http://schemas.microsoft.com/office/drawing/2014/main" id="{E83BDE2E-2BCF-4140-945E-7D5610CDE4C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549" y="0"/>
            <a:ext cx="12185658" cy="6858000"/>
          </a:xfrm>
          <a:prstGeom prst="rect">
            <a:avLst/>
          </a:prstGeom>
        </p:spPr>
      </p:pic>
      <p:sp>
        <p:nvSpPr>
          <p:cNvPr id="8" name="Content Placeholder 2"/>
          <p:cNvSpPr>
            <a:spLocks noGrp="1"/>
          </p:cNvSpPr>
          <p:nvPr>
            <p:ph idx="1"/>
          </p:nvPr>
        </p:nvSpPr>
        <p:spPr>
          <a:xfrm>
            <a:off x="607483" y="719139"/>
            <a:ext cx="4675200" cy="5210062"/>
          </a:xfrm>
        </p:spPr>
        <p:txBody>
          <a:bodyPr/>
          <a:lstStyle>
            <a:lvl1pPr marL="0" indent="0" algn="l" defTabSz="994865" rtl="0" fontAlgn="base">
              <a:lnSpc>
                <a:spcPct val="100000"/>
              </a:lnSpc>
              <a:spcBef>
                <a:spcPct val="70000"/>
              </a:spcBef>
              <a:spcAft>
                <a:spcPct val="0"/>
              </a:spcAft>
              <a:buSzPct val="100000"/>
              <a:buNone/>
              <a:defRPr lang="en-US" sz="1199" kern="1200" noProof="0" dirty="0" smtClean="0">
                <a:solidFill>
                  <a:schemeClr val="bg1"/>
                </a:solidFill>
                <a:latin typeface="Arial" panose="020B0604020202020204" pitchFamily="34" charset="0"/>
                <a:ea typeface="+mn-ea"/>
                <a:cs typeface="Arial" pitchFamily="34" charset="0"/>
              </a:defRPr>
            </a:lvl1pPr>
            <a:lvl2pPr marL="0" indent="0" algn="l" defTabSz="994865" rtl="0" fontAlgn="base">
              <a:lnSpc>
                <a:spcPct val="100000"/>
              </a:lnSpc>
              <a:spcBef>
                <a:spcPct val="0"/>
              </a:spcBef>
              <a:spcAft>
                <a:spcPct val="0"/>
              </a:spcAft>
              <a:buSzPct val="100000"/>
              <a:buNone/>
              <a:defRPr lang="en-US" sz="900" b="1" kern="1200" noProof="0" dirty="0" smtClean="0">
                <a:solidFill>
                  <a:schemeClr val="bg1"/>
                </a:solidFill>
                <a:latin typeface="Arial" panose="020B0604020202020204" pitchFamily="34" charset="0"/>
                <a:ea typeface="+mn-ea"/>
                <a:cs typeface="Arial" pitchFamily="34" charset="0"/>
              </a:defRPr>
            </a:lvl2pPr>
            <a:lvl3pPr marL="176125" indent="-176125" algn="l" defTabSz="994865"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Arial" panose="020B0604020202020204" pitchFamily="34" charset="0"/>
                <a:ea typeface="+mn-ea"/>
                <a:cs typeface="Arial" pitchFamily="34" charset="0"/>
              </a:defRPr>
            </a:lvl3pPr>
            <a:lvl4pPr marL="0" indent="0" algn="l" defTabSz="994865" rtl="0" fontAlgn="base">
              <a:lnSpc>
                <a:spcPct val="100000"/>
              </a:lnSpc>
              <a:spcBef>
                <a:spcPct val="0"/>
              </a:spcBef>
              <a:spcAft>
                <a:spcPct val="0"/>
              </a:spcAft>
              <a:buSzPct val="100000"/>
              <a:buNone/>
              <a:defRPr lang="en-US" sz="800" kern="1200" noProof="0" dirty="0" smtClean="0">
                <a:solidFill>
                  <a:schemeClr val="bg1"/>
                </a:solidFill>
                <a:latin typeface="Arial" panose="020B0604020202020204" pitchFamily="34" charset="0"/>
                <a:ea typeface="+mn-ea"/>
                <a:cs typeface="Arial" pitchFamily="34" charset="0"/>
              </a:defRPr>
            </a:lvl4pPr>
            <a:lvl5pPr marL="188819" indent="-188819" algn="l" defTabSz="994865"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Arial" panose="020B0604020202020204" pitchFamily="34"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pic>
        <p:nvPicPr>
          <p:cNvPr id="5" name="Picture 4">
            <a:extLst>
              <a:ext uri="{FF2B5EF4-FFF2-40B4-BE49-F238E27FC236}">
                <a16:creationId xmlns:a16="http://schemas.microsoft.com/office/drawing/2014/main" id="{CE45C137-B93D-4977-8C7A-22484DA2A60A}"/>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905118" y="5438508"/>
            <a:ext cx="986524" cy="1156968"/>
          </a:xfrm>
          <a:prstGeom prst="rect">
            <a:avLst/>
          </a:prstGeom>
        </p:spPr>
      </p:pic>
    </p:spTree>
    <p:extLst>
      <p:ext uri="{BB962C8B-B14F-4D97-AF65-F5344CB8AC3E}">
        <p14:creationId xmlns:p14="http://schemas.microsoft.com/office/powerpoint/2010/main" val="2433665040"/>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3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8"/>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1"/>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4"/>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6"/>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4" name="Rectangle 83">
            <a:hlinkClick r:id="" action="ppaction://noaction"/>
            <a:extLst>
              <a:ext uri="{FF2B5EF4-FFF2-40B4-BE49-F238E27FC236}">
                <a16:creationId xmlns:a16="http://schemas.microsoft.com/office/drawing/2014/main" id="{50E6E2E5-2F33-477C-B1C1-D0D5CB6012BA}"/>
              </a:ext>
            </a:extLst>
          </p:cNvPr>
          <p:cNvSpPr/>
          <p:nvPr userDrawn="1"/>
        </p:nvSpPr>
        <p:spPr>
          <a:xfrm>
            <a:off x="263103" y="2674775"/>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3"/>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9"/>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2"/>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5"/>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79024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36882777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4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4" name="Rectangle 83">
            <a:hlinkClick r:id="" action="ppaction://noaction"/>
            <a:extLst>
              <a:ext uri="{FF2B5EF4-FFF2-40B4-BE49-F238E27FC236}">
                <a16:creationId xmlns:a16="http://schemas.microsoft.com/office/drawing/2014/main" id="{50E6E2E5-2F33-477C-B1C1-D0D5CB6012BA}"/>
              </a:ext>
            </a:extLst>
          </p:cNvPr>
          <p:cNvSpPr/>
          <p:nvPr userDrawn="1"/>
        </p:nvSpPr>
        <p:spPr>
          <a:xfrm>
            <a:off x="263103" y="267477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115799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64326834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5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4" name="Rectangle 83">
            <a:hlinkClick r:id="" action="ppaction://noaction"/>
            <a:extLst>
              <a:ext uri="{FF2B5EF4-FFF2-40B4-BE49-F238E27FC236}">
                <a16:creationId xmlns:a16="http://schemas.microsoft.com/office/drawing/2014/main" id="{50E6E2E5-2F33-477C-B1C1-D0D5CB6012BA}"/>
              </a:ext>
            </a:extLst>
          </p:cNvPr>
          <p:cNvSpPr/>
          <p:nvPr userDrawn="1"/>
        </p:nvSpPr>
        <p:spPr>
          <a:xfrm>
            <a:off x="263103" y="267477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1535683"/>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45576350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6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4" name="Rectangle 83">
            <a:hlinkClick r:id="" action="ppaction://noaction"/>
            <a:extLst>
              <a:ext uri="{FF2B5EF4-FFF2-40B4-BE49-F238E27FC236}">
                <a16:creationId xmlns:a16="http://schemas.microsoft.com/office/drawing/2014/main" id="{50E6E2E5-2F33-477C-B1C1-D0D5CB6012BA}"/>
              </a:ext>
            </a:extLst>
          </p:cNvPr>
          <p:cNvSpPr/>
          <p:nvPr userDrawn="1"/>
        </p:nvSpPr>
        <p:spPr>
          <a:xfrm>
            <a:off x="263103" y="267477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1913373"/>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64511609"/>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7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18" name="Rectangle 17">
            <a:hlinkClick r:id="" action="ppaction://noaction"/>
            <a:extLst>
              <a:ext uri="{FF2B5EF4-FFF2-40B4-BE49-F238E27FC236}">
                <a16:creationId xmlns:a16="http://schemas.microsoft.com/office/drawing/2014/main" id="{896044E8-CC33-4BC5-9A9C-6FF815B36441}"/>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19" name="Rectangle 18">
            <a:hlinkClick r:id="" action="ppaction://noaction"/>
            <a:extLst>
              <a:ext uri="{FF2B5EF4-FFF2-40B4-BE49-F238E27FC236}">
                <a16:creationId xmlns:a16="http://schemas.microsoft.com/office/drawing/2014/main" id="{A27A8AAA-D572-4CA4-828B-23A7D3714669}"/>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20" name="Rectangle 19">
            <a:hlinkClick r:id="" action="ppaction://noaction"/>
            <a:extLst>
              <a:ext uri="{FF2B5EF4-FFF2-40B4-BE49-F238E27FC236}">
                <a16:creationId xmlns:a16="http://schemas.microsoft.com/office/drawing/2014/main" id="{3BF24282-CA87-4E7C-B65F-CCB4DD6AF63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21" name="Rectangle 20">
            <a:hlinkClick r:id="" action="ppaction://noaction"/>
            <a:extLst>
              <a:ext uri="{FF2B5EF4-FFF2-40B4-BE49-F238E27FC236}">
                <a16:creationId xmlns:a16="http://schemas.microsoft.com/office/drawing/2014/main" id="{53CB24DA-958F-43A1-9864-E5D076048718}"/>
              </a:ext>
            </a:extLst>
          </p:cNvPr>
          <p:cNvSpPr/>
          <p:nvPr userDrawn="1"/>
        </p:nvSpPr>
        <p:spPr>
          <a:xfrm>
            <a:off x="263103" y="267477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22" name="Rectangle 21">
            <a:hlinkClick r:id="" action="ppaction://noaction"/>
            <a:extLst>
              <a:ext uri="{FF2B5EF4-FFF2-40B4-BE49-F238E27FC236}">
                <a16:creationId xmlns:a16="http://schemas.microsoft.com/office/drawing/2014/main" id="{DCFA0E0A-0710-4AA0-ADA5-C547AF5E28AE}"/>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23" name="Rectangle 22">
            <a:hlinkClick r:id="" action="ppaction://noaction"/>
            <a:extLst>
              <a:ext uri="{FF2B5EF4-FFF2-40B4-BE49-F238E27FC236}">
                <a16:creationId xmlns:a16="http://schemas.microsoft.com/office/drawing/2014/main" id="{BA1B258C-F4E0-423A-8C4F-BC41E3A4E080}"/>
              </a:ext>
            </a:extLst>
          </p:cNvPr>
          <p:cNvSpPr/>
          <p:nvPr userDrawn="1"/>
        </p:nvSpPr>
        <p:spPr>
          <a:xfrm>
            <a:off x="263103" y="1920961"/>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24" name="Rectangle 23">
            <a:hlinkClick r:id="" action="ppaction://noaction"/>
            <a:extLst>
              <a:ext uri="{FF2B5EF4-FFF2-40B4-BE49-F238E27FC236}">
                <a16:creationId xmlns:a16="http://schemas.microsoft.com/office/drawing/2014/main" id="{041CB1AC-C196-4C7C-B149-37175DC3F092}"/>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25" name="Isosceles Triangle 24">
            <a:extLst>
              <a:ext uri="{FF2B5EF4-FFF2-40B4-BE49-F238E27FC236}">
                <a16:creationId xmlns:a16="http://schemas.microsoft.com/office/drawing/2014/main" id="{31C0E873-F746-461D-8446-676E28B47A33}"/>
              </a:ext>
            </a:extLst>
          </p:cNvPr>
          <p:cNvSpPr/>
          <p:nvPr userDrawn="1"/>
        </p:nvSpPr>
        <p:spPr>
          <a:xfrm rot="5400000">
            <a:off x="1353573" y="229105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94892281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8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18" name="Rectangle 17">
            <a:hlinkClick r:id="" action="ppaction://noaction"/>
            <a:extLst>
              <a:ext uri="{FF2B5EF4-FFF2-40B4-BE49-F238E27FC236}">
                <a16:creationId xmlns:a16="http://schemas.microsoft.com/office/drawing/2014/main" id="{02457875-C5ED-413D-BF1F-D284CECC7D90}"/>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19" name="Rectangle 18">
            <a:hlinkClick r:id="" action="ppaction://noaction"/>
            <a:extLst>
              <a:ext uri="{FF2B5EF4-FFF2-40B4-BE49-F238E27FC236}">
                <a16:creationId xmlns:a16="http://schemas.microsoft.com/office/drawing/2014/main" id="{E5E68B43-B942-4A87-BFCD-DA2717B25712}"/>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20" name="Rectangle 19">
            <a:hlinkClick r:id="" action="ppaction://noaction"/>
            <a:extLst>
              <a:ext uri="{FF2B5EF4-FFF2-40B4-BE49-F238E27FC236}">
                <a16:creationId xmlns:a16="http://schemas.microsoft.com/office/drawing/2014/main" id="{049377F6-1877-49B0-8D37-18E57B820A9E}"/>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21" name="Rectangle 20">
            <a:hlinkClick r:id="" action="ppaction://noaction"/>
            <a:extLst>
              <a:ext uri="{FF2B5EF4-FFF2-40B4-BE49-F238E27FC236}">
                <a16:creationId xmlns:a16="http://schemas.microsoft.com/office/drawing/2014/main" id="{61F0D4F2-7558-42C2-9CF8-3BA986C60E0B}"/>
              </a:ext>
            </a:extLst>
          </p:cNvPr>
          <p:cNvSpPr/>
          <p:nvPr userDrawn="1"/>
        </p:nvSpPr>
        <p:spPr>
          <a:xfrm>
            <a:off x="263103" y="2674774"/>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Maturity Wheel</a:t>
            </a:r>
          </a:p>
        </p:txBody>
      </p:sp>
      <p:sp>
        <p:nvSpPr>
          <p:cNvPr id="22" name="Rectangle 21">
            <a:hlinkClick r:id="" action="ppaction://noaction"/>
            <a:extLst>
              <a:ext uri="{FF2B5EF4-FFF2-40B4-BE49-F238E27FC236}">
                <a16:creationId xmlns:a16="http://schemas.microsoft.com/office/drawing/2014/main" id="{8AB4BFC2-0A13-4079-88B3-63CCF0E77CB4}"/>
              </a:ext>
            </a:extLst>
          </p:cNvPr>
          <p:cNvSpPr/>
          <p:nvPr userDrawn="1"/>
        </p:nvSpPr>
        <p:spPr>
          <a:xfrm>
            <a:off x="263103" y="2297868"/>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 Ops &amp; Control &amp; Mgt</a:t>
            </a:r>
          </a:p>
        </p:txBody>
      </p:sp>
      <p:sp>
        <p:nvSpPr>
          <p:cNvPr id="23" name="Rectangle 22">
            <a:hlinkClick r:id="" action="ppaction://noaction"/>
            <a:extLst>
              <a:ext uri="{FF2B5EF4-FFF2-40B4-BE49-F238E27FC236}">
                <a16:creationId xmlns:a16="http://schemas.microsoft.com/office/drawing/2014/main" id="{5403414A-0EF5-43BE-A39A-D59E49113969}"/>
              </a:ext>
            </a:extLst>
          </p:cNvPr>
          <p:cNvSpPr/>
          <p:nvPr userDrawn="1"/>
        </p:nvSpPr>
        <p:spPr>
          <a:xfrm>
            <a:off x="263103" y="1920961"/>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24" name="Rectangle 23">
            <a:hlinkClick r:id="" action="ppaction://noaction"/>
            <a:extLst>
              <a:ext uri="{FF2B5EF4-FFF2-40B4-BE49-F238E27FC236}">
                <a16:creationId xmlns:a16="http://schemas.microsoft.com/office/drawing/2014/main" id="{7F1994F2-F996-460B-85CE-8AF4628ED221}"/>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25" name="Isosceles Triangle 24">
            <a:extLst>
              <a:ext uri="{FF2B5EF4-FFF2-40B4-BE49-F238E27FC236}">
                <a16:creationId xmlns:a16="http://schemas.microsoft.com/office/drawing/2014/main" id="{80B4D5C8-BC23-41C4-A5E5-60C99550E697}"/>
              </a:ext>
            </a:extLst>
          </p:cNvPr>
          <p:cNvSpPr/>
          <p:nvPr userDrawn="1"/>
        </p:nvSpPr>
        <p:spPr>
          <a:xfrm rot="5400000">
            <a:off x="1353573" y="266874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39629480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9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4" name="Rectangle 83">
            <a:hlinkClick r:id="" action="ppaction://noaction"/>
            <a:extLst>
              <a:ext uri="{FF2B5EF4-FFF2-40B4-BE49-F238E27FC236}">
                <a16:creationId xmlns:a16="http://schemas.microsoft.com/office/drawing/2014/main" id="{50E6E2E5-2F33-477C-B1C1-D0D5CB6012BA}"/>
              </a:ext>
            </a:extLst>
          </p:cNvPr>
          <p:cNvSpPr/>
          <p:nvPr userDrawn="1"/>
        </p:nvSpPr>
        <p:spPr>
          <a:xfrm>
            <a:off x="263103"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230652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666804"/>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4535537"/>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21" name="Rectangle 20">
            <a:hlinkClick r:id="" action="ppaction://noaction"/>
            <a:extLst>
              <a:ext uri="{FF2B5EF4-FFF2-40B4-BE49-F238E27FC236}">
                <a16:creationId xmlns:a16="http://schemas.microsoft.com/office/drawing/2014/main" id="{0575DE51-E411-416D-AC73-5EAD468DEB69}"/>
              </a:ext>
            </a:extLst>
          </p:cNvPr>
          <p:cNvSpPr/>
          <p:nvPr userDrawn="1"/>
        </p:nvSpPr>
        <p:spPr>
          <a:xfrm>
            <a:off x="263103" y="4904473"/>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22" name="Rectangle 21">
            <a:hlinkClick r:id="" action="ppaction://noaction"/>
            <a:extLst>
              <a:ext uri="{FF2B5EF4-FFF2-40B4-BE49-F238E27FC236}">
                <a16:creationId xmlns:a16="http://schemas.microsoft.com/office/drawing/2014/main" id="{1850D23D-3266-4BAD-B391-1391280F0351}"/>
              </a:ext>
            </a:extLst>
          </p:cNvPr>
          <p:cNvSpPr/>
          <p:nvPr userDrawn="1"/>
        </p:nvSpPr>
        <p:spPr>
          <a:xfrm>
            <a:off x="362804" y="3035740"/>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Service Scope</a:t>
            </a:r>
          </a:p>
        </p:txBody>
      </p:sp>
      <p:sp>
        <p:nvSpPr>
          <p:cNvPr id="23" name="Rectangle 22">
            <a:hlinkClick r:id="" action="ppaction://noaction"/>
            <a:extLst>
              <a:ext uri="{FF2B5EF4-FFF2-40B4-BE49-F238E27FC236}">
                <a16:creationId xmlns:a16="http://schemas.microsoft.com/office/drawing/2014/main" id="{9E1AEE24-A1EB-43F7-BECF-EDA848EDE00E}"/>
              </a:ext>
            </a:extLst>
          </p:cNvPr>
          <p:cNvSpPr/>
          <p:nvPr userDrawn="1"/>
        </p:nvSpPr>
        <p:spPr>
          <a:xfrm>
            <a:off x="362804" y="3409021"/>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Trade Operating Model</a:t>
            </a:r>
          </a:p>
        </p:txBody>
      </p:sp>
      <p:sp>
        <p:nvSpPr>
          <p:cNvPr id="24" name="Rectangle 23">
            <a:hlinkClick r:id="" action="ppaction://noaction"/>
            <a:extLst>
              <a:ext uri="{FF2B5EF4-FFF2-40B4-BE49-F238E27FC236}">
                <a16:creationId xmlns:a16="http://schemas.microsoft.com/office/drawing/2014/main" id="{1BB29C8D-1CDA-4F01-B7B8-3132B0204C3A}"/>
              </a:ext>
            </a:extLst>
          </p:cNvPr>
          <p:cNvSpPr/>
          <p:nvPr userDrawn="1"/>
        </p:nvSpPr>
        <p:spPr>
          <a:xfrm>
            <a:off x="362804" y="3782302"/>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Location Model</a:t>
            </a:r>
          </a:p>
        </p:txBody>
      </p:sp>
      <p:sp>
        <p:nvSpPr>
          <p:cNvPr id="25" name="Rectangle 24">
            <a:hlinkClick r:id="rId2" action="ppaction://hlinksldjump"/>
            <a:extLst>
              <a:ext uri="{FF2B5EF4-FFF2-40B4-BE49-F238E27FC236}">
                <a16:creationId xmlns:a16="http://schemas.microsoft.com/office/drawing/2014/main" id="{926628A6-53BB-4859-B446-5807135266C0}"/>
              </a:ext>
            </a:extLst>
          </p:cNvPr>
          <p:cNvSpPr/>
          <p:nvPr userDrawn="1"/>
        </p:nvSpPr>
        <p:spPr>
          <a:xfrm>
            <a:off x="362804" y="4155582"/>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Sourcing Model</a:t>
            </a:r>
          </a:p>
        </p:txBody>
      </p:sp>
      <p:sp>
        <p:nvSpPr>
          <p:cNvPr id="26" name="Isosceles Triangle 25">
            <a:extLst>
              <a:ext uri="{FF2B5EF4-FFF2-40B4-BE49-F238E27FC236}">
                <a16:creationId xmlns:a16="http://schemas.microsoft.com/office/drawing/2014/main" id="{0C3F712E-142D-48E3-95E2-9CEECC187650}"/>
              </a:ext>
            </a:extLst>
          </p:cNvPr>
          <p:cNvSpPr/>
          <p:nvPr userDrawn="1"/>
        </p:nvSpPr>
        <p:spPr>
          <a:xfrm rot="5400000">
            <a:off x="1353573" y="266631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7" name="Isosceles Triangle 26">
            <a:extLst>
              <a:ext uri="{FF2B5EF4-FFF2-40B4-BE49-F238E27FC236}">
                <a16:creationId xmlns:a16="http://schemas.microsoft.com/office/drawing/2014/main" id="{27FAC986-4A88-4505-88DF-B9FFC4222B78}"/>
              </a:ext>
            </a:extLst>
          </p:cNvPr>
          <p:cNvSpPr/>
          <p:nvPr userDrawn="1"/>
        </p:nvSpPr>
        <p:spPr>
          <a:xfrm rot="5400000">
            <a:off x="1356888" y="3027431"/>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5945134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26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397049"/>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497841"/>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436657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21" name="Rectangle 20">
            <a:hlinkClick r:id="" action="ppaction://noaction"/>
            <a:extLst>
              <a:ext uri="{FF2B5EF4-FFF2-40B4-BE49-F238E27FC236}">
                <a16:creationId xmlns:a16="http://schemas.microsoft.com/office/drawing/2014/main" id="{0575DE51-E411-416D-AC73-5EAD468DEB69}"/>
              </a:ext>
            </a:extLst>
          </p:cNvPr>
          <p:cNvSpPr/>
          <p:nvPr userDrawn="1"/>
        </p:nvSpPr>
        <p:spPr>
          <a:xfrm>
            <a:off x="263103" y="473551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22" name="Rectangle 21">
            <a:hlinkClick r:id="" action="ppaction://noaction"/>
            <a:extLst>
              <a:ext uri="{FF2B5EF4-FFF2-40B4-BE49-F238E27FC236}">
                <a16:creationId xmlns:a16="http://schemas.microsoft.com/office/drawing/2014/main" id="{1850D23D-3266-4BAD-B391-1391280F0351}"/>
              </a:ext>
            </a:extLst>
          </p:cNvPr>
          <p:cNvSpPr/>
          <p:nvPr userDrawn="1"/>
        </p:nvSpPr>
        <p:spPr>
          <a:xfrm>
            <a:off x="362804" y="2866777"/>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Service Scope</a:t>
            </a:r>
          </a:p>
        </p:txBody>
      </p:sp>
      <p:sp>
        <p:nvSpPr>
          <p:cNvPr id="23" name="Rectangle 22">
            <a:hlinkClick r:id="" action="ppaction://noaction"/>
            <a:extLst>
              <a:ext uri="{FF2B5EF4-FFF2-40B4-BE49-F238E27FC236}">
                <a16:creationId xmlns:a16="http://schemas.microsoft.com/office/drawing/2014/main" id="{9E1AEE24-A1EB-43F7-BECF-EDA848EDE00E}"/>
              </a:ext>
            </a:extLst>
          </p:cNvPr>
          <p:cNvSpPr/>
          <p:nvPr userDrawn="1"/>
        </p:nvSpPr>
        <p:spPr>
          <a:xfrm>
            <a:off x="362804" y="3240058"/>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Trade Operating Model</a:t>
            </a:r>
          </a:p>
        </p:txBody>
      </p:sp>
      <p:sp>
        <p:nvSpPr>
          <p:cNvPr id="24" name="Rectangle 23">
            <a:hlinkClick r:id="" action="ppaction://noaction"/>
            <a:extLst>
              <a:ext uri="{FF2B5EF4-FFF2-40B4-BE49-F238E27FC236}">
                <a16:creationId xmlns:a16="http://schemas.microsoft.com/office/drawing/2014/main" id="{1BB29C8D-1CDA-4F01-B7B8-3132B0204C3A}"/>
              </a:ext>
            </a:extLst>
          </p:cNvPr>
          <p:cNvSpPr/>
          <p:nvPr userDrawn="1"/>
        </p:nvSpPr>
        <p:spPr>
          <a:xfrm>
            <a:off x="362804" y="3613339"/>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Location Model</a:t>
            </a:r>
          </a:p>
        </p:txBody>
      </p:sp>
      <p:sp>
        <p:nvSpPr>
          <p:cNvPr id="25" name="Rectangle 24">
            <a:hlinkClick r:id="rId2" action="ppaction://hlinksldjump"/>
            <a:extLst>
              <a:ext uri="{FF2B5EF4-FFF2-40B4-BE49-F238E27FC236}">
                <a16:creationId xmlns:a16="http://schemas.microsoft.com/office/drawing/2014/main" id="{926628A6-53BB-4859-B446-5807135266C0}"/>
              </a:ext>
            </a:extLst>
          </p:cNvPr>
          <p:cNvSpPr/>
          <p:nvPr userDrawn="1"/>
        </p:nvSpPr>
        <p:spPr>
          <a:xfrm>
            <a:off x="362804" y="3986619"/>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Sourcing Model</a:t>
            </a:r>
          </a:p>
        </p:txBody>
      </p:sp>
      <p:sp>
        <p:nvSpPr>
          <p:cNvPr id="26" name="Isosceles Triangle 25">
            <a:extLst>
              <a:ext uri="{FF2B5EF4-FFF2-40B4-BE49-F238E27FC236}">
                <a16:creationId xmlns:a16="http://schemas.microsoft.com/office/drawing/2014/main" id="{0C3F712E-142D-48E3-95E2-9CEECC187650}"/>
              </a:ext>
            </a:extLst>
          </p:cNvPr>
          <p:cNvSpPr/>
          <p:nvPr userDrawn="1"/>
        </p:nvSpPr>
        <p:spPr>
          <a:xfrm rot="5400000">
            <a:off x="1353573" y="2497349"/>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7" name="Isosceles Triangle 26">
            <a:extLst>
              <a:ext uri="{FF2B5EF4-FFF2-40B4-BE49-F238E27FC236}">
                <a16:creationId xmlns:a16="http://schemas.microsoft.com/office/drawing/2014/main" id="{27FAC986-4A88-4505-88DF-B9FFC4222B78}"/>
              </a:ext>
            </a:extLst>
          </p:cNvPr>
          <p:cNvSpPr/>
          <p:nvPr userDrawn="1"/>
        </p:nvSpPr>
        <p:spPr>
          <a:xfrm rot="5400000">
            <a:off x="1356888" y="285846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8" name="Rectangle 27">
            <a:hlinkClick r:id="" action="ppaction://noaction"/>
            <a:extLst>
              <a:ext uri="{FF2B5EF4-FFF2-40B4-BE49-F238E27FC236}">
                <a16:creationId xmlns:a16="http://schemas.microsoft.com/office/drawing/2014/main" id="{B44F4ED8-2ED6-4B13-98A4-42D8DE61CDA6}"/>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29" name="Isosceles Triangle 28">
            <a:extLst>
              <a:ext uri="{FF2B5EF4-FFF2-40B4-BE49-F238E27FC236}">
                <a16:creationId xmlns:a16="http://schemas.microsoft.com/office/drawing/2014/main" id="{85EB4B86-A7FB-452D-8607-3D7EA0234716}"/>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0" name="Rectangle 29">
            <a:hlinkClick r:id="" action="ppaction://noaction"/>
            <a:extLst>
              <a:ext uri="{FF2B5EF4-FFF2-40B4-BE49-F238E27FC236}">
                <a16:creationId xmlns:a16="http://schemas.microsoft.com/office/drawing/2014/main" id="{1D73140C-9838-41A6-862D-844C206299C8}"/>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31" name="Isosceles Triangle 30">
            <a:extLst>
              <a:ext uri="{FF2B5EF4-FFF2-40B4-BE49-F238E27FC236}">
                <a16:creationId xmlns:a16="http://schemas.microsoft.com/office/drawing/2014/main" id="{7F7A94B1-B398-4562-9D60-FF7B1632F120}"/>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2" name="Rectangle 31">
            <a:hlinkClick r:id="" action="ppaction://noaction"/>
            <a:extLst>
              <a:ext uri="{FF2B5EF4-FFF2-40B4-BE49-F238E27FC236}">
                <a16:creationId xmlns:a16="http://schemas.microsoft.com/office/drawing/2014/main" id="{8386AF6A-0300-43D2-8ECA-579C25AF7FAA}"/>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33" name="Isosceles Triangle 32">
            <a:extLst>
              <a:ext uri="{FF2B5EF4-FFF2-40B4-BE49-F238E27FC236}">
                <a16:creationId xmlns:a16="http://schemas.microsoft.com/office/drawing/2014/main" id="{F3EEB803-DED6-4769-A7EF-08EE79F41F7B}"/>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4" name="Rectangle 33">
            <a:hlinkClick r:id="" action="ppaction://noaction"/>
            <a:extLst>
              <a:ext uri="{FF2B5EF4-FFF2-40B4-BE49-F238E27FC236}">
                <a16:creationId xmlns:a16="http://schemas.microsoft.com/office/drawing/2014/main" id="{E357F2D6-C03E-459A-8668-D51C5B742494}"/>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35" name="Isosceles Triangle 34">
            <a:extLst>
              <a:ext uri="{FF2B5EF4-FFF2-40B4-BE49-F238E27FC236}">
                <a16:creationId xmlns:a16="http://schemas.microsoft.com/office/drawing/2014/main" id="{7AE4A1A9-D9F5-451A-9E86-CE5E6ADCE5E5}"/>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6" name="Isosceles Triangle 35">
            <a:extLst>
              <a:ext uri="{FF2B5EF4-FFF2-40B4-BE49-F238E27FC236}">
                <a16:creationId xmlns:a16="http://schemas.microsoft.com/office/drawing/2014/main" id="{AB6B604B-4C5A-450D-A793-4C91D3717CF6}"/>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69569349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27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397049"/>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497841"/>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436657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21" name="Rectangle 20">
            <a:hlinkClick r:id="" action="ppaction://noaction"/>
            <a:extLst>
              <a:ext uri="{FF2B5EF4-FFF2-40B4-BE49-F238E27FC236}">
                <a16:creationId xmlns:a16="http://schemas.microsoft.com/office/drawing/2014/main" id="{0575DE51-E411-416D-AC73-5EAD468DEB69}"/>
              </a:ext>
            </a:extLst>
          </p:cNvPr>
          <p:cNvSpPr/>
          <p:nvPr userDrawn="1"/>
        </p:nvSpPr>
        <p:spPr>
          <a:xfrm>
            <a:off x="263103" y="473551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26" name="Isosceles Triangle 25">
            <a:extLst>
              <a:ext uri="{FF2B5EF4-FFF2-40B4-BE49-F238E27FC236}">
                <a16:creationId xmlns:a16="http://schemas.microsoft.com/office/drawing/2014/main" id="{0C3F712E-142D-48E3-95E2-9CEECC187650}"/>
              </a:ext>
            </a:extLst>
          </p:cNvPr>
          <p:cNvSpPr/>
          <p:nvPr userDrawn="1"/>
        </p:nvSpPr>
        <p:spPr>
          <a:xfrm rot="5400000">
            <a:off x="1353573" y="2497349"/>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8" name="Rectangle 27">
            <a:hlinkClick r:id="" action="ppaction://noaction"/>
            <a:extLst>
              <a:ext uri="{FF2B5EF4-FFF2-40B4-BE49-F238E27FC236}">
                <a16:creationId xmlns:a16="http://schemas.microsoft.com/office/drawing/2014/main" id="{B44F4ED8-2ED6-4B13-98A4-42D8DE61CDA6}"/>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29" name="Isosceles Triangle 28">
            <a:extLst>
              <a:ext uri="{FF2B5EF4-FFF2-40B4-BE49-F238E27FC236}">
                <a16:creationId xmlns:a16="http://schemas.microsoft.com/office/drawing/2014/main" id="{85EB4B86-A7FB-452D-8607-3D7EA0234716}"/>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0" name="Rectangle 29">
            <a:hlinkClick r:id="" action="ppaction://noaction"/>
            <a:extLst>
              <a:ext uri="{FF2B5EF4-FFF2-40B4-BE49-F238E27FC236}">
                <a16:creationId xmlns:a16="http://schemas.microsoft.com/office/drawing/2014/main" id="{1D73140C-9838-41A6-862D-844C206299C8}"/>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31" name="Isosceles Triangle 30">
            <a:extLst>
              <a:ext uri="{FF2B5EF4-FFF2-40B4-BE49-F238E27FC236}">
                <a16:creationId xmlns:a16="http://schemas.microsoft.com/office/drawing/2014/main" id="{7F7A94B1-B398-4562-9D60-FF7B1632F120}"/>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2" name="Rectangle 31">
            <a:hlinkClick r:id="" action="ppaction://noaction"/>
            <a:extLst>
              <a:ext uri="{FF2B5EF4-FFF2-40B4-BE49-F238E27FC236}">
                <a16:creationId xmlns:a16="http://schemas.microsoft.com/office/drawing/2014/main" id="{8386AF6A-0300-43D2-8ECA-579C25AF7FAA}"/>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34" name="Rectangle 33">
            <a:hlinkClick r:id="" action="ppaction://noaction"/>
            <a:extLst>
              <a:ext uri="{FF2B5EF4-FFF2-40B4-BE49-F238E27FC236}">
                <a16:creationId xmlns:a16="http://schemas.microsoft.com/office/drawing/2014/main" id="{E357F2D6-C03E-459A-8668-D51C5B742494}"/>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36" name="Isosceles Triangle 35">
            <a:extLst>
              <a:ext uri="{FF2B5EF4-FFF2-40B4-BE49-F238E27FC236}">
                <a16:creationId xmlns:a16="http://schemas.microsoft.com/office/drawing/2014/main" id="{AB6B604B-4C5A-450D-A793-4C91D3717CF6}"/>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37" name="Rectangle 36">
            <a:hlinkClick r:id="" action="ppaction://noaction"/>
            <a:extLst>
              <a:ext uri="{FF2B5EF4-FFF2-40B4-BE49-F238E27FC236}">
                <a16:creationId xmlns:a16="http://schemas.microsoft.com/office/drawing/2014/main" id="{F94044C8-5A3A-491A-AB4E-A29C7EAE7F84}"/>
              </a:ext>
            </a:extLst>
          </p:cNvPr>
          <p:cNvSpPr/>
          <p:nvPr userDrawn="1"/>
        </p:nvSpPr>
        <p:spPr>
          <a:xfrm>
            <a:off x="362804" y="2876788"/>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Scope</a:t>
            </a:r>
          </a:p>
        </p:txBody>
      </p:sp>
      <p:sp>
        <p:nvSpPr>
          <p:cNvPr id="38" name="Rectangle 37">
            <a:hlinkClick r:id="" action="ppaction://noaction"/>
            <a:extLst>
              <a:ext uri="{FF2B5EF4-FFF2-40B4-BE49-F238E27FC236}">
                <a16:creationId xmlns:a16="http://schemas.microsoft.com/office/drawing/2014/main" id="{D1D7A2B2-8345-4CFB-9B0C-BC73285A48C1}"/>
              </a:ext>
            </a:extLst>
          </p:cNvPr>
          <p:cNvSpPr/>
          <p:nvPr userDrawn="1"/>
        </p:nvSpPr>
        <p:spPr>
          <a:xfrm>
            <a:off x="342926" y="3250069"/>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Target Operating Model</a:t>
            </a:r>
          </a:p>
        </p:txBody>
      </p:sp>
      <p:sp>
        <p:nvSpPr>
          <p:cNvPr id="39" name="Rectangle 38">
            <a:hlinkClick r:id="" action="ppaction://noaction"/>
            <a:extLst>
              <a:ext uri="{FF2B5EF4-FFF2-40B4-BE49-F238E27FC236}">
                <a16:creationId xmlns:a16="http://schemas.microsoft.com/office/drawing/2014/main" id="{1F97393B-A4E2-4736-9D88-4463AE54C8DE}"/>
              </a:ext>
            </a:extLst>
          </p:cNvPr>
          <p:cNvSpPr/>
          <p:nvPr userDrawn="1"/>
        </p:nvSpPr>
        <p:spPr>
          <a:xfrm>
            <a:off x="362804" y="362335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Location Model</a:t>
            </a:r>
          </a:p>
        </p:txBody>
      </p:sp>
      <p:sp>
        <p:nvSpPr>
          <p:cNvPr id="40" name="Rectangle 39">
            <a:hlinkClick r:id="rId2" action="ppaction://hlinksldjump"/>
            <a:extLst>
              <a:ext uri="{FF2B5EF4-FFF2-40B4-BE49-F238E27FC236}">
                <a16:creationId xmlns:a16="http://schemas.microsoft.com/office/drawing/2014/main" id="{5241B91E-4B27-4C04-A5DE-E9C484B02917}"/>
              </a:ext>
            </a:extLst>
          </p:cNvPr>
          <p:cNvSpPr/>
          <p:nvPr userDrawn="1"/>
        </p:nvSpPr>
        <p:spPr>
          <a:xfrm>
            <a:off x="362804" y="399663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Sourcing Model</a:t>
            </a:r>
          </a:p>
        </p:txBody>
      </p:sp>
      <p:sp>
        <p:nvSpPr>
          <p:cNvPr id="41" name="Isosceles Triangle 40">
            <a:extLst>
              <a:ext uri="{FF2B5EF4-FFF2-40B4-BE49-F238E27FC236}">
                <a16:creationId xmlns:a16="http://schemas.microsoft.com/office/drawing/2014/main" id="{26BF7370-E20B-40AB-B4D6-A86829C6F9AA}"/>
              </a:ext>
            </a:extLst>
          </p:cNvPr>
          <p:cNvSpPr/>
          <p:nvPr userDrawn="1"/>
        </p:nvSpPr>
        <p:spPr>
          <a:xfrm rot="5400000">
            <a:off x="1337010" y="3236226"/>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306071037"/>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28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397049"/>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497841"/>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436657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21" name="Rectangle 20">
            <a:hlinkClick r:id="" action="ppaction://noaction"/>
            <a:extLst>
              <a:ext uri="{FF2B5EF4-FFF2-40B4-BE49-F238E27FC236}">
                <a16:creationId xmlns:a16="http://schemas.microsoft.com/office/drawing/2014/main" id="{0575DE51-E411-416D-AC73-5EAD468DEB69}"/>
              </a:ext>
            </a:extLst>
          </p:cNvPr>
          <p:cNvSpPr/>
          <p:nvPr userDrawn="1"/>
        </p:nvSpPr>
        <p:spPr>
          <a:xfrm>
            <a:off x="263103" y="473551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26" name="Isosceles Triangle 25">
            <a:extLst>
              <a:ext uri="{FF2B5EF4-FFF2-40B4-BE49-F238E27FC236}">
                <a16:creationId xmlns:a16="http://schemas.microsoft.com/office/drawing/2014/main" id="{0C3F712E-142D-48E3-95E2-9CEECC187650}"/>
              </a:ext>
            </a:extLst>
          </p:cNvPr>
          <p:cNvSpPr/>
          <p:nvPr userDrawn="1"/>
        </p:nvSpPr>
        <p:spPr>
          <a:xfrm rot="5400000">
            <a:off x="1353573" y="2497349"/>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8" name="Rectangle 27">
            <a:hlinkClick r:id="" action="ppaction://noaction"/>
            <a:extLst>
              <a:ext uri="{FF2B5EF4-FFF2-40B4-BE49-F238E27FC236}">
                <a16:creationId xmlns:a16="http://schemas.microsoft.com/office/drawing/2014/main" id="{B44F4ED8-2ED6-4B13-98A4-42D8DE61CDA6}"/>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29" name="Isosceles Triangle 28">
            <a:extLst>
              <a:ext uri="{FF2B5EF4-FFF2-40B4-BE49-F238E27FC236}">
                <a16:creationId xmlns:a16="http://schemas.microsoft.com/office/drawing/2014/main" id="{85EB4B86-A7FB-452D-8607-3D7EA0234716}"/>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0" name="Rectangle 29">
            <a:hlinkClick r:id="" action="ppaction://noaction"/>
            <a:extLst>
              <a:ext uri="{FF2B5EF4-FFF2-40B4-BE49-F238E27FC236}">
                <a16:creationId xmlns:a16="http://schemas.microsoft.com/office/drawing/2014/main" id="{1D73140C-9838-41A6-862D-844C206299C8}"/>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31" name="Isosceles Triangle 30">
            <a:extLst>
              <a:ext uri="{FF2B5EF4-FFF2-40B4-BE49-F238E27FC236}">
                <a16:creationId xmlns:a16="http://schemas.microsoft.com/office/drawing/2014/main" id="{7F7A94B1-B398-4562-9D60-FF7B1632F120}"/>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2" name="Rectangle 31">
            <a:hlinkClick r:id="" action="ppaction://noaction"/>
            <a:extLst>
              <a:ext uri="{FF2B5EF4-FFF2-40B4-BE49-F238E27FC236}">
                <a16:creationId xmlns:a16="http://schemas.microsoft.com/office/drawing/2014/main" id="{8386AF6A-0300-43D2-8ECA-579C25AF7FAA}"/>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33" name="Isosceles Triangle 32">
            <a:extLst>
              <a:ext uri="{FF2B5EF4-FFF2-40B4-BE49-F238E27FC236}">
                <a16:creationId xmlns:a16="http://schemas.microsoft.com/office/drawing/2014/main" id="{F3EEB803-DED6-4769-A7EF-08EE79F41F7B}"/>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4" name="Rectangle 33">
            <a:hlinkClick r:id="" action="ppaction://noaction"/>
            <a:extLst>
              <a:ext uri="{FF2B5EF4-FFF2-40B4-BE49-F238E27FC236}">
                <a16:creationId xmlns:a16="http://schemas.microsoft.com/office/drawing/2014/main" id="{E357F2D6-C03E-459A-8668-D51C5B742494}"/>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35" name="Isosceles Triangle 34">
            <a:extLst>
              <a:ext uri="{FF2B5EF4-FFF2-40B4-BE49-F238E27FC236}">
                <a16:creationId xmlns:a16="http://schemas.microsoft.com/office/drawing/2014/main" id="{7AE4A1A9-D9F5-451A-9E86-CE5E6ADCE5E5}"/>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6" name="Isosceles Triangle 35">
            <a:extLst>
              <a:ext uri="{FF2B5EF4-FFF2-40B4-BE49-F238E27FC236}">
                <a16:creationId xmlns:a16="http://schemas.microsoft.com/office/drawing/2014/main" id="{AB6B604B-4C5A-450D-A793-4C91D3717CF6}"/>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37" name="Rectangle 36">
            <a:hlinkClick r:id="" action="ppaction://noaction"/>
            <a:extLst>
              <a:ext uri="{FF2B5EF4-FFF2-40B4-BE49-F238E27FC236}">
                <a16:creationId xmlns:a16="http://schemas.microsoft.com/office/drawing/2014/main" id="{F94044C8-5A3A-491A-AB4E-A29C7EAE7F84}"/>
              </a:ext>
            </a:extLst>
          </p:cNvPr>
          <p:cNvSpPr/>
          <p:nvPr userDrawn="1"/>
        </p:nvSpPr>
        <p:spPr>
          <a:xfrm>
            <a:off x="362804" y="2876788"/>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Scope</a:t>
            </a:r>
          </a:p>
        </p:txBody>
      </p:sp>
      <p:sp>
        <p:nvSpPr>
          <p:cNvPr id="27" name="Rectangle 26">
            <a:hlinkClick r:id="" action="ppaction://noaction"/>
            <a:extLst>
              <a:ext uri="{FF2B5EF4-FFF2-40B4-BE49-F238E27FC236}">
                <a16:creationId xmlns:a16="http://schemas.microsoft.com/office/drawing/2014/main" id="{0801A897-47E7-4885-B702-E3F283E8DF14}"/>
              </a:ext>
            </a:extLst>
          </p:cNvPr>
          <p:cNvSpPr/>
          <p:nvPr userDrawn="1"/>
        </p:nvSpPr>
        <p:spPr>
          <a:xfrm>
            <a:off x="362804" y="3250069"/>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Target Operating Model</a:t>
            </a:r>
          </a:p>
        </p:txBody>
      </p:sp>
      <p:sp>
        <p:nvSpPr>
          <p:cNvPr id="42" name="Rectangle 41">
            <a:hlinkClick r:id="" action="ppaction://noaction"/>
            <a:extLst>
              <a:ext uri="{FF2B5EF4-FFF2-40B4-BE49-F238E27FC236}">
                <a16:creationId xmlns:a16="http://schemas.microsoft.com/office/drawing/2014/main" id="{503760E2-3625-48F0-885F-5358253C8B41}"/>
              </a:ext>
            </a:extLst>
          </p:cNvPr>
          <p:cNvSpPr/>
          <p:nvPr userDrawn="1"/>
        </p:nvSpPr>
        <p:spPr>
          <a:xfrm>
            <a:off x="362804" y="3623350"/>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Location Model</a:t>
            </a:r>
          </a:p>
        </p:txBody>
      </p:sp>
      <p:sp>
        <p:nvSpPr>
          <p:cNvPr id="43" name="Rectangle 42">
            <a:hlinkClick r:id="rId2" action="ppaction://hlinksldjump"/>
            <a:extLst>
              <a:ext uri="{FF2B5EF4-FFF2-40B4-BE49-F238E27FC236}">
                <a16:creationId xmlns:a16="http://schemas.microsoft.com/office/drawing/2014/main" id="{8E4FEB7B-E855-4DAB-AC24-393540E45847}"/>
              </a:ext>
            </a:extLst>
          </p:cNvPr>
          <p:cNvSpPr/>
          <p:nvPr userDrawn="1"/>
        </p:nvSpPr>
        <p:spPr>
          <a:xfrm>
            <a:off x="362804" y="399663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Sourcing Model</a:t>
            </a:r>
          </a:p>
        </p:txBody>
      </p:sp>
      <p:sp>
        <p:nvSpPr>
          <p:cNvPr id="44" name="Isosceles Triangle 43">
            <a:extLst>
              <a:ext uri="{FF2B5EF4-FFF2-40B4-BE49-F238E27FC236}">
                <a16:creationId xmlns:a16="http://schemas.microsoft.com/office/drawing/2014/main" id="{7F342E46-D660-4D72-91E4-F904CB912934}"/>
              </a:ext>
            </a:extLst>
          </p:cNvPr>
          <p:cNvSpPr/>
          <p:nvPr userDrawn="1"/>
        </p:nvSpPr>
        <p:spPr>
          <a:xfrm rot="5400000">
            <a:off x="1337010" y="3623854"/>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23690486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29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397049"/>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9" name="Rectangle 18">
            <a:hlinkClick r:id="rId2" action="ppaction://hlinksldjump"/>
            <a:extLst>
              <a:ext uri="{FF2B5EF4-FFF2-40B4-BE49-F238E27FC236}">
                <a16:creationId xmlns:a16="http://schemas.microsoft.com/office/drawing/2014/main" id="{B8338392-381A-473F-AF53-671333907419}"/>
              </a:ext>
            </a:extLst>
          </p:cNvPr>
          <p:cNvSpPr/>
          <p:nvPr userDrawn="1"/>
        </p:nvSpPr>
        <p:spPr>
          <a:xfrm>
            <a:off x="263103" y="2497841"/>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436657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21" name="Rectangle 20">
            <a:hlinkClick r:id="" action="ppaction://noaction"/>
            <a:extLst>
              <a:ext uri="{FF2B5EF4-FFF2-40B4-BE49-F238E27FC236}">
                <a16:creationId xmlns:a16="http://schemas.microsoft.com/office/drawing/2014/main" id="{0575DE51-E411-416D-AC73-5EAD468DEB69}"/>
              </a:ext>
            </a:extLst>
          </p:cNvPr>
          <p:cNvSpPr/>
          <p:nvPr userDrawn="1"/>
        </p:nvSpPr>
        <p:spPr>
          <a:xfrm>
            <a:off x="263103" y="473551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26" name="Isosceles Triangle 25">
            <a:extLst>
              <a:ext uri="{FF2B5EF4-FFF2-40B4-BE49-F238E27FC236}">
                <a16:creationId xmlns:a16="http://schemas.microsoft.com/office/drawing/2014/main" id="{0C3F712E-142D-48E3-95E2-9CEECC187650}"/>
              </a:ext>
            </a:extLst>
          </p:cNvPr>
          <p:cNvSpPr/>
          <p:nvPr userDrawn="1"/>
        </p:nvSpPr>
        <p:spPr>
          <a:xfrm rot="5400000">
            <a:off x="1353573" y="2497349"/>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8" name="Rectangle 27">
            <a:hlinkClick r:id="" action="ppaction://noaction"/>
            <a:extLst>
              <a:ext uri="{FF2B5EF4-FFF2-40B4-BE49-F238E27FC236}">
                <a16:creationId xmlns:a16="http://schemas.microsoft.com/office/drawing/2014/main" id="{B44F4ED8-2ED6-4B13-98A4-42D8DE61CDA6}"/>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29" name="Isosceles Triangle 28">
            <a:extLst>
              <a:ext uri="{FF2B5EF4-FFF2-40B4-BE49-F238E27FC236}">
                <a16:creationId xmlns:a16="http://schemas.microsoft.com/office/drawing/2014/main" id="{85EB4B86-A7FB-452D-8607-3D7EA0234716}"/>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0" name="Rectangle 29">
            <a:hlinkClick r:id="" action="ppaction://noaction"/>
            <a:extLst>
              <a:ext uri="{FF2B5EF4-FFF2-40B4-BE49-F238E27FC236}">
                <a16:creationId xmlns:a16="http://schemas.microsoft.com/office/drawing/2014/main" id="{1D73140C-9838-41A6-862D-844C206299C8}"/>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31" name="Isosceles Triangle 30">
            <a:extLst>
              <a:ext uri="{FF2B5EF4-FFF2-40B4-BE49-F238E27FC236}">
                <a16:creationId xmlns:a16="http://schemas.microsoft.com/office/drawing/2014/main" id="{7F7A94B1-B398-4562-9D60-FF7B1632F120}"/>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2" name="Rectangle 31">
            <a:hlinkClick r:id="" action="ppaction://noaction"/>
            <a:extLst>
              <a:ext uri="{FF2B5EF4-FFF2-40B4-BE49-F238E27FC236}">
                <a16:creationId xmlns:a16="http://schemas.microsoft.com/office/drawing/2014/main" id="{8386AF6A-0300-43D2-8ECA-579C25AF7FAA}"/>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33" name="Isosceles Triangle 32">
            <a:extLst>
              <a:ext uri="{FF2B5EF4-FFF2-40B4-BE49-F238E27FC236}">
                <a16:creationId xmlns:a16="http://schemas.microsoft.com/office/drawing/2014/main" id="{F3EEB803-DED6-4769-A7EF-08EE79F41F7B}"/>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4" name="Rectangle 33">
            <a:hlinkClick r:id="" action="ppaction://noaction"/>
            <a:extLst>
              <a:ext uri="{FF2B5EF4-FFF2-40B4-BE49-F238E27FC236}">
                <a16:creationId xmlns:a16="http://schemas.microsoft.com/office/drawing/2014/main" id="{E357F2D6-C03E-459A-8668-D51C5B742494}"/>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35" name="Isosceles Triangle 34">
            <a:extLst>
              <a:ext uri="{FF2B5EF4-FFF2-40B4-BE49-F238E27FC236}">
                <a16:creationId xmlns:a16="http://schemas.microsoft.com/office/drawing/2014/main" id="{7AE4A1A9-D9F5-451A-9E86-CE5E6ADCE5E5}"/>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6" name="Isosceles Triangle 35">
            <a:extLst>
              <a:ext uri="{FF2B5EF4-FFF2-40B4-BE49-F238E27FC236}">
                <a16:creationId xmlns:a16="http://schemas.microsoft.com/office/drawing/2014/main" id="{AB6B604B-4C5A-450D-A793-4C91D3717CF6}"/>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37" name="Rectangle 36">
            <a:hlinkClick r:id="" action="ppaction://noaction"/>
            <a:extLst>
              <a:ext uri="{FF2B5EF4-FFF2-40B4-BE49-F238E27FC236}">
                <a16:creationId xmlns:a16="http://schemas.microsoft.com/office/drawing/2014/main" id="{F94044C8-5A3A-491A-AB4E-A29C7EAE7F84}"/>
              </a:ext>
            </a:extLst>
          </p:cNvPr>
          <p:cNvSpPr/>
          <p:nvPr userDrawn="1"/>
        </p:nvSpPr>
        <p:spPr>
          <a:xfrm>
            <a:off x="362804" y="2876788"/>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Scope</a:t>
            </a:r>
          </a:p>
        </p:txBody>
      </p:sp>
      <p:sp>
        <p:nvSpPr>
          <p:cNvPr id="23" name="Rectangle 22">
            <a:hlinkClick r:id="" action="ppaction://noaction"/>
            <a:extLst>
              <a:ext uri="{FF2B5EF4-FFF2-40B4-BE49-F238E27FC236}">
                <a16:creationId xmlns:a16="http://schemas.microsoft.com/office/drawing/2014/main" id="{37EF5C69-526B-4B92-9498-0EB14AEA5CFF}"/>
              </a:ext>
            </a:extLst>
          </p:cNvPr>
          <p:cNvSpPr/>
          <p:nvPr userDrawn="1"/>
        </p:nvSpPr>
        <p:spPr>
          <a:xfrm>
            <a:off x="359489" y="3608061"/>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Location Model</a:t>
            </a:r>
          </a:p>
        </p:txBody>
      </p:sp>
      <p:sp>
        <p:nvSpPr>
          <p:cNvPr id="24" name="Rectangle 23">
            <a:hlinkClick r:id="rId2" action="ppaction://hlinksldjump"/>
            <a:extLst>
              <a:ext uri="{FF2B5EF4-FFF2-40B4-BE49-F238E27FC236}">
                <a16:creationId xmlns:a16="http://schemas.microsoft.com/office/drawing/2014/main" id="{59B51D62-4396-4B18-A7FF-EDC2483172C8}"/>
              </a:ext>
            </a:extLst>
          </p:cNvPr>
          <p:cNvSpPr/>
          <p:nvPr userDrawn="1"/>
        </p:nvSpPr>
        <p:spPr>
          <a:xfrm>
            <a:off x="359489" y="3981341"/>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Sourcing Model</a:t>
            </a:r>
          </a:p>
        </p:txBody>
      </p:sp>
      <p:sp>
        <p:nvSpPr>
          <p:cNvPr id="25" name="Isosceles Triangle 24">
            <a:extLst>
              <a:ext uri="{FF2B5EF4-FFF2-40B4-BE49-F238E27FC236}">
                <a16:creationId xmlns:a16="http://schemas.microsoft.com/office/drawing/2014/main" id="{9BD54022-1F00-453C-9094-39C679A67057}"/>
              </a:ext>
            </a:extLst>
          </p:cNvPr>
          <p:cNvSpPr/>
          <p:nvPr userDrawn="1"/>
        </p:nvSpPr>
        <p:spPr>
          <a:xfrm rot="5400000">
            <a:off x="1353573" y="3986251"/>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38" name="Rectangle 37">
            <a:hlinkClick r:id="" action="ppaction://noaction"/>
            <a:extLst>
              <a:ext uri="{FF2B5EF4-FFF2-40B4-BE49-F238E27FC236}">
                <a16:creationId xmlns:a16="http://schemas.microsoft.com/office/drawing/2014/main" id="{BCA7CA0E-1A60-4024-A642-2BF8467159DF}"/>
              </a:ext>
            </a:extLst>
          </p:cNvPr>
          <p:cNvSpPr/>
          <p:nvPr userDrawn="1"/>
        </p:nvSpPr>
        <p:spPr>
          <a:xfrm>
            <a:off x="362804" y="3250069"/>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Target Operating Model</a:t>
            </a:r>
          </a:p>
        </p:txBody>
      </p:sp>
    </p:spTree>
    <p:extLst>
      <p:ext uri="{BB962C8B-B14F-4D97-AF65-F5344CB8AC3E}">
        <p14:creationId xmlns:p14="http://schemas.microsoft.com/office/powerpoint/2010/main" val="233531764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1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4"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4"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9" y="97143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4"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9" y="603277"/>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4" name="Rectangle 83">
            <a:hlinkClick r:id="" action="ppaction://noaction"/>
            <a:extLst>
              <a:ext uri="{FF2B5EF4-FFF2-40B4-BE49-F238E27FC236}">
                <a16:creationId xmlns:a16="http://schemas.microsoft.com/office/drawing/2014/main" id="{50E6E2E5-2F33-477C-B1C1-D0D5CB6012BA}"/>
              </a:ext>
            </a:extLst>
          </p:cNvPr>
          <p:cNvSpPr/>
          <p:nvPr userDrawn="1"/>
        </p:nvSpPr>
        <p:spPr>
          <a:xfrm>
            <a:off x="263104"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6" y="2774734"/>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4"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8" y="2428400"/>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4"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9" y="2075893"/>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4"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6" y="1670273"/>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4" y="230652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4" y="2666804"/>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4" y="4535537"/>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21" name="Rectangle 20">
            <a:hlinkClick r:id="" action="ppaction://noaction"/>
            <a:extLst>
              <a:ext uri="{FF2B5EF4-FFF2-40B4-BE49-F238E27FC236}">
                <a16:creationId xmlns:a16="http://schemas.microsoft.com/office/drawing/2014/main" id="{0575DE51-E411-416D-AC73-5EAD468DEB69}"/>
              </a:ext>
            </a:extLst>
          </p:cNvPr>
          <p:cNvSpPr/>
          <p:nvPr userDrawn="1"/>
        </p:nvSpPr>
        <p:spPr>
          <a:xfrm>
            <a:off x="263104" y="4904473"/>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22" name="Rectangle 21">
            <a:hlinkClick r:id="" action="ppaction://noaction"/>
            <a:extLst>
              <a:ext uri="{FF2B5EF4-FFF2-40B4-BE49-F238E27FC236}">
                <a16:creationId xmlns:a16="http://schemas.microsoft.com/office/drawing/2014/main" id="{1850D23D-3266-4BAD-B391-1391280F0351}"/>
              </a:ext>
            </a:extLst>
          </p:cNvPr>
          <p:cNvSpPr/>
          <p:nvPr userDrawn="1"/>
        </p:nvSpPr>
        <p:spPr>
          <a:xfrm>
            <a:off x="362805" y="303574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Scope</a:t>
            </a:r>
          </a:p>
        </p:txBody>
      </p:sp>
      <p:sp>
        <p:nvSpPr>
          <p:cNvPr id="23" name="Rectangle 22">
            <a:hlinkClick r:id="" action="ppaction://noaction"/>
            <a:extLst>
              <a:ext uri="{FF2B5EF4-FFF2-40B4-BE49-F238E27FC236}">
                <a16:creationId xmlns:a16="http://schemas.microsoft.com/office/drawing/2014/main" id="{9E1AEE24-A1EB-43F7-BECF-EDA848EDE00E}"/>
              </a:ext>
            </a:extLst>
          </p:cNvPr>
          <p:cNvSpPr/>
          <p:nvPr userDrawn="1"/>
        </p:nvSpPr>
        <p:spPr>
          <a:xfrm>
            <a:off x="362805" y="3409021"/>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Trade Operating Model</a:t>
            </a:r>
          </a:p>
        </p:txBody>
      </p:sp>
      <p:sp>
        <p:nvSpPr>
          <p:cNvPr id="24" name="Rectangle 23">
            <a:hlinkClick r:id="" action="ppaction://noaction"/>
            <a:extLst>
              <a:ext uri="{FF2B5EF4-FFF2-40B4-BE49-F238E27FC236}">
                <a16:creationId xmlns:a16="http://schemas.microsoft.com/office/drawing/2014/main" id="{1BB29C8D-1CDA-4F01-B7B8-3132B0204C3A}"/>
              </a:ext>
            </a:extLst>
          </p:cNvPr>
          <p:cNvSpPr/>
          <p:nvPr userDrawn="1"/>
        </p:nvSpPr>
        <p:spPr>
          <a:xfrm>
            <a:off x="362805" y="3782302"/>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Location Model</a:t>
            </a:r>
          </a:p>
        </p:txBody>
      </p:sp>
      <p:sp>
        <p:nvSpPr>
          <p:cNvPr id="25" name="Rectangle 24">
            <a:hlinkClick r:id="rId2" action="ppaction://hlinksldjump"/>
            <a:extLst>
              <a:ext uri="{FF2B5EF4-FFF2-40B4-BE49-F238E27FC236}">
                <a16:creationId xmlns:a16="http://schemas.microsoft.com/office/drawing/2014/main" id="{926628A6-53BB-4859-B446-5807135266C0}"/>
              </a:ext>
            </a:extLst>
          </p:cNvPr>
          <p:cNvSpPr/>
          <p:nvPr userDrawn="1"/>
        </p:nvSpPr>
        <p:spPr>
          <a:xfrm>
            <a:off x="362805" y="4155582"/>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Sourcing Model</a:t>
            </a:r>
          </a:p>
        </p:txBody>
      </p:sp>
      <p:sp>
        <p:nvSpPr>
          <p:cNvPr id="26" name="Isosceles Triangle 25">
            <a:extLst>
              <a:ext uri="{FF2B5EF4-FFF2-40B4-BE49-F238E27FC236}">
                <a16:creationId xmlns:a16="http://schemas.microsoft.com/office/drawing/2014/main" id="{0C3F712E-142D-48E3-95E2-9CEECC187650}"/>
              </a:ext>
            </a:extLst>
          </p:cNvPr>
          <p:cNvSpPr/>
          <p:nvPr userDrawn="1"/>
        </p:nvSpPr>
        <p:spPr>
          <a:xfrm rot="5400000">
            <a:off x="1353574" y="266631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7" name="Isosceles Triangle 26">
            <a:extLst>
              <a:ext uri="{FF2B5EF4-FFF2-40B4-BE49-F238E27FC236}">
                <a16:creationId xmlns:a16="http://schemas.microsoft.com/office/drawing/2014/main" id="{27FAC986-4A88-4505-88DF-B9FFC4222B78}"/>
              </a:ext>
            </a:extLst>
          </p:cNvPr>
          <p:cNvSpPr/>
          <p:nvPr userDrawn="1"/>
        </p:nvSpPr>
        <p:spPr>
          <a:xfrm rot="5400000">
            <a:off x="1356889" y="339517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2751827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2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4"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4"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9" y="97143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4"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9" y="603277"/>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4" name="Rectangle 83">
            <a:hlinkClick r:id="" action="ppaction://noaction"/>
            <a:extLst>
              <a:ext uri="{FF2B5EF4-FFF2-40B4-BE49-F238E27FC236}">
                <a16:creationId xmlns:a16="http://schemas.microsoft.com/office/drawing/2014/main" id="{50E6E2E5-2F33-477C-B1C1-D0D5CB6012BA}"/>
              </a:ext>
            </a:extLst>
          </p:cNvPr>
          <p:cNvSpPr/>
          <p:nvPr userDrawn="1"/>
        </p:nvSpPr>
        <p:spPr>
          <a:xfrm>
            <a:off x="263104"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6" y="2774734"/>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4"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8" y="2428400"/>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4"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9" y="2075893"/>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4"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6" y="1670273"/>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4" y="230652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4" y="2666804"/>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4" y="4535537"/>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21" name="Rectangle 20">
            <a:hlinkClick r:id="" action="ppaction://noaction"/>
            <a:extLst>
              <a:ext uri="{FF2B5EF4-FFF2-40B4-BE49-F238E27FC236}">
                <a16:creationId xmlns:a16="http://schemas.microsoft.com/office/drawing/2014/main" id="{0575DE51-E411-416D-AC73-5EAD468DEB69}"/>
              </a:ext>
            </a:extLst>
          </p:cNvPr>
          <p:cNvSpPr/>
          <p:nvPr userDrawn="1"/>
        </p:nvSpPr>
        <p:spPr>
          <a:xfrm>
            <a:off x="263104" y="4904473"/>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22" name="Rectangle 21">
            <a:hlinkClick r:id="" action="ppaction://noaction"/>
            <a:extLst>
              <a:ext uri="{FF2B5EF4-FFF2-40B4-BE49-F238E27FC236}">
                <a16:creationId xmlns:a16="http://schemas.microsoft.com/office/drawing/2014/main" id="{1850D23D-3266-4BAD-B391-1391280F0351}"/>
              </a:ext>
            </a:extLst>
          </p:cNvPr>
          <p:cNvSpPr/>
          <p:nvPr userDrawn="1"/>
        </p:nvSpPr>
        <p:spPr>
          <a:xfrm>
            <a:off x="362805" y="303574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Scope</a:t>
            </a:r>
          </a:p>
        </p:txBody>
      </p:sp>
      <p:sp>
        <p:nvSpPr>
          <p:cNvPr id="23" name="Rectangle 22">
            <a:hlinkClick r:id="" action="ppaction://noaction"/>
            <a:extLst>
              <a:ext uri="{FF2B5EF4-FFF2-40B4-BE49-F238E27FC236}">
                <a16:creationId xmlns:a16="http://schemas.microsoft.com/office/drawing/2014/main" id="{9E1AEE24-A1EB-43F7-BECF-EDA848EDE00E}"/>
              </a:ext>
            </a:extLst>
          </p:cNvPr>
          <p:cNvSpPr/>
          <p:nvPr userDrawn="1"/>
        </p:nvSpPr>
        <p:spPr>
          <a:xfrm>
            <a:off x="362805" y="3409021"/>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Trade Operating Model</a:t>
            </a:r>
          </a:p>
        </p:txBody>
      </p:sp>
      <p:sp>
        <p:nvSpPr>
          <p:cNvPr id="24" name="Rectangle 23">
            <a:hlinkClick r:id="" action="ppaction://noaction"/>
            <a:extLst>
              <a:ext uri="{FF2B5EF4-FFF2-40B4-BE49-F238E27FC236}">
                <a16:creationId xmlns:a16="http://schemas.microsoft.com/office/drawing/2014/main" id="{1BB29C8D-1CDA-4F01-B7B8-3132B0204C3A}"/>
              </a:ext>
            </a:extLst>
          </p:cNvPr>
          <p:cNvSpPr/>
          <p:nvPr userDrawn="1"/>
        </p:nvSpPr>
        <p:spPr>
          <a:xfrm>
            <a:off x="362805" y="3782302"/>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Location Model</a:t>
            </a:r>
          </a:p>
        </p:txBody>
      </p:sp>
      <p:sp>
        <p:nvSpPr>
          <p:cNvPr id="25" name="Rectangle 24">
            <a:hlinkClick r:id="rId2" action="ppaction://hlinksldjump"/>
            <a:extLst>
              <a:ext uri="{FF2B5EF4-FFF2-40B4-BE49-F238E27FC236}">
                <a16:creationId xmlns:a16="http://schemas.microsoft.com/office/drawing/2014/main" id="{926628A6-53BB-4859-B446-5807135266C0}"/>
              </a:ext>
            </a:extLst>
          </p:cNvPr>
          <p:cNvSpPr/>
          <p:nvPr userDrawn="1"/>
        </p:nvSpPr>
        <p:spPr>
          <a:xfrm>
            <a:off x="362805" y="4155582"/>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Sourcing Model</a:t>
            </a:r>
          </a:p>
        </p:txBody>
      </p:sp>
      <p:sp>
        <p:nvSpPr>
          <p:cNvPr id="26" name="Isosceles Triangle 25">
            <a:extLst>
              <a:ext uri="{FF2B5EF4-FFF2-40B4-BE49-F238E27FC236}">
                <a16:creationId xmlns:a16="http://schemas.microsoft.com/office/drawing/2014/main" id="{0C3F712E-142D-48E3-95E2-9CEECC187650}"/>
              </a:ext>
            </a:extLst>
          </p:cNvPr>
          <p:cNvSpPr/>
          <p:nvPr userDrawn="1"/>
        </p:nvSpPr>
        <p:spPr>
          <a:xfrm rot="5400000">
            <a:off x="1353574" y="266631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7" name="Isosceles Triangle 26">
            <a:extLst>
              <a:ext uri="{FF2B5EF4-FFF2-40B4-BE49-F238E27FC236}">
                <a16:creationId xmlns:a16="http://schemas.microsoft.com/office/drawing/2014/main" id="{27FAC986-4A88-4505-88DF-B9FFC4222B78}"/>
              </a:ext>
            </a:extLst>
          </p:cNvPr>
          <p:cNvSpPr/>
          <p:nvPr userDrawn="1"/>
        </p:nvSpPr>
        <p:spPr>
          <a:xfrm rot="5400000">
            <a:off x="1356889" y="3782806"/>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402514898"/>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3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4" name="Rectangle 83">
            <a:hlinkClick r:id="" action="ppaction://noaction"/>
            <a:extLst>
              <a:ext uri="{FF2B5EF4-FFF2-40B4-BE49-F238E27FC236}">
                <a16:creationId xmlns:a16="http://schemas.microsoft.com/office/drawing/2014/main" id="{50E6E2E5-2F33-477C-B1C1-D0D5CB6012BA}"/>
              </a:ext>
            </a:extLst>
          </p:cNvPr>
          <p:cNvSpPr/>
          <p:nvPr userDrawn="1"/>
        </p:nvSpPr>
        <p:spPr>
          <a:xfrm>
            <a:off x="263103"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230652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rId2" action="ppaction://hlinksldjump"/>
            <a:extLst>
              <a:ext uri="{FF2B5EF4-FFF2-40B4-BE49-F238E27FC236}">
                <a16:creationId xmlns:a16="http://schemas.microsoft.com/office/drawing/2014/main" id="{B8338392-381A-473F-AF53-671333907419}"/>
              </a:ext>
            </a:extLst>
          </p:cNvPr>
          <p:cNvSpPr/>
          <p:nvPr userDrawn="1"/>
        </p:nvSpPr>
        <p:spPr>
          <a:xfrm>
            <a:off x="263103" y="2666804"/>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4535537"/>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21" name="Rectangle 20">
            <a:hlinkClick r:id="" action="ppaction://noaction"/>
            <a:extLst>
              <a:ext uri="{FF2B5EF4-FFF2-40B4-BE49-F238E27FC236}">
                <a16:creationId xmlns:a16="http://schemas.microsoft.com/office/drawing/2014/main" id="{0575DE51-E411-416D-AC73-5EAD468DEB69}"/>
              </a:ext>
            </a:extLst>
          </p:cNvPr>
          <p:cNvSpPr/>
          <p:nvPr userDrawn="1"/>
        </p:nvSpPr>
        <p:spPr>
          <a:xfrm>
            <a:off x="263103" y="4904473"/>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22" name="Rectangle 21">
            <a:hlinkClick r:id="" action="ppaction://noaction"/>
            <a:extLst>
              <a:ext uri="{FF2B5EF4-FFF2-40B4-BE49-F238E27FC236}">
                <a16:creationId xmlns:a16="http://schemas.microsoft.com/office/drawing/2014/main" id="{1850D23D-3266-4BAD-B391-1391280F0351}"/>
              </a:ext>
            </a:extLst>
          </p:cNvPr>
          <p:cNvSpPr/>
          <p:nvPr userDrawn="1"/>
        </p:nvSpPr>
        <p:spPr>
          <a:xfrm>
            <a:off x="362804" y="303574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Scope</a:t>
            </a:r>
          </a:p>
        </p:txBody>
      </p:sp>
      <p:sp>
        <p:nvSpPr>
          <p:cNvPr id="23" name="Rectangle 22">
            <a:hlinkClick r:id="" action="ppaction://noaction"/>
            <a:extLst>
              <a:ext uri="{FF2B5EF4-FFF2-40B4-BE49-F238E27FC236}">
                <a16:creationId xmlns:a16="http://schemas.microsoft.com/office/drawing/2014/main" id="{9E1AEE24-A1EB-43F7-BECF-EDA848EDE00E}"/>
              </a:ext>
            </a:extLst>
          </p:cNvPr>
          <p:cNvSpPr/>
          <p:nvPr userDrawn="1"/>
        </p:nvSpPr>
        <p:spPr>
          <a:xfrm>
            <a:off x="362804" y="3409021"/>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Trade Operating Model</a:t>
            </a:r>
          </a:p>
        </p:txBody>
      </p:sp>
      <p:sp>
        <p:nvSpPr>
          <p:cNvPr id="24" name="Rectangle 23">
            <a:hlinkClick r:id="" action="ppaction://noaction"/>
            <a:extLst>
              <a:ext uri="{FF2B5EF4-FFF2-40B4-BE49-F238E27FC236}">
                <a16:creationId xmlns:a16="http://schemas.microsoft.com/office/drawing/2014/main" id="{1BB29C8D-1CDA-4F01-B7B8-3132B0204C3A}"/>
              </a:ext>
            </a:extLst>
          </p:cNvPr>
          <p:cNvSpPr/>
          <p:nvPr userDrawn="1"/>
        </p:nvSpPr>
        <p:spPr>
          <a:xfrm>
            <a:off x="362804" y="3782302"/>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Location Model</a:t>
            </a:r>
          </a:p>
        </p:txBody>
      </p:sp>
      <p:sp>
        <p:nvSpPr>
          <p:cNvPr id="25" name="Rectangle 24">
            <a:hlinkClick r:id="rId2" action="ppaction://hlinksldjump"/>
            <a:extLst>
              <a:ext uri="{FF2B5EF4-FFF2-40B4-BE49-F238E27FC236}">
                <a16:creationId xmlns:a16="http://schemas.microsoft.com/office/drawing/2014/main" id="{926628A6-53BB-4859-B446-5807135266C0}"/>
              </a:ext>
            </a:extLst>
          </p:cNvPr>
          <p:cNvSpPr/>
          <p:nvPr userDrawn="1"/>
        </p:nvSpPr>
        <p:spPr>
          <a:xfrm>
            <a:off x="362804" y="4155582"/>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Sourcing Model</a:t>
            </a:r>
          </a:p>
        </p:txBody>
      </p:sp>
      <p:sp>
        <p:nvSpPr>
          <p:cNvPr id="26" name="Isosceles Triangle 25">
            <a:extLst>
              <a:ext uri="{FF2B5EF4-FFF2-40B4-BE49-F238E27FC236}">
                <a16:creationId xmlns:a16="http://schemas.microsoft.com/office/drawing/2014/main" id="{0C3F712E-142D-48E3-95E2-9CEECC187650}"/>
              </a:ext>
            </a:extLst>
          </p:cNvPr>
          <p:cNvSpPr/>
          <p:nvPr userDrawn="1"/>
        </p:nvSpPr>
        <p:spPr>
          <a:xfrm rot="5400000">
            <a:off x="1353573" y="266631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7" name="Isosceles Triangle 26">
            <a:extLst>
              <a:ext uri="{FF2B5EF4-FFF2-40B4-BE49-F238E27FC236}">
                <a16:creationId xmlns:a16="http://schemas.microsoft.com/office/drawing/2014/main" id="{27FAC986-4A88-4505-88DF-B9FFC4222B78}"/>
              </a:ext>
            </a:extLst>
          </p:cNvPr>
          <p:cNvSpPr/>
          <p:nvPr userDrawn="1"/>
        </p:nvSpPr>
        <p:spPr>
          <a:xfrm rot="5400000">
            <a:off x="1356888" y="416049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84575596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0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230652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66680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3035740"/>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Operations</a:t>
            </a:r>
          </a:p>
        </p:txBody>
      </p:sp>
      <p:sp>
        <p:nvSpPr>
          <p:cNvPr id="33" name="Rectangle 32">
            <a:hlinkClick r:id="" action="ppaction://noaction"/>
            <a:extLst>
              <a:ext uri="{FF2B5EF4-FFF2-40B4-BE49-F238E27FC236}">
                <a16:creationId xmlns:a16="http://schemas.microsoft.com/office/drawing/2014/main" id="{1984DE14-0B49-4DEC-A6EC-284D609F59E7}"/>
              </a:ext>
            </a:extLst>
          </p:cNvPr>
          <p:cNvSpPr/>
          <p:nvPr userDrawn="1"/>
        </p:nvSpPr>
        <p:spPr>
          <a:xfrm>
            <a:off x="342926" y="3404676"/>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Governance</a:t>
            </a:r>
          </a:p>
        </p:txBody>
      </p:sp>
      <p:sp>
        <p:nvSpPr>
          <p:cNvPr id="34" name="Rectangle 33">
            <a:hlinkClick r:id="" action="ppaction://noaction"/>
            <a:extLst>
              <a:ext uri="{FF2B5EF4-FFF2-40B4-BE49-F238E27FC236}">
                <a16:creationId xmlns:a16="http://schemas.microsoft.com/office/drawing/2014/main" id="{438DD96A-AB97-475C-BC2C-954634781246}"/>
              </a:ext>
            </a:extLst>
          </p:cNvPr>
          <p:cNvSpPr/>
          <p:nvPr userDrawn="1"/>
        </p:nvSpPr>
        <p:spPr>
          <a:xfrm>
            <a:off x="342926" y="3777957"/>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Delivery</a:t>
            </a:r>
          </a:p>
        </p:txBody>
      </p:sp>
      <p:sp>
        <p:nvSpPr>
          <p:cNvPr id="35" name="Rectangle 34">
            <a:hlinkClick r:id="" action="ppaction://noaction"/>
            <a:extLst>
              <a:ext uri="{FF2B5EF4-FFF2-40B4-BE49-F238E27FC236}">
                <a16:creationId xmlns:a16="http://schemas.microsoft.com/office/drawing/2014/main" id="{C0ED16A8-CB15-4871-AC86-33A26A50445A}"/>
              </a:ext>
            </a:extLst>
          </p:cNvPr>
          <p:cNvSpPr/>
          <p:nvPr userDrawn="1"/>
        </p:nvSpPr>
        <p:spPr>
          <a:xfrm>
            <a:off x="342926" y="4151238"/>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Human Capital</a:t>
            </a:r>
          </a:p>
        </p:txBody>
      </p:sp>
      <p:sp>
        <p:nvSpPr>
          <p:cNvPr id="36" name="Rectangle 35">
            <a:hlinkClick r:id="" action="ppaction://noaction"/>
            <a:extLst>
              <a:ext uri="{FF2B5EF4-FFF2-40B4-BE49-F238E27FC236}">
                <a16:creationId xmlns:a16="http://schemas.microsoft.com/office/drawing/2014/main" id="{99E61381-5411-439C-AFE2-11F5803D4280}"/>
              </a:ext>
            </a:extLst>
          </p:cNvPr>
          <p:cNvSpPr/>
          <p:nvPr userDrawn="1"/>
        </p:nvSpPr>
        <p:spPr>
          <a:xfrm>
            <a:off x="342926" y="4524518"/>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Enabling Technology</a:t>
            </a:r>
          </a:p>
        </p:txBody>
      </p:sp>
      <p:sp>
        <p:nvSpPr>
          <p:cNvPr id="37" name="Isosceles Triangle 36">
            <a:extLst>
              <a:ext uri="{FF2B5EF4-FFF2-40B4-BE49-F238E27FC236}">
                <a16:creationId xmlns:a16="http://schemas.microsoft.com/office/drawing/2014/main" id="{8B930E88-697A-4AF5-BF3E-EFB85C1D35AC}"/>
              </a:ext>
            </a:extLst>
          </p:cNvPr>
          <p:cNvSpPr/>
          <p:nvPr userDrawn="1"/>
        </p:nvSpPr>
        <p:spPr>
          <a:xfrm rot="5400000">
            <a:off x="1346949" y="3038559"/>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38" name="Rectangle 37">
            <a:hlinkClick r:id="" action="ppaction://noaction"/>
            <a:extLst>
              <a:ext uri="{FF2B5EF4-FFF2-40B4-BE49-F238E27FC236}">
                <a16:creationId xmlns:a16="http://schemas.microsoft.com/office/drawing/2014/main" id="{247459B1-C4CF-4DA8-879F-832D442B9A8A}"/>
              </a:ext>
            </a:extLst>
          </p:cNvPr>
          <p:cNvSpPr/>
          <p:nvPr userDrawn="1"/>
        </p:nvSpPr>
        <p:spPr>
          <a:xfrm>
            <a:off x="263103"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39" name="Rectangle 38">
            <a:hlinkClick r:id="" action="ppaction://noaction"/>
            <a:extLst>
              <a:ext uri="{FF2B5EF4-FFF2-40B4-BE49-F238E27FC236}">
                <a16:creationId xmlns:a16="http://schemas.microsoft.com/office/drawing/2014/main" id="{D6B0D4C5-96AB-4919-9DC2-5D162557A103}"/>
              </a:ext>
            </a:extLst>
          </p:cNvPr>
          <p:cNvSpPr/>
          <p:nvPr userDrawn="1"/>
        </p:nvSpPr>
        <p:spPr>
          <a:xfrm>
            <a:off x="263103" y="4904473"/>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40" name="Isosceles Triangle 39">
            <a:extLst>
              <a:ext uri="{FF2B5EF4-FFF2-40B4-BE49-F238E27FC236}">
                <a16:creationId xmlns:a16="http://schemas.microsoft.com/office/drawing/2014/main" id="{A43F90C2-9454-4FD8-85EE-975F50E16E67}"/>
              </a:ext>
            </a:extLst>
          </p:cNvPr>
          <p:cNvSpPr/>
          <p:nvPr userDrawn="1"/>
        </p:nvSpPr>
        <p:spPr>
          <a:xfrm rot="5400000">
            <a:off x="1340325" y="340961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870781998"/>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30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27" name="Isosceles Triangle 26">
            <a:extLst>
              <a:ext uri="{FF2B5EF4-FFF2-40B4-BE49-F238E27FC236}">
                <a16:creationId xmlns:a16="http://schemas.microsoft.com/office/drawing/2014/main" id="{C32ACD6C-0250-4EE9-8238-40EDF5156D1D}"/>
              </a:ext>
            </a:extLst>
          </p:cNvPr>
          <p:cNvSpPr/>
          <p:nvPr userDrawn="1"/>
        </p:nvSpPr>
        <p:spPr>
          <a:xfrm rot="5400000">
            <a:off x="1397705" y="2397049"/>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5" name="Rectangle 44">
            <a:hlinkClick r:id="" action="ppaction://noaction"/>
            <a:extLst>
              <a:ext uri="{FF2B5EF4-FFF2-40B4-BE49-F238E27FC236}">
                <a16:creationId xmlns:a16="http://schemas.microsoft.com/office/drawing/2014/main" id="{EFF15522-C4C3-4302-BAED-BB97BBC0CA6B}"/>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46" name="Isosceles Triangle 45">
            <a:extLst>
              <a:ext uri="{FF2B5EF4-FFF2-40B4-BE49-F238E27FC236}">
                <a16:creationId xmlns:a16="http://schemas.microsoft.com/office/drawing/2014/main" id="{E3B64DD5-E5D5-4969-8951-E6E53567477A}"/>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7" name="Rectangle 46">
            <a:hlinkClick r:id="" action="ppaction://noaction"/>
            <a:extLst>
              <a:ext uri="{FF2B5EF4-FFF2-40B4-BE49-F238E27FC236}">
                <a16:creationId xmlns:a16="http://schemas.microsoft.com/office/drawing/2014/main" id="{623B46FC-8B59-49A7-A046-C45D293F92AF}"/>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49" name="Isosceles Triangle 48">
            <a:extLst>
              <a:ext uri="{FF2B5EF4-FFF2-40B4-BE49-F238E27FC236}">
                <a16:creationId xmlns:a16="http://schemas.microsoft.com/office/drawing/2014/main" id="{81186DE7-EB57-486E-BAF4-37932495FE5E}"/>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0" name="Rectangle 49">
            <a:hlinkClick r:id="" action="ppaction://noaction"/>
            <a:extLst>
              <a:ext uri="{FF2B5EF4-FFF2-40B4-BE49-F238E27FC236}">
                <a16:creationId xmlns:a16="http://schemas.microsoft.com/office/drawing/2014/main" id="{E6C7D255-2A4C-499E-97B5-8EC18BE8786D}"/>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51" name="Isosceles Triangle 50">
            <a:extLst>
              <a:ext uri="{FF2B5EF4-FFF2-40B4-BE49-F238E27FC236}">
                <a16:creationId xmlns:a16="http://schemas.microsoft.com/office/drawing/2014/main" id="{4F95C15A-A8DC-4656-BC84-D12D45A421E6}"/>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2" name="Rectangle 51">
            <a:hlinkClick r:id="" action="ppaction://noaction"/>
            <a:extLst>
              <a:ext uri="{FF2B5EF4-FFF2-40B4-BE49-F238E27FC236}">
                <a16:creationId xmlns:a16="http://schemas.microsoft.com/office/drawing/2014/main" id="{97C310CA-3F4E-44B7-ACEC-BC309F1CB102}"/>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53" name="Isosceles Triangle 52">
            <a:extLst>
              <a:ext uri="{FF2B5EF4-FFF2-40B4-BE49-F238E27FC236}">
                <a16:creationId xmlns:a16="http://schemas.microsoft.com/office/drawing/2014/main" id="{BF1C1459-CFC7-4DD8-829D-2A361090C311}"/>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4" name="Isosceles Triangle 53">
            <a:extLst>
              <a:ext uri="{FF2B5EF4-FFF2-40B4-BE49-F238E27FC236}">
                <a16:creationId xmlns:a16="http://schemas.microsoft.com/office/drawing/2014/main" id="{705E2341-CDF6-4EE5-BE25-F4861689591C}"/>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55" name="Rectangle 54">
            <a:hlinkClick r:id="" action="ppaction://noaction"/>
            <a:extLst>
              <a:ext uri="{FF2B5EF4-FFF2-40B4-BE49-F238E27FC236}">
                <a16:creationId xmlns:a16="http://schemas.microsoft.com/office/drawing/2014/main" id="{449B88C1-8F4D-472A-A3B8-304033D51EFC}"/>
              </a:ext>
            </a:extLst>
          </p:cNvPr>
          <p:cNvSpPr/>
          <p:nvPr userDrawn="1"/>
        </p:nvSpPr>
        <p:spPr>
          <a:xfrm>
            <a:off x="263103" y="248912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56" name="Rectangle 55">
            <a:hlinkClick r:id="" action="ppaction://noaction"/>
            <a:extLst>
              <a:ext uri="{FF2B5EF4-FFF2-40B4-BE49-F238E27FC236}">
                <a16:creationId xmlns:a16="http://schemas.microsoft.com/office/drawing/2014/main" id="{50AA728B-98CD-42BF-AD9E-03FCB8CBB545}"/>
              </a:ext>
            </a:extLst>
          </p:cNvPr>
          <p:cNvSpPr/>
          <p:nvPr userDrawn="1"/>
        </p:nvSpPr>
        <p:spPr>
          <a:xfrm>
            <a:off x="263103" y="2858056"/>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Operations</a:t>
            </a:r>
          </a:p>
        </p:txBody>
      </p:sp>
      <p:sp>
        <p:nvSpPr>
          <p:cNvPr id="57" name="Rectangle 56">
            <a:hlinkClick r:id="" action="ppaction://noaction"/>
            <a:extLst>
              <a:ext uri="{FF2B5EF4-FFF2-40B4-BE49-F238E27FC236}">
                <a16:creationId xmlns:a16="http://schemas.microsoft.com/office/drawing/2014/main" id="{9D5EB2A0-C54F-46D5-9FB1-28A9704EB380}"/>
              </a:ext>
            </a:extLst>
          </p:cNvPr>
          <p:cNvSpPr/>
          <p:nvPr userDrawn="1"/>
        </p:nvSpPr>
        <p:spPr>
          <a:xfrm>
            <a:off x="342926" y="3226992"/>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Governance</a:t>
            </a:r>
          </a:p>
        </p:txBody>
      </p:sp>
      <p:sp>
        <p:nvSpPr>
          <p:cNvPr id="58" name="Rectangle 57">
            <a:hlinkClick r:id="" action="ppaction://noaction"/>
            <a:extLst>
              <a:ext uri="{FF2B5EF4-FFF2-40B4-BE49-F238E27FC236}">
                <a16:creationId xmlns:a16="http://schemas.microsoft.com/office/drawing/2014/main" id="{B64A2A80-8BFE-41B6-910A-7A6916261FA0}"/>
              </a:ext>
            </a:extLst>
          </p:cNvPr>
          <p:cNvSpPr/>
          <p:nvPr userDrawn="1"/>
        </p:nvSpPr>
        <p:spPr>
          <a:xfrm>
            <a:off x="342926" y="3600273"/>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Delivery</a:t>
            </a:r>
          </a:p>
        </p:txBody>
      </p:sp>
      <p:sp>
        <p:nvSpPr>
          <p:cNvPr id="61" name="Rectangle 60">
            <a:hlinkClick r:id="" action="ppaction://noaction"/>
            <a:extLst>
              <a:ext uri="{FF2B5EF4-FFF2-40B4-BE49-F238E27FC236}">
                <a16:creationId xmlns:a16="http://schemas.microsoft.com/office/drawing/2014/main" id="{88489EB2-C43F-4629-A264-4362C69DF5E9}"/>
              </a:ext>
            </a:extLst>
          </p:cNvPr>
          <p:cNvSpPr/>
          <p:nvPr userDrawn="1"/>
        </p:nvSpPr>
        <p:spPr>
          <a:xfrm>
            <a:off x="342926" y="3973554"/>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Human Capital</a:t>
            </a:r>
          </a:p>
        </p:txBody>
      </p:sp>
      <p:sp>
        <p:nvSpPr>
          <p:cNvPr id="64" name="Rectangle 63">
            <a:hlinkClick r:id="" action="ppaction://noaction"/>
            <a:extLst>
              <a:ext uri="{FF2B5EF4-FFF2-40B4-BE49-F238E27FC236}">
                <a16:creationId xmlns:a16="http://schemas.microsoft.com/office/drawing/2014/main" id="{2733690F-E897-4CF4-A0B2-928F01E0BD4D}"/>
              </a:ext>
            </a:extLst>
          </p:cNvPr>
          <p:cNvSpPr/>
          <p:nvPr userDrawn="1"/>
        </p:nvSpPr>
        <p:spPr>
          <a:xfrm>
            <a:off x="342926" y="4346834"/>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Enabling Technology</a:t>
            </a:r>
          </a:p>
        </p:txBody>
      </p:sp>
      <p:sp>
        <p:nvSpPr>
          <p:cNvPr id="65" name="Rectangle 64">
            <a:hlinkClick r:id="" action="ppaction://noaction"/>
            <a:extLst>
              <a:ext uri="{FF2B5EF4-FFF2-40B4-BE49-F238E27FC236}">
                <a16:creationId xmlns:a16="http://schemas.microsoft.com/office/drawing/2014/main" id="{3F8C8347-25F1-46E9-AC58-DCEB74342D31}"/>
              </a:ext>
            </a:extLst>
          </p:cNvPr>
          <p:cNvSpPr/>
          <p:nvPr userDrawn="1"/>
        </p:nvSpPr>
        <p:spPr>
          <a:xfrm>
            <a:off x="263103" y="4726789"/>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66" name="Isosceles Triangle 65">
            <a:extLst>
              <a:ext uri="{FF2B5EF4-FFF2-40B4-BE49-F238E27FC236}">
                <a16:creationId xmlns:a16="http://schemas.microsoft.com/office/drawing/2014/main" id="{1E48585C-4F23-445F-A485-011A4BCBBD07}"/>
              </a:ext>
            </a:extLst>
          </p:cNvPr>
          <p:cNvSpPr/>
          <p:nvPr userDrawn="1"/>
        </p:nvSpPr>
        <p:spPr>
          <a:xfrm rot="5400000">
            <a:off x="1353573" y="284776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67" name="Isosceles Triangle 66">
            <a:extLst>
              <a:ext uri="{FF2B5EF4-FFF2-40B4-BE49-F238E27FC236}">
                <a16:creationId xmlns:a16="http://schemas.microsoft.com/office/drawing/2014/main" id="{07444679-A2EA-45DD-8975-FBEE3CB30712}"/>
              </a:ext>
            </a:extLst>
          </p:cNvPr>
          <p:cNvSpPr/>
          <p:nvPr userDrawn="1"/>
        </p:nvSpPr>
        <p:spPr>
          <a:xfrm rot="5400000">
            <a:off x="1340082" y="32289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38932904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31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27" name="Isosceles Triangle 26">
            <a:extLst>
              <a:ext uri="{FF2B5EF4-FFF2-40B4-BE49-F238E27FC236}">
                <a16:creationId xmlns:a16="http://schemas.microsoft.com/office/drawing/2014/main" id="{C32ACD6C-0250-4EE9-8238-40EDF5156D1D}"/>
              </a:ext>
            </a:extLst>
          </p:cNvPr>
          <p:cNvSpPr/>
          <p:nvPr userDrawn="1"/>
        </p:nvSpPr>
        <p:spPr>
          <a:xfrm rot="5400000">
            <a:off x="1397705" y="2397049"/>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5" name="Rectangle 44">
            <a:hlinkClick r:id="" action="ppaction://noaction"/>
            <a:extLst>
              <a:ext uri="{FF2B5EF4-FFF2-40B4-BE49-F238E27FC236}">
                <a16:creationId xmlns:a16="http://schemas.microsoft.com/office/drawing/2014/main" id="{EFF15522-C4C3-4302-BAED-BB97BBC0CA6B}"/>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46" name="Isosceles Triangle 45">
            <a:extLst>
              <a:ext uri="{FF2B5EF4-FFF2-40B4-BE49-F238E27FC236}">
                <a16:creationId xmlns:a16="http://schemas.microsoft.com/office/drawing/2014/main" id="{E3B64DD5-E5D5-4969-8951-E6E53567477A}"/>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7" name="Rectangle 46">
            <a:hlinkClick r:id="" action="ppaction://noaction"/>
            <a:extLst>
              <a:ext uri="{FF2B5EF4-FFF2-40B4-BE49-F238E27FC236}">
                <a16:creationId xmlns:a16="http://schemas.microsoft.com/office/drawing/2014/main" id="{623B46FC-8B59-49A7-A046-C45D293F92AF}"/>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49" name="Isosceles Triangle 48">
            <a:extLst>
              <a:ext uri="{FF2B5EF4-FFF2-40B4-BE49-F238E27FC236}">
                <a16:creationId xmlns:a16="http://schemas.microsoft.com/office/drawing/2014/main" id="{81186DE7-EB57-486E-BAF4-37932495FE5E}"/>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0" name="Rectangle 49">
            <a:hlinkClick r:id="" action="ppaction://noaction"/>
            <a:extLst>
              <a:ext uri="{FF2B5EF4-FFF2-40B4-BE49-F238E27FC236}">
                <a16:creationId xmlns:a16="http://schemas.microsoft.com/office/drawing/2014/main" id="{E6C7D255-2A4C-499E-97B5-8EC18BE8786D}"/>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51" name="Isosceles Triangle 50">
            <a:extLst>
              <a:ext uri="{FF2B5EF4-FFF2-40B4-BE49-F238E27FC236}">
                <a16:creationId xmlns:a16="http://schemas.microsoft.com/office/drawing/2014/main" id="{4F95C15A-A8DC-4656-BC84-D12D45A421E6}"/>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2" name="Rectangle 51">
            <a:hlinkClick r:id="" action="ppaction://noaction"/>
            <a:extLst>
              <a:ext uri="{FF2B5EF4-FFF2-40B4-BE49-F238E27FC236}">
                <a16:creationId xmlns:a16="http://schemas.microsoft.com/office/drawing/2014/main" id="{97C310CA-3F4E-44B7-ACEC-BC309F1CB102}"/>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53" name="Isosceles Triangle 52">
            <a:extLst>
              <a:ext uri="{FF2B5EF4-FFF2-40B4-BE49-F238E27FC236}">
                <a16:creationId xmlns:a16="http://schemas.microsoft.com/office/drawing/2014/main" id="{BF1C1459-CFC7-4DD8-829D-2A361090C311}"/>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4" name="Isosceles Triangle 53">
            <a:extLst>
              <a:ext uri="{FF2B5EF4-FFF2-40B4-BE49-F238E27FC236}">
                <a16:creationId xmlns:a16="http://schemas.microsoft.com/office/drawing/2014/main" id="{705E2341-CDF6-4EE5-BE25-F4861689591C}"/>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55" name="Rectangle 54">
            <a:hlinkClick r:id="" action="ppaction://noaction"/>
            <a:extLst>
              <a:ext uri="{FF2B5EF4-FFF2-40B4-BE49-F238E27FC236}">
                <a16:creationId xmlns:a16="http://schemas.microsoft.com/office/drawing/2014/main" id="{449B88C1-8F4D-472A-A3B8-304033D51EFC}"/>
              </a:ext>
            </a:extLst>
          </p:cNvPr>
          <p:cNvSpPr/>
          <p:nvPr userDrawn="1"/>
        </p:nvSpPr>
        <p:spPr>
          <a:xfrm>
            <a:off x="263103" y="248912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56" name="Rectangle 55">
            <a:hlinkClick r:id="" action="ppaction://noaction"/>
            <a:extLst>
              <a:ext uri="{FF2B5EF4-FFF2-40B4-BE49-F238E27FC236}">
                <a16:creationId xmlns:a16="http://schemas.microsoft.com/office/drawing/2014/main" id="{50AA728B-98CD-42BF-AD9E-03FCB8CBB545}"/>
              </a:ext>
            </a:extLst>
          </p:cNvPr>
          <p:cNvSpPr/>
          <p:nvPr userDrawn="1"/>
        </p:nvSpPr>
        <p:spPr>
          <a:xfrm>
            <a:off x="263103" y="2858056"/>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Operations</a:t>
            </a:r>
          </a:p>
        </p:txBody>
      </p:sp>
      <p:sp>
        <p:nvSpPr>
          <p:cNvPr id="61" name="Rectangle 60">
            <a:hlinkClick r:id="" action="ppaction://noaction"/>
            <a:extLst>
              <a:ext uri="{FF2B5EF4-FFF2-40B4-BE49-F238E27FC236}">
                <a16:creationId xmlns:a16="http://schemas.microsoft.com/office/drawing/2014/main" id="{88489EB2-C43F-4629-A264-4362C69DF5E9}"/>
              </a:ext>
            </a:extLst>
          </p:cNvPr>
          <p:cNvSpPr/>
          <p:nvPr userDrawn="1"/>
        </p:nvSpPr>
        <p:spPr>
          <a:xfrm>
            <a:off x="342926" y="3973554"/>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Human Capital</a:t>
            </a:r>
          </a:p>
        </p:txBody>
      </p:sp>
      <p:sp>
        <p:nvSpPr>
          <p:cNvPr id="64" name="Rectangle 63">
            <a:hlinkClick r:id="" action="ppaction://noaction"/>
            <a:extLst>
              <a:ext uri="{FF2B5EF4-FFF2-40B4-BE49-F238E27FC236}">
                <a16:creationId xmlns:a16="http://schemas.microsoft.com/office/drawing/2014/main" id="{2733690F-E897-4CF4-A0B2-928F01E0BD4D}"/>
              </a:ext>
            </a:extLst>
          </p:cNvPr>
          <p:cNvSpPr/>
          <p:nvPr userDrawn="1"/>
        </p:nvSpPr>
        <p:spPr>
          <a:xfrm>
            <a:off x="342926" y="4346834"/>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Enabling Technology</a:t>
            </a:r>
          </a:p>
        </p:txBody>
      </p:sp>
      <p:sp>
        <p:nvSpPr>
          <p:cNvPr id="65" name="Rectangle 64">
            <a:hlinkClick r:id="" action="ppaction://noaction"/>
            <a:extLst>
              <a:ext uri="{FF2B5EF4-FFF2-40B4-BE49-F238E27FC236}">
                <a16:creationId xmlns:a16="http://schemas.microsoft.com/office/drawing/2014/main" id="{3F8C8347-25F1-46E9-AC58-DCEB74342D31}"/>
              </a:ext>
            </a:extLst>
          </p:cNvPr>
          <p:cNvSpPr/>
          <p:nvPr userDrawn="1"/>
        </p:nvSpPr>
        <p:spPr>
          <a:xfrm>
            <a:off x="263103" y="4726789"/>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66" name="Isosceles Triangle 65">
            <a:extLst>
              <a:ext uri="{FF2B5EF4-FFF2-40B4-BE49-F238E27FC236}">
                <a16:creationId xmlns:a16="http://schemas.microsoft.com/office/drawing/2014/main" id="{1E48585C-4F23-445F-A485-011A4BCBBD07}"/>
              </a:ext>
            </a:extLst>
          </p:cNvPr>
          <p:cNvSpPr/>
          <p:nvPr userDrawn="1"/>
        </p:nvSpPr>
        <p:spPr>
          <a:xfrm rot="5400000">
            <a:off x="1353573" y="284776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3" name="Rectangle 22">
            <a:hlinkClick r:id="" action="ppaction://noaction"/>
            <a:extLst>
              <a:ext uri="{FF2B5EF4-FFF2-40B4-BE49-F238E27FC236}">
                <a16:creationId xmlns:a16="http://schemas.microsoft.com/office/drawing/2014/main" id="{DB3336DE-79E2-429E-8F24-66673FF15632}"/>
              </a:ext>
            </a:extLst>
          </p:cNvPr>
          <p:cNvSpPr/>
          <p:nvPr userDrawn="1"/>
        </p:nvSpPr>
        <p:spPr>
          <a:xfrm>
            <a:off x="339374" y="3236932"/>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Governance</a:t>
            </a:r>
          </a:p>
        </p:txBody>
      </p:sp>
      <p:sp>
        <p:nvSpPr>
          <p:cNvPr id="24" name="Rectangle 23">
            <a:hlinkClick r:id="" action="ppaction://noaction"/>
            <a:extLst>
              <a:ext uri="{FF2B5EF4-FFF2-40B4-BE49-F238E27FC236}">
                <a16:creationId xmlns:a16="http://schemas.microsoft.com/office/drawing/2014/main" id="{A7C27203-52DB-4AE5-B444-6C59A47FBACC}"/>
              </a:ext>
            </a:extLst>
          </p:cNvPr>
          <p:cNvSpPr/>
          <p:nvPr userDrawn="1"/>
        </p:nvSpPr>
        <p:spPr>
          <a:xfrm>
            <a:off x="339374" y="3610213"/>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Service Delivery</a:t>
            </a:r>
          </a:p>
        </p:txBody>
      </p:sp>
      <p:sp>
        <p:nvSpPr>
          <p:cNvPr id="25" name="Isosceles Triangle 24">
            <a:extLst>
              <a:ext uri="{FF2B5EF4-FFF2-40B4-BE49-F238E27FC236}">
                <a16:creationId xmlns:a16="http://schemas.microsoft.com/office/drawing/2014/main" id="{8B318B85-273B-4167-9423-6CA811D1635B}"/>
              </a:ext>
            </a:extLst>
          </p:cNvPr>
          <p:cNvSpPr/>
          <p:nvPr userDrawn="1"/>
        </p:nvSpPr>
        <p:spPr>
          <a:xfrm rot="5400000">
            <a:off x="1330143" y="3617330"/>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05578003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32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27" name="Isosceles Triangle 26">
            <a:extLst>
              <a:ext uri="{FF2B5EF4-FFF2-40B4-BE49-F238E27FC236}">
                <a16:creationId xmlns:a16="http://schemas.microsoft.com/office/drawing/2014/main" id="{C32ACD6C-0250-4EE9-8238-40EDF5156D1D}"/>
              </a:ext>
            </a:extLst>
          </p:cNvPr>
          <p:cNvSpPr/>
          <p:nvPr userDrawn="1"/>
        </p:nvSpPr>
        <p:spPr>
          <a:xfrm rot="5400000">
            <a:off x="1397705" y="2397049"/>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5" name="Rectangle 44">
            <a:hlinkClick r:id="" action="ppaction://noaction"/>
            <a:extLst>
              <a:ext uri="{FF2B5EF4-FFF2-40B4-BE49-F238E27FC236}">
                <a16:creationId xmlns:a16="http://schemas.microsoft.com/office/drawing/2014/main" id="{EFF15522-C4C3-4302-BAED-BB97BBC0CA6B}"/>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46" name="Isosceles Triangle 45">
            <a:extLst>
              <a:ext uri="{FF2B5EF4-FFF2-40B4-BE49-F238E27FC236}">
                <a16:creationId xmlns:a16="http://schemas.microsoft.com/office/drawing/2014/main" id="{E3B64DD5-E5D5-4969-8951-E6E53567477A}"/>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7" name="Rectangle 46">
            <a:hlinkClick r:id="" action="ppaction://noaction"/>
            <a:extLst>
              <a:ext uri="{FF2B5EF4-FFF2-40B4-BE49-F238E27FC236}">
                <a16:creationId xmlns:a16="http://schemas.microsoft.com/office/drawing/2014/main" id="{623B46FC-8B59-49A7-A046-C45D293F92AF}"/>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49" name="Isosceles Triangle 48">
            <a:extLst>
              <a:ext uri="{FF2B5EF4-FFF2-40B4-BE49-F238E27FC236}">
                <a16:creationId xmlns:a16="http://schemas.microsoft.com/office/drawing/2014/main" id="{81186DE7-EB57-486E-BAF4-37932495FE5E}"/>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0" name="Rectangle 49">
            <a:hlinkClick r:id="" action="ppaction://noaction"/>
            <a:extLst>
              <a:ext uri="{FF2B5EF4-FFF2-40B4-BE49-F238E27FC236}">
                <a16:creationId xmlns:a16="http://schemas.microsoft.com/office/drawing/2014/main" id="{E6C7D255-2A4C-499E-97B5-8EC18BE8786D}"/>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51" name="Isosceles Triangle 50">
            <a:extLst>
              <a:ext uri="{FF2B5EF4-FFF2-40B4-BE49-F238E27FC236}">
                <a16:creationId xmlns:a16="http://schemas.microsoft.com/office/drawing/2014/main" id="{4F95C15A-A8DC-4656-BC84-D12D45A421E6}"/>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2" name="Rectangle 51">
            <a:hlinkClick r:id="" action="ppaction://noaction"/>
            <a:extLst>
              <a:ext uri="{FF2B5EF4-FFF2-40B4-BE49-F238E27FC236}">
                <a16:creationId xmlns:a16="http://schemas.microsoft.com/office/drawing/2014/main" id="{97C310CA-3F4E-44B7-ACEC-BC309F1CB102}"/>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53" name="Isosceles Triangle 52">
            <a:extLst>
              <a:ext uri="{FF2B5EF4-FFF2-40B4-BE49-F238E27FC236}">
                <a16:creationId xmlns:a16="http://schemas.microsoft.com/office/drawing/2014/main" id="{BF1C1459-CFC7-4DD8-829D-2A361090C311}"/>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4" name="Isosceles Triangle 53">
            <a:extLst>
              <a:ext uri="{FF2B5EF4-FFF2-40B4-BE49-F238E27FC236}">
                <a16:creationId xmlns:a16="http://schemas.microsoft.com/office/drawing/2014/main" id="{705E2341-CDF6-4EE5-BE25-F4861689591C}"/>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55" name="Rectangle 54">
            <a:hlinkClick r:id="" action="ppaction://noaction"/>
            <a:extLst>
              <a:ext uri="{FF2B5EF4-FFF2-40B4-BE49-F238E27FC236}">
                <a16:creationId xmlns:a16="http://schemas.microsoft.com/office/drawing/2014/main" id="{449B88C1-8F4D-472A-A3B8-304033D51EFC}"/>
              </a:ext>
            </a:extLst>
          </p:cNvPr>
          <p:cNvSpPr/>
          <p:nvPr userDrawn="1"/>
        </p:nvSpPr>
        <p:spPr>
          <a:xfrm>
            <a:off x="263103" y="248912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56" name="Rectangle 55">
            <a:hlinkClick r:id="" action="ppaction://noaction"/>
            <a:extLst>
              <a:ext uri="{FF2B5EF4-FFF2-40B4-BE49-F238E27FC236}">
                <a16:creationId xmlns:a16="http://schemas.microsoft.com/office/drawing/2014/main" id="{50AA728B-98CD-42BF-AD9E-03FCB8CBB545}"/>
              </a:ext>
            </a:extLst>
          </p:cNvPr>
          <p:cNvSpPr/>
          <p:nvPr userDrawn="1"/>
        </p:nvSpPr>
        <p:spPr>
          <a:xfrm>
            <a:off x="263103" y="2858056"/>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Operations</a:t>
            </a:r>
          </a:p>
        </p:txBody>
      </p:sp>
      <p:sp>
        <p:nvSpPr>
          <p:cNvPr id="64" name="Rectangle 63">
            <a:hlinkClick r:id="" action="ppaction://noaction"/>
            <a:extLst>
              <a:ext uri="{FF2B5EF4-FFF2-40B4-BE49-F238E27FC236}">
                <a16:creationId xmlns:a16="http://schemas.microsoft.com/office/drawing/2014/main" id="{2733690F-E897-4CF4-A0B2-928F01E0BD4D}"/>
              </a:ext>
            </a:extLst>
          </p:cNvPr>
          <p:cNvSpPr/>
          <p:nvPr userDrawn="1"/>
        </p:nvSpPr>
        <p:spPr>
          <a:xfrm>
            <a:off x="342926" y="4346834"/>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Enabling Technology</a:t>
            </a:r>
          </a:p>
        </p:txBody>
      </p:sp>
      <p:sp>
        <p:nvSpPr>
          <p:cNvPr id="65" name="Rectangle 64">
            <a:hlinkClick r:id="" action="ppaction://noaction"/>
            <a:extLst>
              <a:ext uri="{FF2B5EF4-FFF2-40B4-BE49-F238E27FC236}">
                <a16:creationId xmlns:a16="http://schemas.microsoft.com/office/drawing/2014/main" id="{3F8C8347-25F1-46E9-AC58-DCEB74342D31}"/>
              </a:ext>
            </a:extLst>
          </p:cNvPr>
          <p:cNvSpPr/>
          <p:nvPr userDrawn="1"/>
        </p:nvSpPr>
        <p:spPr>
          <a:xfrm>
            <a:off x="263103" y="4726789"/>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66" name="Isosceles Triangle 65">
            <a:extLst>
              <a:ext uri="{FF2B5EF4-FFF2-40B4-BE49-F238E27FC236}">
                <a16:creationId xmlns:a16="http://schemas.microsoft.com/office/drawing/2014/main" id="{1E48585C-4F23-445F-A485-011A4BCBBD07}"/>
              </a:ext>
            </a:extLst>
          </p:cNvPr>
          <p:cNvSpPr/>
          <p:nvPr userDrawn="1"/>
        </p:nvSpPr>
        <p:spPr>
          <a:xfrm rot="5400000">
            <a:off x="1353573" y="284776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3" name="Rectangle 22">
            <a:hlinkClick r:id="" action="ppaction://noaction"/>
            <a:extLst>
              <a:ext uri="{FF2B5EF4-FFF2-40B4-BE49-F238E27FC236}">
                <a16:creationId xmlns:a16="http://schemas.microsoft.com/office/drawing/2014/main" id="{DB3336DE-79E2-429E-8F24-66673FF15632}"/>
              </a:ext>
            </a:extLst>
          </p:cNvPr>
          <p:cNvSpPr/>
          <p:nvPr userDrawn="1"/>
        </p:nvSpPr>
        <p:spPr>
          <a:xfrm>
            <a:off x="339374" y="3236932"/>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Governance</a:t>
            </a:r>
          </a:p>
        </p:txBody>
      </p:sp>
      <p:sp>
        <p:nvSpPr>
          <p:cNvPr id="26" name="Rectangle 25">
            <a:hlinkClick r:id="" action="ppaction://noaction"/>
            <a:extLst>
              <a:ext uri="{FF2B5EF4-FFF2-40B4-BE49-F238E27FC236}">
                <a16:creationId xmlns:a16="http://schemas.microsoft.com/office/drawing/2014/main" id="{67084845-59F1-4F78-9502-8B9E25B7FCEA}"/>
              </a:ext>
            </a:extLst>
          </p:cNvPr>
          <p:cNvSpPr/>
          <p:nvPr userDrawn="1"/>
        </p:nvSpPr>
        <p:spPr>
          <a:xfrm>
            <a:off x="339374" y="3616816"/>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Delivery</a:t>
            </a:r>
          </a:p>
        </p:txBody>
      </p:sp>
      <p:sp>
        <p:nvSpPr>
          <p:cNvPr id="28" name="Rectangle 27">
            <a:hlinkClick r:id="" action="ppaction://noaction"/>
            <a:extLst>
              <a:ext uri="{FF2B5EF4-FFF2-40B4-BE49-F238E27FC236}">
                <a16:creationId xmlns:a16="http://schemas.microsoft.com/office/drawing/2014/main" id="{8CABAA85-F7C4-459E-ABA8-B67EE16E1A35}"/>
              </a:ext>
            </a:extLst>
          </p:cNvPr>
          <p:cNvSpPr/>
          <p:nvPr userDrawn="1"/>
        </p:nvSpPr>
        <p:spPr>
          <a:xfrm>
            <a:off x="339374" y="3990097"/>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Human Capital</a:t>
            </a:r>
          </a:p>
        </p:txBody>
      </p:sp>
      <p:sp>
        <p:nvSpPr>
          <p:cNvPr id="29" name="Isosceles Triangle 28">
            <a:extLst>
              <a:ext uri="{FF2B5EF4-FFF2-40B4-BE49-F238E27FC236}">
                <a16:creationId xmlns:a16="http://schemas.microsoft.com/office/drawing/2014/main" id="{F1D48D49-15CE-413B-B5A5-88A30B5F952A}"/>
              </a:ext>
            </a:extLst>
          </p:cNvPr>
          <p:cNvSpPr/>
          <p:nvPr userDrawn="1"/>
        </p:nvSpPr>
        <p:spPr>
          <a:xfrm rot="5400000">
            <a:off x="1330143" y="3991840"/>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548721827"/>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33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27" name="Isosceles Triangle 26">
            <a:extLst>
              <a:ext uri="{FF2B5EF4-FFF2-40B4-BE49-F238E27FC236}">
                <a16:creationId xmlns:a16="http://schemas.microsoft.com/office/drawing/2014/main" id="{C32ACD6C-0250-4EE9-8238-40EDF5156D1D}"/>
              </a:ext>
            </a:extLst>
          </p:cNvPr>
          <p:cNvSpPr/>
          <p:nvPr userDrawn="1"/>
        </p:nvSpPr>
        <p:spPr>
          <a:xfrm rot="5400000">
            <a:off x="1397705" y="2397049"/>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5" name="Rectangle 44">
            <a:hlinkClick r:id="" action="ppaction://noaction"/>
            <a:extLst>
              <a:ext uri="{FF2B5EF4-FFF2-40B4-BE49-F238E27FC236}">
                <a16:creationId xmlns:a16="http://schemas.microsoft.com/office/drawing/2014/main" id="{EFF15522-C4C3-4302-BAED-BB97BBC0CA6B}"/>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46" name="Isosceles Triangle 45">
            <a:extLst>
              <a:ext uri="{FF2B5EF4-FFF2-40B4-BE49-F238E27FC236}">
                <a16:creationId xmlns:a16="http://schemas.microsoft.com/office/drawing/2014/main" id="{E3B64DD5-E5D5-4969-8951-E6E53567477A}"/>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7" name="Rectangle 46">
            <a:hlinkClick r:id="" action="ppaction://noaction"/>
            <a:extLst>
              <a:ext uri="{FF2B5EF4-FFF2-40B4-BE49-F238E27FC236}">
                <a16:creationId xmlns:a16="http://schemas.microsoft.com/office/drawing/2014/main" id="{623B46FC-8B59-49A7-A046-C45D293F92AF}"/>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49" name="Isosceles Triangle 48">
            <a:extLst>
              <a:ext uri="{FF2B5EF4-FFF2-40B4-BE49-F238E27FC236}">
                <a16:creationId xmlns:a16="http://schemas.microsoft.com/office/drawing/2014/main" id="{81186DE7-EB57-486E-BAF4-37932495FE5E}"/>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0" name="Rectangle 49">
            <a:hlinkClick r:id="" action="ppaction://noaction"/>
            <a:extLst>
              <a:ext uri="{FF2B5EF4-FFF2-40B4-BE49-F238E27FC236}">
                <a16:creationId xmlns:a16="http://schemas.microsoft.com/office/drawing/2014/main" id="{E6C7D255-2A4C-499E-97B5-8EC18BE8786D}"/>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51" name="Isosceles Triangle 50">
            <a:extLst>
              <a:ext uri="{FF2B5EF4-FFF2-40B4-BE49-F238E27FC236}">
                <a16:creationId xmlns:a16="http://schemas.microsoft.com/office/drawing/2014/main" id="{4F95C15A-A8DC-4656-BC84-D12D45A421E6}"/>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2" name="Rectangle 51">
            <a:hlinkClick r:id="" action="ppaction://noaction"/>
            <a:extLst>
              <a:ext uri="{FF2B5EF4-FFF2-40B4-BE49-F238E27FC236}">
                <a16:creationId xmlns:a16="http://schemas.microsoft.com/office/drawing/2014/main" id="{97C310CA-3F4E-44B7-ACEC-BC309F1CB102}"/>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53" name="Isosceles Triangle 52">
            <a:extLst>
              <a:ext uri="{FF2B5EF4-FFF2-40B4-BE49-F238E27FC236}">
                <a16:creationId xmlns:a16="http://schemas.microsoft.com/office/drawing/2014/main" id="{BF1C1459-CFC7-4DD8-829D-2A361090C311}"/>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4" name="Isosceles Triangle 53">
            <a:extLst>
              <a:ext uri="{FF2B5EF4-FFF2-40B4-BE49-F238E27FC236}">
                <a16:creationId xmlns:a16="http://schemas.microsoft.com/office/drawing/2014/main" id="{705E2341-CDF6-4EE5-BE25-F4861689591C}"/>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55" name="Rectangle 54">
            <a:hlinkClick r:id="" action="ppaction://noaction"/>
            <a:extLst>
              <a:ext uri="{FF2B5EF4-FFF2-40B4-BE49-F238E27FC236}">
                <a16:creationId xmlns:a16="http://schemas.microsoft.com/office/drawing/2014/main" id="{449B88C1-8F4D-472A-A3B8-304033D51EFC}"/>
              </a:ext>
            </a:extLst>
          </p:cNvPr>
          <p:cNvSpPr/>
          <p:nvPr userDrawn="1"/>
        </p:nvSpPr>
        <p:spPr>
          <a:xfrm>
            <a:off x="263103" y="248912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56" name="Rectangle 55">
            <a:hlinkClick r:id="" action="ppaction://noaction"/>
            <a:extLst>
              <a:ext uri="{FF2B5EF4-FFF2-40B4-BE49-F238E27FC236}">
                <a16:creationId xmlns:a16="http://schemas.microsoft.com/office/drawing/2014/main" id="{50AA728B-98CD-42BF-AD9E-03FCB8CBB545}"/>
              </a:ext>
            </a:extLst>
          </p:cNvPr>
          <p:cNvSpPr/>
          <p:nvPr userDrawn="1"/>
        </p:nvSpPr>
        <p:spPr>
          <a:xfrm>
            <a:off x="263103" y="2858056"/>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Operations</a:t>
            </a:r>
          </a:p>
        </p:txBody>
      </p:sp>
      <p:sp>
        <p:nvSpPr>
          <p:cNvPr id="65" name="Rectangle 64">
            <a:hlinkClick r:id="" action="ppaction://noaction"/>
            <a:extLst>
              <a:ext uri="{FF2B5EF4-FFF2-40B4-BE49-F238E27FC236}">
                <a16:creationId xmlns:a16="http://schemas.microsoft.com/office/drawing/2014/main" id="{3F8C8347-25F1-46E9-AC58-DCEB74342D31}"/>
              </a:ext>
            </a:extLst>
          </p:cNvPr>
          <p:cNvSpPr/>
          <p:nvPr userDrawn="1"/>
        </p:nvSpPr>
        <p:spPr>
          <a:xfrm>
            <a:off x="263103" y="4726789"/>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66" name="Isosceles Triangle 65">
            <a:extLst>
              <a:ext uri="{FF2B5EF4-FFF2-40B4-BE49-F238E27FC236}">
                <a16:creationId xmlns:a16="http://schemas.microsoft.com/office/drawing/2014/main" id="{1E48585C-4F23-445F-A485-011A4BCBBD07}"/>
              </a:ext>
            </a:extLst>
          </p:cNvPr>
          <p:cNvSpPr/>
          <p:nvPr userDrawn="1"/>
        </p:nvSpPr>
        <p:spPr>
          <a:xfrm rot="5400000">
            <a:off x="1353573" y="284776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23" name="Rectangle 22">
            <a:hlinkClick r:id="" action="ppaction://noaction"/>
            <a:extLst>
              <a:ext uri="{FF2B5EF4-FFF2-40B4-BE49-F238E27FC236}">
                <a16:creationId xmlns:a16="http://schemas.microsoft.com/office/drawing/2014/main" id="{DB3336DE-79E2-429E-8F24-66673FF15632}"/>
              </a:ext>
            </a:extLst>
          </p:cNvPr>
          <p:cNvSpPr/>
          <p:nvPr userDrawn="1"/>
        </p:nvSpPr>
        <p:spPr>
          <a:xfrm>
            <a:off x="339374" y="3236932"/>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Governance</a:t>
            </a:r>
          </a:p>
        </p:txBody>
      </p:sp>
      <p:sp>
        <p:nvSpPr>
          <p:cNvPr id="26" name="Rectangle 25">
            <a:hlinkClick r:id="" action="ppaction://noaction"/>
            <a:extLst>
              <a:ext uri="{FF2B5EF4-FFF2-40B4-BE49-F238E27FC236}">
                <a16:creationId xmlns:a16="http://schemas.microsoft.com/office/drawing/2014/main" id="{67084845-59F1-4F78-9502-8B9E25B7FCEA}"/>
              </a:ext>
            </a:extLst>
          </p:cNvPr>
          <p:cNvSpPr/>
          <p:nvPr userDrawn="1"/>
        </p:nvSpPr>
        <p:spPr>
          <a:xfrm>
            <a:off x="339374" y="3616816"/>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Delivery</a:t>
            </a:r>
          </a:p>
        </p:txBody>
      </p:sp>
      <p:sp>
        <p:nvSpPr>
          <p:cNvPr id="24" name="Rectangle 23">
            <a:hlinkClick r:id="" action="ppaction://noaction"/>
            <a:extLst>
              <a:ext uri="{FF2B5EF4-FFF2-40B4-BE49-F238E27FC236}">
                <a16:creationId xmlns:a16="http://schemas.microsoft.com/office/drawing/2014/main" id="{370F86F7-44FC-4C13-A875-E13691A3AFF8}"/>
              </a:ext>
            </a:extLst>
          </p:cNvPr>
          <p:cNvSpPr/>
          <p:nvPr userDrawn="1"/>
        </p:nvSpPr>
        <p:spPr>
          <a:xfrm>
            <a:off x="339374" y="4014505"/>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Human Capital</a:t>
            </a:r>
          </a:p>
        </p:txBody>
      </p:sp>
      <p:sp>
        <p:nvSpPr>
          <p:cNvPr id="25" name="Rectangle 24">
            <a:hlinkClick r:id="" action="ppaction://noaction"/>
            <a:extLst>
              <a:ext uri="{FF2B5EF4-FFF2-40B4-BE49-F238E27FC236}">
                <a16:creationId xmlns:a16="http://schemas.microsoft.com/office/drawing/2014/main" id="{A3A83AD8-E672-46DA-82A4-3644673755D8}"/>
              </a:ext>
            </a:extLst>
          </p:cNvPr>
          <p:cNvSpPr/>
          <p:nvPr userDrawn="1"/>
        </p:nvSpPr>
        <p:spPr>
          <a:xfrm>
            <a:off x="339374" y="4367907"/>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Enabling Technology</a:t>
            </a:r>
          </a:p>
        </p:txBody>
      </p:sp>
      <p:sp>
        <p:nvSpPr>
          <p:cNvPr id="30" name="Isosceles Triangle 29">
            <a:extLst>
              <a:ext uri="{FF2B5EF4-FFF2-40B4-BE49-F238E27FC236}">
                <a16:creationId xmlns:a16="http://schemas.microsoft.com/office/drawing/2014/main" id="{907B2046-6F57-43AC-A5D7-B2587C09AA70}"/>
              </a:ext>
            </a:extLst>
          </p:cNvPr>
          <p:cNvSpPr/>
          <p:nvPr userDrawn="1"/>
        </p:nvSpPr>
        <p:spPr>
          <a:xfrm rot="5400000">
            <a:off x="1330143" y="4365121"/>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95187165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5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230652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66680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3035740"/>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Operations</a:t>
            </a:r>
          </a:p>
        </p:txBody>
      </p:sp>
      <p:sp>
        <p:nvSpPr>
          <p:cNvPr id="33" name="Rectangle 32">
            <a:hlinkClick r:id="" action="ppaction://noaction"/>
            <a:extLst>
              <a:ext uri="{FF2B5EF4-FFF2-40B4-BE49-F238E27FC236}">
                <a16:creationId xmlns:a16="http://schemas.microsoft.com/office/drawing/2014/main" id="{1984DE14-0B49-4DEC-A6EC-284D609F59E7}"/>
              </a:ext>
            </a:extLst>
          </p:cNvPr>
          <p:cNvSpPr/>
          <p:nvPr userDrawn="1"/>
        </p:nvSpPr>
        <p:spPr>
          <a:xfrm>
            <a:off x="342926" y="3404676"/>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Governance</a:t>
            </a:r>
          </a:p>
        </p:txBody>
      </p:sp>
      <p:sp>
        <p:nvSpPr>
          <p:cNvPr id="34" name="Rectangle 33">
            <a:hlinkClick r:id="" action="ppaction://noaction"/>
            <a:extLst>
              <a:ext uri="{FF2B5EF4-FFF2-40B4-BE49-F238E27FC236}">
                <a16:creationId xmlns:a16="http://schemas.microsoft.com/office/drawing/2014/main" id="{438DD96A-AB97-475C-BC2C-954634781246}"/>
              </a:ext>
            </a:extLst>
          </p:cNvPr>
          <p:cNvSpPr/>
          <p:nvPr userDrawn="1"/>
        </p:nvSpPr>
        <p:spPr>
          <a:xfrm>
            <a:off x="342926" y="3777957"/>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Service Delivery</a:t>
            </a:r>
          </a:p>
        </p:txBody>
      </p:sp>
      <p:sp>
        <p:nvSpPr>
          <p:cNvPr id="35" name="Rectangle 34">
            <a:hlinkClick r:id="" action="ppaction://noaction"/>
            <a:extLst>
              <a:ext uri="{FF2B5EF4-FFF2-40B4-BE49-F238E27FC236}">
                <a16:creationId xmlns:a16="http://schemas.microsoft.com/office/drawing/2014/main" id="{C0ED16A8-CB15-4871-AC86-33A26A50445A}"/>
              </a:ext>
            </a:extLst>
          </p:cNvPr>
          <p:cNvSpPr/>
          <p:nvPr userDrawn="1"/>
        </p:nvSpPr>
        <p:spPr>
          <a:xfrm>
            <a:off x="342926" y="4151238"/>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Human Capital</a:t>
            </a:r>
          </a:p>
        </p:txBody>
      </p:sp>
      <p:sp>
        <p:nvSpPr>
          <p:cNvPr id="36" name="Rectangle 35">
            <a:hlinkClick r:id="" action="ppaction://noaction"/>
            <a:extLst>
              <a:ext uri="{FF2B5EF4-FFF2-40B4-BE49-F238E27FC236}">
                <a16:creationId xmlns:a16="http://schemas.microsoft.com/office/drawing/2014/main" id="{99E61381-5411-439C-AFE2-11F5803D4280}"/>
              </a:ext>
            </a:extLst>
          </p:cNvPr>
          <p:cNvSpPr/>
          <p:nvPr userDrawn="1"/>
        </p:nvSpPr>
        <p:spPr>
          <a:xfrm>
            <a:off x="342926" y="4524518"/>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Enabling Technology</a:t>
            </a:r>
          </a:p>
        </p:txBody>
      </p:sp>
      <p:sp>
        <p:nvSpPr>
          <p:cNvPr id="37" name="Isosceles Triangle 36">
            <a:extLst>
              <a:ext uri="{FF2B5EF4-FFF2-40B4-BE49-F238E27FC236}">
                <a16:creationId xmlns:a16="http://schemas.microsoft.com/office/drawing/2014/main" id="{8B930E88-697A-4AF5-BF3E-EFB85C1D35AC}"/>
              </a:ext>
            </a:extLst>
          </p:cNvPr>
          <p:cNvSpPr/>
          <p:nvPr userDrawn="1"/>
        </p:nvSpPr>
        <p:spPr>
          <a:xfrm rot="5400000">
            <a:off x="1356888" y="3038559"/>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38" name="Rectangle 37">
            <a:hlinkClick r:id="" action="ppaction://noaction"/>
            <a:extLst>
              <a:ext uri="{FF2B5EF4-FFF2-40B4-BE49-F238E27FC236}">
                <a16:creationId xmlns:a16="http://schemas.microsoft.com/office/drawing/2014/main" id="{247459B1-C4CF-4DA8-879F-832D442B9A8A}"/>
              </a:ext>
            </a:extLst>
          </p:cNvPr>
          <p:cNvSpPr/>
          <p:nvPr userDrawn="1"/>
        </p:nvSpPr>
        <p:spPr>
          <a:xfrm>
            <a:off x="263103"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39" name="Rectangle 38">
            <a:hlinkClick r:id="" action="ppaction://noaction"/>
            <a:extLst>
              <a:ext uri="{FF2B5EF4-FFF2-40B4-BE49-F238E27FC236}">
                <a16:creationId xmlns:a16="http://schemas.microsoft.com/office/drawing/2014/main" id="{D6B0D4C5-96AB-4919-9DC2-5D162557A103}"/>
              </a:ext>
            </a:extLst>
          </p:cNvPr>
          <p:cNvSpPr/>
          <p:nvPr userDrawn="1"/>
        </p:nvSpPr>
        <p:spPr>
          <a:xfrm>
            <a:off x="263103" y="4904473"/>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40" name="Isosceles Triangle 39">
            <a:extLst>
              <a:ext uri="{FF2B5EF4-FFF2-40B4-BE49-F238E27FC236}">
                <a16:creationId xmlns:a16="http://schemas.microsoft.com/office/drawing/2014/main" id="{A43F90C2-9454-4FD8-85EE-975F50E16E67}"/>
              </a:ext>
            </a:extLst>
          </p:cNvPr>
          <p:cNvSpPr/>
          <p:nvPr userDrawn="1"/>
        </p:nvSpPr>
        <p:spPr>
          <a:xfrm rot="5400000">
            <a:off x="1340325" y="3787301"/>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26208925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6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230652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66680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3035740"/>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Operations</a:t>
            </a:r>
          </a:p>
        </p:txBody>
      </p:sp>
      <p:sp>
        <p:nvSpPr>
          <p:cNvPr id="33" name="Rectangle 32">
            <a:hlinkClick r:id="" action="ppaction://noaction"/>
            <a:extLst>
              <a:ext uri="{FF2B5EF4-FFF2-40B4-BE49-F238E27FC236}">
                <a16:creationId xmlns:a16="http://schemas.microsoft.com/office/drawing/2014/main" id="{1984DE14-0B49-4DEC-A6EC-284D609F59E7}"/>
              </a:ext>
            </a:extLst>
          </p:cNvPr>
          <p:cNvSpPr/>
          <p:nvPr userDrawn="1"/>
        </p:nvSpPr>
        <p:spPr>
          <a:xfrm>
            <a:off x="342926" y="3404676"/>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Governance</a:t>
            </a:r>
          </a:p>
        </p:txBody>
      </p:sp>
      <p:sp>
        <p:nvSpPr>
          <p:cNvPr id="34" name="Rectangle 33">
            <a:hlinkClick r:id="" action="ppaction://noaction"/>
            <a:extLst>
              <a:ext uri="{FF2B5EF4-FFF2-40B4-BE49-F238E27FC236}">
                <a16:creationId xmlns:a16="http://schemas.microsoft.com/office/drawing/2014/main" id="{438DD96A-AB97-475C-BC2C-954634781246}"/>
              </a:ext>
            </a:extLst>
          </p:cNvPr>
          <p:cNvSpPr/>
          <p:nvPr userDrawn="1"/>
        </p:nvSpPr>
        <p:spPr>
          <a:xfrm>
            <a:off x="342926" y="3777957"/>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Delivery</a:t>
            </a:r>
          </a:p>
        </p:txBody>
      </p:sp>
      <p:sp>
        <p:nvSpPr>
          <p:cNvPr id="35" name="Rectangle 34">
            <a:hlinkClick r:id="" action="ppaction://noaction"/>
            <a:extLst>
              <a:ext uri="{FF2B5EF4-FFF2-40B4-BE49-F238E27FC236}">
                <a16:creationId xmlns:a16="http://schemas.microsoft.com/office/drawing/2014/main" id="{C0ED16A8-CB15-4871-AC86-33A26A50445A}"/>
              </a:ext>
            </a:extLst>
          </p:cNvPr>
          <p:cNvSpPr/>
          <p:nvPr userDrawn="1"/>
        </p:nvSpPr>
        <p:spPr>
          <a:xfrm>
            <a:off x="342926" y="4151238"/>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Human Capital</a:t>
            </a:r>
          </a:p>
        </p:txBody>
      </p:sp>
      <p:sp>
        <p:nvSpPr>
          <p:cNvPr id="36" name="Rectangle 35">
            <a:hlinkClick r:id="" action="ppaction://noaction"/>
            <a:extLst>
              <a:ext uri="{FF2B5EF4-FFF2-40B4-BE49-F238E27FC236}">
                <a16:creationId xmlns:a16="http://schemas.microsoft.com/office/drawing/2014/main" id="{99E61381-5411-439C-AFE2-11F5803D4280}"/>
              </a:ext>
            </a:extLst>
          </p:cNvPr>
          <p:cNvSpPr/>
          <p:nvPr userDrawn="1"/>
        </p:nvSpPr>
        <p:spPr>
          <a:xfrm>
            <a:off x="342926" y="4524518"/>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Enabling Technology</a:t>
            </a:r>
          </a:p>
        </p:txBody>
      </p:sp>
      <p:sp>
        <p:nvSpPr>
          <p:cNvPr id="37" name="Isosceles Triangle 36">
            <a:extLst>
              <a:ext uri="{FF2B5EF4-FFF2-40B4-BE49-F238E27FC236}">
                <a16:creationId xmlns:a16="http://schemas.microsoft.com/office/drawing/2014/main" id="{8B930E88-697A-4AF5-BF3E-EFB85C1D35AC}"/>
              </a:ext>
            </a:extLst>
          </p:cNvPr>
          <p:cNvSpPr/>
          <p:nvPr userDrawn="1"/>
        </p:nvSpPr>
        <p:spPr>
          <a:xfrm rot="5400000">
            <a:off x="1356888" y="3038559"/>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38" name="Rectangle 37">
            <a:hlinkClick r:id="" action="ppaction://noaction"/>
            <a:extLst>
              <a:ext uri="{FF2B5EF4-FFF2-40B4-BE49-F238E27FC236}">
                <a16:creationId xmlns:a16="http://schemas.microsoft.com/office/drawing/2014/main" id="{247459B1-C4CF-4DA8-879F-832D442B9A8A}"/>
              </a:ext>
            </a:extLst>
          </p:cNvPr>
          <p:cNvSpPr/>
          <p:nvPr userDrawn="1"/>
        </p:nvSpPr>
        <p:spPr>
          <a:xfrm>
            <a:off x="263103"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39" name="Rectangle 38">
            <a:hlinkClick r:id="" action="ppaction://noaction"/>
            <a:extLst>
              <a:ext uri="{FF2B5EF4-FFF2-40B4-BE49-F238E27FC236}">
                <a16:creationId xmlns:a16="http://schemas.microsoft.com/office/drawing/2014/main" id="{D6B0D4C5-96AB-4919-9DC2-5D162557A103}"/>
              </a:ext>
            </a:extLst>
          </p:cNvPr>
          <p:cNvSpPr/>
          <p:nvPr userDrawn="1"/>
        </p:nvSpPr>
        <p:spPr>
          <a:xfrm>
            <a:off x="263103" y="4904473"/>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40" name="Isosceles Triangle 39">
            <a:extLst>
              <a:ext uri="{FF2B5EF4-FFF2-40B4-BE49-F238E27FC236}">
                <a16:creationId xmlns:a16="http://schemas.microsoft.com/office/drawing/2014/main" id="{A43F90C2-9454-4FD8-85EE-975F50E16E67}"/>
              </a:ext>
            </a:extLst>
          </p:cNvPr>
          <p:cNvSpPr/>
          <p:nvPr userDrawn="1"/>
        </p:nvSpPr>
        <p:spPr>
          <a:xfrm rot="5400000">
            <a:off x="1340325" y="4164991"/>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28905766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7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229658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66680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3035740"/>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Operations</a:t>
            </a:r>
          </a:p>
        </p:txBody>
      </p:sp>
      <p:sp>
        <p:nvSpPr>
          <p:cNvPr id="33" name="Rectangle 32">
            <a:hlinkClick r:id="" action="ppaction://noaction"/>
            <a:extLst>
              <a:ext uri="{FF2B5EF4-FFF2-40B4-BE49-F238E27FC236}">
                <a16:creationId xmlns:a16="http://schemas.microsoft.com/office/drawing/2014/main" id="{1984DE14-0B49-4DEC-A6EC-284D609F59E7}"/>
              </a:ext>
            </a:extLst>
          </p:cNvPr>
          <p:cNvSpPr/>
          <p:nvPr userDrawn="1"/>
        </p:nvSpPr>
        <p:spPr>
          <a:xfrm>
            <a:off x="342926" y="3404676"/>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Governance</a:t>
            </a:r>
          </a:p>
        </p:txBody>
      </p:sp>
      <p:sp>
        <p:nvSpPr>
          <p:cNvPr id="34" name="Rectangle 33">
            <a:hlinkClick r:id="" action="ppaction://noaction"/>
            <a:extLst>
              <a:ext uri="{FF2B5EF4-FFF2-40B4-BE49-F238E27FC236}">
                <a16:creationId xmlns:a16="http://schemas.microsoft.com/office/drawing/2014/main" id="{438DD96A-AB97-475C-BC2C-954634781246}"/>
              </a:ext>
            </a:extLst>
          </p:cNvPr>
          <p:cNvSpPr/>
          <p:nvPr userDrawn="1"/>
        </p:nvSpPr>
        <p:spPr>
          <a:xfrm>
            <a:off x="342926" y="3777957"/>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Service Delivery</a:t>
            </a:r>
          </a:p>
        </p:txBody>
      </p:sp>
      <p:sp>
        <p:nvSpPr>
          <p:cNvPr id="35" name="Rectangle 34">
            <a:hlinkClick r:id="" action="ppaction://noaction"/>
            <a:extLst>
              <a:ext uri="{FF2B5EF4-FFF2-40B4-BE49-F238E27FC236}">
                <a16:creationId xmlns:a16="http://schemas.microsoft.com/office/drawing/2014/main" id="{C0ED16A8-CB15-4871-AC86-33A26A50445A}"/>
              </a:ext>
            </a:extLst>
          </p:cNvPr>
          <p:cNvSpPr/>
          <p:nvPr userDrawn="1"/>
        </p:nvSpPr>
        <p:spPr>
          <a:xfrm>
            <a:off x="342926" y="4151238"/>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Human Capital</a:t>
            </a:r>
          </a:p>
        </p:txBody>
      </p:sp>
      <p:sp>
        <p:nvSpPr>
          <p:cNvPr id="36" name="Rectangle 35">
            <a:hlinkClick r:id="" action="ppaction://noaction"/>
            <a:extLst>
              <a:ext uri="{FF2B5EF4-FFF2-40B4-BE49-F238E27FC236}">
                <a16:creationId xmlns:a16="http://schemas.microsoft.com/office/drawing/2014/main" id="{99E61381-5411-439C-AFE2-11F5803D4280}"/>
              </a:ext>
            </a:extLst>
          </p:cNvPr>
          <p:cNvSpPr/>
          <p:nvPr userDrawn="1"/>
        </p:nvSpPr>
        <p:spPr>
          <a:xfrm>
            <a:off x="342926" y="4524518"/>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Enabling Technology</a:t>
            </a:r>
          </a:p>
        </p:txBody>
      </p:sp>
      <p:sp>
        <p:nvSpPr>
          <p:cNvPr id="37" name="Isosceles Triangle 36">
            <a:extLst>
              <a:ext uri="{FF2B5EF4-FFF2-40B4-BE49-F238E27FC236}">
                <a16:creationId xmlns:a16="http://schemas.microsoft.com/office/drawing/2014/main" id="{8B930E88-697A-4AF5-BF3E-EFB85C1D35AC}"/>
              </a:ext>
            </a:extLst>
          </p:cNvPr>
          <p:cNvSpPr/>
          <p:nvPr userDrawn="1"/>
        </p:nvSpPr>
        <p:spPr>
          <a:xfrm rot="5400000">
            <a:off x="1356888" y="3038559"/>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38" name="Rectangle 37">
            <a:hlinkClick r:id="" action="ppaction://noaction"/>
            <a:extLst>
              <a:ext uri="{FF2B5EF4-FFF2-40B4-BE49-F238E27FC236}">
                <a16:creationId xmlns:a16="http://schemas.microsoft.com/office/drawing/2014/main" id="{247459B1-C4CF-4DA8-879F-832D442B9A8A}"/>
              </a:ext>
            </a:extLst>
          </p:cNvPr>
          <p:cNvSpPr/>
          <p:nvPr userDrawn="1"/>
        </p:nvSpPr>
        <p:spPr>
          <a:xfrm>
            <a:off x="263103"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39" name="Rectangle 38">
            <a:hlinkClick r:id="" action="ppaction://noaction"/>
            <a:extLst>
              <a:ext uri="{FF2B5EF4-FFF2-40B4-BE49-F238E27FC236}">
                <a16:creationId xmlns:a16="http://schemas.microsoft.com/office/drawing/2014/main" id="{D6B0D4C5-96AB-4919-9DC2-5D162557A103}"/>
              </a:ext>
            </a:extLst>
          </p:cNvPr>
          <p:cNvSpPr/>
          <p:nvPr userDrawn="1"/>
        </p:nvSpPr>
        <p:spPr>
          <a:xfrm>
            <a:off x="263103" y="4904473"/>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Control &amp; Management</a:t>
            </a:r>
          </a:p>
        </p:txBody>
      </p:sp>
      <p:sp>
        <p:nvSpPr>
          <p:cNvPr id="40" name="Isosceles Triangle 39">
            <a:extLst>
              <a:ext uri="{FF2B5EF4-FFF2-40B4-BE49-F238E27FC236}">
                <a16:creationId xmlns:a16="http://schemas.microsoft.com/office/drawing/2014/main" id="{A43F90C2-9454-4FD8-85EE-975F50E16E67}"/>
              </a:ext>
            </a:extLst>
          </p:cNvPr>
          <p:cNvSpPr/>
          <p:nvPr userDrawn="1"/>
        </p:nvSpPr>
        <p:spPr>
          <a:xfrm rot="5400000">
            <a:off x="1340325" y="453273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14113325"/>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8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229658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66680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3035740"/>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38" name="Rectangle 37">
            <a:hlinkClick r:id="" action="ppaction://noaction"/>
            <a:extLst>
              <a:ext uri="{FF2B5EF4-FFF2-40B4-BE49-F238E27FC236}">
                <a16:creationId xmlns:a16="http://schemas.microsoft.com/office/drawing/2014/main" id="{247459B1-C4CF-4DA8-879F-832D442B9A8A}"/>
              </a:ext>
            </a:extLst>
          </p:cNvPr>
          <p:cNvSpPr/>
          <p:nvPr userDrawn="1"/>
        </p:nvSpPr>
        <p:spPr>
          <a:xfrm>
            <a:off x="263103"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27" name="Rectangle 26">
            <a:hlinkClick r:id="" action="ppaction://noaction"/>
            <a:extLst>
              <a:ext uri="{FF2B5EF4-FFF2-40B4-BE49-F238E27FC236}">
                <a16:creationId xmlns:a16="http://schemas.microsoft.com/office/drawing/2014/main" id="{5EAAA60E-659C-44F1-AE48-915CF7D0A0B5}"/>
              </a:ext>
            </a:extLst>
          </p:cNvPr>
          <p:cNvSpPr/>
          <p:nvPr userDrawn="1"/>
        </p:nvSpPr>
        <p:spPr>
          <a:xfrm>
            <a:off x="362804" y="3781723"/>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Financial Mgt</a:t>
            </a:r>
          </a:p>
        </p:txBody>
      </p:sp>
      <p:sp>
        <p:nvSpPr>
          <p:cNvPr id="28" name="Rectangle 27">
            <a:hlinkClick r:id="" action="ppaction://noaction"/>
            <a:extLst>
              <a:ext uri="{FF2B5EF4-FFF2-40B4-BE49-F238E27FC236}">
                <a16:creationId xmlns:a16="http://schemas.microsoft.com/office/drawing/2014/main" id="{C6F0C64D-2965-42AE-B3C6-9B5B02735A3F}"/>
              </a:ext>
            </a:extLst>
          </p:cNvPr>
          <p:cNvSpPr/>
          <p:nvPr userDrawn="1"/>
        </p:nvSpPr>
        <p:spPr>
          <a:xfrm>
            <a:off x="362804" y="4155004"/>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Operational Mgt &amp; Partner Mgt</a:t>
            </a:r>
          </a:p>
        </p:txBody>
      </p:sp>
      <p:sp>
        <p:nvSpPr>
          <p:cNvPr id="29" name="Rectangle 28">
            <a:hlinkClick r:id="" action="ppaction://noaction"/>
            <a:extLst>
              <a:ext uri="{FF2B5EF4-FFF2-40B4-BE49-F238E27FC236}">
                <a16:creationId xmlns:a16="http://schemas.microsoft.com/office/drawing/2014/main" id="{3C864425-99CE-4AE4-A556-07F4CBE62EC9}"/>
              </a:ext>
            </a:extLst>
          </p:cNvPr>
          <p:cNvSpPr/>
          <p:nvPr userDrawn="1"/>
        </p:nvSpPr>
        <p:spPr>
          <a:xfrm>
            <a:off x="362804" y="4528285"/>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Talent Mgt</a:t>
            </a:r>
          </a:p>
        </p:txBody>
      </p:sp>
      <p:sp>
        <p:nvSpPr>
          <p:cNvPr id="30" name="Rectangle 29">
            <a:hlinkClick r:id="" action="ppaction://noaction"/>
            <a:extLst>
              <a:ext uri="{FF2B5EF4-FFF2-40B4-BE49-F238E27FC236}">
                <a16:creationId xmlns:a16="http://schemas.microsoft.com/office/drawing/2014/main" id="{7692BC18-01AA-43CE-9C40-3E968D153B4D}"/>
              </a:ext>
            </a:extLst>
          </p:cNvPr>
          <p:cNvSpPr/>
          <p:nvPr userDrawn="1"/>
        </p:nvSpPr>
        <p:spPr>
          <a:xfrm>
            <a:off x="362804" y="4901565"/>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Risk Mgt</a:t>
            </a:r>
          </a:p>
        </p:txBody>
      </p:sp>
      <p:sp>
        <p:nvSpPr>
          <p:cNvPr id="31" name="Rectangle 30">
            <a:hlinkClick r:id="" action="ppaction://noaction"/>
            <a:extLst>
              <a:ext uri="{FF2B5EF4-FFF2-40B4-BE49-F238E27FC236}">
                <a16:creationId xmlns:a16="http://schemas.microsoft.com/office/drawing/2014/main" id="{6F9CC297-2C38-45A8-858C-4331D1C5427A}"/>
              </a:ext>
            </a:extLst>
          </p:cNvPr>
          <p:cNvSpPr/>
          <p:nvPr userDrawn="1"/>
        </p:nvSpPr>
        <p:spPr>
          <a:xfrm>
            <a:off x="263103" y="3403749"/>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Control &amp; Management</a:t>
            </a:r>
          </a:p>
        </p:txBody>
      </p:sp>
      <p:sp>
        <p:nvSpPr>
          <p:cNvPr id="32" name="Isosceles Triangle 31">
            <a:extLst>
              <a:ext uri="{FF2B5EF4-FFF2-40B4-BE49-F238E27FC236}">
                <a16:creationId xmlns:a16="http://schemas.microsoft.com/office/drawing/2014/main" id="{8EA3961D-F462-4C5E-AB31-58F45559050F}"/>
              </a:ext>
            </a:extLst>
          </p:cNvPr>
          <p:cNvSpPr/>
          <p:nvPr userDrawn="1"/>
        </p:nvSpPr>
        <p:spPr>
          <a:xfrm rot="5400000">
            <a:off x="1356888" y="339636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41" name="Isosceles Triangle 40">
            <a:extLst>
              <a:ext uri="{FF2B5EF4-FFF2-40B4-BE49-F238E27FC236}">
                <a16:creationId xmlns:a16="http://schemas.microsoft.com/office/drawing/2014/main" id="{90A8941F-544E-4968-9D42-29D55DA38330}"/>
              </a:ext>
            </a:extLst>
          </p:cNvPr>
          <p:cNvSpPr/>
          <p:nvPr userDrawn="1"/>
        </p:nvSpPr>
        <p:spPr>
          <a:xfrm rot="5400000">
            <a:off x="1356888" y="3774056"/>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065652306"/>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34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50" name="Rectangle 49">
            <a:hlinkClick r:id="" action="ppaction://noaction"/>
            <a:extLst>
              <a:ext uri="{FF2B5EF4-FFF2-40B4-BE49-F238E27FC236}">
                <a16:creationId xmlns:a16="http://schemas.microsoft.com/office/drawing/2014/main" id="{CEED0FCD-F871-48E7-9094-B22715630250}"/>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1" name="Rectangle 50">
            <a:hlinkClick r:id="" action="ppaction://noaction"/>
            <a:extLst>
              <a:ext uri="{FF2B5EF4-FFF2-40B4-BE49-F238E27FC236}">
                <a16:creationId xmlns:a16="http://schemas.microsoft.com/office/drawing/2014/main" id="{F13A7999-259B-40E9-8104-A6D31F0D764C}"/>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52" name="Rectangle 51">
            <a:hlinkClick r:id="" action="ppaction://noaction"/>
            <a:extLst>
              <a:ext uri="{FF2B5EF4-FFF2-40B4-BE49-F238E27FC236}">
                <a16:creationId xmlns:a16="http://schemas.microsoft.com/office/drawing/2014/main" id="{D8BFE96F-B59C-416A-A880-AE5D76FCF6E4}"/>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53" name="Rectangle 52">
            <a:hlinkClick r:id="" action="ppaction://noaction"/>
            <a:extLst>
              <a:ext uri="{FF2B5EF4-FFF2-40B4-BE49-F238E27FC236}">
                <a16:creationId xmlns:a16="http://schemas.microsoft.com/office/drawing/2014/main" id="{338B7F02-6828-4E78-A365-9C6C63B09590}"/>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54" name="Isosceles Triangle 53">
            <a:extLst>
              <a:ext uri="{FF2B5EF4-FFF2-40B4-BE49-F238E27FC236}">
                <a16:creationId xmlns:a16="http://schemas.microsoft.com/office/drawing/2014/main" id="{72075F22-7CD7-4FD4-B80B-C9949EFA4D12}"/>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55" name="Rectangle 54">
            <a:hlinkClick r:id="" action="ppaction://noaction"/>
            <a:extLst>
              <a:ext uri="{FF2B5EF4-FFF2-40B4-BE49-F238E27FC236}">
                <a16:creationId xmlns:a16="http://schemas.microsoft.com/office/drawing/2014/main" id="{C05ACE50-7E21-4DC6-AC8D-7D717BCE83D8}"/>
              </a:ext>
            </a:extLst>
          </p:cNvPr>
          <p:cNvSpPr/>
          <p:nvPr userDrawn="1"/>
        </p:nvSpPr>
        <p:spPr>
          <a:xfrm>
            <a:off x="263103" y="248912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56" name="Rectangle 55">
            <a:hlinkClick r:id="" action="ppaction://noaction"/>
            <a:extLst>
              <a:ext uri="{FF2B5EF4-FFF2-40B4-BE49-F238E27FC236}">
                <a16:creationId xmlns:a16="http://schemas.microsoft.com/office/drawing/2014/main" id="{8021D92C-782B-45CB-B738-F330A50F4E69}"/>
              </a:ext>
            </a:extLst>
          </p:cNvPr>
          <p:cNvSpPr/>
          <p:nvPr userDrawn="1"/>
        </p:nvSpPr>
        <p:spPr>
          <a:xfrm>
            <a:off x="263103" y="2858056"/>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73" name="Rectangle 72">
            <a:hlinkClick r:id="" action="ppaction://noaction"/>
            <a:extLst>
              <a:ext uri="{FF2B5EF4-FFF2-40B4-BE49-F238E27FC236}">
                <a16:creationId xmlns:a16="http://schemas.microsoft.com/office/drawing/2014/main" id="{9CB3152F-A614-43DB-952D-0E04E46390B4}"/>
              </a:ext>
            </a:extLst>
          </p:cNvPr>
          <p:cNvSpPr/>
          <p:nvPr userDrawn="1"/>
        </p:nvSpPr>
        <p:spPr>
          <a:xfrm>
            <a:off x="362804" y="3621198"/>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Financial Mgt</a:t>
            </a:r>
          </a:p>
        </p:txBody>
      </p:sp>
      <p:sp>
        <p:nvSpPr>
          <p:cNvPr id="74" name="Rectangle 73">
            <a:hlinkClick r:id="" action="ppaction://noaction"/>
            <a:extLst>
              <a:ext uri="{FF2B5EF4-FFF2-40B4-BE49-F238E27FC236}">
                <a16:creationId xmlns:a16="http://schemas.microsoft.com/office/drawing/2014/main" id="{C795B50A-BD87-4DFF-9DC8-BFF24D404C53}"/>
              </a:ext>
            </a:extLst>
          </p:cNvPr>
          <p:cNvSpPr/>
          <p:nvPr userDrawn="1"/>
        </p:nvSpPr>
        <p:spPr>
          <a:xfrm>
            <a:off x="362804" y="3994479"/>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Operational Mgt &amp; Partner Mgt</a:t>
            </a:r>
          </a:p>
        </p:txBody>
      </p:sp>
      <p:sp>
        <p:nvSpPr>
          <p:cNvPr id="75" name="Rectangle 74">
            <a:hlinkClick r:id="" action="ppaction://noaction"/>
            <a:extLst>
              <a:ext uri="{FF2B5EF4-FFF2-40B4-BE49-F238E27FC236}">
                <a16:creationId xmlns:a16="http://schemas.microsoft.com/office/drawing/2014/main" id="{9083561A-0887-4C66-9C52-7569A4FC5209}"/>
              </a:ext>
            </a:extLst>
          </p:cNvPr>
          <p:cNvSpPr/>
          <p:nvPr userDrawn="1"/>
        </p:nvSpPr>
        <p:spPr>
          <a:xfrm>
            <a:off x="362804" y="436776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Talent Mgt</a:t>
            </a:r>
          </a:p>
        </p:txBody>
      </p:sp>
      <p:sp>
        <p:nvSpPr>
          <p:cNvPr id="76" name="Rectangle 75">
            <a:hlinkClick r:id="" action="ppaction://noaction"/>
            <a:extLst>
              <a:ext uri="{FF2B5EF4-FFF2-40B4-BE49-F238E27FC236}">
                <a16:creationId xmlns:a16="http://schemas.microsoft.com/office/drawing/2014/main" id="{1A444B18-2A4B-43D9-AF49-6F2C1E7CB8A5}"/>
              </a:ext>
            </a:extLst>
          </p:cNvPr>
          <p:cNvSpPr/>
          <p:nvPr userDrawn="1"/>
        </p:nvSpPr>
        <p:spPr>
          <a:xfrm>
            <a:off x="362804" y="474104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Risk Mgt</a:t>
            </a:r>
          </a:p>
        </p:txBody>
      </p:sp>
      <p:sp>
        <p:nvSpPr>
          <p:cNvPr id="77" name="Rectangle 76">
            <a:hlinkClick r:id="" action="ppaction://noaction"/>
            <a:extLst>
              <a:ext uri="{FF2B5EF4-FFF2-40B4-BE49-F238E27FC236}">
                <a16:creationId xmlns:a16="http://schemas.microsoft.com/office/drawing/2014/main" id="{1BC514EC-C4F0-455B-92A5-69FDD39DC3BD}"/>
              </a:ext>
            </a:extLst>
          </p:cNvPr>
          <p:cNvSpPr/>
          <p:nvPr userDrawn="1"/>
        </p:nvSpPr>
        <p:spPr>
          <a:xfrm>
            <a:off x="263103" y="3243224"/>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Control &amp; Management</a:t>
            </a:r>
          </a:p>
        </p:txBody>
      </p:sp>
      <p:sp>
        <p:nvSpPr>
          <p:cNvPr id="78" name="Isosceles Triangle 77">
            <a:extLst>
              <a:ext uri="{FF2B5EF4-FFF2-40B4-BE49-F238E27FC236}">
                <a16:creationId xmlns:a16="http://schemas.microsoft.com/office/drawing/2014/main" id="{2B959634-E8CD-47DA-9DDF-1FE692DF16D4}"/>
              </a:ext>
            </a:extLst>
          </p:cNvPr>
          <p:cNvSpPr/>
          <p:nvPr userDrawn="1"/>
        </p:nvSpPr>
        <p:spPr>
          <a:xfrm rot="5400000">
            <a:off x="1356888" y="323584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79" name="Isosceles Triangle 78">
            <a:extLst>
              <a:ext uri="{FF2B5EF4-FFF2-40B4-BE49-F238E27FC236}">
                <a16:creationId xmlns:a16="http://schemas.microsoft.com/office/drawing/2014/main" id="{CBA4BBF7-638B-4BE8-9B49-0B19FD81BF62}"/>
              </a:ext>
            </a:extLst>
          </p:cNvPr>
          <p:cNvSpPr/>
          <p:nvPr userDrawn="1"/>
        </p:nvSpPr>
        <p:spPr>
          <a:xfrm rot="5400000">
            <a:off x="1356888" y="3613531"/>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788276876"/>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35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50" name="Rectangle 49">
            <a:hlinkClick r:id="" action="ppaction://noaction"/>
            <a:extLst>
              <a:ext uri="{FF2B5EF4-FFF2-40B4-BE49-F238E27FC236}">
                <a16:creationId xmlns:a16="http://schemas.microsoft.com/office/drawing/2014/main" id="{CEED0FCD-F871-48E7-9094-B22715630250}"/>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1" name="Rectangle 50">
            <a:hlinkClick r:id="" action="ppaction://noaction"/>
            <a:extLst>
              <a:ext uri="{FF2B5EF4-FFF2-40B4-BE49-F238E27FC236}">
                <a16:creationId xmlns:a16="http://schemas.microsoft.com/office/drawing/2014/main" id="{F13A7999-259B-40E9-8104-A6D31F0D764C}"/>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52" name="Rectangle 51">
            <a:hlinkClick r:id="" action="ppaction://noaction"/>
            <a:extLst>
              <a:ext uri="{FF2B5EF4-FFF2-40B4-BE49-F238E27FC236}">
                <a16:creationId xmlns:a16="http://schemas.microsoft.com/office/drawing/2014/main" id="{D8BFE96F-B59C-416A-A880-AE5D76FCF6E4}"/>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53" name="Rectangle 52">
            <a:hlinkClick r:id="" action="ppaction://noaction"/>
            <a:extLst>
              <a:ext uri="{FF2B5EF4-FFF2-40B4-BE49-F238E27FC236}">
                <a16:creationId xmlns:a16="http://schemas.microsoft.com/office/drawing/2014/main" id="{338B7F02-6828-4E78-A365-9C6C63B09590}"/>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54" name="Isosceles Triangle 53">
            <a:extLst>
              <a:ext uri="{FF2B5EF4-FFF2-40B4-BE49-F238E27FC236}">
                <a16:creationId xmlns:a16="http://schemas.microsoft.com/office/drawing/2014/main" id="{72075F22-7CD7-4FD4-B80B-C9949EFA4D12}"/>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55" name="Rectangle 54">
            <a:hlinkClick r:id="" action="ppaction://noaction"/>
            <a:extLst>
              <a:ext uri="{FF2B5EF4-FFF2-40B4-BE49-F238E27FC236}">
                <a16:creationId xmlns:a16="http://schemas.microsoft.com/office/drawing/2014/main" id="{C05ACE50-7E21-4DC6-AC8D-7D717BCE83D8}"/>
              </a:ext>
            </a:extLst>
          </p:cNvPr>
          <p:cNvSpPr/>
          <p:nvPr userDrawn="1"/>
        </p:nvSpPr>
        <p:spPr>
          <a:xfrm>
            <a:off x="263103" y="248912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56" name="Rectangle 55">
            <a:hlinkClick r:id="" action="ppaction://noaction"/>
            <a:extLst>
              <a:ext uri="{FF2B5EF4-FFF2-40B4-BE49-F238E27FC236}">
                <a16:creationId xmlns:a16="http://schemas.microsoft.com/office/drawing/2014/main" id="{8021D92C-782B-45CB-B738-F330A50F4E69}"/>
              </a:ext>
            </a:extLst>
          </p:cNvPr>
          <p:cNvSpPr/>
          <p:nvPr userDrawn="1"/>
        </p:nvSpPr>
        <p:spPr>
          <a:xfrm>
            <a:off x="263103" y="2858056"/>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75" name="Rectangle 74">
            <a:hlinkClick r:id="" action="ppaction://noaction"/>
            <a:extLst>
              <a:ext uri="{FF2B5EF4-FFF2-40B4-BE49-F238E27FC236}">
                <a16:creationId xmlns:a16="http://schemas.microsoft.com/office/drawing/2014/main" id="{9083561A-0887-4C66-9C52-7569A4FC5209}"/>
              </a:ext>
            </a:extLst>
          </p:cNvPr>
          <p:cNvSpPr/>
          <p:nvPr userDrawn="1"/>
        </p:nvSpPr>
        <p:spPr>
          <a:xfrm>
            <a:off x="362804" y="436776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Talent Mgt</a:t>
            </a:r>
          </a:p>
        </p:txBody>
      </p:sp>
      <p:sp>
        <p:nvSpPr>
          <p:cNvPr id="76" name="Rectangle 75">
            <a:hlinkClick r:id="" action="ppaction://noaction"/>
            <a:extLst>
              <a:ext uri="{FF2B5EF4-FFF2-40B4-BE49-F238E27FC236}">
                <a16:creationId xmlns:a16="http://schemas.microsoft.com/office/drawing/2014/main" id="{1A444B18-2A4B-43D9-AF49-6F2C1E7CB8A5}"/>
              </a:ext>
            </a:extLst>
          </p:cNvPr>
          <p:cNvSpPr/>
          <p:nvPr userDrawn="1"/>
        </p:nvSpPr>
        <p:spPr>
          <a:xfrm>
            <a:off x="362804" y="474104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Risk Mgt</a:t>
            </a:r>
          </a:p>
        </p:txBody>
      </p:sp>
      <p:sp>
        <p:nvSpPr>
          <p:cNvPr id="77" name="Rectangle 76">
            <a:hlinkClick r:id="" action="ppaction://noaction"/>
            <a:extLst>
              <a:ext uri="{FF2B5EF4-FFF2-40B4-BE49-F238E27FC236}">
                <a16:creationId xmlns:a16="http://schemas.microsoft.com/office/drawing/2014/main" id="{1BC514EC-C4F0-455B-92A5-69FDD39DC3BD}"/>
              </a:ext>
            </a:extLst>
          </p:cNvPr>
          <p:cNvSpPr/>
          <p:nvPr userDrawn="1"/>
        </p:nvSpPr>
        <p:spPr>
          <a:xfrm>
            <a:off x="263103" y="3243224"/>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Control &amp; Management</a:t>
            </a:r>
          </a:p>
        </p:txBody>
      </p:sp>
      <p:sp>
        <p:nvSpPr>
          <p:cNvPr id="78" name="Isosceles Triangle 77">
            <a:extLst>
              <a:ext uri="{FF2B5EF4-FFF2-40B4-BE49-F238E27FC236}">
                <a16:creationId xmlns:a16="http://schemas.microsoft.com/office/drawing/2014/main" id="{2B959634-E8CD-47DA-9DDF-1FE692DF16D4}"/>
              </a:ext>
            </a:extLst>
          </p:cNvPr>
          <p:cNvSpPr/>
          <p:nvPr userDrawn="1"/>
        </p:nvSpPr>
        <p:spPr>
          <a:xfrm rot="5400000">
            <a:off x="1356888" y="323584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8" name="Rectangle 17">
            <a:hlinkClick r:id="" action="ppaction://noaction"/>
            <a:extLst>
              <a:ext uri="{FF2B5EF4-FFF2-40B4-BE49-F238E27FC236}">
                <a16:creationId xmlns:a16="http://schemas.microsoft.com/office/drawing/2014/main" id="{0FDD0D9F-4362-4356-9D92-DA7B0415C93F}"/>
              </a:ext>
            </a:extLst>
          </p:cNvPr>
          <p:cNvSpPr/>
          <p:nvPr userDrawn="1"/>
        </p:nvSpPr>
        <p:spPr>
          <a:xfrm>
            <a:off x="342927" y="3613656"/>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Financial Mgt</a:t>
            </a:r>
          </a:p>
        </p:txBody>
      </p:sp>
      <p:sp>
        <p:nvSpPr>
          <p:cNvPr id="19" name="Rectangle 18">
            <a:hlinkClick r:id="" action="ppaction://noaction"/>
            <a:extLst>
              <a:ext uri="{FF2B5EF4-FFF2-40B4-BE49-F238E27FC236}">
                <a16:creationId xmlns:a16="http://schemas.microsoft.com/office/drawing/2014/main" id="{3908FD85-EC2C-4BDD-861C-9AB84BB7C3F8}"/>
              </a:ext>
            </a:extLst>
          </p:cNvPr>
          <p:cNvSpPr/>
          <p:nvPr userDrawn="1"/>
        </p:nvSpPr>
        <p:spPr>
          <a:xfrm>
            <a:off x="342927" y="3986937"/>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Operational Mgt &amp; Partner Mgt</a:t>
            </a:r>
          </a:p>
        </p:txBody>
      </p:sp>
      <p:sp>
        <p:nvSpPr>
          <p:cNvPr id="21" name="Isosceles Triangle 20">
            <a:extLst>
              <a:ext uri="{FF2B5EF4-FFF2-40B4-BE49-F238E27FC236}">
                <a16:creationId xmlns:a16="http://schemas.microsoft.com/office/drawing/2014/main" id="{5A02FC43-6F58-46D3-8825-7504F71CFDB5}"/>
              </a:ext>
            </a:extLst>
          </p:cNvPr>
          <p:cNvSpPr/>
          <p:nvPr userDrawn="1"/>
        </p:nvSpPr>
        <p:spPr>
          <a:xfrm rot="5400000">
            <a:off x="1330298" y="3987013"/>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51649328"/>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36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50" name="Rectangle 49">
            <a:hlinkClick r:id="" action="ppaction://noaction"/>
            <a:extLst>
              <a:ext uri="{FF2B5EF4-FFF2-40B4-BE49-F238E27FC236}">
                <a16:creationId xmlns:a16="http://schemas.microsoft.com/office/drawing/2014/main" id="{CEED0FCD-F871-48E7-9094-B22715630250}"/>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1" name="Rectangle 50">
            <a:hlinkClick r:id="" action="ppaction://noaction"/>
            <a:extLst>
              <a:ext uri="{FF2B5EF4-FFF2-40B4-BE49-F238E27FC236}">
                <a16:creationId xmlns:a16="http://schemas.microsoft.com/office/drawing/2014/main" id="{F13A7999-259B-40E9-8104-A6D31F0D764C}"/>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52" name="Rectangle 51">
            <a:hlinkClick r:id="" action="ppaction://noaction"/>
            <a:extLst>
              <a:ext uri="{FF2B5EF4-FFF2-40B4-BE49-F238E27FC236}">
                <a16:creationId xmlns:a16="http://schemas.microsoft.com/office/drawing/2014/main" id="{D8BFE96F-B59C-416A-A880-AE5D76FCF6E4}"/>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53" name="Rectangle 52">
            <a:hlinkClick r:id="" action="ppaction://noaction"/>
            <a:extLst>
              <a:ext uri="{FF2B5EF4-FFF2-40B4-BE49-F238E27FC236}">
                <a16:creationId xmlns:a16="http://schemas.microsoft.com/office/drawing/2014/main" id="{338B7F02-6828-4E78-A365-9C6C63B09590}"/>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54" name="Isosceles Triangle 53">
            <a:extLst>
              <a:ext uri="{FF2B5EF4-FFF2-40B4-BE49-F238E27FC236}">
                <a16:creationId xmlns:a16="http://schemas.microsoft.com/office/drawing/2014/main" id="{72075F22-7CD7-4FD4-B80B-C9949EFA4D12}"/>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55" name="Rectangle 54">
            <a:hlinkClick r:id="" action="ppaction://noaction"/>
            <a:extLst>
              <a:ext uri="{FF2B5EF4-FFF2-40B4-BE49-F238E27FC236}">
                <a16:creationId xmlns:a16="http://schemas.microsoft.com/office/drawing/2014/main" id="{C05ACE50-7E21-4DC6-AC8D-7D717BCE83D8}"/>
              </a:ext>
            </a:extLst>
          </p:cNvPr>
          <p:cNvSpPr/>
          <p:nvPr userDrawn="1"/>
        </p:nvSpPr>
        <p:spPr>
          <a:xfrm>
            <a:off x="263103" y="248912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56" name="Rectangle 55">
            <a:hlinkClick r:id="" action="ppaction://noaction"/>
            <a:extLst>
              <a:ext uri="{FF2B5EF4-FFF2-40B4-BE49-F238E27FC236}">
                <a16:creationId xmlns:a16="http://schemas.microsoft.com/office/drawing/2014/main" id="{8021D92C-782B-45CB-B738-F330A50F4E69}"/>
              </a:ext>
            </a:extLst>
          </p:cNvPr>
          <p:cNvSpPr/>
          <p:nvPr userDrawn="1"/>
        </p:nvSpPr>
        <p:spPr>
          <a:xfrm>
            <a:off x="263103" y="2858056"/>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76" name="Rectangle 75">
            <a:hlinkClick r:id="" action="ppaction://noaction"/>
            <a:extLst>
              <a:ext uri="{FF2B5EF4-FFF2-40B4-BE49-F238E27FC236}">
                <a16:creationId xmlns:a16="http://schemas.microsoft.com/office/drawing/2014/main" id="{1A444B18-2A4B-43D9-AF49-6F2C1E7CB8A5}"/>
              </a:ext>
            </a:extLst>
          </p:cNvPr>
          <p:cNvSpPr/>
          <p:nvPr userDrawn="1"/>
        </p:nvSpPr>
        <p:spPr>
          <a:xfrm>
            <a:off x="362804" y="474104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Risk Mgt</a:t>
            </a:r>
          </a:p>
        </p:txBody>
      </p:sp>
      <p:sp>
        <p:nvSpPr>
          <p:cNvPr id="77" name="Rectangle 76">
            <a:hlinkClick r:id="" action="ppaction://noaction"/>
            <a:extLst>
              <a:ext uri="{FF2B5EF4-FFF2-40B4-BE49-F238E27FC236}">
                <a16:creationId xmlns:a16="http://schemas.microsoft.com/office/drawing/2014/main" id="{1BC514EC-C4F0-455B-92A5-69FDD39DC3BD}"/>
              </a:ext>
            </a:extLst>
          </p:cNvPr>
          <p:cNvSpPr/>
          <p:nvPr userDrawn="1"/>
        </p:nvSpPr>
        <p:spPr>
          <a:xfrm>
            <a:off x="263103" y="3243224"/>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Control &amp; Management</a:t>
            </a:r>
          </a:p>
        </p:txBody>
      </p:sp>
      <p:sp>
        <p:nvSpPr>
          <p:cNvPr id="78" name="Isosceles Triangle 77">
            <a:extLst>
              <a:ext uri="{FF2B5EF4-FFF2-40B4-BE49-F238E27FC236}">
                <a16:creationId xmlns:a16="http://schemas.microsoft.com/office/drawing/2014/main" id="{2B959634-E8CD-47DA-9DDF-1FE692DF16D4}"/>
              </a:ext>
            </a:extLst>
          </p:cNvPr>
          <p:cNvSpPr/>
          <p:nvPr userDrawn="1"/>
        </p:nvSpPr>
        <p:spPr>
          <a:xfrm rot="5400000">
            <a:off x="1356888" y="323584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8" name="Rectangle 17">
            <a:hlinkClick r:id="" action="ppaction://noaction"/>
            <a:extLst>
              <a:ext uri="{FF2B5EF4-FFF2-40B4-BE49-F238E27FC236}">
                <a16:creationId xmlns:a16="http://schemas.microsoft.com/office/drawing/2014/main" id="{0FDD0D9F-4362-4356-9D92-DA7B0415C93F}"/>
              </a:ext>
            </a:extLst>
          </p:cNvPr>
          <p:cNvSpPr/>
          <p:nvPr userDrawn="1"/>
        </p:nvSpPr>
        <p:spPr>
          <a:xfrm>
            <a:off x="342927" y="3613656"/>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Financial Mgt</a:t>
            </a:r>
          </a:p>
        </p:txBody>
      </p:sp>
      <p:sp>
        <p:nvSpPr>
          <p:cNvPr id="20" name="Rectangle 19">
            <a:hlinkClick r:id="" action="ppaction://noaction"/>
            <a:extLst>
              <a:ext uri="{FF2B5EF4-FFF2-40B4-BE49-F238E27FC236}">
                <a16:creationId xmlns:a16="http://schemas.microsoft.com/office/drawing/2014/main" id="{9E0C96FC-F08F-409F-BB26-3BADBC480F39}"/>
              </a:ext>
            </a:extLst>
          </p:cNvPr>
          <p:cNvSpPr/>
          <p:nvPr userDrawn="1"/>
        </p:nvSpPr>
        <p:spPr>
          <a:xfrm>
            <a:off x="336214" y="399341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Operational Mgt &amp; Partner Mgt</a:t>
            </a:r>
          </a:p>
        </p:txBody>
      </p:sp>
      <p:sp>
        <p:nvSpPr>
          <p:cNvPr id="22" name="Rectangle 21">
            <a:hlinkClick r:id="" action="ppaction://noaction"/>
            <a:extLst>
              <a:ext uri="{FF2B5EF4-FFF2-40B4-BE49-F238E27FC236}">
                <a16:creationId xmlns:a16="http://schemas.microsoft.com/office/drawing/2014/main" id="{DA128D1D-7001-45EF-BF97-FB3118894F55}"/>
              </a:ext>
            </a:extLst>
          </p:cNvPr>
          <p:cNvSpPr/>
          <p:nvPr userDrawn="1"/>
        </p:nvSpPr>
        <p:spPr>
          <a:xfrm>
            <a:off x="336214" y="4366691"/>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Talent Mgt</a:t>
            </a:r>
          </a:p>
        </p:txBody>
      </p:sp>
      <p:sp>
        <p:nvSpPr>
          <p:cNvPr id="23" name="Isosceles Triangle 22">
            <a:extLst>
              <a:ext uri="{FF2B5EF4-FFF2-40B4-BE49-F238E27FC236}">
                <a16:creationId xmlns:a16="http://schemas.microsoft.com/office/drawing/2014/main" id="{31E23110-1A1D-4B4D-B482-82B1D93469A5}"/>
              </a:ext>
            </a:extLst>
          </p:cNvPr>
          <p:cNvSpPr/>
          <p:nvPr userDrawn="1"/>
        </p:nvSpPr>
        <p:spPr>
          <a:xfrm rot="5400000">
            <a:off x="1330298" y="4367835"/>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84044573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37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50" name="Rectangle 49">
            <a:hlinkClick r:id="" action="ppaction://noaction"/>
            <a:extLst>
              <a:ext uri="{FF2B5EF4-FFF2-40B4-BE49-F238E27FC236}">
                <a16:creationId xmlns:a16="http://schemas.microsoft.com/office/drawing/2014/main" id="{CEED0FCD-F871-48E7-9094-B22715630250}"/>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1" name="Rectangle 50">
            <a:hlinkClick r:id="" action="ppaction://noaction"/>
            <a:extLst>
              <a:ext uri="{FF2B5EF4-FFF2-40B4-BE49-F238E27FC236}">
                <a16:creationId xmlns:a16="http://schemas.microsoft.com/office/drawing/2014/main" id="{F13A7999-259B-40E9-8104-A6D31F0D764C}"/>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52" name="Rectangle 51">
            <a:hlinkClick r:id="" action="ppaction://noaction"/>
            <a:extLst>
              <a:ext uri="{FF2B5EF4-FFF2-40B4-BE49-F238E27FC236}">
                <a16:creationId xmlns:a16="http://schemas.microsoft.com/office/drawing/2014/main" id="{D8BFE96F-B59C-416A-A880-AE5D76FCF6E4}"/>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53" name="Rectangle 52">
            <a:hlinkClick r:id="" action="ppaction://noaction"/>
            <a:extLst>
              <a:ext uri="{FF2B5EF4-FFF2-40B4-BE49-F238E27FC236}">
                <a16:creationId xmlns:a16="http://schemas.microsoft.com/office/drawing/2014/main" id="{338B7F02-6828-4E78-A365-9C6C63B09590}"/>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54" name="Isosceles Triangle 53">
            <a:extLst>
              <a:ext uri="{FF2B5EF4-FFF2-40B4-BE49-F238E27FC236}">
                <a16:creationId xmlns:a16="http://schemas.microsoft.com/office/drawing/2014/main" id="{72075F22-7CD7-4FD4-B80B-C9949EFA4D12}"/>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55" name="Rectangle 54">
            <a:hlinkClick r:id="" action="ppaction://noaction"/>
            <a:extLst>
              <a:ext uri="{FF2B5EF4-FFF2-40B4-BE49-F238E27FC236}">
                <a16:creationId xmlns:a16="http://schemas.microsoft.com/office/drawing/2014/main" id="{C05ACE50-7E21-4DC6-AC8D-7D717BCE83D8}"/>
              </a:ext>
            </a:extLst>
          </p:cNvPr>
          <p:cNvSpPr/>
          <p:nvPr userDrawn="1"/>
        </p:nvSpPr>
        <p:spPr>
          <a:xfrm>
            <a:off x="263103" y="248912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56" name="Rectangle 55">
            <a:hlinkClick r:id="" action="ppaction://noaction"/>
            <a:extLst>
              <a:ext uri="{FF2B5EF4-FFF2-40B4-BE49-F238E27FC236}">
                <a16:creationId xmlns:a16="http://schemas.microsoft.com/office/drawing/2014/main" id="{8021D92C-782B-45CB-B738-F330A50F4E69}"/>
              </a:ext>
            </a:extLst>
          </p:cNvPr>
          <p:cNvSpPr/>
          <p:nvPr userDrawn="1"/>
        </p:nvSpPr>
        <p:spPr>
          <a:xfrm>
            <a:off x="263103" y="2858056"/>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77" name="Rectangle 76">
            <a:hlinkClick r:id="" action="ppaction://noaction"/>
            <a:extLst>
              <a:ext uri="{FF2B5EF4-FFF2-40B4-BE49-F238E27FC236}">
                <a16:creationId xmlns:a16="http://schemas.microsoft.com/office/drawing/2014/main" id="{1BC514EC-C4F0-455B-92A5-69FDD39DC3BD}"/>
              </a:ext>
            </a:extLst>
          </p:cNvPr>
          <p:cNvSpPr/>
          <p:nvPr userDrawn="1"/>
        </p:nvSpPr>
        <p:spPr>
          <a:xfrm>
            <a:off x="263103" y="3243224"/>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Control &amp; Management</a:t>
            </a:r>
          </a:p>
        </p:txBody>
      </p:sp>
      <p:sp>
        <p:nvSpPr>
          <p:cNvPr id="78" name="Isosceles Triangle 77">
            <a:extLst>
              <a:ext uri="{FF2B5EF4-FFF2-40B4-BE49-F238E27FC236}">
                <a16:creationId xmlns:a16="http://schemas.microsoft.com/office/drawing/2014/main" id="{2B959634-E8CD-47DA-9DDF-1FE692DF16D4}"/>
              </a:ext>
            </a:extLst>
          </p:cNvPr>
          <p:cNvSpPr/>
          <p:nvPr userDrawn="1"/>
        </p:nvSpPr>
        <p:spPr>
          <a:xfrm rot="5400000">
            <a:off x="1356888" y="323584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8" name="Rectangle 17">
            <a:hlinkClick r:id="" action="ppaction://noaction"/>
            <a:extLst>
              <a:ext uri="{FF2B5EF4-FFF2-40B4-BE49-F238E27FC236}">
                <a16:creationId xmlns:a16="http://schemas.microsoft.com/office/drawing/2014/main" id="{0FDD0D9F-4362-4356-9D92-DA7B0415C93F}"/>
              </a:ext>
            </a:extLst>
          </p:cNvPr>
          <p:cNvSpPr/>
          <p:nvPr userDrawn="1"/>
        </p:nvSpPr>
        <p:spPr>
          <a:xfrm>
            <a:off x="342927" y="3613656"/>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Financial Mgt</a:t>
            </a:r>
          </a:p>
        </p:txBody>
      </p:sp>
      <p:sp>
        <p:nvSpPr>
          <p:cNvPr id="20" name="Rectangle 19">
            <a:hlinkClick r:id="" action="ppaction://noaction"/>
            <a:extLst>
              <a:ext uri="{FF2B5EF4-FFF2-40B4-BE49-F238E27FC236}">
                <a16:creationId xmlns:a16="http://schemas.microsoft.com/office/drawing/2014/main" id="{9E0C96FC-F08F-409F-BB26-3BADBC480F39}"/>
              </a:ext>
            </a:extLst>
          </p:cNvPr>
          <p:cNvSpPr/>
          <p:nvPr userDrawn="1"/>
        </p:nvSpPr>
        <p:spPr>
          <a:xfrm>
            <a:off x="336214" y="3993410"/>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Operational Mgt &amp; Partner Mgt</a:t>
            </a:r>
          </a:p>
        </p:txBody>
      </p:sp>
      <p:sp>
        <p:nvSpPr>
          <p:cNvPr id="19" name="Rectangle 18">
            <a:hlinkClick r:id="" action="ppaction://noaction"/>
            <a:extLst>
              <a:ext uri="{FF2B5EF4-FFF2-40B4-BE49-F238E27FC236}">
                <a16:creationId xmlns:a16="http://schemas.microsoft.com/office/drawing/2014/main" id="{32233DC0-B623-4BEF-B457-50253863B971}"/>
              </a:ext>
            </a:extLst>
          </p:cNvPr>
          <p:cNvSpPr/>
          <p:nvPr userDrawn="1"/>
        </p:nvSpPr>
        <p:spPr>
          <a:xfrm>
            <a:off x="336214" y="4381475"/>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Talent Mgt</a:t>
            </a:r>
          </a:p>
        </p:txBody>
      </p:sp>
      <p:sp>
        <p:nvSpPr>
          <p:cNvPr id="21" name="Rectangle 20">
            <a:hlinkClick r:id="" action="ppaction://noaction"/>
            <a:extLst>
              <a:ext uri="{FF2B5EF4-FFF2-40B4-BE49-F238E27FC236}">
                <a16:creationId xmlns:a16="http://schemas.microsoft.com/office/drawing/2014/main" id="{C1AB9F5C-13E2-4AB7-A5EB-300B84A40F8D}"/>
              </a:ext>
            </a:extLst>
          </p:cNvPr>
          <p:cNvSpPr/>
          <p:nvPr userDrawn="1"/>
        </p:nvSpPr>
        <p:spPr>
          <a:xfrm>
            <a:off x="336214" y="4754755"/>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Risk Mgt</a:t>
            </a:r>
          </a:p>
        </p:txBody>
      </p:sp>
      <p:sp>
        <p:nvSpPr>
          <p:cNvPr id="24" name="Isosceles Triangle 23">
            <a:extLst>
              <a:ext uri="{FF2B5EF4-FFF2-40B4-BE49-F238E27FC236}">
                <a16:creationId xmlns:a16="http://schemas.microsoft.com/office/drawing/2014/main" id="{B6E61869-4F0B-419E-B557-F59A04D3D7EE}"/>
              </a:ext>
            </a:extLst>
          </p:cNvPr>
          <p:cNvSpPr/>
          <p:nvPr userDrawn="1"/>
        </p:nvSpPr>
        <p:spPr>
          <a:xfrm rot="5400000">
            <a:off x="1330298" y="4750366"/>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528079980"/>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9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229658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66680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3035740"/>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38" name="Rectangle 37">
            <a:hlinkClick r:id="" action="ppaction://noaction"/>
            <a:extLst>
              <a:ext uri="{FF2B5EF4-FFF2-40B4-BE49-F238E27FC236}">
                <a16:creationId xmlns:a16="http://schemas.microsoft.com/office/drawing/2014/main" id="{247459B1-C4CF-4DA8-879F-832D442B9A8A}"/>
              </a:ext>
            </a:extLst>
          </p:cNvPr>
          <p:cNvSpPr/>
          <p:nvPr userDrawn="1"/>
        </p:nvSpPr>
        <p:spPr>
          <a:xfrm>
            <a:off x="263103"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27" name="Rectangle 26">
            <a:hlinkClick r:id="" action="ppaction://noaction"/>
            <a:extLst>
              <a:ext uri="{FF2B5EF4-FFF2-40B4-BE49-F238E27FC236}">
                <a16:creationId xmlns:a16="http://schemas.microsoft.com/office/drawing/2014/main" id="{5EAAA60E-659C-44F1-AE48-915CF7D0A0B5}"/>
              </a:ext>
            </a:extLst>
          </p:cNvPr>
          <p:cNvSpPr/>
          <p:nvPr userDrawn="1"/>
        </p:nvSpPr>
        <p:spPr>
          <a:xfrm>
            <a:off x="362804" y="3781723"/>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Financial Mgt</a:t>
            </a:r>
          </a:p>
        </p:txBody>
      </p:sp>
      <p:sp>
        <p:nvSpPr>
          <p:cNvPr id="28" name="Rectangle 27">
            <a:hlinkClick r:id="" action="ppaction://noaction"/>
            <a:extLst>
              <a:ext uri="{FF2B5EF4-FFF2-40B4-BE49-F238E27FC236}">
                <a16:creationId xmlns:a16="http://schemas.microsoft.com/office/drawing/2014/main" id="{C6F0C64D-2965-42AE-B3C6-9B5B02735A3F}"/>
              </a:ext>
            </a:extLst>
          </p:cNvPr>
          <p:cNvSpPr/>
          <p:nvPr userDrawn="1"/>
        </p:nvSpPr>
        <p:spPr>
          <a:xfrm>
            <a:off x="362804" y="4155004"/>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Operational Mgt &amp; Partner Mgt</a:t>
            </a:r>
          </a:p>
        </p:txBody>
      </p:sp>
      <p:sp>
        <p:nvSpPr>
          <p:cNvPr id="29" name="Rectangle 28">
            <a:hlinkClick r:id="" action="ppaction://noaction"/>
            <a:extLst>
              <a:ext uri="{FF2B5EF4-FFF2-40B4-BE49-F238E27FC236}">
                <a16:creationId xmlns:a16="http://schemas.microsoft.com/office/drawing/2014/main" id="{3C864425-99CE-4AE4-A556-07F4CBE62EC9}"/>
              </a:ext>
            </a:extLst>
          </p:cNvPr>
          <p:cNvSpPr/>
          <p:nvPr userDrawn="1"/>
        </p:nvSpPr>
        <p:spPr>
          <a:xfrm>
            <a:off x="362804" y="4528285"/>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Talent Mgt</a:t>
            </a:r>
          </a:p>
        </p:txBody>
      </p:sp>
      <p:sp>
        <p:nvSpPr>
          <p:cNvPr id="30" name="Rectangle 29">
            <a:hlinkClick r:id="" action="ppaction://noaction"/>
            <a:extLst>
              <a:ext uri="{FF2B5EF4-FFF2-40B4-BE49-F238E27FC236}">
                <a16:creationId xmlns:a16="http://schemas.microsoft.com/office/drawing/2014/main" id="{7692BC18-01AA-43CE-9C40-3E968D153B4D}"/>
              </a:ext>
            </a:extLst>
          </p:cNvPr>
          <p:cNvSpPr/>
          <p:nvPr userDrawn="1"/>
        </p:nvSpPr>
        <p:spPr>
          <a:xfrm>
            <a:off x="362804" y="4901565"/>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Risk Mgt</a:t>
            </a:r>
          </a:p>
        </p:txBody>
      </p:sp>
      <p:sp>
        <p:nvSpPr>
          <p:cNvPr id="31" name="Rectangle 30">
            <a:hlinkClick r:id="" action="ppaction://noaction"/>
            <a:extLst>
              <a:ext uri="{FF2B5EF4-FFF2-40B4-BE49-F238E27FC236}">
                <a16:creationId xmlns:a16="http://schemas.microsoft.com/office/drawing/2014/main" id="{6F9CC297-2C38-45A8-858C-4331D1C5427A}"/>
              </a:ext>
            </a:extLst>
          </p:cNvPr>
          <p:cNvSpPr/>
          <p:nvPr userDrawn="1"/>
        </p:nvSpPr>
        <p:spPr>
          <a:xfrm>
            <a:off x="263103" y="3403749"/>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Control &amp; Management</a:t>
            </a:r>
          </a:p>
        </p:txBody>
      </p:sp>
      <p:sp>
        <p:nvSpPr>
          <p:cNvPr id="32" name="Isosceles Triangle 31">
            <a:extLst>
              <a:ext uri="{FF2B5EF4-FFF2-40B4-BE49-F238E27FC236}">
                <a16:creationId xmlns:a16="http://schemas.microsoft.com/office/drawing/2014/main" id="{8EA3961D-F462-4C5E-AB31-58F45559050F}"/>
              </a:ext>
            </a:extLst>
          </p:cNvPr>
          <p:cNvSpPr/>
          <p:nvPr userDrawn="1"/>
        </p:nvSpPr>
        <p:spPr>
          <a:xfrm rot="5400000">
            <a:off x="1356888" y="339636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41" name="Isosceles Triangle 40">
            <a:extLst>
              <a:ext uri="{FF2B5EF4-FFF2-40B4-BE49-F238E27FC236}">
                <a16:creationId xmlns:a16="http://schemas.microsoft.com/office/drawing/2014/main" id="{90A8941F-544E-4968-9D42-29D55DA38330}"/>
              </a:ext>
            </a:extLst>
          </p:cNvPr>
          <p:cNvSpPr/>
          <p:nvPr userDrawn="1"/>
        </p:nvSpPr>
        <p:spPr>
          <a:xfrm rot="5400000">
            <a:off x="1356888" y="4151743"/>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812485586"/>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20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229658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66680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3035740"/>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38" name="Rectangle 37">
            <a:hlinkClick r:id="" action="ppaction://noaction"/>
            <a:extLst>
              <a:ext uri="{FF2B5EF4-FFF2-40B4-BE49-F238E27FC236}">
                <a16:creationId xmlns:a16="http://schemas.microsoft.com/office/drawing/2014/main" id="{247459B1-C4CF-4DA8-879F-832D442B9A8A}"/>
              </a:ext>
            </a:extLst>
          </p:cNvPr>
          <p:cNvSpPr/>
          <p:nvPr userDrawn="1"/>
        </p:nvSpPr>
        <p:spPr>
          <a:xfrm>
            <a:off x="263103"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27" name="Rectangle 26">
            <a:hlinkClick r:id="" action="ppaction://noaction"/>
            <a:extLst>
              <a:ext uri="{FF2B5EF4-FFF2-40B4-BE49-F238E27FC236}">
                <a16:creationId xmlns:a16="http://schemas.microsoft.com/office/drawing/2014/main" id="{5EAAA60E-659C-44F1-AE48-915CF7D0A0B5}"/>
              </a:ext>
            </a:extLst>
          </p:cNvPr>
          <p:cNvSpPr/>
          <p:nvPr userDrawn="1"/>
        </p:nvSpPr>
        <p:spPr>
          <a:xfrm>
            <a:off x="362804" y="3781723"/>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Financial Mgt</a:t>
            </a:r>
          </a:p>
        </p:txBody>
      </p:sp>
      <p:sp>
        <p:nvSpPr>
          <p:cNvPr id="28" name="Rectangle 27">
            <a:hlinkClick r:id="" action="ppaction://noaction"/>
            <a:extLst>
              <a:ext uri="{FF2B5EF4-FFF2-40B4-BE49-F238E27FC236}">
                <a16:creationId xmlns:a16="http://schemas.microsoft.com/office/drawing/2014/main" id="{C6F0C64D-2965-42AE-B3C6-9B5B02735A3F}"/>
              </a:ext>
            </a:extLst>
          </p:cNvPr>
          <p:cNvSpPr/>
          <p:nvPr userDrawn="1"/>
        </p:nvSpPr>
        <p:spPr>
          <a:xfrm>
            <a:off x="362804" y="4155004"/>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Operational Mgt &amp; Partner Mgt</a:t>
            </a:r>
          </a:p>
        </p:txBody>
      </p:sp>
      <p:sp>
        <p:nvSpPr>
          <p:cNvPr id="29" name="Rectangle 28">
            <a:hlinkClick r:id="" action="ppaction://noaction"/>
            <a:extLst>
              <a:ext uri="{FF2B5EF4-FFF2-40B4-BE49-F238E27FC236}">
                <a16:creationId xmlns:a16="http://schemas.microsoft.com/office/drawing/2014/main" id="{3C864425-99CE-4AE4-A556-07F4CBE62EC9}"/>
              </a:ext>
            </a:extLst>
          </p:cNvPr>
          <p:cNvSpPr/>
          <p:nvPr userDrawn="1"/>
        </p:nvSpPr>
        <p:spPr>
          <a:xfrm>
            <a:off x="362804" y="4528285"/>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Talent Mgt</a:t>
            </a:r>
          </a:p>
        </p:txBody>
      </p:sp>
      <p:sp>
        <p:nvSpPr>
          <p:cNvPr id="30" name="Rectangle 29">
            <a:hlinkClick r:id="" action="ppaction://noaction"/>
            <a:extLst>
              <a:ext uri="{FF2B5EF4-FFF2-40B4-BE49-F238E27FC236}">
                <a16:creationId xmlns:a16="http://schemas.microsoft.com/office/drawing/2014/main" id="{7692BC18-01AA-43CE-9C40-3E968D153B4D}"/>
              </a:ext>
            </a:extLst>
          </p:cNvPr>
          <p:cNvSpPr/>
          <p:nvPr userDrawn="1"/>
        </p:nvSpPr>
        <p:spPr>
          <a:xfrm>
            <a:off x="362804" y="4901565"/>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Risk Mgt</a:t>
            </a:r>
          </a:p>
        </p:txBody>
      </p:sp>
      <p:sp>
        <p:nvSpPr>
          <p:cNvPr id="31" name="Rectangle 30">
            <a:hlinkClick r:id="" action="ppaction://noaction"/>
            <a:extLst>
              <a:ext uri="{FF2B5EF4-FFF2-40B4-BE49-F238E27FC236}">
                <a16:creationId xmlns:a16="http://schemas.microsoft.com/office/drawing/2014/main" id="{6F9CC297-2C38-45A8-858C-4331D1C5427A}"/>
              </a:ext>
            </a:extLst>
          </p:cNvPr>
          <p:cNvSpPr/>
          <p:nvPr userDrawn="1"/>
        </p:nvSpPr>
        <p:spPr>
          <a:xfrm>
            <a:off x="263103" y="3403749"/>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Control &amp; Management</a:t>
            </a:r>
          </a:p>
        </p:txBody>
      </p:sp>
      <p:sp>
        <p:nvSpPr>
          <p:cNvPr id="32" name="Isosceles Triangle 31">
            <a:extLst>
              <a:ext uri="{FF2B5EF4-FFF2-40B4-BE49-F238E27FC236}">
                <a16:creationId xmlns:a16="http://schemas.microsoft.com/office/drawing/2014/main" id="{8EA3961D-F462-4C5E-AB31-58F45559050F}"/>
              </a:ext>
            </a:extLst>
          </p:cNvPr>
          <p:cNvSpPr/>
          <p:nvPr userDrawn="1"/>
        </p:nvSpPr>
        <p:spPr>
          <a:xfrm rot="5400000">
            <a:off x="1356888" y="339636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41" name="Isosceles Triangle 40">
            <a:extLst>
              <a:ext uri="{FF2B5EF4-FFF2-40B4-BE49-F238E27FC236}">
                <a16:creationId xmlns:a16="http://schemas.microsoft.com/office/drawing/2014/main" id="{90A8941F-544E-4968-9D42-29D55DA38330}"/>
              </a:ext>
            </a:extLst>
          </p:cNvPr>
          <p:cNvSpPr/>
          <p:nvPr userDrawn="1"/>
        </p:nvSpPr>
        <p:spPr>
          <a:xfrm rot="5400000">
            <a:off x="1356888" y="4529429"/>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00025534"/>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21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167147"/>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59" name="Rectangle 58">
            <a:hlinkClick r:id="" action="ppaction://noaction"/>
            <a:extLst>
              <a:ext uri="{FF2B5EF4-FFF2-40B4-BE49-F238E27FC236}">
                <a16:creationId xmlns:a16="http://schemas.microsoft.com/office/drawing/2014/main" id="{37B35AC8-10E9-4B67-8B25-9BB624AE8B8E}"/>
              </a:ext>
            </a:extLst>
          </p:cNvPr>
          <p:cNvSpPr/>
          <p:nvPr userDrawn="1"/>
        </p:nvSpPr>
        <p:spPr>
          <a:xfrm>
            <a:off x="263103" y="790240"/>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(2/2)</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09"/>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63103" y="41333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 (1/2)</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5"/>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7" name="Rectangle 86">
            <a:hlinkClick r:id="" action="ppaction://noaction"/>
            <a:extLst>
              <a:ext uri="{FF2B5EF4-FFF2-40B4-BE49-F238E27FC236}">
                <a16:creationId xmlns:a16="http://schemas.microsoft.com/office/drawing/2014/main" id="{E7111E2F-5D40-4EAE-96EF-B5553E6DE1E8}"/>
              </a:ext>
            </a:extLst>
          </p:cNvPr>
          <p:cNvSpPr/>
          <p:nvPr userDrawn="1"/>
        </p:nvSpPr>
        <p:spPr>
          <a:xfrm>
            <a:off x="263103" y="229786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Strategy, Ops &amp; Control &amp; Mgt</a:t>
            </a: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8"/>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1920961"/>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Purpose, Vision and Values</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1"/>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54405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1"/>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3" y="2296588"/>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19" name="Rectangle 18">
            <a:hlinkClick r:id="" action="ppaction://noaction"/>
            <a:extLst>
              <a:ext uri="{FF2B5EF4-FFF2-40B4-BE49-F238E27FC236}">
                <a16:creationId xmlns:a16="http://schemas.microsoft.com/office/drawing/2014/main" id="{B8338392-381A-473F-AF53-671333907419}"/>
              </a:ext>
            </a:extLst>
          </p:cNvPr>
          <p:cNvSpPr/>
          <p:nvPr userDrawn="1"/>
        </p:nvSpPr>
        <p:spPr>
          <a:xfrm>
            <a:off x="263103" y="2666804"/>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Strategy</a:t>
            </a:r>
          </a:p>
        </p:txBody>
      </p:sp>
      <p:sp>
        <p:nvSpPr>
          <p:cNvPr id="20" name="Rectangle 19">
            <a:hlinkClick r:id="" action="ppaction://noaction"/>
            <a:extLst>
              <a:ext uri="{FF2B5EF4-FFF2-40B4-BE49-F238E27FC236}">
                <a16:creationId xmlns:a16="http://schemas.microsoft.com/office/drawing/2014/main" id="{F0958BE2-DE8C-42E6-A912-58BA1C72F9FF}"/>
              </a:ext>
            </a:extLst>
          </p:cNvPr>
          <p:cNvSpPr/>
          <p:nvPr userDrawn="1"/>
        </p:nvSpPr>
        <p:spPr>
          <a:xfrm>
            <a:off x="263103" y="3035740"/>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Operations</a:t>
            </a:r>
          </a:p>
        </p:txBody>
      </p:sp>
      <p:sp>
        <p:nvSpPr>
          <p:cNvPr id="38" name="Rectangle 37">
            <a:hlinkClick r:id="" action="ppaction://noaction"/>
            <a:extLst>
              <a:ext uri="{FF2B5EF4-FFF2-40B4-BE49-F238E27FC236}">
                <a16:creationId xmlns:a16="http://schemas.microsoft.com/office/drawing/2014/main" id="{247459B1-C4CF-4DA8-879F-832D442B9A8A}"/>
              </a:ext>
            </a:extLst>
          </p:cNvPr>
          <p:cNvSpPr/>
          <p:nvPr userDrawn="1"/>
        </p:nvSpPr>
        <p:spPr>
          <a:xfrm>
            <a:off x="263103" y="5273409"/>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Maturity Wheel</a:t>
            </a:r>
          </a:p>
        </p:txBody>
      </p:sp>
      <p:sp>
        <p:nvSpPr>
          <p:cNvPr id="27" name="Rectangle 26">
            <a:hlinkClick r:id="" action="ppaction://noaction"/>
            <a:extLst>
              <a:ext uri="{FF2B5EF4-FFF2-40B4-BE49-F238E27FC236}">
                <a16:creationId xmlns:a16="http://schemas.microsoft.com/office/drawing/2014/main" id="{5EAAA60E-659C-44F1-AE48-915CF7D0A0B5}"/>
              </a:ext>
            </a:extLst>
          </p:cNvPr>
          <p:cNvSpPr/>
          <p:nvPr userDrawn="1"/>
        </p:nvSpPr>
        <p:spPr>
          <a:xfrm>
            <a:off x="362804" y="3781723"/>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Financial Mgt</a:t>
            </a:r>
          </a:p>
        </p:txBody>
      </p:sp>
      <p:sp>
        <p:nvSpPr>
          <p:cNvPr id="28" name="Rectangle 27">
            <a:hlinkClick r:id="" action="ppaction://noaction"/>
            <a:extLst>
              <a:ext uri="{FF2B5EF4-FFF2-40B4-BE49-F238E27FC236}">
                <a16:creationId xmlns:a16="http://schemas.microsoft.com/office/drawing/2014/main" id="{C6F0C64D-2965-42AE-B3C6-9B5B02735A3F}"/>
              </a:ext>
            </a:extLst>
          </p:cNvPr>
          <p:cNvSpPr/>
          <p:nvPr userDrawn="1"/>
        </p:nvSpPr>
        <p:spPr>
          <a:xfrm>
            <a:off x="362804" y="4155004"/>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Operational Mgt &amp; Partner Mgt</a:t>
            </a:r>
          </a:p>
        </p:txBody>
      </p:sp>
      <p:sp>
        <p:nvSpPr>
          <p:cNvPr id="29" name="Rectangle 28">
            <a:hlinkClick r:id="" action="ppaction://noaction"/>
            <a:extLst>
              <a:ext uri="{FF2B5EF4-FFF2-40B4-BE49-F238E27FC236}">
                <a16:creationId xmlns:a16="http://schemas.microsoft.com/office/drawing/2014/main" id="{3C864425-99CE-4AE4-A556-07F4CBE62EC9}"/>
              </a:ext>
            </a:extLst>
          </p:cNvPr>
          <p:cNvSpPr/>
          <p:nvPr userDrawn="1"/>
        </p:nvSpPr>
        <p:spPr>
          <a:xfrm>
            <a:off x="362804" y="4528285"/>
            <a:ext cx="997007" cy="292608"/>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Talent Mgt</a:t>
            </a:r>
          </a:p>
        </p:txBody>
      </p:sp>
      <p:sp>
        <p:nvSpPr>
          <p:cNvPr id="30" name="Rectangle 29">
            <a:hlinkClick r:id="" action="ppaction://noaction"/>
            <a:extLst>
              <a:ext uri="{FF2B5EF4-FFF2-40B4-BE49-F238E27FC236}">
                <a16:creationId xmlns:a16="http://schemas.microsoft.com/office/drawing/2014/main" id="{7692BC18-01AA-43CE-9C40-3E968D153B4D}"/>
              </a:ext>
            </a:extLst>
          </p:cNvPr>
          <p:cNvSpPr/>
          <p:nvPr userDrawn="1"/>
        </p:nvSpPr>
        <p:spPr>
          <a:xfrm>
            <a:off x="362804" y="4901565"/>
            <a:ext cx="997007" cy="292608"/>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Risk Mgt</a:t>
            </a:r>
          </a:p>
        </p:txBody>
      </p:sp>
      <p:sp>
        <p:nvSpPr>
          <p:cNvPr id="31" name="Rectangle 30">
            <a:hlinkClick r:id="" action="ppaction://noaction"/>
            <a:extLst>
              <a:ext uri="{FF2B5EF4-FFF2-40B4-BE49-F238E27FC236}">
                <a16:creationId xmlns:a16="http://schemas.microsoft.com/office/drawing/2014/main" id="{6F9CC297-2C38-45A8-858C-4331D1C5427A}"/>
              </a:ext>
            </a:extLst>
          </p:cNvPr>
          <p:cNvSpPr/>
          <p:nvPr userDrawn="1"/>
        </p:nvSpPr>
        <p:spPr>
          <a:xfrm>
            <a:off x="263103" y="3403749"/>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Control &amp; Management</a:t>
            </a:r>
          </a:p>
        </p:txBody>
      </p:sp>
      <p:sp>
        <p:nvSpPr>
          <p:cNvPr id="32" name="Isosceles Triangle 31">
            <a:extLst>
              <a:ext uri="{FF2B5EF4-FFF2-40B4-BE49-F238E27FC236}">
                <a16:creationId xmlns:a16="http://schemas.microsoft.com/office/drawing/2014/main" id="{8EA3961D-F462-4C5E-AB31-58F45559050F}"/>
              </a:ext>
            </a:extLst>
          </p:cNvPr>
          <p:cNvSpPr/>
          <p:nvPr userDrawn="1"/>
        </p:nvSpPr>
        <p:spPr>
          <a:xfrm rot="5400000">
            <a:off x="1356888" y="339636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
        <p:nvSpPr>
          <p:cNvPr id="41" name="Isosceles Triangle 40">
            <a:extLst>
              <a:ext uri="{FF2B5EF4-FFF2-40B4-BE49-F238E27FC236}">
                <a16:creationId xmlns:a16="http://schemas.microsoft.com/office/drawing/2014/main" id="{90A8941F-544E-4968-9D42-29D55DA38330}"/>
              </a:ext>
            </a:extLst>
          </p:cNvPr>
          <p:cNvSpPr/>
          <p:nvPr userDrawn="1"/>
        </p:nvSpPr>
        <p:spPr>
          <a:xfrm rot="5400000">
            <a:off x="1356888" y="4897176"/>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4750437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358593"/>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43226" y="97785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Overview</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6"/>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3"/>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2120062"/>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Solution Structure</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739328"/>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33696" y="97708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21941864"/>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4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358593"/>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Elevator Pitch</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6"/>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3"/>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2120062"/>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Solution Structure</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739328"/>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33696" y="1354771"/>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846165066"/>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22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6"/>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3"/>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2120062"/>
            <a:ext cx="1096708" cy="291600"/>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Solution Structure</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739328"/>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43635" y="1732457"/>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00446414"/>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23_3 - Solution Overview">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C78C3597-03B4-4E13-89E1-375BBEBED6E9}"/>
              </a:ext>
            </a:extLst>
          </p:cNvPr>
          <p:cNvSpPr>
            <a:spLocks noGrp="1"/>
          </p:cNvSpPr>
          <p:nvPr>
            <p:ph type="title" hasCustomPrompt="1"/>
          </p:nvPr>
        </p:nvSpPr>
        <p:spPr>
          <a:xfrm>
            <a:off x="1652268" y="603705"/>
            <a:ext cx="8244486" cy="330724"/>
          </a:xfrm>
        </p:spPr>
        <p:txBody>
          <a:bodyPr/>
          <a:lstStyle>
            <a:lvl1pPr algn="l" defTabSz="913943" rtl="0" eaLnBrk="1" latinLnBrk="0" hangingPunct="1">
              <a:lnSpc>
                <a:spcPct val="85000"/>
              </a:lnSpc>
              <a:spcBef>
                <a:spcPct val="0"/>
              </a:spcBef>
              <a:buNone/>
              <a:defRPr lang="en-US" sz="2399" b="1" kern="1200" dirty="0">
                <a:solidFill>
                  <a:schemeClr val="tx1"/>
                </a:solidFill>
                <a:latin typeface="Arial" panose="020B0604020202020204" pitchFamily="34" charset="0"/>
                <a:ea typeface="+mj-ea"/>
                <a:cs typeface="Arial" pitchFamily="34" charset="0"/>
              </a:defRPr>
            </a:lvl1pPr>
          </a:lstStyle>
          <a:p>
            <a:r>
              <a:rPr lang="en-US"/>
              <a:t>Solution Overview</a:t>
            </a:r>
          </a:p>
        </p:txBody>
      </p:sp>
      <p:sp>
        <p:nvSpPr>
          <p:cNvPr id="11" name="TextBox 10">
            <a:hlinkClick r:id="" action="ppaction://noaction"/>
            <a:extLst>
              <a:ext uri="{FF2B5EF4-FFF2-40B4-BE49-F238E27FC236}">
                <a16:creationId xmlns:a16="http://schemas.microsoft.com/office/drawing/2014/main" id="{31E95D32-8792-4BBB-ACD3-5C42D5604928}"/>
              </a:ext>
            </a:extLst>
          </p:cNvPr>
          <p:cNvSpPr txBox="1"/>
          <p:nvPr userDrawn="1"/>
        </p:nvSpPr>
        <p:spPr>
          <a:xfrm>
            <a:off x="2284281" y="1469652"/>
            <a:ext cx="1005316" cy="193771"/>
          </a:xfrm>
          <a:prstGeom prst="rect">
            <a:avLst/>
          </a:prstGeom>
          <a:noFill/>
        </p:spPr>
        <p:txBody>
          <a:bodyPr wrap="square" lIns="0" tIns="36576" rIns="0" bIns="0" rtlCol="0">
            <a:spAutoFit/>
          </a:bodyPr>
          <a:lstStyle/>
          <a:p>
            <a:pPr marL="356438" indent="-356438">
              <a:lnSpc>
                <a:spcPct val="85000"/>
              </a:lnSpc>
              <a:spcAft>
                <a:spcPts val="600"/>
              </a:spcAft>
              <a:buClr>
                <a:schemeClr val="accent2"/>
              </a:buClr>
              <a:buSzPct val="70000"/>
              <a:buFont typeface="Arial" pitchFamily="34" charset="0"/>
              <a:buChar char="►"/>
            </a:pPr>
            <a:endParaRPr lang="en-US" sz="1199">
              <a:solidFill>
                <a:schemeClr val="bg1"/>
              </a:solidFill>
              <a:latin typeface="Arial" panose="020B0604020202020204" pitchFamily="34" charset="0"/>
            </a:endParaRPr>
          </a:p>
        </p:txBody>
      </p:sp>
      <p:sp>
        <p:nvSpPr>
          <p:cNvPr id="48" name="Rectangle 47">
            <a:hlinkClick r:id="" action="ppaction://noaction"/>
            <a:extLst>
              <a:ext uri="{FF2B5EF4-FFF2-40B4-BE49-F238E27FC236}">
                <a16:creationId xmlns:a16="http://schemas.microsoft.com/office/drawing/2014/main" id="{2706B0FB-B75A-4660-AEE6-4823A6A4FCED}"/>
              </a:ext>
            </a:extLst>
          </p:cNvPr>
          <p:cNvSpPr/>
          <p:nvPr userDrawn="1"/>
        </p:nvSpPr>
        <p:spPr>
          <a:xfrm>
            <a:off x="263103" y="1358593"/>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60" name="Isosceles Triangle 59">
            <a:extLst>
              <a:ext uri="{FF2B5EF4-FFF2-40B4-BE49-F238E27FC236}">
                <a16:creationId xmlns:a16="http://schemas.microsoft.com/office/drawing/2014/main" id="{0C1B3CBD-AABF-436E-A03C-ABE027DDB773}"/>
              </a:ext>
            </a:extLst>
          </p:cNvPr>
          <p:cNvSpPr/>
          <p:nvPr userDrawn="1"/>
        </p:nvSpPr>
        <p:spPr>
          <a:xfrm rot="5400000">
            <a:off x="1373908" y="762710"/>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62" name="Rectangle 61">
            <a:hlinkClick r:id="" action="ppaction://noaction"/>
            <a:extLst>
              <a:ext uri="{FF2B5EF4-FFF2-40B4-BE49-F238E27FC236}">
                <a16:creationId xmlns:a16="http://schemas.microsoft.com/office/drawing/2014/main" id="{51053B5E-36AA-44E6-9380-E34DBDA40007}"/>
              </a:ext>
            </a:extLst>
          </p:cNvPr>
          <p:cNvSpPr/>
          <p:nvPr userDrawn="1"/>
        </p:nvSpPr>
        <p:spPr>
          <a:xfrm>
            <a:off x="243226" y="97785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Overview</a:t>
            </a:r>
          </a:p>
        </p:txBody>
      </p:sp>
      <p:sp>
        <p:nvSpPr>
          <p:cNvPr id="63" name="Isosceles Triangle 62">
            <a:extLst>
              <a:ext uri="{FF2B5EF4-FFF2-40B4-BE49-F238E27FC236}">
                <a16:creationId xmlns:a16="http://schemas.microsoft.com/office/drawing/2014/main" id="{AC648E20-164B-4BF9-9883-16E8AEEE3AFF}"/>
              </a:ext>
            </a:extLst>
          </p:cNvPr>
          <p:cNvSpPr/>
          <p:nvPr userDrawn="1"/>
        </p:nvSpPr>
        <p:spPr>
          <a:xfrm rot="5400000">
            <a:off x="1373908" y="394556"/>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5" name="Isosceles Triangle 84">
            <a:extLst>
              <a:ext uri="{FF2B5EF4-FFF2-40B4-BE49-F238E27FC236}">
                <a16:creationId xmlns:a16="http://schemas.microsoft.com/office/drawing/2014/main" id="{B4FA92B8-9B8A-4028-A878-C2B14E7053C0}"/>
              </a:ext>
            </a:extLst>
          </p:cNvPr>
          <p:cNvSpPr/>
          <p:nvPr userDrawn="1"/>
        </p:nvSpPr>
        <p:spPr>
          <a:xfrm rot="5400000">
            <a:off x="1397705" y="2566013"/>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88" name="Isosceles Triangle 87">
            <a:extLst>
              <a:ext uri="{FF2B5EF4-FFF2-40B4-BE49-F238E27FC236}">
                <a16:creationId xmlns:a16="http://schemas.microsoft.com/office/drawing/2014/main" id="{C5010585-DD5A-4D9A-847D-89B1DFF7132A}"/>
              </a:ext>
            </a:extLst>
          </p:cNvPr>
          <p:cNvSpPr/>
          <p:nvPr userDrawn="1"/>
        </p:nvSpPr>
        <p:spPr>
          <a:xfrm rot="5400000">
            <a:off x="1375887" y="2219679"/>
            <a:ext cx="260305"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0" name="Rectangle 89">
            <a:hlinkClick r:id="" action="ppaction://noaction"/>
            <a:extLst>
              <a:ext uri="{FF2B5EF4-FFF2-40B4-BE49-F238E27FC236}">
                <a16:creationId xmlns:a16="http://schemas.microsoft.com/office/drawing/2014/main" id="{B9512588-6A1D-4803-960F-3C7DF02FCC6B}"/>
              </a:ext>
            </a:extLst>
          </p:cNvPr>
          <p:cNvSpPr/>
          <p:nvPr userDrawn="1"/>
        </p:nvSpPr>
        <p:spPr>
          <a:xfrm>
            <a:off x="263103" y="2120062"/>
            <a:ext cx="1096708" cy="291600"/>
          </a:xfrm>
          <a:prstGeom prst="rect">
            <a:avLst/>
          </a:prstGeom>
          <a:solidFill>
            <a:schemeClr val="tx2"/>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Structure</a:t>
            </a:r>
          </a:p>
        </p:txBody>
      </p:sp>
      <p:sp>
        <p:nvSpPr>
          <p:cNvPr id="91" name="Isosceles Triangle 90">
            <a:extLst>
              <a:ext uri="{FF2B5EF4-FFF2-40B4-BE49-F238E27FC236}">
                <a16:creationId xmlns:a16="http://schemas.microsoft.com/office/drawing/2014/main" id="{AA9C91A3-24CD-4CE8-AB03-D09D73F565C6}"/>
              </a:ext>
            </a:extLst>
          </p:cNvPr>
          <p:cNvSpPr/>
          <p:nvPr userDrawn="1"/>
        </p:nvSpPr>
        <p:spPr>
          <a:xfrm rot="5400000">
            <a:off x="1373908" y="1867172"/>
            <a:ext cx="264263"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3" name="Rectangle 92">
            <a:hlinkClick r:id="" action="ppaction://noaction"/>
            <a:extLst>
              <a:ext uri="{FF2B5EF4-FFF2-40B4-BE49-F238E27FC236}">
                <a16:creationId xmlns:a16="http://schemas.microsoft.com/office/drawing/2014/main" id="{E9973038-FECC-47A7-A85C-27352C5A8064}"/>
              </a:ext>
            </a:extLst>
          </p:cNvPr>
          <p:cNvSpPr/>
          <p:nvPr userDrawn="1"/>
        </p:nvSpPr>
        <p:spPr>
          <a:xfrm>
            <a:off x="263103" y="1739328"/>
            <a:ext cx="1096708" cy="291600"/>
          </a:xfrm>
          <a:prstGeom prst="rect">
            <a:avLst/>
          </a:prstGeom>
          <a:solidFill>
            <a:schemeClr val="tx1">
              <a:lumMod val="60000"/>
              <a:lumOff val="40000"/>
            </a:schemeClr>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94" name="Isosceles Triangle 93">
            <a:extLst>
              <a:ext uri="{FF2B5EF4-FFF2-40B4-BE49-F238E27FC236}">
                <a16:creationId xmlns:a16="http://schemas.microsoft.com/office/drawing/2014/main" id="{32D67382-E885-4B6B-9B54-7E18EE9CDD63}"/>
              </a:ext>
            </a:extLst>
          </p:cNvPr>
          <p:cNvSpPr/>
          <p:nvPr userDrawn="1"/>
        </p:nvSpPr>
        <p:spPr>
          <a:xfrm rot="5400000">
            <a:off x="1397705" y="1461552"/>
            <a:ext cx="216668" cy="292456"/>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99" name="Isosceles Triangle 98">
            <a:extLst>
              <a:ext uri="{FF2B5EF4-FFF2-40B4-BE49-F238E27FC236}">
                <a16:creationId xmlns:a16="http://schemas.microsoft.com/office/drawing/2014/main" id="{79E8F0BA-9E7E-4667-9929-28E193B15900}"/>
              </a:ext>
            </a:extLst>
          </p:cNvPr>
          <p:cNvSpPr/>
          <p:nvPr userDrawn="1"/>
        </p:nvSpPr>
        <p:spPr>
          <a:xfrm rot="5400000">
            <a:off x="1353574" y="2120082"/>
            <a:ext cx="265176" cy="292456"/>
          </a:xfrm>
          <a:prstGeom prst="triangle">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850592227"/>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9EAF78-7B4A-419C-A9BE-1A4085696D62}"/>
              </a:ext>
            </a:extLst>
          </p:cNvPr>
          <p:cNvSpPr>
            <a:spLocks noGrp="1"/>
          </p:cNvSpPr>
          <p:nvPr>
            <p:ph type="title"/>
          </p:nvPr>
        </p:nvSpPr>
        <p:spPr/>
        <p:txBody>
          <a:bodyPr/>
          <a:lstStyle/>
          <a:p>
            <a:r>
              <a:rPr lang="en-US"/>
              <a:t>Click to edit Master title style</a:t>
            </a:r>
            <a:endParaRPr lang="en-IN"/>
          </a:p>
        </p:txBody>
      </p:sp>
      <p:grpSp>
        <p:nvGrpSpPr>
          <p:cNvPr id="18" name="Group 17">
            <a:extLst>
              <a:ext uri="{FF2B5EF4-FFF2-40B4-BE49-F238E27FC236}">
                <a16:creationId xmlns:a16="http://schemas.microsoft.com/office/drawing/2014/main" id="{0CF49EC1-1E35-4CBD-A3B0-90D8CB1535FA}"/>
              </a:ext>
            </a:extLst>
          </p:cNvPr>
          <p:cNvGrpSpPr/>
          <p:nvPr userDrawn="1"/>
        </p:nvGrpSpPr>
        <p:grpSpPr>
          <a:xfrm>
            <a:off x="256698" y="993852"/>
            <a:ext cx="1375692" cy="292608"/>
            <a:chOff x="246892" y="993852"/>
            <a:chExt cx="1376409" cy="292608"/>
          </a:xfrm>
          <a:solidFill>
            <a:srgbClr val="797991"/>
          </a:solidFill>
        </p:grpSpPr>
        <p:sp>
          <p:nvSpPr>
            <p:cNvPr id="19" name="Rectangle 18">
              <a:hlinkClick r:id="" action="ppaction://noaction"/>
              <a:extLst>
                <a:ext uri="{FF2B5EF4-FFF2-40B4-BE49-F238E27FC236}">
                  <a16:creationId xmlns:a16="http://schemas.microsoft.com/office/drawing/2014/main" id="{19365D7E-9785-4122-90B6-C734B72BD76E}"/>
                </a:ext>
              </a:extLst>
            </p:cNvPr>
            <p:cNvSpPr/>
            <p:nvPr userDrawn="1"/>
          </p:nvSpPr>
          <p:spPr>
            <a:xfrm>
              <a:off x="246892" y="993852"/>
              <a:ext cx="1097280" cy="292608"/>
            </a:xfrm>
            <a:prstGeom prst="rect">
              <a:avLst/>
            </a:prstGeom>
            <a:grp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Elevator Pitch</a:t>
              </a:r>
            </a:p>
          </p:txBody>
        </p:sp>
        <p:sp>
          <p:nvSpPr>
            <p:cNvPr id="20" name="Isosceles Triangle 19">
              <a:extLst>
                <a:ext uri="{FF2B5EF4-FFF2-40B4-BE49-F238E27FC236}">
                  <a16:creationId xmlns:a16="http://schemas.microsoft.com/office/drawing/2014/main" id="{BBDA6CE7-6328-4A13-AD01-78B4062DC383}"/>
                </a:ext>
              </a:extLst>
            </p:cNvPr>
            <p:cNvSpPr/>
            <p:nvPr userDrawn="1"/>
          </p:nvSpPr>
          <p:spPr>
            <a:xfrm rot="5400000">
              <a:off x="1344409" y="993852"/>
              <a:ext cx="265176" cy="292608"/>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grpSp>
      <p:grpSp>
        <p:nvGrpSpPr>
          <p:cNvPr id="21" name="Group 20">
            <a:extLst>
              <a:ext uri="{FF2B5EF4-FFF2-40B4-BE49-F238E27FC236}">
                <a16:creationId xmlns:a16="http://schemas.microsoft.com/office/drawing/2014/main" id="{94526522-04AC-4FF2-8923-275FDF86B9A0}"/>
              </a:ext>
            </a:extLst>
          </p:cNvPr>
          <p:cNvGrpSpPr/>
          <p:nvPr userDrawn="1"/>
        </p:nvGrpSpPr>
        <p:grpSpPr>
          <a:xfrm>
            <a:off x="256698" y="1428726"/>
            <a:ext cx="1375692" cy="292608"/>
            <a:chOff x="246892" y="993852"/>
            <a:chExt cx="1376409" cy="292608"/>
          </a:xfrm>
          <a:solidFill>
            <a:srgbClr val="FFE600"/>
          </a:solidFill>
        </p:grpSpPr>
        <p:sp>
          <p:nvSpPr>
            <p:cNvPr id="22" name="Rectangle 21">
              <a:hlinkClick r:id="" action="ppaction://noaction"/>
              <a:extLst>
                <a:ext uri="{FF2B5EF4-FFF2-40B4-BE49-F238E27FC236}">
                  <a16:creationId xmlns:a16="http://schemas.microsoft.com/office/drawing/2014/main" id="{BBD1347E-24E6-4278-866C-A8E61D03100B}"/>
                </a:ext>
              </a:extLst>
            </p:cNvPr>
            <p:cNvSpPr/>
            <p:nvPr userDrawn="1"/>
          </p:nvSpPr>
          <p:spPr>
            <a:xfrm>
              <a:off x="246892" y="993852"/>
              <a:ext cx="1097280" cy="292608"/>
            </a:xfrm>
            <a:prstGeom prst="rect">
              <a:avLst/>
            </a:prstGeom>
            <a:solidFill>
              <a:srgbClr val="797991"/>
            </a:solid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1"/>
                  </a:solidFill>
                  <a:effectLst/>
                  <a:uLnTx/>
                  <a:uFillTx/>
                  <a:latin typeface="Arial" panose="020B0604020202020204" pitchFamily="34" charset="0"/>
                  <a:ea typeface="+mn-ea"/>
                  <a:cs typeface="+mn-cs"/>
                </a:rPr>
                <a:t>Value Proposition</a:t>
              </a:r>
            </a:p>
          </p:txBody>
        </p:sp>
        <p:sp>
          <p:nvSpPr>
            <p:cNvPr id="23" name="Isosceles Triangle 22">
              <a:extLst>
                <a:ext uri="{FF2B5EF4-FFF2-40B4-BE49-F238E27FC236}">
                  <a16:creationId xmlns:a16="http://schemas.microsoft.com/office/drawing/2014/main" id="{84068D97-1995-4B1B-AA76-B40C114AA5EB}"/>
                </a:ext>
              </a:extLst>
            </p:cNvPr>
            <p:cNvSpPr/>
            <p:nvPr userDrawn="1"/>
          </p:nvSpPr>
          <p:spPr>
            <a:xfrm rot="5400000">
              <a:off x="1344409" y="993852"/>
              <a:ext cx="265176" cy="292608"/>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grpSp>
      <p:grpSp>
        <p:nvGrpSpPr>
          <p:cNvPr id="25" name="Group 24">
            <a:extLst>
              <a:ext uri="{FF2B5EF4-FFF2-40B4-BE49-F238E27FC236}">
                <a16:creationId xmlns:a16="http://schemas.microsoft.com/office/drawing/2014/main" id="{15CB40E2-433D-454F-9480-099EAC479367}"/>
              </a:ext>
            </a:extLst>
          </p:cNvPr>
          <p:cNvGrpSpPr/>
          <p:nvPr userDrawn="1"/>
        </p:nvGrpSpPr>
        <p:grpSpPr>
          <a:xfrm>
            <a:off x="256698" y="1863600"/>
            <a:ext cx="1375692" cy="292608"/>
            <a:chOff x="246892" y="993852"/>
            <a:chExt cx="1376409" cy="292608"/>
          </a:xfrm>
          <a:solidFill>
            <a:srgbClr val="FFE600"/>
          </a:solidFill>
        </p:grpSpPr>
        <p:sp>
          <p:nvSpPr>
            <p:cNvPr id="27" name="Rectangle 26">
              <a:hlinkClick r:id="" action="ppaction://noaction"/>
              <a:extLst>
                <a:ext uri="{FF2B5EF4-FFF2-40B4-BE49-F238E27FC236}">
                  <a16:creationId xmlns:a16="http://schemas.microsoft.com/office/drawing/2014/main" id="{34871742-C6E4-4F18-B55B-AA00382A219D}"/>
                </a:ext>
              </a:extLst>
            </p:cNvPr>
            <p:cNvSpPr/>
            <p:nvPr userDrawn="1"/>
          </p:nvSpPr>
          <p:spPr>
            <a:xfrm>
              <a:off x="246892" y="993852"/>
              <a:ext cx="1097280" cy="292608"/>
            </a:xfrm>
            <a:prstGeom prst="rect">
              <a:avLst/>
            </a:prstGeom>
            <a:grpFill/>
            <a:ln w="222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800" b="1" i="0" u="none" strike="noStrike" kern="1200" cap="none" spc="0" normalizeH="0" baseline="0" noProof="0">
                  <a:ln>
                    <a:noFill/>
                  </a:ln>
                  <a:solidFill>
                    <a:schemeClr val="bg2"/>
                  </a:solidFill>
                  <a:effectLst/>
                  <a:uLnTx/>
                  <a:uFillTx/>
                  <a:latin typeface="Arial" panose="020B0604020202020204" pitchFamily="34" charset="0"/>
                  <a:ea typeface="+mn-ea"/>
                  <a:cs typeface="+mn-cs"/>
                </a:rPr>
                <a:t>Solution Overview</a:t>
              </a:r>
            </a:p>
          </p:txBody>
        </p:sp>
        <p:sp>
          <p:nvSpPr>
            <p:cNvPr id="28" name="Isosceles Triangle 27">
              <a:extLst>
                <a:ext uri="{FF2B5EF4-FFF2-40B4-BE49-F238E27FC236}">
                  <a16:creationId xmlns:a16="http://schemas.microsoft.com/office/drawing/2014/main" id="{E6041761-EBDA-48D4-8AF7-16F84A301447}"/>
                </a:ext>
              </a:extLst>
            </p:cNvPr>
            <p:cNvSpPr/>
            <p:nvPr userDrawn="1"/>
          </p:nvSpPr>
          <p:spPr>
            <a:xfrm rot="5400000">
              <a:off x="1344409" y="993852"/>
              <a:ext cx="265176" cy="292608"/>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IN" sz="1799" b="0" i="0" u="none" strike="noStrike" kern="1200" cap="none" spc="0" normalizeH="0" baseline="0" noProof="0">
                <a:ln>
                  <a:noFill/>
                </a:ln>
                <a:solidFill>
                  <a:schemeClr val="bg2"/>
                </a:solidFill>
                <a:effectLst/>
                <a:uLnTx/>
                <a:uFillTx/>
                <a:latin typeface="Arial" panose="020B0604020202020204" pitchFamily="34" charset="0"/>
                <a:ea typeface="+mn-ea"/>
                <a:cs typeface="+mn-cs"/>
              </a:endParaRPr>
            </a:p>
          </p:txBody>
        </p:sp>
      </p:grpSp>
    </p:spTree>
    <p:extLst>
      <p:ext uri="{BB962C8B-B14F-4D97-AF65-F5344CB8AC3E}">
        <p14:creationId xmlns:p14="http://schemas.microsoft.com/office/powerpoint/2010/main" val="63757181"/>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1_RTX: 1 column">
    <p:spTree>
      <p:nvGrpSpPr>
        <p:cNvPr id="1" name=""/>
        <p:cNvGrpSpPr/>
        <p:nvPr/>
      </p:nvGrpSpPr>
      <p:grpSpPr>
        <a:xfrm>
          <a:off x="0" y="0"/>
          <a:ext cx="0" cy="0"/>
          <a:chOff x="0" y="0"/>
          <a:chExt cx="0" cy="0"/>
        </a:xfrm>
      </p:grpSpPr>
      <p:sp>
        <p:nvSpPr>
          <p:cNvPr id="31" name="Body"/>
          <p:cNvSpPr>
            <a:spLocks noGrp="1"/>
          </p:cNvSpPr>
          <p:nvPr>
            <p:ph type="body" sz="quarter" idx="13" hasCustomPrompt="1"/>
          </p:nvPr>
        </p:nvSpPr>
        <p:spPr>
          <a:xfrm>
            <a:off x="685799" y="1476000"/>
            <a:ext cx="10829543" cy="4315200"/>
          </a:xfrm>
          <a:noFill/>
        </p:spPr>
        <p:txBody>
          <a:bodyPr/>
          <a:lstStyle>
            <a:lvl1pPr marL="219451" indent="-219451" algn="l" defTabSz="914378" rtl="0" eaLnBrk="1" latinLnBrk="0" hangingPunct="1">
              <a:lnSpc>
                <a:spcPct val="100000"/>
              </a:lnSpc>
              <a:spcBef>
                <a:spcPts val="0"/>
              </a:spcBef>
              <a:spcAft>
                <a:spcPts val="600"/>
              </a:spcAft>
              <a:buClr>
                <a:srgbClr val="CE1126"/>
              </a:buClr>
              <a:buSzPct val="75000"/>
              <a:buFont typeface="Arial" panose="020B0604020202020204" pitchFamily="34" charset="0"/>
              <a:buChar char="•"/>
              <a:defRPr lang="en-US" sz="2800" kern="1200" baseline="0" dirty="0" smtClean="0">
                <a:solidFill>
                  <a:schemeClr val="tx1"/>
                </a:solidFill>
                <a:latin typeface="+mn-lt"/>
                <a:ea typeface="+mn-ea"/>
                <a:cs typeface="+mn-cs"/>
              </a:defRPr>
            </a:lvl1pPr>
            <a:lvl2pPr indent="-219451" algn="l" defTabSz="914378" rtl="0" eaLnBrk="1" latinLnBrk="0" hangingPunct="1">
              <a:lnSpc>
                <a:spcPct val="100000"/>
              </a:lnSpc>
              <a:spcBef>
                <a:spcPts val="0"/>
              </a:spcBef>
              <a:spcAft>
                <a:spcPts val="600"/>
              </a:spcAft>
              <a:buFont typeface="Arial" panose="020B0604020202020204" pitchFamily="34" charset="0"/>
              <a:defRPr lang="en-US" sz="2000" kern="1200" baseline="0" dirty="0" smtClean="0">
                <a:solidFill>
                  <a:schemeClr val="tx1"/>
                </a:solidFill>
                <a:latin typeface="+mn-lt"/>
                <a:ea typeface="+mn-ea"/>
                <a:cs typeface="+mn-cs"/>
              </a:defRPr>
            </a:lvl2pPr>
            <a:lvl3pPr indent="-219451" algn="l" defTabSz="914378" rtl="0" eaLnBrk="1" latinLnBrk="0" hangingPunct="1">
              <a:lnSpc>
                <a:spcPct val="100000"/>
              </a:lnSpc>
              <a:spcBef>
                <a:spcPts val="0"/>
              </a:spcBef>
              <a:spcAft>
                <a:spcPts val="600"/>
              </a:spcAft>
              <a:buFont typeface="Arial" panose="020B0604020202020204" pitchFamily="34" charset="0"/>
              <a:defRPr lang="en-US" sz="2000" kern="1200" baseline="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20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2000" kern="1200" dirty="0">
                <a:solidFill>
                  <a:schemeClr val="tx1"/>
                </a:solidFill>
                <a:latin typeface="+mn-lt"/>
                <a:ea typeface="+mn-ea"/>
                <a:cs typeface="+mn-cs"/>
              </a:defRPr>
            </a:lvl5pPr>
          </a:lstStyle>
          <a:p>
            <a:pPr lvl="0"/>
            <a:r>
              <a:rPr lang="en-US"/>
              <a:t>Main bullet. 28 pt. black.</a:t>
            </a:r>
          </a:p>
          <a:p>
            <a:pPr lvl="1"/>
            <a:r>
              <a:rPr lang="en-US"/>
              <a:t>Second level</a:t>
            </a:r>
          </a:p>
          <a:p>
            <a:pPr lvl="2"/>
            <a:r>
              <a:rPr lang="en-US"/>
              <a:t>Third level</a:t>
            </a:r>
          </a:p>
          <a:p>
            <a:pPr lvl="3"/>
            <a:r>
              <a:rPr lang="en-US"/>
              <a:t>Fourth level</a:t>
            </a:r>
          </a:p>
          <a:p>
            <a:pPr lvl="4"/>
            <a:r>
              <a:rPr lang="en-US"/>
              <a:t>Fifth level</a:t>
            </a:r>
          </a:p>
        </p:txBody>
      </p:sp>
      <p:sp>
        <p:nvSpPr>
          <p:cNvPr id="15" name="Slide number"/>
          <p:cNvSpPr>
            <a:spLocks noGrp="1"/>
          </p:cNvSpPr>
          <p:nvPr>
            <p:ph type="sldNum" sz="quarter" idx="4"/>
          </p:nvPr>
        </p:nvSpPr>
        <p:spPr>
          <a:xfrm>
            <a:off x="10983397" y="6380415"/>
            <a:ext cx="531947" cy="365125"/>
          </a:xfrm>
          <a:prstGeom prst="rect">
            <a:avLst/>
          </a:prstGeom>
        </p:spPr>
        <p:txBody>
          <a:bodyPr vert="horz" lIns="0" tIns="0" rIns="0" bIns="0" rtlCol="0" anchor="t" anchorCtr="0"/>
          <a:lstStyle>
            <a:lvl1pPr algn="r">
              <a:defRPr lang="en-US" sz="1200" kern="1200" smtClean="0">
                <a:solidFill>
                  <a:schemeClr val="tx1">
                    <a:tint val="75000"/>
                  </a:schemeClr>
                </a:solidFill>
                <a:latin typeface="+mn-lt"/>
                <a:ea typeface="+mn-ea"/>
                <a:cs typeface="+mn-cs"/>
              </a:defRPr>
            </a:lvl1pPr>
          </a:lstStyle>
          <a:p>
            <a:fld id="{07165E6F-54ED-4977-A15E-D44BE7238A65}" type="slidenum">
              <a:rPr lang="en-US" smtClean="0"/>
              <a:pPr/>
              <a:t>‹#›</a:t>
            </a:fld>
            <a:endParaRPr lang="en-US"/>
          </a:p>
        </p:txBody>
      </p:sp>
      <p:sp>
        <p:nvSpPr>
          <p:cNvPr id="6" name="Title 5"/>
          <p:cNvSpPr>
            <a:spLocks noGrp="1"/>
          </p:cNvSpPr>
          <p:nvPr>
            <p:ph type="title" hasCustomPrompt="1"/>
          </p:nvPr>
        </p:nvSpPr>
        <p:spPr>
          <a:xfrm>
            <a:off x="694944" y="466348"/>
            <a:ext cx="10811257" cy="676653"/>
          </a:xfrm>
          <a:prstGeom prst="rect">
            <a:avLst/>
          </a:prstGeom>
        </p:spPr>
        <p:txBody>
          <a:bodyPr/>
          <a:lstStyle>
            <a:lvl1pPr>
              <a:lnSpc>
                <a:spcPct val="80000"/>
              </a:lnSpc>
              <a:defRPr/>
            </a:lvl1pPr>
          </a:lstStyle>
          <a:p>
            <a:r>
              <a:rPr lang="en-US"/>
              <a:t>Title. 32 pt. black. Bold. Sentence case. Two lines max.</a:t>
            </a:r>
          </a:p>
        </p:txBody>
      </p:sp>
      <p:sp>
        <p:nvSpPr>
          <p:cNvPr id="8" name="Takeaway bar"/>
          <p:cNvSpPr>
            <a:spLocks noGrp="1"/>
          </p:cNvSpPr>
          <p:nvPr>
            <p:ph type="body" sz="quarter" idx="15" hasCustomPrompt="1"/>
          </p:nvPr>
        </p:nvSpPr>
        <p:spPr>
          <a:xfrm>
            <a:off x="694946" y="5912568"/>
            <a:ext cx="10820398" cy="273280"/>
          </a:xfrm>
          <a:solidFill>
            <a:schemeClr val="accent1"/>
          </a:solidFill>
        </p:spPr>
        <p:txBody>
          <a:bodyPr vert="horz" wrap="square" lIns="621792" tIns="64008" rIns="621792" bIns="36576" rtlCol="0" anchor="b" anchorCtr="0">
            <a:spAutoFit/>
          </a:bodyPr>
          <a:lstStyle>
            <a:lvl1pPr marL="0" indent="0" algn="ctr" defTabSz="0">
              <a:lnSpc>
                <a:spcPts val="1300"/>
              </a:lnSpc>
              <a:spcBef>
                <a:spcPts val="0"/>
              </a:spcBef>
              <a:buFontTx/>
              <a:buNone/>
              <a:defRPr lang="en-US" sz="1600" b="1" dirty="0">
                <a:solidFill>
                  <a:schemeClr val="bg1"/>
                </a:solidFill>
                <a:latin typeface="Arial" panose="020B0604020202020204" pitchFamily="34" charset="0"/>
                <a:ea typeface="+mj-ea"/>
                <a:cs typeface="Arial" panose="020B0604020202020204" pitchFamily="34" charset="0"/>
              </a:defRPr>
            </a:lvl1pPr>
          </a:lstStyle>
          <a:p>
            <a:pPr marL="0" lvl="0" indent="0" algn="ctr">
              <a:buNone/>
            </a:pPr>
            <a:r>
              <a:rPr lang="en-US"/>
              <a:t>Optional takeaway bar. White. Bold. 16 pt. Centered. Sentence case.</a:t>
            </a:r>
          </a:p>
        </p:txBody>
      </p:sp>
    </p:spTree>
    <p:extLst>
      <p:ext uri="{BB962C8B-B14F-4D97-AF65-F5344CB8AC3E}">
        <p14:creationId xmlns:p14="http://schemas.microsoft.com/office/powerpoint/2010/main" val="19491029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RTX: 1 column/photo">
    <p:bg>
      <p:bgRef idx="1001">
        <a:schemeClr val="bg1"/>
      </p:bgRef>
    </p:bg>
    <p:spTree>
      <p:nvGrpSpPr>
        <p:cNvPr id="1" name=""/>
        <p:cNvGrpSpPr/>
        <p:nvPr/>
      </p:nvGrpSpPr>
      <p:grpSpPr>
        <a:xfrm>
          <a:off x="0" y="0"/>
          <a:ext cx="0" cy="0"/>
          <a:chOff x="0" y="0"/>
          <a:chExt cx="0" cy="0"/>
        </a:xfrm>
      </p:grpSpPr>
      <p:sp>
        <p:nvSpPr>
          <p:cNvPr id="31" name="Body 1"/>
          <p:cNvSpPr>
            <a:spLocks noGrp="1"/>
          </p:cNvSpPr>
          <p:nvPr>
            <p:ph type="body" sz="quarter" idx="13" hasCustomPrompt="1"/>
          </p:nvPr>
        </p:nvSpPr>
        <p:spPr>
          <a:xfrm>
            <a:off x="696435" y="2251610"/>
            <a:ext cx="3418366" cy="3539591"/>
          </a:xfrm>
          <a:noFill/>
        </p:spPr>
        <p:txBody>
          <a:bodyPr/>
          <a:lstStyle>
            <a:lvl1pPr marL="219446" indent="-219446" algn="l" defTabSz="914378" rtl="0" eaLnBrk="1" latinLnBrk="0" hangingPunct="1">
              <a:lnSpc>
                <a:spcPct val="100000"/>
              </a:lnSpc>
              <a:spcBef>
                <a:spcPct val="0"/>
              </a:spcBef>
              <a:spcAft>
                <a:spcPts val="600"/>
              </a:spcAft>
              <a:buClr>
                <a:srgbClr val="CE1126"/>
              </a:buClr>
              <a:buSzPct val="75000"/>
              <a:buFont typeface="Arial" panose="020B0604020202020204" pitchFamily="34" charset="0"/>
              <a:buChar char="•"/>
              <a:defRPr lang="en-US" sz="1800" kern="1200" dirty="0" smtClean="0">
                <a:solidFill>
                  <a:schemeClr val="tx1"/>
                </a:solidFill>
                <a:latin typeface="+mn-lt"/>
                <a:ea typeface="+mn-ea"/>
                <a:cs typeface="+mn-cs"/>
              </a:defRPr>
            </a:lvl1pPr>
            <a:lvl2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2pPr>
            <a:lvl3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a:p>
            <a:pPr lvl="4"/>
            <a:r>
              <a:rPr lang="en-US"/>
              <a:t>Fifth level</a:t>
            </a:r>
          </a:p>
        </p:txBody>
      </p:sp>
      <p:sp>
        <p:nvSpPr>
          <p:cNvPr id="3" name="Picture Placeholder 2"/>
          <p:cNvSpPr>
            <a:spLocks noGrp="1"/>
          </p:cNvSpPr>
          <p:nvPr>
            <p:ph type="pic" sz="quarter" idx="17" hasCustomPrompt="1"/>
          </p:nvPr>
        </p:nvSpPr>
        <p:spPr>
          <a:xfrm>
            <a:off x="4381501" y="1572733"/>
            <a:ext cx="7124700" cy="4218468"/>
          </a:xfrm>
          <a:solidFill>
            <a:schemeClr val="bg2"/>
          </a:solidFill>
        </p:spPr>
        <p:txBody>
          <a:bodyPr tIns="1188720"/>
          <a:lstStyle>
            <a:lvl1pPr marL="0" indent="0" algn="ctr">
              <a:buNone/>
              <a:defRPr/>
            </a:lvl1pPr>
          </a:lstStyle>
          <a:p>
            <a:r>
              <a:rPr lang="en-US"/>
              <a:t>Click to insert photo</a:t>
            </a:r>
          </a:p>
        </p:txBody>
      </p:sp>
      <p:sp>
        <p:nvSpPr>
          <p:cNvPr id="17" name="Slide number"/>
          <p:cNvSpPr>
            <a:spLocks noGrp="1"/>
          </p:cNvSpPr>
          <p:nvPr>
            <p:ph type="sldNum" sz="quarter" idx="4"/>
          </p:nvPr>
        </p:nvSpPr>
        <p:spPr>
          <a:xfrm>
            <a:off x="10983397" y="6380415"/>
            <a:ext cx="531947" cy="365125"/>
          </a:xfrm>
          <a:prstGeom prst="rect">
            <a:avLst/>
          </a:prstGeom>
        </p:spPr>
        <p:txBody>
          <a:bodyPr vert="horz" lIns="0" tIns="0" rIns="0" bIns="0" rtlCol="0" anchor="t" anchorCtr="0"/>
          <a:lstStyle>
            <a:lvl1pPr algn="r">
              <a:defRPr lang="en-US" sz="1200" kern="1200" smtClean="0">
                <a:solidFill>
                  <a:schemeClr val="tx1">
                    <a:tint val="75000"/>
                  </a:schemeClr>
                </a:solidFill>
                <a:latin typeface="+mn-lt"/>
                <a:ea typeface="+mn-ea"/>
                <a:cs typeface="+mn-cs"/>
              </a:defRPr>
            </a:lvl1pPr>
          </a:lstStyle>
          <a:p>
            <a:fld id="{07165E6F-54ED-4977-A15E-D44BE7238A65}" type="slidenum">
              <a:rPr lang="en-US" smtClean="0"/>
              <a:pPr/>
              <a:t>‹#›</a:t>
            </a:fld>
            <a:endParaRPr lang="en-US"/>
          </a:p>
        </p:txBody>
      </p:sp>
      <p:sp>
        <p:nvSpPr>
          <p:cNvPr id="9" name="Text Placeholder 2"/>
          <p:cNvSpPr>
            <a:spLocks noGrp="1"/>
          </p:cNvSpPr>
          <p:nvPr>
            <p:ph type="body" sz="quarter" idx="21" hasCustomPrompt="1"/>
          </p:nvPr>
        </p:nvSpPr>
        <p:spPr>
          <a:xfrm>
            <a:off x="695325" y="1572733"/>
            <a:ext cx="3419476" cy="590931"/>
          </a:xfrm>
          <a:noFill/>
        </p:spPr>
        <p:txBody>
          <a:bodyPr wrap="square" bIns="9144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0" name="Title 5"/>
          <p:cNvSpPr>
            <a:spLocks noGrp="1"/>
          </p:cNvSpPr>
          <p:nvPr>
            <p:ph type="title" hasCustomPrompt="1"/>
          </p:nvPr>
        </p:nvSpPr>
        <p:spPr>
          <a:xfrm>
            <a:off x="694944" y="466348"/>
            <a:ext cx="10811257" cy="676653"/>
          </a:xfrm>
          <a:prstGeom prst="rect">
            <a:avLst/>
          </a:prstGeom>
        </p:spPr>
        <p:txBody>
          <a:bodyPr/>
          <a:lstStyle>
            <a:lvl1pPr>
              <a:lnSpc>
                <a:spcPct val="80000"/>
              </a:lnSpc>
              <a:defRPr/>
            </a:lvl1pPr>
          </a:lstStyle>
          <a:p>
            <a:r>
              <a:rPr lang="en-US"/>
              <a:t>Title. 32 pt. black. Bold. Sentence case. Two lines max.</a:t>
            </a:r>
          </a:p>
        </p:txBody>
      </p:sp>
      <p:sp>
        <p:nvSpPr>
          <p:cNvPr id="11" name="Takeaway bar"/>
          <p:cNvSpPr>
            <a:spLocks noGrp="1"/>
          </p:cNvSpPr>
          <p:nvPr>
            <p:ph type="body" sz="quarter" idx="15" hasCustomPrompt="1"/>
          </p:nvPr>
        </p:nvSpPr>
        <p:spPr>
          <a:xfrm>
            <a:off x="694946" y="5912568"/>
            <a:ext cx="10820398" cy="273280"/>
          </a:xfrm>
          <a:solidFill>
            <a:schemeClr val="accent1"/>
          </a:solidFill>
        </p:spPr>
        <p:txBody>
          <a:bodyPr vert="horz" wrap="square" lIns="621792" tIns="64008" rIns="621792" bIns="36576" rtlCol="0" anchor="b" anchorCtr="0">
            <a:spAutoFit/>
          </a:bodyPr>
          <a:lstStyle>
            <a:lvl1pPr marL="0" indent="0" algn="ctr" defTabSz="0">
              <a:lnSpc>
                <a:spcPts val="1300"/>
              </a:lnSpc>
              <a:spcBef>
                <a:spcPts val="0"/>
              </a:spcBef>
              <a:buFontTx/>
              <a:buNone/>
              <a:defRPr lang="en-US" sz="1600" b="1" dirty="0">
                <a:solidFill>
                  <a:schemeClr val="bg1"/>
                </a:solidFill>
                <a:latin typeface="Arial" panose="020B0604020202020204" pitchFamily="34" charset="0"/>
                <a:ea typeface="+mj-ea"/>
                <a:cs typeface="Arial" panose="020B0604020202020204" pitchFamily="34" charset="0"/>
              </a:defRPr>
            </a:lvl1pPr>
          </a:lstStyle>
          <a:p>
            <a:pPr marL="0" lvl="0" indent="0" algn="ctr">
              <a:buNone/>
            </a:pPr>
            <a:r>
              <a:rPr lang="en-US"/>
              <a:t>Optional takeaway bar. White. Bold. 16 pt. Centered. Sentence case.</a:t>
            </a:r>
          </a:p>
        </p:txBody>
      </p:sp>
    </p:spTree>
    <p:extLst>
      <p:ext uri="{BB962C8B-B14F-4D97-AF65-F5344CB8AC3E}">
        <p14:creationId xmlns:p14="http://schemas.microsoft.com/office/powerpoint/2010/main" val="195456790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1416">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RTX: 1 column">
    <p:spTree>
      <p:nvGrpSpPr>
        <p:cNvPr id="1" name=""/>
        <p:cNvGrpSpPr/>
        <p:nvPr/>
      </p:nvGrpSpPr>
      <p:grpSpPr>
        <a:xfrm>
          <a:off x="0" y="0"/>
          <a:ext cx="0" cy="0"/>
          <a:chOff x="0" y="0"/>
          <a:chExt cx="0" cy="0"/>
        </a:xfrm>
      </p:grpSpPr>
      <p:sp>
        <p:nvSpPr>
          <p:cNvPr id="31" name="Body"/>
          <p:cNvSpPr>
            <a:spLocks noGrp="1"/>
          </p:cNvSpPr>
          <p:nvPr>
            <p:ph type="body" sz="quarter" idx="13" hasCustomPrompt="1"/>
          </p:nvPr>
        </p:nvSpPr>
        <p:spPr>
          <a:xfrm>
            <a:off x="685799" y="2008402"/>
            <a:ext cx="10829543" cy="3782798"/>
          </a:xfrm>
          <a:noFill/>
        </p:spPr>
        <p:txBody>
          <a:bodyPr/>
          <a:lstStyle>
            <a:lvl1pPr marL="219451" indent="-219451" algn="l" defTabSz="914378" rtl="0" eaLnBrk="1" latinLnBrk="0" hangingPunct="1">
              <a:lnSpc>
                <a:spcPct val="100000"/>
              </a:lnSpc>
              <a:spcBef>
                <a:spcPts val="0"/>
              </a:spcBef>
              <a:spcAft>
                <a:spcPts val="600"/>
              </a:spcAft>
              <a:buClr>
                <a:srgbClr val="CE1126"/>
              </a:buClr>
              <a:buSzPct val="75000"/>
              <a:buFont typeface="Arial" panose="020B0604020202020204" pitchFamily="34" charset="0"/>
              <a:buChar char="•"/>
              <a:defRPr lang="en-US" sz="2400" kern="1200" baseline="0" dirty="0" smtClean="0">
                <a:solidFill>
                  <a:schemeClr val="tx1"/>
                </a:solidFill>
                <a:latin typeface="+mn-lt"/>
                <a:ea typeface="+mn-ea"/>
                <a:cs typeface="+mn-cs"/>
              </a:defRPr>
            </a:lvl1pPr>
            <a:lvl2pPr indent="-219451" algn="l" defTabSz="914378" rtl="0" eaLnBrk="1" latinLnBrk="0" hangingPunct="1">
              <a:lnSpc>
                <a:spcPct val="100000"/>
              </a:lnSpc>
              <a:spcBef>
                <a:spcPts val="0"/>
              </a:spcBef>
              <a:spcAft>
                <a:spcPts val="600"/>
              </a:spcAft>
              <a:buFont typeface="Arial" panose="020B0604020202020204" pitchFamily="34" charset="0"/>
              <a:defRPr lang="en-US" sz="2400" kern="1200" baseline="0" dirty="0" smtClean="0">
                <a:solidFill>
                  <a:schemeClr val="tx1"/>
                </a:solidFill>
                <a:latin typeface="+mn-lt"/>
                <a:ea typeface="+mn-ea"/>
                <a:cs typeface="+mn-cs"/>
              </a:defRPr>
            </a:lvl2pPr>
            <a:lvl3pPr indent="-219451" algn="l" defTabSz="914378" rtl="0" eaLnBrk="1" latinLnBrk="0" hangingPunct="1">
              <a:lnSpc>
                <a:spcPct val="100000"/>
              </a:lnSpc>
              <a:spcBef>
                <a:spcPts val="0"/>
              </a:spcBef>
              <a:spcAft>
                <a:spcPts val="600"/>
              </a:spcAft>
              <a:buFont typeface="Arial" panose="020B0604020202020204" pitchFamily="34" charset="0"/>
              <a:defRPr lang="en-US" sz="2400" kern="1200" baseline="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24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2400" kern="1200" dirty="0">
                <a:solidFill>
                  <a:schemeClr val="tx1"/>
                </a:solidFill>
                <a:latin typeface="+mn-lt"/>
                <a:ea typeface="+mn-ea"/>
                <a:cs typeface="+mn-cs"/>
              </a:defRPr>
            </a:lvl5pPr>
          </a:lstStyle>
          <a:p>
            <a:pPr lvl="0"/>
            <a:r>
              <a:rPr lang="en-US"/>
              <a:t>Main bullet. 24 pt. black.</a:t>
            </a:r>
          </a:p>
          <a:p>
            <a:pPr lvl="1"/>
            <a:r>
              <a:rPr lang="en-US"/>
              <a:t>Second level</a:t>
            </a:r>
          </a:p>
          <a:p>
            <a:pPr lvl="2"/>
            <a:r>
              <a:rPr lang="en-US"/>
              <a:t>Third level</a:t>
            </a:r>
          </a:p>
          <a:p>
            <a:pPr lvl="3"/>
            <a:r>
              <a:rPr lang="en-US"/>
              <a:t>Fourth level</a:t>
            </a:r>
          </a:p>
          <a:p>
            <a:pPr lvl="4"/>
            <a:r>
              <a:rPr lang="en-US"/>
              <a:t>Fifth level</a:t>
            </a:r>
          </a:p>
        </p:txBody>
      </p:sp>
      <p:sp>
        <p:nvSpPr>
          <p:cNvPr id="3" name="Text Placeholder 2"/>
          <p:cNvSpPr>
            <a:spLocks noGrp="1"/>
          </p:cNvSpPr>
          <p:nvPr>
            <p:ph type="body" sz="quarter" idx="17" hasCustomPrompt="1"/>
          </p:nvPr>
        </p:nvSpPr>
        <p:spPr>
          <a:xfrm>
            <a:off x="685802" y="1572734"/>
            <a:ext cx="10820400" cy="341632"/>
          </a:xfrm>
          <a:noFill/>
        </p:spPr>
        <p:txBody>
          <a:bodyPr wrap="square" bIns="9144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5" name="Slide number"/>
          <p:cNvSpPr>
            <a:spLocks noGrp="1"/>
          </p:cNvSpPr>
          <p:nvPr>
            <p:ph type="sldNum" sz="quarter" idx="4"/>
          </p:nvPr>
        </p:nvSpPr>
        <p:spPr>
          <a:xfrm>
            <a:off x="10983397" y="6380415"/>
            <a:ext cx="531947" cy="365125"/>
          </a:xfrm>
          <a:prstGeom prst="rect">
            <a:avLst/>
          </a:prstGeom>
        </p:spPr>
        <p:txBody>
          <a:bodyPr vert="horz" lIns="0" tIns="0" rIns="0" bIns="0" rtlCol="0" anchor="t" anchorCtr="0"/>
          <a:lstStyle>
            <a:lvl1pPr algn="r">
              <a:defRPr lang="en-US" sz="1200" kern="1200" smtClean="0">
                <a:solidFill>
                  <a:schemeClr val="tx1">
                    <a:tint val="75000"/>
                  </a:schemeClr>
                </a:solidFill>
                <a:latin typeface="+mn-lt"/>
                <a:ea typeface="+mn-ea"/>
                <a:cs typeface="+mn-cs"/>
              </a:defRPr>
            </a:lvl1pPr>
          </a:lstStyle>
          <a:p>
            <a:fld id="{07165E6F-54ED-4977-A15E-D44BE7238A65}" type="slidenum">
              <a:rPr lang="en-US" smtClean="0"/>
              <a:pPr/>
              <a:t>‹#›</a:t>
            </a:fld>
            <a:endParaRPr lang="en-US"/>
          </a:p>
        </p:txBody>
      </p:sp>
      <p:sp>
        <p:nvSpPr>
          <p:cNvPr id="6" name="Title 5"/>
          <p:cNvSpPr>
            <a:spLocks noGrp="1"/>
          </p:cNvSpPr>
          <p:nvPr>
            <p:ph type="title" hasCustomPrompt="1"/>
          </p:nvPr>
        </p:nvSpPr>
        <p:spPr>
          <a:xfrm>
            <a:off x="694944" y="466348"/>
            <a:ext cx="10811257" cy="676653"/>
          </a:xfrm>
          <a:prstGeom prst="rect">
            <a:avLst/>
          </a:prstGeom>
        </p:spPr>
        <p:txBody>
          <a:bodyPr/>
          <a:lstStyle>
            <a:lvl1pPr>
              <a:lnSpc>
                <a:spcPct val="80000"/>
              </a:lnSpc>
              <a:defRPr/>
            </a:lvl1pPr>
          </a:lstStyle>
          <a:p>
            <a:r>
              <a:rPr lang="en-US"/>
              <a:t>Title. 32 pt. black. Bold. Sentence case. Two lines max.</a:t>
            </a:r>
          </a:p>
        </p:txBody>
      </p:sp>
      <p:sp>
        <p:nvSpPr>
          <p:cNvPr id="8" name="Takeaway bar"/>
          <p:cNvSpPr>
            <a:spLocks noGrp="1"/>
          </p:cNvSpPr>
          <p:nvPr>
            <p:ph type="body" sz="quarter" idx="15" hasCustomPrompt="1"/>
          </p:nvPr>
        </p:nvSpPr>
        <p:spPr>
          <a:xfrm>
            <a:off x="694946" y="5912568"/>
            <a:ext cx="10820398" cy="273280"/>
          </a:xfrm>
          <a:solidFill>
            <a:schemeClr val="accent1"/>
          </a:solidFill>
        </p:spPr>
        <p:txBody>
          <a:bodyPr vert="horz" wrap="square" lIns="621792" tIns="64008" rIns="621792" bIns="36576" rtlCol="0" anchor="b" anchorCtr="0">
            <a:spAutoFit/>
          </a:bodyPr>
          <a:lstStyle>
            <a:lvl1pPr marL="0" indent="0" algn="ctr" defTabSz="0">
              <a:lnSpc>
                <a:spcPts val="1300"/>
              </a:lnSpc>
              <a:spcBef>
                <a:spcPts val="0"/>
              </a:spcBef>
              <a:buFontTx/>
              <a:buNone/>
              <a:defRPr lang="en-US" sz="1600" b="1" dirty="0">
                <a:solidFill>
                  <a:schemeClr val="bg1"/>
                </a:solidFill>
                <a:latin typeface="Arial" panose="020B0604020202020204" pitchFamily="34" charset="0"/>
                <a:ea typeface="+mj-ea"/>
                <a:cs typeface="Arial" panose="020B0604020202020204" pitchFamily="34" charset="0"/>
              </a:defRPr>
            </a:lvl1pPr>
          </a:lstStyle>
          <a:p>
            <a:pPr marL="0" lvl="0" indent="0" algn="ctr">
              <a:buNone/>
            </a:pPr>
            <a:r>
              <a:rPr lang="en-US"/>
              <a:t>Optional takeaway bar. White. Bold. 16 pt. Centered. Sentence case.</a:t>
            </a:r>
          </a:p>
        </p:txBody>
      </p:sp>
    </p:spTree>
    <p:extLst>
      <p:ext uri="{BB962C8B-B14F-4D97-AF65-F5344CB8AC3E}">
        <p14:creationId xmlns:p14="http://schemas.microsoft.com/office/powerpoint/2010/main" val="7881863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RTX: 2 columns">
    <p:spTree>
      <p:nvGrpSpPr>
        <p:cNvPr id="1" name=""/>
        <p:cNvGrpSpPr/>
        <p:nvPr/>
      </p:nvGrpSpPr>
      <p:grpSpPr>
        <a:xfrm>
          <a:off x="0" y="0"/>
          <a:ext cx="0" cy="0"/>
          <a:chOff x="0" y="0"/>
          <a:chExt cx="0" cy="0"/>
        </a:xfrm>
      </p:grpSpPr>
      <p:sp>
        <p:nvSpPr>
          <p:cNvPr id="13" name="Body 2"/>
          <p:cNvSpPr>
            <a:spLocks noGrp="1"/>
          </p:cNvSpPr>
          <p:nvPr>
            <p:ph type="body" sz="quarter" idx="17" hasCustomPrompt="1"/>
          </p:nvPr>
        </p:nvSpPr>
        <p:spPr>
          <a:xfrm>
            <a:off x="6258630" y="2068034"/>
            <a:ext cx="5247572" cy="3723167"/>
          </a:xfrm>
          <a:noFill/>
        </p:spPr>
        <p:txBody>
          <a:bodyPr rIns="182880"/>
          <a:lstStyle>
            <a:lvl1pPr marL="219451" indent="-219446" algn="l" defTabSz="914378" rtl="0" eaLnBrk="1" latinLnBrk="0" hangingPunct="1">
              <a:lnSpc>
                <a:spcPct val="100000"/>
              </a:lnSpc>
              <a:spcBef>
                <a:spcPct val="0"/>
              </a:spcBef>
              <a:spcAft>
                <a:spcPts val="600"/>
              </a:spcAft>
              <a:buClr>
                <a:srgbClr val="CE1126"/>
              </a:buClr>
              <a:buSzPct val="75000"/>
              <a:buFont typeface="Arial" panose="020B0604020202020204" pitchFamily="34" charset="0"/>
              <a:buChar char="•"/>
              <a:defRPr lang="en-US" sz="1800" kern="1200" dirty="0" smtClean="0">
                <a:solidFill>
                  <a:schemeClr val="tx1"/>
                </a:solidFill>
                <a:latin typeface="+mn-lt"/>
                <a:ea typeface="+mn-ea"/>
                <a:cs typeface="+mn-cs"/>
              </a:defRPr>
            </a:lvl1pPr>
            <a:lvl2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2pPr>
            <a:lvl3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a:p>
            <a:pPr lvl="4"/>
            <a:r>
              <a:rPr lang="en-US"/>
              <a:t>Fifth level</a:t>
            </a:r>
          </a:p>
        </p:txBody>
      </p:sp>
      <p:sp>
        <p:nvSpPr>
          <p:cNvPr id="31" name="Body 1"/>
          <p:cNvSpPr>
            <a:spLocks noGrp="1"/>
          </p:cNvSpPr>
          <p:nvPr>
            <p:ph type="body" sz="quarter" idx="13" hasCustomPrompt="1"/>
          </p:nvPr>
        </p:nvSpPr>
        <p:spPr>
          <a:xfrm>
            <a:off x="696435" y="2068033"/>
            <a:ext cx="5247166" cy="3723167"/>
          </a:xfrm>
          <a:noFill/>
        </p:spPr>
        <p:txBody>
          <a:bodyPr rIns="182880"/>
          <a:lstStyle>
            <a:lvl1pPr marL="219451" indent="-219451" algn="l" defTabSz="914378" rtl="0" eaLnBrk="1" latinLnBrk="0" hangingPunct="1">
              <a:lnSpc>
                <a:spcPct val="100000"/>
              </a:lnSpc>
              <a:spcBef>
                <a:spcPts val="0"/>
              </a:spcBef>
              <a:spcAft>
                <a:spcPts val="600"/>
              </a:spcAft>
              <a:buFont typeface="Arial" panose="020B0604020202020204" pitchFamily="34" charset="0"/>
              <a:defRPr lang="en-US" sz="1800" kern="1200" baseline="0" dirty="0" smtClean="0">
                <a:solidFill>
                  <a:schemeClr val="tx1"/>
                </a:solidFill>
                <a:latin typeface="+mn-lt"/>
                <a:ea typeface="+mn-ea"/>
                <a:cs typeface="+mn-cs"/>
              </a:defRPr>
            </a:lvl1pPr>
            <a:lvl2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2pPr>
            <a:lvl3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a:p>
            <a:pPr lvl="4"/>
            <a:r>
              <a:rPr lang="en-US"/>
              <a:t>Fifth level</a:t>
            </a:r>
          </a:p>
        </p:txBody>
      </p:sp>
      <p:sp>
        <p:nvSpPr>
          <p:cNvPr id="18" name="Slide number"/>
          <p:cNvSpPr>
            <a:spLocks noGrp="1"/>
          </p:cNvSpPr>
          <p:nvPr>
            <p:ph type="sldNum" sz="quarter" idx="4"/>
          </p:nvPr>
        </p:nvSpPr>
        <p:spPr>
          <a:xfrm>
            <a:off x="10983397" y="6380415"/>
            <a:ext cx="531947" cy="365125"/>
          </a:xfrm>
          <a:prstGeom prst="rect">
            <a:avLst/>
          </a:prstGeom>
        </p:spPr>
        <p:txBody>
          <a:bodyPr vert="horz" lIns="0" tIns="0" rIns="0" bIns="0" rtlCol="0" anchor="t" anchorCtr="0"/>
          <a:lstStyle>
            <a:lvl1pPr algn="r">
              <a:defRPr lang="en-US" sz="1200" kern="1200" smtClean="0">
                <a:solidFill>
                  <a:schemeClr val="tx1">
                    <a:tint val="75000"/>
                  </a:schemeClr>
                </a:solidFill>
                <a:latin typeface="+mn-lt"/>
                <a:ea typeface="+mn-ea"/>
                <a:cs typeface="+mn-cs"/>
              </a:defRPr>
            </a:lvl1pPr>
          </a:lstStyle>
          <a:p>
            <a:fld id="{07165E6F-54ED-4977-A15E-D44BE7238A65}" type="slidenum">
              <a:rPr lang="en-US" smtClean="0"/>
              <a:pPr/>
              <a:t>‹#›</a:t>
            </a:fld>
            <a:endParaRPr lang="en-US"/>
          </a:p>
        </p:txBody>
      </p:sp>
      <p:sp>
        <p:nvSpPr>
          <p:cNvPr id="12" name="Text Placeholder 2"/>
          <p:cNvSpPr>
            <a:spLocks noGrp="1"/>
          </p:cNvSpPr>
          <p:nvPr>
            <p:ph type="body" sz="quarter" idx="21" hasCustomPrompt="1"/>
          </p:nvPr>
        </p:nvSpPr>
        <p:spPr>
          <a:xfrm>
            <a:off x="695324" y="1572733"/>
            <a:ext cx="5248274" cy="341632"/>
          </a:xfrm>
          <a:noFill/>
        </p:spPr>
        <p:txBody>
          <a:bodyPr wrap="square" bIns="9144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4" name="Text Placeholder 2"/>
          <p:cNvSpPr>
            <a:spLocks noGrp="1"/>
          </p:cNvSpPr>
          <p:nvPr>
            <p:ph type="body" sz="quarter" idx="22" hasCustomPrompt="1"/>
          </p:nvPr>
        </p:nvSpPr>
        <p:spPr>
          <a:xfrm>
            <a:off x="6248400" y="1572733"/>
            <a:ext cx="5248274" cy="341632"/>
          </a:xfrm>
          <a:noFill/>
        </p:spPr>
        <p:txBody>
          <a:bodyPr wrap="square" bIns="9144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5" name="Title 5"/>
          <p:cNvSpPr>
            <a:spLocks noGrp="1"/>
          </p:cNvSpPr>
          <p:nvPr>
            <p:ph type="title" hasCustomPrompt="1"/>
          </p:nvPr>
        </p:nvSpPr>
        <p:spPr>
          <a:xfrm>
            <a:off x="694944" y="466348"/>
            <a:ext cx="10811257" cy="676653"/>
          </a:xfrm>
          <a:prstGeom prst="rect">
            <a:avLst/>
          </a:prstGeom>
        </p:spPr>
        <p:txBody>
          <a:bodyPr/>
          <a:lstStyle>
            <a:lvl1pPr>
              <a:lnSpc>
                <a:spcPct val="80000"/>
              </a:lnSpc>
              <a:defRPr/>
            </a:lvl1pPr>
          </a:lstStyle>
          <a:p>
            <a:r>
              <a:rPr lang="en-US"/>
              <a:t>Title. 32 pt. black. Bold. Sentence case. Two lines max.</a:t>
            </a:r>
          </a:p>
        </p:txBody>
      </p:sp>
      <p:sp>
        <p:nvSpPr>
          <p:cNvPr id="9" name="Takeaway bar"/>
          <p:cNvSpPr>
            <a:spLocks noGrp="1"/>
          </p:cNvSpPr>
          <p:nvPr>
            <p:ph type="body" sz="quarter" idx="15" hasCustomPrompt="1"/>
          </p:nvPr>
        </p:nvSpPr>
        <p:spPr>
          <a:xfrm>
            <a:off x="694946" y="5912568"/>
            <a:ext cx="10820398" cy="273280"/>
          </a:xfrm>
          <a:solidFill>
            <a:schemeClr val="accent1"/>
          </a:solidFill>
        </p:spPr>
        <p:txBody>
          <a:bodyPr vert="horz" wrap="square" lIns="621792" tIns="64008" rIns="621792" bIns="36576" rtlCol="0" anchor="b" anchorCtr="0">
            <a:spAutoFit/>
          </a:bodyPr>
          <a:lstStyle>
            <a:lvl1pPr marL="0" indent="0" algn="ctr" defTabSz="0">
              <a:lnSpc>
                <a:spcPts val="1300"/>
              </a:lnSpc>
              <a:spcBef>
                <a:spcPts val="0"/>
              </a:spcBef>
              <a:buFontTx/>
              <a:buNone/>
              <a:defRPr lang="en-US" sz="1600" b="1" dirty="0">
                <a:solidFill>
                  <a:schemeClr val="bg1"/>
                </a:solidFill>
                <a:latin typeface="Arial" panose="020B0604020202020204" pitchFamily="34" charset="0"/>
                <a:ea typeface="+mj-ea"/>
                <a:cs typeface="Arial" panose="020B0604020202020204" pitchFamily="34" charset="0"/>
              </a:defRPr>
            </a:lvl1pPr>
          </a:lstStyle>
          <a:p>
            <a:pPr marL="0" lvl="0" indent="0" algn="ctr">
              <a:buNone/>
            </a:pPr>
            <a:r>
              <a:rPr lang="en-US"/>
              <a:t>Optional takeaway bar. White. Bold. 16 pt. Centered. Sentence case.</a:t>
            </a:r>
          </a:p>
        </p:txBody>
      </p:sp>
    </p:spTree>
    <p:extLst>
      <p:ext uri="{BB962C8B-B14F-4D97-AF65-F5344CB8AC3E}">
        <p14:creationId xmlns:p14="http://schemas.microsoft.com/office/powerpoint/2010/main" val="2408756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1296">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RTX: 3 column">
    <p:spTree>
      <p:nvGrpSpPr>
        <p:cNvPr id="1" name=""/>
        <p:cNvGrpSpPr/>
        <p:nvPr/>
      </p:nvGrpSpPr>
      <p:grpSpPr>
        <a:xfrm>
          <a:off x="0" y="0"/>
          <a:ext cx="0" cy="0"/>
          <a:chOff x="0" y="0"/>
          <a:chExt cx="0" cy="0"/>
        </a:xfrm>
      </p:grpSpPr>
      <p:sp>
        <p:nvSpPr>
          <p:cNvPr id="13" name="Body 3"/>
          <p:cNvSpPr>
            <a:spLocks noGrp="1"/>
          </p:cNvSpPr>
          <p:nvPr>
            <p:ph type="body" sz="quarter" idx="18" hasCustomPrompt="1"/>
          </p:nvPr>
        </p:nvSpPr>
        <p:spPr>
          <a:xfrm>
            <a:off x="8092684" y="2258534"/>
            <a:ext cx="3413515" cy="3532667"/>
          </a:xfrm>
          <a:noFill/>
        </p:spPr>
        <p:txBody>
          <a:bodyPr rIns="182880"/>
          <a:lstStyle>
            <a:lvl1pPr marL="219446" indent="-219446" algn="l" defTabSz="914378" rtl="0" eaLnBrk="1" latinLnBrk="0" hangingPunct="1">
              <a:lnSpc>
                <a:spcPct val="100000"/>
              </a:lnSpc>
              <a:spcBef>
                <a:spcPct val="0"/>
              </a:spcBef>
              <a:spcAft>
                <a:spcPts val="600"/>
              </a:spcAft>
              <a:buClr>
                <a:srgbClr val="CE1126"/>
              </a:buClr>
              <a:buSzPct val="75000"/>
              <a:buFont typeface="Arial" panose="020B0604020202020204" pitchFamily="34" charset="0"/>
              <a:buChar char="•"/>
              <a:defRPr lang="en-US" sz="1800" kern="1200" dirty="0" smtClean="0">
                <a:solidFill>
                  <a:schemeClr val="tx1"/>
                </a:solidFill>
                <a:latin typeface="+mn-lt"/>
                <a:ea typeface="+mn-ea"/>
                <a:cs typeface="+mn-cs"/>
              </a:defRPr>
            </a:lvl1pPr>
            <a:lvl2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2pPr>
            <a:lvl3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a:p>
            <a:pPr lvl="4"/>
            <a:r>
              <a:rPr lang="en-US"/>
              <a:t>Fifth level</a:t>
            </a:r>
          </a:p>
        </p:txBody>
      </p:sp>
      <p:sp>
        <p:nvSpPr>
          <p:cNvPr id="12" name="Body 2"/>
          <p:cNvSpPr>
            <a:spLocks noGrp="1"/>
          </p:cNvSpPr>
          <p:nvPr>
            <p:ph type="body" sz="quarter" idx="17" hasCustomPrompt="1"/>
          </p:nvPr>
        </p:nvSpPr>
        <p:spPr>
          <a:xfrm>
            <a:off x="4396984" y="2258534"/>
            <a:ext cx="3413516" cy="3532667"/>
          </a:xfrm>
          <a:noFill/>
        </p:spPr>
        <p:txBody>
          <a:bodyPr rIns="182880"/>
          <a:lstStyle>
            <a:lvl1pPr marL="219446" indent="-219446" algn="l" defTabSz="914378" rtl="0" eaLnBrk="1" latinLnBrk="0" hangingPunct="1">
              <a:lnSpc>
                <a:spcPct val="100000"/>
              </a:lnSpc>
              <a:spcBef>
                <a:spcPct val="0"/>
              </a:spcBef>
              <a:spcAft>
                <a:spcPts val="600"/>
              </a:spcAft>
              <a:buClr>
                <a:srgbClr val="CE1126"/>
              </a:buClr>
              <a:buSzPct val="75000"/>
              <a:buFont typeface="Arial" panose="020B0604020202020204" pitchFamily="34" charset="0"/>
              <a:buChar char="•"/>
              <a:defRPr lang="en-US" sz="1800" kern="1200" dirty="0" smtClean="0">
                <a:solidFill>
                  <a:schemeClr val="tx1"/>
                </a:solidFill>
                <a:latin typeface="+mn-lt"/>
                <a:ea typeface="+mn-ea"/>
                <a:cs typeface="+mn-cs"/>
              </a:defRPr>
            </a:lvl1pPr>
            <a:lvl2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2pPr>
            <a:lvl3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a:p>
            <a:pPr lvl="4"/>
            <a:r>
              <a:rPr lang="en-US"/>
              <a:t>Fifth level</a:t>
            </a:r>
          </a:p>
        </p:txBody>
      </p:sp>
      <p:sp>
        <p:nvSpPr>
          <p:cNvPr id="31" name="Body 1"/>
          <p:cNvSpPr>
            <a:spLocks noGrp="1"/>
          </p:cNvSpPr>
          <p:nvPr>
            <p:ph type="body" sz="quarter" idx="13" hasCustomPrompt="1"/>
          </p:nvPr>
        </p:nvSpPr>
        <p:spPr>
          <a:xfrm>
            <a:off x="696435" y="2258534"/>
            <a:ext cx="3418366" cy="3532667"/>
          </a:xfrm>
          <a:noFill/>
        </p:spPr>
        <p:txBody>
          <a:bodyPr rIns="182880"/>
          <a:lstStyle>
            <a:lvl1pPr marL="219446" indent="-219446" algn="l" defTabSz="914378" rtl="0" eaLnBrk="1" latinLnBrk="0" hangingPunct="1">
              <a:lnSpc>
                <a:spcPct val="100000"/>
              </a:lnSpc>
              <a:spcBef>
                <a:spcPct val="0"/>
              </a:spcBef>
              <a:spcAft>
                <a:spcPts val="600"/>
              </a:spcAft>
              <a:buClr>
                <a:srgbClr val="CE1126"/>
              </a:buClr>
              <a:buSzPct val="75000"/>
              <a:buFont typeface="Arial" panose="020B0604020202020204" pitchFamily="34" charset="0"/>
              <a:buChar char="•"/>
              <a:defRPr lang="en-US" sz="1800" kern="1200" baseline="0" dirty="0" smtClean="0">
                <a:solidFill>
                  <a:schemeClr val="tx1"/>
                </a:solidFill>
                <a:latin typeface="+mn-lt"/>
                <a:ea typeface="+mn-ea"/>
                <a:cs typeface="+mn-cs"/>
              </a:defRPr>
            </a:lvl1pPr>
            <a:lvl2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2pPr>
            <a:lvl3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a:p>
            <a:pPr lvl="4"/>
            <a:r>
              <a:rPr lang="en-US"/>
              <a:t>Fifth level</a:t>
            </a:r>
          </a:p>
        </p:txBody>
      </p:sp>
      <p:sp>
        <p:nvSpPr>
          <p:cNvPr id="21" name="Slide number"/>
          <p:cNvSpPr>
            <a:spLocks noGrp="1"/>
          </p:cNvSpPr>
          <p:nvPr>
            <p:ph type="sldNum" sz="quarter" idx="4"/>
          </p:nvPr>
        </p:nvSpPr>
        <p:spPr>
          <a:xfrm>
            <a:off x="10983397" y="6380415"/>
            <a:ext cx="531947" cy="365125"/>
          </a:xfrm>
          <a:prstGeom prst="rect">
            <a:avLst/>
          </a:prstGeom>
        </p:spPr>
        <p:txBody>
          <a:bodyPr vert="horz" lIns="0" tIns="0" rIns="0" bIns="0" rtlCol="0" anchor="t" anchorCtr="0"/>
          <a:lstStyle>
            <a:lvl1pPr algn="r">
              <a:defRPr lang="en-US" sz="1200" kern="1200" smtClean="0">
                <a:solidFill>
                  <a:schemeClr val="tx1">
                    <a:tint val="75000"/>
                  </a:schemeClr>
                </a:solidFill>
                <a:latin typeface="+mn-lt"/>
                <a:ea typeface="+mn-ea"/>
                <a:cs typeface="+mn-cs"/>
              </a:defRPr>
            </a:lvl1pPr>
          </a:lstStyle>
          <a:p>
            <a:fld id="{07165E6F-54ED-4977-A15E-D44BE7238A65}" type="slidenum">
              <a:rPr lang="en-US" smtClean="0"/>
              <a:pPr/>
              <a:t>‹#›</a:t>
            </a:fld>
            <a:endParaRPr lang="en-US"/>
          </a:p>
        </p:txBody>
      </p:sp>
      <p:sp>
        <p:nvSpPr>
          <p:cNvPr id="14" name="Text Placeholder 2"/>
          <p:cNvSpPr>
            <a:spLocks noGrp="1"/>
          </p:cNvSpPr>
          <p:nvPr>
            <p:ph type="body" sz="quarter" idx="21" hasCustomPrompt="1"/>
          </p:nvPr>
        </p:nvSpPr>
        <p:spPr>
          <a:xfrm>
            <a:off x="695325" y="1572733"/>
            <a:ext cx="3419476" cy="590931"/>
          </a:xfrm>
          <a:noFill/>
        </p:spPr>
        <p:txBody>
          <a:bodyPr vert="horz" wrap="square" lIns="0" tIns="0" rIns="0" bIns="91440" rtlCol="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lang="en-US"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5" name="Text Placeholder 2"/>
          <p:cNvSpPr>
            <a:spLocks noGrp="1"/>
          </p:cNvSpPr>
          <p:nvPr>
            <p:ph type="body" sz="quarter" idx="23" hasCustomPrompt="1"/>
          </p:nvPr>
        </p:nvSpPr>
        <p:spPr>
          <a:xfrm>
            <a:off x="4364235" y="1572733"/>
            <a:ext cx="3419476" cy="590931"/>
          </a:xfrm>
          <a:noFill/>
        </p:spPr>
        <p:txBody>
          <a:bodyPr vert="horz" wrap="square" lIns="0" tIns="0" rIns="0" bIns="91440" rtlCol="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lang="en-US"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6" name="Text Placeholder 2"/>
          <p:cNvSpPr>
            <a:spLocks noGrp="1"/>
          </p:cNvSpPr>
          <p:nvPr>
            <p:ph type="body" sz="quarter" idx="24" hasCustomPrompt="1"/>
          </p:nvPr>
        </p:nvSpPr>
        <p:spPr>
          <a:xfrm>
            <a:off x="8077201" y="1572733"/>
            <a:ext cx="3419476" cy="590931"/>
          </a:xfrm>
          <a:noFill/>
        </p:spPr>
        <p:txBody>
          <a:bodyPr vert="horz" wrap="square" lIns="0" tIns="0" rIns="0" bIns="91440" rtlCol="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lang="en-US"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7" name="Title 5"/>
          <p:cNvSpPr>
            <a:spLocks noGrp="1"/>
          </p:cNvSpPr>
          <p:nvPr>
            <p:ph type="title" hasCustomPrompt="1"/>
          </p:nvPr>
        </p:nvSpPr>
        <p:spPr>
          <a:xfrm>
            <a:off x="694944" y="466348"/>
            <a:ext cx="10811257" cy="676653"/>
          </a:xfrm>
          <a:prstGeom prst="rect">
            <a:avLst/>
          </a:prstGeom>
        </p:spPr>
        <p:txBody>
          <a:bodyPr/>
          <a:lstStyle>
            <a:lvl1pPr>
              <a:lnSpc>
                <a:spcPct val="80000"/>
              </a:lnSpc>
              <a:defRPr/>
            </a:lvl1pPr>
          </a:lstStyle>
          <a:p>
            <a:r>
              <a:rPr lang="en-US"/>
              <a:t>Title. 32 pt. black. Bold. Sentence case. Two lines max.</a:t>
            </a:r>
          </a:p>
        </p:txBody>
      </p:sp>
      <p:sp>
        <p:nvSpPr>
          <p:cNvPr id="11" name="Takeaway bar"/>
          <p:cNvSpPr>
            <a:spLocks noGrp="1"/>
          </p:cNvSpPr>
          <p:nvPr>
            <p:ph type="body" sz="quarter" idx="15" hasCustomPrompt="1"/>
          </p:nvPr>
        </p:nvSpPr>
        <p:spPr>
          <a:xfrm>
            <a:off x="694946" y="5912568"/>
            <a:ext cx="10820398" cy="273280"/>
          </a:xfrm>
          <a:solidFill>
            <a:schemeClr val="accent1"/>
          </a:solidFill>
        </p:spPr>
        <p:txBody>
          <a:bodyPr vert="horz" wrap="square" lIns="621792" tIns="64008" rIns="621792" bIns="36576" rtlCol="0" anchor="b" anchorCtr="0">
            <a:spAutoFit/>
          </a:bodyPr>
          <a:lstStyle>
            <a:lvl1pPr marL="0" indent="0" algn="ctr" defTabSz="0">
              <a:lnSpc>
                <a:spcPts val="1300"/>
              </a:lnSpc>
              <a:spcBef>
                <a:spcPts val="0"/>
              </a:spcBef>
              <a:buFontTx/>
              <a:buNone/>
              <a:defRPr lang="en-US" sz="1600" b="1" dirty="0">
                <a:solidFill>
                  <a:schemeClr val="bg1"/>
                </a:solidFill>
                <a:latin typeface="Arial" panose="020B0604020202020204" pitchFamily="34" charset="0"/>
                <a:ea typeface="+mj-ea"/>
                <a:cs typeface="Arial" panose="020B0604020202020204" pitchFamily="34" charset="0"/>
              </a:defRPr>
            </a:lvl1pPr>
          </a:lstStyle>
          <a:p>
            <a:pPr marL="0" lvl="0" indent="0" algn="ctr">
              <a:buNone/>
            </a:pPr>
            <a:r>
              <a:rPr lang="en-US"/>
              <a:t>Optional takeaway bar. White. Bold. 16 pt. Centered. Sentence case.</a:t>
            </a:r>
          </a:p>
        </p:txBody>
      </p:sp>
    </p:spTree>
    <p:extLst>
      <p:ext uri="{BB962C8B-B14F-4D97-AF65-F5344CB8AC3E}">
        <p14:creationId xmlns:p14="http://schemas.microsoft.com/office/powerpoint/2010/main" val="36114212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1416">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RTX: 3 columns/photos">
    <p:spTree>
      <p:nvGrpSpPr>
        <p:cNvPr id="1" name=""/>
        <p:cNvGrpSpPr/>
        <p:nvPr/>
      </p:nvGrpSpPr>
      <p:grpSpPr>
        <a:xfrm>
          <a:off x="0" y="0"/>
          <a:ext cx="0" cy="0"/>
          <a:chOff x="0" y="0"/>
          <a:chExt cx="0" cy="0"/>
        </a:xfrm>
      </p:grpSpPr>
      <p:sp>
        <p:nvSpPr>
          <p:cNvPr id="3" name="Picture Placeholder 2"/>
          <p:cNvSpPr>
            <a:spLocks noGrp="1"/>
          </p:cNvSpPr>
          <p:nvPr>
            <p:ph type="pic" sz="quarter" idx="22" hasCustomPrompt="1"/>
          </p:nvPr>
        </p:nvSpPr>
        <p:spPr>
          <a:xfrm>
            <a:off x="685800" y="1153634"/>
            <a:ext cx="3429001" cy="1940443"/>
          </a:xfrm>
          <a:solidFill>
            <a:schemeClr val="bg2"/>
          </a:solidFill>
        </p:spPr>
        <p:txBody>
          <a:bodyPr tIns="365760"/>
          <a:lstStyle>
            <a:lvl1pPr marL="0" indent="0" algn="ctr">
              <a:buNone/>
              <a:defRPr sz="1800"/>
            </a:lvl1pPr>
          </a:lstStyle>
          <a:p>
            <a:r>
              <a:rPr lang="en-US"/>
              <a:t>Click to insert photo</a:t>
            </a:r>
          </a:p>
        </p:txBody>
      </p:sp>
      <p:sp>
        <p:nvSpPr>
          <p:cNvPr id="20" name="Picture Placeholder 2"/>
          <p:cNvSpPr>
            <a:spLocks noGrp="1"/>
          </p:cNvSpPr>
          <p:nvPr>
            <p:ph type="pic" sz="quarter" idx="23" hasCustomPrompt="1"/>
          </p:nvPr>
        </p:nvSpPr>
        <p:spPr>
          <a:xfrm>
            <a:off x="4381501" y="1153633"/>
            <a:ext cx="3429001" cy="1940444"/>
          </a:xfrm>
          <a:solidFill>
            <a:schemeClr val="bg2"/>
          </a:solidFill>
        </p:spPr>
        <p:txBody>
          <a:bodyPr tIns="365760"/>
          <a:lstStyle>
            <a:lvl1pPr marL="0" indent="0" algn="ctr">
              <a:buNone/>
              <a:defRPr sz="1800" baseline="0"/>
            </a:lvl1pPr>
          </a:lstStyle>
          <a:p>
            <a:r>
              <a:rPr lang="en-US"/>
              <a:t>Click to insert photo</a:t>
            </a:r>
          </a:p>
        </p:txBody>
      </p:sp>
      <p:sp>
        <p:nvSpPr>
          <p:cNvPr id="21" name="Picture Placeholder 2"/>
          <p:cNvSpPr>
            <a:spLocks noGrp="1"/>
          </p:cNvSpPr>
          <p:nvPr>
            <p:ph type="pic" sz="quarter" idx="24" hasCustomPrompt="1"/>
          </p:nvPr>
        </p:nvSpPr>
        <p:spPr>
          <a:xfrm>
            <a:off x="8077201" y="1153634"/>
            <a:ext cx="3429001" cy="1940443"/>
          </a:xfrm>
          <a:solidFill>
            <a:schemeClr val="bg2"/>
          </a:solidFill>
        </p:spPr>
        <p:txBody>
          <a:bodyPr tIns="365760"/>
          <a:lstStyle>
            <a:lvl1pPr marL="0" indent="0" algn="ctr">
              <a:buNone/>
              <a:defRPr sz="1800" baseline="0"/>
            </a:lvl1pPr>
          </a:lstStyle>
          <a:p>
            <a:r>
              <a:rPr lang="en-US"/>
              <a:t>Click to insert photo</a:t>
            </a:r>
          </a:p>
        </p:txBody>
      </p:sp>
      <p:sp>
        <p:nvSpPr>
          <p:cNvPr id="18" name="Slide number"/>
          <p:cNvSpPr>
            <a:spLocks noGrp="1"/>
          </p:cNvSpPr>
          <p:nvPr>
            <p:ph type="sldNum" sz="quarter" idx="4"/>
          </p:nvPr>
        </p:nvSpPr>
        <p:spPr>
          <a:xfrm>
            <a:off x="10983397" y="6380415"/>
            <a:ext cx="531947" cy="365125"/>
          </a:xfrm>
          <a:prstGeom prst="rect">
            <a:avLst/>
          </a:prstGeom>
        </p:spPr>
        <p:txBody>
          <a:bodyPr vert="horz" lIns="0" tIns="0" rIns="0" bIns="0" rtlCol="0" anchor="t" anchorCtr="0"/>
          <a:lstStyle>
            <a:lvl1pPr algn="r">
              <a:defRPr lang="en-US" sz="1200" kern="1200" smtClean="0">
                <a:solidFill>
                  <a:schemeClr val="tx1">
                    <a:tint val="75000"/>
                  </a:schemeClr>
                </a:solidFill>
                <a:latin typeface="+mn-lt"/>
                <a:ea typeface="+mn-ea"/>
                <a:cs typeface="+mn-cs"/>
              </a:defRPr>
            </a:lvl1pPr>
          </a:lstStyle>
          <a:p>
            <a:fld id="{07165E6F-54ED-4977-A15E-D44BE7238A65}" type="slidenum">
              <a:rPr lang="en-US" smtClean="0"/>
              <a:pPr/>
              <a:t>‹#›</a:t>
            </a:fld>
            <a:endParaRPr lang="en-US"/>
          </a:p>
        </p:txBody>
      </p:sp>
      <p:sp>
        <p:nvSpPr>
          <p:cNvPr id="39" name="Title 5"/>
          <p:cNvSpPr>
            <a:spLocks noGrp="1"/>
          </p:cNvSpPr>
          <p:nvPr>
            <p:ph type="title" hasCustomPrompt="1"/>
          </p:nvPr>
        </p:nvSpPr>
        <p:spPr>
          <a:xfrm>
            <a:off x="694944" y="466348"/>
            <a:ext cx="10811257" cy="676653"/>
          </a:xfrm>
          <a:prstGeom prst="rect">
            <a:avLst/>
          </a:prstGeom>
        </p:spPr>
        <p:txBody>
          <a:bodyPr/>
          <a:lstStyle>
            <a:lvl1pPr>
              <a:lnSpc>
                <a:spcPct val="80000"/>
              </a:lnSpc>
              <a:defRPr/>
            </a:lvl1pPr>
          </a:lstStyle>
          <a:p>
            <a:r>
              <a:rPr lang="en-US"/>
              <a:t>Title. 32 pt. black. Bold. Sentence case. Two lines max.</a:t>
            </a:r>
          </a:p>
        </p:txBody>
      </p:sp>
      <p:sp>
        <p:nvSpPr>
          <p:cNvPr id="43" name="Body 3"/>
          <p:cNvSpPr>
            <a:spLocks noGrp="1"/>
          </p:cNvSpPr>
          <p:nvPr>
            <p:ph type="body" sz="quarter" idx="18" hasCustomPrompt="1"/>
          </p:nvPr>
        </p:nvSpPr>
        <p:spPr>
          <a:xfrm>
            <a:off x="8077201" y="3849863"/>
            <a:ext cx="3429001" cy="1940442"/>
          </a:xfrm>
          <a:noFill/>
        </p:spPr>
        <p:txBody>
          <a:bodyPr rIns="182880"/>
          <a:lstStyle>
            <a:lvl1pPr marL="219446" marR="0" indent="-219446" algn="l" defTabSz="914378" rtl="0" eaLnBrk="1" fontAlgn="auto" latinLnBrk="0" hangingPunct="1">
              <a:lnSpc>
                <a:spcPct val="100000"/>
              </a:lnSpc>
              <a:spcBef>
                <a:spcPct val="0"/>
              </a:spcBef>
              <a:spcAft>
                <a:spcPts val="600"/>
              </a:spcAft>
              <a:buClr>
                <a:srgbClr val="CE1126"/>
              </a:buClr>
              <a:buSzPct val="75000"/>
              <a:buFont typeface="Arial" panose="020B0604020202020204" pitchFamily="34" charset="0"/>
              <a:buChar char="•"/>
              <a:tabLst/>
              <a:defRPr lang="en-US" sz="1800" kern="1200">
                <a:solidFill>
                  <a:schemeClr val="tx1"/>
                </a:solidFill>
                <a:latin typeface="+mn-lt"/>
                <a:ea typeface="+mn-ea"/>
                <a:cs typeface="+mn-cs"/>
              </a:defRPr>
            </a:lvl1pPr>
            <a:lvl2pPr marL="438901" indent="-219451" algn="l" defTabSz="914378" rtl="0" eaLnBrk="1" latinLnBrk="0" hangingPunct="1">
              <a:lnSpc>
                <a:spcPct val="100000"/>
              </a:lnSpc>
              <a:spcBef>
                <a:spcPts val="0"/>
              </a:spcBef>
              <a:spcAft>
                <a:spcPts val="600"/>
              </a:spcAft>
              <a:buSzPct val="100000"/>
              <a:buFont typeface="Arial" panose="020B0604020202020204" pitchFamily="34" charset="0"/>
              <a:buChar char="–"/>
              <a:defRPr lang="en-US" sz="1800" kern="1200" dirty="0" smtClean="0">
                <a:solidFill>
                  <a:schemeClr val="tx1"/>
                </a:solidFill>
                <a:latin typeface="+mn-lt"/>
                <a:ea typeface="+mn-ea"/>
                <a:cs typeface="+mn-cs"/>
              </a:defRPr>
            </a:lvl2pPr>
            <a:lvl3pPr marL="621776"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lang="en-US" sz="1800" kern="1200" dirty="0" smtClean="0">
                <a:solidFill>
                  <a:schemeClr val="tx1"/>
                </a:solidFill>
                <a:latin typeface="+mn-lt"/>
                <a:ea typeface="+mn-ea"/>
                <a:cs typeface="+mn-cs"/>
              </a:defRPr>
            </a:lvl3pPr>
            <a:lvl4pPr marL="841227" indent="-219451" algn="l" defTabSz="914378" rtl="0" eaLnBrk="1" latinLnBrk="0" hangingPunct="1">
              <a:lnSpc>
                <a:spcPct val="100000"/>
              </a:lnSpc>
              <a:spcBef>
                <a:spcPts val="0"/>
              </a:spcBef>
              <a:spcAft>
                <a:spcPts val="600"/>
              </a:spcAft>
              <a:buSzPct val="100000"/>
              <a:buFont typeface="Arial" panose="020B0604020202020204" pitchFamily="34" charset="0"/>
              <a:buChar char="–"/>
              <a:defRPr lang="en-US" sz="1800" kern="1200" dirty="0" smtClean="0">
                <a:solidFill>
                  <a:schemeClr val="tx1"/>
                </a:solidFill>
                <a:latin typeface="+mn-lt"/>
                <a:ea typeface="+mn-ea"/>
                <a:cs typeface="+mn-cs"/>
              </a:defRPr>
            </a:lvl4pPr>
            <a:lvl5pPr marL="1060678"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a:p>
            <a:pPr lvl="4"/>
            <a:r>
              <a:rPr lang="en-US"/>
              <a:t>Fifth level</a:t>
            </a:r>
          </a:p>
        </p:txBody>
      </p:sp>
      <p:sp>
        <p:nvSpPr>
          <p:cNvPr id="44" name="Body 2"/>
          <p:cNvSpPr>
            <a:spLocks noGrp="1"/>
          </p:cNvSpPr>
          <p:nvPr>
            <p:ph type="body" sz="quarter" idx="17" hasCustomPrompt="1"/>
          </p:nvPr>
        </p:nvSpPr>
        <p:spPr>
          <a:xfrm>
            <a:off x="4381501" y="3849864"/>
            <a:ext cx="3429001" cy="1940443"/>
          </a:xfrm>
          <a:noFill/>
        </p:spPr>
        <p:txBody>
          <a:bodyPr rIns="182880"/>
          <a:lstStyle>
            <a:lvl1pPr marL="219446" marR="0" indent="-219446" algn="l" defTabSz="914378" rtl="0" eaLnBrk="1" fontAlgn="auto" latinLnBrk="0" hangingPunct="1">
              <a:lnSpc>
                <a:spcPct val="100000"/>
              </a:lnSpc>
              <a:spcBef>
                <a:spcPct val="0"/>
              </a:spcBef>
              <a:spcAft>
                <a:spcPts val="600"/>
              </a:spcAft>
              <a:buClr>
                <a:srgbClr val="CE1126"/>
              </a:buClr>
              <a:buSzPct val="75000"/>
              <a:buFont typeface="Arial" panose="020B0604020202020204" pitchFamily="34" charset="0"/>
              <a:buChar char="•"/>
              <a:tabLst/>
              <a:defRPr lang="en-US" sz="1800" kern="1200">
                <a:solidFill>
                  <a:schemeClr val="tx1"/>
                </a:solidFill>
                <a:latin typeface="+mn-lt"/>
                <a:ea typeface="+mn-ea"/>
                <a:cs typeface="+mn-cs"/>
              </a:defRPr>
            </a:lvl1pPr>
            <a:lvl2pPr marL="438901" indent="-219451" algn="l" defTabSz="914378" rtl="0" eaLnBrk="1" latinLnBrk="0" hangingPunct="1">
              <a:lnSpc>
                <a:spcPct val="100000"/>
              </a:lnSpc>
              <a:spcBef>
                <a:spcPts val="0"/>
              </a:spcBef>
              <a:spcAft>
                <a:spcPts val="600"/>
              </a:spcAft>
              <a:buSzPct val="100000"/>
              <a:buFont typeface="Arial" panose="020B0604020202020204" pitchFamily="34" charset="0"/>
              <a:buChar char="–"/>
              <a:defRPr lang="en-US" sz="1800" kern="1200" dirty="0" smtClean="0">
                <a:solidFill>
                  <a:schemeClr val="tx1"/>
                </a:solidFill>
                <a:latin typeface="+mn-lt"/>
                <a:ea typeface="+mn-ea"/>
                <a:cs typeface="+mn-cs"/>
              </a:defRPr>
            </a:lvl2pPr>
            <a:lvl3pPr marL="621776"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lang="en-US" sz="1800" kern="1200" dirty="0" smtClean="0">
                <a:solidFill>
                  <a:schemeClr val="tx1"/>
                </a:solidFill>
                <a:latin typeface="+mn-lt"/>
                <a:ea typeface="+mn-ea"/>
                <a:cs typeface="+mn-cs"/>
              </a:defRPr>
            </a:lvl3pPr>
            <a:lvl4pPr marL="841227" indent="-219451" algn="l" defTabSz="914378" rtl="0" eaLnBrk="1" latinLnBrk="0" hangingPunct="1">
              <a:lnSpc>
                <a:spcPct val="100000"/>
              </a:lnSpc>
              <a:spcBef>
                <a:spcPts val="0"/>
              </a:spcBef>
              <a:spcAft>
                <a:spcPts val="600"/>
              </a:spcAft>
              <a:buSzPct val="100000"/>
              <a:buFont typeface="Arial" panose="020B0604020202020204" pitchFamily="34" charset="0"/>
              <a:buChar char="–"/>
              <a:defRPr lang="en-US" sz="1800" kern="1200" dirty="0" smtClean="0">
                <a:solidFill>
                  <a:schemeClr val="tx1"/>
                </a:solidFill>
                <a:latin typeface="+mn-lt"/>
                <a:ea typeface="+mn-ea"/>
                <a:cs typeface="+mn-cs"/>
              </a:defRPr>
            </a:lvl4pPr>
            <a:lvl5pPr marL="1060678"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a:p>
            <a:pPr lvl="4"/>
            <a:r>
              <a:rPr lang="en-US"/>
              <a:t>Fifth level</a:t>
            </a:r>
          </a:p>
        </p:txBody>
      </p:sp>
      <p:sp>
        <p:nvSpPr>
          <p:cNvPr id="45" name="Body 1"/>
          <p:cNvSpPr>
            <a:spLocks noGrp="1"/>
          </p:cNvSpPr>
          <p:nvPr>
            <p:ph type="body" sz="quarter" idx="13" hasCustomPrompt="1"/>
          </p:nvPr>
        </p:nvSpPr>
        <p:spPr>
          <a:xfrm>
            <a:off x="696435" y="3849864"/>
            <a:ext cx="3418366" cy="1941337"/>
          </a:xfrm>
          <a:noFill/>
        </p:spPr>
        <p:txBody>
          <a:bodyPr rIns="182880"/>
          <a:lstStyle>
            <a:lvl1pPr marL="219446" marR="0" indent="-219446" algn="l" defTabSz="914378" rtl="0" eaLnBrk="1" fontAlgn="auto" latinLnBrk="0" hangingPunct="1">
              <a:lnSpc>
                <a:spcPct val="100000"/>
              </a:lnSpc>
              <a:spcBef>
                <a:spcPct val="0"/>
              </a:spcBef>
              <a:spcAft>
                <a:spcPts val="600"/>
              </a:spcAft>
              <a:buClr>
                <a:srgbClr val="CE1126"/>
              </a:buClr>
              <a:buSzPct val="75000"/>
              <a:buFont typeface="Arial" panose="020B0604020202020204" pitchFamily="34" charset="0"/>
              <a:buChar char="•"/>
              <a:tabLst/>
              <a:defRPr lang="en-US" sz="1800" kern="1200" baseline="0" dirty="0" smtClean="0">
                <a:solidFill>
                  <a:schemeClr val="tx1"/>
                </a:solidFill>
                <a:latin typeface="+mn-lt"/>
                <a:ea typeface="+mn-ea"/>
                <a:cs typeface="+mn-cs"/>
              </a:defRPr>
            </a:lvl1pPr>
            <a:lvl2pPr marL="438901"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2pPr>
            <a:lvl3pPr marL="621776"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3pPr>
            <a:lvl4pPr marL="841227"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marL="1060678"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a:p>
            <a:pPr lvl="4"/>
            <a:r>
              <a:rPr lang="en-US"/>
              <a:t>Fifth level</a:t>
            </a:r>
          </a:p>
        </p:txBody>
      </p:sp>
      <p:sp>
        <p:nvSpPr>
          <p:cNvPr id="49" name="Text Placeholder 2"/>
          <p:cNvSpPr>
            <a:spLocks noGrp="1"/>
          </p:cNvSpPr>
          <p:nvPr>
            <p:ph type="body" sz="quarter" idx="21" hasCustomPrompt="1"/>
          </p:nvPr>
        </p:nvSpPr>
        <p:spPr>
          <a:xfrm>
            <a:off x="695325" y="3245300"/>
            <a:ext cx="3419476" cy="590931"/>
          </a:xfrm>
          <a:noFill/>
        </p:spPr>
        <p:txBody>
          <a:bodyPr vert="horz" wrap="square" lIns="0" tIns="0" rIns="0" bIns="91440" rtlCol="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lang="en-US"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50" name="Text Placeholder 2"/>
          <p:cNvSpPr>
            <a:spLocks noGrp="1"/>
          </p:cNvSpPr>
          <p:nvPr>
            <p:ph type="body" sz="quarter" idx="26" hasCustomPrompt="1"/>
          </p:nvPr>
        </p:nvSpPr>
        <p:spPr>
          <a:xfrm>
            <a:off x="4364235" y="3245300"/>
            <a:ext cx="3419476" cy="590931"/>
          </a:xfrm>
          <a:noFill/>
        </p:spPr>
        <p:txBody>
          <a:bodyPr vert="horz" wrap="square" lIns="0" tIns="0" rIns="0" bIns="91440" rtlCol="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lang="en-US"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51" name="Text Placeholder 2"/>
          <p:cNvSpPr>
            <a:spLocks noGrp="1"/>
          </p:cNvSpPr>
          <p:nvPr>
            <p:ph type="body" sz="quarter" idx="27" hasCustomPrompt="1"/>
          </p:nvPr>
        </p:nvSpPr>
        <p:spPr>
          <a:xfrm>
            <a:off x="8077201" y="3245300"/>
            <a:ext cx="3419476" cy="590931"/>
          </a:xfrm>
          <a:noFill/>
        </p:spPr>
        <p:txBody>
          <a:bodyPr vert="horz" wrap="square" lIns="0" tIns="0" rIns="0" bIns="91440" rtlCol="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lang="en-US"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22" name="Takeaway bar"/>
          <p:cNvSpPr>
            <a:spLocks noGrp="1"/>
          </p:cNvSpPr>
          <p:nvPr>
            <p:ph type="body" sz="quarter" idx="15" hasCustomPrompt="1"/>
          </p:nvPr>
        </p:nvSpPr>
        <p:spPr>
          <a:xfrm>
            <a:off x="694946" y="5912568"/>
            <a:ext cx="10820398" cy="273280"/>
          </a:xfrm>
          <a:solidFill>
            <a:schemeClr val="accent1"/>
          </a:solidFill>
        </p:spPr>
        <p:txBody>
          <a:bodyPr vert="horz" wrap="square" lIns="621792" tIns="64008" rIns="621792" bIns="36576" rtlCol="0" anchor="b" anchorCtr="0">
            <a:spAutoFit/>
          </a:bodyPr>
          <a:lstStyle>
            <a:lvl1pPr marL="0" indent="0" algn="ctr" defTabSz="0">
              <a:lnSpc>
                <a:spcPts val="1300"/>
              </a:lnSpc>
              <a:spcBef>
                <a:spcPts val="0"/>
              </a:spcBef>
              <a:buFontTx/>
              <a:buNone/>
              <a:defRPr lang="en-US" sz="1600" b="1" dirty="0">
                <a:solidFill>
                  <a:schemeClr val="bg1"/>
                </a:solidFill>
                <a:latin typeface="Arial" panose="020B0604020202020204" pitchFamily="34" charset="0"/>
                <a:ea typeface="+mj-ea"/>
                <a:cs typeface="Arial" panose="020B0604020202020204" pitchFamily="34" charset="0"/>
              </a:defRPr>
            </a:lvl1pPr>
          </a:lstStyle>
          <a:p>
            <a:pPr marL="0" lvl="0" indent="0" algn="ctr">
              <a:buNone/>
            </a:pPr>
            <a:r>
              <a:rPr lang="en-US"/>
              <a:t>Optional takeaway bar. White. Bold. 16 pt. Centered. Sentence case.</a:t>
            </a:r>
          </a:p>
        </p:txBody>
      </p:sp>
    </p:spTree>
    <p:extLst>
      <p:ext uri="{BB962C8B-B14F-4D97-AF65-F5344CB8AC3E}">
        <p14:creationId xmlns:p14="http://schemas.microsoft.com/office/powerpoint/2010/main" val="24498720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RTX: Text Quad">
    <p:spTree>
      <p:nvGrpSpPr>
        <p:cNvPr id="1" name=""/>
        <p:cNvGrpSpPr/>
        <p:nvPr/>
      </p:nvGrpSpPr>
      <p:grpSpPr>
        <a:xfrm>
          <a:off x="0" y="0"/>
          <a:ext cx="0" cy="0"/>
          <a:chOff x="0" y="0"/>
          <a:chExt cx="0" cy="0"/>
        </a:xfrm>
      </p:grpSpPr>
      <p:sp>
        <p:nvSpPr>
          <p:cNvPr id="14" name="Body 4"/>
          <p:cNvSpPr>
            <a:spLocks noGrp="1"/>
          </p:cNvSpPr>
          <p:nvPr>
            <p:ph type="body" sz="quarter" idx="19" hasCustomPrompt="1"/>
          </p:nvPr>
        </p:nvSpPr>
        <p:spPr>
          <a:xfrm>
            <a:off x="6260433" y="4060049"/>
            <a:ext cx="5257801" cy="1426354"/>
          </a:xfrm>
          <a:noFill/>
        </p:spPr>
        <p:txBody>
          <a:bodyPr rIns="182880"/>
          <a:lstStyle>
            <a:lvl1pPr marL="219446" indent="-219446" algn="l" defTabSz="914378" rtl="0" eaLnBrk="1" latinLnBrk="0" hangingPunct="1">
              <a:lnSpc>
                <a:spcPct val="100000"/>
              </a:lnSpc>
              <a:spcBef>
                <a:spcPct val="0"/>
              </a:spcBef>
              <a:spcAft>
                <a:spcPts val="600"/>
              </a:spcAft>
              <a:buClr>
                <a:srgbClr val="CE1126"/>
              </a:buClr>
              <a:buSzPct val="75000"/>
              <a:buFont typeface="Arial" panose="020B0604020202020204" pitchFamily="34" charset="0"/>
              <a:buChar char="•"/>
              <a:defRPr lang="en-US" sz="1800" kern="1200" dirty="0" smtClean="0">
                <a:solidFill>
                  <a:schemeClr val="tx1"/>
                </a:solidFill>
                <a:latin typeface="+mn-lt"/>
                <a:ea typeface="+mn-ea"/>
                <a:cs typeface="+mn-cs"/>
              </a:defRPr>
            </a:lvl1pPr>
            <a:lvl2pPr marL="438901" indent="-219451" algn="l" defTabSz="914378" rtl="0" eaLnBrk="1" latinLnBrk="0" hangingPunct="1">
              <a:lnSpc>
                <a:spcPct val="100000"/>
              </a:lnSpc>
              <a:spcBef>
                <a:spcPts val="0"/>
              </a:spcBef>
              <a:spcAft>
                <a:spcPts val="600"/>
              </a:spcAft>
              <a:buSzPct val="100000"/>
              <a:buFont typeface="Arial" panose="020B0604020202020204" pitchFamily="34" charset="0"/>
              <a:buChar char="–"/>
              <a:defRPr lang="en-US" sz="1800" kern="1200" dirty="0" smtClean="0">
                <a:solidFill>
                  <a:schemeClr val="tx1"/>
                </a:solidFill>
                <a:latin typeface="+mn-lt"/>
                <a:ea typeface="+mn-ea"/>
                <a:cs typeface="+mn-cs"/>
              </a:defRPr>
            </a:lvl2pPr>
            <a:lvl3pPr marL="621776"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lang="en-US" sz="1800" kern="120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p:txBody>
      </p:sp>
      <p:sp>
        <p:nvSpPr>
          <p:cNvPr id="12" name="Body 3"/>
          <p:cNvSpPr>
            <a:spLocks noGrp="1"/>
          </p:cNvSpPr>
          <p:nvPr>
            <p:ph type="body" sz="quarter" idx="17" hasCustomPrompt="1"/>
          </p:nvPr>
        </p:nvSpPr>
        <p:spPr>
          <a:xfrm>
            <a:off x="6260431" y="1922165"/>
            <a:ext cx="5257801" cy="1426464"/>
          </a:xfrm>
          <a:noFill/>
        </p:spPr>
        <p:txBody>
          <a:bodyPr rIns="182880"/>
          <a:lstStyle>
            <a:lvl1pPr marL="219446" indent="-219446" algn="l" defTabSz="914378" rtl="0" eaLnBrk="1" latinLnBrk="0" hangingPunct="1">
              <a:lnSpc>
                <a:spcPct val="100000"/>
              </a:lnSpc>
              <a:spcBef>
                <a:spcPct val="0"/>
              </a:spcBef>
              <a:spcAft>
                <a:spcPts val="600"/>
              </a:spcAft>
              <a:buClr>
                <a:srgbClr val="CE1126"/>
              </a:buClr>
              <a:buSzPct val="75000"/>
              <a:buFont typeface="Arial" panose="020B0604020202020204" pitchFamily="34" charset="0"/>
              <a:buChar char="•"/>
              <a:defRPr lang="en-US" sz="1800" kern="1200" dirty="0" smtClean="0">
                <a:solidFill>
                  <a:schemeClr val="tx1"/>
                </a:solidFill>
                <a:latin typeface="+mn-lt"/>
                <a:ea typeface="+mn-ea"/>
                <a:cs typeface="+mn-cs"/>
              </a:defRPr>
            </a:lvl1pPr>
            <a:lvl2pPr marL="438901" indent="-219451" algn="l" defTabSz="914378" rtl="0" eaLnBrk="1" latinLnBrk="0" hangingPunct="1">
              <a:lnSpc>
                <a:spcPct val="100000"/>
              </a:lnSpc>
              <a:spcBef>
                <a:spcPts val="0"/>
              </a:spcBef>
              <a:spcAft>
                <a:spcPts val="600"/>
              </a:spcAft>
              <a:buSzPct val="100000"/>
              <a:buFont typeface="Arial" panose="020B0604020202020204" pitchFamily="34" charset="0"/>
              <a:buChar char="–"/>
              <a:defRPr lang="en-US" sz="1800" kern="1200" dirty="0" smtClean="0">
                <a:solidFill>
                  <a:schemeClr val="tx1"/>
                </a:solidFill>
                <a:latin typeface="+mn-lt"/>
                <a:ea typeface="+mn-ea"/>
                <a:cs typeface="+mn-cs"/>
              </a:defRPr>
            </a:lvl2pPr>
            <a:lvl3pPr marL="621776"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lang="en-US" sz="1800" kern="120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p:txBody>
      </p:sp>
      <p:sp>
        <p:nvSpPr>
          <p:cNvPr id="13" name="Body 2"/>
          <p:cNvSpPr>
            <a:spLocks noGrp="1"/>
          </p:cNvSpPr>
          <p:nvPr>
            <p:ph type="body" sz="quarter" idx="18" hasCustomPrompt="1"/>
          </p:nvPr>
        </p:nvSpPr>
        <p:spPr>
          <a:xfrm>
            <a:off x="697832" y="4060049"/>
            <a:ext cx="5241851" cy="1426354"/>
          </a:xfrm>
          <a:noFill/>
        </p:spPr>
        <p:txBody>
          <a:bodyPr rIns="182880"/>
          <a:lstStyle>
            <a:lvl1pPr marL="219446" indent="-219446" algn="l" defTabSz="914378" rtl="0" eaLnBrk="1" latinLnBrk="0" hangingPunct="1">
              <a:lnSpc>
                <a:spcPct val="100000"/>
              </a:lnSpc>
              <a:spcBef>
                <a:spcPct val="0"/>
              </a:spcBef>
              <a:spcAft>
                <a:spcPts val="600"/>
              </a:spcAft>
              <a:buClr>
                <a:srgbClr val="CE1126"/>
              </a:buClr>
              <a:buSzPct val="75000"/>
              <a:buFont typeface="Arial" panose="020B0604020202020204" pitchFamily="34" charset="0"/>
              <a:buChar char="•"/>
              <a:defRPr lang="en-US" sz="1800" kern="1200" dirty="0" smtClean="0">
                <a:solidFill>
                  <a:schemeClr val="tx1"/>
                </a:solidFill>
                <a:latin typeface="+mn-lt"/>
                <a:ea typeface="+mn-ea"/>
                <a:cs typeface="+mn-cs"/>
              </a:defRPr>
            </a:lvl1pPr>
            <a:lvl2pPr marL="438901" indent="-219451" algn="l" defTabSz="914378" rtl="0" eaLnBrk="1" latinLnBrk="0" hangingPunct="1">
              <a:lnSpc>
                <a:spcPct val="100000"/>
              </a:lnSpc>
              <a:spcBef>
                <a:spcPts val="0"/>
              </a:spcBef>
              <a:spcAft>
                <a:spcPts val="600"/>
              </a:spcAft>
              <a:buSzPct val="100000"/>
              <a:buFont typeface="Arial" panose="020B0604020202020204" pitchFamily="34" charset="0"/>
              <a:buChar char="–"/>
              <a:defRPr lang="en-US" sz="1800" kern="1200" dirty="0" smtClean="0">
                <a:solidFill>
                  <a:schemeClr val="tx1"/>
                </a:solidFill>
                <a:latin typeface="+mn-lt"/>
                <a:ea typeface="+mn-ea"/>
                <a:cs typeface="+mn-cs"/>
              </a:defRPr>
            </a:lvl2pPr>
            <a:lvl3pPr marL="621776"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lang="en-US" sz="1800" kern="120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p:txBody>
      </p:sp>
      <p:sp>
        <p:nvSpPr>
          <p:cNvPr id="31" name="Body 1"/>
          <p:cNvSpPr>
            <a:spLocks noGrp="1"/>
          </p:cNvSpPr>
          <p:nvPr>
            <p:ph type="body" sz="quarter" idx="13" hasCustomPrompt="1"/>
          </p:nvPr>
        </p:nvSpPr>
        <p:spPr>
          <a:xfrm>
            <a:off x="698346" y="1922165"/>
            <a:ext cx="5240823" cy="1426464"/>
          </a:xfrm>
          <a:noFill/>
        </p:spPr>
        <p:txBody>
          <a:bodyPr rIns="182880"/>
          <a:lstStyle>
            <a:lvl1pPr marL="219446" indent="-219446" algn="l" defTabSz="914378" rtl="0" eaLnBrk="1" latinLnBrk="0" hangingPunct="1">
              <a:lnSpc>
                <a:spcPct val="100000"/>
              </a:lnSpc>
              <a:spcBef>
                <a:spcPct val="0"/>
              </a:spcBef>
              <a:spcAft>
                <a:spcPts val="600"/>
              </a:spcAft>
              <a:buClr>
                <a:srgbClr val="CE1126"/>
              </a:buClr>
              <a:buSzPct val="75000"/>
              <a:buFont typeface="Arial" panose="020B0604020202020204" pitchFamily="34" charset="0"/>
              <a:buChar char="•"/>
              <a:defRPr lang="en-US" sz="1800" kern="1200" baseline="0" dirty="0" smtClean="0">
                <a:solidFill>
                  <a:schemeClr val="tx1"/>
                </a:solidFill>
                <a:latin typeface="+mn-lt"/>
                <a:ea typeface="+mn-ea"/>
                <a:cs typeface="+mn-cs"/>
              </a:defRPr>
            </a:lvl1pPr>
            <a:lvl2pPr marL="438901" indent="-219451" algn="l" defTabSz="914378" rtl="0" eaLnBrk="1" latinLnBrk="0" hangingPunct="1">
              <a:lnSpc>
                <a:spcPct val="100000"/>
              </a:lnSpc>
              <a:spcBef>
                <a:spcPts val="0"/>
              </a:spcBef>
              <a:spcAft>
                <a:spcPts val="600"/>
              </a:spcAft>
              <a:buSzPct val="100000"/>
              <a:buFont typeface="Arial" panose="020B0604020202020204" pitchFamily="34" charset="0"/>
              <a:buChar char="–"/>
              <a:defRPr lang="en-US" sz="1800" kern="1200" dirty="0" smtClean="0">
                <a:solidFill>
                  <a:schemeClr val="tx1"/>
                </a:solidFill>
                <a:latin typeface="+mn-lt"/>
                <a:ea typeface="+mn-ea"/>
                <a:cs typeface="+mn-cs"/>
              </a:defRPr>
            </a:lvl2pPr>
            <a:lvl3pPr marL="621776"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lang="en-US" sz="1800" kern="1200" dirty="0" smtClean="0">
                <a:solidFill>
                  <a:schemeClr val="tx1"/>
                </a:solidFill>
                <a:latin typeface="+mn-lt"/>
                <a:ea typeface="+mn-ea"/>
                <a:cs typeface="+mn-cs"/>
              </a:defRPr>
            </a:lvl3pPr>
            <a:lvl4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smtClean="0">
                <a:solidFill>
                  <a:schemeClr val="tx1"/>
                </a:solidFill>
                <a:latin typeface="+mn-lt"/>
                <a:ea typeface="+mn-ea"/>
                <a:cs typeface="+mn-cs"/>
              </a:defRPr>
            </a:lvl4pPr>
            <a:lvl5pPr indent="-219451" algn="l" defTabSz="914378" rtl="0" eaLnBrk="1" latinLnBrk="0" hangingPunct="1">
              <a:lnSpc>
                <a:spcPct val="100000"/>
              </a:lnSpc>
              <a:spcBef>
                <a:spcPts val="0"/>
              </a:spcBef>
              <a:spcAft>
                <a:spcPts val="600"/>
              </a:spcAft>
              <a:buFont typeface="Arial" panose="020B0604020202020204" pitchFamily="34" charset="0"/>
              <a:defRPr lang="en-US" sz="1800" kern="1200" dirty="0">
                <a:solidFill>
                  <a:schemeClr val="tx1"/>
                </a:solidFill>
                <a:latin typeface="+mn-lt"/>
                <a:ea typeface="+mn-ea"/>
                <a:cs typeface="+mn-cs"/>
              </a:defRPr>
            </a:lvl5pPr>
          </a:lstStyle>
          <a:p>
            <a:pPr lvl="0"/>
            <a:r>
              <a:rPr lang="en-US"/>
              <a:t>Main bullet. 18 pt. black.</a:t>
            </a:r>
          </a:p>
          <a:p>
            <a:pPr lvl="1"/>
            <a:r>
              <a:rPr lang="en-US"/>
              <a:t>Second level</a:t>
            </a:r>
          </a:p>
          <a:p>
            <a:pPr lvl="2"/>
            <a:r>
              <a:rPr lang="en-US"/>
              <a:t>Third level</a:t>
            </a:r>
          </a:p>
          <a:p>
            <a:pPr lvl="3"/>
            <a:r>
              <a:rPr lang="en-US"/>
              <a:t>Fourth level</a:t>
            </a:r>
          </a:p>
        </p:txBody>
      </p:sp>
      <p:sp>
        <p:nvSpPr>
          <p:cNvPr id="23" name="Slide number"/>
          <p:cNvSpPr>
            <a:spLocks noGrp="1"/>
          </p:cNvSpPr>
          <p:nvPr>
            <p:ph type="sldNum" sz="quarter" idx="4"/>
          </p:nvPr>
        </p:nvSpPr>
        <p:spPr>
          <a:xfrm>
            <a:off x="10983397" y="6380415"/>
            <a:ext cx="531947" cy="365125"/>
          </a:xfrm>
          <a:prstGeom prst="rect">
            <a:avLst/>
          </a:prstGeom>
        </p:spPr>
        <p:txBody>
          <a:bodyPr vert="horz" lIns="0" tIns="0" rIns="0" bIns="0" rtlCol="0" anchor="t" anchorCtr="0"/>
          <a:lstStyle>
            <a:lvl1pPr algn="r">
              <a:defRPr lang="en-US" sz="1200" kern="1200" smtClean="0">
                <a:solidFill>
                  <a:schemeClr val="tx1">
                    <a:tint val="75000"/>
                  </a:schemeClr>
                </a:solidFill>
                <a:latin typeface="+mn-lt"/>
                <a:ea typeface="+mn-ea"/>
                <a:cs typeface="+mn-cs"/>
              </a:defRPr>
            </a:lvl1pPr>
          </a:lstStyle>
          <a:p>
            <a:fld id="{07165E6F-54ED-4977-A15E-D44BE7238A65}" type="slidenum">
              <a:rPr lang="en-US" smtClean="0"/>
              <a:pPr/>
              <a:t>‹#›</a:t>
            </a:fld>
            <a:endParaRPr lang="en-US"/>
          </a:p>
        </p:txBody>
      </p:sp>
      <p:sp>
        <p:nvSpPr>
          <p:cNvPr id="15" name="Text Placeholder 2"/>
          <p:cNvSpPr>
            <a:spLocks noGrp="1"/>
          </p:cNvSpPr>
          <p:nvPr>
            <p:ph type="body" sz="quarter" idx="21" hasCustomPrompt="1"/>
          </p:nvPr>
        </p:nvSpPr>
        <p:spPr>
          <a:xfrm>
            <a:off x="6271500" y="1580535"/>
            <a:ext cx="5243844" cy="341632"/>
          </a:xfrm>
          <a:noFill/>
        </p:spPr>
        <p:txBody>
          <a:bodyPr wrap="square" bIns="9144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6" name="Text Placeholder 2"/>
          <p:cNvSpPr>
            <a:spLocks noGrp="1"/>
          </p:cNvSpPr>
          <p:nvPr>
            <p:ph type="body" sz="quarter" idx="25" hasCustomPrompt="1"/>
          </p:nvPr>
        </p:nvSpPr>
        <p:spPr>
          <a:xfrm>
            <a:off x="699756" y="1580535"/>
            <a:ext cx="5243844" cy="341632"/>
          </a:xfrm>
          <a:noFill/>
        </p:spPr>
        <p:txBody>
          <a:bodyPr wrap="square" bIns="9144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7" name="Text Placeholder 2"/>
          <p:cNvSpPr>
            <a:spLocks noGrp="1"/>
          </p:cNvSpPr>
          <p:nvPr>
            <p:ph type="body" sz="quarter" idx="26" hasCustomPrompt="1"/>
          </p:nvPr>
        </p:nvSpPr>
        <p:spPr>
          <a:xfrm>
            <a:off x="6271500" y="3714404"/>
            <a:ext cx="5243844" cy="341632"/>
          </a:xfrm>
          <a:noFill/>
        </p:spPr>
        <p:txBody>
          <a:bodyPr wrap="square" bIns="9144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8" name="Text Placeholder 2"/>
          <p:cNvSpPr>
            <a:spLocks noGrp="1"/>
          </p:cNvSpPr>
          <p:nvPr>
            <p:ph type="body" sz="quarter" idx="27" hasCustomPrompt="1"/>
          </p:nvPr>
        </p:nvSpPr>
        <p:spPr>
          <a:xfrm>
            <a:off x="699756" y="3714404"/>
            <a:ext cx="5243844" cy="341632"/>
          </a:xfrm>
          <a:noFill/>
        </p:spPr>
        <p:txBody>
          <a:bodyPr wrap="square" bIns="91440">
            <a:spAutoFit/>
          </a:bodyPr>
          <a:lstStyle>
            <a:lvl1pPr marL="0" marR="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sz="1800" b="1" baseline="0"/>
            </a:lvl1pPr>
          </a:lstStyle>
          <a:p>
            <a:pPr marL="0" marR="0" lvl="0" indent="0" algn="l" defTabSz="914378" rtl="0" eaLnBrk="1" fontAlgn="auto" latinLnBrk="0" hangingPunct="1">
              <a:lnSpc>
                <a:spcPct val="90000"/>
              </a:lnSpc>
              <a:spcBef>
                <a:spcPts val="0"/>
              </a:spcBef>
              <a:spcAft>
                <a:spcPts val="0"/>
              </a:spcAft>
              <a:buClrTx/>
              <a:buSzPct val="115000"/>
              <a:buFont typeface="Arial" panose="020B0604020202020204" pitchFamily="34" charset="0"/>
              <a:buNone/>
              <a:tabLst/>
              <a:defRPr/>
            </a:pPr>
            <a:r>
              <a:rPr lang="en-US"/>
              <a:t>Subhead 18 pt. black. Bold. Sentence case.</a:t>
            </a:r>
          </a:p>
        </p:txBody>
      </p:sp>
      <p:sp>
        <p:nvSpPr>
          <p:cNvPr id="19" name="Title 5"/>
          <p:cNvSpPr>
            <a:spLocks noGrp="1"/>
          </p:cNvSpPr>
          <p:nvPr>
            <p:ph type="title" hasCustomPrompt="1"/>
          </p:nvPr>
        </p:nvSpPr>
        <p:spPr>
          <a:xfrm>
            <a:off x="694944" y="466348"/>
            <a:ext cx="10811257" cy="676653"/>
          </a:xfrm>
          <a:prstGeom prst="rect">
            <a:avLst/>
          </a:prstGeom>
        </p:spPr>
        <p:txBody>
          <a:bodyPr/>
          <a:lstStyle>
            <a:lvl1pPr>
              <a:lnSpc>
                <a:spcPct val="80000"/>
              </a:lnSpc>
              <a:defRPr/>
            </a:lvl1pPr>
          </a:lstStyle>
          <a:p>
            <a:r>
              <a:rPr lang="en-US"/>
              <a:t>Title. 32 pt. black. Bold. Sentence case. Two lines max.</a:t>
            </a:r>
          </a:p>
        </p:txBody>
      </p:sp>
      <p:sp>
        <p:nvSpPr>
          <p:cNvPr id="21" name="Takeaway bar"/>
          <p:cNvSpPr>
            <a:spLocks noGrp="1"/>
          </p:cNvSpPr>
          <p:nvPr>
            <p:ph type="body" sz="quarter" idx="15" hasCustomPrompt="1"/>
          </p:nvPr>
        </p:nvSpPr>
        <p:spPr>
          <a:xfrm>
            <a:off x="694946" y="5912568"/>
            <a:ext cx="10820398" cy="273280"/>
          </a:xfrm>
          <a:solidFill>
            <a:schemeClr val="accent1"/>
          </a:solidFill>
        </p:spPr>
        <p:txBody>
          <a:bodyPr vert="horz" wrap="square" lIns="621792" tIns="64008" rIns="621792" bIns="36576" rtlCol="0" anchor="b" anchorCtr="0">
            <a:spAutoFit/>
          </a:bodyPr>
          <a:lstStyle>
            <a:lvl1pPr marL="0" indent="0" algn="ctr" defTabSz="0">
              <a:lnSpc>
                <a:spcPts val="1300"/>
              </a:lnSpc>
              <a:spcBef>
                <a:spcPts val="0"/>
              </a:spcBef>
              <a:buFontTx/>
              <a:buNone/>
              <a:defRPr lang="en-US" sz="1600" b="1" dirty="0">
                <a:solidFill>
                  <a:schemeClr val="bg1"/>
                </a:solidFill>
                <a:latin typeface="Arial" panose="020B0604020202020204" pitchFamily="34" charset="0"/>
                <a:ea typeface="+mj-ea"/>
                <a:cs typeface="Arial" panose="020B0604020202020204" pitchFamily="34" charset="0"/>
              </a:defRPr>
            </a:lvl1pPr>
          </a:lstStyle>
          <a:p>
            <a:pPr marL="0" lvl="0" indent="0" algn="ctr">
              <a:buNone/>
            </a:pPr>
            <a:r>
              <a:rPr lang="en-US"/>
              <a:t>Optional takeaway bar. White. Bold. 16 pt. Centered. Sentence case.</a:t>
            </a:r>
          </a:p>
        </p:txBody>
      </p:sp>
    </p:spTree>
    <p:extLst>
      <p:ext uri="{BB962C8B-B14F-4D97-AF65-F5344CB8AC3E}">
        <p14:creationId xmlns:p14="http://schemas.microsoft.com/office/powerpoint/2010/main" val="18118665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RTX: Blank">
    <p:spTree>
      <p:nvGrpSpPr>
        <p:cNvPr id="1" name=""/>
        <p:cNvGrpSpPr/>
        <p:nvPr/>
      </p:nvGrpSpPr>
      <p:grpSpPr>
        <a:xfrm>
          <a:off x="0" y="0"/>
          <a:ext cx="0" cy="0"/>
          <a:chOff x="0" y="0"/>
          <a:chExt cx="0" cy="0"/>
        </a:xfrm>
      </p:grpSpPr>
      <p:sp>
        <p:nvSpPr>
          <p:cNvPr id="9" name="Slide number"/>
          <p:cNvSpPr>
            <a:spLocks noGrp="1"/>
          </p:cNvSpPr>
          <p:nvPr>
            <p:ph type="sldNum" sz="quarter" idx="4"/>
          </p:nvPr>
        </p:nvSpPr>
        <p:spPr>
          <a:xfrm>
            <a:off x="10983397" y="6380415"/>
            <a:ext cx="531947" cy="365125"/>
          </a:xfrm>
          <a:prstGeom prst="rect">
            <a:avLst/>
          </a:prstGeom>
        </p:spPr>
        <p:txBody>
          <a:bodyPr vert="horz" lIns="0" tIns="0" rIns="0" bIns="0" rtlCol="0" anchor="t" anchorCtr="0"/>
          <a:lstStyle>
            <a:lvl1pPr algn="r">
              <a:defRPr lang="en-US" sz="1200" kern="1200" smtClean="0">
                <a:solidFill>
                  <a:schemeClr val="tx1">
                    <a:tint val="75000"/>
                  </a:schemeClr>
                </a:solidFill>
                <a:latin typeface="+mn-lt"/>
                <a:ea typeface="+mn-ea"/>
                <a:cs typeface="+mn-cs"/>
              </a:defRPr>
            </a:lvl1pPr>
          </a:lstStyle>
          <a:p>
            <a:fld id="{07165E6F-54ED-4977-A15E-D44BE7238A65}" type="slidenum">
              <a:rPr lang="en-US" smtClean="0"/>
              <a:pPr/>
              <a:t>‹#›</a:t>
            </a:fld>
            <a:endParaRPr lang="en-US"/>
          </a:p>
        </p:txBody>
      </p:sp>
      <p:sp>
        <p:nvSpPr>
          <p:cNvPr id="6" name="Title 5"/>
          <p:cNvSpPr>
            <a:spLocks noGrp="1"/>
          </p:cNvSpPr>
          <p:nvPr>
            <p:ph type="title" hasCustomPrompt="1"/>
          </p:nvPr>
        </p:nvSpPr>
        <p:spPr>
          <a:xfrm>
            <a:off x="694944" y="466348"/>
            <a:ext cx="10811257" cy="676653"/>
          </a:xfrm>
          <a:prstGeom prst="rect">
            <a:avLst/>
          </a:prstGeom>
        </p:spPr>
        <p:txBody>
          <a:bodyPr/>
          <a:lstStyle>
            <a:lvl1pPr>
              <a:lnSpc>
                <a:spcPct val="80000"/>
              </a:lnSpc>
              <a:defRPr/>
            </a:lvl1pPr>
          </a:lstStyle>
          <a:p>
            <a:r>
              <a:rPr lang="en-US"/>
              <a:t>Title. 32 pt. black. Bold. Sentence case. Two lines max.</a:t>
            </a:r>
          </a:p>
        </p:txBody>
      </p:sp>
      <p:sp>
        <p:nvSpPr>
          <p:cNvPr id="5" name="Takeaway bar"/>
          <p:cNvSpPr>
            <a:spLocks noGrp="1"/>
          </p:cNvSpPr>
          <p:nvPr>
            <p:ph type="body" sz="quarter" idx="15" hasCustomPrompt="1"/>
          </p:nvPr>
        </p:nvSpPr>
        <p:spPr>
          <a:xfrm>
            <a:off x="694946" y="5912568"/>
            <a:ext cx="10820398" cy="273280"/>
          </a:xfrm>
          <a:solidFill>
            <a:schemeClr val="accent1"/>
          </a:solidFill>
        </p:spPr>
        <p:txBody>
          <a:bodyPr vert="horz" wrap="square" lIns="621792" tIns="64008" rIns="621792" bIns="36576" rtlCol="0" anchor="b" anchorCtr="0">
            <a:spAutoFit/>
          </a:bodyPr>
          <a:lstStyle>
            <a:lvl1pPr marL="0" indent="0" algn="ctr" defTabSz="0">
              <a:lnSpc>
                <a:spcPts val="1300"/>
              </a:lnSpc>
              <a:spcBef>
                <a:spcPts val="0"/>
              </a:spcBef>
              <a:buFontTx/>
              <a:buNone/>
              <a:defRPr lang="en-US" sz="1600" b="1" dirty="0">
                <a:solidFill>
                  <a:schemeClr val="bg1"/>
                </a:solidFill>
                <a:latin typeface="Arial" panose="020B0604020202020204" pitchFamily="34" charset="0"/>
                <a:ea typeface="+mj-ea"/>
                <a:cs typeface="Arial" panose="020B0604020202020204" pitchFamily="34" charset="0"/>
              </a:defRPr>
            </a:lvl1pPr>
          </a:lstStyle>
          <a:p>
            <a:pPr marL="0" lvl="0" indent="0" algn="ctr">
              <a:buNone/>
            </a:pPr>
            <a:r>
              <a:rPr lang="en-US"/>
              <a:t>Optional takeaway bar. White. Bold. 16 pt. Centered. Sentence case.</a:t>
            </a:r>
          </a:p>
        </p:txBody>
      </p:sp>
    </p:spTree>
    <p:extLst>
      <p:ext uri="{BB962C8B-B14F-4D97-AF65-F5344CB8AC3E}">
        <p14:creationId xmlns:p14="http://schemas.microsoft.com/office/powerpoint/2010/main" val="1259685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RTX: Blank w/ Red Subhead">
    <p:spTree>
      <p:nvGrpSpPr>
        <p:cNvPr id="1" name=""/>
        <p:cNvGrpSpPr/>
        <p:nvPr/>
      </p:nvGrpSpPr>
      <p:grpSpPr>
        <a:xfrm>
          <a:off x="0" y="0"/>
          <a:ext cx="0" cy="0"/>
          <a:chOff x="0" y="0"/>
          <a:chExt cx="0" cy="0"/>
        </a:xfrm>
      </p:grpSpPr>
      <p:sp>
        <p:nvSpPr>
          <p:cNvPr id="9" name="Slide number"/>
          <p:cNvSpPr>
            <a:spLocks noGrp="1"/>
          </p:cNvSpPr>
          <p:nvPr>
            <p:ph type="sldNum" sz="quarter" idx="4"/>
          </p:nvPr>
        </p:nvSpPr>
        <p:spPr>
          <a:xfrm>
            <a:off x="10983397" y="6380415"/>
            <a:ext cx="531947" cy="365125"/>
          </a:xfrm>
          <a:prstGeom prst="rect">
            <a:avLst/>
          </a:prstGeom>
        </p:spPr>
        <p:txBody>
          <a:bodyPr vert="horz" lIns="0" tIns="0" rIns="0" bIns="0" rtlCol="0" anchor="t" anchorCtr="0"/>
          <a:lstStyle>
            <a:lvl1pPr algn="r">
              <a:defRPr lang="en-US" sz="1200" kern="1200" smtClean="0">
                <a:solidFill>
                  <a:schemeClr val="tx1">
                    <a:tint val="75000"/>
                  </a:schemeClr>
                </a:solidFill>
                <a:latin typeface="+mn-lt"/>
                <a:ea typeface="+mn-ea"/>
                <a:cs typeface="+mn-cs"/>
              </a:defRPr>
            </a:lvl1pPr>
          </a:lstStyle>
          <a:p>
            <a:fld id="{07165E6F-54ED-4977-A15E-D44BE7238A65}" type="slidenum">
              <a:rPr lang="en-US" smtClean="0"/>
              <a:pPr/>
              <a:t>‹#›</a:t>
            </a:fld>
            <a:endParaRPr lang="en-US"/>
          </a:p>
        </p:txBody>
      </p:sp>
      <p:sp>
        <p:nvSpPr>
          <p:cNvPr id="6" name="Title 5"/>
          <p:cNvSpPr>
            <a:spLocks noGrp="1"/>
          </p:cNvSpPr>
          <p:nvPr>
            <p:ph type="title" hasCustomPrompt="1"/>
          </p:nvPr>
        </p:nvSpPr>
        <p:spPr>
          <a:xfrm>
            <a:off x="694944" y="466348"/>
            <a:ext cx="10811257" cy="676653"/>
          </a:xfrm>
          <a:prstGeom prst="rect">
            <a:avLst/>
          </a:prstGeom>
        </p:spPr>
        <p:txBody>
          <a:bodyPr/>
          <a:lstStyle>
            <a:lvl1pPr>
              <a:lnSpc>
                <a:spcPct val="80000"/>
              </a:lnSpc>
              <a:defRPr/>
            </a:lvl1pPr>
          </a:lstStyle>
          <a:p>
            <a:r>
              <a:rPr lang="en-US"/>
              <a:t>Title. 32 pt. black. Bold. Sentence case. Two lines max.</a:t>
            </a:r>
          </a:p>
        </p:txBody>
      </p:sp>
      <p:sp>
        <p:nvSpPr>
          <p:cNvPr id="7" name="Text Placeholder 7"/>
          <p:cNvSpPr>
            <a:spLocks noGrp="1"/>
          </p:cNvSpPr>
          <p:nvPr>
            <p:ph type="body" sz="quarter" idx="17" hasCustomPrompt="1"/>
          </p:nvPr>
        </p:nvSpPr>
        <p:spPr>
          <a:xfrm>
            <a:off x="694946" y="1143000"/>
            <a:ext cx="10820398" cy="419100"/>
          </a:xfrm>
        </p:spPr>
        <p:txBody>
          <a:bodyPr/>
          <a:lstStyle>
            <a:lvl1pPr marL="0" indent="0">
              <a:buNone/>
              <a:defRPr sz="2400" b="1">
                <a:solidFill>
                  <a:schemeClr val="tx2"/>
                </a:solidFill>
              </a:defRPr>
            </a:lvl1pPr>
          </a:lstStyle>
          <a:p>
            <a:pPr lvl="0"/>
            <a:r>
              <a:rPr lang="en-US"/>
              <a:t>Subhead. 24 pt. RTX red. Bold. Sentence case. </a:t>
            </a:r>
          </a:p>
        </p:txBody>
      </p:sp>
      <p:sp>
        <p:nvSpPr>
          <p:cNvPr id="8" name="Takeaway bar"/>
          <p:cNvSpPr>
            <a:spLocks noGrp="1"/>
          </p:cNvSpPr>
          <p:nvPr>
            <p:ph type="body" sz="quarter" idx="15" hasCustomPrompt="1"/>
          </p:nvPr>
        </p:nvSpPr>
        <p:spPr>
          <a:xfrm>
            <a:off x="694946" y="5912568"/>
            <a:ext cx="10820398" cy="273280"/>
          </a:xfrm>
          <a:solidFill>
            <a:schemeClr val="accent1"/>
          </a:solidFill>
        </p:spPr>
        <p:txBody>
          <a:bodyPr vert="horz" wrap="square" lIns="621792" tIns="64008" rIns="621792" bIns="36576" rtlCol="0" anchor="b" anchorCtr="0">
            <a:spAutoFit/>
          </a:bodyPr>
          <a:lstStyle>
            <a:lvl1pPr marL="0" indent="0" algn="ctr" defTabSz="0">
              <a:lnSpc>
                <a:spcPts val="1300"/>
              </a:lnSpc>
              <a:spcBef>
                <a:spcPts val="0"/>
              </a:spcBef>
              <a:buFontTx/>
              <a:buNone/>
              <a:defRPr lang="en-US" sz="1600" b="1" dirty="0">
                <a:solidFill>
                  <a:schemeClr val="bg1"/>
                </a:solidFill>
                <a:latin typeface="Arial" panose="020B0604020202020204" pitchFamily="34" charset="0"/>
                <a:ea typeface="+mj-ea"/>
                <a:cs typeface="Arial" panose="020B0604020202020204" pitchFamily="34" charset="0"/>
              </a:defRPr>
            </a:lvl1pPr>
          </a:lstStyle>
          <a:p>
            <a:pPr marL="0" lvl="0" indent="0" algn="ctr">
              <a:buNone/>
            </a:pPr>
            <a:r>
              <a:rPr lang="en-US"/>
              <a:t>Optional takeaway bar. White. Bold. 16 pt. Centered. Sentence case.</a:t>
            </a:r>
          </a:p>
        </p:txBody>
      </p:sp>
    </p:spTree>
    <p:extLst>
      <p:ext uri="{BB962C8B-B14F-4D97-AF65-F5344CB8AC3E}">
        <p14:creationId xmlns:p14="http://schemas.microsoft.com/office/powerpoint/2010/main" val="25180180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51" name="Picture 50">
            <a:extLst>
              <a:ext uri="{FF2B5EF4-FFF2-40B4-BE49-F238E27FC236}">
                <a16:creationId xmlns:a16="http://schemas.microsoft.com/office/drawing/2014/main" id="{FE8CEAF3-CEAD-6948-890F-4DB2A4472D0F}"/>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122663" y="-370421"/>
            <a:ext cx="3869473" cy="2349322"/>
          </a:xfrm>
          <a:prstGeom prst="rect">
            <a:avLst/>
          </a:prstGeom>
        </p:spPr>
      </p:pic>
      <p:sp>
        <p:nvSpPr>
          <p:cNvPr id="6" name="Freeform 1">
            <a:extLst>
              <a:ext uri="{FF2B5EF4-FFF2-40B4-BE49-F238E27FC236}">
                <a16:creationId xmlns:a16="http://schemas.microsoft.com/office/drawing/2014/main" id="{1045CEC8-EF18-DB47-9D8C-6D45529156D0}"/>
              </a:ext>
            </a:extLst>
          </p:cNvPr>
          <p:cNvSpPr>
            <a:spLocks noChangeArrowheads="1"/>
          </p:cNvSpPr>
          <p:nvPr userDrawn="1"/>
        </p:nvSpPr>
        <p:spPr bwMode="auto">
          <a:xfrm>
            <a:off x="-148" y="0"/>
            <a:ext cx="12192148" cy="6858000"/>
          </a:xfrm>
          <a:custGeom>
            <a:avLst/>
            <a:gdLst>
              <a:gd name="T0" fmla="*/ 25251 w 40607"/>
              <a:gd name="T1" fmla="*/ 0 h 22841"/>
              <a:gd name="T2" fmla="*/ 0 w 40607"/>
              <a:gd name="T3" fmla="*/ 8201 h 22841"/>
              <a:gd name="T4" fmla="*/ 0 w 40607"/>
              <a:gd name="T5" fmla="*/ 22840 h 22841"/>
              <a:gd name="T6" fmla="*/ 11658 w 40607"/>
              <a:gd name="T7" fmla="*/ 22840 h 22841"/>
              <a:gd name="T8" fmla="*/ 40606 w 40607"/>
              <a:gd name="T9" fmla="*/ 13434 h 22841"/>
              <a:gd name="T10" fmla="*/ 40606 w 40607"/>
              <a:gd name="T11" fmla="*/ 0 h 22841"/>
              <a:gd name="T12" fmla="*/ 25251 w 40607"/>
              <a:gd name="T13" fmla="*/ 0 h 22841"/>
            </a:gdLst>
            <a:ahLst/>
            <a:cxnLst>
              <a:cxn ang="0">
                <a:pos x="T0" y="T1"/>
              </a:cxn>
              <a:cxn ang="0">
                <a:pos x="T2" y="T3"/>
              </a:cxn>
              <a:cxn ang="0">
                <a:pos x="T4" y="T5"/>
              </a:cxn>
              <a:cxn ang="0">
                <a:pos x="T6" y="T7"/>
              </a:cxn>
              <a:cxn ang="0">
                <a:pos x="T8" y="T9"/>
              </a:cxn>
              <a:cxn ang="0">
                <a:pos x="T10" y="T11"/>
              </a:cxn>
              <a:cxn ang="0">
                <a:pos x="T12" y="T13"/>
              </a:cxn>
            </a:cxnLst>
            <a:rect l="0" t="0" r="r" b="b"/>
            <a:pathLst>
              <a:path w="40607" h="22841">
                <a:moveTo>
                  <a:pt x="25251" y="0"/>
                </a:moveTo>
                <a:lnTo>
                  <a:pt x="0" y="8201"/>
                </a:lnTo>
                <a:lnTo>
                  <a:pt x="0" y="22840"/>
                </a:lnTo>
                <a:lnTo>
                  <a:pt x="11658" y="22840"/>
                </a:lnTo>
                <a:lnTo>
                  <a:pt x="40606" y="13434"/>
                </a:lnTo>
                <a:lnTo>
                  <a:pt x="40606" y="0"/>
                </a:lnTo>
                <a:lnTo>
                  <a:pt x="25251" y="0"/>
                </a:lnTo>
              </a:path>
            </a:pathLst>
          </a:custGeom>
          <a:solidFill>
            <a:schemeClr val="accent1"/>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35" name="Freeform 28">
            <a:extLst>
              <a:ext uri="{FF2B5EF4-FFF2-40B4-BE49-F238E27FC236}">
                <a16:creationId xmlns:a16="http://schemas.microsoft.com/office/drawing/2014/main" id="{F2A2D18D-F928-C448-A99C-AA0E25D376D0}"/>
              </a:ext>
            </a:extLst>
          </p:cNvPr>
          <p:cNvSpPr>
            <a:spLocks noChangeArrowheads="1"/>
          </p:cNvSpPr>
          <p:nvPr userDrawn="1"/>
        </p:nvSpPr>
        <p:spPr bwMode="auto">
          <a:xfrm>
            <a:off x="152136" y="6119813"/>
            <a:ext cx="952500" cy="470958"/>
          </a:xfrm>
          <a:custGeom>
            <a:avLst/>
            <a:gdLst>
              <a:gd name="T0" fmla="*/ 3173 w 3174"/>
              <a:gd name="T1" fmla="*/ 0 h 1571"/>
              <a:gd name="T2" fmla="*/ 0 w 3174"/>
              <a:gd name="T3" fmla="*/ 1031 h 1571"/>
              <a:gd name="T4" fmla="*/ 0 w 3174"/>
              <a:gd name="T5" fmla="*/ 1570 h 1571"/>
              <a:gd name="T6" fmla="*/ 3173 w 3174"/>
              <a:gd name="T7" fmla="*/ 539 h 1571"/>
              <a:gd name="T8" fmla="*/ 3173 w 3174"/>
              <a:gd name="T9" fmla="*/ 0 h 1571"/>
            </a:gdLst>
            <a:ahLst/>
            <a:cxnLst>
              <a:cxn ang="0">
                <a:pos x="T0" y="T1"/>
              </a:cxn>
              <a:cxn ang="0">
                <a:pos x="T2" y="T3"/>
              </a:cxn>
              <a:cxn ang="0">
                <a:pos x="T4" y="T5"/>
              </a:cxn>
              <a:cxn ang="0">
                <a:pos x="T6" y="T7"/>
              </a:cxn>
              <a:cxn ang="0">
                <a:pos x="T8" y="T9"/>
              </a:cxn>
            </a:cxnLst>
            <a:rect l="0" t="0" r="r" b="b"/>
            <a:pathLst>
              <a:path w="3174" h="1571">
                <a:moveTo>
                  <a:pt x="3173" y="0"/>
                </a:moveTo>
                <a:lnTo>
                  <a:pt x="0" y="1031"/>
                </a:lnTo>
                <a:lnTo>
                  <a:pt x="0" y="1570"/>
                </a:lnTo>
                <a:lnTo>
                  <a:pt x="3173" y="539"/>
                </a:lnTo>
                <a:lnTo>
                  <a:pt x="3173" y="0"/>
                </a:lnTo>
              </a:path>
            </a:pathLst>
          </a:custGeom>
          <a:solidFill>
            <a:srgbClr val="126FA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36" name="Freeform 29">
            <a:extLst>
              <a:ext uri="{FF2B5EF4-FFF2-40B4-BE49-F238E27FC236}">
                <a16:creationId xmlns:a16="http://schemas.microsoft.com/office/drawing/2014/main" id="{81AB8192-4F1B-3743-B20D-BF82B4C15B6C}"/>
              </a:ext>
            </a:extLst>
          </p:cNvPr>
          <p:cNvSpPr>
            <a:spLocks noChangeArrowheads="1"/>
          </p:cNvSpPr>
          <p:nvPr userDrawn="1"/>
        </p:nvSpPr>
        <p:spPr bwMode="auto">
          <a:xfrm>
            <a:off x="152136" y="6119813"/>
            <a:ext cx="952500" cy="470958"/>
          </a:xfrm>
          <a:custGeom>
            <a:avLst/>
            <a:gdLst>
              <a:gd name="T0" fmla="*/ 3173 w 3174"/>
              <a:gd name="T1" fmla="*/ 0 h 1571"/>
              <a:gd name="T2" fmla="*/ 0 w 3174"/>
              <a:gd name="T3" fmla="*/ 1031 h 1571"/>
              <a:gd name="T4" fmla="*/ 0 w 3174"/>
              <a:gd name="T5" fmla="*/ 1570 h 1571"/>
              <a:gd name="T6" fmla="*/ 3173 w 3174"/>
              <a:gd name="T7" fmla="*/ 539 h 1571"/>
              <a:gd name="T8" fmla="*/ 3173 w 3174"/>
              <a:gd name="T9" fmla="*/ 0 h 1571"/>
            </a:gdLst>
            <a:ahLst/>
            <a:cxnLst>
              <a:cxn ang="0">
                <a:pos x="T0" y="T1"/>
              </a:cxn>
              <a:cxn ang="0">
                <a:pos x="T2" y="T3"/>
              </a:cxn>
              <a:cxn ang="0">
                <a:pos x="T4" y="T5"/>
              </a:cxn>
              <a:cxn ang="0">
                <a:pos x="T6" y="T7"/>
              </a:cxn>
              <a:cxn ang="0">
                <a:pos x="T8" y="T9"/>
              </a:cxn>
            </a:cxnLst>
            <a:rect l="0" t="0" r="r" b="b"/>
            <a:pathLst>
              <a:path w="3174" h="1571">
                <a:moveTo>
                  <a:pt x="3173" y="0"/>
                </a:moveTo>
                <a:lnTo>
                  <a:pt x="0" y="1031"/>
                </a:lnTo>
                <a:lnTo>
                  <a:pt x="0" y="1570"/>
                </a:lnTo>
                <a:lnTo>
                  <a:pt x="3173" y="539"/>
                </a:lnTo>
                <a:lnTo>
                  <a:pt x="3173" y="0"/>
                </a:lnTo>
              </a:path>
            </a:pathLst>
          </a:custGeom>
          <a:solidFill>
            <a:srgbClr val="126FAE"/>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37" name="Freeform 30">
            <a:extLst>
              <a:ext uri="{FF2B5EF4-FFF2-40B4-BE49-F238E27FC236}">
                <a16:creationId xmlns:a16="http://schemas.microsoft.com/office/drawing/2014/main" id="{0FC59242-9BFD-8444-BE00-3BFEBAAF14DB}"/>
              </a:ext>
            </a:extLst>
          </p:cNvPr>
          <p:cNvSpPr>
            <a:spLocks noChangeArrowheads="1"/>
          </p:cNvSpPr>
          <p:nvPr userDrawn="1"/>
        </p:nvSpPr>
        <p:spPr bwMode="auto">
          <a:xfrm>
            <a:off x="11182614" y="4697678"/>
            <a:ext cx="1009386" cy="556948"/>
          </a:xfrm>
          <a:custGeom>
            <a:avLst/>
            <a:gdLst>
              <a:gd name="T0" fmla="*/ 3347 w 3364"/>
              <a:gd name="T1" fmla="*/ 16 h 1857"/>
              <a:gd name="T2" fmla="*/ 3347 w 3364"/>
              <a:gd name="T3" fmla="*/ 0 h 1857"/>
              <a:gd name="T4" fmla="*/ 0 w 3364"/>
              <a:gd name="T5" fmla="*/ 1095 h 1857"/>
              <a:gd name="T6" fmla="*/ 0 w 3364"/>
              <a:gd name="T7" fmla="*/ 1856 h 1857"/>
              <a:gd name="T8" fmla="*/ 3363 w 3364"/>
              <a:gd name="T9" fmla="*/ 762 h 1857"/>
              <a:gd name="T10" fmla="*/ 3363 w 3364"/>
              <a:gd name="T11" fmla="*/ 0 h 1857"/>
              <a:gd name="T12" fmla="*/ 3347 w 3364"/>
              <a:gd name="T13" fmla="*/ 0 h 1857"/>
              <a:gd name="T14" fmla="*/ 3347 w 3364"/>
              <a:gd name="T15" fmla="*/ 16 h 1857"/>
              <a:gd name="T16" fmla="*/ 3347 w 3364"/>
              <a:gd name="T17" fmla="*/ 16 h 1857"/>
              <a:gd name="T18" fmla="*/ 3347 w 3364"/>
              <a:gd name="T19" fmla="*/ 745 h 1857"/>
              <a:gd name="T20" fmla="*/ 16 w 3364"/>
              <a:gd name="T21" fmla="*/ 1824 h 1857"/>
              <a:gd name="T22" fmla="*/ 16 w 3364"/>
              <a:gd name="T23" fmla="*/ 1110 h 1857"/>
              <a:gd name="T24" fmla="*/ 3363 w 3364"/>
              <a:gd name="T25" fmla="*/ 16 h 1857"/>
              <a:gd name="T26" fmla="*/ 3347 w 3364"/>
              <a:gd name="T27" fmla="*/ 16 h 1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64" h="1857">
                <a:moveTo>
                  <a:pt x="3347" y="16"/>
                </a:moveTo>
                <a:lnTo>
                  <a:pt x="3347" y="0"/>
                </a:lnTo>
                <a:lnTo>
                  <a:pt x="0" y="1095"/>
                </a:lnTo>
                <a:lnTo>
                  <a:pt x="0" y="1856"/>
                </a:lnTo>
                <a:lnTo>
                  <a:pt x="3363" y="762"/>
                </a:lnTo>
                <a:lnTo>
                  <a:pt x="3363" y="0"/>
                </a:lnTo>
                <a:lnTo>
                  <a:pt x="3347" y="0"/>
                </a:lnTo>
                <a:lnTo>
                  <a:pt x="3347" y="16"/>
                </a:lnTo>
                <a:lnTo>
                  <a:pt x="3347" y="16"/>
                </a:lnTo>
                <a:lnTo>
                  <a:pt x="3347" y="745"/>
                </a:lnTo>
                <a:lnTo>
                  <a:pt x="16" y="1824"/>
                </a:lnTo>
                <a:lnTo>
                  <a:pt x="16" y="1110"/>
                </a:lnTo>
                <a:lnTo>
                  <a:pt x="3363" y="16"/>
                </a:lnTo>
                <a:lnTo>
                  <a:pt x="3347" y="16"/>
                </a:lnTo>
              </a:path>
            </a:pathLst>
          </a:custGeom>
          <a:solidFill>
            <a:srgbClr val="008CD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38" name="Freeform 31">
            <a:extLst>
              <a:ext uri="{FF2B5EF4-FFF2-40B4-BE49-F238E27FC236}">
                <a16:creationId xmlns:a16="http://schemas.microsoft.com/office/drawing/2014/main" id="{03BAE29A-A02B-6F49-AFD0-EFFCA4689D9B}"/>
              </a:ext>
            </a:extLst>
          </p:cNvPr>
          <p:cNvSpPr>
            <a:spLocks noChangeArrowheads="1"/>
          </p:cNvSpPr>
          <p:nvPr userDrawn="1"/>
        </p:nvSpPr>
        <p:spPr bwMode="auto">
          <a:xfrm>
            <a:off x="0" y="3431646"/>
            <a:ext cx="466990" cy="1793875"/>
          </a:xfrm>
          <a:custGeom>
            <a:avLst/>
            <a:gdLst>
              <a:gd name="T0" fmla="*/ 1554 w 1555"/>
              <a:gd name="T1" fmla="*/ 0 h 5980"/>
              <a:gd name="T2" fmla="*/ 0 w 1555"/>
              <a:gd name="T3" fmla="*/ 506 h 5980"/>
              <a:gd name="T4" fmla="*/ 0 w 1555"/>
              <a:gd name="T5" fmla="*/ 5979 h 5980"/>
              <a:gd name="T6" fmla="*/ 1554 w 1555"/>
              <a:gd name="T7" fmla="*/ 5471 h 5980"/>
              <a:gd name="T8" fmla="*/ 1554 w 1555"/>
              <a:gd name="T9" fmla="*/ 0 h 5980"/>
            </a:gdLst>
            <a:ahLst/>
            <a:cxnLst>
              <a:cxn ang="0">
                <a:pos x="T0" y="T1"/>
              </a:cxn>
              <a:cxn ang="0">
                <a:pos x="T2" y="T3"/>
              </a:cxn>
              <a:cxn ang="0">
                <a:pos x="T4" y="T5"/>
              </a:cxn>
              <a:cxn ang="0">
                <a:pos x="T6" y="T7"/>
              </a:cxn>
              <a:cxn ang="0">
                <a:pos x="T8" y="T9"/>
              </a:cxn>
            </a:cxnLst>
            <a:rect l="0" t="0" r="r" b="b"/>
            <a:pathLst>
              <a:path w="1555" h="5980">
                <a:moveTo>
                  <a:pt x="1554" y="0"/>
                </a:moveTo>
                <a:lnTo>
                  <a:pt x="0" y="506"/>
                </a:lnTo>
                <a:lnTo>
                  <a:pt x="0" y="5979"/>
                </a:lnTo>
                <a:lnTo>
                  <a:pt x="1554" y="5471"/>
                </a:lnTo>
                <a:lnTo>
                  <a:pt x="1554" y="0"/>
                </a:lnTo>
              </a:path>
            </a:pathLst>
          </a:custGeom>
          <a:solidFill>
            <a:srgbClr val="2091D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39" name="Freeform 33">
            <a:extLst>
              <a:ext uri="{FF2B5EF4-FFF2-40B4-BE49-F238E27FC236}">
                <a16:creationId xmlns:a16="http://schemas.microsoft.com/office/drawing/2014/main" id="{AA47F258-89B9-3741-90F5-4419E02A6FB7}"/>
              </a:ext>
            </a:extLst>
          </p:cNvPr>
          <p:cNvSpPr>
            <a:spLocks noChangeArrowheads="1"/>
          </p:cNvSpPr>
          <p:nvPr userDrawn="1"/>
        </p:nvSpPr>
        <p:spPr bwMode="auto">
          <a:xfrm>
            <a:off x="10645511" y="452438"/>
            <a:ext cx="1546489" cy="709083"/>
          </a:xfrm>
          <a:custGeom>
            <a:avLst/>
            <a:gdLst>
              <a:gd name="T0" fmla="*/ 5156 w 5157"/>
              <a:gd name="T1" fmla="*/ 0 h 2365"/>
              <a:gd name="T2" fmla="*/ 0 w 5157"/>
              <a:gd name="T3" fmla="*/ 1666 h 2365"/>
              <a:gd name="T4" fmla="*/ 0 w 5157"/>
              <a:gd name="T5" fmla="*/ 2364 h 2365"/>
              <a:gd name="T6" fmla="*/ 5156 w 5157"/>
              <a:gd name="T7" fmla="*/ 682 h 2365"/>
              <a:gd name="T8" fmla="*/ 5156 w 5157"/>
              <a:gd name="T9" fmla="*/ 0 h 2365"/>
            </a:gdLst>
            <a:ahLst/>
            <a:cxnLst>
              <a:cxn ang="0">
                <a:pos x="T0" y="T1"/>
              </a:cxn>
              <a:cxn ang="0">
                <a:pos x="T2" y="T3"/>
              </a:cxn>
              <a:cxn ang="0">
                <a:pos x="T4" y="T5"/>
              </a:cxn>
              <a:cxn ang="0">
                <a:pos x="T6" y="T7"/>
              </a:cxn>
              <a:cxn ang="0">
                <a:pos x="T8" y="T9"/>
              </a:cxn>
            </a:cxnLst>
            <a:rect l="0" t="0" r="r" b="b"/>
            <a:pathLst>
              <a:path w="5157" h="2365">
                <a:moveTo>
                  <a:pt x="5156" y="0"/>
                </a:moveTo>
                <a:lnTo>
                  <a:pt x="0" y="1666"/>
                </a:lnTo>
                <a:lnTo>
                  <a:pt x="0" y="2364"/>
                </a:lnTo>
                <a:lnTo>
                  <a:pt x="5156" y="682"/>
                </a:lnTo>
                <a:lnTo>
                  <a:pt x="5156" y="0"/>
                </a:lnTo>
              </a:path>
            </a:pathLst>
          </a:custGeom>
          <a:solidFill>
            <a:schemeClr val="accent5"/>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0" name="Freeform 34">
            <a:extLst>
              <a:ext uri="{FF2B5EF4-FFF2-40B4-BE49-F238E27FC236}">
                <a16:creationId xmlns:a16="http://schemas.microsoft.com/office/drawing/2014/main" id="{EAB97C2C-EB98-034C-89EF-A4539FE312B2}"/>
              </a:ext>
            </a:extLst>
          </p:cNvPr>
          <p:cNvSpPr>
            <a:spLocks noChangeArrowheads="1"/>
          </p:cNvSpPr>
          <p:nvPr userDrawn="1"/>
        </p:nvSpPr>
        <p:spPr bwMode="auto">
          <a:xfrm>
            <a:off x="11244792" y="115094"/>
            <a:ext cx="947208" cy="595313"/>
          </a:xfrm>
          <a:custGeom>
            <a:avLst/>
            <a:gdLst>
              <a:gd name="T0" fmla="*/ 3157 w 3158"/>
              <a:gd name="T1" fmla="*/ 0 h 1984"/>
              <a:gd name="T2" fmla="*/ 0 w 3158"/>
              <a:gd name="T3" fmla="*/ 1031 h 1984"/>
              <a:gd name="T4" fmla="*/ 0 w 3158"/>
              <a:gd name="T5" fmla="*/ 1983 h 1984"/>
              <a:gd name="T6" fmla="*/ 3157 w 3158"/>
              <a:gd name="T7" fmla="*/ 952 h 1984"/>
              <a:gd name="T8" fmla="*/ 3157 w 3158"/>
              <a:gd name="T9" fmla="*/ 0 h 1984"/>
            </a:gdLst>
            <a:ahLst/>
            <a:cxnLst>
              <a:cxn ang="0">
                <a:pos x="T0" y="T1"/>
              </a:cxn>
              <a:cxn ang="0">
                <a:pos x="T2" y="T3"/>
              </a:cxn>
              <a:cxn ang="0">
                <a:pos x="T4" y="T5"/>
              </a:cxn>
              <a:cxn ang="0">
                <a:pos x="T6" y="T7"/>
              </a:cxn>
              <a:cxn ang="0">
                <a:pos x="T8" y="T9"/>
              </a:cxn>
            </a:cxnLst>
            <a:rect l="0" t="0" r="r" b="b"/>
            <a:pathLst>
              <a:path w="3158" h="1984">
                <a:moveTo>
                  <a:pt x="3157" y="0"/>
                </a:moveTo>
                <a:lnTo>
                  <a:pt x="0" y="1031"/>
                </a:lnTo>
                <a:lnTo>
                  <a:pt x="0" y="1983"/>
                </a:lnTo>
                <a:lnTo>
                  <a:pt x="3157" y="952"/>
                </a:lnTo>
                <a:lnTo>
                  <a:pt x="3157" y="0"/>
                </a:lnTo>
              </a:path>
            </a:pathLst>
          </a:custGeom>
          <a:solidFill>
            <a:srgbClr val="005F9E"/>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1" name="Freeform 35">
            <a:extLst>
              <a:ext uri="{FF2B5EF4-FFF2-40B4-BE49-F238E27FC236}">
                <a16:creationId xmlns:a16="http://schemas.microsoft.com/office/drawing/2014/main" id="{1D551098-11E0-734B-B7C6-22AC51E61E37}"/>
              </a:ext>
            </a:extLst>
          </p:cNvPr>
          <p:cNvSpPr>
            <a:spLocks noChangeArrowheads="1"/>
          </p:cNvSpPr>
          <p:nvPr userDrawn="1"/>
        </p:nvSpPr>
        <p:spPr bwMode="auto">
          <a:xfrm>
            <a:off x="12182740" y="666750"/>
            <a:ext cx="9260" cy="161396"/>
          </a:xfrm>
          <a:custGeom>
            <a:avLst/>
            <a:gdLst>
              <a:gd name="T0" fmla="*/ 31 w 32"/>
              <a:gd name="T1" fmla="*/ 0 h 540"/>
              <a:gd name="T2" fmla="*/ 0 w 32"/>
              <a:gd name="T3" fmla="*/ 16 h 540"/>
              <a:gd name="T4" fmla="*/ 0 w 32"/>
              <a:gd name="T5" fmla="*/ 539 h 540"/>
              <a:gd name="T6" fmla="*/ 31 w 32"/>
              <a:gd name="T7" fmla="*/ 539 h 540"/>
              <a:gd name="T8" fmla="*/ 31 w 32"/>
              <a:gd name="T9" fmla="*/ 0 h 540"/>
            </a:gdLst>
            <a:ahLst/>
            <a:cxnLst>
              <a:cxn ang="0">
                <a:pos x="T0" y="T1"/>
              </a:cxn>
              <a:cxn ang="0">
                <a:pos x="T2" y="T3"/>
              </a:cxn>
              <a:cxn ang="0">
                <a:pos x="T4" y="T5"/>
              </a:cxn>
              <a:cxn ang="0">
                <a:pos x="T6" y="T7"/>
              </a:cxn>
              <a:cxn ang="0">
                <a:pos x="T8" y="T9"/>
              </a:cxn>
            </a:cxnLst>
            <a:rect l="0" t="0" r="r" b="b"/>
            <a:pathLst>
              <a:path w="32" h="540">
                <a:moveTo>
                  <a:pt x="31" y="0"/>
                </a:moveTo>
                <a:lnTo>
                  <a:pt x="0" y="16"/>
                </a:lnTo>
                <a:lnTo>
                  <a:pt x="0" y="539"/>
                </a:lnTo>
                <a:lnTo>
                  <a:pt x="31" y="539"/>
                </a:lnTo>
                <a:lnTo>
                  <a:pt x="31" y="0"/>
                </a:lnTo>
              </a:path>
            </a:pathLst>
          </a:custGeom>
          <a:solidFill>
            <a:srgbClr val="7FAFC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2" name="Freeform 36">
            <a:extLst>
              <a:ext uri="{FF2B5EF4-FFF2-40B4-BE49-F238E27FC236}">
                <a16:creationId xmlns:a16="http://schemas.microsoft.com/office/drawing/2014/main" id="{EC49A078-B851-9247-8F78-2228D762847F}"/>
              </a:ext>
            </a:extLst>
          </p:cNvPr>
          <p:cNvSpPr>
            <a:spLocks noChangeArrowheads="1"/>
          </p:cNvSpPr>
          <p:nvPr userDrawn="1"/>
        </p:nvSpPr>
        <p:spPr bwMode="auto">
          <a:xfrm>
            <a:off x="12182740" y="666750"/>
            <a:ext cx="9260" cy="161396"/>
          </a:xfrm>
          <a:custGeom>
            <a:avLst/>
            <a:gdLst>
              <a:gd name="T0" fmla="*/ 31 w 32"/>
              <a:gd name="T1" fmla="*/ 0 h 540"/>
              <a:gd name="T2" fmla="*/ 0 w 32"/>
              <a:gd name="T3" fmla="*/ 16 h 540"/>
              <a:gd name="T4" fmla="*/ 0 w 32"/>
              <a:gd name="T5" fmla="*/ 539 h 540"/>
              <a:gd name="T6" fmla="*/ 31 w 32"/>
              <a:gd name="T7" fmla="*/ 539 h 540"/>
              <a:gd name="T8" fmla="*/ 31 w 32"/>
              <a:gd name="T9" fmla="*/ 0 h 540"/>
            </a:gdLst>
            <a:ahLst/>
            <a:cxnLst>
              <a:cxn ang="0">
                <a:pos x="T0" y="T1"/>
              </a:cxn>
              <a:cxn ang="0">
                <a:pos x="T2" y="T3"/>
              </a:cxn>
              <a:cxn ang="0">
                <a:pos x="T4" y="T5"/>
              </a:cxn>
              <a:cxn ang="0">
                <a:pos x="T6" y="T7"/>
              </a:cxn>
              <a:cxn ang="0">
                <a:pos x="T8" y="T9"/>
              </a:cxn>
            </a:cxnLst>
            <a:rect l="0" t="0" r="r" b="b"/>
            <a:pathLst>
              <a:path w="32" h="540">
                <a:moveTo>
                  <a:pt x="31" y="0"/>
                </a:moveTo>
                <a:lnTo>
                  <a:pt x="0" y="16"/>
                </a:lnTo>
                <a:lnTo>
                  <a:pt x="0" y="539"/>
                </a:lnTo>
                <a:lnTo>
                  <a:pt x="31" y="539"/>
                </a:lnTo>
                <a:lnTo>
                  <a:pt x="31" y="0"/>
                </a:lnTo>
              </a:path>
            </a:pathLst>
          </a:custGeom>
          <a:solidFill>
            <a:srgbClr val="7FAFCD"/>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3" name="Freeform 38">
            <a:extLst>
              <a:ext uri="{FF2B5EF4-FFF2-40B4-BE49-F238E27FC236}">
                <a16:creationId xmlns:a16="http://schemas.microsoft.com/office/drawing/2014/main" id="{F2C3C9A7-EA3B-F94E-9D7B-79F9055436C8}"/>
              </a:ext>
            </a:extLst>
          </p:cNvPr>
          <p:cNvSpPr>
            <a:spLocks noChangeArrowheads="1"/>
          </p:cNvSpPr>
          <p:nvPr userDrawn="1"/>
        </p:nvSpPr>
        <p:spPr bwMode="auto">
          <a:xfrm>
            <a:off x="11248760" y="672042"/>
            <a:ext cx="943240" cy="466990"/>
          </a:xfrm>
          <a:custGeom>
            <a:avLst/>
            <a:gdLst>
              <a:gd name="T0" fmla="*/ 3141 w 3142"/>
              <a:gd name="T1" fmla="*/ 0 h 1555"/>
              <a:gd name="T2" fmla="*/ 0 w 3142"/>
              <a:gd name="T3" fmla="*/ 1015 h 1555"/>
              <a:gd name="T4" fmla="*/ 0 w 3142"/>
              <a:gd name="T5" fmla="*/ 1554 h 1555"/>
              <a:gd name="T6" fmla="*/ 3141 w 3142"/>
              <a:gd name="T7" fmla="*/ 523 h 1555"/>
              <a:gd name="T8" fmla="*/ 3141 w 3142"/>
              <a:gd name="T9" fmla="*/ 0 h 1555"/>
            </a:gdLst>
            <a:ahLst/>
            <a:cxnLst>
              <a:cxn ang="0">
                <a:pos x="T0" y="T1"/>
              </a:cxn>
              <a:cxn ang="0">
                <a:pos x="T2" y="T3"/>
              </a:cxn>
              <a:cxn ang="0">
                <a:pos x="T4" y="T5"/>
              </a:cxn>
              <a:cxn ang="0">
                <a:pos x="T6" y="T7"/>
              </a:cxn>
              <a:cxn ang="0">
                <a:pos x="T8" y="T9"/>
              </a:cxn>
            </a:cxnLst>
            <a:rect l="0" t="0" r="r" b="b"/>
            <a:pathLst>
              <a:path w="3142" h="1555">
                <a:moveTo>
                  <a:pt x="3141" y="0"/>
                </a:moveTo>
                <a:lnTo>
                  <a:pt x="0" y="1015"/>
                </a:lnTo>
                <a:lnTo>
                  <a:pt x="0" y="1554"/>
                </a:lnTo>
                <a:lnTo>
                  <a:pt x="3141" y="523"/>
                </a:lnTo>
                <a:lnTo>
                  <a:pt x="3141" y="0"/>
                </a:lnTo>
              </a:path>
            </a:pathLst>
          </a:custGeom>
          <a:solidFill>
            <a:srgbClr val="0070C0"/>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4" name="Freeform 39">
            <a:extLst>
              <a:ext uri="{FF2B5EF4-FFF2-40B4-BE49-F238E27FC236}">
                <a16:creationId xmlns:a16="http://schemas.microsoft.com/office/drawing/2014/main" id="{99242619-CC80-484A-ADE6-8FE921CBE525}"/>
              </a:ext>
            </a:extLst>
          </p:cNvPr>
          <p:cNvSpPr>
            <a:spLocks noChangeArrowheads="1"/>
          </p:cNvSpPr>
          <p:nvPr userDrawn="1"/>
        </p:nvSpPr>
        <p:spPr bwMode="auto">
          <a:xfrm>
            <a:off x="10273771" y="5634302"/>
            <a:ext cx="285750" cy="347927"/>
          </a:xfrm>
          <a:custGeom>
            <a:avLst/>
            <a:gdLst>
              <a:gd name="T0" fmla="*/ 952 w 953"/>
              <a:gd name="T1" fmla="*/ 0 h 1159"/>
              <a:gd name="T2" fmla="*/ 0 w 953"/>
              <a:gd name="T3" fmla="*/ 317 h 1159"/>
              <a:gd name="T4" fmla="*/ 0 w 953"/>
              <a:gd name="T5" fmla="*/ 1158 h 1159"/>
              <a:gd name="T6" fmla="*/ 952 w 953"/>
              <a:gd name="T7" fmla="*/ 856 h 1159"/>
              <a:gd name="T8" fmla="*/ 952 w 953"/>
              <a:gd name="T9" fmla="*/ 0 h 1159"/>
            </a:gdLst>
            <a:ahLst/>
            <a:cxnLst>
              <a:cxn ang="0">
                <a:pos x="T0" y="T1"/>
              </a:cxn>
              <a:cxn ang="0">
                <a:pos x="T2" y="T3"/>
              </a:cxn>
              <a:cxn ang="0">
                <a:pos x="T4" y="T5"/>
              </a:cxn>
              <a:cxn ang="0">
                <a:pos x="T6" y="T7"/>
              </a:cxn>
              <a:cxn ang="0">
                <a:pos x="T8" y="T9"/>
              </a:cxn>
            </a:cxnLst>
            <a:rect l="0" t="0" r="r" b="b"/>
            <a:pathLst>
              <a:path w="953" h="1159">
                <a:moveTo>
                  <a:pt x="952" y="0"/>
                </a:moveTo>
                <a:lnTo>
                  <a:pt x="0" y="317"/>
                </a:lnTo>
                <a:lnTo>
                  <a:pt x="0" y="1158"/>
                </a:lnTo>
                <a:lnTo>
                  <a:pt x="952" y="856"/>
                </a:lnTo>
                <a:lnTo>
                  <a:pt x="952" y="0"/>
                </a:lnTo>
              </a:path>
            </a:pathLst>
          </a:custGeom>
          <a:solidFill>
            <a:schemeClr val="accent5"/>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5" name="Freeform 40">
            <a:extLst>
              <a:ext uri="{FF2B5EF4-FFF2-40B4-BE49-F238E27FC236}">
                <a16:creationId xmlns:a16="http://schemas.microsoft.com/office/drawing/2014/main" id="{2633E8AD-5B8C-8243-87A2-F0E582C3AE49}"/>
              </a:ext>
            </a:extLst>
          </p:cNvPr>
          <p:cNvSpPr>
            <a:spLocks noChangeArrowheads="1"/>
          </p:cNvSpPr>
          <p:nvPr userDrawn="1"/>
        </p:nvSpPr>
        <p:spPr bwMode="auto">
          <a:xfrm>
            <a:off x="11063552" y="5106459"/>
            <a:ext cx="1128448" cy="623094"/>
          </a:xfrm>
          <a:custGeom>
            <a:avLst/>
            <a:gdLst>
              <a:gd name="T0" fmla="*/ 0 w 3761"/>
              <a:gd name="T1" fmla="*/ 1221 h 2079"/>
              <a:gd name="T2" fmla="*/ 0 w 3761"/>
              <a:gd name="T3" fmla="*/ 2078 h 2079"/>
              <a:gd name="T4" fmla="*/ 3760 w 3761"/>
              <a:gd name="T5" fmla="*/ 857 h 2079"/>
              <a:gd name="T6" fmla="*/ 3760 w 3761"/>
              <a:gd name="T7" fmla="*/ 0 h 2079"/>
              <a:gd name="T8" fmla="*/ 0 w 3761"/>
              <a:gd name="T9" fmla="*/ 1221 h 2079"/>
            </a:gdLst>
            <a:ahLst/>
            <a:cxnLst>
              <a:cxn ang="0">
                <a:pos x="T0" y="T1"/>
              </a:cxn>
              <a:cxn ang="0">
                <a:pos x="T2" y="T3"/>
              </a:cxn>
              <a:cxn ang="0">
                <a:pos x="T4" y="T5"/>
              </a:cxn>
              <a:cxn ang="0">
                <a:pos x="T6" y="T7"/>
              </a:cxn>
              <a:cxn ang="0">
                <a:pos x="T8" y="T9"/>
              </a:cxn>
            </a:cxnLst>
            <a:rect l="0" t="0" r="r" b="b"/>
            <a:pathLst>
              <a:path w="3761" h="2079">
                <a:moveTo>
                  <a:pt x="0" y="1221"/>
                </a:moveTo>
                <a:lnTo>
                  <a:pt x="0" y="2078"/>
                </a:lnTo>
                <a:lnTo>
                  <a:pt x="3760" y="857"/>
                </a:lnTo>
                <a:lnTo>
                  <a:pt x="3760" y="0"/>
                </a:lnTo>
                <a:lnTo>
                  <a:pt x="0" y="1221"/>
                </a:lnTo>
              </a:path>
            </a:pathLst>
          </a:custGeom>
          <a:solidFill>
            <a:schemeClr val="accent2"/>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6" name="Freeform 41">
            <a:extLst>
              <a:ext uri="{FF2B5EF4-FFF2-40B4-BE49-F238E27FC236}">
                <a16:creationId xmlns:a16="http://schemas.microsoft.com/office/drawing/2014/main" id="{309BD2F8-F805-8247-9054-894610A7C58E}"/>
              </a:ext>
            </a:extLst>
          </p:cNvPr>
          <p:cNvSpPr>
            <a:spLocks noChangeArrowheads="1"/>
          </p:cNvSpPr>
          <p:nvPr userDrawn="1"/>
        </p:nvSpPr>
        <p:spPr bwMode="auto">
          <a:xfrm>
            <a:off x="0" y="4368271"/>
            <a:ext cx="952500" cy="1423458"/>
          </a:xfrm>
          <a:custGeom>
            <a:avLst/>
            <a:gdLst>
              <a:gd name="T0" fmla="*/ 3172 w 3173"/>
              <a:gd name="T1" fmla="*/ 0 h 4744"/>
              <a:gd name="T2" fmla="*/ 1554 w 3173"/>
              <a:gd name="T3" fmla="*/ 524 h 4744"/>
              <a:gd name="T4" fmla="*/ 1554 w 3173"/>
              <a:gd name="T5" fmla="*/ 2348 h 4744"/>
              <a:gd name="T6" fmla="*/ 0 w 3173"/>
              <a:gd name="T7" fmla="*/ 2856 h 4744"/>
              <a:gd name="T8" fmla="*/ 0 w 3173"/>
              <a:gd name="T9" fmla="*/ 4743 h 4744"/>
              <a:gd name="T10" fmla="*/ 3172 w 3173"/>
              <a:gd name="T11" fmla="*/ 3712 h 4744"/>
              <a:gd name="T12" fmla="*/ 3172 w 3173"/>
              <a:gd name="T13" fmla="*/ 0 h 4744"/>
            </a:gdLst>
            <a:ahLst/>
            <a:cxnLst>
              <a:cxn ang="0">
                <a:pos x="T0" y="T1"/>
              </a:cxn>
              <a:cxn ang="0">
                <a:pos x="T2" y="T3"/>
              </a:cxn>
              <a:cxn ang="0">
                <a:pos x="T4" y="T5"/>
              </a:cxn>
              <a:cxn ang="0">
                <a:pos x="T6" y="T7"/>
              </a:cxn>
              <a:cxn ang="0">
                <a:pos x="T8" y="T9"/>
              </a:cxn>
              <a:cxn ang="0">
                <a:pos x="T10" y="T11"/>
              </a:cxn>
              <a:cxn ang="0">
                <a:pos x="T12" y="T13"/>
              </a:cxn>
            </a:cxnLst>
            <a:rect l="0" t="0" r="r" b="b"/>
            <a:pathLst>
              <a:path w="3173" h="4744">
                <a:moveTo>
                  <a:pt x="3172" y="0"/>
                </a:moveTo>
                <a:lnTo>
                  <a:pt x="1554" y="524"/>
                </a:lnTo>
                <a:lnTo>
                  <a:pt x="1554" y="2348"/>
                </a:lnTo>
                <a:lnTo>
                  <a:pt x="0" y="2856"/>
                </a:lnTo>
                <a:lnTo>
                  <a:pt x="0" y="4743"/>
                </a:lnTo>
                <a:lnTo>
                  <a:pt x="3172" y="3712"/>
                </a:lnTo>
                <a:lnTo>
                  <a:pt x="3172" y="0"/>
                </a:lnTo>
              </a:path>
            </a:pathLst>
          </a:custGeom>
          <a:solidFill>
            <a:srgbClr val="167BB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7" name="Freeform 43">
            <a:extLst>
              <a:ext uri="{FF2B5EF4-FFF2-40B4-BE49-F238E27FC236}">
                <a16:creationId xmlns:a16="http://schemas.microsoft.com/office/drawing/2014/main" id="{FF5FE12B-2033-234C-80AF-B39809476064}"/>
              </a:ext>
            </a:extLst>
          </p:cNvPr>
          <p:cNvSpPr>
            <a:spLocks noChangeArrowheads="1"/>
          </p:cNvSpPr>
          <p:nvPr userDrawn="1"/>
        </p:nvSpPr>
        <p:spPr bwMode="auto">
          <a:xfrm>
            <a:off x="0" y="4525699"/>
            <a:ext cx="466990" cy="699823"/>
          </a:xfrm>
          <a:custGeom>
            <a:avLst/>
            <a:gdLst>
              <a:gd name="T0" fmla="*/ 1554 w 1555"/>
              <a:gd name="T1" fmla="*/ 0 h 2333"/>
              <a:gd name="T2" fmla="*/ 0 w 1555"/>
              <a:gd name="T3" fmla="*/ 508 h 2333"/>
              <a:gd name="T4" fmla="*/ 0 w 1555"/>
              <a:gd name="T5" fmla="*/ 2332 h 2333"/>
              <a:gd name="T6" fmla="*/ 1554 w 1555"/>
              <a:gd name="T7" fmla="*/ 1824 h 2333"/>
              <a:gd name="T8" fmla="*/ 1554 w 1555"/>
              <a:gd name="T9" fmla="*/ 0 h 2333"/>
            </a:gdLst>
            <a:ahLst/>
            <a:cxnLst>
              <a:cxn ang="0">
                <a:pos x="T0" y="T1"/>
              </a:cxn>
              <a:cxn ang="0">
                <a:pos x="T2" y="T3"/>
              </a:cxn>
              <a:cxn ang="0">
                <a:pos x="T4" y="T5"/>
              </a:cxn>
              <a:cxn ang="0">
                <a:pos x="T6" y="T7"/>
              </a:cxn>
              <a:cxn ang="0">
                <a:pos x="T8" y="T9"/>
              </a:cxn>
            </a:cxnLst>
            <a:rect l="0" t="0" r="r" b="b"/>
            <a:pathLst>
              <a:path w="1555" h="2333">
                <a:moveTo>
                  <a:pt x="1554" y="0"/>
                </a:moveTo>
                <a:lnTo>
                  <a:pt x="0" y="508"/>
                </a:lnTo>
                <a:lnTo>
                  <a:pt x="0" y="2332"/>
                </a:lnTo>
                <a:lnTo>
                  <a:pt x="1554" y="1824"/>
                </a:lnTo>
                <a:lnTo>
                  <a:pt x="1554" y="0"/>
                </a:lnTo>
              </a:path>
            </a:pathLst>
          </a:custGeom>
          <a:solidFill>
            <a:srgbClr val="1484C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8" name="Freeform 45">
            <a:extLst>
              <a:ext uri="{FF2B5EF4-FFF2-40B4-BE49-F238E27FC236}">
                <a16:creationId xmlns:a16="http://schemas.microsoft.com/office/drawing/2014/main" id="{E782035A-E5D3-6348-A3B2-98BDCCE58271}"/>
              </a:ext>
            </a:extLst>
          </p:cNvPr>
          <p:cNvSpPr>
            <a:spLocks noChangeArrowheads="1"/>
          </p:cNvSpPr>
          <p:nvPr userDrawn="1"/>
        </p:nvSpPr>
        <p:spPr bwMode="auto">
          <a:xfrm>
            <a:off x="1" y="6158178"/>
            <a:ext cx="679979" cy="381000"/>
          </a:xfrm>
          <a:custGeom>
            <a:avLst/>
            <a:gdLst>
              <a:gd name="T0" fmla="*/ 0 w 2268"/>
              <a:gd name="T1" fmla="*/ 730 h 1270"/>
              <a:gd name="T2" fmla="*/ 0 w 2268"/>
              <a:gd name="T3" fmla="*/ 1269 h 1270"/>
              <a:gd name="T4" fmla="*/ 2267 w 2268"/>
              <a:gd name="T5" fmla="*/ 539 h 1270"/>
              <a:gd name="T6" fmla="*/ 2267 w 2268"/>
              <a:gd name="T7" fmla="*/ 0 h 1270"/>
              <a:gd name="T8" fmla="*/ 0 w 2268"/>
              <a:gd name="T9" fmla="*/ 730 h 1270"/>
            </a:gdLst>
            <a:ahLst/>
            <a:cxnLst>
              <a:cxn ang="0">
                <a:pos x="T0" y="T1"/>
              </a:cxn>
              <a:cxn ang="0">
                <a:pos x="T2" y="T3"/>
              </a:cxn>
              <a:cxn ang="0">
                <a:pos x="T4" y="T5"/>
              </a:cxn>
              <a:cxn ang="0">
                <a:pos x="T6" y="T7"/>
              </a:cxn>
              <a:cxn ang="0">
                <a:pos x="T8" y="T9"/>
              </a:cxn>
            </a:cxnLst>
            <a:rect l="0" t="0" r="r" b="b"/>
            <a:pathLst>
              <a:path w="2268" h="1270">
                <a:moveTo>
                  <a:pt x="0" y="730"/>
                </a:moveTo>
                <a:lnTo>
                  <a:pt x="0" y="1269"/>
                </a:lnTo>
                <a:lnTo>
                  <a:pt x="2267" y="539"/>
                </a:lnTo>
                <a:lnTo>
                  <a:pt x="2267" y="0"/>
                </a:lnTo>
                <a:lnTo>
                  <a:pt x="0" y="730"/>
                </a:lnTo>
              </a:path>
            </a:pathLst>
          </a:custGeom>
          <a:solidFill>
            <a:srgbClr val="005F9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9" name="Freeform 46">
            <a:extLst>
              <a:ext uri="{FF2B5EF4-FFF2-40B4-BE49-F238E27FC236}">
                <a16:creationId xmlns:a16="http://schemas.microsoft.com/office/drawing/2014/main" id="{64EE77D3-CEE7-B043-93C6-D8EF72E7409E}"/>
              </a:ext>
            </a:extLst>
          </p:cNvPr>
          <p:cNvSpPr>
            <a:spLocks noChangeArrowheads="1"/>
          </p:cNvSpPr>
          <p:nvPr userDrawn="1"/>
        </p:nvSpPr>
        <p:spPr bwMode="auto">
          <a:xfrm>
            <a:off x="0" y="5967678"/>
            <a:ext cx="952500" cy="470958"/>
          </a:xfrm>
          <a:custGeom>
            <a:avLst/>
            <a:gdLst>
              <a:gd name="T0" fmla="*/ 3172 w 3173"/>
              <a:gd name="T1" fmla="*/ 0 h 1572"/>
              <a:gd name="T2" fmla="*/ 0 w 3173"/>
              <a:gd name="T3" fmla="*/ 1032 h 1572"/>
              <a:gd name="T4" fmla="*/ 0 w 3173"/>
              <a:gd name="T5" fmla="*/ 1571 h 1572"/>
              <a:gd name="T6" fmla="*/ 3172 w 3173"/>
              <a:gd name="T7" fmla="*/ 540 h 1572"/>
              <a:gd name="T8" fmla="*/ 3172 w 3173"/>
              <a:gd name="T9" fmla="*/ 0 h 1572"/>
            </a:gdLst>
            <a:ahLst/>
            <a:cxnLst>
              <a:cxn ang="0">
                <a:pos x="T0" y="T1"/>
              </a:cxn>
              <a:cxn ang="0">
                <a:pos x="T2" y="T3"/>
              </a:cxn>
              <a:cxn ang="0">
                <a:pos x="T4" y="T5"/>
              </a:cxn>
              <a:cxn ang="0">
                <a:pos x="T6" y="T7"/>
              </a:cxn>
              <a:cxn ang="0">
                <a:pos x="T8" y="T9"/>
              </a:cxn>
            </a:cxnLst>
            <a:rect l="0" t="0" r="r" b="b"/>
            <a:pathLst>
              <a:path w="3173" h="1572">
                <a:moveTo>
                  <a:pt x="3172" y="0"/>
                </a:moveTo>
                <a:lnTo>
                  <a:pt x="0" y="1032"/>
                </a:lnTo>
                <a:lnTo>
                  <a:pt x="0" y="1571"/>
                </a:lnTo>
                <a:lnTo>
                  <a:pt x="3172" y="540"/>
                </a:lnTo>
                <a:lnTo>
                  <a:pt x="3172" y="0"/>
                </a:lnTo>
              </a:path>
            </a:pathLst>
          </a:custGeom>
          <a:solidFill>
            <a:schemeClr val="accent5"/>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50" name="Footer Placeholder 4">
            <a:extLst>
              <a:ext uri="{FF2B5EF4-FFF2-40B4-BE49-F238E27FC236}">
                <a16:creationId xmlns:a16="http://schemas.microsoft.com/office/drawing/2014/main" id="{C6A37628-5FEF-4744-9F2C-F9D79BC9578B}"/>
              </a:ext>
            </a:extLst>
          </p:cNvPr>
          <p:cNvSpPr txBox="1">
            <a:spLocks/>
          </p:cNvSpPr>
          <p:nvPr userDrawn="1"/>
        </p:nvSpPr>
        <p:spPr>
          <a:xfrm>
            <a:off x="8308181" y="6552623"/>
            <a:ext cx="3828961" cy="231939"/>
          </a:xfrm>
          <a:prstGeom prst="rect">
            <a:avLst/>
          </a:prstGeom>
        </p:spPr>
        <p:txBody>
          <a:bodyPr anchor="t" anchorCtr="0"/>
          <a:lstStyle>
            <a:defPPr>
              <a:defRPr lang="en-US"/>
            </a:defPPr>
            <a:lvl1pPr marL="0" algn="l" defTabSz="914400" rtl="0" eaLnBrk="1" latinLnBrk="0" hangingPunct="1">
              <a:defRPr sz="1000" kern="1200">
                <a:solidFill>
                  <a:schemeClr val="tx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800">
                <a:solidFill>
                  <a:schemeClr val="tx2">
                    <a:lumMod val="60000"/>
                    <a:lumOff val="40000"/>
                  </a:schemeClr>
                </a:solidFill>
                <a:latin typeface="Segoe UI" panose="020B0502040204020203" pitchFamily="34" charset="0"/>
                <a:cs typeface="Segoe UI" panose="020B0502040204020203" pitchFamily="34" charset="0"/>
              </a:rPr>
              <a:t>© 2024 Envestnet, Inc. All rights reserved. For home office and advisor use only</a:t>
            </a:r>
          </a:p>
          <a:p>
            <a:pPr algn="r"/>
            <a:endParaRPr lang="en-US" sz="800">
              <a:solidFill>
                <a:schemeClr val="tx2">
                  <a:lumMod val="60000"/>
                  <a:lumOff val="40000"/>
                </a:schemeClr>
              </a:solidFill>
              <a:latin typeface="Segoe UI" panose="020B0502040204020203" pitchFamily="34" charset="0"/>
              <a:cs typeface="Segoe UI" panose="020B0502040204020203" pitchFamily="34" charset="0"/>
            </a:endParaRPr>
          </a:p>
        </p:txBody>
      </p:sp>
      <p:sp>
        <p:nvSpPr>
          <p:cNvPr id="2" name="Title 1">
            <a:extLst>
              <a:ext uri="{FF2B5EF4-FFF2-40B4-BE49-F238E27FC236}">
                <a16:creationId xmlns:a16="http://schemas.microsoft.com/office/drawing/2014/main" id="{E4D42CE5-CE75-294C-94C2-307C3BB99B0B}"/>
              </a:ext>
            </a:extLst>
          </p:cNvPr>
          <p:cNvSpPr>
            <a:spLocks noGrp="1"/>
          </p:cNvSpPr>
          <p:nvPr>
            <p:ph type="ctrTitle" hasCustomPrompt="1"/>
          </p:nvPr>
        </p:nvSpPr>
        <p:spPr>
          <a:xfrm>
            <a:off x="1041135" y="2071755"/>
            <a:ext cx="9144000" cy="1686374"/>
          </a:xfrm>
          <a:prstGeom prst="rect">
            <a:avLst/>
          </a:prstGeom>
        </p:spPr>
        <p:txBody>
          <a:bodyPr anchor="b"/>
          <a:lstStyle>
            <a:lvl1pPr algn="l">
              <a:defRPr sz="5500" b="1">
                <a:solidFill>
                  <a:schemeClr val="bg1"/>
                </a:solidFill>
                <a:latin typeface="Segoe UI" panose="020B0502040204020203" pitchFamily="34" charset="0"/>
                <a:cs typeface="Segoe UI" panose="020B0502040204020203" pitchFamily="34" charset="0"/>
              </a:defRPr>
            </a:lvl1pPr>
          </a:lstStyle>
          <a:p>
            <a:r>
              <a:rPr lang="en-US"/>
              <a:t>CLICK TO EDIT MASTER TITLE STYLE</a:t>
            </a:r>
          </a:p>
        </p:txBody>
      </p:sp>
      <p:sp>
        <p:nvSpPr>
          <p:cNvPr id="3" name="Subtitle 2">
            <a:extLst>
              <a:ext uri="{FF2B5EF4-FFF2-40B4-BE49-F238E27FC236}">
                <a16:creationId xmlns:a16="http://schemas.microsoft.com/office/drawing/2014/main" id="{90F72821-DBAE-8C4A-BF80-4C82FFB6AE02}"/>
              </a:ext>
            </a:extLst>
          </p:cNvPr>
          <p:cNvSpPr>
            <a:spLocks noGrp="1"/>
          </p:cNvSpPr>
          <p:nvPr>
            <p:ph type="subTitle" idx="1" hasCustomPrompt="1"/>
          </p:nvPr>
        </p:nvSpPr>
        <p:spPr>
          <a:xfrm>
            <a:off x="1041135" y="5047716"/>
            <a:ext cx="4230112" cy="512762"/>
          </a:xfrm>
          <a:prstGeom prst="rect">
            <a:avLst/>
          </a:prstGeom>
        </p:spPr>
        <p:txBody>
          <a:bodyPr/>
          <a:lstStyle>
            <a:lvl1pPr marL="0" indent="0" algn="l">
              <a:spcBef>
                <a:spcPts val="0"/>
              </a:spcBef>
              <a:spcAft>
                <a:spcPts val="200"/>
              </a:spcAft>
              <a:buNone/>
              <a:defRPr sz="1800">
                <a:solidFill>
                  <a:schemeClr val="bg1"/>
                </a:solidFill>
                <a:latin typeface="Segoe UI" panose="020B0502040204020203" pitchFamily="34" charset="0"/>
                <a:cs typeface="Segoe UI" panose="020B0502040204020203"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HERE TO ADD PRESENTED BY</a:t>
            </a:r>
          </a:p>
          <a:p>
            <a:endParaRPr lang="en-US"/>
          </a:p>
          <a:p>
            <a:endParaRPr lang="en-US"/>
          </a:p>
        </p:txBody>
      </p:sp>
    </p:spTree>
    <p:extLst>
      <p:ext uri="{BB962C8B-B14F-4D97-AF65-F5344CB8AC3E}">
        <p14:creationId xmlns:p14="http://schemas.microsoft.com/office/powerpoint/2010/main" val="1789516755"/>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9" name="Freeform 44">
            <a:extLst>
              <a:ext uri="{FF2B5EF4-FFF2-40B4-BE49-F238E27FC236}">
                <a16:creationId xmlns:a16="http://schemas.microsoft.com/office/drawing/2014/main" id="{4F8A5B8E-AF76-5941-82CE-848E75D425C9}"/>
              </a:ext>
            </a:extLst>
          </p:cNvPr>
          <p:cNvSpPr>
            <a:spLocks noChangeArrowheads="1"/>
          </p:cNvSpPr>
          <p:nvPr userDrawn="1"/>
        </p:nvSpPr>
        <p:spPr bwMode="auto">
          <a:xfrm>
            <a:off x="11915156" y="6288534"/>
            <a:ext cx="276844" cy="403403"/>
          </a:xfrm>
          <a:custGeom>
            <a:avLst/>
            <a:gdLst>
              <a:gd name="T0" fmla="*/ 618 w 619"/>
              <a:gd name="T1" fmla="*/ 0 h 898"/>
              <a:gd name="T2" fmla="*/ 0 w 619"/>
              <a:gd name="T3" fmla="*/ 207 h 898"/>
              <a:gd name="T4" fmla="*/ 0 w 619"/>
              <a:gd name="T5" fmla="*/ 897 h 898"/>
              <a:gd name="T6" fmla="*/ 618 w 619"/>
              <a:gd name="T7" fmla="*/ 691 h 898"/>
              <a:gd name="T8" fmla="*/ 618 w 619"/>
              <a:gd name="T9" fmla="*/ 0 h 898"/>
            </a:gdLst>
            <a:ahLst/>
            <a:cxnLst>
              <a:cxn ang="0">
                <a:pos x="T0" y="T1"/>
              </a:cxn>
              <a:cxn ang="0">
                <a:pos x="T2" y="T3"/>
              </a:cxn>
              <a:cxn ang="0">
                <a:pos x="T4" y="T5"/>
              </a:cxn>
              <a:cxn ang="0">
                <a:pos x="T6" y="T7"/>
              </a:cxn>
              <a:cxn ang="0">
                <a:pos x="T8" y="T9"/>
              </a:cxn>
            </a:cxnLst>
            <a:rect l="0" t="0" r="r" b="b"/>
            <a:pathLst>
              <a:path w="619" h="898">
                <a:moveTo>
                  <a:pt x="618" y="0"/>
                </a:moveTo>
                <a:lnTo>
                  <a:pt x="0" y="207"/>
                </a:lnTo>
                <a:lnTo>
                  <a:pt x="0" y="897"/>
                </a:lnTo>
                <a:lnTo>
                  <a:pt x="618" y="691"/>
                </a:lnTo>
                <a:lnTo>
                  <a:pt x="618" y="0"/>
                </a:lnTo>
              </a:path>
            </a:pathLst>
          </a:custGeom>
          <a:solidFill>
            <a:srgbClr val="2480C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1633"/>
          </a:p>
        </p:txBody>
      </p:sp>
      <p:pic>
        <p:nvPicPr>
          <p:cNvPr id="10" name="Picture 9" descr="A picture containing drawing&#10;&#10;Description automatically generated">
            <a:extLst>
              <a:ext uri="{FF2B5EF4-FFF2-40B4-BE49-F238E27FC236}">
                <a16:creationId xmlns:a16="http://schemas.microsoft.com/office/drawing/2014/main" id="{7EB6C02A-A671-B248-8D80-2CAAAF7407D2}"/>
              </a:ext>
            </a:extLst>
          </p:cNvPr>
          <p:cNvPicPr>
            <a:picLocks noChangeAspect="1"/>
          </p:cNvPicPr>
          <p:nvPr userDrawn="1"/>
        </p:nvPicPr>
        <p:blipFill rotWithShape="1">
          <a:blip r:embed="rId2">
            <a:extLst>
              <a:ext uri="{28A0092B-C50C-407E-A947-70E740481C1C}">
                <a14:useLocalDpi xmlns:a14="http://schemas.microsoft.com/office/drawing/2010/main"/>
              </a:ext>
            </a:extLst>
          </a:blip>
          <a:srcRect t="13821" b="21682"/>
          <a:stretch/>
        </p:blipFill>
        <p:spPr>
          <a:xfrm>
            <a:off x="-82495" y="6160176"/>
            <a:ext cx="1739174" cy="681037"/>
          </a:xfrm>
          <a:prstGeom prst="rect">
            <a:avLst/>
          </a:prstGeom>
        </p:spPr>
      </p:pic>
      <p:sp>
        <p:nvSpPr>
          <p:cNvPr id="12" name="Freeform 43">
            <a:extLst>
              <a:ext uri="{FF2B5EF4-FFF2-40B4-BE49-F238E27FC236}">
                <a16:creationId xmlns:a16="http://schemas.microsoft.com/office/drawing/2014/main" id="{759648B1-E874-AF43-AF37-0E59B95AA8C6}"/>
              </a:ext>
            </a:extLst>
          </p:cNvPr>
          <p:cNvSpPr>
            <a:spLocks noChangeArrowheads="1"/>
          </p:cNvSpPr>
          <p:nvPr userDrawn="1"/>
        </p:nvSpPr>
        <p:spPr bwMode="auto">
          <a:xfrm>
            <a:off x="0" y="256891"/>
            <a:ext cx="306612" cy="915489"/>
          </a:xfrm>
          <a:custGeom>
            <a:avLst/>
            <a:gdLst>
              <a:gd name="T0" fmla="*/ 619 w 620"/>
              <a:gd name="T1" fmla="*/ 0 h 1857"/>
              <a:gd name="T2" fmla="*/ 0 w 620"/>
              <a:gd name="T3" fmla="*/ 207 h 1857"/>
              <a:gd name="T4" fmla="*/ 0 w 620"/>
              <a:gd name="T5" fmla="*/ 1856 h 1857"/>
              <a:gd name="T6" fmla="*/ 619 w 620"/>
              <a:gd name="T7" fmla="*/ 1650 h 1857"/>
              <a:gd name="T8" fmla="*/ 619 w 620"/>
              <a:gd name="T9" fmla="*/ 0 h 1857"/>
            </a:gdLst>
            <a:ahLst/>
            <a:cxnLst>
              <a:cxn ang="0">
                <a:pos x="T0" y="T1"/>
              </a:cxn>
              <a:cxn ang="0">
                <a:pos x="T2" y="T3"/>
              </a:cxn>
              <a:cxn ang="0">
                <a:pos x="T4" y="T5"/>
              </a:cxn>
              <a:cxn ang="0">
                <a:pos x="T6" y="T7"/>
              </a:cxn>
              <a:cxn ang="0">
                <a:pos x="T8" y="T9"/>
              </a:cxn>
            </a:cxnLst>
            <a:rect l="0" t="0" r="r" b="b"/>
            <a:pathLst>
              <a:path w="620" h="1857">
                <a:moveTo>
                  <a:pt x="619" y="0"/>
                </a:moveTo>
                <a:lnTo>
                  <a:pt x="0" y="207"/>
                </a:lnTo>
                <a:lnTo>
                  <a:pt x="0" y="1856"/>
                </a:lnTo>
                <a:lnTo>
                  <a:pt x="619" y="1650"/>
                </a:lnTo>
                <a:lnTo>
                  <a:pt x="619" y="0"/>
                </a:lnTo>
              </a:path>
            </a:pathLst>
          </a:custGeom>
          <a:solidFill>
            <a:schemeClr val="accent1"/>
          </a:solidFill>
          <a:ln>
            <a:noFill/>
          </a:ln>
          <a:effectLst/>
        </p:spPr>
        <p:txBody>
          <a:bodyPr wrap="none" anchor="ctr"/>
          <a:lstStyle/>
          <a:p>
            <a:endParaRPr lang="en-US" sz="1633"/>
          </a:p>
        </p:txBody>
      </p:sp>
      <p:sp>
        <p:nvSpPr>
          <p:cNvPr id="2" name="Title 1">
            <a:extLst>
              <a:ext uri="{FF2B5EF4-FFF2-40B4-BE49-F238E27FC236}">
                <a16:creationId xmlns:a16="http://schemas.microsoft.com/office/drawing/2014/main" id="{4E75C4CC-8D1C-B34B-A78B-D4DB6791C112}"/>
              </a:ext>
            </a:extLst>
          </p:cNvPr>
          <p:cNvSpPr>
            <a:spLocks noGrp="1"/>
          </p:cNvSpPr>
          <p:nvPr>
            <p:ph type="title"/>
          </p:nvPr>
        </p:nvSpPr>
        <p:spPr>
          <a:xfrm>
            <a:off x="533400" y="51855"/>
            <a:ext cx="10515600" cy="1325563"/>
          </a:xfrm>
          <a:prstGeom prst="rect">
            <a:avLst/>
          </a:prstGeom>
        </p:spPr>
        <p:txBody>
          <a:bodyPr anchor="ctr" anchorCtr="0"/>
          <a:lstStyle>
            <a:lvl1pPr>
              <a:defRPr b="1">
                <a:solidFill>
                  <a:schemeClr val="accent1"/>
                </a:solidFill>
                <a:latin typeface="Segoe UI" panose="020B0502040204020203" pitchFamily="34" charset="0"/>
                <a:cs typeface="Segoe UI" panose="020B0502040204020203" pitchFamily="34" charset="0"/>
              </a:defRPr>
            </a:lvl1pPr>
          </a:lstStyle>
          <a:p>
            <a:r>
              <a:rPr lang="en-US"/>
              <a:t>Click to edit Master title style</a:t>
            </a:r>
          </a:p>
        </p:txBody>
      </p:sp>
      <p:sp>
        <p:nvSpPr>
          <p:cNvPr id="3" name="Content Placeholder 2">
            <a:extLst>
              <a:ext uri="{FF2B5EF4-FFF2-40B4-BE49-F238E27FC236}">
                <a16:creationId xmlns:a16="http://schemas.microsoft.com/office/drawing/2014/main" id="{DE8BEDFF-13D0-C944-8132-21578AA3C014}"/>
              </a:ext>
            </a:extLst>
          </p:cNvPr>
          <p:cNvSpPr>
            <a:spLocks noGrp="1"/>
          </p:cNvSpPr>
          <p:nvPr>
            <p:ph idx="1"/>
          </p:nvPr>
        </p:nvSpPr>
        <p:spPr>
          <a:xfrm>
            <a:off x="533400" y="1571730"/>
            <a:ext cx="10515600" cy="4351338"/>
          </a:xfrm>
          <a:prstGeom prst="rect">
            <a:avLst/>
          </a:prstGeom>
        </p:spPr>
        <p:txBody>
          <a:bodyPr/>
          <a:lstStyle>
            <a:lvl1pPr>
              <a:defRPr sz="2600">
                <a:solidFill>
                  <a:schemeClr val="tx2"/>
                </a:solidFill>
                <a:latin typeface="Segoe UI" panose="020B0502040204020203" pitchFamily="34" charset="0"/>
                <a:cs typeface="Segoe UI" panose="020B0502040204020203" pitchFamily="34" charset="0"/>
              </a:defRPr>
            </a:lvl1pPr>
            <a:lvl2pPr marL="685800" indent="-228600">
              <a:buClr>
                <a:schemeClr val="accent1"/>
              </a:buClr>
              <a:buFont typeface="System Font Regular"/>
              <a:buChar char="–"/>
              <a:defRPr>
                <a:solidFill>
                  <a:schemeClr val="tx2"/>
                </a:solidFill>
                <a:latin typeface="Segoe UI" panose="020B0502040204020203" pitchFamily="34" charset="0"/>
                <a:cs typeface="Segoe UI" panose="020B0502040204020203" pitchFamily="34" charset="0"/>
              </a:defRPr>
            </a:lvl2pPr>
            <a:lvl3pPr marL="1143000" indent="-228600">
              <a:buClr>
                <a:schemeClr val="accent1"/>
              </a:buClr>
              <a:buFont typeface="Wingdings" pitchFamily="2" charset="2"/>
              <a:buChar char="§"/>
              <a:defRPr>
                <a:solidFill>
                  <a:schemeClr val="tx2"/>
                </a:solidFill>
                <a:latin typeface="Segoe UI" panose="020B0502040204020203" pitchFamily="34" charset="0"/>
                <a:cs typeface="Segoe UI" panose="020B0502040204020203" pitchFamily="34" charset="0"/>
              </a:defRPr>
            </a:lvl3pPr>
            <a:lvl4pPr marL="1600200" indent="-228600">
              <a:buClr>
                <a:schemeClr val="accent1"/>
              </a:buClr>
              <a:buFont typeface="Wingdings" pitchFamily="2" charset="2"/>
              <a:buChar char="§"/>
              <a:defRPr>
                <a:solidFill>
                  <a:schemeClr val="tx2"/>
                </a:solidFill>
                <a:latin typeface="Segoe UI" panose="020B0502040204020203" pitchFamily="34" charset="0"/>
                <a:cs typeface="Segoe UI" panose="020B0502040204020203" pitchFamily="34" charset="0"/>
              </a:defRPr>
            </a:lvl4pPr>
            <a:lvl5pPr marL="2057400" indent="-228600">
              <a:buClr>
                <a:schemeClr val="accent1"/>
              </a:buClr>
              <a:buFont typeface="Wingdings" pitchFamily="2" charset="2"/>
              <a:buChar char="§"/>
              <a:defRPr>
                <a:solidFill>
                  <a:schemeClr val="tx2"/>
                </a:solidFill>
                <a:latin typeface="Segoe UI" panose="020B0502040204020203" pitchFamily="34" charset="0"/>
                <a:cs typeface="Segoe UI" panose="020B050204020402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a:extLst>
              <a:ext uri="{FF2B5EF4-FFF2-40B4-BE49-F238E27FC236}">
                <a16:creationId xmlns:a16="http://schemas.microsoft.com/office/drawing/2014/main" id="{CA7EE742-28E7-9AD7-646A-C053C8A83AB7}"/>
              </a:ext>
            </a:extLst>
          </p:cNvPr>
          <p:cNvSpPr/>
          <p:nvPr userDrawn="1"/>
        </p:nvSpPr>
        <p:spPr>
          <a:xfrm>
            <a:off x="7010400" y="6625769"/>
            <a:ext cx="6096000" cy="215444"/>
          </a:xfrm>
          <a:prstGeom prst="rect">
            <a:avLst/>
          </a:prstGeom>
        </p:spPr>
        <p:txBody>
          <a:bodyPr>
            <a:spAutoFit/>
          </a:bodyPr>
          <a:lstStyle/>
          <a:p>
            <a:pPr algn="ctr"/>
            <a:r>
              <a:rPr lang="en-US" sz="800">
                <a:solidFill>
                  <a:schemeClr val="tx2"/>
                </a:solidFill>
                <a:latin typeface="Segoe UI" panose="020B0502040204020203" pitchFamily="34" charset="0"/>
                <a:cs typeface="Segoe UI" panose="020B0502040204020203" pitchFamily="34" charset="0"/>
              </a:rPr>
              <a:t>© 2024 Envestnet, Inc. All rights reserved. For home office and advisor use only</a:t>
            </a:r>
          </a:p>
        </p:txBody>
      </p:sp>
      <p:sp>
        <p:nvSpPr>
          <p:cNvPr id="5" name="Slide Number Placeholder 5">
            <a:extLst>
              <a:ext uri="{FF2B5EF4-FFF2-40B4-BE49-F238E27FC236}">
                <a16:creationId xmlns:a16="http://schemas.microsoft.com/office/drawing/2014/main" id="{6A5B227B-164C-8581-A7C6-DE70AE2D99F1}"/>
              </a:ext>
            </a:extLst>
          </p:cNvPr>
          <p:cNvSpPr txBox="1">
            <a:spLocks/>
          </p:cNvSpPr>
          <p:nvPr userDrawn="1"/>
        </p:nvSpPr>
        <p:spPr>
          <a:xfrm>
            <a:off x="11852694" y="6361559"/>
            <a:ext cx="407016"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fld id="{D2BA271C-F89E-854F-939F-3D440DF14449}" type="slidenum">
              <a:rPr lang="en-US" sz="1000" b="1" smtClean="0">
                <a:solidFill>
                  <a:schemeClr val="bg1"/>
                </a:solidFill>
                <a:latin typeface="Segoe UI" panose="020B0502040204020203" pitchFamily="34" charset="0"/>
                <a:cs typeface="Segoe UI" panose="020B0502040204020203" pitchFamily="34" charset="0"/>
              </a:rPr>
              <a:pPr algn="ctr">
                <a:defRPr/>
              </a:pPr>
              <a:t>‹#›</a:t>
            </a:fld>
            <a:endParaRPr lang="en-US" sz="1000" b="1">
              <a:solidFill>
                <a:schemeClr val="bg1"/>
              </a:solidFill>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0045308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Title Sub Headline and Content">
    <p:spTree>
      <p:nvGrpSpPr>
        <p:cNvPr id="1" name=""/>
        <p:cNvGrpSpPr/>
        <p:nvPr/>
      </p:nvGrpSpPr>
      <p:grpSpPr>
        <a:xfrm>
          <a:off x="0" y="0"/>
          <a:ext cx="0" cy="0"/>
          <a:chOff x="0" y="0"/>
          <a:chExt cx="0" cy="0"/>
        </a:xfrm>
      </p:grpSpPr>
      <p:sp>
        <p:nvSpPr>
          <p:cNvPr id="9" name="Freeform 44">
            <a:extLst>
              <a:ext uri="{FF2B5EF4-FFF2-40B4-BE49-F238E27FC236}">
                <a16:creationId xmlns:a16="http://schemas.microsoft.com/office/drawing/2014/main" id="{4F8A5B8E-AF76-5941-82CE-848E75D425C9}"/>
              </a:ext>
            </a:extLst>
          </p:cNvPr>
          <p:cNvSpPr>
            <a:spLocks noChangeArrowheads="1"/>
          </p:cNvSpPr>
          <p:nvPr userDrawn="1"/>
        </p:nvSpPr>
        <p:spPr bwMode="auto">
          <a:xfrm>
            <a:off x="11915156" y="6288534"/>
            <a:ext cx="276844" cy="403403"/>
          </a:xfrm>
          <a:custGeom>
            <a:avLst/>
            <a:gdLst>
              <a:gd name="T0" fmla="*/ 618 w 619"/>
              <a:gd name="T1" fmla="*/ 0 h 898"/>
              <a:gd name="T2" fmla="*/ 0 w 619"/>
              <a:gd name="T3" fmla="*/ 207 h 898"/>
              <a:gd name="T4" fmla="*/ 0 w 619"/>
              <a:gd name="T5" fmla="*/ 897 h 898"/>
              <a:gd name="T6" fmla="*/ 618 w 619"/>
              <a:gd name="T7" fmla="*/ 691 h 898"/>
              <a:gd name="T8" fmla="*/ 618 w 619"/>
              <a:gd name="T9" fmla="*/ 0 h 898"/>
            </a:gdLst>
            <a:ahLst/>
            <a:cxnLst>
              <a:cxn ang="0">
                <a:pos x="T0" y="T1"/>
              </a:cxn>
              <a:cxn ang="0">
                <a:pos x="T2" y="T3"/>
              </a:cxn>
              <a:cxn ang="0">
                <a:pos x="T4" y="T5"/>
              </a:cxn>
              <a:cxn ang="0">
                <a:pos x="T6" y="T7"/>
              </a:cxn>
              <a:cxn ang="0">
                <a:pos x="T8" y="T9"/>
              </a:cxn>
            </a:cxnLst>
            <a:rect l="0" t="0" r="r" b="b"/>
            <a:pathLst>
              <a:path w="619" h="898">
                <a:moveTo>
                  <a:pt x="618" y="0"/>
                </a:moveTo>
                <a:lnTo>
                  <a:pt x="0" y="207"/>
                </a:lnTo>
                <a:lnTo>
                  <a:pt x="0" y="897"/>
                </a:lnTo>
                <a:lnTo>
                  <a:pt x="618" y="691"/>
                </a:lnTo>
                <a:lnTo>
                  <a:pt x="618" y="0"/>
                </a:lnTo>
              </a:path>
            </a:pathLst>
          </a:custGeom>
          <a:solidFill>
            <a:srgbClr val="2480C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1633"/>
          </a:p>
        </p:txBody>
      </p:sp>
      <p:pic>
        <p:nvPicPr>
          <p:cNvPr id="10" name="Picture 9" descr="A picture containing drawing&#10;&#10;Description automatically generated">
            <a:extLst>
              <a:ext uri="{FF2B5EF4-FFF2-40B4-BE49-F238E27FC236}">
                <a16:creationId xmlns:a16="http://schemas.microsoft.com/office/drawing/2014/main" id="{7EB6C02A-A671-B248-8D80-2CAAAF7407D2}"/>
              </a:ext>
            </a:extLst>
          </p:cNvPr>
          <p:cNvPicPr>
            <a:picLocks noChangeAspect="1"/>
          </p:cNvPicPr>
          <p:nvPr userDrawn="1"/>
        </p:nvPicPr>
        <p:blipFill rotWithShape="1">
          <a:blip r:embed="rId2">
            <a:extLst>
              <a:ext uri="{28A0092B-C50C-407E-A947-70E740481C1C}">
                <a14:useLocalDpi xmlns:a14="http://schemas.microsoft.com/office/drawing/2010/main"/>
              </a:ext>
            </a:extLst>
          </a:blip>
          <a:srcRect t="13821" b="21682"/>
          <a:stretch/>
        </p:blipFill>
        <p:spPr>
          <a:xfrm>
            <a:off x="-82495" y="6160176"/>
            <a:ext cx="1739174" cy="681037"/>
          </a:xfrm>
          <a:prstGeom prst="rect">
            <a:avLst/>
          </a:prstGeom>
        </p:spPr>
      </p:pic>
      <p:sp>
        <p:nvSpPr>
          <p:cNvPr id="12" name="Freeform 43">
            <a:extLst>
              <a:ext uri="{FF2B5EF4-FFF2-40B4-BE49-F238E27FC236}">
                <a16:creationId xmlns:a16="http://schemas.microsoft.com/office/drawing/2014/main" id="{759648B1-E874-AF43-AF37-0E59B95AA8C6}"/>
              </a:ext>
            </a:extLst>
          </p:cNvPr>
          <p:cNvSpPr>
            <a:spLocks noChangeArrowheads="1"/>
          </p:cNvSpPr>
          <p:nvPr userDrawn="1"/>
        </p:nvSpPr>
        <p:spPr bwMode="auto">
          <a:xfrm>
            <a:off x="0" y="256891"/>
            <a:ext cx="306612" cy="915489"/>
          </a:xfrm>
          <a:custGeom>
            <a:avLst/>
            <a:gdLst>
              <a:gd name="T0" fmla="*/ 619 w 620"/>
              <a:gd name="T1" fmla="*/ 0 h 1857"/>
              <a:gd name="T2" fmla="*/ 0 w 620"/>
              <a:gd name="T3" fmla="*/ 207 h 1857"/>
              <a:gd name="T4" fmla="*/ 0 w 620"/>
              <a:gd name="T5" fmla="*/ 1856 h 1857"/>
              <a:gd name="T6" fmla="*/ 619 w 620"/>
              <a:gd name="T7" fmla="*/ 1650 h 1857"/>
              <a:gd name="T8" fmla="*/ 619 w 620"/>
              <a:gd name="T9" fmla="*/ 0 h 1857"/>
            </a:gdLst>
            <a:ahLst/>
            <a:cxnLst>
              <a:cxn ang="0">
                <a:pos x="T0" y="T1"/>
              </a:cxn>
              <a:cxn ang="0">
                <a:pos x="T2" y="T3"/>
              </a:cxn>
              <a:cxn ang="0">
                <a:pos x="T4" y="T5"/>
              </a:cxn>
              <a:cxn ang="0">
                <a:pos x="T6" y="T7"/>
              </a:cxn>
              <a:cxn ang="0">
                <a:pos x="T8" y="T9"/>
              </a:cxn>
            </a:cxnLst>
            <a:rect l="0" t="0" r="r" b="b"/>
            <a:pathLst>
              <a:path w="620" h="1857">
                <a:moveTo>
                  <a:pt x="619" y="0"/>
                </a:moveTo>
                <a:lnTo>
                  <a:pt x="0" y="207"/>
                </a:lnTo>
                <a:lnTo>
                  <a:pt x="0" y="1856"/>
                </a:lnTo>
                <a:lnTo>
                  <a:pt x="619" y="1650"/>
                </a:lnTo>
                <a:lnTo>
                  <a:pt x="619" y="0"/>
                </a:lnTo>
              </a:path>
            </a:pathLst>
          </a:custGeom>
          <a:solidFill>
            <a:schemeClr val="accent1"/>
          </a:solidFill>
          <a:ln>
            <a:noFill/>
          </a:ln>
          <a:effectLst/>
        </p:spPr>
        <p:txBody>
          <a:bodyPr wrap="none" anchor="ctr"/>
          <a:lstStyle/>
          <a:p>
            <a:endParaRPr lang="en-US" sz="1633"/>
          </a:p>
        </p:txBody>
      </p:sp>
      <p:sp>
        <p:nvSpPr>
          <p:cNvPr id="2" name="Title 1">
            <a:extLst>
              <a:ext uri="{FF2B5EF4-FFF2-40B4-BE49-F238E27FC236}">
                <a16:creationId xmlns:a16="http://schemas.microsoft.com/office/drawing/2014/main" id="{4E75C4CC-8D1C-B34B-A78B-D4DB6791C112}"/>
              </a:ext>
            </a:extLst>
          </p:cNvPr>
          <p:cNvSpPr>
            <a:spLocks noGrp="1"/>
          </p:cNvSpPr>
          <p:nvPr>
            <p:ph type="title"/>
          </p:nvPr>
        </p:nvSpPr>
        <p:spPr>
          <a:xfrm>
            <a:off x="533400" y="370357"/>
            <a:ext cx="10515600" cy="696290"/>
          </a:xfrm>
          <a:prstGeom prst="rect">
            <a:avLst/>
          </a:prstGeom>
        </p:spPr>
        <p:txBody>
          <a:bodyPr anchor="t" anchorCtr="0"/>
          <a:lstStyle>
            <a:lvl1pPr>
              <a:defRPr b="1">
                <a:solidFill>
                  <a:schemeClr val="accent1"/>
                </a:solidFill>
                <a:latin typeface="Segoe UI" panose="020B0502040204020203" pitchFamily="34" charset="0"/>
                <a:cs typeface="Segoe UI" panose="020B0502040204020203" pitchFamily="34" charset="0"/>
              </a:defRPr>
            </a:lvl1pPr>
          </a:lstStyle>
          <a:p>
            <a:r>
              <a:rPr lang="en-US"/>
              <a:t>Click to edit Master title style</a:t>
            </a:r>
          </a:p>
        </p:txBody>
      </p:sp>
      <p:sp>
        <p:nvSpPr>
          <p:cNvPr id="5" name="Rectangle 4">
            <a:extLst>
              <a:ext uri="{FF2B5EF4-FFF2-40B4-BE49-F238E27FC236}">
                <a16:creationId xmlns:a16="http://schemas.microsoft.com/office/drawing/2014/main" id="{31AD1A5F-AA76-8F46-87D4-F7461DAC40FA}"/>
              </a:ext>
            </a:extLst>
          </p:cNvPr>
          <p:cNvSpPr/>
          <p:nvPr userDrawn="1"/>
        </p:nvSpPr>
        <p:spPr>
          <a:xfrm>
            <a:off x="7010400" y="6625769"/>
            <a:ext cx="6096000" cy="215444"/>
          </a:xfrm>
          <a:prstGeom prst="rect">
            <a:avLst/>
          </a:prstGeom>
        </p:spPr>
        <p:txBody>
          <a:bodyPr>
            <a:spAutoFit/>
          </a:bodyPr>
          <a:lstStyle/>
          <a:p>
            <a:pPr algn="ctr"/>
            <a:r>
              <a:rPr lang="en-US" sz="800">
                <a:solidFill>
                  <a:schemeClr val="tx2"/>
                </a:solidFill>
                <a:latin typeface="Segoe UI" panose="020B0502040204020203" pitchFamily="34" charset="0"/>
                <a:cs typeface="Segoe UI" panose="020B0502040204020203" pitchFamily="34" charset="0"/>
              </a:rPr>
              <a:t>© 2024 Envestnet, Inc. All rights reserved. For home office and advisor use only</a:t>
            </a:r>
          </a:p>
        </p:txBody>
      </p:sp>
      <p:sp>
        <p:nvSpPr>
          <p:cNvPr id="6" name="Text Placeholder 5">
            <a:extLst>
              <a:ext uri="{FF2B5EF4-FFF2-40B4-BE49-F238E27FC236}">
                <a16:creationId xmlns:a16="http://schemas.microsoft.com/office/drawing/2014/main" id="{170CD880-DA48-EC4E-B403-D69F9B827E6C}"/>
              </a:ext>
            </a:extLst>
          </p:cNvPr>
          <p:cNvSpPr>
            <a:spLocks noGrp="1"/>
          </p:cNvSpPr>
          <p:nvPr>
            <p:ph type="body" sz="quarter" idx="10" hasCustomPrompt="1"/>
          </p:nvPr>
        </p:nvSpPr>
        <p:spPr>
          <a:xfrm>
            <a:off x="533400" y="1016071"/>
            <a:ext cx="10515600" cy="339725"/>
          </a:xfrm>
          <a:prstGeom prst="rect">
            <a:avLst/>
          </a:prstGeom>
        </p:spPr>
        <p:txBody>
          <a:bodyPr/>
          <a:lstStyle>
            <a:lvl1pPr marL="0" indent="0">
              <a:buNone/>
              <a:defRPr sz="2800" b="1" i="0">
                <a:solidFill>
                  <a:schemeClr val="tx2">
                    <a:lumMod val="60000"/>
                    <a:lumOff val="40000"/>
                  </a:schemeClr>
                </a:solidFill>
                <a:latin typeface="Segoe UI Semibold" panose="020B0502040204020203" pitchFamily="34" charset="0"/>
                <a:cs typeface="Segoe UI Semibold" panose="020B050204020402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 Headline</a:t>
            </a:r>
          </a:p>
        </p:txBody>
      </p:sp>
      <p:sp>
        <p:nvSpPr>
          <p:cNvPr id="11" name="Content Placeholder 2">
            <a:extLst>
              <a:ext uri="{FF2B5EF4-FFF2-40B4-BE49-F238E27FC236}">
                <a16:creationId xmlns:a16="http://schemas.microsoft.com/office/drawing/2014/main" id="{ED000B27-38A0-574A-BFFB-061B3FB90160}"/>
              </a:ext>
            </a:extLst>
          </p:cNvPr>
          <p:cNvSpPr>
            <a:spLocks noGrp="1"/>
          </p:cNvSpPr>
          <p:nvPr>
            <p:ph idx="1"/>
          </p:nvPr>
        </p:nvSpPr>
        <p:spPr>
          <a:xfrm>
            <a:off x="533400" y="1571730"/>
            <a:ext cx="10515600" cy="4351338"/>
          </a:xfrm>
          <a:prstGeom prst="rect">
            <a:avLst/>
          </a:prstGeom>
        </p:spPr>
        <p:txBody>
          <a:bodyPr/>
          <a:lstStyle>
            <a:lvl1pPr>
              <a:defRPr sz="2600">
                <a:solidFill>
                  <a:schemeClr val="tx2"/>
                </a:solidFill>
                <a:latin typeface="Segoe UI" panose="020B0502040204020203" pitchFamily="34" charset="0"/>
                <a:cs typeface="Segoe UI" panose="020B0502040204020203" pitchFamily="34" charset="0"/>
              </a:defRPr>
            </a:lvl1pPr>
            <a:lvl2pPr marL="685800" indent="-228600">
              <a:buClr>
                <a:schemeClr val="accent1"/>
              </a:buClr>
              <a:buFont typeface="System Font Regular"/>
              <a:buChar char="–"/>
              <a:defRPr>
                <a:solidFill>
                  <a:schemeClr val="tx2"/>
                </a:solidFill>
                <a:latin typeface="Segoe UI" panose="020B0502040204020203" pitchFamily="34" charset="0"/>
                <a:cs typeface="Segoe UI" panose="020B0502040204020203" pitchFamily="34" charset="0"/>
              </a:defRPr>
            </a:lvl2pPr>
            <a:lvl3pPr marL="1143000" indent="-228600">
              <a:buClr>
                <a:schemeClr val="accent1"/>
              </a:buClr>
              <a:buFont typeface="Wingdings" pitchFamily="2" charset="2"/>
              <a:buChar char="§"/>
              <a:defRPr>
                <a:solidFill>
                  <a:schemeClr val="tx2"/>
                </a:solidFill>
                <a:latin typeface="Segoe UI" panose="020B0502040204020203" pitchFamily="34" charset="0"/>
                <a:cs typeface="Segoe UI" panose="020B0502040204020203" pitchFamily="34" charset="0"/>
              </a:defRPr>
            </a:lvl3pPr>
            <a:lvl4pPr marL="1600200" indent="-228600">
              <a:buClr>
                <a:schemeClr val="accent1"/>
              </a:buClr>
              <a:buFont typeface="Wingdings" pitchFamily="2" charset="2"/>
              <a:buChar char="§"/>
              <a:defRPr>
                <a:solidFill>
                  <a:schemeClr val="tx2"/>
                </a:solidFill>
                <a:latin typeface="Segoe UI" panose="020B0502040204020203" pitchFamily="34" charset="0"/>
                <a:cs typeface="Segoe UI" panose="020B0502040204020203" pitchFamily="34" charset="0"/>
              </a:defRPr>
            </a:lvl4pPr>
            <a:lvl5pPr marL="2057400" indent="-228600">
              <a:buClr>
                <a:schemeClr val="accent1"/>
              </a:buClr>
              <a:buFont typeface="Wingdings" pitchFamily="2" charset="2"/>
              <a:buChar char="§"/>
              <a:defRPr>
                <a:solidFill>
                  <a:schemeClr val="tx2"/>
                </a:solidFill>
                <a:latin typeface="Segoe UI" panose="020B0502040204020203" pitchFamily="34" charset="0"/>
                <a:cs typeface="Segoe UI" panose="020B050204020402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5">
            <a:extLst>
              <a:ext uri="{FF2B5EF4-FFF2-40B4-BE49-F238E27FC236}">
                <a16:creationId xmlns:a16="http://schemas.microsoft.com/office/drawing/2014/main" id="{E9657617-5F91-C598-4468-850EABBF033C}"/>
              </a:ext>
            </a:extLst>
          </p:cNvPr>
          <p:cNvSpPr txBox="1">
            <a:spLocks/>
          </p:cNvSpPr>
          <p:nvPr userDrawn="1"/>
        </p:nvSpPr>
        <p:spPr>
          <a:xfrm>
            <a:off x="11852694" y="6361559"/>
            <a:ext cx="407016"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fld id="{D2BA271C-F89E-854F-939F-3D440DF14449}" type="slidenum">
              <a:rPr lang="en-US" sz="1000" b="1" smtClean="0">
                <a:solidFill>
                  <a:schemeClr val="bg1"/>
                </a:solidFill>
                <a:latin typeface="Segoe UI" panose="020B0502040204020203" pitchFamily="34" charset="0"/>
                <a:cs typeface="Segoe UI" panose="020B0502040204020203" pitchFamily="34" charset="0"/>
              </a:rPr>
              <a:pPr algn="ctr">
                <a:defRPr/>
              </a:pPr>
              <a:t>‹#›</a:t>
            </a:fld>
            <a:endParaRPr lang="en-US" sz="1000" b="1">
              <a:solidFill>
                <a:schemeClr val="bg1"/>
              </a:solidFill>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94709997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ENV Ending slide">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31AD1A5F-AA76-8F46-87D4-F7461DAC40FA}"/>
              </a:ext>
            </a:extLst>
          </p:cNvPr>
          <p:cNvSpPr/>
          <p:nvPr userDrawn="1"/>
        </p:nvSpPr>
        <p:spPr>
          <a:xfrm>
            <a:off x="3048000" y="6428151"/>
            <a:ext cx="6096000" cy="215444"/>
          </a:xfrm>
          <a:prstGeom prst="rect">
            <a:avLst/>
          </a:prstGeom>
        </p:spPr>
        <p:txBody>
          <a:bodyPr>
            <a:spAutoFit/>
          </a:bodyPr>
          <a:lstStyle/>
          <a:p>
            <a:pPr algn="ctr"/>
            <a:r>
              <a:rPr lang="en-US" sz="800">
                <a:solidFill>
                  <a:schemeClr val="tx2"/>
                </a:solidFill>
                <a:latin typeface="Segoe UI" panose="020B0502040204020203" pitchFamily="34" charset="0"/>
                <a:cs typeface="Segoe UI" panose="020B0502040204020203" pitchFamily="34" charset="0"/>
              </a:rPr>
              <a:t>© 2024 Envestnet, Inc. All rights reserved. For home office and advisor use only</a:t>
            </a:r>
          </a:p>
        </p:txBody>
      </p:sp>
      <p:pic>
        <p:nvPicPr>
          <p:cNvPr id="3" name="Picture 2">
            <a:extLst>
              <a:ext uri="{FF2B5EF4-FFF2-40B4-BE49-F238E27FC236}">
                <a16:creationId xmlns:a16="http://schemas.microsoft.com/office/drawing/2014/main" id="{F1653258-AAD5-7B47-B6ED-3A50DEC0A4F5}"/>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3010198" y="1659474"/>
            <a:ext cx="6080792" cy="3691910"/>
          </a:xfrm>
          <a:prstGeom prst="rect">
            <a:avLst/>
          </a:prstGeom>
        </p:spPr>
      </p:pic>
    </p:spTree>
    <p:extLst>
      <p:ext uri="{BB962C8B-B14F-4D97-AF65-F5344CB8AC3E}">
        <p14:creationId xmlns:p14="http://schemas.microsoft.com/office/powerpoint/2010/main" val="2519236838"/>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userDrawn="1">
  <p:cSld name="SECTION TITLE">
    <p:spTree>
      <p:nvGrpSpPr>
        <p:cNvPr id="1" name=""/>
        <p:cNvGrpSpPr/>
        <p:nvPr/>
      </p:nvGrpSpPr>
      <p:grpSpPr>
        <a:xfrm>
          <a:off x="0" y="0"/>
          <a:ext cx="0" cy="0"/>
          <a:chOff x="0" y="0"/>
          <a:chExt cx="0" cy="0"/>
        </a:xfrm>
      </p:grpSpPr>
      <p:sp>
        <p:nvSpPr>
          <p:cNvPr id="51" name="Rectangle 50">
            <a:extLst>
              <a:ext uri="{FF2B5EF4-FFF2-40B4-BE49-F238E27FC236}">
                <a16:creationId xmlns:a16="http://schemas.microsoft.com/office/drawing/2014/main" id="{7A2FD704-B582-7A4B-A1DD-3E103882D7FA}"/>
              </a:ext>
            </a:extLst>
          </p:cNvPr>
          <p:cNvSpPr/>
          <p:nvPr userDrawn="1"/>
        </p:nvSpPr>
        <p:spPr>
          <a:xfrm>
            <a:off x="0" y="0"/>
            <a:ext cx="12182740" cy="6857999"/>
          </a:xfrm>
          <a:prstGeom prst="rect">
            <a:avLst/>
          </a:prstGeom>
          <a:solidFill>
            <a:srgbClr val="005F9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1">
            <a:extLst>
              <a:ext uri="{FF2B5EF4-FFF2-40B4-BE49-F238E27FC236}">
                <a16:creationId xmlns:a16="http://schemas.microsoft.com/office/drawing/2014/main" id="{FA495240-AC3D-8D49-8008-67D1F67E7C9C}"/>
              </a:ext>
            </a:extLst>
          </p:cNvPr>
          <p:cNvSpPr>
            <a:spLocks noChangeArrowheads="1"/>
          </p:cNvSpPr>
          <p:nvPr userDrawn="1"/>
        </p:nvSpPr>
        <p:spPr bwMode="auto">
          <a:xfrm>
            <a:off x="-148" y="0"/>
            <a:ext cx="12192148" cy="6858000"/>
          </a:xfrm>
          <a:custGeom>
            <a:avLst/>
            <a:gdLst>
              <a:gd name="T0" fmla="*/ 25251 w 40607"/>
              <a:gd name="T1" fmla="*/ 0 h 22841"/>
              <a:gd name="T2" fmla="*/ 0 w 40607"/>
              <a:gd name="T3" fmla="*/ 8201 h 22841"/>
              <a:gd name="T4" fmla="*/ 0 w 40607"/>
              <a:gd name="T5" fmla="*/ 22840 h 22841"/>
              <a:gd name="T6" fmla="*/ 11658 w 40607"/>
              <a:gd name="T7" fmla="*/ 22840 h 22841"/>
              <a:gd name="T8" fmla="*/ 40606 w 40607"/>
              <a:gd name="T9" fmla="*/ 13434 h 22841"/>
              <a:gd name="T10" fmla="*/ 40606 w 40607"/>
              <a:gd name="T11" fmla="*/ 0 h 22841"/>
              <a:gd name="T12" fmla="*/ 25251 w 40607"/>
              <a:gd name="T13" fmla="*/ 0 h 22841"/>
            </a:gdLst>
            <a:ahLst/>
            <a:cxnLst>
              <a:cxn ang="0">
                <a:pos x="T0" y="T1"/>
              </a:cxn>
              <a:cxn ang="0">
                <a:pos x="T2" y="T3"/>
              </a:cxn>
              <a:cxn ang="0">
                <a:pos x="T4" y="T5"/>
              </a:cxn>
              <a:cxn ang="0">
                <a:pos x="T6" y="T7"/>
              </a:cxn>
              <a:cxn ang="0">
                <a:pos x="T8" y="T9"/>
              </a:cxn>
              <a:cxn ang="0">
                <a:pos x="T10" y="T11"/>
              </a:cxn>
              <a:cxn ang="0">
                <a:pos x="T12" y="T13"/>
              </a:cxn>
            </a:cxnLst>
            <a:rect l="0" t="0" r="r" b="b"/>
            <a:pathLst>
              <a:path w="40607" h="22841">
                <a:moveTo>
                  <a:pt x="25251" y="0"/>
                </a:moveTo>
                <a:lnTo>
                  <a:pt x="0" y="8201"/>
                </a:lnTo>
                <a:lnTo>
                  <a:pt x="0" y="22840"/>
                </a:lnTo>
                <a:lnTo>
                  <a:pt x="11658" y="22840"/>
                </a:lnTo>
                <a:lnTo>
                  <a:pt x="40606" y="13434"/>
                </a:lnTo>
                <a:lnTo>
                  <a:pt x="40606" y="0"/>
                </a:lnTo>
                <a:lnTo>
                  <a:pt x="25251" y="0"/>
                </a:lnTo>
              </a:path>
            </a:pathLst>
          </a:custGeom>
          <a:solidFill>
            <a:schemeClr val="accent1">
              <a:alpha val="46000"/>
            </a:schemeClr>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54" name="Freeform 28">
            <a:extLst>
              <a:ext uri="{FF2B5EF4-FFF2-40B4-BE49-F238E27FC236}">
                <a16:creationId xmlns:a16="http://schemas.microsoft.com/office/drawing/2014/main" id="{F8C31D1B-047D-7E4E-8C1B-2E0F833036C8}"/>
              </a:ext>
            </a:extLst>
          </p:cNvPr>
          <p:cNvSpPr>
            <a:spLocks noChangeArrowheads="1"/>
          </p:cNvSpPr>
          <p:nvPr userDrawn="1"/>
        </p:nvSpPr>
        <p:spPr bwMode="auto">
          <a:xfrm>
            <a:off x="152136" y="6119813"/>
            <a:ext cx="952500" cy="470958"/>
          </a:xfrm>
          <a:custGeom>
            <a:avLst/>
            <a:gdLst>
              <a:gd name="T0" fmla="*/ 3173 w 3174"/>
              <a:gd name="T1" fmla="*/ 0 h 1571"/>
              <a:gd name="T2" fmla="*/ 0 w 3174"/>
              <a:gd name="T3" fmla="*/ 1031 h 1571"/>
              <a:gd name="T4" fmla="*/ 0 w 3174"/>
              <a:gd name="T5" fmla="*/ 1570 h 1571"/>
              <a:gd name="T6" fmla="*/ 3173 w 3174"/>
              <a:gd name="T7" fmla="*/ 539 h 1571"/>
              <a:gd name="T8" fmla="*/ 3173 w 3174"/>
              <a:gd name="T9" fmla="*/ 0 h 1571"/>
            </a:gdLst>
            <a:ahLst/>
            <a:cxnLst>
              <a:cxn ang="0">
                <a:pos x="T0" y="T1"/>
              </a:cxn>
              <a:cxn ang="0">
                <a:pos x="T2" y="T3"/>
              </a:cxn>
              <a:cxn ang="0">
                <a:pos x="T4" y="T5"/>
              </a:cxn>
              <a:cxn ang="0">
                <a:pos x="T6" y="T7"/>
              </a:cxn>
              <a:cxn ang="0">
                <a:pos x="T8" y="T9"/>
              </a:cxn>
            </a:cxnLst>
            <a:rect l="0" t="0" r="r" b="b"/>
            <a:pathLst>
              <a:path w="3174" h="1571">
                <a:moveTo>
                  <a:pt x="3173" y="0"/>
                </a:moveTo>
                <a:lnTo>
                  <a:pt x="0" y="1031"/>
                </a:lnTo>
                <a:lnTo>
                  <a:pt x="0" y="1570"/>
                </a:lnTo>
                <a:lnTo>
                  <a:pt x="3173" y="539"/>
                </a:lnTo>
                <a:lnTo>
                  <a:pt x="3173" y="0"/>
                </a:lnTo>
              </a:path>
            </a:pathLst>
          </a:custGeom>
          <a:solidFill>
            <a:srgbClr val="126FA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55" name="Freeform 29">
            <a:extLst>
              <a:ext uri="{FF2B5EF4-FFF2-40B4-BE49-F238E27FC236}">
                <a16:creationId xmlns:a16="http://schemas.microsoft.com/office/drawing/2014/main" id="{8990F6A4-A571-FC4E-97B4-B16D86FBAC12}"/>
              </a:ext>
            </a:extLst>
          </p:cNvPr>
          <p:cNvSpPr>
            <a:spLocks noChangeArrowheads="1"/>
          </p:cNvSpPr>
          <p:nvPr userDrawn="1"/>
        </p:nvSpPr>
        <p:spPr bwMode="auto">
          <a:xfrm>
            <a:off x="152136" y="6119813"/>
            <a:ext cx="952500" cy="470958"/>
          </a:xfrm>
          <a:custGeom>
            <a:avLst/>
            <a:gdLst>
              <a:gd name="T0" fmla="*/ 3173 w 3174"/>
              <a:gd name="T1" fmla="*/ 0 h 1571"/>
              <a:gd name="T2" fmla="*/ 0 w 3174"/>
              <a:gd name="T3" fmla="*/ 1031 h 1571"/>
              <a:gd name="T4" fmla="*/ 0 w 3174"/>
              <a:gd name="T5" fmla="*/ 1570 h 1571"/>
              <a:gd name="T6" fmla="*/ 3173 w 3174"/>
              <a:gd name="T7" fmla="*/ 539 h 1571"/>
              <a:gd name="T8" fmla="*/ 3173 w 3174"/>
              <a:gd name="T9" fmla="*/ 0 h 1571"/>
            </a:gdLst>
            <a:ahLst/>
            <a:cxnLst>
              <a:cxn ang="0">
                <a:pos x="T0" y="T1"/>
              </a:cxn>
              <a:cxn ang="0">
                <a:pos x="T2" y="T3"/>
              </a:cxn>
              <a:cxn ang="0">
                <a:pos x="T4" y="T5"/>
              </a:cxn>
              <a:cxn ang="0">
                <a:pos x="T6" y="T7"/>
              </a:cxn>
              <a:cxn ang="0">
                <a:pos x="T8" y="T9"/>
              </a:cxn>
            </a:cxnLst>
            <a:rect l="0" t="0" r="r" b="b"/>
            <a:pathLst>
              <a:path w="3174" h="1571">
                <a:moveTo>
                  <a:pt x="3173" y="0"/>
                </a:moveTo>
                <a:lnTo>
                  <a:pt x="0" y="1031"/>
                </a:lnTo>
                <a:lnTo>
                  <a:pt x="0" y="1570"/>
                </a:lnTo>
                <a:lnTo>
                  <a:pt x="3173" y="539"/>
                </a:lnTo>
                <a:lnTo>
                  <a:pt x="3173" y="0"/>
                </a:lnTo>
              </a:path>
            </a:pathLst>
          </a:custGeom>
          <a:solidFill>
            <a:srgbClr val="126FAE"/>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56" name="Freeform 30">
            <a:extLst>
              <a:ext uri="{FF2B5EF4-FFF2-40B4-BE49-F238E27FC236}">
                <a16:creationId xmlns:a16="http://schemas.microsoft.com/office/drawing/2014/main" id="{B8F876E2-3EA6-D94E-A1B9-FDA4A61A9245}"/>
              </a:ext>
            </a:extLst>
          </p:cNvPr>
          <p:cNvSpPr>
            <a:spLocks noChangeArrowheads="1"/>
          </p:cNvSpPr>
          <p:nvPr userDrawn="1"/>
        </p:nvSpPr>
        <p:spPr bwMode="auto">
          <a:xfrm>
            <a:off x="11182614" y="4697678"/>
            <a:ext cx="1009386" cy="556948"/>
          </a:xfrm>
          <a:custGeom>
            <a:avLst/>
            <a:gdLst>
              <a:gd name="T0" fmla="*/ 3347 w 3364"/>
              <a:gd name="T1" fmla="*/ 16 h 1857"/>
              <a:gd name="T2" fmla="*/ 3347 w 3364"/>
              <a:gd name="T3" fmla="*/ 0 h 1857"/>
              <a:gd name="T4" fmla="*/ 0 w 3364"/>
              <a:gd name="T5" fmla="*/ 1095 h 1857"/>
              <a:gd name="T6" fmla="*/ 0 w 3364"/>
              <a:gd name="T7" fmla="*/ 1856 h 1857"/>
              <a:gd name="T8" fmla="*/ 3363 w 3364"/>
              <a:gd name="T9" fmla="*/ 762 h 1857"/>
              <a:gd name="T10" fmla="*/ 3363 w 3364"/>
              <a:gd name="T11" fmla="*/ 0 h 1857"/>
              <a:gd name="T12" fmla="*/ 3347 w 3364"/>
              <a:gd name="T13" fmla="*/ 0 h 1857"/>
              <a:gd name="T14" fmla="*/ 3347 w 3364"/>
              <a:gd name="T15" fmla="*/ 16 h 1857"/>
              <a:gd name="T16" fmla="*/ 3347 w 3364"/>
              <a:gd name="T17" fmla="*/ 16 h 1857"/>
              <a:gd name="T18" fmla="*/ 3347 w 3364"/>
              <a:gd name="T19" fmla="*/ 745 h 1857"/>
              <a:gd name="T20" fmla="*/ 16 w 3364"/>
              <a:gd name="T21" fmla="*/ 1824 h 1857"/>
              <a:gd name="T22" fmla="*/ 16 w 3364"/>
              <a:gd name="T23" fmla="*/ 1110 h 1857"/>
              <a:gd name="T24" fmla="*/ 3363 w 3364"/>
              <a:gd name="T25" fmla="*/ 16 h 1857"/>
              <a:gd name="T26" fmla="*/ 3347 w 3364"/>
              <a:gd name="T27" fmla="*/ 16 h 1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64" h="1857">
                <a:moveTo>
                  <a:pt x="3347" y="16"/>
                </a:moveTo>
                <a:lnTo>
                  <a:pt x="3347" y="0"/>
                </a:lnTo>
                <a:lnTo>
                  <a:pt x="0" y="1095"/>
                </a:lnTo>
                <a:lnTo>
                  <a:pt x="0" y="1856"/>
                </a:lnTo>
                <a:lnTo>
                  <a:pt x="3363" y="762"/>
                </a:lnTo>
                <a:lnTo>
                  <a:pt x="3363" y="0"/>
                </a:lnTo>
                <a:lnTo>
                  <a:pt x="3347" y="0"/>
                </a:lnTo>
                <a:lnTo>
                  <a:pt x="3347" y="16"/>
                </a:lnTo>
                <a:lnTo>
                  <a:pt x="3347" y="16"/>
                </a:lnTo>
                <a:lnTo>
                  <a:pt x="3347" y="745"/>
                </a:lnTo>
                <a:lnTo>
                  <a:pt x="16" y="1824"/>
                </a:lnTo>
                <a:lnTo>
                  <a:pt x="16" y="1110"/>
                </a:lnTo>
                <a:lnTo>
                  <a:pt x="3363" y="16"/>
                </a:lnTo>
                <a:lnTo>
                  <a:pt x="3347" y="16"/>
                </a:lnTo>
              </a:path>
            </a:pathLst>
          </a:custGeom>
          <a:solidFill>
            <a:srgbClr val="008CD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57" name="Freeform 31">
            <a:extLst>
              <a:ext uri="{FF2B5EF4-FFF2-40B4-BE49-F238E27FC236}">
                <a16:creationId xmlns:a16="http://schemas.microsoft.com/office/drawing/2014/main" id="{E541205A-D788-7641-BA05-7D01CF0774AF}"/>
              </a:ext>
            </a:extLst>
          </p:cNvPr>
          <p:cNvSpPr>
            <a:spLocks noChangeArrowheads="1"/>
          </p:cNvSpPr>
          <p:nvPr userDrawn="1"/>
        </p:nvSpPr>
        <p:spPr bwMode="auto">
          <a:xfrm>
            <a:off x="0" y="3431646"/>
            <a:ext cx="466990" cy="1793875"/>
          </a:xfrm>
          <a:custGeom>
            <a:avLst/>
            <a:gdLst>
              <a:gd name="T0" fmla="*/ 1554 w 1555"/>
              <a:gd name="T1" fmla="*/ 0 h 5980"/>
              <a:gd name="T2" fmla="*/ 0 w 1555"/>
              <a:gd name="T3" fmla="*/ 506 h 5980"/>
              <a:gd name="T4" fmla="*/ 0 w 1555"/>
              <a:gd name="T5" fmla="*/ 5979 h 5980"/>
              <a:gd name="T6" fmla="*/ 1554 w 1555"/>
              <a:gd name="T7" fmla="*/ 5471 h 5980"/>
              <a:gd name="T8" fmla="*/ 1554 w 1555"/>
              <a:gd name="T9" fmla="*/ 0 h 5980"/>
            </a:gdLst>
            <a:ahLst/>
            <a:cxnLst>
              <a:cxn ang="0">
                <a:pos x="T0" y="T1"/>
              </a:cxn>
              <a:cxn ang="0">
                <a:pos x="T2" y="T3"/>
              </a:cxn>
              <a:cxn ang="0">
                <a:pos x="T4" y="T5"/>
              </a:cxn>
              <a:cxn ang="0">
                <a:pos x="T6" y="T7"/>
              </a:cxn>
              <a:cxn ang="0">
                <a:pos x="T8" y="T9"/>
              </a:cxn>
            </a:cxnLst>
            <a:rect l="0" t="0" r="r" b="b"/>
            <a:pathLst>
              <a:path w="1555" h="5980">
                <a:moveTo>
                  <a:pt x="1554" y="0"/>
                </a:moveTo>
                <a:lnTo>
                  <a:pt x="0" y="506"/>
                </a:lnTo>
                <a:lnTo>
                  <a:pt x="0" y="5979"/>
                </a:lnTo>
                <a:lnTo>
                  <a:pt x="1554" y="5471"/>
                </a:lnTo>
                <a:lnTo>
                  <a:pt x="1554" y="0"/>
                </a:lnTo>
              </a:path>
            </a:pathLst>
          </a:custGeom>
          <a:solidFill>
            <a:srgbClr val="2091D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58" name="Freeform 33">
            <a:extLst>
              <a:ext uri="{FF2B5EF4-FFF2-40B4-BE49-F238E27FC236}">
                <a16:creationId xmlns:a16="http://schemas.microsoft.com/office/drawing/2014/main" id="{9422DDFE-644C-4A40-B8D2-62A51D14378E}"/>
              </a:ext>
            </a:extLst>
          </p:cNvPr>
          <p:cNvSpPr>
            <a:spLocks noChangeArrowheads="1"/>
          </p:cNvSpPr>
          <p:nvPr userDrawn="1"/>
        </p:nvSpPr>
        <p:spPr bwMode="auto">
          <a:xfrm>
            <a:off x="10645511" y="452438"/>
            <a:ext cx="1546489" cy="709083"/>
          </a:xfrm>
          <a:custGeom>
            <a:avLst/>
            <a:gdLst>
              <a:gd name="T0" fmla="*/ 5156 w 5157"/>
              <a:gd name="T1" fmla="*/ 0 h 2365"/>
              <a:gd name="T2" fmla="*/ 0 w 5157"/>
              <a:gd name="T3" fmla="*/ 1666 h 2365"/>
              <a:gd name="T4" fmla="*/ 0 w 5157"/>
              <a:gd name="T5" fmla="*/ 2364 h 2365"/>
              <a:gd name="T6" fmla="*/ 5156 w 5157"/>
              <a:gd name="T7" fmla="*/ 682 h 2365"/>
              <a:gd name="T8" fmla="*/ 5156 w 5157"/>
              <a:gd name="T9" fmla="*/ 0 h 2365"/>
            </a:gdLst>
            <a:ahLst/>
            <a:cxnLst>
              <a:cxn ang="0">
                <a:pos x="T0" y="T1"/>
              </a:cxn>
              <a:cxn ang="0">
                <a:pos x="T2" y="T3"/>
              </a:cxn>
              <a:cxn ang="0">
                <a:pos x="T4" y="T5"/>
              </a:cxn>
              <a:cxn ang="0">
                <a:pos x="T6" y="T7"/>
              </a:cxn>
              <a:cxn ang="0">
                <a:pos x="T8" y="T9"/>
              </a:cxn>
            </a:cxnLst>
            <a:rect l="0" t="0" r="r" b="b"/>
            <a:pathLst>
              <a:path w="5157" h="2365">
                <a:moveTo>
                  <a:pt x="5156" y="0"/>
                </a:moveTo>
                <a:lnTo>
                  <a:pt x="0" y="1666"/>
                </a:lnTo>
                <a:lnTo>
                  <a:pt x="0" y="2364"/>
                </a:lnTo>
                <a:lnTo>
                  <a:pt x="5156" y="682"/>
                </a:lnTo>
                <a:lnTo>
                  <a:pt x="5156" y="0"/>
                </a:lnTo>
              </a:path>
            </a:pathLst>
          </a:custGeom>
          <a:solidFill>
            <a:schemeClr val="accent1"/>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59" name="Freeform 34">
            <a:extLst>
              <a:ext uri="{FF2B5EF4-FFF2-40B4-BE49-F238E27FC236}">
                <a16:creationId xmlns:a16="http://schemas.microsoft.com/office/drawing/2014/main" id="{73F16A59-4F0C-F24C-83C3-73D5BEB1A6B8}"/>
              </a:ext>
            </a:extLst>
          </p:cNvPr>
          <p:cNvSpPr>
            <a:spLocks noChangeArrowheads="1"/>
          </p:cNvSpPr>
          <p:nvPr userDrawn="1"/>
        </p:nvSpPr>
        <p:spPr bwMode="auto">
          <a:xfrm>
            <a:off x="11244792" y="115094"/>
            <a:ext cx="947208" cy="595313"/>
          </a:xfrm>
          <a:custGeom>
            <a:avLst/>
            <a:gdLst>
              <a:gd name="T0" fmla="*/ 3157 w 3158"/>
              <a:gd name="T1" fmla="*/ 0 h 1984"/>
              <a:gd name="T2" fmla="*/ 0 w 3158"/>
              <a:gd name="T3" fmla="*/ 1031 h 1984"/>
              <a:gd name="T4" fmla="*/ 0 w 3158"/>
              <a:gd name="T5" fmla="*/ 1983 h 1984"/>
              <a:gd name="T6" fmla="*/ 3157 w 3158"/>
              <a:gd name="T7" fmla="*/ 952 h 1984"/>
              <a:gd name="T8" fmla="*/ 3157 w 3158"/>
              <a:gd name="T9" fmla="*/ 0 h 1984"/>
            </a:gdLst>
            <a:ahLst/>
            <a:cxnLst>
              <a:cxn ang="0">
                <a:pos x="T0" y="T1"/>
              </a:cxn>
              <a:cxn ang="0">
                <a:pos x="T2" y="T3"/>
              </a:cxn>
              <a:cxn ang="0">
                <a:pos x="T4" y="T5"/>
              </a:cxn>
              <a:cxn ang="0">
                <a:pos x="T6" y="T7"/>
              </a:cxn>
              <a:cxn ang="0">
                <a:pos x="T8" y="T9"/>
              </a:cxn>
            </a:cxnLst>
            <a:rect l="0" t="0" r="r" b="b"/>
            <a:pathLst>
              <a:path w="3158" h="1984">
                <a:moveTo>
                  <a:pt x="3157" y="0"/>
                </a:moveTo>
                <a:lnTo>
                  <a:pt x="0" y="1031"/>
                </a:lnTo>
                <a:lnTo>
                  <a:pt x="0" y="1983"/>
                </a:lnTo>
                <a:lnTo>
                  <a:pt x="3157" y="952"/>
                </a:lnTo>
                <a:lnTo>
                  <a:pt x="3157" y="0"/>
                </a:lnTo>
              </a:path>
            </a:pathLst>
          </a:custGeom>
          <a:solidFill>
            <a:srgbClr val="005F9E"/>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0" name="Freeform 35">
            <a:extLst>
              <a:ext uri="{FF2B5EF4-FFF2-40B4-BE49-F238E27FC236}">
                <a16:creationId xmlns:a16="http://schemas.microsoft.com/office/drawing/2014/main" id="{35A056D1-5790-9842-8FD2-D8F44C9E418E}"/>
              </a:ext>
            </a:extLst>
          </p:cNvPr>
          <p:cNvSpPr>
            <a:spLocks noChangeArrowheads="1"/>
          </p:cNvSpPr>
          <p:nvPr userDrawn="1"/>
        </p:nvSpPr>
        <p:spPr bwMode="auto">
          <a:xfrm>
            <a:off x="12182740" y="666750"/>
            <a:ext cx="9260" cy="161396"/>
          </a:xfrm>
          <a:custGeom>
            <a:avLst/>
            <a:gdLst>
              <a:gd name="T0" fmla="*/ 31 w 32"/>
              <a:gd name="T1" fmla="*/ 0 h 540"/>
              <a:gd name="T2" fmla="*/ 0 w 32"/>
              <a:gd name="T3" fmla="*/ 16 h 540"/>
              <a:gd name="T4" fmla="*/ 0 w 32"/>
              <a:gd name="T5" fmla="*/ 539 h 540"/>
              <a:gd name="T6" fmla="*/ 31 w 32"/>
              <a:gd name="T7" fmla="*/ 539 h 540"/>
              <a:gd name="T8" fmla="*/ 31 w 32"/>
              <a:gd name="T9" fmla="*/ 0 h 540"/>
            </a:gdLst>
            <a:ahLst/>
            <a:cxnLst>
              <a:cxn ang="0">
                <a:pos x="T0" y="T1"/>
              </a:cxn>
              <a:cxn ang="0">
                <a:pos x="T2" y="T3"/>
              </a:cxn>
              <a:cxn ang="0">
                <a:pos x="T4" y="T5"/>
              </a:cxn>
              <a:cxn ang="0">
                <a:pos x="T6" y="T7"/>
              </a:cxn>
              <a:cxn ang="0">
                <a:pos x="T8" y="T9"/>
              </a:cxn>
            </a:cxnLst>
            <a:rect l="0" t="0" r="r" b="b"/>
            <a:pathLst>
              <a:path w="32" h="540">
                <a:moveTo>
                  <a:pt x="31" y="0"/>
                </a:moveTo>
                <a:lnTo>
                  <a:pt x="0" y="16"/>
                </a:lnTo>
                <a:lnTo>
                  <a:pt x="0" y="539"/>
                </a:lnTo>
                <a:lnTo>
                  <a:pt x="31" y="539"/>
                </a:lnTo>
                <a:lnTo>
                  <a:pt x="31" y="0"/>
                </a:lnTo>
              </a:path>
            </a:pathLst>
          </a:custGeom>
          <a:solidFill>
            <a:srgbClr val="7FAFC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1" name="Freeform 36">
            <a:extLst>
              <a:ext uri="{FF2B5EF4-FFF2-40B4-BE49-F238E27FC236}">
                <a16:creationId xmlns:a16="http://schemas.microsoft.com/office/drawing/2014/main" id="{1FFBA3F6-1BD7-674B-8A24-326F0608A0B6}"/>
              </a:ext>
            </a:extLst>
          </p:cNvPr>
          <p:cNvSpPr>
            <a:spLocks noChangeArrowheads="1"/>
          </p:cNvSpPr>
          <p:nvPr userDrawn="1"/>
        </p:nvSpPr>
        <p:spPr bwMode="auto">
          <a:xfrm>
            <a:off x="12182740" y="666750"/>
            <a:ext cx="9260" cy="161396"/>
          </a:xfrm>
          <a:custGeom>
            <a:avLst/>
            <a:gdLst>
              <a:gd name="T0" fmla="*/ 31 w 32"/>
              <a:gd name="T1" fmla="*/ 0 h 540"/>
              <a:gd name="T2" fmla="*/ 0 w 32"/>
              <a:gd name="T3" fmla="*/ 16 h 540"/>
              <a:gd name="T4" fmla="*/ 0 w 32"/>
              <a:gd name="T5" fmla="*/ 539 h 540"/>
              <a:gd name="T6" fmla="*/ 31 w 32"/>
              <a:gd name="T7" fmla="*/ 539 h 540"/>
              <a:gd name="T8" fmla="*/ 31 w 32"/>
              <a:gd name="T9" fmla="*/ 0 h 540"/>
            </a:gdLst>
            <a:ahLst/>
            <a:cxnLst>
              <a:cxn ang="0">
                <a:pos x="T0" y="T1"/>
              </a:cxn>
              <a:cxn ang="0">
                <a:pos x="T2" y="T3"/>
              </a:cxn>
              <a:cxn ang="0">
                <a:pos x="T4" y="T5"/>
              </a:cxn>
              <a:cxn ang="0">
                <a:pos x="T6" y="T7"/>
              </a:cxn>
              <a:cxn ang="0">
                <a:pos x="T8" y="T9"/>
              </a:cxn>
            </a:cxnLst>
            <a:rect l="0" t="0" r="r" b="b"/>
            <a:pathLst>
              <a:path w="32" h="540">
                <a:moveTo>
                  <a:pt x="31" y="0"/>
                </a:moveTo>
                <a:lnTo>
                  <a:pt x="0" y="16"/>
                </a:lnTo>
                <a:lnTo>
                  <a:pt x="0" y="539"/>
                </a:lnTo>
                <a:lnTo>
                  <a:pt x="31" y="539"/>
                </a:lnTo>
                <a:lnTo>
                  <a:pt x="31" y="0"/>
                </a:lnTo>
              </a:path>
            </a:pathLst>
          </a:custGeom>
          <a:solidFill>
            <a:srgbClr val="7FAFCD"/>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2" name="Freeform 38">
            <a:extLst>
              <a:ext uri="{FF2B5EF4-FFF2-40B4-BE49-F238E27FC236}">
                <a16:creationId xmlns:a16="http://schemas.microsoft.com/office/drawing/2014/main" id="{CF1A2A67-4B3E-5C4E-BD3F-986D32C88850}"/>
              </a:ext>
            </a:extLst>
          </p:cNvPr>
          <p:cNvSpPr>
            <a:spLocks noChangeArrowheads="1"/>
          </p:cNvSpPr>
          <p:nvPr userDrawn="1"/>
        </p:nvSpPr>
        <p:spPr bwMode="auto">
          <a:xfrm>
            <a:off x="11248760" y="672042"/>
            <a:ext cx="943240" cy="466990"/>
          </a:xfrm>
          <a:custGeom>
            <a:avLst/>
            <a:gdLst>
              <a:gd name="T0" fmla="*/ 3141 w 3142"/>
              <a:gd name="T1" fmla="*/ 0 h 1555"/>
              <a:gd name="T2" fmla="*/ 0 w 3142"/>
              <a:gd name="T3" fmla="*/ 1015 h 1555"/>
              <a:gd name="T4" fmla="*/ 0 w 3142"/>
              <a:gd name="T5" fmla="*/ 1554 h 1555"/>
              <a:gd name="T6" fmla="*/ 3141 w 3142"/>
              <a:gd name="T7" fmla="*/ 523 h 1555"/>
              <a:gd name="T8" fmla="*/ 3141 w 3142"/>
              <a:gd name="T9" fmla="*/ 0 h 1555"/>
            </a:gdLst>
            <a:ahLst/>
            <a:cxnLst>
              <a:cxn ang="0">
                <a:pos x="T0" y="T1"/>
              </a:cxn>
              <a:cxn ang="0">
                <a:pos x="T2" y="T3"/>
              </a:cxn>
              <a:cxn ang="0">
                <a:pos x="T4" y="T5"/>
              </a:cxn>
              <a:cxn ang="0">
                <a:pos x="T6" y="T7"/>
              </a:cxn>
              <a:cxn ang="0">
                <a:pos x="T8" y="T9"/>
              </a:cxn>
            </a:cxnLst>
            <a:rect l="0" t="0" r="r" b="b"/>
            <a:pathLst>
              <a:path w="3142" h="1555">
                <a:moveTo>
                  <a:pt x="3141" y="0"/>
                </a:moveTo>
                <a:lnTo>
                  <a:pt x="0" y="1015"/>
                </a:lnTo>
                <a:lnTo>
                  <a:pt x="0" y="1554"/>
                </a:lnTo>
                <a:lnTo>
                  <a:pt x="3141" y="523"/>
                </a:lnTo>
                <a:lnTo>
                  <a:pt x="3141" y="0"/>
                </a:lnTo>
              </a:path>
            </a:pathLst>
          </a:custGeom>
          <a:solidFill>
            <a:srgbClr val="0070C0"/>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3" name="Freeform 39">
            <a:extLst>
              <a:ext uri="{FF2B5EF4-FFF2-40B4-BE49-F238E27FC236}">
                <a16:creationId xmlns:a16="http://schemas.microsoft.com/office/drawing/2014/main" id="{22C9D9C8-C293-4D43-B906-C8A5E9A606C6}"/>
              </a:ext>
            </a:extLst>
          </p:cNvPr>
          <p:cNvSpPr>
            <a:spLocks noChangeArrowheads="1"/>
          </p:cNvSpPr>
          <p:nvPr userDrawn="1"/>
        </p:nvSpPr>
        <p:spPr bwMode="auto">
          <a:xfrm>
            <a:off x="10273771" y="5634302"/>
            <a:ext cx="285750" cy="347927"/>
          </a:xfrm>
          <a:custGeom>
            <a:avLst/>
            <a:gdLst>
              <a:gd name="T0" fmla="*/ 952 w 953"/>
              <a:gd name="T1" fmla="*/ 0 h 1159"/>
              <a:gd name="T2" fmla="*/ 0 w 953"/>
              <a:gd name="T3" fmla="*/ 317 h 1159"/>
              <a:gd name="T4" fmla="*/ 0 w 953"/>
              <a:gd name="T5" fmla="*/ 1158 h 1159"/>
              <a:gd name="T6" fmla="*/ 952 w 953"/>
              <a:gd name="T7" fmla="*/ 856 h 1159"/>
              <a:gd name="T8" fmla="*/ 952 w 953"/>
              <a:gd name="T9" fmla="*/ 0 h 1159"/>
            </a:gdLst>
            <a:ahLst/>
            <a:cxnLst>
              <a:cxn ang="0">
                <a:pos x="T0" y="T1"/>
              </a:cxn>
              <a:cxn ang="0">
                <a:pos x="T2" y="T3"/>
              </a:cxn>
              <a:cxn ang="0">
                <a:pos x="T4" y="T5"/>
              </a:cxn>
              <a:cxn ang="0">
                <a:pos x="T6" y="T7"/>
              </a:cxn>
              <a:cxn ang="0">
                <a:pos x="T8" y="T9"/>
              </a:cxn>
            </a:cxnLst>
            <a:rect l="0" t="0" r="r" b="b"/>
            <a:pathLst>
              <a:path w="953" h="1159">
                <a:moveTo>
                  <a:pt x="952" y="0"/>
                </a:moveTo>
                <a:lnTo>
                  <a:pt x="0" y="317"/>
                </a:lnTo>
                <a:lnTo>
                  <a:pt x="0" y="1158"/>
                </a:lnTo>
                <a:lnTo>
                  <a:pt x="952" y="856"/>
                </a:lnTo>
                <a:lnTo>
                  <a:pt x="952" y="0"/>
                </a:lnTo>
              </a:path>
            </a:pathLst>
          </a:custGeom>
          <a:solidFill>
            <a:schemeClr val="accent1"/>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4" name="Freeform 40">
            <a:extLst>
              <a:ext uri="{FF2B5EF4-FFF2-40B4-BE49-F238E27FC236}">
                <a16:creationId xmlns:a16="http://schemas.microsoft.com/office/drawing/2014/main" id="{3B451635-B3FD-DF46-BC75-BDC02A0415BB}"/>
              </a:ext>
            </a:extLst>
          </p:cNvPr>
          <p:cNvSpPr>
            <a:spLocks noChangeArrowheads="1"/>
          </p:cNvSpPr>
          <p:nvPr userDrawn="1"/>
        </p:nvSpPr>
        <p:spPr bwMode="auto">
          <a:xfrm>
            <a:off x="11063552" y="5106459"/>
            <a:ext cx="1128448" cy="623094"/>
          </a:xfrm>
          <a:custGeom>
            <a:avLst/>
            <a:gdLst>
              <a:gd name="T0" fmla="*/ 0 w 3761"/>
              <a:gd name="T1" fmla="*/ 1221 h 2079"/>
              <a:gd name="T2" fmla="*/ 0 w 3761"/>
              <a:gd name="T3" fmla="*/ 2078 h 2079"/>
              <a:gd name="T4" fmla="*/ 3760 w 3761"/>
              <a:gd name="T5" fmla="*/ 857 h 2079"/>
              <a:gd name="T6" fmla="*/ 3760 w 3761"/>
              <a:gd name="T7" fmla="*/ 0 h 2079"/>
              <a:gd name="T8" fmla="*/ 0 w 3761"/>
              <a:gd name="T9" fmla="*/ 1221 h 2079"/>
            </a:gdLst>
            <a:ahLst/>
            <a:cxnLst>
              <a:cxn ang="0">
                <a:pos x="T0" y="T1"/>
              </a:cxn>
              <a:cxn ang="0">
                <a:pos x="T2" y="T3"/>
              </a:cxn>
              <a:cxn ang="0">
                <a:pos x="T4" y="T5"/>
              </a:cxn>
              <a:cxn ang="0">
                <a:pos x="T6" y="T7"/>
              </a:cxn>
              <a:cxn ang="0">
                <a:pos x="T8" y="T9"/>
              </a:cxn>
            </a:cxnLst>
            <a:rect l="0" t="0" r="r" b="b"/>
            <a:pathLst>
              <a:path w="3761" h="2079">
                <a:moveTo>
                  <a:pt x="0" y="1221"/>
                </a:moveTo>
                <a:lnTo>
                  <a:pt x="0" y="2078"/>
                </a:lnTo>
                <a:lnTo>
                  <a:pt x="3760" y="857"/>
                </a:lnTo>
                <a:lnTo>
                  <a:pt x="3760" y="0"/>
                </a:lnTo>
                <a:lnTo>
                  <a:pt x="0" y="1221"/>
                </a:lnTo>
              </a:path>
            </a:pathLst>
          </a:custGeom>
          <a:solidFill>
            <a:schemeClr val="accent1"/>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5" name="Freeform 41">
            <a:extLst>
              <a:ext uri="{FF2B5EF4-FFF2-40B4-BE49-F238E27FC236}">
                <a16:creationId xmlns:a16="http://schemas.microsoft.com/office/drawing/2014/main" id="{741A3BEC-41DC-3F47-B15B-0BBCD95B15B0}"/>
              </a:ext>
            </a:extLst>
          </p:cNvPr>
          <p:cNvSpPr>
            <a:spLocks noChangeArrowheads="1"/>
          </p:cNvSpPr>
          <p:nvPr userDrawn="1"/>
        </p:nvSpPr>
        <p:spPr bwMode="auto">
          <a:xfrm>
            <a:off x="0" y="4368271"/>
            <a:ext cx="952500" cy="1423458"/>
          </a:xfrm>
          <a:custGeom>
            <a:avLst/>
            <a:gdLst>
              <a:gd name="T0" fmla="*/ 3172 w 3173"/>
              <a:gd name="T1" fmla="*/ 0 h 4744"/>
              <a:gd name="T2" fmla="*/ 1554 w 3173"/>
              <a:gd name="T3" fmla="*/ 524 h 4744"/>
              <a:gd name="T4" fmla="*/ 1554 w 3173"/>
              <a:gd name="T5" fmla="*/ 2348 h 4744"/>
              <a:gd name="T6" fmla="*/ 0 w 3173"/>
              <a:gd name="T7" fmla="*/ 2856 h 4744"/>
              <a:gd name="T8" fmla="*/ 0 w 3173"/>
              <a:gd name="T9" fmla="*/ 4743 h 4744"/>
              <a:gd name="T10" fmla="*/ 3172 w 3173"/>
              <a:gd name="T11" fmla="*/ 3712 h 4744"/>
              <a:gd name="T12" fmla="*/ 3172 w 3173"/>
              <a:gd name="T13" fmla="*/ 0 h 4744"/>
            </a:gdLst>
            <a:ahLst/>
            <a:cxnLst>
              <a:cxn ang="0">
                <a:pos x="T0" y="T1"/>
              </a:cxn>
              <a:cxn ang="0">
                <a:pos x="T2" y="T3"/>
              </a:cxn>
              <a:cxn ang="0">
                <a:pos x="T4" y="T5"/>
              </a:cxn>
              <a:cxn ang="0">
                <a:pos x="T6" y="T7"/>
              </a:cxn>
              <a:cxn ang="0">
                <a:pos x="T8" y="T9"/>
              </a:cxn>
              <a:cxn ang="0">
                <a:pos x="T10" y="T11"/>
              </a:cxn>
              <a:cxn ang="0">
                <a:pos x="T12" y="T13"/>
              </a:cxn>
            </a:cxnLst>
            <a:rect l="0" t="0" r="r" b="b"/>
            <a:pathLst>
              <a:path w="3173" h="4744">
                <a:moveTo>
                  <a:pt x="3172" y="0"/>
                </a:moveTo>
                <a:lnTo>
                  <a:pt x="1554" y="524"/>
                </a:lnTo>
                <a:lnTo>
                  <a:pt x="1554" y="2348"/>
                </a:lnTo>
                <a:lnTo>
                  <a:pt x="0" y="2856"/>
                </a:lnTo>
                <a:lnTo>
                  <a:pt x="0" y="4743"/>
                </a:lnTo>
                <a:lnTo>
                  <a:pt x="3172" y="3712"/>
                </a:lnTo>
                <a:lnTo>
                  <a:pt x="3172" y="0"/>
                </a:lnTo>
              </a:path>
            </a:pathLst>
          </a:custGeom>
          <a:solidFill>
            <a:srgbClr val="167BB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6" name="Freeform 43">
            <a:extLst>
              <a:ext uri="{FF2B5EF4-FFF2-40B4-BE49-F238E27FC236}">
                <a16:creationId xmlns:a16="http://schemas.microsoft.com/office/drawing/2014/main" id="{EE1A6E90-C586-AC4C-9C9B-84646D4053E9}"/>
              </a:ext>
            </a:extLst>
          </p:cNvPr>
          <p:cNvSpPr>
            <a:spLocks noChangeArrowheads="1"/>
          </p:cNvSpPr>
          <p:nvPr userDrawn="1"/>
        </p:nvSpPr>
        <p:spPr bwMode="auto">
          <a:xfrm>
            <a:off x="0" y="4525699"/>
            <a:ext cx="466990" cy="699823"/>
          </a:xfrm>
          <a:custGeom>
            <a:avLst/>
            <a:gdLst>
              <a:gd name="T0" fmla="*/ 1554 w 1555"/>
              <a:gd name="T1" fmla="*/ 0 h 2333"/>
              <a:gd name="T2" fmla="*/ 0 w 1555"/>
              <a:gd name="T3" fmla="*/ 508 h 2333"/>
              <a:gd name="T4" fmla="*/ 0 w 1555"/>
              <a:gd name="T5" fmla="*/ 2332 h 2333"/>
              <a:gd name="T6" fmla="*/ 1554 w 1555"/>
              <a:gd name="T7" fmla="*/ 1824 h 2333"/>
              <a:gd name="T8" fmla="*/ 1554 w 1555"/>
              <a:gd name="T9" fmla="*/ 0 h 2333"/>
            </a:gdLst>
            <a:ahLst/>
            <a:cxnLst>
              <a:cxn ang="0">
                <a:pos x="T0" y="T1"/>
              </a:cxn>
              <a:cxn ang="0">
                <a:pos x="T2" y="T3"/>
              </a:cxn>
              <a:cxn ang="0">
                <a:pos x="T4" y="T5"/>
              </a:cxn>
              <a:cxn ang="0">
                <a:pos x="T6" y="T7"/>
              </a:cxn>
              <a:cxn ang="0">
                <a:pos x="T8" y="T9"/>
              </a:cxn>
            </a:cxnLst>
            <a:rect l="0" t="0" r="r" b="b"/>
            <a:pathLst>
              <a:path w="1555" h="2333">
                <a:moveTo>
                  <a:pt x="1554" y="0"/>
                </a:moveTo>
                <a:lnTo>
                  <a:pt x="0" y="508"/>
                </a:lnTo>
                <a:lnTo>
                  <a:pt x="0" y="2332"/>
                </a:lnTo>
                <a:lnTo>
                  <a:pt x="1554" y="1824"/>
                </a:lnTo>
                <a:lnTo>
                  <a:pt x="1554" y="0"/>
                </a:lnTo>
              </a:path>
            </a:pathLst>
          </a:custGeom>
          <a:solidFill>
            <a:srgbClr val="1484C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7" name="Freeform 45">
            <a:extLst>
              <a:ext uri="{FF2B5EF4-FFF2-40B4-BE49-F238E27FC236}">
                <a16:creationId xmlns:a16="http://schemas.microsoft.com/office/drawing/2014/main" id="{1F7B1A6F-DE9A-F545-B551-750FE86E0422}"/>
              </a:ext>
            </a:extLst>
          </p:cNvPr>
          <p:cNvSpPr>
            <a:spLocks noChangeArrowheads="1"/>
          </p:cNvSpPr>
          <p:nvPr userDrawn="1"/>
        </p:nvSpPr>
        <p:spPr bwMode="auto">
          <a:xfrm>
            <a:off x="1" y="6158178"/>
            <a:ext cx="679979" cy="381000"/>
          </a:xfrm>
          <a:custGeom>
            <a:avLst/>
            <a:gdLst>
              <a:gd name="T0" fmla="*/ 0 w 2268"/>
              <a:gd name="T1" fmla="*/ 730 h 1270"/>
              <a:gd name="T2" fmla="*/ 0 w 2268"/>
              <a:gd name="T3" fmla="*/ 1269 h 1270"/>
              <a:gd name="T4" fmla="*/ 2267 w 2268"/>
              <a:gd name="T5" fmla="*/ 539 h 1270"/>
              <a:gd name="T6" fmla="*/ 2267 w 2268"/>
              <a:gd name="T7" fmla="*/ 0 h 1270"/>
              <a:gd name="T8" fmla="*/ 0 w 2268"/>
              <a:gd name="T9" fmla="*/ 730 h 1270"/>
            </a:gdLst>
            <a:ahLst/>
            <a:cxnLst>
              <a:cxn ang="0">
                <a:pos x="T0" y="T1"/>
              </a:cxn>
              <a:cxn ang="0">
                <a:pos x="T2" y="T3"/>
              </a:cxn>
              <a:cxn ang="0">
                <a:pos x="T4" y="T5"/>
              </a:cxn>
              <a:cxn ang="0">
                <a:pos x="T6" y="T7"/>
              </a:cxn>
              <a:cxn ang="0">
                <a:pos x="T8" y="T9"/>
              </a:cxn>
            </a:cxnLst>
            <a:rect l="0" t="0" r="r" b="b"/>
            <a:pathLst>
              <a:path w="2268" h="1270">
                <a:moveTo>
                  <a:pt x="0" y="730"/>
                </a:moveTo>
                <a:lnTo>
                  <a:pt x="0" y="1269"/>
                </a:lnTo>
                <a:lnTo>
                  <a:pt x="2267" y="539"/>
                </a:lnTo>
                <a:lnTo>
                  <a:pt x="2267" y="0"/>
                </a:lnTo>
                <a:lnTo>
                  <a:pt x="0" y="730"/>
                </a:lnTo>
              </a:path>
            </a:pathLst>
          </a:custGeom>
          <a:solidFill>
            <a:srgbClr val="005F9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8" name="Freeform 46">
            <a:extLst>
              <a:ext uri="{FF2B5EF4-FFF2-40B4-BE49-F238E27FC236}">
                <a16:creationId xmlns:a16="http://schemas.microsoft.com/office/drawing/2014/main" id="{235DE844-2202-BD4F-9BA4-0338B6AFCD18}"/>
              </a:ext>
            </a:extLst>
          </p:cNvPr>
          <p:cNvSpPr>
            <a:spLocks noChangeArrowheads="1"/>
          </p:cNvSpPr>
          <p:nvPr userDrawn="1"/>
        </p:nvSpPr>
        <p:spPr bwMode="auto">
          <a:xfrm>
            <a:off x="0" y="5967678"/>
            <a:ext cx="952500" cy="470958"/>
          </a:xfrm>
          <a:custGeom>
            <a:avLst/>
            <a:gdLst>
              <a:gd name="T0" fmla="*/ 3172 w 3173"/>
              <a:gd name="T1" fmla="*/ 0 h 1572"/>
              <a:gd name="T2" fmla="*/ 0 w 3173"/>
              <a:gd name="T3" fmla="*/ 1032 h 1572"/>
              <a:gd name="T4" fmla="*/ 0 w 3173"/>
              <a:gd name="T5" fmla="*/ 1571 h 1572"/>
              <a:gd name="T6" fmla="*/ 3172 w 3173"/>
              <a:gd name="T7" fmla="*/ 540 h 1572"/>
              <a:gd name="T8" fmla="*/ 3172 w 3173"/>
              <a:gd name="T9" fmla="*/ 0 h 1572"/>
            </a:gdLst>
            <a:ahLst/>
            <a:cxnLst>
              <a:cxn ang="0">
                <a:pos x="T0" y="T1"/>
              </a:cxn>
              <a:cxn ang="0">
                <a:pos x="T2" y="T3"/>
              </a:cxn>
              <a:cxn ang="0">
                <a:pos x="T4" y="T5"/>
              </a:cxn>
              <a:cxn ang="0">
                <a:pos x="T6" y="T7"/>
              </a:cxn>
              <a:cxn ang="0">
                <a:pos x="T8" y="T9"/>
              </a:cxn>
            </a:cxnLst>
            <a:rect l="0" t="0" r="r" b="b"/>
            <a:pathLst>
              <a:path w="3173" h="1572">
                <a:moveTo>
                  <a:pt x="3172" y="0"/>
                </a:moveTo>
                <a:lnTo>
                  <a:pt x="0" y="1032"/>
                </a:lnTo>
                <a:lnTo>
                  <a:pt x="0" y="1571"/>
                </a:lnTo>
                <a:lnTo>
                  <a:pt x="3172" y="540"/>
                </a:lnTo>
                <a:lnTo>
                  <a:pt x="3172" y="0"/>
                </a:lnTo>
              </a:path>
            </a:pathLst>
          </a:custGeom>
          <a:solidFill>
            <a:schemeClr val="accent1"/>
          </a:solidFill>
          <a:ln>
            <a:noFill/>
          </a:ln>
          <a:effectLst/>
        </p:spPr>
        <p:txBody>
          <a:bodyPr wrap="none" anchor="ctr"/>
          <a:lstStyle/>
          <a:p>
            <a:pPr defTabSz="380985" fontAlgn="base" hangingPunct="0">
              <a:lnSpc>
                <a:spcPct val="93000"/>
              </a:lnSpc>
              <a:spcBef>
                <a:spcPct val="0"/>
              </a:spcBef>
              <a:spcAft>
                <a:spcPct val="0"/>
              </a:spcAft>
              <a:buClr>
                <a:srgbClr val="000000"/>
              </a:buClr>
              <a:buSzPct val="100000"/>
            </a:pPr>
            <a:endParaRPr lang="en-US" sz="1500">
              <a:solidFill>
                <a:srgbClr val="000000"/>
              </a:solidFill>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9" name="Footer Placeholder 4">
            <a:extLst>
              <a:ext uri="{FF2B5EF4-FFF2-40B4-BE49-F238E27FC236}">
                <a16:creationId xmlns:a16="http://schemas.microsoft.com/office/drawing/2014/main" id="{23F9B392-6DDB-2C4B-922B-3415BF2107DC}"/>
              </a:ext>
            </a:extLst>
          </p:cNvPr>
          <p:cNvSpPr>
            <a:spLocks noGrp="1"/>
          </p:cNvSpPr>
          <p:nvPr>
            <p:ph type="ftr" sz="quarter" idx="4294967295"/>
          </p:nvPr>
        </p:nvSpPr>
        <p:spPr>
          <a:xfrm>
            <a:off x="4389511" y="6552623"/>
            <a:ext cx="7747631" cy="231939"/>
          </a:xfrm>
        </p:spPr>
        <p:txBody>
          <a:bodyPr anchor="t" anchorCtr="0"/>
          <a:lstStyle>
            <a:lvl1pPr algn="l">
              <a:defRPr sz="1000"/>
            </a:lvl1pPr>
          </a:lstStyle>
          <a:p>
            <a:pPr algn="r"/>
            <a:r>
              <a:rPr lang="en-US" sz="800">
                <a:solidFill>
                  <a:schemeClr val="bg2"/>
                </a:solidFill>
                <a:latin typeface="Segoe UI" panose="020B0502040204020203" pitchFamily="34" charset="0"/>
                <a:cs typeface="Segoe UI" panose="020B0502040204020203" pitchFamily="34" charset="0"/>
              </a:rPr>
              <a:t>© 2024 Envestnet, Inc. All rights reserved. For home office and advisor use only</a:t>
            </a:r>
          </a:p>
          <a:p>
            <a:pPr algn="r"/>
            <a:endParaRPr lang="en-US" sz="800">
              <a:solidFill>
                <a:schemeClr val="bg2"/>
              </a:solidFill>
              <a:latin typeface="Segoe UI" panose="020B0502040204020203" pitchFamily="34" charset="0"/>
              <a:cs typeface="Segoe UI" panose="020B0502040204020203" pitchFamily="34" charset="0"/>
            </a:endParaRPr>
          </a:p>
        </p:txBody>
      </p:sp>
      <p:sp>
        <p:nvSpPr>
          <p:cNvPr id="2" name="Title 1">
            <a:extLst>
              <a:ext uri="{FF2B5EF4-FFF2-40B4-BE49-F238E27FC236}">
                <a16:creationId xmlns:a16="http://schemas.microsoft.com/office/drawing/2014/main" id="{E4D42CE5-CE75-294C-94C2-307C3BB99B0B}"/>
              </a:ext>
            </a:extLst>
          </p:cNvPr>
          <p:cNvSpPr>
            <a:spLocks noGrp="1"/>
          </p:cNvSpPr>
          <p:nvPr>
            <p:ph type="ctrTitle" hasCustomPrompt="1"/>
          </p:nvPr>
        </p:nvSpPr>
        <p:spPr>
          <a:xfrm>
            <a:off x="1041135" y="3339421"/>
            <a:ext cx="9144000" cy="900534"/>
          </a:xfrm>
          <a:prstGeom prst="rect">
            <a:avLst/>
          </a:prstGeom>
        </p:spPr>
        <p:txBody>
          <a:bodyPr anchor="t" anchorCtr="0"/>
          <a:lstStyle>
            <a:lvl1pPr algn="l">
              <a:defRPr sz="5500" b="1">
                <a:solidFill>
                  <a:schemeClr val="bg1"/>
                </a:solidFill>
                <a:latin typeface="Segoe UI" panose="020B0502040204020203" pitchFamily="34" charset="0"/>
                <a:cs typeface="Segoe UI" panose="020B0502040204020203" pitchFamily="34" charset="0"/>
              </a:defRPr>
            </a:lvl1pPr>
          </a:lstStyle>
          <a:p>
            <a:r>
              <a:rPr lang="en-US"/>
              <a:t>SECTION TITLE</a:t>
            </a:r>
          </a:p>
        </p:txBody>
      </p:sp>
    </p:spTree>
    <p:extLst>
      <p:ext uri="{BB962C8B-B14F-4D97-AF65-F5344CB8AC3E}">
        <p14:creationId xmlns:p14="http://schemas.microsoft.com/office/powerpoint/2010/main" val="401008123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28.xml"/><Relationship Id="rId18" Type="http://schemas.openxmlformats.org/officeDocument/2006/relationships/slideLayout" Target="../slideLayouts/slideLayout33.xml"/><Relationship Id="rId26" Type="http://schemas.openxmlformats.org/officeDocument/2006/relationships/slideLayout" Target="../slideLayouts/slideLayout41.xml"/><Relationship Id="rId39" Type="http://schemas.openxmlformats.org/officeDocument/2006/relationships/slideLayout" Target="../slideLayouts/slideLayout54.xml"/><Relationship Id="rId21" Type="http://schemas.openxmlformats.org/officeDocument/2006/relationships/slideLayout" Target="../slideLayouts/slideLayout36.xml"/><Relationship Id="rId34" Type="http://schemas.openxmlformats.org/officeDocument/2006/relationships/slideLayout" Target="../slideLayouts/slideLayout49.xml"/><Relationship Id="rId42" Type="http://schemas.openxmlformats.org/officeDocument/2006/relationships/slideLayout" Target="../slideLayouts/slideLayout57.xml"/><Relationship Id="rId47" Type="http://schemas.openxmlformats.org/officeDocument/2006/relationships/slideLayout" Target="../slideLayouts/slideLayout62.xml"/><Relationship Id="rId50" Type="http://schemas.openxmlformats.org/officeDocument/2006/relationships/theme" Target="../theme/theme2.xml"/><Relationship Id="rId7" Type="http://schemas.openxmlformats.org/officeDocument/2006/relationships/slideLayout" Target="../slideLayouts/slideLayout22.xml"/><Relationship Id="rId2" Type="http://schemas.openxmlformats.org/officeDocument/2006/relationships/slideLayout" Target="../slideLayouts/slideLayout17.xml"/><Relationship Id="rId16" Type="http://schemas.openxmlformats.org/officeDocument/2006/relationships/slideLayout" Target="../slideLayouts/slideLayout31.xml"/><Relationship Id="rId29" Type="http://schemas.openxmlformats.org/officeDocument/2006/relationships/slideLayout" Target="../slideLayouts/slideLayout44.xml"/><Relationship Id="rId11" Type="http://schemas.openxmlformats.org/officeDocument/2006/relationships/slideLayout" Target="../slideLayouts/slideLayout26.xml"/><Relationship Id="rId24" Type="http://schemas.openxmlformats.org/officeDocument/2006/relationships/slideLayout" Target="../slideLayouts/slideLayout39.xml"/><Relationship Id="rId32" Type="http://schemas.openxmlformats.org/officeDocument/2006/relationships/slideLayout" Target="../slideLayouts/slideLayout47.xml"/><Relationship Id="rId37" Type="http://schemas.openxmlformats.org/officeDocument/2006/relationships/slideLayout" Target="../slideLayouts/slideLayout52.xml"/><Relationship Id="rId40" Type="http://schemas.openxmlformats.org/officeDocument/2006/relationships/slideLayout" Target="../slideLayouts/slideLayout55.xml"/><Relationship Id="rId45" Type="http://schemas.openxmlformats.org/officeDocument/2006/relationships/slideLayout" Target="../slideLayouts/slideLayout60.xml"/><Relationship Id="rId53" Type="http://schemas.openxmlformats.org/officeDocument/2006/relationships/image" Target="../media/image2.emf"/><Relationship Id="rId5" Type="http://schemas.openxmlformats.org/officeDocument/2006/relationships/slideLayout" Target="../slideLayouts/slideLayout20.xml"/><Relationship Id="rId10" Type="http://schemas.openxmlformats.org/officeDocument/2006/relationships/slideLayout" Target="../slideLayouts/slideLayout25.xml"/><Relationship Id="rId19" Type="http://schemas.openxmlformats.org/officeDocument/2006/relationships/slideLayout" Target="../slideLayouts/slideLayout34.xml"/><Relationship Id="rId31" Type="http://schemas.openxmlformats.org/officeDocument/2006/relationships/slideLayout" Target="../slideLayouts/slideLayout46.xml"/><Relationship Id="rId44" Type="http://schemas.openxmlformats.org/officeDocument/2006/relationships/slideLayout" Target="../slideLayouts/slideLayout59.xml"/><Relationship Id="rId52" Type="http://schemas.openxmlformats.org/officeDocument/2006/relationships/oleObject" Target="../embeddings/oleObject1.bin"/><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slideLayout" Target="../slideLayouts/slideLayout29.xml"/><Relationship Id="rId22" Type="http://schemas.openxmlformats.org/officeDocument/2006/relationships/slideLayout" Target="../slideLayouts/slideLayout37.xml"/><Relationship Id="rId27" Type="http://schemas.openxmlformats.org/officeDocument/2006/relationships/slideLayout" Target="../slideLayouts/slideLayout42.xml"/><Relationship Id="rId30" Type="http://schemas.openxmlformats.org/officeDocument/2006/relationships/slideLayout" Target="../slideLayouts/slideLayout45.xml"/><Relationship Id="rId35" Type="http://schemas.openxmlformats.org/officeDocument/2006/relationships/slideLayout" Target="../slideLayouts/slideLayout50.xml"/><Relationship Id="rId43" Type="http://schemas.openxmlformats.org/officeDocument/2006/relationships/slideLayout" Target="../slideLayouts/slideLayout58.xml"/><Relationship Id="rId48" Type="http://schemas.openxmlformats.org/officeDocument/2006/relationships/slideLayout" Target="../slideLayouts/slideLayout63.xml"/><Relationship Id="rId8" Type="http://schemas.openxmlformats.org/officeDocument/2006/relationships/slideLayout" Target="../slideLayouts/slideLayout23.xml"/><Relationship Id="rId51" Type="http://schemas.openxmlformats.org/officeDocument/2006/relationships/tags" Target="../tags/tag1.xml"/><Relationship Id="rId3" Type="http://schemas.openxmlformats.org/officeDocument/2006/relationships/slideLayout" Target="../slideLayouts/slideLayout18.xml"/><Relationship Id="rId12" Type="http://schemas.openxmlformats.org/officeDocument/2006/relationships/slideLayout" Target="../slideLayouts/slideLayout27.xml"/><Relationship Id="rId17" Type="http://schemas.openxmlformats.org/officeDocument/2006/relationships/slideLayout" Target="../slideLayouts/slideLayout32.xml"/><Relationship Id="rId25" Type="http://schemas.openxmlformats.org/officeDocument/2006/relationships/slideLayout" Target="../slideLayouts/slideLayout40.xml"/><Relationship Id="rId33" Type="http://schemas.openxmlformats.org/officeDocument/2006/relationships/slideLayout" Target="../slideLayouts/slideLayout48.xml"/><Relationship Id="rId38" Type="http://schemas.openxmlformats.org/officeDocument/2006/relationships/slideLayout" Target="../slideLayouts/slideLayout53.xml"/><Relationship Id="rId46" Type="http://schemas.openxmlformats.org/officeDocument/2006/relationships/slideLayout" Target="../slideLayouts/slideLayout61.xml"/><Relationship Id="rId20" Type="http://schemas.openxmlformats.org/officeDocument/2006/relationships/slideLayout" Target="../slideLayouts/slideLayout35.xml"/><Relationship Id="rId41" Type="http://schemas.openxmlformats.org/officeDocument/2006/relationships/slideLayout" Target="../slideLayouts/slideLayout56.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5" Type="http://schemas.openxmlformats.org/officeDocument/2006/relationships/slideLayout" Target="../slideLayouts/slideLayout30.xml"/><Relationship Id="rId23" Type="http://schemas.openxmlformats.org/officeDocument/2006/relationships/slideLayout" Target="../slideLayouts/slideLayout38.xml"/><Relationship Id="rId28" Type="http://schemas.openxmlformats.org/officeDocument/2006/relationships/slideLayout" Target="../slideLayouts/slideLayout43.xml"/><Relationship Id="rId36" Type="http://schemas.openxmlformats.org/officeDocument/2006/relationships/slideLayout" Target="../slideLayouts/slideLayout51.xml"/><Relationship Id="rId49" Type="http://schemas.openxmlformats.org/officeDocument/2006/relationships/slideLayout" Target="../slideLayouts/slideLayout64.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72.xml"/><Relationship Id="rId13" Type="http://schemas.openxmlformats.org/officeDocument/2006/relationships/slideLayout" Target="../slideLayouts/slideLayout77.xml"/><Relationship Id="rId18" Type="http://schemas.openxmlformats.org/officeDocument/2006/relationships/image" Target="../media/image10.emf"/><Relationship Id="rId3" Type="http://schemas.openxmlformats.org/officeDocument/2006/relationships/slideLayout" Target="../slideLayouts/slideLayout67.xml"/><Relationship Id="rId7" Type="http://schemas.openxmlformats.org/officeDocument/2006/relationships/slideLayout" Target="../slideLayouts/slideLayout71.xml"/><Relationship Id="rId12" Type="http://schemas.openxmlformats.org/officeDocument/2006/relationships/slideLayout" Target="../slideLayouts/slideLayout76.xml"/><Relationship Id="rId17" Type="http://schemas.openxmlformats.org/officeDocument/2006/relationships/oleObject" Target="../embeddings/oleObject51.bin"/><Relationship Id="rId2" Type="http://schemas.openxmlformats.org/officeDocument/2006/relationships/slideLayout" Target="../slideLayouts/slideLayout66.xml"/><Relationship Id="rId16" Type="http://schemas.openxmlformats.org/officeDocument/2006/relationships/tags" Target="../tags/tag51.xml"/><Relationship Id="rId1" Type="http://schemas.openxmlformats.org/officeDocument/2006/relationships/slideLayout" Target="../slideLayouts/slideLayout65.xml"/><Relationship Id="rId6" Type="http://schemas.openxmlformats.org/officeDocument/2006/relationships/slideLayout" Target="../slideLayouts/slideLayout70.xml"/><Relationship Id="rId11" Type="http://schemas.openxmlformats.org/officeDocument/2006/relationships/slideLayout" Target="../slideLayouts/slideLayout75.xml"/><Relationship Id="rId5" Type="http://schemas.openxmlformats.org/officeDocument/2006/relationships/slideLayout" Target="../slideLayouts/slideLayout69.xml"/><Relationship Id="rId15" Type="http://schemas.openxmlformats.org/officeDocument/2006/relationships/theme" Target="../theme/theme3.xml"/><Relationship Id="rId10" Type="http://schemas.openxmlformats.org/officeDocument/2006/relationships/slideLayout" Target="../slideLayouts/slideLayout74.xml"/><Relationship Id="rId4" Type="http://schemas.openxmlformats.org/officeDocument/2006/relationships/slideLayout" Target="../slideLayouts/slideLayout68.xml"/><Relationship Id="rId9" Type="http://schemas.openxmlformats.org/officeDocument/2006/relationships/slideLayout" Target="../slideLayouts/slideLayout73.xml"/><Relationship Id="rId14" Type="http://schemas.openxmlformats.org/officeDocument/2006/relationships/slideLayout" Target="../slideLayouts/slideLayout78.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91.xml"/><Relationship Id="rId18" Type="http://schemas.openxmlformats.org/officeDocument/2006/relationships/slideLayout" Target="../slideLayouts/slideLayout96.xml"/><Relationship Id="rId26" Type="http://schemas.openxmlformats.org/officeDocument/2006/relationships/slideLayout" Target="../slideLayouts/slideLayout104.xml"/><Relationship Id="rId39" Type="http://schemas.openxmlformats.org/officeDocument/2006/relationships/image" Target="../media/image10.emf"/><Relationship Id="rId21" Type="http://schemas.openxmlformats.org/officeDocument/2006/relationships/slideLayout" Target="../slideLayouts/slideLayout99.xml"/><Relationship Id="rId34" Type="http://schemas.openxmlformats.org/officeDocument/2006/relationships/slideLayout" Target="../slideLayouts/slideLayout112.xml"/><Relationship Id="rId42" Type="http://schemas.openxmlformats.org/officeDocument/2006/relationships/slide" Target="../slides/slide66.xml"/><Relationship Id="rId7" Type="http://schemas.openxmlformats.org/officeDocument/2006/relationships/slideLayout" Target="../slideLayouts/slideLayout85.xml"/><Relationship Id="rId2" Type="http://schemas.openxmlformats.org/officeDocument/2006/relationships/slideLayout" Target="../slideLayouts/slideLayout80.xml"/><Relationship Id="rId16" Type="http://schemas.openxmlformats.org/officeDocument/2006/relationships/slideLayout" Target="../slideLayouts/slideLayout94.xml"/><Relationship Id="rId20" Type="http://schemas.openxmlformats.org/officeDocument/2006/relationships/slideLayout" Target="../slideLayouts/slideLayout98.xml"/><Relationship Id="rId29" Type="http://schemas.openxmlformats.org/officeDocument/2006/relationships/slideLayout" Target="../slideLayouts/slideLayout107.xml"/><Relationship Id="rId41" Type="http://schemas.openxmlformats.org/officeDocument/2006/relationships/slide" Target="../slides/slide69.xml"/><Relationship Id="rId1" Type="http://schemas.openxmlformats.org/officeDocument/2006/relationships/slideLayout" Target="../slideLayouts/slideLayout79.xml"/><Relationship Id="rId6" Type="http://schemas.openxmlformats.org/officeDocument/2006/relationships/slideLayout" Target="../slideLayouts/slideLayout84.xml"/><Relationship Id="rId11" Type="http://schemas.openxmlformats.org/officeDocument/2006/relationships/slideLayout" Target="../slideLayouts/slideLayout89.xml"/><Relationship Id="rId24" Type="http://schemas.openxmlformats.org/officeDocument/2006/relationships/slideLayout" Target="../slideLayouts/slideLayout102.xml"/><Relationship Id="rId32" Type="http://schemas.openxmlformats.org/officeDocument/2006/relationships/slideLayout" Target="../slideLayouts/slideLayout110.xml"/><Relationship Id="rId37" Type="http://schemas.openxmlformats.org/officeDocument/2006/relationships/tags" Target="../tags/tag52.xml"/><Relationship Id="rId40" Type="http://schemas.openxmlformats.org/officeDocument/2006/relationships/image" Target="../media/image25.jpeg"/><Relationship Id="rId5" Type="http://schemas.openxmlformats.org/officeDocument/2006/relationships/slideLayout" Target="../slideLayouts/slideLayout83.xml"/><Relationship Id="rId15" Type="http://schemas.openxmlformats.org/officeDocument/2006/relationships/slideLayout" Target="../slideLayouts/slideLayout93.xml"/><Relationship Id="rId23" Type="http://schemas.openxmlformats.org/officeDocument/2006/relationships/slideLayout" Target="../slideLayouts/slideLayout101.xml"/><Relationship Id="rId28" Type="http://schemas.openxmlformats.org/officeDocument/2006/relationships/slideLayout" Target="../slideLayouts/slideLayout106.xml"/><Relationship Id="rId36" Type="http://schemas.openxmlformats.org/officeDocument/2006/relationships/theme" Target="../theme/theme4.xml"/><Relationship Id="rId10" Type="http://schemas.openxmlformats.org/officeDocument/2006/relationships/slideLayout" Target="../slideLayouts/slideLayout88.xml"/><Relationship Id="rId19" Type="http://schemas.openxmlformats.org/officeDocument/2006/relationships/slideLayout" Target="../slideLayouts/slideLayout97.xml"/><Relationship Id="rId31" Type="http://schemas.openxmlformats.org/officeDocument/2006/relationships/slideLayout" Target="../slideLayouts/slideLayout109.xml"/><Relationship Id="rId4" Type="http://schemas.openxmlformats.org/officeDocument/2006/relationships/slideLayout" Target="../slideLayouts/slideLayout82.xml"/><Relationship Id="rId9" Type="http://schemas.openxmlformats.org/officeDocument/2006/relationships/slideLayout" Target="../slideLayouts/slideLayout87.xml"/><Relationship Id="rId14" Type="http://schemas.openxmlformats.org/officeDocument/2006/relationships/slideLayout" Target="../slideLayouts/slideLayout92.xml"/><Relationship Id="rId22" Type="http://schemas.openxmlformats.org/officeDocument/2006/relationships/slideLayout" Target="../slideLayouts/slideLayout100.xml"/><Relationship Id="rId27" Type="http://schemas.openxmlformats.org/officeDocument/2006/relationships/slideLayout" Target="../slideLayouts/slideLayout105.xml"/><Relationship Id="rId30" Type="http://schemas.openxmlformats.org/officeDocument/2006/relationships/slideLayout" Target="../slideLayouts/slideLayout108.xml"/><Relationship Id="rId35" Type="http://schemas.openxmlformats.org/officeDocument/2006/relationships/slideLayout" Target="../slideLayouts/slideLayout113.xml"/><Relationship Id="rId8" Type="http://schemas.openxmlformats.org/officeDocument/2006/relationships/slideLayout" Target="../slideLayouts/slideLayout86.xml"/><Relationship Id="rId3" Type="http://schemas.openxmlformats.org/officeDocument/2006/relationships/slideLayout" Target="../slideLayouts/slideLayout81.xml"/><Relationship Id="rId12" Type="http://schemas.openxmlformats.org/officeDocument/2006/relationships/slideLayout" Target="../slideLayouts/slideLayout90.xml"/><Relationship Id="rId17" Type="http://schemas.openxmlformats.org/officeDocument/2006/relationships/slideLayout" Target="../slideLayouts/slideLayout95.xml"/><Relationship Id="rId25" Type="http://schemas.openxmlformats.org/officeDocument/2006/relationships/slideLayout" Target="../slideLayouts/slideLayout103.xml"/><Relationship Id="rId33" Type="http://schemas.openxmlformats.org/officeDocument/2006/relationships/slideLayout" Target="../slideLayouts/slideLayout111.xml"/><Relationship Id="rId38" Type="http://schemas.openxmlformats.org/officeDocument/2006/relationships/oleObject" Target="../embeddings/oleObject52.bin"/></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21.xml"/><Relationship Id="rId13" Type="http://schemas.openxmlformats.org/officeDocument/2006/relationships/image" Target="../media/image26.emf"/><Relationship Id="rId3" Type="http://schemas.openxmlformats.org/officeDocument/2006/relationships/slideLayout" Target="../slideLayouts/slideLayout116.xml"/><Relationship Id="rId7" Type="http://schemas.openxmlformats.org/officeDocument/2006/relationships/slideLayout" Target="../slideLayouts/slideLayout120.xml"/><Relationship Id="rId12" Type="http://schemas.openxmlformats.org/officeDocument/2006/relationships/oleObject" Target="../embeddings/oleObject53.bin"/><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tags" Target="../tags/tag53.xml"/><Relationship Id="rId5" Type="http://schemas.openxmlformats.org/officeDocument/2006/relationships/slideLayout" Target="../slideLayouts/slideLayout118.xml"/><Relationship Id="rId10" Type="http://schemas.openxmlformats.org/officeDocument/2006/relationships/theme" Target="../theme/theme5.xml"/><Relationship Id="rId4" Type="http://schemas.openxmlformats.org/officeDocument/2006/relationships/slideLayout" Target="../slideLayouts/slideLayout117.xml"/><Relationship Id="rId9" Type="http://schemas.openxmlformats.org/officeDocument/2006/relationships/slideLayout" Target="../slideLayouts/slideLayout122.xml"/><Relationship Id="rId14" Type="http://schemas.openxmlformats.org/officeDocument/2006/relationships/image" Target="../media/image27.png"/></Relationships>
</file>

<file path=ppt/slideMasters/_rels/slideMaster6.xml.rels><?xml version="1.0" encoding="UTF-8" standalone="yes"?>
<Relationships xmlns="http://schemas.openxmlformats.org/package/2006/relationships"><Relationship Id="rId8" Type="http://schemas.openxmlformats.org/officeDocument/2006/relationships/oleObject" Target="../embeddings/oleObject54.bin"/><Relationship Id="rId3" Type="http://schemas.openxmlformats.org/officeDocument/2006/relationships/slideLayout" Target="../slideLayouts/slideLayout125.xml"/><Relationship Id="rId7" Type="http://schemas.openxmlformats.org/officeDocument/2006/relationships/tags" Target="../tags/tag54.xml"/><Relationship Id="rId2" Type="http://schemas.openxmlformats.org/officeDocument/2006/relationships/slideLayout" Target="../slideLayouts/slideLayout124.xml"/><Relationship Id="rId1" Type="http://schemas.openxmlformats.org/officeDocument/2006/relationships/slideLayout" Target="../slideLayouts/slideLayout123.xml"/><Relationship Id="rId6" Type="http://schemas.openxmlformats.org/officeDocument/2006/relationships/theme" Target="../theme/theme6.xml"/><Relationship Id="rId5" Type="http://schemas.openxmlformats.org/officeDocument/2006/relationships/slideLayout" Target="../slideLayouts/slideLayout127.xml"/><Relationship Id="rId4" Type="http://schemas.openxmlformats.org/officeDocument/2006/relationships/slideLayout" Target="../slideLayouts/slideLayout126.xml"/><Relationship Id="rId9" Type="http://schemas.openxmlformats.org/officeDocument/2006/relationships/image" Target="../media/image28.emf"/></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2" name="Title Placeholder"/>
          <p:cNvSpPr>
            <a:spLocks noGrp="1"/>
          </p:cNvSpPr>
          <p:nvPr>
            <p:ph type="title"/>
          </p:nvPr>
        </p:nvSpPr>
        <p:spPr>
          <a:xfrm>
            <a:off x="485523" y="382588"/>
            <a:ext cx="11224347" cy="638175"/>
          </a:xfrm>
          <a:prstGeom prst="rect">
            <a:avLst/>
          </a:prstGeom>
        </p:spPr>
        <p:txBody>
          <a:bodyPr vert="horz" lIns="0" tIns="0" rIns="0" bIns="0" rtlCol="0" anchor="t" anchorCtr="0">
            <a:noAutofit/>
          </a:bodyPr>
          <a:lstStyle/>
          <a:p>
            <a:r>
              <a:rPr lang="en-GB"/>
              <a:t>Click to edit Master title style</a:t>
            </a:r>
          </a:p>
        </p:txBody>
      </p:sp>
      <p:sp>
        <p:nvSpPr>
          <p:cNvPr id="3" name="Text Placeholder"/>
          <p:cNvSpPr>
            <a:spLocks noGrp="1"/>
          </p:cNvSpPr>
          <p:nvPr>
            <p:ph type="body" idx="1"/>
          </p:nvPr>
        </p:nvSpPr>
        <p:spPr>
          <a:xfrm>
            <a:off x="485523" y="1411287"/>
            <a:ext cx="11224347" cy="4638675"/>
          </a:xfrm>
          <a:prstGeom prst="rect">
            <a:avLst/>
          </a:prstGeom>
        </p:spPr>
        <p:txBody>
          <a:bodyPr vert="horz" lIns="0" tIns="0" rIns="0" bIns="0" rtlCol="0" anchor="t" anchorCtr="0">
            <a:noAutofit/>
          </a:bodyPr>
          <a:lstStyle/>
          <a:p>
            <a:r>
              <a:rPr lang="en-US"/>
              <a:t>First level text style </a:t>
            </a:r>
            <a:r>
              <a:rPr lang="en-US" err="1"/>
              <a:t>EYInterstate</a:t>
            </a:r>
            <a:r>
              <a:rPr lang="en-US"/>
              <a:t> Light 16pt</a:t>
            </a:r>
          </a:p>
          <a:p>
            <a:pPr lvl="1"/>
            <a:r>
              <a:rPr lang="en-US"/>
              <a:t>Second level text style </a:t>
            </a:r>
            <a:r>
              <a:rPr lang="en-US" err="1"/>
              <a:t>EYInterstate</a:t>
            </a:r>
            <a:r>
              <a:rPr lang="en-US"/>
              <a:t> Light 16pt</a:t>
            </a:r>
          </a:p>
          <a:p>
            <a:pPr lvl="2"/>
            <a:r>
              <a:rPr lang="en-US"/>
              <a:t>Third level text style </a:t>
            </a:r>
            <a:r>
              <a:rPr lang="en-US" err="1"/>
              <a:t>EYInterstate</a:t>
            </a:r>
            <a:r>
              <a:rPr lang="en-US"/>
              <a:t> Light 14pt</a:t>
            </a:r>
          </a:p>
          <a:p>
            <a:pPr lvl="3"/>
            <a:r>
              <a:rPr lang="en-US"/>
              <a:t>Fourth level text style </a:t>
            </a:r>
            <a:r>
              <a:rPr lang="en-US" err="1"/>
              <a:t>EYInterstate</a:t>
            </a:r>
            <a:r>
              <a:rPr lang="en-US"/>
              <a:t> Light 14pt</a:t>
            </a:r>
          </a:p>
          <a:p>
            <a:pPr lvl="4"/>
            <a:r>
              <a:rPr lang="en-US"/>
              <a:t>Fifth level text style </a:t>
            </a:r>
            <a:r>
              <a:rPr lang="en-US" err="1"/>
              <a:t>EYInterstate</a:t>
            </a:r>
            <a:r>
              <a:rPr lang="en-US"/>
              <a:t> Light 12pt</a:t>
            </a:r>
          </a:p>
          <a:p>
            <a:pPr lvl="5"/>
            <a:r>
              <a:rPr lang="en-US"/>
              <a:t>Sixth level text style </a:t>
            </a:r>
            <a:r>
              <a:rPr lang="en-US" err="1"/>
              <a:t>EYInterstate</a:t>
            </a:r>
            <a:r>
              <a:rPr lang="en-US"/>
              <a:t> Light 12pt</a:t>
            </a:r>
          </a:p>
          <a:p>
            <a:pPr lvl="6"/>
            <a:r>
              <a:rPr lang="en-US"/>
              <a:t>Seventh level text style </a:t>
            </a:r>
            <a:r>
              <a:rPr lang="en-US" err="1"/>
              <a:t>EYInterstate</a:t>
            </a:r>
            <a:r>
              <a:rPr lang="en-US"/>
              <a:t> Light 11pt</a:t>
            </a:r>
          </a:p>
          <a:p>
            <a:pPr lvl="7"/>
            <a:r>
              <a:rPr lang="en-US"/>
              <a:t>Eighth level text style </a:t>
            </a:r>
            <a:r>
              <a:rPr lang="en-US" err="1"/>
              <a:t>EYInterstate</a:t>
            </a:r>
            <a:r>
              <a:rPr lang="en-US"/>
              <a:t> Light 10pt</a:t>
            </a:r>
          </a:p>
          <a:p>
            <a:pPr lvl="8"/>
            <a:r>
              <a:rPr lang="en-US"/>
              <a:t>Nineth level text style </a:t>
            </a:r>
            <a:r>
              <a:rPr lang="en-US" err="1"/>
              <a:t>EYInterstate</a:t>
            </a:r>
            <a:r>
              <a:rPr lang="en-US"/>
              <a:t> Light 20pt for key pull out text</a:t>
            </a:r>
          </a:p>
        </p:txBody>
      </p:sp>
      <p:sp>
        <p:nvSpPr>
          <p:cNvPr id="21" name="Slide Number Placeholder">
            <a:extLst>
              <a:ext uri="{FF2B5EF4-FFF2-40B4-BE49-F238E27FC236}">
                <a16:creationId xmlns:a16="http://schemas.microsoft.com/office/drawing/2014/main" id="{3B540F9A-D485-4BD0-B905-41F8A52593F8}"/>
              </a:ext>
            </a:extLst>
          </p:cNvPr>
          <p:cNvSpPr>
            <a:spLocks noGrp="1"/>
          </p:cNvSpPr>
          <p:nvPr>
            <p:ph type="sldNum" sz="quarter" idx="4"/>
          </p:nvPr>
        </p:nvSpPr>
        <p:spPr>
          <a:xfrm>
            <a:off x="485747" y="6437115"/>
            <a:ext cx="509098" cy="123111"/>
          </a:xfrm>
          <a:prstGeom prst="rect">
            <a:avLst/>
          </a:prstGeom>
        </p:spPr>
        <p:txBody>
          <a:bodyPr vert="horz" lIns="0" tIns="0" rIns="0" bIns="0" rtlCol="0" anchor="t">
            <a:noAutofit/>
          </a:bodyPr>
          <a:lstStyle>
            <a:lvl1pPr marL="0" algn="l" defTabSz="914400" rtl="0" eaLnBrk="1" latinLnBrk="0" hangingPunct="1">
              <a:defRPr lang="en-IN" sz="800" kern="1200" smtClean="0">
                <a:solidFill>
                  <a:schemeClr val="bg1"/>
                </a:solidFill>
                <a:latin typeface="+mn-lt"/>
                <a:ea typeface="+mn-ea"/>
                <a:cs typeface="+mn-cs"/>
              </a:defRPr>
            </a:lvl1pPr>
          </a:lstStyle>
          <a:p>
            <a:fld id="{F1BC30E3-FFE5-4B91-AA19-87A149EBB9EE}" type="slidenum">
              <a:rPr lang="en-GB" smtClean="0"/>
              <a:pPr/>
              <a:t>‹#›</a:t>
            </a:fld>
            <a:endParaRPr lang="en-GB"/>
          </a:p>
        </p:txBody>
      </p:sp>
      <p:sp>
        <p:nvSpPr>
          <p:cNvPr id="19" name="Date Placeholder">
            <a:extLst>
              <a:ext uri="{FF2B5EF4-FFF2-40B4-BE49-F238E27FC236}">
                <a16:creationId xmlns:a16="http://schemas.microsoft.com/office/drawing/2014/main" id="{600772EA-C6B0-4F5D-AA59-01C0858EFADB}"/>
              </a:ext>
            </a:extLst>
          </p:cNvPr>
          <p:cNvSpPr>
            <a:spLocks noGrp="1"/>
          </p:cNvSpPr>
          <p:nvPr>
            <p:ph type="dt" sz="half" idx="2"/>
          </p:nvPr>
        </p:nvSpPr>
        <p:spPr>
          <a:xfrm>
            <a:off x="994845" y="6437115"/>
            <a:ext cx="1275686" cy="123111"/>
          </a:xfrm>
          <a:prstGeom prst="rect">
            <a:avLst/>
          </a:prstGeom>
        </p:spPr>
        <p:txBody>
          <a:bodyPr vert="horz" lIns="0" tIns="0" rIns="0" bIns="0" rtlCol="0" anchor="t">
            <a:noAutofit/>
          </a:bodyPr>
          <a:lstStyle>
            <a:lvl1pPr marL="0" algn="l" defTabSz="914400" rtl="0" eaLnBrk="1" latinLnBrk="0" hangingPunct="1">
              <a:defRPr lang="en-IN" sz="800" kern="1200" smtClean="0">
                <a:solidFill>
                  <a:schemeClr val="bg1"/>
                </a:solidFill>
                <a:latin typeface="+mn-lt"/>
                <a:ea typeface="+mn-ea"/>
                <a:cs typeface="+mn-cs"/>
              </a:defRPr>
            </a:lvl1pPr>
          </a:lstStyle>
          <a:p>
            <a:fld id="{73C7F043-AE6C-4EFE-8AA5-CFD58B1A0D2D}" type="datetime1">
              <a:rPr lang="en-US" smtClean="0"/>
              <a:t>9/19/2025</a:t>
            </a:fld>
            <a:endParaRPr lang="en-US"/>
          </a:p>
        </p:txBody>
      </p:sp>
      <p:sp>
        <p:nvSpPr>
          <p:cNvPr id="20" name="Footer Placeholder">
            <a:extLst>
              <a:ext uri="{FF2B5EF4-FFF2-40B4-BE49-F238E27FC236}">
                <a16:creationId xmlns:a16="http://schemas.microsoft.com/office/drawing/2014/main" id="{AC28FA70-87E4-49F4-AFDE-345AA28E0BE7}"/>
              </a:ext>
            </a:extLst>
          </p:cNvPr>
          <p:cNvSpPr>
            <a:spLocks noGrp="1"/>
          </p:cNvSpPr>
          <p:nvPr>
            <p:ph type="ftr" sz="quarter" idx="3"/>
          </p:nvPr>
        </p:nvSpPr>
        <p:spPr>
          <a:xfrm>
            <a:off x="2270531" y="6437115"/>
            <a:ext cx="3825470" cy="123111"/>
          </a:xfrm>
          <a:prstGeom prst="rect">
            <a:avLst/>
          </a:prstGeom>
        </p:spPr>
        <p:txBody>
          <a:bodyPr vert="horz" lIns="0" tIns="0" rIns="0" bIns="0" rtlCol="0" anchor="t">
            <a:noAutofit/>
          </a:bodyPr>
          <a:lstStyle>
            <a:lvl1pPr marL="0" algn="l" defTabSz="914400" rtl="0" eaLnBrk="1" latinLnBrk="0" hangingPunct="1">
              <a:defRPr lang="en-IN" sz="800" kern="1200" dirty="0">
                <a:solidFill>
                  <a:schemeClr val="bg1"/>
                </a:solidFill>
                <a:latin typeface="+mn-lt"/>
                <a:ea typeface="+mn-ea"/>
                <a:cs typeface="+mn-cs"/>
              </a:defRPr>
            </a:lvl1pPr>
          </a:lstStyle>
          <a:p>
            <a:r>
              <a:rPr lang="en-US"/>
              <a:t>Insert footer text here</a:t>
            </a:r>
          </a:p>
        </p:txBody>
      </p:sp>
      <p:grpSp>
        <p:nvGrpSpPr>
          <p:cNvPr id="6" name="Logo">
            <a:extLst>
              <a:ext uri="{FF2B5EF4-FFF2-40B4-BE49-F238E27FC236}">
                <a16:creationId xmlns:a16="http://schemas.microsoft.com/office/drawing/2014/main" id="{84D8E7BF-2CB9-F661-3559-99D90AE0A4E5}"/>
              </a:ext>
            </a:extLst>
          </p:cNvPr>
          <p:cNvGrpSpPr>
            <a:grpSpLocks noGrp="1" noUngrp="1" noRot="1" noChangeAspect="1" noMove="1" noResize="1"/>
          </p:cNvGrpSpPr>
          <p:nvPr userDrawn="1"/>
        </p:nvGrpSpPr>
        <p:grpSpPr bwMode="black">
          <a:xfrm>
            <a:off x="11623900" y="6276977"/>
            <a:ext cx="346158" cy="355219"/>
            <a:chOff x="7110" y="4004"/>
            <a:chExt cx="191" cy="196"/>
          </a:xfrm>
        </p:grpSpPr>
        <p:sp>
          <p:nvSpPr>
            <p:cNvPr id="7" name="Freeform 5">
              <a:extLst>
                <a:ext uri="{FF2B5EF4-FFF2-40B4-BE49-F238E27FC236}">
                  <a16:creationId xmlns:a16="http://schemas.microsoft.com/office/drawing/2014/main" id="{B6AA6DF4-2FEA-00BD-9BF9-6CDE40EF389F}"/>
                </a:ext>
              </a:extLst>
            </p:cNvPr>
            <p:cNvSpPr>
              <a:spLocks noGrp="1" noRot="1" noMove="1" noResize="1" noEditPoints="1" noAdjustHandles="1" noChangeArrowheads="1" noChangeShapeType="1"/>
            </p:cNvSpPr>
            <p:nvPr userDrawn="1"/>
          </p:nvSpPr>
          <p:spPr bwMode="black">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800">
                <a:solidFill>
                  <a:schemeClr val="tx1"/>
                </a:solidFill>
                <a:latin typeface="+mn-lt"/>
              </a:endParaRPr>
            </a:p>
          </p:txBody>
        </p:sp>
        <p:sp>
          <p:nvSpPr>
            <p:cNvPr id="8" name="Freeform 6">
              <a:extLst>
                <a:ext uri="{FF2B5EF4-FFF2-40B4-BE49-F238E27FC236}">
                  <a16:creationId xmlns:a16="http://schemas.microsoft.com/office/drawing/2014/main" id="{9F5D8B0B-D61C-3D77-A3C6-C71B65E66459}"/>
                </a:ext>
              </a:extLst>
            </p:cNvPr>
            <p:cNvSpPr>
              <a:spLocks noGrp="1" noRot="1" noMove="1" noResize="1" noEditPoints="1" noAdjustHandles="1" noChangeArrowheads="1" noChangeShapeType="1"/>
            </p:cNvSpPr>
            <p:nvPr userDrawn="1"/>
          </p:nvSpPr>
          <p:spPr bwMode="black">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800">
                <a:solidFill>
                  <a:schemeClr val="tx1"/>
                </a:solidFill>
                <a:latin typeface="+mn-lt"/>
              </a:endParaRPr>
            </a:p>
          </p:txBody>
        </p:sp>
        <p:sp>
          <p:nvSpPr>
            <p:cNvPr id="13" name="Freeform 7">
              <a:extLst>
                <a:ext uri="{FF2B5EF4-FFF2-40B4-BE49-F238E27FC236}">
                  <a16:creationId xmlns:a16="http://schemas.microsoft.com/office/drawing/2014/main" id="{66939EE2-541D-2E43-8858-BD44D3A0144C}"/>
                </a:ext>
              </a:extLst>
            </p:cNvPr>
            <p:cNvSpPr>
              <a:spLocks noGrp="1" noRot="1" noMove="1" noResize="1" noEditPoints="1" noAdjustHandles="1" noChangeArrowheads="1" noChangeShapeType="1"/>
            </p:cNvSpPr>
            <p:nvPr userDrawn="1"/>
          </p:nvSpPr>
          <p:spPr bwMode="black">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800">
                <a:solidFill>
                  <a:schemeClr val="tx1"/>
                </a:solidFill>
                <a:latin typeface="+mn-lt"/>
              </a:endParaRPr>
            </a:p>
          </p:txBody>
        </p:sp>
      </p:grpSp>
    </p:spTree>
    <p:extLst>
      <p:ext uri="{BB962C8B-B14F-4D97-AF65-F5344CB8AC3E}">
        <p14:creationId xmlns:p14="http://schemas.microsoft.com/office/powerpoint/2010/main" val="3547102820"/>
      </p:ext>
    </p:extLst>
  </p:cSld>
  <p:clrMap bg1="lt1" tx1="dk1" bg2="lt2" tx2="dk2" accent1="accent1" accent2="accent2" accent3="accent3" accent4="accent4" accent5="accent5" accent6="accent6" hlink="hlink" folHlink="folHlink"/>
  <p:sldLayoutIdLst>
    <p:sldLayoutId id="2147483668" r:id="rId1"/>
    <p:sldLayoutId id="2147483669" r:id="rId2"/>
    <p:sldLayoutId id="2147483670" r:id="rId3"/>
    <p:sldLayoutId id="2147483671" r:id="rId4"/>
    <p:sldLayoutId id="2147483672" r:id="rId5"/>
    <p:sldLayoutId id="2147483673" r:id="rId6"/>
    <p:sldLayoutId id="2147483674" r:id="rId7"/>
    <p:sldLayoutId id="2147483675" r:id="rId8"/>
    <p:sldLayoutId id="2147483676" r:id="rId9"/>
    <p:sldLayoutId id="2147483677" r:id="rId10"/>
    <p:sldLayoutId id="2147483678" r:id="rId11"/>
    <p:sldLayoutId id="2147483679" r:id="rId12"/>
    <p:sldLayoutId id="2147483680" r:id="rId13"/>
    <p:sldLayoutId id="2147483681" r:id="rId14"/>
    <p:sldLayoutId id="2147483786" r:id="rId15"/>
  </p:sldLayoutIdLst>
  <p:hf hdr="0" ftr="0"/>
  <p:txStyles>
    <p:titleStyle>
      <a:lvl1pPr algn="l" defTabSz="914400" rtl="0" eaLnBrk="1" latinLnBrk="0" hangingPunct="1">
        <a:lnSpc>
          <a:spcPct val="85000"/>
        </a:lnSpc>
        <a:spcBef>
          <a:spcPct val="0"/>
        </a:spcBef>
        <a:buNone/>
        <a:defRPr sz="2400" b="1" i="0" kern="1200">
          <a:solidFill>
            <a:schemeClr val="bg1"/>
          </a:solidFill>
          <a:latin typeface="EYInterstate" panose="02000503020000020004" pitchFamily="2" charset="0"/>
          <a:ea typeface="+mj-ea"/>
          <a:cs typeface="Arial" pitchFamily="34" charset="0"/>
        </a:defRPr>
      </a:lvl1pPr>
    </p:titleStyle>
    <p:bodyStyle>
      <a:lvl1pPr marL="252000" indent="-252000" algn="l" defTabSz="914400" rtl="0" eaLnBrk="1" latinLnBrk="0" hangingPunct="1">
        <a:spcBef>
          <a:spcPts val="400"/>
        </a:spcBef>
        <a:spcAft>
          <a:spcPts val="400"/>
        </a:spcAft>
        <a:buClr>
          <a:schemeClr val="tx2"/>
        </a:buClr>
        <a:buSzPct val="100000"/>
        <a:buFont typeface="Wingdings" pitchFamily="2" charset="2"/>
        <a:buChar char="§"/>
        <a:defRPr sz="1600" kern="1200">
          <a:solidFill>
            <a:schemeClr val="bg1"/>
          </a:solidFill>
          <a:latin typeface="+mn-lt"/>
          <a:ea typeface="+mn-ea"/>
          <a:cs typeface="+mn-cs"/>
        </a:defRPr>
      </a:lvl1pPr>
      <a:lvl2pPr marL="504000" indent="-252000" algn="l" defTabSz="914400" rtl="0" eaLnBrk="1" latinLnBrk="0" hangingPunct="1">
        <a:spcBef>
          <a:spcPts val="400"/>
        </a:spcBef>
        <a:spcAft>
          <a:spcPts val="400"/>
        </a:spcAft>
        <a:buClr>
          <a:schemeClr val="tx2"/>
        </a:buClr>
        <a:buSzPct val="100000"/>
        <a:buFont typeface="Wingdings" pitchFamily="2" charset="2"/>
        <a:buChar char="§"/>
        <a:defRPr sz="1600" kern="1200">
          <a:solidFill>
            <a:schemeClr val="bg1"/>
          </a:solidFill>
          <a:latin typeface="+mn-lt"/>
          <a:ea typeface="+mn-ea"/>
          <a:cs typeface="+mn-cs"/>
        </a:defRPr>
      </a:lvl2pPr>
      <a:lvl3pPr marL="756000" indent="-252000" algn="l" defTabSz="914400" rtl="0" eaLnBrk="1" latinLnBrk="0" hangingPunct="1">
        <a:spcBef>
          <a:spcPts val="0"/>
        </a:spcBef>
        <a:spcAft>
          <a:spcPts val="600"/>
        </a:spcAft>
        <a:buClr>
          <a:schemeClr val="tx2"/>
        </a:buClr>
        <a:buSzPct val="100000"/>
        <a:buFont typeface="Wingdings" pitchFamily="2" charset="2"/>
        <a:buChar char="§"/>
        <a:defRPr sz="1400" kern="1200">
          <a:solidFill>
            <a:schemeClr val="bg1"/>
          </a:solidFill>
          <a:latin typeface="+mn-lt"/>
          <a:ea typeface="+mn-ea"/>
          <a:cs typeface="+mn-cs"/>
        </a:defRPr>
      </a:lvl3pPr>
      <a:lvl4pPr marL="1008000" indent="-252000" algn="l" defTabSz="914400" rtl="0" eaLnBrk="1" latinLnBrk="0" hangingPunct="1">
        <a:spcBef>
          <a:spcPts val="0"/>
        </a:spcBef>
        <a:spcAft>
          <a:spcPts val="400"/>
        </a:spcAft>
        <a:buClr>
          <a:schemeClr val="tx2"/>
        </a:buClr>
        <a:buSzPct val="100000"/>
        <a:buFont typeface="Wingdings" pitchFamily="2" charset="2"/>
        <a:buChar char="§"/>
        <a:defRPr sz="1200" kern="1200">
          <a:solidFill>
            <a:schemeClr val="bg1"/>
          </a:solidFill>
          <a:latin typeface="+mn-lt"/>
          <a:ea typeface="+mn-ea"/>
          <a:cs typeface="+mn-cs"/>
        </a:defRPr>
      </a:lvl4pPr>
      <a:lvl5pPr marL="1260000" indent="-252000" algn="l" defTabSz="914400" rtl="0" eaLnBrk="1" latinLnBrk="0" hangingPunct="1">
        <a:spcBef>
          <a:spcPts val="0"/>
        </a:spcBef>
        <a:spcAft>
          <a:spcPts val="400"/>
        </a:spcAft>
        <a:buClr>
          <a:schemeClr val="tx2"/>
        </a:buClr>
        <a:buSzPct val="100000"/>
        <a:buFont typeface="Wingdings" pitchFamily="2" charset="2"/>
        <a:buChar char="§"/>
        <a:defRPr sz="1200" kern="1200">
          <a:solidFill>
            <a:schemeClr val="bg1"/>
          </a:solidFill>
          <a:latin typeface="+mn-lt"/>
          <a:ea typeface="+mn-ea"/>
          <a:cs typeface="+mn-cs"/>
        </a:defRPr>
      </a:lvl5pPr>
      <a:lvl6pPr marL="1512000" indent="-252000" algn="l" defTabSz="914400" rtl="0" eaLnBrk="1" latinLnBrk="0" hangingPunct="1">
        <a:spcBef>
          <a:spcPts val="0"/>
        </a:spcBef>
        <a:spcAft>
          <a:spcPts val="400"/>
        </a:spcAft>
        <a:buClr>
          <a:schemeClr val="tx2"/>
        </a:buClr>
        <a:buFont typeface="Wingdings" pitchFamily="2" charset="2"/>
        <a:buChar char="§"/>
        <a:tabLst/>
        <a:defRPr sz="1100" kern="1200">
          <a:solidFill>
            <a:schemeClr val="bg1"/>
          </a:solidFill>
          <a:latin typeface="+mn-lt"/>
          <a:ea typeface="+mn-ea"/>
          <a:cs typeface="+mn-cs"/>
        </a:defRPr>
      </a:lvl6pPr>
      <a:lvl7pPr marL="1764000" indent="-252000" algn="l" defTabSz="914400" rtl="0" eaLnBrk="1" latinLnBrk="0" hangingPunct="1">
        <a:spcBef>
          <a:spcPts val="0"/>
        </a:spcBef>
        <a:spcAft>
          <a:spcPts val="400"/>
        </a:spcAft>
        <a:buClr>
          <a:schemeClr val="tx2"/>
        </a:buClr>
        <a:buFont typeface="Wingdings" pitchFamily="2" charset="2"/>
        <a:buChar char="§"/>
        <a:tabLst/>
        <a:defRPr sz="1100" kern="1200">
          <a:solidFill>
            <a:schemeClr val="bg1"/>
          </a:solidFill>
          <a:latin typeface="+mn-lt"/>
          <a:ea typeface="+mn-ea"/>
          <a:cs typeface="+mn-cs"/>
        </a:defRPr>
      </a:lvl7pPr>
      <a:lvl8pPr marL="2016000" indent="-252000" algn="l" defTabSz="914400" rtl="0" eaLnBrk="1" latinLnBrk="0" hangingPunct="1">
        <a:spcBef>
          <a:spcPts val="0"/>
        </a:spcBef>
        <a:spcAft>
          <a:spcPts val="400"/>
        </a:spcAft>
        <a:buClr>
          <a:schemeClr val="tx2"/>
        </a:buClr>
        <a:buFont typeface="Wingdings" pitchFamily="2" charset="2"/>
        <a:buChar char="§"/>
        <a:tabLst/>
        <a:defRPr sz="1000" kern="1200">
          <a:solidFill>
            <a:schemeClr val="bg1"/>
          </a:solidFill>
          <a:latin typeface="+mn-lt"/>
          <a:ea typeface="+mn-ea"/>
          <a:cs typeface="+mn-cs"/>
        </a:defRPr>
      </a:lvl8pPr>
      <a:lvl9pPr marL="0" indent="0" algn="l" defTabSz="914400" rtl="0" eaLnBrk="1" latinLnBrk="0" hangingPunct="1">
        <a:spcBef>
          <a:spcPts val="1200"/>
        </a:spcBef>
        <a:spcAft>
          <a:spcPts val="1200"/>
        </a:spcAft>
        <a:buClr>
          <a:schemeClr val="tx2"/>
        </a:buClr>
        <a:buFont typeface="Wingdings" pitchFamily="2" charset="2"/>
        <a:buNone/>
        <a:tabLst/>
        <a:defRPr sz="2000" kern="1200">
          <a:solidFill>
            <a:schemeClr val="bg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 pos="7378">
          <p15:clr>
            <a:srgbClr val="F26B43"/>
          </p15:clr>
        </p15:guide>
        <p15:guide id="4" pos="302">
          <p15:clr>
            <a:srgbClr val="F26B43"/>
          </p15:clr>
        </p15:guide>
        <p15:guide id="50" orient="horz" pos="232">
          <p15:clr>
            <a:srgbClr val="F26B43"/>
          </p15:clr>
        </p15:guide>
        <p15:guide id="51" orient="horz" pos="640">
          <p15:clr>
            <a:srgbClr val="F26B43"/>
          </p15:clr>
        </p15:guide>
        <p15:guide id="80" orient="horz" pos="3816">
          <p15:clr>
            <a:srgbClr val="F26B43"/>
          </p15:clr>
        </p15:guide>
        <p15:guide id="81" orient="horz" pos="890">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8E3B42AB-F5D9-43CF-8222-310363A21EEF}"/>
              </a:ext>
            </a:extLst>
          </p:cNvPr>
          <p:cNvGraphicFramePr>
            <a:graphicFrameLocks noChangeAspect="1"/>
          </p:cNvGraphicFramePr>
          <p:nvPr userDrawn="1">
            <p:custDataLst>
              <p:tags r:id="rId51"/>
            </p:custDataLst>
            <p:extLst>
              <p:ext uri="{D42A27DB-BD31-4B8C-83A1-F6EECF244321}">
                <p14:modId xmlns:p14="http://schemas.microsoft.com/office/powerpoint/2010/main" val="286057289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2" imgW="592" imgH="591" progId="TCLayout.ActiveDocument.1">
                  <p:embed/>
                </p:oleObj>
              </mc:Choice>
              <mc:Fallback>
                <p:oleObj name="think-cell Slide" r:id="rId52" imgW="592" imgH="591" progId="TCLayout.ActiveDocument.1">
                  <p:embed/>
                  <p:pic>
                    <p:nvPicPr>
                      <p:cNvPr id="5" name="Object 4" hidden="1">
                        <a:extLst>
                          <a:ext uri="{FF2B5EF4-FFF2-40B4-BE49-F238E27FC236}">
                            <a16:creationId xmlns:a16="http://schemas.microsoft.com/office/drawing/2014/main" id="{8E3B42AB-F5D9-43CF-8222-310363A21EEF}"/>
                          </a:ext>
                        </a:extLst>
                      </p:cNvPr>
                      <p:cNvPicPr/>
                      <p:nvPr/>
                    </p:nvPicPr>
                    <p:blipFill>
                      <a:blip r:embed="rId53"/>
                      <a:stretch>
                        <a:fillRect/>
                      </a:stretch>
                    </p:blipFill>
                    <p:spPr>
                      <a:xfrm>
                        <a:off x="1588" y="1588"/>
                        <a:ext cx="1588" cy="1588"/>
                      </a:xfrm>
                      <a:prstGeom prst="rect">
                        <a:avLst/>
                      </a:prstGeom>
                    </p:spPr>
                  </p:pic>
                </p:oleObj>
              </mc:Fallback>
            </mc:AlternateContent>
          </a:graphicData>
        </a:graphic>
      </p:graphicFrame>
      <p:sp>
        <p:nvSpPr>
          <p:cNvPr id="2" name="Title Placeholder 1"/>
          <p:cNvSpPr>
            <a:spLocks noGrp="1"/>
          </p:cNvSpPr>
          <p:nvPr>
            <p:ph type="title"/>
          </p:nvPr>
        </p:nvSpPr>
        <p:spPr>
          <a:xfrm>
            <a:off x="609601" y="294200"/>
            <a:ext cx="10972800" cy="59088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601"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9" name="Group 4">
            <a:extLst>
              <a:ext uri="{FF2B5EF4-FFF2-40B4-BE49-F238E27FC236}">
                <a16:creationId xmlns:a16="http://schemas.microsoft.com/office/drawing/2014/main" id="{ABA621AC-91DA-4716-A450-56540FA39C36}"/>
              </a:ext>
            </a:extLst>
          </p:cNvPr>
          <p:cNvGrpSpPr>
            <a:grpSpLocks noChangeAspect="1"/>
          </p:cNvGrpSpPr>
          <p:nvPr userDrawn="1"/>
        </p:nvGrpSpPr>
        <p:grpSpPr bwMode="auto">
          <a:xfrm>
            <a:off x="11281250" y="6356350"/>
            <a:ext cx="303055" cy="311150"/>
            <a:chOff x="7110" y="4004"/>
            <a:chExt cx="191" cy="196"/>
          </a:xfrm>
        </p:grpSpPr>
        <p:sp>
          <p:nvSpPr>
            <p:cNvPr id="11" name="Freeform 5">
              <a:extLst>
                <a:ext uri="{FF2B5EF4-FFF2-40B4-BE49-F238E27FC236}">
                  <a16:creationId xmlns:a16="http://schemas.microsoft.com/office/drawing/2014/main" id="{76E3EDA9-8EAC-419E-8C11-4E1E158AF762}"/>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2" name="Freeform 6">
              <a:extLst>
                <a:ext uri="{FF2B5EF4-FFF2-40B4-BE49-F238E27FC236}">
                  <a16:creationId xmlns:a16="http://schemas.microsoft.com/office/drawing/2014/main" id="{ABC9458B-8C2C-486A-8ADE-F22CCDC7E2F8}"/>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sp>
          <p:nvSpPr>
            <p:cNvPr id="14" name="Freeform 7">
              <a:extLst>
                <a:ext uri="{FF2B5EF4-FFF2-40B4-BE49-F238E27FC236}">
                  <a16:creationId xmlns:a16="http://schemas.microsoft.com/office/drawing/2014/main" id="{0A4C4046-69B4-41DA-AA2E-E892AEC9AA90}"/>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p>
          </p:txBody>
        </p:sp>
      </p:grpSp>
      <p:sp>
        <p:nvSpPr>
          <p:cNvPr id="15" name="Slide Number Placeholder 5">
            <a:extLst>
              <a:ext uri="{FF2B5EF4-FFF2-40B4-BE49-F238E27FC236}">
                <a16:creationId xmlns:a16="http://schemas.microsoft.com/office/drawing/2014/main" id="{5D83075E-08C9-4F19-A050-259B1A7843D1}"/>
              </a:ext>
            </a:extLst>
          </p:cNvPr>
          <p:cNvSpPr txBox="1">
            <a:spLocks/>
          </p:cNvSpPr>
          <p:nvPr userDrawn="1"/>
        </p:nvSpPr>
        <p:spPr>
          <a:xfrm>
            <a:off x="609601" y="6471244"/>
            <a:ext cx="662721" cy="180000"/>
          </a:xfrm>
          <a:prstGeom prst="rect">
            <a:avLst/>
          </a:prstGeom>
        </p:spPr>
        <p:txBody>
          <a:bodyPr vert="horz" lIns="0" tIns="0" rIns="0" bIns="0" rtlCol="0" anchor="ctr"/>
          <a:lstStyle>
            <a:defPPr>
              <a:defRPr lang="en-US"/>
            </a:defPPr>
            <a:lvl1pPr marL="0" algn="l" defTabSz="913943" rtl="0" eaLnBrk="1" latinLnBrk="0" hangingPunct="1">
              <a:defRPr lang="en-IN"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3131919663"/>
      </p:ext>
    </p:extLst>
  </p:cSld>
  <p:clrMap bg1="lt1" tx1="dk1" bg2="lt2" tx2="dk2" accent1="accent1" accent2="accent2" accent3="accent3" accent4="accent4" accent5="accent5" accent6="accent6" hlink="hlink" folHlink="folHlink"/>
  <p:sldLayoutIdLst>
    <p:sldLayoutId id="2147483683" r:id="rId1"/>
    <p:sldLayoutId id="2147483684" r:id="rId2"/>
    <p:sldLayoutId id="2147483685" r:id="rId3"/>
    <p:sldLayoutId id="2147483686" r:id="rId4"/>
    <p:sldLayoutId id="2147483687" r:id="rId5"/>
    <p:sldLayoutId id="2147483688" r:id="rId6"/>
    <p:sldLayoutId id="2147483689" r:id="rId7"/>
    <p:sldLayoutId id="2147483690" r:id="rId8"/>
    <p:sldLayoutId id="2147483691" r:id="rId9"/>
    <p:sldLayoutId id="2147483692" r:id="rId10"/>
    <p:sldLayoutId id="2147483693" r:id="rId11"/>
    <p:sldLayoutId id="2147483694" r:id="rId12"/>
    <p:sldLayoutId id="2147483695" r:id="rId13"/>
    <p:sldLayoutId id="2147483696" r:id="rId14"/>
    <p:sldLayoutId id="2147483697" r:id="rId15"/>
    <p:sldLayoutId id="2147483698" r:id="rId16"/>
    <p:sldLayoutId id="2147483699" r:id="rId17"/>
    <p:sldLayoutId id="2147483700" r:id="rId18"/>
    <p:sldLayoutId id="2147483701" r:id="rId19"/>
    <p:sldLayoutId id="2147483702" r:id="rId20"/>
    <p:sldLayoutId id="2147483703" r:id="rId21"/>
    <p:sldLayoutId id="2147483704" r:id="rId22"/>
    <p:sldLayoutId id="2147483705" r:id="rId23"/>
    <p:sldLayoutId id="2147483706" r:id="rId24"/>
    <p:sldLayoutId id="2147483707" r:id="rId25"/>
    <p:sldLayoutId id="2147483708" r:id="rId26"/>
    <p:sldLayoutId id="2147483709" r:id="rId27"/>
    <p:sldLayoutId id="2147483710" r:id="rId28"/>
    <p:sldLayoutId id="2147483711" r:id="rId29"/>
    <p:sldLayoutId id="2147483712" r:id="rId30"/>
    <p:sldLayoutId id="2147483713" r:id="rId31"/>
    <p:sldLayoutId id="2147483714" r:id="rId32"/>
    <p:sldLayoutId id="2147483715" r:id="rId33"/>
    <p:sldLayoutId id="2147483716" r:id="rId34"/>
    <p:sldLayoutId id="2147483717" r:id="rId35"/>
    <p:sldLayoutId id="2147483718" r:id="rId36"/>
    <p:sldLayoutId id="2147483719" r:id="rId37"/>
    <p:sldLayoutId id="2147483720" r:id="rId38"/>
    <p:sldLayoutId id="2147483721" r:id="rId39"/>
    <p:sldLayoutId id="2147483722" r:id="rId40"/>
    <p:sldLayoutId id="2147483723" r:id="rId41"/>
    <p:sldLayoutId id="2147483724" r:id="rId42"/>
    <p:sldLayoutId id="2147483725" r:id="rId43"/>
    <p:sldLayoutId id="2147483726" r:id="rId44"/>
    <p:sldLayoutId id="2147483727" r:id="rId45"/>
    <p:sldLayoutId id="2147483728" r:id="rId46"/>
    <p:sldLayoutId id="2147483729" r:id="rId47"/>
    <p:sldLayoutId id="2147483730" r:id="rId48"/>
    <p:sldLayoutId id="2147483731" r:id="rId49"/>
  </p:sldLayoutIdLst>
  <p:hf hdr="0" ftr="0"/>
  <p:txStyles>
    <p:titleStyle>
      <a:lvl1pPr algn="l" defTabSz="913943" rtl="0" eaLnBrk="1" latinLnBrk="0" hangingPunct="1">
        <a:lnSpc>
          <a:spcPct val="85000"/>
        </a:lnSpc>
        <a:spcBef>
          <a:spcPct val="0"/>
        </a:spcBef>
        <a:buNone/>
        <a:defRPr sz="2399" b="0" kern="1200">
          <a:solidFill>
            <a:schemeClr val="bg1"/>
          </a:solidFill>
          <a:latin typeface="EYInterstate Light" panose="02000506000000020004" pitchFamily="2" charset="0"/>
          <a:ea typeface="+mj-ea"/>
          <a:cs typeface="Arial" pitchFamily="34" charset="0"/>
        </a:defRPr>
      </a:lvl1pPr>
    </p:titleStyle>
    <p:bodyStyle>
      <a:lvl1pPr marL="356616" indent="-356616" algn="l" defTabSz="913943" rtl="0" eaLnBrk="1" latinLnBrk="0" hangingPunct="1">
        <a:spcBef>
          <a:spcPts val="300"/>
        </a:spcBef>
        <a:spcAft>
          <a:spcPts val="300"/>
        </a:spcAft>
        <a:buClr>
          <a:schemeClr val="tx2"/>
        </a:buClr>
        <a:buSzPct val="100000"/>
        <a:buFont typeface="EYInterstate" panose="02000503020000020004" pitchFamily="2" charset="0"/>
        <a:buChar char="•"/>
        <a:defRPr sz="1999" kern="1200">
          <a:solidFill>
            <a:schemeClr val="bg1"/>
          </a:solidFill>
          <a:latin typeface="EYInterstate Light" panose="02000506000000020004" pitchFamily="2" charset="0"/>
          <a:ea typeface="+mn-ea"/>
          <a:cs typeface="+mn-cs"/>
        </a:defRPr>
      </a:lvl1pPr>
      <a:lvl2pPr marL="713232" indent="-356616" algn="l" defTabSz="913943" rtl="0" eaLnBrk="1" latinLnBrk="0" hangingPunct="1">
        <a:spcBef>
          <a:spcPts val="300"/>
        </a:spcBef>
        <a:spcAft>
          <a:spcPts val="300"/>
        </a:spcAft>
        <a:buClr>
          <a:schemeClr val="tx2"/>
        </a:buClr>
        <a:buSzPct val="100000"/>
        <a:buFont typeface="EYInterstate" panose="02000503020000020004" pitchFamily="2" charset="0"/>
        <a:buChar char="•"/>
        <a:defRPr sz="1799" kern="1200">
          <a:solidFill>
            <a:schemeClr val="bg1"/>
          </a:solidFill>
          <a:latin typeface="EYInterstate Light" panose="02000506000000020004" pitchFamily="2" charset="0"/>
          <a:ea typeface="+mn-ea"/>
          <a:cs typeface="+mn-cs"/>
        </a:defRPr>
      </a:lvl2pPr>
      <a:lvl3pPr marL="1069848" indent="-356616" algn="l" defTabSz="913943" rtl="0" eaLnBrk="1" latinLnBrk="0" hangingPunct="1">
        <a:spcBef>
          <a:spcPts val="300"/>
        </a:spcBef>
        <a:spcAft>
          <a:spcPts val="300"/>
        </a:spcAft>
        <a:buClr>
          <a:schemeClr val="tx2"/>
        </a:buClr>
        <a:buSzPct val="100000"/>
        <a:buFont typeface="EYInterstate" panose="02000503020000020004" pitchFamily="2" charset="0"/>
        <a:buChar char="•"/>
        <a:defRPr sz="1599" kern="1200">
          <a:solidFill>
            <a:schemeClr val="bg1"/>
          </a:solidFill>
          <a:latin typeface="EYInterstate Light" panose="02000506000000020004" pitchFamily="2" charset="0"/>
          <a:ea typeface="+mn-ea"/>
          <a:cs typeface="+mn-cs"/>
        </a:defRPr>
      </a:lvl3pPr>
      <a:lvl4pPr marL="1426464" indent="-356616" algn="l" defTabSz="913943" rtl="0" eaLnBrk="1" latinLnBrk="0" hangingPunct="1">
        <a:spcBef>
          <a:spcPts val="300"/>
        </a:spcBef>
        <a:spcAft>
          <a:spcPts val="300"/>
        </a:spcAft>
        <a:buClr>
          <a:schemeClr val="tx2"/>
        </a:buClr>
        <a:buSzPct val="100000"/>
        <a:buFont typeface="EYInterstate" panose="02000503020000020004" pitchFamily="2" charset="0"/>
        <a:buChar char="•"/>
        <a:defRPr sz="1399" kern="1200">
          <a:solidFill>
            <a:schemeClr val="bg1"/>
          </a:solidFill>
          <a:latin typeface="EYInterstate Light" panose="02000506000000020004" pitchFamily="2" charset="0"/>
          <a:ea typeface="+mn-ea"/>
          <a:cs typeface="+mn-cs"/>
        </a:defRPr>
      </a:lvl4pPr>
      <a:lvl5pPr marL="1426464" indent="-356616" algn="l" defTabSz="913943" rtl="0" eaLnBrk="1" latinLnBrk="0" hangingPunct="1">
        <a:spcBef>
          <a:spcPts val="300"/>
        </a:spcBef>
        <a:spcAft>
          <a:spcPts val="300"/>
        </a:spcAft>
        <a:buClr>
          <a:schemeClr val="tx2"/>
        </a:buClr>
        <a:buSzPct val="100000"/>
        <a:buFont typeface="EYInterstate" panose="02000503020000020004" pitchFamily="2" charset="0"/>
        <a:buChar char="•"/>
        <a:defRPr sz="1199" kern="1200">
          <a:solidFill>
            <a:schemeClr val="bg1"/>
          </a:solidFill>
          <a:latin typeface="EYInterstate Light" panose="02000506000000020004" pitchFamily="2" charset="0"/>
          <a:ea typeface="+mn-ea"/>
          <a:cs typeface="+mn-cs"/>
        </a:defRPr>
      </a:lvl5pPr>
      <a:lvl6pPr marL="2513343"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6pPr>
      <a:lvl7pPr marL="2970314"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7pPr>
      <a:lvl8pPr marL="3427286"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8pPr>
      <a:lvl9pPr marL="3884257"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9pPr>
    </p:bodyStyle>
    <p:otherStyle>
      <a:defPPr>
        <a:defRPr lang="en-US"/>
      </a:defPPr>
      <a:lvl1pPr marL="0" algn="l" defTabSz="913943" rtl="0" eaLnBrk="1" latinLnBrk="0" hangingPunct="1">
        <a:defRPr sz="1799" kern="1200">
          <a:solidFill>
            <a:schemeClr val="tx1"/>
          </a:solidFill>
          <a:latin typeface="+mn-lt"/>
          <a:ea typeface="+mn-ea"/>
          <a:cs typeface="+mn-cs"/>
        </a:defRPr>
      </a:lvl1pPr>
      <a:lvl2pPr marL="456971" algn="l" defTabSz="913943" rtl="0" eaLnBrk="1" latinLnBrk="0" hangingPunct="1">
        <a:defRPr sz="1799" kern="1200">
          <a:solidFill>
            <a:schemeClr val="tx1"/>
          </a:solidFill>
          <a:latin typeface="+mn-lt"/>
          <a:ea typeface="+mn-ea"/>
          <a:cs typeface="+mn-cs"/>
        </a:defRPr>
      </a:lvl2pPr>
      <a:lvl3pPr marL="913943" algn="l" defTabSz="913943" rtl="0" eaLnBrk="1" latinLnBrk="0" hangingPunct="1">
        <a:defRPr sz="1799" kern="1200">
          <a:solidFill>
            <a:schemeClr val="tx1"/>
          </a:solidFill>
          <a:latin typeface="+mn-lt"/>
          <a:ea typeface="+mn-ea"/>
          <a:cs typeface="+mn-cs"/>
        </a:defRPr>
      </a:lvl3pPr>
      <a:lvl4pPr marL="1370914" algn="l" defTabSz="913943" rtl="0" eaLnBrk="1" latinLnBrk="0" hangingPunct="1">
        <a:defRPr sz="1799" kern="1200">
          <a:solidFill>
            <a:schemeClr val="tx1"/>
          </a:solidFill>
          <a:latin typeface="+mn-lt"/>
          <a:ea typeface="+mn-ea"/>
          <a:cs typeface="+mn-cs"/>
        </a:defRPr>
      </a:lvl4pPr>
      <a:lvl5pPr marL="1827886" algn="l" defTabSz="913943" rtl="0" eaLnBrk="1" latinLnBrk="0" hangingPunct="1">
        <a:defRPr sz="1799" kern="1200">
          <a:solidFill>
            <a:schemeClr val="tx1"/>
          </a:solidFill>
          <a:latin typeface="+mn-lt"/>
          <a:ea typeface="+mn-ea"/>
          <a:cs typeface="+mn-cs"/>
        </a:defRPr>
      </a:lvl5pPr>
      <a:lvl6pPr marL="2284857" algn="l" defTabSz="913943" rtl="0" eaLnBrk="1" latinLnBrk="0" hangingPunct="1">
        <a:defRPr sz="1799" kern="1200">
          <a:solidFill>
            <a:schemeClr val="tx1"/>
          </a:solidFill>
          <a:latin typeface="+mn-lt"/>
          <a:ea typeface="+mn-ea"/>
          <a:cs typeface="+mn-cs"/>
        </a:defRPr>
      </a:lvl6pPr>
      <a:lvl7pPr marL="2741828" algn="l" defTabSz="913943" rtl="0" eaLnBrk="1" latinLnBrk="0" hangingPunct="1">
        <a:defRPr sz="1799" kern="1200">
          <a:solidFill>
            <a:schemeClr val="tx1"/>
          </a:solidFill>
          <a:latin typeface="+mn-lt"/>
          <a:ea typeface="+mn-ea"/>
          <a:cs typeface="+mn-cs"/>
        </a:defRPr>
      </a:lvl7pPr>
      <a:lvl8pPr marL="3198800" algn="l" defTabSz="913943" rtl="0" eaLnBrk="1" latinLnBrk="0" hangingPunct="1">
        <a:defRPr sz="1799" kern="1200">
          <a:solidFill>
            <a:schemeClr val="tx1"/>
          </a:solidFill>
          <a:latin typeface="+mn-lt"/>
          <a:ea typeface="+mn-ea"/>
          <a:cs typeface="+mn-cs"/>
        </a:defRPr>
      </a:lvl8pPr>
      <a:lvl9pPr marL="3655771" algn="l" defTabSz="913943" rtl="0" eaLnBrk="1" latinLnBrk="0" hangingPunct="1">
        <a:defRPr sz="1799"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CBEBC10A-A058-4C80-84F3-041AF95F9936}"/>
              </a:ext>
            </a:extLst>
          </p:cNvPr>
          <p:cNvGraphicFramePr>
            <a:graphicFrameLocks noChangeAspect="1"/>
          </p:cNvGraphicFramePr>
          <p:nvPr userDrawn="1">
            <p:custDataLst>
              <p:tags r:id="rId16"/>
            </p:custDataLst>
            <p:extLst>
              <p:ext uri="{D42A27DB-BD31-4B8C-83A1-F6EECF244321}">
                <p14:modId xmlns:p14="http://schemas.microsoft.com/office/powerpoint/2010/main" val="146441627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7" imgW="592" imgH="595" progId="TCLayout.ActiveDocument.1">
                  <p:embed/>
                </p:oleObj>
              </mc:Choice>
              <mc:Fallback>
                <p:oleObj name="think-cell Slide" r:id="rId17" imgW="592" imgH="595" progId="TCLayout.ActiveDocument.1">
                  <p:embed/>
                  <p:pic>
                    <p:nvPicPr>
                      <p:cNvPr id="5" name="Object 4" hidden="1">
                        <a:extLst>
                          <a:ext uri="{FF2B5EF4-FFF2-40B4-BE49-F238E27FC236}">
                            <a16:creationId xmlns:a16="http://schemas.microsoft.com/office/drawing/2014/main" id="{CBEBC10A-A058-4C80-84F3-041AF95F9936}"/>
                          </a:ext>
                        </a:extLst>
                      </p:cNvPr>
                      <p:cNvPicPr/>
                      <p:nvPr/>
                    </p:nvPicPr>
                    <p:blipFill>
                      <a:blip r:embed="rId18"/>
                      <a:stretch>
                        <a:fillRect/>
                      </a:stretch>
                    </p:blipFill>
                    <p:spPr>
                      <a:xfrm>
                        <a:off x="1588" y="1588"/>
                        <a:ext cx="1588" cy="1588"/>
                      </a:xfrm>
                      <a:prstGeom prst="rect">
                        <a:avLst/>
                      </a:prstGeom>
                    </p:spPr>
                  </p:pic>
                </p:oleObj>
              </mc:Fallback>
            </mc:AlternateContent>
          </a:graphicData>
        </a:graphic>
      </p:graphicFrame>
      <p:sp>
        <p:nvSpPr>
          <p:cNvPr id="2" name="Title Placeholder 1"/>
          <p:cNvSpPr>
            <a:spLocks noGrp="1"/>
          </p:cNvSpPr>
          <p:nvPr>
            <p:ph type="title"/>
          </p:nvPr>
        </p:nvSpPr>
        <p:spPr>
          <a:xfrm>
            <a:off x="609601" y="294200"/>
            <a:ext cx="10972800" cy="59088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601" y="1137920"/>
            <a:ext cx="10972800"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9" name="Group 4">
            <a:extLst>
              <a:ext uri="{FF2B5EF4-FFF2-40B4-BE49-F238E27FC236}">
                <a16:creationId xmlns:a16="http://schemas.microsoft.com/office/drawing/2014/main" id="{ABA621AC-91DA-4716-A450-56540FA39C36}"/>
              </a:ext>
            </a:extLst>
          </p:cNvPr>
          <p:cNvGrpSpPr>
            <a:grpSpLocks noChangeAspect="1"/>
          </p:cNvGrpSpPr>
          <p:nvPr userDrawn="1"/>
        </p:nvGrpSpPr>
        <p:grpSpPr bwMode="auto">
          <a:xfrm>
            <a:off x="11281250" y="6356350"/>
            <a:ext cx="303055" cy="311150"/>
            <a:chOff x="7110" y="4004"/>
            <a:chExt cx="191" cy="196"/>
          </a:xfrm>
        </p:grpSpPr>
        <p:sp>
          <p:nvSpPr>
            <p:cNvPr id="11" name="Freeform 5">
              <a:extLst>
                <a:ext uri="{FF2B5EF4-FFF2-40B4-BE49-F238E27FC236}">
                  <a16:creationId xmlns:a16="http://schemas.microsoft.com/office/drawing/2014/main" id="{76E3EDA9-8EAC-419E-8C11-4E1E158AF762}"/>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latin typeface="Arial" panose="020B0604020202020204" pitchFamily="34" charset="0"/>
              </a:endParaRPr>
            </a:p>
          </p:txBody>
        </p:sp>
        <p:sp>
          <p:nvSpPr>
            <p:cNvPr id="12" name="Freeform 6">
              <a:extLst>
                <a:ext uri="{FF2B5EF4-FFF2-40B4-BE49-F238E27FC236}">
                  <a16:creationId xmlns:a16="http://schemas.microsoft.com/office/drawing/2014/main" id="{ABC9458B-8C2C-486A-8ADE-F22CCDC7E2F8}"/>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latin typeface="Arial" panose="020B0604020202020204" pitchFamily="34" charset="0"/>
              </a:endParaRPr>
            </a:p>
          </p:txBody>
        </p:sp>
        <p:sp>
          <p:nvSpPr>
            <p:cNvPr id="14" name="Freeform 7">
              <a:extLst>
                <a:ext uri="{FF2B5EF4-FFF2-40B4-BE49-F238E27FC236}">
                  <a16:creationId xmlns:a16="http://schemas.microsoft.com/office/drawing/2014/main" id="{0A4C4046-69B4-41DA-AA2E-E892AEC9AA90}"/>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799">
                <a:latin typeface="Arial" panose="020B0604020202020204" pitchFamily="34" charset="0"/>
              </a:endParaRPr>
            </a:p>
          </p:txBody>
        </p:sp>
      </p:grpSp>
      <p:sp>
        <p:nvSpPr>
          <p:cNvPr id="19" name="Date Placeholder 3">
            <a:extLst>
              <a:ext uri="{FF2B5EF4-FFF2-40B4-BE49-F238E27FC236}">
                <a16:creationId xmlns:a16="http://schemas.microsoft.com/office/drawing/2014/main" id="{600772EA-C6B0-4F5D-AA59-01C0858EFADB}"/>
              </a:ext>
            </a:extLst>
          </p:cNvPr>
          <p:cNvSpPr>
            <a:spLocks noGrp="1"/>
          </p:cNvSpPr>
          <p:nvPr>
            <p:ph type="dt" sz="half" idx="2"/>
          </p:nvPr>
        </p:nvSpPr>
        <p:spPr>
          <a:xfrm>
            <a:off x="1428184" y="6471244"/>
            <a:ext cx="1190638" cy="180000"/>
          </a:xfrm>
          <a:prstGeom prst="rect">
            <a:avLst/>
          </a:prstGeom>
        </p:spPr>
        <p:txBody>
          <a:bodyPr vert="horz" lIns="0" tIns="0" rIns="0" bIns="0" rtlCol="0" anchor="ctr"/>
          <a:lstStyle>
            <a:lvl1pPr marL="0" algn="l" defTabSz="913943" rtl="0" eaLnBrk="1" latinLnBrk="0" hangingPunct="1">
              <a:defRPr lang="en-IN" sz="800" kern="1200" smtClean="0">
                <a:solidFill>
                  <a:schemeClr val="bg1"/>
                </a:solidFill>
                <a:latin typeface="Arial" panose="020B0604020202020204" pitchFamily="34" charset="0"/>
                <a:ea typeface="+mn-ea"/>
                <a:cs typeface="+mn-cs"/>
              </a:defRPr>
            </a:lvl1pPr>
          </a:lstStyle>
          <a:p>
            <a:fld id="{3A9B106E-BAA1-4CB1-AE2A-5F53C77F9963}" type="datetime1">
              <a:rPr lang="en-US" smtClean="0"/>
              <a:t>9/19/2025</a:t>
            </a:fld>
            <a:endParaRPr lang="en-US"/>
          </a:p>
        </p:txBody>
      </p:sp>
      <p:sp>
        <p:nvSpPr>
          <p:cNvPr id="20" name="Footer Placeholder 4">
            <a:extLst>
              <a:ext uri="{FF2B5EF4-FFF2-40B4-BE49-F238E27FC236}">
                <a16:creationId xmlns:a16="http://schemas.microsoft.com/office/drawing/2014/main" id="{AC28FA70-87E4-49F4-AFDE-345AA28E0BE7}"/>
              </a:ext>
            </a:extLst>
          </p:cNvPr>
          <p:cNvSpPr>
            <a:spLocks noGrp="1"/>
          </p:cNvSpPr>
          <p:nvPr>
            <p:ph type="ftr" sz="quarter" idx="3"/>
          </p:nvPr>
        </p:nvSpPr>
        <p:spPr>
          <a:xfrm>
            <a:off x="3237502" y="6471244"/>
            <a:ext cx="3084493" cy="180000"/>
          </a:xfrm>
          <a:prstGeom prst="rect">
            <a:avLst/>
          </a:prstGeom>
        </p:spPr>
        <p:txBody>
          <a:bodyPr vert="horz" lIns="0" tIns="0" rIns="0" bIns="0" rtlCol="0" anchor="ctr"/>
          <a:lstStyle>
            <a:lvl1pPr marL="0" algn="l" defTabSz="913943" rtl="0" eaLnBrk="1" latinLnBrk="0" hangingPunct="1">
              <a:defRPr lang="en-IN" sz="800" kern="1200" dirty="0">
                <a:solidFill>
                  <a:schemeClr val="bg1"/>
                </a:solidFill>
                <a:latin typeface="Arial" panose="020B0604020202020204" pitchFamily="34" charset="0"/>
                <a:ea typeface="+mn-ea"/>
                <a:cs typeface="+mn-cs"/>
              </a:defRPr>
            </a:lvl1pPr>
          </a:lstStyle>
          <a:p>
            <a:r>
              <a:rPr lang="en-US"/>
              <a:t>Insert footer text here</a:t>
            </a:r>
          </a:p>
        </p:txBody>
      </p:sp>
      <p:sp>
        <p:nvSpPr>
          <p:cNvPr id="21" name="Slide Number Placeholder 5">
            <a:extLst>
              <a:ext uri="{FF2B5EF4-FFF2-40B4-BE49-F238E27FC236}">
                <a16:creationId xmlns:a16="http://schemas.microsoft.com/office/drawing/2014/main" id="{3B540F9A-D485-4BD0-B905-41F8A52593F8}"/>
              </a:ext>
            </a:extLst>
          </p:cNvPr>
          <p:cNvSpPr>
            <a:spLocks noGrp="1"/>
          </p:cNvSpPr>
          <p:nvPr>
            <p:ph type="sldNum" sz="quarter" idx="4"/>
          </p:nvPr>
        </p:nvSpPr>
        <p:spPr>
          <a:xfrm>
            <a:off x="616900" y="6471244"/>
            <a:ext cx="662721" cy="180000"/>
          </a:xfrm>
          <a:prstGeom prst="rect">
            <a:avLst/>
          </a:prstGeom>
        </p:spPr>
        <p:txBody>
          <a:bodyPr vert="horz" lIns="0" tIns="0" rIns="0" bIns="0" rtlCol="0" anchor="ctr"/>
          <a:lstStyle>
            <a:lvl1pPr marL="0" algn="l" defTabSz="913943" rtl="0" eaLnBrk="1" latinLnBrk="0" hangingPunct="1">
              <a:defRPr lang="en-IN" sz="800" kern="1200" smtClean="0">
                <a:solidFill>
                  <a:schemeClr val="bg1"/>
                </a:solidFill>
                <a:latin typeface="EYInterstate" panose="02000503020000020004" pitchFamily="2" charset="0"/>
                <a:ea typeface="+mn-ea"/>
                <a:cs typeface="+mn-cs"/>
              </a:defRPr>
            </a:lvl1pPr>
          </a:lstStyle>
          <a:p>
            <a:r>
              <a:rPr lang="en-GB">
                <a:latin typeface="Arial" panose="020B0604020202020204" pitchFamily="34" charset="0"/>
              </a:rPr>
              <a:t>Page </a:t>
            </a:r>
            <a:fld id="{F1BC30E3-FFE5-4B91-AA19-87A149EBB9EE}" type="slidenum">
              <a:rPr smtClean="0">
                <a:latin typeface="Arial" panose="020B0604020202020204" pitchFamily="34" charset="0"/>
              </a:rPr>
              <a:pPr/>
              <a:t>‹#›</a:t>
            </a:fld>
            <a:endParaRPr>
              <a:latin typeface="Arial" panose="020B0604020202020204" pitchFamily="34" charset="0"/>
            </a:endParaRPr>
          </a:p>
        </p:txBody>
      </p:sp>
    </p:spTree>
    <p:extLst>
      <p:ext uri="{BB962C8B-B14F-4D97-AF65-F5344CB8AC3E}">
        <p14:creationId xmlns:p14="http://schemas.microsoft.com/office/powerpoint/2010/main" val="2418199948"/>
      </p:ext>
    </p:extLst>
  </p:cSld>
  <p:clrMap bg1="lt1" tx1="dk1" bg2="lt2" tx2="dk2" accent1="accent1" accent2="accent2" accent3="accent3" accent4="accent4" accent5="accent5" accent6="accent6" hlink="hlink" folHlink="folHlink"/>
  <p:sldLayoutIdLst>
    <p:sldLayoutId id="2147483733" r:id="rId1"/>
    <p:sldLayoutId id="2147483734" r:id="rId2"/>
    <p:sldLayoutId id="2147483735" r:id="rId3"/>
    <p:sldLayoutId id="2147483736" r:id="rId4"/>
    <p:sldLayoutId id="2147483737" r:id="rId5"/>
    <p:sldLayoutId id="2147483738" r:id="rId6"/>
    <p:sldLayoutId id="2147483739" r:id="rId7"/>
    <p:sldLayoutId id="2147483740" r:id="rId8"/>
    <p:sldLayoutId id="2147483741" r:id="rId9"/>
    <p:sldLayoutId id="2147483742" r:id="rId10"/>
    <p:sldLayoutId id="2147483743" r:id="rId11"/>
    <p:sldLayoutId id="2147483744" r:id="rId12"/>
    <p:sldLayoutId id="2147483745" r:id="rId13"/>
    <p:sldLayoutId id="2147483746" r:id="rId14"/>
  </p:sldLayoutIdLst>
  <p:hf hdr="0" ftr="0"/>
  <p:txStyles>
    <p:titleStyle>
      <a:lvl1pPr algn="l" defTabSz="913943" rtl="0" eaLnBrk="1" latinLnBrk="0" hangingPunct="1">
        <a:lnSpc>
          <a:spcPct val="85000"/>
        </a:lnSpc>
        <a:spcBef>
          <a:spcPct val="0"/>
        </a:spcBef>
        <a:buNone/>
        <a:defRPr sz="2399" b="0" kern="1200">
          <a:solidFill>
            <a:schemeClr val="bg1"/>
          </a:solidFill>
          <a:latin typeface="Arial" panose="020B0604020202020204" pitchFamily="34" charset="0"/>
          <a:ea typeface="+mj-ea"/>
          <a:cs typeface="Arial" pitchFamily="34" charset="0"/>
        </a:defRPr>
      </a:lvl1pPr>
    </p:titleStyle>
    <p:bodyStyle>
      <a:lvl1pPr marL="356438" indent="-356438" algn="l" defTabSz="913943" rtl="0" eaLnBrk="1" latinLnBrk="0" hangingPunct="1">
        <a:spcBef>
          <a:spcPct val="20000"/>
        </a:spcBef>
        <a:buClr>
          <a:schemeClr val="tx2"/>
        </a:buClr>
        <a:buSzPct val="110000"/>
        <a:buFont typeface="EYInterstate Light" panose="02000506000000020004" pitchFamily="2" charset="0"/>
        <a:buChar char="•"/>
        <a:defRPr sz="1999" kern="1200">
          <a:solidFill>
            <a:schemeClr val="bg1"/>
          </a:solidFill>
          <a:latin typeface="Arial" panose="020B0604020202020204" pitchFamily="34" charset="0"/>
          <a:ea typeface="+mn-ea"/>
          <a:cs typeface="+mn-cs"/>
        </a:defRPr>
      </a:lvl1pPr>
      <a:lvl2pPr marL="712875" indent="-356438" algn="l" defTabSz="913943" rtl="0" eaLnBrk="1" latinLnBrk="0" hangingPunct="1">
        <a:spcBef>
          <a:spcPct val="20000"/>
        </a:spcBef>
        <a:buClr>
          <a:schemeClr val="tx2"/>
        </a:buClr>
        <a:buSzPct val="110000"/>
        <a:buFont typeface="EYInterstate Light" panose="02000506000000020004" pitchFamily="2" charset="0"/>
        <a:buChar char="•"/>
        <a:defRPr sz="1799" kern="1200">
          <a:solidFill>
            <a:schemeClr val="bg1"/>
          </a:solidFill>
          <a:latin typeface="Arial" panose="020B0604020202020204" pitchFamily="34" charset="0"/>
          <a:ea typeface="+mn-ea"/>
          <a:cs typeface="+mn-cs"/>
        </a:defRPr>
      </a:lvl2pPr>
      <a:lvl3pPr marL="1069313" indent="-356438" algn="l" defTabSz="913943" rtl="0" eaLnBrk="1" latinLnBrk="0" hangingPunct="1">
        <a:spcBef>
          <a:spcPct val="20000"/>
        </a:spcBef>
        <a:buClr>
          <a:schemeClr val="tx2"/>
        </a:buClr>
        <a:buSzPct val="110000"/>
        <a:buFont typeface="EYInterstate Light" panose="02000506000000020004" pitchFamily="2" charset="0"/>
        <a:buChar char="•"/>
        <a:defRPr sz="1599" kern="1200">
          <a:solidFill>
            <a:schemeClr val="bg1"/>
          </a:solidFill>
          <a:latin typeface="Arial" panose="020B0604020202020204" pitchFamily="34" charset="0"/>
          <a:ea typeface="+mn-ea"/>
          <a:cs typeface="+mn-cs"/>
        </a:defRPr>
      </a:lvl3pPr>
      <a:lvl4pPr marL="1425751" indent="-356438" algn="l" defTabSz="913943" rtl="0" eaLnBrk="1" latinLnBrk="0" hangingPunct="1">
        <a:spcBef>
          <a:spcPct val="20000"/>
        </a:spcBef>
        <a:buClr>
          <a:schemeClr val="tx2"/>
        </a:buClr>
        <a:buSzPct val="110000"/>
        <a:buFont typeface="EYInterstate Light" panose="02000506000000020004" pitchFamily="2" charset="0"/>
        <a:buChar char="•"/>
        <a:defRPr sz="1399" kern="1200">
          <a:solidFill>
            <a:schemeClr val="bg1"/>
          </a:solidFill>
          <a:latin typeface="Arial" panose="020B0604020202020204" pitchFamily="34" charset="0"/>
          <a:ea typeface="+mn-ea"/>
          <a:cs typeface="+mn-cs"/>
        </a:defRPr>
      </a:lvl4pPr>
      <a:lvl5pPr marL="1782188" indent="-356438" algn="l" defTabSz="913943" rtl="0" eaLnBrk="1" latinLnBrk="0" hangingPunct="1">
        <a:spcBef>
          <a:spcPct val="20000"/>
        </a:spcBef>
        <a:buClr>
          <a:schemeClr val="tx2"/>
        </a:buClr>
        <a:buSzPct val="110000"/>
        <a:buFont typeface="EYInterstate Light" panose="02000506000000020004" pitchFamily="2" charset="0"/>
        <a:buChar char="•"/>
        <a:defRPr sz="1199" kern="1200">
          <a:solidFill>
            <a:schemeClr val="bg1"/>
          </a:solidFill>
          <a:latin typeface="Arial" panose="020B0604020202020204" pitchFamily="34" charset="0"/>
          <a:ea typeface="+mn-ea"/>
          <a:cs typeface="+mn-cs"/>
        </a:defRPr>
      </a:lvl5pPr>
      <a:lvl6pPr marL="2513343"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6pPr>
      <a:lvl7pPr marL="2970314"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7pPr>
      <a:lvl8pPr marL="3427286"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8pPr>
      <a:lvl9pPr marL="3884257"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9pPr>
    </p:bodyStyle>
    <p:otherStyle>
      <a:defPPr>
        <a:defRPr lang="en-US"/>
      </a:defPPr>
      <a:lvl1pPr marL="0" algn="l" defTabSz="913943" rtl="0" eaLnBrk="1" latinLnBrk="0" hangingPunct="1">
        <a:defRPr sz="1799" kern="1200">
          <a:solidFill>
            <a:schemeClr val="tx1"/>
          </a:solidFill>
          <a:latin typeface="+mn-lt"/>
          <a:ea typeface="+mn-ea"/>
          <a:cs typeface="+mn-cs"/>
        </a:defRPr>
      </a:lvl1pPr>
      <a:lvl2pPr marL="456971" algn="l" defTabSz="913943" rtl="0" eaLnBrk="1" latinLnBrk="0" hangingPunct="1">
        <a:defRPr sz="1799" kern="1200">
          <a:solidFill>
            <a:schemeClr val="tx1"/>
          </a:solidFill>
          <a:latin typeface="+mn-lt"/>
          <a:ea typeface="+mn-ea"/>
          <a:cs typeface="+mn-cs"/>
        </a:defRPr>
      </a:lvl2pPr>
      <a:lvl3pPr marL="913943" algn="l" defTabSz="913943" rtl="0" eaLnBrk="1" latinLnBrk="0" hangingPunct="1">
        <a:defRPr sz="1799" kern="1200">
          <a:solidFill>
            <a:schemeClr val="tx1"/>
          </a:solidFill>
          <a:latin typeface="+mn-lt"/>
          <a:ea typeface="+mn-ea"/>
          <a:cs typeface="+mn-cs"/>
        </a:defRPr>
      </a:lvl3pPr>
      <a:lvl4pPr marL="1370914" algn="l" defTabSz="913943" rtl="0" eaLnBrk="1" latinLnBrk="0" hangingPunct="1">
        <a:defRPr sz="1799" kern="1200">
          <a:solidFill>
            <a:schemeClr val="tx1"/>
          </a:solidFill>
          <a:latin typeface="+mn-lt"/>
          <a:ea typeface="+mn-ea"/>
          <a:cs typeface="+mn-cs"/>
        </a:defRPr>
      </a:lvl4pPr>
      <a:lvl5pPr marL="1827886" algn="l" defTabSz="913943" rtl="0" eaLnBrk="1" latinLnBrk="0" hangingPunct="1">
        <a:defRPr sz="1799" kern="1200">
          <a:solidFill>
            <a:schemeClr val="tx1"/>
          </a:solidFill>
          <a:latin typeface="+mn-lt"/>
          <a:ea typeface="+mn-ea"/>
          <a:cs typeface="+mn-cs"/>
        </a:defRPr>
      </a:lvl5pPr>
      <a:lvl6pPr marL="2284857" algn="l" defTabSz="913943" rtl="0" eaLnBrk="1" latinLnBrk="0" hangingPunct="1">
        <a:defRPr sz="1799" kern="1200">
          <a:solidFill>
            <a:schemeClr val="tx1"/>
          </a:solidFill>
          <a:latin typeface="+mn-lt"/>
          <a:ea typeface="+mn-ea"/>
          <a:cs typeface="+mn-cs"/>
        </a:defRPr>
      </a:lvl6pPr>
      <a:lvl7pPr marL="2741828" algn="l" defTabSz="913943" rtl="0" eaLnBrk="1" latinLnBrk="0" hangingPunct="1">
        <a:defRPr sz="1799" kern="1200">
          <a:solidFill>
            <a:schemeClr val="tx1"/>
          </a:solidFill>
          <a:latin typeface="+mn-lt"/>
          <a:ea typeface="+mn-ea"/>
          <a:cs typeface="+mn-cs"/>
        </a:defRPr>
      </a:lvl7pPr>
      <a:lvl8pPr marL="3198800" algn="l" defTabSz="913943" rtl="0" eaLnBrk="1" latinLnBrk="0" hangingPunct="1">
        <a:defRPr sz="1799" kern="1200">
          <a:solidFill>
            <a:schemeClr val="tx1"/>
          </a:solidFill>
          <a:latin typeface="+mn-lt"/>
          <a:ea typeface="+mn-ea"/>
          <a:cs typeface="+mn-cs"/>
        </a:defRPr>
      </a:lvl8pPr>
      <a:lvl9pPr marL="3655771" algn="l" defTabSz="913943" rtl="0" eaLnBrk="1" latinLnBrk="0" hangingPunct="1">
        <a:defRPr sz="1799"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09059853-674A-4BA0-B8D5-A6CEE249B6CF}"/>
              </a:ext>
            </a:extLst>
          </p:cNvPr>
          <p:cNvGraphicFramePr>
            <a:graphicFrameLocks noChangeAspect="1"/>
          </p:cNvGraphicFramePr>
          <p:nvPr userDrawn="1">
            <p:custDataLst>
              <p:tags r:id="rId37"/>
            </p:custDataLst>
            <p:extLst>
              <p:ext uri="{D42A27DB-BD31-4B8C-83A1-F6EECF244321}">
                <p14:modId xmlns:p14="http://schemas.microsoft.com/office/powerpoint/2010/main" val="363026359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8" imgW="592" imgH="595" progId="TCLayout.ActiveDocument.1">
                  <p:embed/>
                </p:oleObj>
              </mc:Choice>
              <mc:Fallback>
                <p:oleObj name="think-cell Slide" r:id="rId38" imgW="592" imgH="595" progId="TCLayout.ActiveDocument.1">
                  <p:embed/>
                  <p:pic>
                    <p:nvPicPr>
                      <p:cNvPr id="3" name="Object 2" hidden="1">
                        <a:extLst>
                          <a:ext uri="{FF2B5EF4-FFF2-40B4-BE49-F238E27FC236}">
                            <a16:creationId xmlns:a16="http://schemas.microsoft.com/office/drawing/2014/main" id="{09059853-674A-4BA0-B8D5-A6CEE249B6CF}"/>
                          </a:ext>
                        </a:extLst>
                      </p:cNvPr>
                      <p:cNvPicPr/>
                      <p:nvPr/>
                    </p:nvPicPr>
                    <p:blipFill>
                      <a:blip r:embed="rId39"/>
                      <a:stretch>
                        <a:fillRect/>
                      </a:stretch>
                    </p:blipFill>
                    <p:spPr>
                      <a:xfrm>
                        <a:off x="1588" y="1588"/>
                        <a:ext cx="1588" cy="1588"/>
                      </a:xfrm>
                      <a:prstGeom prst="rect">
                        <a:avLst/>
                      </a:prstGeom>
                    </p:spPr>
                  </p:pic>
                </p:oleObj>
              </mc:Fallback>
            </mc:AlternateContent>
          </a:graphicData>
        </a:graphic>
      </p:graphicFrame>
      <p:pic>
        <p:nvPicPr>
          <p:cNvPr id="25" name="Picture 24">
            <a:extLst>
              <a:ext uri="{FF2B5EF4-FFF2-40B4-BE49-F238E27FC236}">
                <a16:creationId xmlns:a16="http://schemas.microsoft.com/office/drawing/2014/main" id="{C153783A-76CA-48F6-9C3D-6A3DC7F2A75C}"/>
              </a:ext>
            </a:extLst>
          </p:cNvPr>
          <p:cNvPicPr>
            <a:picLocks noChangeAspect="1"/>
          </p:cNvPicPr>
          <p:nvPr userDrawn="1"/>
        </p:nvPicPr>
        <p:blipFill rotWithShape="1">
          <a:blip r:embed="rId40" cstate="email">
            <a:extLst>
              <a:ext uri="{28A0092B-C50C-407E-A947-70E740481C1C}">
                <a14:useLocalDpi xmlns:a14="http://schemas.microsoft.com/office/drawing/2010/main"/>
              </a:ext>
            </a:extLst>
          </a:blip>
          <a:srcRect/>
          <a:stretch/>
        </p:blipFill>
        <p:spPr>
          <a:xfrm>
            <a:off x="-6" y="1"/>
            <a:ext cx="12191995" cy="6857997"/>
          </a:xfrm>
          <a:prstGeom prst="rect">
            <a:avLst/>
          </a:prstGeom>
        </p:spPr>
      </p:pic>
      <p:sp>
        <p:nvSpPr>
          <p:cNvPr id="24" name="Rectangle 23">
            <a:extLst>
              <a:ext uri="{FF2B5EF4-FFF2-40B4-BE49-F238E27FC236}">
                <a16:creationId xmlns:a16="http://schemas.microsoft.com/office/drawing/2014/main" id="{4CFC69DD-9D5D-419C-AE17-52DD35B5B0B8}"/>
              </a:ext>
            </a:extLst>
          </p:cNvPr>
          <p:cNvSpPr/>
          <p:nvPr userDrawn="1"/>
        </p:nvSpPr>
        <p:spPr>
          <a:xfrm>
            <a:off x="0" y="0"/>
            <a:ext cx="12192000" cy="6858000"/>
          </a:xfrm>
          <a:prstGeom prst="rect">
            <a:avLst/>
          </a:prstGeom>
          <a:gradFill>
            <a:gsLst>
              <a:gs pos="16000">
                <a:srgbClr val="2E2E38">
                  <a:alpha val="30000"/>
                </a:srgbClr>
              </a:gs>
              <a:gs pos="48000">
                <a:srgbClr val="2E2E38">
                  <a:alpha val="33000"/>
                </a:srgbClr>
              </a:gs>
              <a:gs pos="86000">
                <a:srgbClr val="2E2E38">
                  <a:alpha val="57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799">
              <a:latin typeface="Arial" panose="020B0604020202020204" pitchFamily="34" charset="0"/>
            </a:endParaRPr>
          </a:p>
        </p:txBody>
      </p:sp>
      <p:sp>
        <p:nvSpPr>
          <p:cNvPr id="16" name="Slide Number Placeholder 5">
            <a:extLst>
              <a:ext uri="{FF2B5EF4-FFF2-40B4-BE49-F238E27FC236}">
                <a16:creationId xmlns:a16="http://schemas.microsoft.com/office/drawing/2014/main" id="{403D091C-5798-4B78-87E7-3569A5076FDD}"/>
              </a:ext>
            </a:extLst>
          </p:cNvPr>
          <p:cNvSpPr txBox="1">
            <a:spLocks/>
          </p:cNvSpPr>
          <p:nvPr userDrawn="1"/>
        </p:nvSpPr>
        <p:spPr>
          <a:xfrm>
            <a:off x="11267660" y="6596504"/>
            <a:ext cx="864096" cy="188640"/>
          </a:xfrm>
          <a:prstGeom prst="rect">
            <a:avLst/>
          </a:prstGeom>
        </p:spPr>
        <p:txBody>
          <a:bodyPr vert="horz" lIns="91392" tIns="45696" rIns="91392" bIns="45696" rtlCol="0" anchor="ctr"/>
          <a:lstStyle>
            <a:defPPr>
              <a:defRPr lang="en-US"/>
            </a:defPPr>
            <a:lvl1pPr marL="0" algn="l" defTabSz="914400" rtl="0" eaLnBrk="1" latinLnBrk="0" hangingPunct="1">
              <a:defRPr kumimoji="0" lang="en-IN" sz="800" b="0" i="0" u="none" strike="noStrike" kern="0" cap="none" spc="0" normalizeH="0" baseline="0" smtClean="0">
                <a:ln>
                  <a:noFill/>
                </a:ln>
                <a:solidFill>
                  <a:schemeClr val="bg1"/>
                </a:solidFill>
                <a:effectLst/>
                <a:uLnTx/>
                <a:uFillTx/>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IN" sz="800">
                <a:latin typeface="Arial" panose="020B0604020202020204" pitchFamily="34" charset="0"/>
              </a:rPr>
              <a:t>Page </a:t>
            </a:r>
            <a:fld id="{334DB258-D233-4E99-A08F-E58C4294999C}" type="slidenum">
              <a:rPr sz="800" smtClean="0">
                <a:latin typeface="Arial" panose="020B0604020202020204" pitchFamily="34" charset="0"/>
              </a:rPr>
              <a:pPr/>
              <a:t>‹#›</a:t>
            </a:fld>
            <a:endParaRPr sz="800">
              <a:latin typeface="Arial" panose="020B0604020202020204" pitchFamily="34" charset="0"/>
            </a:endParaRPr>
          </a:p>
        </p:txBody>
      </p:sp>
      <p:grpSp>
        <p:nvGrpSpPr>
          <p:cNvPr id="17" name="Group 16">
            <a:extLst>
              <a:ext uri="{FF2B5EF4-FFF2-40B4-BE49-F238E27FC236}">
                <a16:creationId xmlns:a16="http://schemas.microsoft.com/office/drawing/2014/main" id="{AC8016CE-587F-4CB4-9A2A-A53C8A4821CE}"/>
              </a:ext>
            </a:extLst>
          </p:cNvPr>
          <p:cNvGrpSpPr/>
          <p:nvPr userDrawn="1"/>
        </p:nvGrpSpPr>
        <p:grpSpPr>
          <a:xfrm>
            <a:off x="476351" y="5922234"/>
            <a:ext cx="583898" cy="599182"/>
            <a:chOff x="476599" y="5931962"/>
            <a:chExt cx="584202" cy="599182"/>
          </a:xfrm>
        </p:grpSpPr>
        <p:sp>
          <p:nvSpPr>
            <p:cNvPr id="18" name="Freeform 5">
              <a:extLst>
                <a:ext uri="{FF2B5EF4-FFF2-40B4-BE49-F238E27FC236}">
                  <a16:creationId xmlns:a16="http://schemas.microsoft.com/office/drawing/2014/main" id="{E7283CC0-E5D7-4B76-8064-C33C58A80C5A}"/>
                </a:ext>
              </a:extLst>
            </p:cNvPr>
            <p:cNvSpPr>
              <a:spLocks/>
            </p:cNvSpPr>
            <p:nvPr userDrawn="1"/>
          </p:nvSpPr>
          <p:spPr bwMode="auto">
            <a:xfrm>
              <a:off x="476599" y="5931962"/>
              <a:ext cx="584202" cy="213994"/>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IN" sz="1799" b="0" i="0" u="none" strike="noStrike" kern="0" cap="none" spc="0" normalizeH="0" baseline="0" noProof="0">
                <a:ln>
                  <a:noFill/>
                </a:ln>
                <a:solidFill>
                  <a:srgbClr val="2E2E38"/>
                </a:solidFill>
                <a:effectLst/>
                <a:uLnTx/>
                <a:uFillTx/>
                <a:latin typeface="Arial" panose="020B0604020202020204" pitchFamily="34" charset="0"/>
              </a:endParaRPr>
            </a:p>
          </p:txBody>
        </p:sp>
        <p:sp>
          <p:nvSpPr>
            <p:cNvPr id="22" name="Freeform 6">
              <a:extLst>
                <a:ext uri="{FF2B5EF4-FFF2-40B4-BE49-F238E27FC236}">
                  <a16:creationId xmlns:a16="http://schemas.microsoft.com/office/drawing/2014/main" id="{3990C9D1-FF5D-41CB-9AE5-EC471FB34E9A}"/>
                </a:ext>
              </a:extLst>
            </p:cNvPr>
            <p:cNvSpPr>
              <a:spLocks/>
            </p:cNvSpPr>
            <p:nvPr userDrawn="1"/>
          </p:nvSpPr>
          <p:spPr bwMode="auto">
            <a:xfrm>
              <a:off x="479658" y="6234610"/>
              <a:ext cx="238575" cy="296534"/>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IN" sz="1799" b="0" i="0" u="none" strike="noStrike" kern="0" cap="none" spc="0" normalizeH="0" baseline="0" noProof="0">
                <a:ln>
                  <a:noFill/>
                </a:ln>
                <a:solidFill>
                  <a:srgbClr val="2E2E38"/>
                </a:solidFill>
                <a:effectLst/>
                <a:uLnTx/>
                <a:uFillTx/>
                <a:latin typeface="Arial" panose="020B0604020202020204" pitchFamily="34" charset="0"/>
              </a:endParaRPr>
            </a:p>
          </p:txBody>
        </p:sp>
        <p:sp>
          <p:nvSpPr>
            <p:cNvPr id="23" name="Freeform 7">
              <a:extLst>
                <a:ext uri="{FF2B5EF4-FFF2-40B4-BE49-F238E27FC236}">
                  <a16:creationId xmlns:a16="http://schemas.microsoft.com/office/drawing/2014/main" id="{6B255FE7-E1A9-4A67-8A65-4EF341F915BA}"/>
                </a:ext>
              </a:extLst>
            </p:cNvPr>
            <p:cNvSpPr>
              <a:spLocks/>
            </p:cNvSpPr>
            <p:nvPr userDrawn="1"/>
          </p:nvSpPr>
          <p:spPr bwMode="auto">
            <a:xfrm>
              <a:off x="678470" y="6234610"/>
              <a:ext cx="293630" cy="296534"/>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IN" sz="1799" b="0" i="0" u="none" strike="noStrike" kern="0" cap="none" spc="0" normalizeH="0" baseline="0" noProof="0">
                <a:ln>
                  <a:noFill/>
                </a:ln>
                <a:solidFill>
                  <a:srgbClr val="2E2E38"/>
                </a:solidFill>
                <a:effectLst/>
                <a:uLnTx/>
                <a:uFillTx/>
                <a:latin typeface="Arial" panose="020B0604020202020204" pitchFamily="34" charset="0"/>
              </a:endParaRPr>
            </a:p>
          </p:txBody>
        </p:sp>
      </p:grpSp>
      <p:sp>
        <p:nvSpPr>
          <p:cNvPr id="35" name="Rectangle 34">
            <a:extLst>
              <a:ext uri="{FF2B5EF4-FFF2-40B4-BE49-F238E27FC236}">
                <a16:creationId xmlns:a16="http://schemas.microsoft.com/office/drawing/2014/main" id="{A1B42AFB-6419-4ABF-A7BA-E59EA5D64EAE}"/>
              </a:ext>
            </a:extLst>
          </p:cNvPr>
          <p:cNvSpPr/>
          <p:nvPr userDrawn="1"/>
        </p:nvSpPr>
        <p:spPr>
          <a:xfrm>
            <a:off x="1343472" y="404664"/>
            <a:ext cx="10418734" cy="6126480"/>
          </a:xfrm>
          <a:prstGeom prst="rect">
            <a:avLst/>
          </a:prstGeom>
          <a:solidFill>
            <a:schemeClr val="bg1"/>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77789" rtl="0" eaLnBrk="1" fontAlgn="auto" latinLnBrk="0" hangingPunct="1">
              <a:lnSpc>
                <a:spcPct val="100000"/>
              </a:lnSpc>
              <a:spcBef>
                <a:spcPts val="0"/>
              </a:spcBef>
              <a:spcAft>
                <a:spcPts val="0"/>
              </a:spcAft>
              <a:buClrTx/>
              <a:buSzTx/>
              <a:buFontTx/>
              <a:buNone/>
              <a:tabLst/>
              <a:defRPr/>
            </a:pPr>
            <a:r>
              <a:rPr kumimoji="0" lang="en-IN" sz="1728" b="0" i="0" u="none" strike="noStrike" kern="1200" cap="none" spc="0" normalizeH="0" baseline="0" noProof="0">
                <a:ln>
                  <a:noFill/>
                </a:ln>
                <a:solidFill>
                  <a:prstClr val="white"/>
                </a:solidFill>
                <a:effectLst/>
                <a:uLnTx/>
                <a:uFillTx/>
                <a:latin typeface="Arial" panose="020B0604020202020204" pitchFamily="34" charset="0"/>
                <a:ea typeface="+mn-ea"/>
                <a:cs typeface="+mn-cs"/>
              </a:rPr>
              <a:t> </a:t>
            </a:r>
          </a:p>
        </p:txBody>
      </p:sp>
      <p:sp>
        <p:nvSpPr>
          <p:cNvPr id="42" name="Text Placeholder 2">
            <a:extLst>
              <a:ext uri="{FF2B5EF4-FFF2-40B4-BE49-F238E27FC236}">
                <a16:creationId xmlns:a16="http://schemas.microsoft.com/office/drawing/2014/main" id="{887E27C1-FE9B-4680-9E7A-5C95D6B74961}"/>
              </a:ext>
            </a:extLst>
          </p:cNvPr>
          <p:cNvSpPr>
            <a:spLocks noGrp="1"/>
          </p:cNvSpPr>
          <p:nvPr>
            <p:ph type="body" idx="1"/>
          </p:nvPr>
        </p:nvSpPr>
        <p:spPr>
          <a:xfrm>
            <a:off x="1643809" y="989852"/>
            <a:ext cx="9835793" cy="5221378"/>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3" name="Title Placeholder 1">
            <a:extLst>
              <a:ext uri="{FF2B5EF4-FFF2-40B4-BE49-F238E27FC236}">
                <a16:creationId xmlns:a16="http://schemas.microsoft.com/office/drawing/2014/main" id="{4DA8A4F4-1F93-4901-AEF0-AFA90D7BB42C}"/>
              </a:ext>
            </a:extLst>
          </p:cNvPr>
          <p:cNvSpPr>
            <a:spLocks noGrp="1"/>
          </p:cNvSpPr>
          <p:nvPr>
            <p:ph type="title"/>
          </p:nvPr>
        </p:nvSpPr>
        <p:spPr>
          <a:xfrm>
            <a:off x="1654071" y="603705"/>
            <a:ext cx="8244486" cy="330724"/>
          </a:xfrm>
          <a:prstGeom prst="rect">
            <a:avLst/>
          </a:prstGeom>
        </p:spPr>
        <p:txBody>
          <a:bodyPr vert="horz" lIns="0" tIns="0" rIns="0" bIns="0" rtlCol="0" anchor="t" anchorCtr="0">
            <a:noAutofit/>
          </a:bodyPr>
          <a:lstStyle/>
          <a:p>
            <a:r>
              <a:rPr lang="en-US"/>
              <a:t>Click to edit Master title style</a:t>
            </a:r>
            <a:endParaRPr lang="en-GB"/>
          </a:p>
        </p:txBody>
      </p:sp>
      <p:sp>
        <p:nvSpPr>
          <p:cNvPr id="29" name="Trapezoid 28">
            <a:hlinkClick r:id="" action="ppaction://noaction"/>
            <a:extLst>
              <a:ext uri="{FF2B5EF4-FFF2-40B4-BE49-F238E27FC236}">
                <a16:creationId xmlns:a16="http://schemas.microsoft.com/office/drawing/2014/main" id="{14D1F971-2147-4FC6-AD0F-1DB4F308329A}"/>
              </a:ext>
            </a:extLst>
          </p:cNvPr>
          <p:cNvSpPr>
            <a:spLocks/>
          </p:cNvSpPr>
          <p:nvPr userDrawn="1"/>
        </p:nvSpPr>
        <p:spPr>
          <a:xfrm>
            <a:off x="4990933" y="133641"/>
            <a:ext cx="1188101" cy="274320"/>
          </a:xfrm>
          <a:prstGeom prst="trapezoid">
            <a:avLst>
              <a:gd name="adj" fmla="val 39820"/>
            </a:avLst>
          </a:prstGeom>
          <a:solidFill>
            <a:schemeClr val="tx1">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nchorCtr="0">
            <a:normAutofit/>
          </a:bodyPr>
          <a:lstStyle/>
          <a:p>
            <a:pPr algn="ctr"/>
            <a:r>
              <a:rPr lang="en-US" sz="800" b="1">
                <a:solidFill>
                  <a:schemeClr val="bg1"/>
                </a:solidFill>
                <a:latin typeface="Arial" panose="020B0604020202020204" pitchFamily="34" charset="0"/>
                <a:cs typeface="Arial" panose="020B0604020202020204" pitchFamily="34" charset="0"/>
              </a:rPr>
              <a:t>Delivery Approach</a:t>
            </a:r>
          </a:p>
        </p:txBody>
      </p:sp>
      <p:sp>
        <p:nvSpPr>
          <p:cNvPr id="30" name="Trapezoid 29">
            <a:hlinkClick r:id="rId41" action="ppaction://hlinksldjump"/>
            <a:extLst>
              <a:ext uri="{FF2B5EF4-FFF2-40B4-BE49-F238E27FC236}">
                <a16:creationId xmlns:a16="http://schemas.microsoft.com/office/drawing/2014/main" id="{8197191E-7A2A-4E3F-AD6E-67CA353BBD2E}"/>
              </a:ext>
            </a:extLst>
          </p:cNvPr>
          <p:cNvSpPr>
            <a:spLocks/>
          </p:cNvSpPr>
          <p:nvPr userDrawn="1"/>
        </p:nvSpPr>
        <p:spPr>
          <a:xfrm>
            <a:off x="2653501" y="133641"/>
            <a:ext cx="1188101" cy="274320"/>
          </a:xfrm>
          <a:prstGeom prst="trapezoid">
            <a:avLst>
              <a:gd name="adj" fmla="val 39820"/>
            </a:avLst>
          </a:prstGeom>
          <a:solidFill>
            <a:srgbClr val="79799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nchorCtr="0">
            <a:noAutofit/>
          </a:bodyPr>
          <a:lstStyle/>
          <a:p>
            <a:pPr algn="ctr"/>
            <a:r>
              <a:rPr lang="en-US" sz="800" b="1">
                <a:solidFill>
                  <a:schemeClr val="bg1"/>
                </a:solidFill>
                <a:latin typeface="Arial" panose="020B0604020202020204" pitchFamily="34" charset="0"/>
                <a:cs typeface="Arial" panose="020B0604020202020204" pitchFamily="34" charset="0"/>
              </a:rPr>
              <a:t>Why EY</a:t>
            </a:r>
          </a:p>
        </p:txBody>
      </p:sp>
      <p:sp>
        <p:nvSpPr>
          <p:cNvPr id="31" name="Trapezoid 30">
            <a:hlinkClick r:id="" action="ppaction://noaction"/>
            <a:extLst>
              <a:ext uri="{FF2B5EF4-FFF2-40B4-BE49-F238E27FC236}">
                <a16:creationId xmlns:a16="http://schemas.microsoft.com/office/drawing/2014/main" id="{DE6EDFED-7B04-4AFB-B357-71CFF7ABA341}"/>
              </a:ext>
            </a:extLst>
          </p:cNvPr>
          <p:cNvSpPr>
            <a:spLocks/>
          </p:cNvSpPr>
          <p:nvPr userDrawn="1"/>
        </p:nvSpPr>
        <p:spPr>
          <a:xfrm>
            <a:off x="6159649" y="133641"/>
            <a:ext cx="1188101" cy="274320"/>
          </a:xfrm>
          <a:prstGeom prst="trapezoid">
            <a:avLst>
              <a:gd name="adj" fmla="val 39820"/>
            </a:avLst>
          </a:prstGeom>
          <a:solidFill>
            <a:schemeClr val="tx1">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nchorCtr="0">
            <a:normAutofit/>
          </a:bodyPr>
          <a:lstStyle/>
          <a:p>
            <a:pPr algn="ctr"/>
            <a:r>
              <a:rPr lang="en-US" sz="800" b="1">
                <a:solidFill>
                  <a:schemeClr val="bg1"/>
                </a:solidFill>
                <a:latin typeface="Arial" panose="020B0604020202020204" pitchFamily="34" charset="0"/>
                <a:cs typeface="Arial" panose="020B0604020202020204" pitchFamily="34" charset="0"/>
              </a:rPr>
              <a:t>Tools &amp; Enablers</a:t>
            </a:r>
          </a:p>
        </p:txBody>
      </p:sp>
      <p:sp>
        <p:nvSpPr>
          <p:cNvPr id="32" name="Trapezoid 31">
            <a:hlinkClick r:id="" action="ppaction://noaction"/>
            <a:extLst>
              <a:ext uri="{FF2B5EF4-FFF2-40B4-BE49-F238E27FC236}">
                <a16:creationId xmlns:a16="http://schemas.microsoft.com/office/drawing/2014/main" id="{7F65A0E0-481F-4322-B026-A04105815BFD}"/>
              </a:ext>
            </a:extLst>
          </p:cNvPr>
          <p:cNvSpPr>
            <a:spLocks/>
          </p:cNvSpPr>
          <p:nvPr userDrawn="1"/>
        </p:nvSpPr>
        <p:spPr>
          <a:xfrm>
            <a:off x="8497081" y="133641"/>
            <a:ext cx="1188101" cy="274320"/>
          </a:xfrm>
          <a:prstGeom prst="trapezoid">
            <a:avLst>
              <a:gd name="adj" fmla="val 39820"/>
            </a:avLst>
          </a:prstGeom>
          <a:solidFill>
            <a:schemeClr val="tx1">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nchorCtr="0">
            <a:normAutofit/>
          </a:bodyPr>
          <a:lstStyle/>
          <a:p>
            <a:pPr algn="ctr"/>
            <a:r>
              <a:rPr lang="en-US" sz="800" b="1">
                <a:solidFill>
                  <a:schemeClr val="bg1"/>
                </a:solidFill>
                <a:latin typeface="Arial" panose="020B0604020202020204" pitchFamily="34" charset="0"/>
                <a:cs typeface="Arial" panose="020B0604020202020204" pitchFamily="34" charset="0"/>
              </a:rPr>
              <a:t>Key Contacts</a:t>
            </a:r>
          </a:p>
        </p:txBody>
      </p:sp>
      <p:sp>
        <p:nvSpPr>
          <p:cNvPr id="33" name="Trapezoid 32">
            <a:hlinkClick r:id="" action="ppaction://noaction"/>
            <a:extLst>
              <a:ext uri="{FF2B5EF4-FFF2-40B4-BE49-F238E27FC236}">
                <a16:creationId xmlns:a16="http://schemas.microsoft.com/office/drawing/2014/main" id="{13D734F0-85A3-4D9E-9304-A392E86154DE}"/>
              </a:ext>
            </a:extLst>
          </p:cNvPr>
          <p:cNvSpPr>
            <a:spLocks/>
          </p:cNvSpPr>
          <p:nvPr userDrawn="1"/>
        </p:nvSpPr>
        <p:spPr>
          <a:xfrm>
            <a:off x="7328365" y="133641"/>
            <a:ext cx="1188101" cy="274320"/>
          </a:xfrm>
          <a:prstGeom prst="trapezoid">
            <a:avLst>
              <a:gd name="adj" fmla="val 39820"/>
            </a:avLst>
          </a:prstGeom>
          <a:solidFill>
            <a:schemeClr val="tx1">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nchorCtr="0">
            <a:noAutofit/>
          </a:bodyPr>
          <a:lstStyle/>
          <a:p>
            <a:pPr algn="ctr"/>
            <a:r>
              <a:rPr lang="en-US" sz="800" b="1">
                <a:solidFill>
                  <a:schemeClr val="bg1"/>
                </a:solidFill>
                <a:latin typeface="Arial" panose="020B0604020202020204" pitchFamily="34" charset="0"/>
                <a:cs typeface="Arial" panose="020B0604020202020204" pitchFamily="34" charset="0"/>
              </a:rPr>
              <a:t>Resource Model</a:t>
            </a:r>
          </a:p>
        </p:txBody>
      </p:sp>
      <p:sp>
        <p:nvSpPr>
          <p:cNvPr id="34" name="Trapezoid 33">
            <a:hlinkClick r:id="rId42" action="ppaction://hlinksldjump"/>
            <a:extLst>
              <a:ext uri="{FF2B5EF4-FFF2-40B4-BE49-F238E27FC236}">
                <a16:creationId xmlns:a16="http://schemas.microsoft.com/office/drawing/2014/main" id="{1401BFC4-83D2-43AC-AB6C-EE3BBB1ACF40}"/>
              </a:ext>
            </a:extLst>
          </p:cNvPr>
          <p:cNvSpPr>
            <a:spLocks/>
          </p:cNvSpPr>
          <p:nvPr userDrawn="1"/>
        </p:nvSpPr>
        <p:spPr>
          <a:xfrm>
            <a:off x="1484785" y="133641"/>
            <a:ext cx="1188101" cy="274320"/>
          </a:xfrm>
          <a:prstGeom prst="trapezoid">
            <a:avLst>
              <a:gd name="adj" fmla="val 39820"/>
            </a:avLst>
          </a:prstGeom>
          <a:solidFill>
            <a:schemeClr val="tx1">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nchorCtr="0">
            <a:noAutofit/>
          </a:bodyPr>
          <a:lstStyle/>
          <a:p>
            <a:pPr algn="ctr"/>
            <a:r>
              <a:rPr lang="en-US" sz="800" b="1">
                <a:solidFill>
                  <a:schemeClr val="bg1"/>
                </a:solidFill>
                <a:latin typeface="Arial" panose="020B0604020202020204" pitchFamily="34" charset="0"/>
                <a:cs typeface="Arial" panose="020B0604020202020204" pitchFamily="34" charset="0"/>
              </a:rPr>
              <a:t>Executive Summary</a:t>
            </a:r>
          </a:p>
        </p:txBody>
      </p:sp>
      <p:sp>
        <p:nvSpPr>
          <p:cNvPr id="36" name="Trapezoid 35">
            <a:hlinkClick r:id="" action="ppaction://noaction"/>
            <a:extLst>
              <a:ext uri="{FF2B5EF4-FFF2-40B4-BE49-F238E27FC236}">
                <a16:creationId xmlns:a16="http://schemas.microsoft.com/office/drawing/2014/main" id="{6441CA00-E642-4097-BFC2-D53667E525BF}"/>
              </a:ext>
            </a:extLst>
          </p:cNvPr>
          <p:cNvSpPr>
            <a:spLocks/>
          </p:cNvSpPr>
          <p:nvPr userDrawn="1"/>
        </p:nvSpPr>
        <p:spPr>
          <a:xfrm>
            <a:off x="3822217" y="133641"/>
            <a:ext cx="1188101" cy="274320"/>
          </a:xfrm>
          <a:prstGeom prst="trapezoid">
            <a:avLst>
              <a:gd name="adj" fmla="val 39820"/>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nchorCtr="0">
            <a:noAutofit/>
          </a:bodyPr>
          <a:lstStyle/>
          <a:p>
            <a:pPr algn="ctr"/>
            <a:r>
              <a:rPr lang="en-US" sz="800" b="1">
                <a:solidFill>
                  <a:sysClr val="windowText" lastClr="000000"/>
                </a:solidFill>
                <a:latin typeface="Arial" panose="020B0604020202020204" pitchFamily="34" charset="0"/>
                <a:cs typeface="Arial" panose="020B0604020202020204" pitchFamily="34" charset="0"/>
              </a:rPr>
              <a:t>Global Solution Summary</a:t>
            </a:r>
          </a:p>
        </p:txBody>
      </p:sp>
    </p:spTree>
    <p:extLst>
      <p:ext uri="{BB962C8B-B14F-4D97-AF65-F5344CB8AC3E}">
        <p14:creationId xmlns:p14="http://schemas.microsoft.com/office/powerpoint/2010/main" val="3958347478"/>
      </p:ext>
    </p:extLst>
  </p:cSld>
  <p:clrMap bg1="lt1" tx1="dk1" bg2="lt2" tx2="dk2" accent1="accent1" accent2="accent2" accent3="accent3" accent4="accent4" accent5="accent5" accent6="accent6" hlink="hlink" folHlink="folHlink"/>
  <p:sldLayoutIdLst>
    <p:sldLayoutId id="2147483748" r:id="rId1"/>
    <p:sldLayoutId id="2147483749" r:id="rId2"/>
    <p:sldLayoutId id="2147483750" r:id="rId3"/>
    <p:sldLayoutId id="2147483751" r:id="rId4"/>
    <p:sldLayoutId id="2147483752" r:id="rId5"/>
    <p:sldLayoutId id="2147483753" r:id="rId6"/>
    <p:sldLayoutId id="2147483754" r:id="rId7"/>
    <p:sldLayoutId id="2147483755" r:id="rId8"/>
    <p:sldLayoutId id="2147483756" r:id="rId9"/>
    <p:sldLayoutId id="2147483757" r:id="rId10"/>
    <p:sldLayoutId id="2147483758" r:id="rId11"/>
    <p:sldLayoutId id="2147483759" r:id="rId12"/>
    <p:sldLayoutId id="2147483760" r:id="rId13"/>
    <p:sldLayoutId id="2147483761" r:id="rId14"/>
    <p:sldLayoutId id="2147483762" r:id="rId15"/>
    <p:sldLayoutId id="2147483763" r:id="rId16"/>
    <p:sldLayoutId id="2147483764" r:id="rId17"/>
    <p:sldLayoutId id="2147483765" r:id="rId18"/>
    <p:sldLayoutId id="2147483766" r:id="rId19"/>
    <p:sldLayoutId id="2147483767" r:id="rId20"/>
    <p:sldLayoutId id="2147483768" r:id="rId21"/>
    <p:sldLayoutId id="2147483769" r:id="rId22"/>
    <p:sldLayoutId id="2147483770" r:id="rId23"/>
    <p:sldLayoutId id="2147483771" r:id="rId24"/>
    <p:sldLayoutId id="2147483772" r:id="rId25"/>
    <p:sldLayoutId id="2147483773" r:id="rId26"/>
    <p:sldLayoutId id="2147483774" r:id="rId27"/>
    <p:sldLayoutId id="2147483775" r:id="rId28"/>
    <p:sldLayoutId id="2147483776" r:id="rId29"/>
    <p:sldLayoutId id="2147483777" r:id="rId30"/>
    <p:sldLayoutId id="2147483778" r:id="rId31"/>
    <p:sldLayoutId id="2147483780" r:id="rId32"/>
    <p:sldLayoutId id="2147483781" r:id="rId33"/>
    <p:sldLayoutId id="2147483782" r:id="rId34"/>
    <p:sldLayoutId id="2147483785" r:id="rId35"/>
  </p:sldLayoutIdLst>
  <p:hf hdr="0" ftr="0"/>
  <p:txStyles>
    <p:titleStyle>
      <a:lvl1pPr algn="l" defTabSz="913943" rtl="0" eaLnBrk="1" latinLnBrk="0" hangingPunct="1">
        <a:lnSpc>
          <a:spcPct val="85000"/>
        </a:lnSpc>
        <a:spcBef>
          <a:spcPct val="0"/>
        </a:spcBef>
        <a:buNone/>
        <a:defRPr sz="2399" b="0" kern="1200">
          <a:solidFill>
            <a:schemeClr val="tx1"/>
          </a:solidFill>
          <a:latin typeface="Arial" panose="020B0604020202020204" pitchFamily="34" charset="0"/>
          <a:ea typeface="+mj-ea"/>
          <a:cs typeface="Arial" pitchFamily="34" charset="0"/>
        </a:defRPr>
      </a:lvl1pPr>
    </p:titleStyle>
    <p:bodyStyle>
      <a:lvl1pPr marL="356438" indent="-356438" algn="l" defTabSz="913943" rtl="0" eaLnBrk="1" latinLnBrk="0" hangingPunct="1">
        <a:spcBef>
          <a:spcPct val="20000"/>
        </a:spcBef>
        <a:buClr>
          <a:schemeClr val="tx2"/>
        </a:buClr>
        <a:buSzPct val="110000"/>
        <a:buFont typeface="EYInterstate Light" panose="02000506000000020004" pitchFamily="2" charset="0"/>
        <a:buChar char="•"/>
        <a:defRPr sz="1999" kern="1200">
          <a:solidFill>
            <a:schemeClr val="tx1"/>
          </a:solidFill>
          <a:latin typeface="Arial" panose="020B0604020202020204" pitchFamily="34" charset="0"/>
          <a:ea typeface="+mn-ea"/>
          <a:cs typeface="+mn-cs"/>
        </a:defRPr>
      </a:lvl1pPr>
      <a:lvl2pPr marL="712875" indent="-356438" algn="l" defTabSz="913943" rtl="0" eaLnBrk="1" latinLnBrk="0" hangingPunct="1">
        <a:spcBef>
          <a:spcPct val="20000"/>
        </a:spcBef>
        <a:buClr>
          <a:schemeClr val="tx2"/>
        </a:buClr>
        <a:buSzPct val="110000"/>
        <a:buFont typeface="EYInterstate Light" panose="02000506000000020004" pitchFamily="2" charset="0"/>
        <a:buChar char="•"/>
        <a:defRPr sz="1799" kern="1200">
          <a:solidFill>
            <a:schemeClr val="tx1"/>
          </a:solidFill>
          <a:latin typeface="Arial" panose="020B0604020202020204" pitchFamily="34" charset="0"/>
          <a:ea typeface="+mn-ea"/>
          <a:cs typeface="+mn-cs"/>
        </a:defRPr>
      </a:lvl2pPr>
      <a:lvl3pPr marL="1069313" indent="-356438" algn="l" defTabSz="913943" rtl="0" eaLnBrk="1" latinLnBrk="0" hangingPunct="1">
        <a:spcBef>
          <a:spcPct val="20000"/>
        </a:spcBef>
        <a:buClr>
          <a:schemeClr val="tx2"/>
        </a:buClr>
        <a:buSzPct val="110000"/>
        <a:buFont typeface="EYInterstate Light" panose="02000506000000020004" pitchFamily="2" charset="0"/>
        <a:buChar char="•"/>
        <a:defRPr sz="1599" kern="1200">
          <a:solidFill>
            <a:schemeClr val="tx1"/>
          </a:solidFill>
          <a:latin typeface="Arial" panose="020B0604020202020204" pitchFamily="34" charset="0"/>
          <a:ea typeface="+mn-ea"/>
          <a:cs typeface="+mn-cs"/>
        </a:defRPr>
      </a:lvl3pPr>
      <a:lvl4pPr marL="1425751" indent="-356438" algn="l" defTabSz="913943" rtl="0" eaLnBrk="1" latinLnBrk="0" hangingPunct="1">
        <a:spcBef>
          <a:spcPct val="20000"/>
        </a:spcBef>
        <a:buClr>
          <a:schemeClr val="tx2"/>
        </a:buClr>
        <a:buSzPct val="110000"/>
        <a:buFont typeface="EYInterstate Light" panose="02000506000000020004" pitchFamily="2" charset="0"/>
        <a:buChar char="•"/>
        <a:defRPr sz="1399" kern="1200">
          <a:solidFill>
            <a:schemeClr val="tx1"/>
          </a:solidFill>
          <a:latin typeface="Arial" panose="020B0604020202020204" pitchFamily="34" charset="0"/>
          <a:ea typeface="+mn-ea"/>
          <a:cs typeface="+mn-cs"/>
        </a:defRPr>
      </a:lvl4pPr>
      <a:lvl5pPr marL="1782188" indent="-356438" algn="l" defTabSz="913943" rtl="0" eaLnBrk="1" latinLnBrk="0" hangingPunct="1">
        <a:spcBef>
          <a:spcPct val="20000"/>
        </a:spcBef>
        <a:buClr>
          <a:schemeClr val="tx2"/>
        </a:buClr>
        <a:buSzPct val="110000"/>
        <a:buFont typeface="EYInterstate Light" panose="02000506000000020004" pitchFamily="2" charset="0"/>
        <a:buChar char="•"/>
        <a:defRPr sz="1199" kern="1200">
          <a:solidFill>
            <a:schemeClr val="tx1"/>
          </a:solidFill>
          <a:latin typeface="Arial" panose="020B0604020202020204" pitchFamily="34" charset="0"/>
          <a:ea typeface="+mn-ea"/>
          <a:cs typeface="+mn-cs"/>
        </a:defRPr>
      </a:lvl5pPr>
      <a:lvl6pPr marL="2513343"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6pPr>
      <a:lvl7pPr marL="2970314"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7pPr>
      <a:lvl8pPr marL="3427286"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8pPr>
      <a:lvl9pPr marL="3884257" indent="-228486" algn="l" defTabSz="913943" rtl="0" eaLnBrk="1" latinLnBrk="0" hangingPunct="1">
        <a:spcBef>
          <a:spcPct val="20000"/>
        </a:spcBef>
        <a:buFont typeface="Arial" pitchFamily="34" charset="0"/>
        <a:buChar char="•"/>
        <a:defRPr sz="1999" kern="1200">
          <a:solidFill>
            <a:schemeClr val="tx1"/>
          </a:solidFill>
          <a:latin typeface="+mn-lt"/>
          <a:ea typeface="+mn-ea"/>
          <a:cs typeface="+mn-cs"/>
        </a:defRPr>
      </a:lvl9pPr>
    </p:bodyStyle>
    <p:otherStyle>
      <a:defPPr>
        <a:defRPr lang="en-US"/>
      </a:defPPr>
      <a:lvl1pPr marL="0" algn="l" defTabSz="913943" rtl="0" eaLnBrk="1" latinLnBrk="0" hangingPunct="1">
        <a:defRPr sz="1799" kern="1200">
          <a:solidFill>
            <a:schemeClr val="tx1"/>
          </a:solidFill>
          <a:latin typeface="+mn-lt"/>
          <a:ea typeface="+mn-ea"/>
          <a:cs typeface="+mn-cs"/>
        </a:defRPr>
      </a:lvl1pPr>
      <a:lvl2pPr marL="456971" algn="l" defTabSz="913943" rtl="0" eaLnBrk="1" latinLnBrk="0" hangingPunct="1">
        <a:defRPr sz="1799" kern="1200">
          <a:solidFill>
            <a:schemeClr val="tx1"/>
          </a:solidFill>
          <a:latin typeface="+mn-lt"/>
          <a:ea typeface="+mn-ea"/>
          <a:cs typeface="+mn-cs"/>
        </a:defRPr>
      </a:lvl2pPr>
      <a:lvl3pPr marL="913943" algn="l" defTabSz="913943" rtl="0" eaLnBrk="1" latinLnBrk="0" hangingPunct="1">
        <a:defRPr sz="1799" kern="1200">
          <a:solidFill>
            <a:schemeClr val="tx1"/>
          </a:solidFill>
          <a:latin typeface="+mn-lt"/>
          <a:ea typeface="+mn-ea"/>
          <a:cs typeface="+mn-cs"/>
        </a:defRPr>
      </a:lvl3pPr>
      <a:lvl4pPr marL="1370914" algn="l" defTabSz="913943" rtl="0" eaLnBrk="1" latinLnBrk="0" hangingPunct="1">
        <a:defRPr sz="1799" kern="1200">
          <a:solidFill>
            <a:schemeClr val="tx1"/>
          </a:solidFill>
          <a:latin typeface="+mn-lt"/>
          <a:ea typeface="+mn-ea"/>
          <a:cs typeface="+mn-cs"/>
        </a:defRPr>
      </a:lvl4pPr>
      <a:lvl5pPr marL="1827886" algn="l" defTabSz="913943" rtl="0" eaLnBrk="1" latinLnBrk="0" hangingPunct="1">
        <a:defRPr sz="1799" kern="1200">
          <a:solidFill>
            <a:schemeClr val="tx1"/>
          </a:solidFill>
          <a:latin typeface="+mn-lt"/>
          <a:ea typeface="+mn-ea"/>
          <a:cs typeface="+mn-cs"/>
        </a:defRPr>
      </a:lvl5pPr>
      <a:lvl6pPr marL="2284857" algn="l" defTabSz="913943" rtl="0" eaLnBrk="1" latinLnBrk="0" hangingPunct="1">
        <a:defRPr sz="1799" kern="1200">
          <a:solidFill>
            <a:schemeClr val="tx1"/>
          </a:solidFill>
          <a:latin typeface="+mn-lt"/>
          <a:ea typeface="+mn-ea"/>
          <a:cs typeface="+mn-cs"/>
        </a:defRPr>
      </a:lvl6pPr>
      <a:lvl7pPr marL="2741828" algn="l" defTabSz="913943" rtl="0" eaLnBrk="1" latinLnBrk="0" hangingPunct="1">
        <a:defRPr sz="1799" kern="1200">
          <a:solidFill>
            <a:schemeClr val="tx1"/>
          </a:solidFill>
          <a:latin typeface="+mn-lt"/>
          <a:ea typeface="+mn-ea"/>
          <a:cs typeface="+mn-cs"/>
        </a:defRPr>
      </a:lvl7pPr>
      <a:lvl8pPr marL="3198800" algn="l" defTabSz="913943" rtl="0" eaLnBrk="1" latinLnBrk="0" hangingPunct="1">
        <a:defRPr sz="1799" kern="1200">
          <a:solidFill>
            <a:schemeClr val="tx1"/>
          </a:solidFill>
          <a:latin typeface="+mn-lt"/>
          <a:ea typeface="+mn-ea"/>
          <a:cs typeface="+mn-cs"/>
        </a:defRPr>
      </a:lvl8pPr>
      <a:lvl9pPr marL="3655771" algn="l" defTabSz="913943" rtl="0" eaLnBrk="1" latinLnBrk="0" hangingPunct="1">
        <a:defRPr sz="1799"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F918D27D-E8E0-4F2F-AEDD-7BCBF85521B1}"/>
              </a:ext>
            </a:extLst>
          </p:cNvPr>
          <p:cNvGraphicFramePr>
            <a:graphicFrameLocks noChangeAspect="1"/>
          </p:cNvGraphicFramePr>
          <p:nvPr userDrawn="1">
            <p:custDataLst>
              <p:tags r:id="rId11"/>
            </p:custDataLst>
            <p:extLst>
              <p:ext uri="{D42A27DB-BD31-4B8C-83A1-F6EECF244321}">
                <p14:modId xmlns:p14="http://schemas.microsoft.com/office/powerpoint/2010/main" val="19609036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2" imgW="415" imgH="416" progId="TCLayout.ActiveDocument.1">
                  <p:embed/>
                </p:oleObj>
              </mc:Choice>
              <mc:Fallback>
                <p:oleObj name="think-cell Slide" r:id="rId12" imgW="415" imgH="416" progId="TCLayout.ActiveDocument.1">
                  <p:embed/>
                  <p:pic>
                    <p:nvPicPr>
                      <p:cNvPr id="9" name="Object 8" hidden="1">
                        <a:extLst>
                          <a:ext uri="{FF2B5EF4-FFF2-40B4-BE49-F238E27FC236}">
                            <a16:creationId xmlns:a16="http://schemas.microsoft.com/office/drawing/2014/main" id="{F918D27D-E8E0-4F2F-AEDD-7BCBF85521B1}"/>
                          </a:ext>
                        </a:extLst>
                      </p:cNvPr>
                      <p:cNvPicPr/>
                      <p:nvPr/>
                    </p:nvPicPr>
                    <p:blipFill>
                      <a:blip r:embed="rId13"/>
                      <a:stretch>
                        <a:fillRect/>
                      </a:stretch>
                    </p:blipFill>
                    <p:spPr>
                      <a:xfrm>
                        <a:off x="1588" y="1588"/>
                        <a:ext cx="1588" cy="1588"/>
                      </a:xfrm>
                      <a:prstGeom prst="rect">
                        <a:avLst/>
                      </a:prstGeom>
                    </p:spPr>
                  </p:pic>
                </p:oleObj>
              </mc:Fallback>
            </mc:AlternateContent>
          </a:graphicData>
        </a:graphic>
      </p:graphicFrame>
      <p:sp>
        <p:nvSpPr>
          <p:cNvPr id="6" name="Slide number"/>
          <p:cNvSpPr>
            <a:spLocks noGrp="1"/>
          </p:cNvSpPr>
          <p:nvPr>
            <p:ph type="sldNum" sz="quarter" idx="4"/>
          </p:nvPr>
        </p:nvSpPr>
        <p:spPr>
          <a:xfrm>
            <a:off x="10983397" y="6380415"/>
            <a:ext cx="531947" cy="365125"/>
          </a:xfrm>
          <a:prstGeom prst="rect">
            <a:avLst/>
          </a:prstGeom>
        </p:spPr>
        <p:txBody>
          <a:bodyPr vert="horz" lIns="0" tIns="0" rIns="0" bIns="0" rtlCol="0" anchor="t" anchorCtr="0"/>
          <a:lstStyle>
            <a:lvl1pPr algn="r">
              <a:defRPr lang="en-US" sz="1200" kern="1200" smtClean="0">
                <a:solidFill>
                  <a:schemeClr val="tx1">
                    <a:tint val="75000"/>
                  </a:schemeClr>
                </a:solidFill>
                <a:latin typeface="+mn-lt"/>
                <a:ea typeface="+mn-ea"/>
                <a:cs typeface="+mn-cs"/>
              </a:defRPr>
            </a:lvl1pPr>
          </a:lstStyle>
          <a:p>
            <a:fld id="{07165E6F-54ED-4977-A15E-D44BE7238A65}" type="slidenum">
              <a:rPr lang="en-US" smtClean="0"/>
              <a:pPr/>
              <a:t>‹#›</a:t>
            </a:fld>
            <a:endParaRPr lang="en-US"/>
          </a:p>
        </p:txBody>
      </p:sp>
      <p:sp>
        <p:nvSpPr>
          <p:cNvPr id="3" name="Body"/>
          <p:cNvSpPr>
            <a:spLocks noGrp="1"/>
          </p:cNvSpPr>
          <p:nvPr>
            <p:ph type="body" idx="1"/>
          </p:nvPr>
        </p:nvSpPr>
        <p:spPr>
          <a:xfrm>
            <a:off x="685801" y="1476001"/>
            <a:ext cx="10821419" cy="4315200"/>
          </a:xfrm>
          <a:prstGeom prst="rect">
            <a:avLst/>
          </a:prstGeom>
        </p:spPr>
        <p:txBody>
          <a:bodyPr vert="horz" lIns="0" tIns="0" rIns="0" bIns="0" rtlCol="0">
            <a:noAutofit/>
          </a:bodyPr>
          <a:lstStyle/>
          <a:p>
            <a:pPr lvl="0"/>
            <a:r>
              <a:rPr lang="en-US"/>
              <a:t>Main bullet. 28 pt. black.</a:t>
            </a:r>
          </a:p>
          <a:p>
            <a:pPr lvl="1"/>
            <a:r>
              <a:rPr lang="en-US"/>
              <a:t>Second level</a:t>
            </a:r>
          </a:p>
          <a:p>
            <a:pPr lvl="2"/>
            <a:r>
              <a:rPr lang="en-US"/>
              <a:t>Third level</a:t>
            </a:r>
          </a:p>
          <a:p>
            <a:pPr lvl="3"/>
            <a:r>
              <a:rPr lang="en-US"/>
              <a:t>Fourth level</a:t>
            </a:r>
          </a:p>
          <a:p>
            <a:pPr lvl="4"/>
            <a:r>
              <a:rPr lang="en-US"/>
              <a:t>Fifth level</a:t>
            </a:r>
          </a:p>
        </p:txBody>
      </p:sp>
      <p:sp>
        <p:nvSpPr>
          <p:cNvPr id="15" name="Title Placeholder 14"/>
          <p:cNvSpPr>
            <a:spLocks noGrp="1"/>
          </p:cNvSpPr>
          <p:nvPr>
            <p:ph type="title"/>
          </p:nvPr>
        </p:nvSpPr>
        <p:spPr>
          <a:xfrm>
            <a:off x="694944" y="463256"/>
            <a:ext cx="10811257" cy="679745"/>
          </a:xfrm>
          <a:prstGeom prst="rect">
            <a:avLst/>
          </a:prstGeom>
        </p:spPr>
        <p:txBody>
          <a:bodyPr vert="horz" lIns="0" tIns="0" rIns="0" bIns="0" rtlCol="0" anchor="t" anchorCtr="0">
            <a:noAutofit/>
          </a:bodyPr>
          <a:lstStyle/>
          <a:p>
            <a:r>
              <a:rPr lang="en-US"/>
              <a:t>Click to edit Master title style</a:t>
            </a:r>
          </a:p>
        </p:txBody>
      </p:sp>
      <p:pic>
        <p:nvPicPr>
          <p:cNvPr id="13" name="Picture 12" descr="A close up of a sign&#10;&#10;Description automatically generated">
            <a:extLst>
              <a:ext uri="{FF2B5EF4-FFF2-40B4-BE49-F238E27FC236}">
                <a16:creationId xmlns:a16="http://schemas.microsoft.com/office/drawing/2014/main" id="{162CCC71-9120-A34E-9A0C-034B6551F5B6}"/>
              </a:ext>
            </a:extLst>
          </p:cNvPr>
          <p:cNvPicPr>
            <a:picLocks noChangeAspect="1"/>
          </p:cNvPicPr>
          <p:nvPr userDrawn="1"/>
        </p:nvPicPr>
        <p:blipFill>
          <a:blip r:embed="rId14"/>
          <a:stretch>
            <a:fillRect/>
          </a:stretch>
        </p:blipFill>
        <p:spPr>
          <a:xfrm>
            <a:off x="332472" y="6353119"/>
            <a:ext cx="1305847" cy="326462"/>
          </a:xfrm>
          <a:prstGeom prst="rect">
            <a:avLst/>
          </a:prstGeom>
        </p:spPr>
      </p:pic>
      <p:cxnSp>
        <p:nvCxnSpPr>
          <p:cNvPr id="11" name="Straight Connector 10"/>
          <p:cNvCxnSpPr/>
          <p:nvPr userDrawn="1"/>
        </p:nvCxnSpPr>
        <p:spPr>
          <a:xfrm>
            <a:off x="694946" y="126143"/>
            <a:ext cx="10820398" cy="0"/>
          </a:xfrm>
          <a:prstGeom prst="line">
            <a:avLst/>
          </a:prstGeom>
          <a:ln w="254000">
            <a:solidFill>
              <a:srgbClr val="CE112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1299994"/>
      </p:ext>
    </p:extLst>
  </p:cSld>
  <p:clrMap bg1="lt1" tx1="dk1" bg2="lt2" tx2="dk2" accent1="accent1" accent2="accent2" accent3="accent3" accent4="accent4" accent5="accent5" accent6="accent6" hlink="hlink" folHlink="folHlink"/>
  <p:sldLayoutIdLst>
    <p:sldLayoutId id="2147483788" r:id="rId1"/>
    <p:sldLayoutId id="2147483789" r:id="rId2"/>
    <p:sldLayoutId id="2147483790" r:id="rId3"/>
    <p:sldLayoutId id="2147483791" r:id="rId4"/>
    <p:sldLayoutId id="2147483792" r:id="rId5"/>
    <p:sldLayoutId id="2147483793" r:id="rId6"/>
    <p:sldLayoutId id="2147483794" r:id="rId7"/>
    <p:sldLayoutId id="2147483795" r:id="rId8"/>
    <p:sldLayoutId id="2147483796" r:id="rId9"/>
  </p:sldLayoutIdLst>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hf hdr="0" ftr="0"/>
  <p:txStyles>
    <p:titleStyle>
      <a:lvl1pPr marL="0" algn="l" defTabSz="914378" rtl="0" eaLnBrk="1" latinLnBrk="0" hangingPunct="1">
        <a:lnSpc>
          <a:spcPct val="80000"/>
        </a:lnSpc>
        <a:spcBef>
          <a:spcPct val="0"/>
        </a:spcBef>
        <a:buNone/>
        <a:defRPr lang="en-US" sz="3200" b="1" kern="1200" baseline="0" dirty="0">
          <a:solidFill>
            <a:schemeClr val="tx1"/>
          </a:solidFill>
          <a:latin typeface="Arial" panose="020B0604020202020204" pitchFamily="34" charset="0"/>
          <a:ea typeface="+mj-ea"/>
          <a:cs typeface="Arial" panose="020B0604020202020204" pitchFamily="34" charset="0"/>
        </a:defRPr>
      </a:lvl1pPr>
    </p:titleStyle>
    <p:bodyStyle>
      <a:lvl1pPr marL="219451"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sz="2800" kern="1200">
          <a:solidFill>
            <a:schemeClr val="tx1"/>
          </a:solidFill>
          <a:latin typeface="+mn-lt"/>
          <a:ea typeface="+mn-ea"/>
          <a:cs typeface="+mn-cs"/>
        </a:defRPr>
      </a:lvl1pPr>
      <a:lvl2pPr marL="438901" indent="-219451" algn="l" defTabSz="914378" rtl="0" eaLnBrk="1" latinLnBrk="0" hangingPunct="1">
        <a:lnSpc>
          <a:spcPct val="100000"/>
        </a:lnSpc>
        <a:spcBef>
          <a:spcPts val="0"/>
        </a:spcBef>
        <a:spcAft>
          <a:spcPts val="600"/>
        </a:spcAft>
        <a:buSzPct val="100000"/>
        <a:buFont typeface="Arial" panose="020B0604020202020204" pitchFamily="34" charset="0"/>
        <a:buChar char="–"/>
        <a:defRPr sz="2000" kern="1200">
          <a:solidFill>
            <a:schemeClr val="tx1"/>
          </a:solidFill>
          <a:latin typeface="+mn-lt"/>
          <a:ea typeface="+mn-ea"/>
          <a:cs typeface="+mn-cs"/>
        </a:defRPr>
      </a:lvl2pPr>
      <a:lvl3pPr marL="621776"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sz="2000" kern="1200">
          <a:solidFill>
            <a:schemeClr val="tx1"/>
          </a:solidFill>
          <a:latin typeface="+mn-lt"/>
          <a:ea typeface="+mn-ea"/>
          <a:cs typeface="+mn-cs"/>
        </a:defRPr>
      </a:lvl3pPr>
      <a:lvl4pPr marL="841227" indent="-219451" algn="l" defTabSz="914378" rtl="0" eaLnBrk="1" latinLnBrk="0" hangingPunct="1">
        <a:lnSpc>
          <a:spcPct val="100000"/>
        </a:lnSpc>
        <a:spcBef>
          <a:spcPts val="0"/>
        </a:spcBef>
        <a:spcAft>
          <a:spcPts val="600"/>
        </a:spcAft>
        <a:buSzPct val="100000"/>
        <a:buFont typeface="Arial" panose="020B0604020202020204" pitchFamily="34" charset="0"/>
        <a:buChar char="–"/>
        <a:defRPr sz="2000" kern="1200">
          <a:solidFill>
            <a:schemeClr val="tx1"/>
          </a:solidFill>
          <a:latin typeface="+mn-lt"/>
          <a:ea typeface="+mn-ea"/>
          <a:cs typeface="+mn-cs"/>
        </a:defRPr>
      </a:lvl4pPr>
      <a:lvl5pPr marL="1060678" indent="-219451" algn="l" defTabSz="914378" rtl="0" eaLnBrk="1" latinLnBrk="0" hangingPunct="1">
        <a:lnSpc>
          <a:spcPct val="100000"/>
        </a:lnSpc>
        <a:spcBef>
          <a:spcPts val="0"/>
        </a:spcBef>
        <a:spcAft>
          <a:spcPts val="600"/>
        </a:spcAft>
        <a:buClr>
          <a:schemeClr val="tx2"/>
        </a:buClr>
        <a:buSzPct val="75000"/>
        <a:buFont typeface="Arial" panose="020B0604020202020204" pitchFamily="34" charset="0"/>
        <a:buChar char="•"/>
        <a:defRPr sz="2000" kern="1200">
          <a:solidFill>
            <a:schemeClr val="tx1"/>
          </a:solidFill>
          <a:latin typeface="+mn-lt"/>
          <a:ea typeface="+mn-ea"/>
          <a:cs typeface="+mn-cs"/>
        </a:defRPr>
      </a:lvl5pPr>
      <a:lvl6pPr marL="2514537" indent="-228594" algn="l" defTabSz="914378"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8"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5" indent="-228594" algn="l" defTabSz="914378"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8"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8" rtl="0" eaLnBrk="1" latinLnBrk="0" hangingPunct="1">
        <a:defRPr sz="1800" kern="1200">
          <a:solidFill>
            <a:schemeClr val="tx1"/>
          </a:solidFill>
          <a:latin typeface="+mn-lt"/>
          <a:ea typeface="+mn-ea"/>
          <a:cs typeface="+mn-cs"/>
        </a:defRPr>
      </a:lvl1pPr>
      <a:lvl2pPr marL="457189" algn="l" defTabSz="914378" rtl="0" eaLnBrk="1" latinLnBrk="0" hangingPunct="1">
        <a:defRPr sz="1800" kern="1200">
          <a:solidFill>
            <a:schemeClr val="tx1"/>
          </a:solidFill>
          <a:latin typeface="+mn-lt"/>
          <a:ea typeface="+mn-ea"/>
          <a:cs typeface="+mn-cs"/>
        </a:defRPr>
      </a:lvl2pPr>
      <a:lvl3pPr marL="914378" algn="l" defTabSz="914378" rtl="0" eaLnBrk="1" latinLnBrk="0" hangingPunct="1">
        <a:defRPr sz="1800" kern="1200">
          <a:solidFill>
            <a:schemeClr val="tx1"/>
          </a:solidFill>
          <a:latin typeface="+mn-lt"/>
          <a:ea typeface="+mn-ea"/>
          <a:cs typeface="+mn-cs"/>
        </a:defRPr>
      </a:lvl3pPr>
      <a:lvl4pPr marL="1371566" algn="l" defTabSz="914378" rtl="0" eaLnBrk="1" latinLnBrk="0" hangingPunct="1">
        <a:defRPr sz="1800" kern="1200">
          <a:solidFill>
            <a:schemeClr val="tx1"/>
          </a:solidFill>
          <a:latin typeface="+mn-lt"/>
          <a:ea typeface="+mn-ea"/>
          <a:cs typeface="+mn-cs"/>
        </a:defRPr>
      </a:lvl4pPr>
      <a:lvl5pPr marL="1828754" algn="l" defTabSz="914378" rtl="0" eaLnBrk="1" latinLnBrk="0" hangingPunct="1">
        <a:defRPr sz="1800" kern="1200">
          <a:solidFill>
            <a:schemeClr val="tx1"/>
          </a:solidFill>
          <a:latin typeface="+mn-lt"/>
          <a:ea typeface="+mn-ea"/>
          <a:cs typeface="+mn-cs"/>
        </a:defRPr>
      </a:lvl5pPr>
      <a:lvl6pPr marL="2285943" algn="l" defTabSz="914378" rtl="0" eaLnBrk="1" latinLnBrk="0" hangingPunct="1">
        <a:defRPr sz="1800" kern="1200">
          <a:solidFill>
            <a:schemeClr val="tx1"/>
          </a:solidFill>
          <a:latin typeface="+mn-lt"/>
          <a:ea typeface="+mn-ea"/>
          <a:cs typeface="+mn-cs"/>
        </a:defRPr>
      </a:lvl6pPr>
      <a:lvl7pPr marL="2743132" algn="l" defTabSz="914378" rtl="0" eaLnBrk="1" latinLnBrk="0" hangingPunct="1">
        <a:defRPr sz="1800" kern="1200">
          <a:solidFill>
            <a:schemeClr val="tx1"/>
          </a:solidFill>
          <a:latin typeface="+mn-lt"/>
          <a:ea typeface="+mn-ea"/>
          <a:cs typeface="+mn-cs"/>
        </a:defRPr>
      </a:lvl7pPr>
      <a:lvl8pPr marL="3200320" algn="l" defTabSz="914378" rtl="0" eaLnBrk="1" latinLnBrk="0" hangingPunct="1">
        <a:defRPr sz="1800" kern="1200">
          <a:solidFill>
            <a:schemeClr val="tx1"/>
          </a:solidFill>
          <a:latin typeface="+mn-lt"/>
          <a:ea typeface="+mn-ea"/>
          <a:cs typeface="+mn-cs"/>
        </a:defRPr>
      </a:lvl8pPr>
      <a:lvl9pPr marL="3657509" algn="l" defTabSz="914378"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 pos="7248">
          <p15:clr>
            <a:srgbClr val="547EBF"/>
          </p15:clr>
        </p15:guide>
        <p15:guide id="3" pos="432">
          <p15:clr>
            <a:srgbClr val="547EBF"/>
          </p15:clr>
        </p15:guide>
        <p15:guide id="4" orient="horz" pos="3888">
          <p15:clr>
            <a:srgbClr val="547EBF"/>
          </p15:clr>
        </p15:guide>
        <p15:guide id="5" orient="horz" pos="288">
          <p15:clr>
            <a:srgbClr val="547EBF"/>
          </p15:clr>
        </p15:guide>
        <p15:guide id="6" pos="1417">
          <p15:clr>
            <a:srgbClr val="A4A3A4"/>
          </p15:clr>
        </p15:guide>
        <p15:guide id="7" pos="1609">
          <p15:clr>
            <a:srgbClr val="A4A3A4"/>
          </p15:clr>
        </p15:guide>
        <p15:guide id="8" pos="3744">
          <p15:clr>
            <a:srgbClr val="A4A3A4"/>
          </p15:clr>
        </p15:guide>
        <p15:guide id="9" pos="3936">
          <p15:clr>
            <a:srgbClr val="A4A3A4"/>
          </p15:clr>
        </p15:guide>
        <p15:guide id="10" pos="4921">
          <p15:clr>
            <a:srgbClr val="A4A3A4"/>
          </p15:clr>
        </p15:guide>
        <p15:guide id="11" pos="5088">
          <p15:clr>
            <a:srgbClr val="A4A3A4"/>
          </p15:clr>
        </p15:guide>
        <p15:guide id="12" pos="6073">
          <p15:clr>
            <a:srgbClr val="A4A3A4"/>
          </p15:clr>
        </p15:guide>
        <p15:guide id="13" pos="6265">
          <p15:clr>
            <a:srgbClr val="A4A3A4"/>
          </p15:clr>
        </p15:guide>
        <p15:guide id="14" pos="2592">
          <p15:clr>
            <a:srgbClr val="A4A3A4"/>
          </p15:clr>
        </p15:guide>
        <p15:guide id="15" pos="2761">
          <p15:clr>
            <a:srgbClr val="A4A3A4"/>
          </p15:clr>
        </p15:guide>
        <p15:guide id="16" orient="horz" pos="720">
          <p15:clr>
            <a:srgbClr val="547EBF"/>
          </p15:clr>
        </p15:guide>
        <p15:guide id="17" orient="horz" pos="480">
          <p15:clr>
            <a:srgbClr val="547EBF"/>
          </p15:clr>
        </p15:guide>
        <p15:guide id="18" orient="horz" pos="984">
          <p15:clr>
            <a:srgbClr val="F26B43"/>
          </p15:clr>
        </p15:guide>
        <p15:guide id="19" orient="horz" pos="3648">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8216FAA7-11C9-A33D-E2CF-4F405114D462}"/>
              </a:ext>
            </a:extLst>
          </p:cNvPr>
          <p:cNvGraphicFramePr>
            <a:graphicFrameLocks noChangeAspect="1"/>
          </p:cNvGraphicFramePr>
          <p:nvPr userDrawn="1">
            <p:custDataLst>
              <p:tags r:id="rId7"/>
            </p:custDataLst>
            <p:extLst>
              <p:ext uri="{D42A27DB-BD31-4B8C-83A1-F6EECF244321}">
                <p14:modId xmlns:p14="http://schemas.microsoft.com/office/powerpoint/2010/main" val="27185321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84" imgH="484" progId="TCLayout.ActiveDocument.1">
                  <p:embed/>
                </p:oleObj>
              </mc:Choice>
              <mc:Fallback>
                <p:oleObj name="think-cell Slide" r:id="rId8" imgW="484" imgH="484" progId="TCLayout.ActiveDocument.1">
                  <p:embed/>
                  <p:pic>
                    <p:nvPicPr>
                      <p:cNvPr id="2" name="think-cell data - do not delete" hidden="1">
                        <a:extLst>
                          <a:ext uri="{FF2B5EF4-FFF2-40B4-BE49-F238E27FC236}">
                            <a16:creationId xmlns:a16="http://schemas.microsoft.com/office/drawing/2014/main" id="{8216FAA7-11C9-A33D-E2CF-4F405114D462}"/>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8" name="Footer Placeholder 4">
            <a:extLst>
              <a:ext uri="{FF2B5EF4-FFF2-40B4-BE49-F238E27FC236}">
                <a16:creationId xmlns:a16="http://schemas.microsoft.com/office/drawing/2014/main" id="{0A280CF1-C6E4-AE4F-8C08-AC8470A970BB}"/>
              </a:ext>
            </a:extLst>
          </p:cNvPr>
          <p:cNvSpPr>
            <a:spLocks noGrp="1"/>
          </p:cNvSpPr>
          <p:nvPr>
            <p:ph type="ftr" sz="quarter" idx="3"/>
          </p:nvPr>
        </p:nvSpPr>
        <p:spPr>
          <a:xfrm>
            <a:off x="2222185" y="6425670"/>
            <a:ext cx="7747631" cy="231939"/>
          </a:xfrm>
          <a:prstGeom prst="rect">
            <a:avLst/>
          </a:prstGeom>
        </p:spPr>
        <p:txBody>
          <a:bodyPr anchor="t" anchorCtr="0"/>
          <a:lstStyle>
            <a:lvl1pPr algn="l">
              <a:defRPr sz="1000">
                <a:solidFill>
                  <a:schemeClr val="tx2"/>
                </a:solidFill>
              </a:defRPr>
            </a:lvl1pPr>
          </a:lstStyle>
          <a:p>
            <a:pPr algn="ctr"/>
            <a:r>
              <a:rPr lang="en-US" sz="800">
                <a:latin typeface="Segoe UI" panose="020B0502040204020203" pitchFamily="34" charset="0"/>
                <a:cs typeface="Segoe UI" panose="020B0502040204020203" pitchFamily="34" charset="0"/>
              </a:rPr>
              <a:t>© 2024 Envestnet, Inc. All rights reserved. For home office and advisor use only</a:t>
            </a:r>
          </a:p>
          <a:p>
            <a:pPr algn="ctr"/>
            <a:endParaRPr lang="en-US" sz="80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2127987942"/>
      </p:ext>
    </p:extLst>
  </p:cSld>
  <p:clrMap bg1="lt1" tx1="dk1" bg2="lt2" tx2="dk2" accent1="accent1" accent2="accent2" accent3="accent3" accent4="accent4" accent5="accent5" accent6="accent6" hlink="hlink" folHlink="folHlink"/>
  <p:sldLayoutIdLst>
    <p:sldLayoutId id="2147483798" r:id="rId1"/>
    <p:sldLayoutId id="2147483799" r:id="rId2"/>
    <p:sldLayoutId id="2147483800" r:id="rId3"/>
    <p:sldLayoutId id="2147483801" r:id="rId4"/>
    <p:sldLayoutId id="2147483802" r:id="rId5"/>
  </p:sldLayoutIdLs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Clr>
          <a:schemeClr val="accent1"/>
        </a:buClr>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8.xml.rels><?xml version="1.0" encoding="UTF-8" standalone="yes"?>
<Relationships xmlns="http://schemas.openxmlformats.org/package/2006/relationships"><Relationship Id="rId3" Type="http://schemas.openxmlformats.org/officeDocument/2006/relationships/tags" Target="../tags/tag57.xml"/><Relationship Id="rId2" Type="http://schemas.openxmlformats.org/officeDocument/2006/relationships/tags" Target="../tags/tag56.xml"/><Relationship Id="rId1" Type="http://schemas.openxmlformats.org/officeDocument/2006/relationships/tags" Target="../tags/tag55.xml"/><Relationship Id="rId4"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58.xml"/></Relationships>
</file>

<file path=ppt/slides/_rels/slide17.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60.xml"/><Relationship Id="rId1" Type="http://schemas.openxmlformats.org/officeDocument/2006/relationships/tags" Target="../tags/tag59.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61.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62.xml"/></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6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28.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media/image30.jpeg"/><Relationship Id="rId1" Type="http://schemas.openxmlformats.org/officeDocument/2006/relationships/slideLayout" Target="../slideLayouts/slideLayout2.xml"/><Relationship Id="rId6" Type="http://schemas.openxmlformats.org/officeDocument/2006/relationships/image" Target="../media/image34.svg"/><Relationship Id="rId5" Type="http://schemas.openxmlformats.org/officeDocument/2006/relationships/image" Target="../media/image33.png"/><Relationship Id="rId10" Type="http://schemas.openxmlformats.org/officeDocument/2006/relationships/image" Target="../media/image38.png"/><Relationship Id="rId4" Type="http://schemas.openxmlformats.org/officeDocument/2006/relationships/image" Target="../media/image32.svg"/><Relationship Id="rId9" Type="http://schemas.openxmlformats.org/officeDocument/2006/relationships/image" Target="../media/image37.png"/></Relationships>
</file>

<file path=ppt/slides/_rels/slide29.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media/image30.jpeg"/><Relationship Id="rId1" Type="http://schemas.openxmlformats.org/officeDocument/2006/relationships/slideLayout" Target="../slideLayouts/slideLayout2.xml"/><Relationship Id="rId6" Type="http://schemas.openxmlformats.org/officeDocument/2006/relationships/image" Target="../media/image34.svg"/><Relationship Id="rId5" Type="http://schemas.openxmlformats.org/officeDocument/2006/relationships/image" Target="../media/image33.png"/><Relationship Id="rId10" Type="http://schemas.openxmlformats.org/officeDocument/2006/relationships/image" Target="../media/image38.png"/><Relationship Id="rId4" Type="http://schemas.openxmlformats.org/officeDocument/2006/relationships/image" Target="../media/image32.svg"/><Relationship Id="rId9" Type="http://schemas.openxmlformats.org/officeDocument/2006/relationships/image" Target="../media/image37.png"/></Relationships>
</file>

<file path=ppt/slides/_rels/slide30.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media/image30.jpeg"/><Relationship Id="rId1" Type="http://schemas.openxmlformats.org/officeDocument/2006/relationships/slideLayout" Target="../slideLayouts/slideLayout2.xml"/><Relationship Id="rId6" Type="http://schemas.openxmlformats.org/officeDocument/2006/relationships/image" Target="../media/image34.svg"/><Relationship Id="rId5" Type="http://schemas.openxmlformats.org/officeDocument/2006/relationships/image" Target="../media/image33.png"/><Relationship Id="rId10" Type="http://schemas.openxmlformats.org/officeDocument/2006/relationships/image" Target="../media/image38.png"/><Relationship Id="rId4" Type="http://schemas.openxmlformats.org/officeDocument/2006/relationships/image" Target="../media/image32.svg"/><Relationship Id="rId9" Type="http://schemas.openxmlformats.org/officeDocument/2006/relationships/image" Target="../media/image37.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3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2.xml"/><Relationship Id="rId5" Type="http://schemas.openxmlformats.org/officeDocument/2006/relationships/image" Target="../media/image44.png"/><Relationship Id="rId4" Type="http://schemas.openxmlformats.org/officeDocument/2006/relationships/image" Target="../media/image43.png"/></Relationships>
</file>

<file path=ppt/slides/_rels/slide37.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3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2.png"/><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microsoft.com/office/2018/10/relationships/comments" Target="../comments/modernComment_7FFFEE8E_327FDDBB.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8" Type="http://schemas.openxmlformats.org/officeDocument/2006/relationships/chart" Target="../charts/chart9.xml"/><Relationship Id="rId3" Type="http://schemas.openxmlformats.org/officeDocument/2006/relationships/chart" Target="../charts/chart4.xml"/><Relationship Id="rId7" Type="http://schemas.openxmlformats.org/officeDocument/2006/relationships/chart" Target="../charts/chart8.xml"/><Relationship Id="rId2" Type="http://schemas.openxmlformats.org/officeDocument/2006/relationships/chart" Target="../charts/chart3.xml"/><Relationship Id="rId1" Type="http://schemas.openxmlformats.org/officeDocument/2006/relationships/slideLayout" Target="../slideLayouts/slideLayout2.xml"/><Relationship Id="rId6" Type="http://schemas.openxmlformats.org/officeDocument/2006/relationships/chart" Target="../charts/chart7.xml"/><Relationship Id="rId5" Type="http://schemas.openxmlformats.org/officeDocument/2006/relationships/chart" Target="../charts/chart6.xml"/><Relationship Id="rId4" Type="http://schemas.openxmlformats.org/officeDocument/2006/relationships/chart" Target="../charts/chart5.xml"/><Relationship Id="rId9" Type="http://schemas.openxmlformats.org/officeDocument/2006/relationships/chart" Target="../charts/chart10.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oleObject" Target="../embeddings/oleObject55.bin"/><Relationship Id="rId7" Type="http://schemas.openxmlformats.org/officeDocument/2006/relationships/image" Target="../media/image47.png"/><Relationship Id="rId12" Type="http://schemas.openxmlformats.org/officeDocument/2006/relationships/image" Target="../media/image52.png"/><Relationship Id="rId2" Type="http://schemas.openxmlformats.org/officeDocument/2006/relationships/slideLayout" Target="../slideLayouts/slideLayout89.xml"/><Relationship Id="rId1" Type="http://schemas.openxmlformats.org/officeDocument/2006/relationships/tags" Target="../tags/tag64.xml"/><Relationship Id="rId6" Type="http://schemas.openxmlformats.org/officeDocument/2006/relationships/image" Target="../media/image46.png"/><Relationship Id="rId11" Type="http://schemas.openxmlformats.org/officeDocument/2006/relationships/image" Target="../media/image51.png"/><Relationship Id="rId5" Type="http://schemas.openxmlformats.org/officeDocument/2006/relationships/hyperlink" Target="https://go.ey.com/SourcingModel" TargetMode="External"/><Relationship Id="rId10" Type="http://schemas.openxmlformats.org/officeDocument/2006/relationships/image" Target="../media/image50.png"/><Relationship Id="rId4" Type="http://schemas.openxmlformats.org/officeDocument/2006/relationships/image" Target="../media/image10.emf"/><Relationship Id="rId9" Type="http://schemas.openxmlformats.org/officeDocument/2006/relationships/image" Target="../media/image49.png"/></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89.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89.xml"/></Relationships>
</file>

<file path=ppt/slides/_rels/slide75.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3.xml"/><Relationship Id="rId1" Type="http://schemas.openxmlformats.org/officeDocument/2006/relationships/slideLayout" Target="../slideLayouts/slideLayout89.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4.xml"/><Relationship Id="rId1" Type="http://schemas.openxmlformats.org/officeDocument/2006/relationships/slideLayout" Target="../slideLayouts/slideLayout89.xml"/><Relationship Id="rId6" Type="http://schemas.openxmlformats.org/officeDocument/2006/relationships/image" Target="../media/image56.png"/><Relationship Id="rId5" Type="http://schemas.openxmlformats.org/officeDocument/2006/relationships/image" Target="../media/image55.png"/><Relationship Id="rId4" Type="http://schemas.openxmlformats.org/officeDocument/2006/relationships/image" Target="../media/image54.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58.svg"/><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3" Type="http://schemas.openxmlformats.org/officeDocument/2006/relationships/tags" Target="../tags/tag67.xml"/><Relationship Id="rId2" Type="http://schemas.openxmlformats.org/officeDocument/2006/relationships/tags" Target="../tags/tag66.xml"/><Relationship Id="rId1" Type="http://schemas.openxmlformats.org/officeDocument/2006/relationships/tags" Target="../tags/tag65.xml"/><Relationship Id="rId4"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25.xml"/><Relationship Id="rId1" Type="http://schemas.openxmlformats.org/officeDocument/2006/relationships/tags" Target="../tags/tag68.xml"/></Relationships>
</file>

<file path=ppt/slides/_rels/slide89.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125.xml"/><Relationship Id="rId1" Type="http://schemas.openxmlformats.org/officeDocument/2006/relationships/tags" Target="../tags/tag69.xml"/></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125.xml"/><Relationship Id="rId1" Type="http://schemas.openxmlformats.org/officeDocument/2006/relationships/tags" Target="../tags/tag70.xml"/></Relationships>
</file>

<file path=ppt/slides/_rels/slide91.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image" Target="../media/image63.emf"/><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10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image" Target="../media/image66.emf"/><Relationship Id="rId2" Type="http://schemas.openxmlformats.org/officeDocument/2006/relationships/image" Target="../media/image65.emf"/><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66.emf"/><Relationship Id="rId2" Type="http://schemas.openxmlformats.org/officeDocument/2006/relationships/image" Target="../media/image65.emf"/><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Layout" Target="../slideLayouts/slideLayout2.xml"/><Relationship Id="rId5" Type="http://schemas.openxmlformats.org/officeDocument/2006/relationships/image" Target="../media/image71.png"/><Relationship Id="rId4" Type="http://schemas.openxmlformats.org/officeDocument/2006/relationships/image" Target="../media/image70.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18.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72.png"/><Relationship Id="rId1" Type="http://schemas.openxmlformats.org/officeDocument/2006/relationships/slideLayout" Target="../slideLayouts/slideLayout20.xml"/></Relationships>
</file>

<file path=ppt/slides/_rels/slide119.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74.png"/><Relationship Id="rId1" Type="http://schemas.openxmlformats.org/officeDocument/2006/relationships/slideLayout" Target="../slideLayouts/slideLayout20.xml"/></Relationships>
</file>

<file path=ppt/slides/_rels/slide120.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75.png"/><Relationship Id="rId1" Type="http://schemas.openxmlformats.org/officeDocument/2006/relationships/slideLayout" Target="../slideLayouts/slideLayout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microsoft.com/office/2018/10/relationships/comments" Target="../comments/modernComment_7FFFEE45_7550C960.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2.xml"/><Relationship Id="rId5" Type="http://schemas.openxmlformats.org/officeDocument/2006/relationships/image" Target="../media/image80.png"/><Relationship Id="rId4" Type="http://schemas.openxmlformats.org/officeDocument/2006/relationships/image" Target="../media/image79.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8" Type="http://schemas.openxmlformats.org/officeDocument/2006/relationships/image" Target="../media/image87.svg"/><Relationship Id="rId3" Type="http://schemas.openxmlformats.org/officeDocument/2006/relationships/image" Target="../media/image82.png"/><Relationship Id="rId7" Type="http://schemas.openxmlformats.org/officeDocument/2006/relationships/image" Target="../media/image86.png"/><Relationship Id="rId2" Type="http://schemas.openxmlformats.org/officeDocument/2006/relationships/image" Target="../media/image81.jpeg"/><Relationship Id="rId1" Type="http://schemas.openxmlformats.org/officeDocument/2006/relationships/slideLayout" Target="../slideLayouts/slideLayout2.xml"/><Relationship Id="rId6" Type="http://schemas.openxmlformats.org/officeDocument/2006/relationships/image" Target="../media/image85.svg"/><Relationship Id="rId5" Type="http://schemas.openxmlformats.org/officeDocument/2006/relationships/image" Target="../media/image84.png"/><Relationship Id="rId10" Type="http://schemas.microsoft.com/office/2007/relationships/hdphoto" Target="../media/hdphoto2.wdp"/><Relationship Id="rId4" Type="http://schemas.openxmlformats.org/officeDocument/2006/relationships/image" Target="../media/image83.svg"/><Relationship Id="rId9" Type="http://schemas.openxmlformats.org/officeDocument/2006/relationships/image" Target="../media/image88.png"/></Relationships>
</file>

<file path=ppt/slides/_rels/slide129.xml.rels><?xml version="1.0" encoding="UTF-8" standalone="yes"?>
<Relationships xmlns="http://schemas.openxmlformats.org/package/2006/relationships"><Relationship Id="rId8" Type="http://schemas.openxmlformats.org/officeDocument/2006/relationships/image" Target="../media/image86.png"/><Relationship Id="rId3" Type="http://schemas.microsoft.com/office/2007/relationships/hdphoto" Target="../media/hdphoto3.wdp"/><Relationship Id="rId7" Type="http://schemas.openxmlformats.org/officeDocument/2006/relationships/image" Target="../media/image85.svg"/><Relationship Id="rId2" Type="http://schemas.openxmlformats.org/officeDocument/2006/relationships/image" Target="../media/image89.png"/><Relationship Id="rId1" Type="http://schemas.openxmlformats.org/officeDocument/2006/relationships/slideLayout" Target="../slideLayouts/slideLayout2.xml"/><Relationship Id="rId6" Type="http://schemas.openxmlformats.org/officeDocument/2006/relationships/image" Target="../media/image84.png"/><Relationship Id="rId5" Type="http://schemas.openxmlformats.org/officeDocument/2006/relationships/image" Target="../media/image83.svg"/><Relationship Id="rId4" Type="http://schemas.openxmlformats.org/officeDocument/2006/relationships/image" Target="../media/image82.png"/><Relationship Id="rId9" Type="http://schemas.openxmlformats.org/officeDocument/2006/relationships/image" Target="../media/image87.svg"/></Relationships>
</file>

<file path=ppt/slides/_rels/slide130.xml.rels><?xml version="1.0" encoding="UTF-8" standalone="yes"?>
<Relationships xmlns="http://schemas.openxmlformats.org/package/2006/relationships"><Relationship Id="rId8" Type="http://schemas.openxmlformats.org/officeDocument/2006/relationships/image" Target="../media/image96.svg"/><Relationship Id="rId13" Type="http://schemas.openxmlformats.org/officeDocument/2006/relationships/image" Target="../media/image101.png"/><Relationship Id="rId18" Type="http://schemas.microsoft.com/office/2007/relationships/hdphoto" Target="../media/hdphoto4.wdp"/><Relationship Id="rId3" Type="http://schemas.openxmlformats.org/officeDocument/2006/relationships/image" Target="../media/image91.png"/><Relationship Id="rId7" Type="http://schemas.openxmlformats.org/officeDocument/2006/relationships/image" Target="../media/image95.png"/><Relationship Id="rId12" Type="http://schemas.openxmlformats.org/officeDocument/2006/relationships/image" Target="../media/image100.svg"/><Relationship Id="rId17" Type="http://schemas.openxmlformats.org/officeDocument/2006/relationships/image" Target="../media/image105.png"/><Relationship Id="rId2" Type="http://schemas.openxmlformats.org/officeDocument/2006/relationships/image" Target="../media/image90.jpeg"/><Relationship Id="rId16" Type="http://schemas.openxmlformats.org/officeDocument/2006/relationships/image" Target="../media/image104.svg"/><Relationship Id="rId1" Type="http://schemas.openxmlformats.org/officeDocument/2006/relationships/slideLayout" Target="../slideLayouts/slideLayout2.xml"/><Relationship Id="rId6" Type="http://schemas.openxmlformats.org/officeDocument/2006/relationships/image" Target="../media/image94.svg"/><Relationship Id="rId11" Type="http://schemas.openxmlformats.org/officeDocument/2006/relationships/image" Target="../media/image99.png"/><Relationship Id="rId5" Type="http://schemas.openxmlformats.org/officeDocument/2006/relationships/image" Target="../media/image93.png"/><Relationship Id="rId15" Type="http://schemas.openxmlformats.org/officeDocument/2006/relationships/image" Target="../media/image103.png"/><Relationship Id="rId10" Type="http://schemas.openxmlformats.org/officeDocument/2006/relationships/image" Target="../media/image98.svg"/><Relationship Id="rId4" Type="http://schemas.openxmlformats.org/officeDocument/2006/relationships/image" Target="../media/image92.svg"/><Relationship Id="rId9" Type="http://schemas.openxmlformats.org/officeDocument/2006/relationships/image" Target="../media/image97.png"/><Relationship Id="rId14" Type="http://schemas.openxmlformats.org/officeDocument/2006/relationships/image" Target="../media/image102.svg"/></Relationships>
</file>

<file path=ppt/slides/_rels/slide131.xml.rels><?xml version="1.0" encoding="UTF-8" standalone="yes"?>
<Relationships xmlns="http://schemas.openxmlformats.org/package/2006/relationships"><Relationship Id="rId3" Type="http://schemas.openxmlformats.org/officeDocument/2006/relationships/image" Target="../media/image107.png"/><Relationship Id="rId7" Type="http://schemas.openxmlformats.org/officeDocument/2006/relationships/image" Target="../media/image111.jpeg"/><Relationship Id="rId2" Type="http://schemas.openxmlformats.org/officeDocument/2006/relationships/image" Target="../media/image106.png"/><Relationship Id="rId1" Type="http://schemas.openxmlformats.org/officeDocument/2006/relationships/slideLayout" Target="../slideLayouts/slideLayout2.xml"/><Relationship Id="rId6" Type="http://schemas.openxmlformats.org/officeDocument/2006/relationships/image" Target="../media/image110.png"/><Relationship Id="rId5" Type="http://schemas.openxmlformats.org/officeDocument/2006/relationships/image" Target="../media/image109.png"/><Relationship Id="rId4" Type="http://schemas.openxmlformats.org/officeDocument/2006/relationships/image" Target="../media/image108.png"/></Relationships>
</file>

<file path=ppt/slides/_rels/slide132.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111.jpeg"/><Relationship Id="rId2" Type="http://schemas.microsoft.com/office/2018/10/relationships/comments" Target="../comments/modernComment_7FFFEE30_B611A196.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slideLayout" Target="../slideLayouts/slideLayout2.xml"/><Relationship Id="rId1" Type="http://schemas.openxmlformats.org/officeDocument/2006/relationships/tags" Target="../tags/tag71.xml"/></Relationships>
</file>

<file path=ppt/slides/_rels/slide14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73.xml"/><Relationship Id="rId1" Type="http://schemas.openxmlformats.org/officeDocument/2006/relationships/tags" Target="../tags/tag72.xml"/><Relationship Id="rId5" Type="http://schemas.openxmlformats.org/officeDocument/2006/relationships/chart" Target="../charts/chart13.xml"/><Relationship Id="rId4" Type="http://schemas.openxmlformats.org/officeDocument/2006/relationships/notesSlide" Target="../notesSlides/notesSlide9.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F2493C-524C-1F6F-7CFB-452FEA2A06F9}"/>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7708D38C-71A8-6AAB-F74A-9A2243456BB3}"/>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Record-to-Report | Operating Model and Capability Enablement</a:t>
            </a:r>
          </a:p>
        </p:txBody>
      </p:sp>
      <p:sp>
        <p:nvSpPr>
          <p:cNvPr id="6" name="Date Placeholder 5">
            <a:extLst>
              <a:ext uri="{FF2B5EF4-FFF2-40B4-BE49-F238E27FC236}">
                <a16:creationId xmlns:a16="http://schemas.microsoft.com/office/drawing/2014/main" id="{487E57F6-A1A3-5FFB-5A00-D9ADA63B0AF0}"/>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415112A7-C82B-502D-E311-2D2E2564DA67}"/>
              </a:ext>
            </a:extLst>
          </p:cNvPr>
          <p:cNvSpPr>
            <a:spLocks noGrp="1"/>
          </p:cNvSpPr>
          <p:nvPr>
            <p:ph type="sldNum" sz="quarter" idx="19"/>
          </p:nvPr>
        </p:nvSpPr>
        <p:spPr/>
        <p:txBody>
          <a:bodyPr/>
          <a:lstStyle/>
          <a:p>
            <a:fld id="{94FCA0F3-9F3A-694B-99BB-0E592A797735}" type="slidenum">
              <a:rPr lang="en-US" smtClean="0"/>
              <a:t>1</a:t>
            </a:fld>
            <a:endParaRPr lang="en-US"/>
          </a:p>
        </p:txBody>
      </p:sp>
      <p:pic>
        <p:nvPicPr>
          <p:cNvPr id="4" name="Picture 3">
            <a:extLst>
              <a:ext uri="{FF2B5EF4-FFF2-40B4-BE49-F238E27FC236}">
                <a16:creationId xmlns:a16="http://schemas.microsoft.com/office/drawing/2014/main" id="{CFE5DCC7-4696-0F2D-AF0C-72BE8494B0D0}"/>
              </a:ext>
            </a:extLst>
          </p:cNvPr>
          <p:cNvPicPr>
            <a:picLocks noChangeAspect="1"/>
          </p:cNvPicPr>
          <p:nvPr/>
        </p:nvPicPr>
        <p:blipFill>
          <a:blip r:embed="rId2"/>
          <a:srcRect l="65741" t="5128" r="17945"/>
          <a:stretch/>
        </p:blipFill>
        <p:spPr>
          <a:xfrm>
            <a:off x="11883232" y="256664"/>
            <a:ext cx="2048933" cy="6858000"/>
          </a:xfrm>
          <a:prstGeom prst="rect">
            <a:avLst/>
          </a:prstGeom>
        </p:spPr>
      </p:pic>
      <p:sp>
        <p:nvSpPr>
          <p:cNvPr id="7" name="Rectangle: Rounded Corners 6">
            <a:extLst>
              <a:ext uri="{FF2B5EF4-FFF2-40B4-BE49-F238E27FC236}">
                <a16:creationId xmlns:a16="http://schemas.microsoft.com/office/drawing/2014/main" id="{4639D3E4-F1EA-552C-6047-7FC04EAC3DCC}"/>
              </a:ext>
            </a:extLst>
          </p:cNvPr>
          <p:cNvSpPr/>
          <p:nvPr/>
        </p:nvSpPr>
        <p:spPr>
          <a:xfrm>
            <a:off x="3437324" y="914398"/>
            <a:ext cx="3749040" cy="5257800"/>
          </a:xfrm>
          <a:prstGeom prst="roundRect">
            <a:avLst>
              <a:gd name="adj" fmla="val 6790"/>
            </a:avLst>
          </a:prstGeom>
          <a:noFill/>
          <a:ln w="6350" cap="flat" cmpd="sng" algn="ctr">
            <a:solidFill>
              <a:srgbClr val="747480"/>
            </a:solidFill>
            <a:prstDash val="solid"/>
            <a:miter lim="800000"/>
            <a:headEnd type="none" w="med" len="med"/>
            <a:tailEnd type="none" w="med" len="med"/>
          </a:ln>
          <a:effectLst/>
        </p:spPr>
        <p:txBody>
          <a:bodyPr lIns="91440" tIns="91440" rIns="137160" bIns="0" rtlCol="0" anchor="t" anchorCtr="0"/>
          <a:lstStyle/>
          <a:p>
            <a:pPr marR="0" algn="l" defTabSz="914400" eaLnBrk="1" fontAlgn="auto" latinLnBrk="0" hangingPunct="1">
              <a:lnSpc>
                <a:spcPct val="110000"/>
              </a:lnSpc>
              <a:spcBef>
                <a:spcPts val="600"/>
              </a:spcBef>
              <a:buClr>
                <a:srgbClr val="FFE600"/>
              </a:buClr>
              <a:buSzPct val="110000"/>
              <a:tabLst/>
            </a:pPr>
            <a:r>
              <a:rPr kumimoji="0" lang="en-IN" sz="1200" b="1" i="0" u="none" strike="noStrike" kern="0" cap="none" spc="0" normalizeH="0" baseline="0" noProof="0" dirty="0">
                <a:ln>
                  <a:noFill/>
                </a:ln>
                <a:solidFill>
                  <a:srgbClr val="1A1A24"/>
                </a:solidFill>
                <a:effectLst/>
                <a:uLnTx/>
                <a:uFillTx/>
                <a:ea typeface="+mn-ea"/>
                <a:cs typeface="+mn-cs"/>
              </a:rPr>
              <a:t>Summary</a:t>
            </a:r>
          </a:p>
          <a:p>
            <a:pPr marR="0" algn="l" defTabSz="914400" eaLnBrk="1" fontAlgn="auto" latinLnBrk="0" hangingPunct="1">
              <a:lnSpc>
                <a:spcPct val="110000"/>
              </a:lnSpc>
              <a:spcBef>
                <a:spcPts val="600"/>
              </a:spcBef>
              <a:buClr>
                <a:srgbClr val="FFE600"/>
              </a:buClr>
              <a:buSzPct val="110000"/>
              <a:tabLst/>
            </a:pPr>
            <a:r>
              <a:rPr kumimoji="0" lang="en-IN" sz="1100" b="0" i="0" u="none" strike="noStrike" kern="0" cap="none" spc="0" normalizeH="0" baseline="0" noProof="0" dirty="0">
                <a:ln>
                  <a:noFill/>
                </a:ln>
                <a:solidFill>
                  <a:srgbClr val="1A1A24"/>
                </a:solidFill>
                <a:effectLst/>
                <a:uLnTx/>
                <a:uFillTx/>
                <a:ea typeface="+mn-ea"/>
                <a:cs typeface="+mn-cs"/>
              </a:rPr>
              <a:t>We have structured the content according to the operating model chevrons – including process, technology, organization, location, people, data, governance, policies and controls. Additionally, we have incorporated other essential capabilities such as personas, change management, and client credentials.</a:t>
            </a:r>
          </a:p>
        </p:txBody>
      </p:sp>
      <p:sp>
        <p:nvSpPr>
          <p:cNvPr id="9" name="Flowchart: Alternate Process 8">
            <a:extLst>
              <a:ext uri="{FF2B5EF4-FFF2-40B4-BE49-F238E27FC236}">
                <a16:creationId xmlns:a16="http://schemas.microsoft.com/office/drawing/2014/main" id="{FB600042-659F-9676-435F-0D47BFD95742}"/>
              </a:ext>
            </a:extLst>
          </p:cNvPr>
          <p:cNvSpPr/>
          <p:nvPr/>
        </p:nvSpPr>
        <p:spPr>
          <a:xfrm>
            <a:off x="498693" y="914400"/>
            <a:ext cx="2743200" cy="1188720"/>
          </a:xfrm>
          <a:prstGeom prst="flowChartAlternateProcess">
            <a:avLst/>
          </a:prstGeom>
          <a:solidFill>
            <a:schemeClr val="tx2"/>
          </a:solidFill>
          <a:ln w="12700" cap="flat" cmpd="sng" algn="ctr">
            <a:noFill/>
            <a:prstDash val="solid"/>
            <a:miter lim="800000"/>
          </a:ln>
          <a:effectLst/>
        </p:spPr>
        <p:txBody>
          <a:bodyPr lIns="45720" rIns="45720" rtlCol="0" anchor="ctr"/>
          <a:lstStyle/>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400" b="1" i="0" u="none" strike="noStrike" kern="0" cap="none" spc="0" normalizeH="0" baseline="0" noProof="0" dirty="0">
                <a:ln>
                  <a:noFill/>
                </a:ln>
                <a:solidFill>
                  <a:schemeClr val="bg1"/>
                </a:solidFill>
                <a:effectLst/>
                <a:uLnTx/>
                <a:uFillTx/>
              </a:rPr>
              <a:t>GPO</a:t>
            </a:r>
          </a:p>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lang="en-US" sz="1400" b="1" kern="0" dirty="0">
                <a:solidFill>
                  <a:schemeClr val="bg1"/>
                </a:solidFill>
              </a:rPr>
              <a:t>R2R Ownership Model</a:t>
            </a:r>
          </a:p>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400" b="1" i="0" u="none" strike="noStrike" kern="0" cap="none" spc="0" normalizeH="0" baseline="0" noProof="0" dirty="0">
                <a:ln>
                  <a:noFill/>
                </a:ln>
                <a:solidFill>
                  <a:schemeClr val="bg1"/>
                </a:solidFill>
                <a:effectLst/>
                <a:uLnTx/>
                <a:uFillTx/>
              </a:rPr>
              <a:t>RACI Matrix</a:t>
            </a:r>
          </a:p>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lang="en-US" sz="1400" b="1" kern="0" dirty="0">
                <a:solidFill>
                  <a:schemeClr val="bg1"/>
                </a:solidFill>
              </a:rPr>
              <a:t>Governance</a:t>
            </a:r>
            <a:endParaRPr kumimoji="0" lang="en-US" sz="1400" b="1" i="0" u="none" strike="noStrike" kern="0" cap="none" spc="0" normalizeH="0" baseline="0" noProof="0" dirty="0">
              <a:ln>
                <a:noFill/>
              </a:ln>
              <a:solidFill>
                <a:schemeClr val="bg1"/>
              </a:solidFill>
              <a:effectLst/>
              <a:uLnTx/>
              <a:uFillTx/>
            </a:endParaRPr>
          </a:p>
        </p:txBody>
      </p:sp>
      <p:sp>
        <p:nvSpPr>
          <p:cNvPr id="10" name="Flowchart: Alternate Process 9">
            <a:extLst>
              <a:ext uri="{FF2B5EF4-FFF2-40B4-BE49-F238E27FC236}">
                <a16:creationId xmlns:a16="http://schemas.microsoft.com/office/drawing/2014/main" id="{52DC53BF-0561-237B-C23D-FD402CDC6C33}"/>
              </a:ext>
            </a:extLst>
          </p:cNvPr>
          <p:cNvSpPr/>
          <p:nvPr/>
        </p:nvSpPr>
        <p:spPr>
          <a:xfrm>
            <a:off x="498693" y="2267712"/>
            <a:ext cx="2743200" cy="914400"/>
          </a:xfrm>
          <a:prstGeom prst="flowChartAlternateProcess">
            <a:avLst/>
          </a:prstGeom>
          <a:solidFill>
            <a:schemeClr val="tx2"/>
          </a:solidFill>
          <a:ln w="12700" cap="flat" cmpd="sng" algn="ctr">
            <a:noFill/>
            <a:prstDash val="solid"/>
            <a:miter lim="800000"/>
          </a:ln>
          <a:effectLst/>
        </p:spPr>
        <p:txBody>
          <a:bodyPr lIns="45720" rIns="45720" rtlCol="0" anchor="ctr"/>
          <a:lstStyle/>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400" b="1" i="0" u="none" strike="noStrike" kern="0" cap="none" spc="0" normalizeH="0" baseline="0" noProof="0" dirty="0">
                <a:ln>
                  <a:noFill/>
                </a:ln>
                <a:solidFill>
                  <a:schemeClr val="bg1"/>
                </a:solidFill>
                <a:effectLst/>
                <a:uLnTx/>
                <a:uFillTx/>
              </a:rPr>
              <a:t>CoE Structure</a:t>
            </a:r>
          </a:p>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lang="en-US" sz="1400" b="1" kern="0" dirty="0">
                <a:solidFill>
                  <a:schemeClr val="bg1"/>
                </a:solidFill>
              </a:rPr>
              <a:t>Shared Service Model</a:t>
            </a:r>
            <a:endParaRPr kumimoji="0" lang="en-US" sz="1400" b="1" i="0" u="none" strike="noStrike" kern="0" cap="none" spc="0" normalizeH="0" baseline="0" noProof="0" dirty="0">
              <a:ln>
                <a:noFill/>
              </a:ln>
              <a:solidFill>
                <a:schemeClr val="bg1"/>
              </a:solidFill>
              <a:effectLst/>
              <a:uLnTx/>
              <a:uFillTx/>
            </a:endParaRPr>
          </a:p>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lang="en-US" sz="1400" b="1" kern="0" dirty="0">
                <a:solidFill>
                  <a:schemeClr val="bg1"/>
                </a:solidFill>
              </a:rPr>
              <a:t>Performance Mgmt.</a:t>
            </a:r>
            <a:endParaRPr kumimoji="0" lang="en-US" sz="1400" b="1" i="0" u="none" strike="noStrike" kern="0" cap="none" spc="0" normalizeH="0" baseline="0" noProof="0" dirty="0">
              <a:ln>
                <a:noFill/>
              </a:ln>
              <a:solidFill>
                <a:schemeClr val="bg1"/>
              </a:solidFill>
              <a:effectLst/>
              <a:uLnTx/>
              <a:uFillTx/>
            </a:endParaRPr>
          </a:p>
        </p:txBody>
      </p:sp>
      <p:sp>
        <p:nvSpPr>
          <p:cNvPr id="15" name="Rectangle: Rounded Corners 14">
            <a:extLst>
              <a:ext uri="{FF2B5EF4-FFF2-40B4-BE49-F238E27FC236}">
                <a16:creationId xmlns:a16="http://schemas.microsoft.com/office/drawing/2014/main" id="{D1DCAB4A-B596-31E7-4FDE-496C4DB446C9}"/>
              </a:ext>
            </a:extLst>
          </p:cNvPr>
          <p:cNvSpPr/>
          <p:nvPr/>
        </p:nvSpPr>
        <p:spPr>
          <a:xfrm>
            <a:off x="9635907" y="914399"/>
            <a:ext cx="2057400" cy="5257799"/>
          </a:xfrm>
          <a:prstGeom prst="roundRect">
            <a:avLst>
              <a:gd name="adj" fmla="val 6790"/>
            </a:avLst>
          </a:prstGeom>
          <a:noFill/>
          <a:ln w="6350" cap="flat" cmpd="sng" algn="ctr">
            <a:solidFill>
              <a:srgbClr val="747480"/>
            </a:solidFill>
            <a:prstDash val="solid"/>
            <a:miter lim="800000"/>
            <a:headEnd type="none" w="med" len="med"/>
            <a:tailEnd type="none" w="med" len="med"/>
          </a:ln>
          <a:effectLst/>
        </p:spPr>
        <p:txBody>
          <a:bodyPr lIns="91440" tIns="91440" rIns="137160" bIns="0" rtlCol="0" anchor="t" anchorCtr="0"/>
          <a:lstStyle/>
          <a:p>
            <a:pPr marR="0" algn="l" defTabSz="914400" eaLnBrk="1" fontAlgn="auto" latinLnBrk="0" hangingPunct="1">
              <a:lnSpc>
                <a:spcPct val="110000"/>
              </a:lnSpc>
              <a:spcBef>
                <a:spcPts val="900"/>
              </a:spcBef>
              <a:buClr>
                <a:srgbClr val="FFE600"/>
              </a:buClr>
              <a:buSzPct val="110000"/>
              <a:tabLst/>
            </a:pPr>
            <a:r>
              <a:rPr kumimoji="0" lang="en-IN" sz="1200" b="1" i="0" u="none" strike="noStrike" kern="0" cap="none" spc="0" normalizeH="0" baseline="0" noProof="0" dirty="0">
                <a:ln>
                  <a:noFill/>
                </a:ln>
                <a:solidFill>
                  <a:srgbClr val="1A1A24"/>
                </a:solidFill>
                <a:effectLst/>
                <a:uLnTx/>
                <a:uFillTx/>
                <a:ea typeface="+mn-ea"/>
                <a:cs typeface="+mn-cs"/>
              </a:rPr>
              <a:t>Next Steps</a:t>
            </a:r>
          </a:p>
          <a:p>
            <a:pPr marL="137160" marR="0" indent="-137160" defTabSz="914400" eaLnBrk="1" fontAlgn="auto" latinLnBrk="0" hangingPunct="1">
              <a:lnSpc>
                <a:spcPct val="110000"/>
              </a:lnSpc>
              <a:spcBef>
                <a:spcPts val="900"/>
              </a:spcBef>
              <a:buClr>
                <a:srgbClr val="FFE600"/>
              </a:buClr>
              <a:buSzPct val="110000"/>
              <a:buFont typeface="Wingdings" pitchFamily="2" charset="2"/>
              <a:buChar char="§"/>
              <a:tabLst/>
            </a:pPr>
            <a:r>
              <a:rPr kumimoji="0" lang="en-IN" sz="1100" b="0" i="0" u="none" strike="noStrike" kern="0" cap="none" spc="0" normalizeH="0" baseline="0" noProof="0" dirty="0">
                <a:ln>
                  <a:noFill/>
                </a:ln>
                <a:solidFill>
                  <a:srgbClr val="1A1A24"/>
                </a:solidFill>
                <a:effectLst/>
                <a:uLnTx/>
                <a:uFillTx/>
                <a:ea typeface="+mn-ea"/>
                <a:cs typeface="+mn-cs"/>
              </a:rPr>
              <a:t>Build R2R GPO structure, establish skill enhancement learning pathways, and create a governance schedule from the ground up.</a:t>
            </a:r>
          </a:p>
          <a:p>
            <a:pPr marL="137160" marR="0" indent="-137160" defTabSz="914400" eaLnBrk="1" fontAlgn="auto" latinLnBrk="0" hangingPunct="1">
              <a:lnSpc>
                <a:spcPct val="110000"/>
              </a:lnSpc>
              <a:spcBef>
                <a:spcPts val="900"/>
              </a:spcBef>
              <a:buClr>
                <a:srgbClr val="FFE600"/>
              </a:buClr>
              <a:buSzPct val="110000"/>
              <a:buFont typeface="Wingdings" pitchFamily="2" charset="2"/>
              <a:buChar char="§"/>
              <a:tabLst/>
            </a:pPr>
            <a:r>
              <a:rPr kumimoji="0" lang="en-IN" sz="1100" b="0" i="0" u="none" strike="noStrike" kern="0" cap="none" spc="0" normalizeH="0" baseline="0" noProof="0" dirty="0">
                <a:ln>
                  <a:noFill/>
                </a:ln>
                <a:solidFill>
                  <a:srgbClr val="1A1A24"/>
                </a:solidFill>
                <a:effectLst/>
                <a:uLnTx/>
                <a:uFillTx/>
                <a:ea typeface="+mn-ea"/>
                <a:cs typeface="+mn-cs"/>
              </a:rPr>
              <a:t>Design a tailored organizational framework for R2R, along with sourcing and transition strategies, and comprehensive communication plan.</a:t>
            </a:r>
          </a:p>
          <a:p>
            <a:pPr marL="137160" marR="0" indent="-137160" defTabSz="914400" eaLnBrk="1" fontAlgn="auto" latinLnBrk="0" hangingPunct="1">
              <a:lnSpc>
                <a:spcPct val="110000"/>
              </a:lnSpc>
              <a:spcBef>
                <a:spcPts val="900"/>
              </a:spcBef>
              <a:buClr>
                <a:srgbClr val="FFE600"/>
              </a:buClr>
              <a:buSzPct val="110000"/>
              <a:buFont typeface="Wingdings" pitchFamily="2" charset="2"/>
              <a:buChar char="§"/>
              <a:tabLst/>
            </a:pPr>
            <a:r>
              <a:rPr lang="en-IN" sz="1100" kern="0" dirty="0">
                <a:solidFill>
                  <a:srgbClr val="1A1A24"/>
                </a:solidFill>
              </a:rPr>
              <a:t>Framework of the operating model encompassing both upstream and downstream activities within the comprehensive Finance process.</a:t>
            </a:r>
            <a:endParaRPr kumimoji="0" lang="en-IN" sz="1100" b="0" i="0" u="none" strike="noStrike" kern="0" cap="none" spc="0" normalizeH="0" baseline="0" noProof="0" dirty="0">
              <a:ln>
                <a:noFill/>
              </a:ln>
              <a:solidFill>
                <a:srgbClr val="1A1A24"/>
              </a:solidFill>
              <a:effectLst/>
              <a:uLnTx/>
              <a:uFillTx/>
              <a:ea typeface="+mn-ea"/>
              <a:cs typeface="+mn-cs"/>
            </a:endParaRPr>
          </a:p>
        </p:txBody>
      </p:sp>
      <p:sp>
        <p:nvSpPr>
          <p:cNvPr id="16" name="Rectangle: Rounded Corners 15">
            <a:extLst>
              <a:ext uri="{FF2B5EF4-FFF2-40B4-BE49-F238E27FC236}">
                <a16:creationId xmlns:a16="http://schemas.microsoft.com/office/drawing/2014/main" id="{65CB1434-CDCF-3A0C-E6F6-BCB93784BC0E}"/>
              </a:ext>
            </a:extLst>
          </p:cNvPr>
          <p:cNvSpPr/>
          <p:nvPr/>
        </p:nvSpPr>
        <p:spPr>
          <a:xfrm>
            <a:off x="7388582" y="914398"/>
            <a:ext cx="2057400" cy="5257800"/>
          </a:xfrm>
          <a:prstGeom prst="roundRect">
            <a:avLst>
              <a:gd name="adj" fmla="val 6790"/>
            </a:avLst>
          </a:prstGeom>
          <a:noFill/>
          <a:ln w="6350" cap="flat" cmpd="sng" algn="ctr">
            <a:solidFill>
              <a:srgbClr val="747480"/>
            </a:solidFill>
            <a:prstDash val="solid"/>
            <a:miter lim="800000"/>
            <a:headEnd type="none" w="med" len="med"/>
            <a:tailEnd type="none" w="med" len="med"/>
          </a:ln>
          <a:effectLst/>
        </p:spPr>
        <p:txBody>
          <a:bodyPr lIns="91440" tIns="91440" rIns="137160" bIns="0" rtlCol="0" anchor="t" anchorCtr="0"/>
          <a:lstStyle/>
          <a:p>
            <a:pPr marR="0" algn="l" defTabSz="914400" eaLnBrk="1" fontAlgn="auto" latinLnBrk="0" hangingPunct="1">
              <a:lnSpc>
                <a:spcPct val="110000"/>
              </a:lnSpc>
              <a:spcBef>
                <a:spcPts val="900"/>
              </a:spcBef>
              <a:buClr>
                <a:srgbClr val="FFE600"/>
              </a:buClr>
              <a:buSzPct val="110000"/>
              <a:tabLst/>
            </a:pPr>
            <a:r>
              <a:rPr kumimoji="0" lang="en-IN" sz="1200" b="1" i="0" u="none" strike="noStrike" kern="0" cap="none" spc="0" normalizeH="0" baseline="0" noProof="0" dirty="0">
                <a:ln>
                  <a:noFill/>
                </a:ln>
                <a:solidFill>
                  <a:srgbClr val="1A1A24"/>
                </a:solidFill>
                <a:effectLst/>
                <a:uLnTx/>
                <a:uFillTx/>
                <a:ea typeface="+mn-ea"/>
                <a:cs typeface="+mn-cs"/>
              </a:rPr>
              <a:t>Gaps Identified</a:t>
            </a:r>
          </a:p>
          <a:p>
            <a:pPr marL="137160" marR="0" indent="-137160" algn="l" defTabSz="914400" eaLnBrk="1" fontAlgn="auto" latinLnBrk="0" hangingPunct="1">
              <a:lnSpc>
                <a:spcPct val="110000"/>
              </a:lnSpc>
              <a:spcBef>
                <a:spcPts val="900"/>
              </a:spcBef>
              <a:buClr>
                <a:srgbClr val="FFE600"/>
              </a:buClr>
              <a:buSzPct val="110000"/>
              <a:buFont typeface="Wingdings" pitchFamily="2" charset="2"/>
              <a:buChar char="§"/>
              <a:tabLst/>
            </a:pPr>
            <a:r>
              <a:rPr kumimoji="0" lang="en-IN" sz="1100" b="1" i="0" u="none" strike="noStrike" kern="0" cap="none" spc="0" normalizeH="0" baseline="0" noProof="0" dirty="0">
                <a:ln>
                  <a:noFill/>
                </a:ln>
                <a:solidFill>
                  <a:srgbClr val="1A1A24"/>
                </a:solidFill>
                <a:effectLst/>
                <a:uLnTx/>
                <a:uFillTx/>
                <a:ea typeface="+mn-ea"/>
                <a:cs typeface="+mn-cs"/>
              </a:rPr>
              <a:t>The structured content primarily focuses on overall Finance process and requires customization for the R2R context</a:t>
            </a:r>
          </a:p>
          <a:p>
            <a:pPr marL="137160" marR="0" indent="-137160" algn="l" defTabSz="914400" eaLnBrk="1" fontAlgn="auto" latinLnBrk="0" hangingPunct="1">
              <a:lnSpc>
                <a:spcPct val="110000"/>
              </a:lnSpc>
              <a:spcBef>
                <a:spcPts val="900"/>
              </a:spcBef>
              <a:buClr>
                <a:srgbClr val="FFE600"/>
              </a:buClr>
              <a:buSzPct val="110000"/>
              <a:buFont typeface="Wingdings" pitchFamily="2" charset="2"/>
              <a:buChar char="§"/>
              <a:tabLst/>
            </a:pPr>
            <a:r>
              <a:rPr kumimoji="0" lang="en-IN" sz="1100" b="0" i="0" u="none" strike="noStrike" kern="0" cap="none" spc="0" normalizeH="0" baseline="0" noProof="0" dirty="0">
                <a:ln>
                  <a:noFill/>
                </a:ln>
                <a:solidFill>
                  <a:srgbClr val="1A1A24"/>
                </a:solidFill>
                <a:effectLst/>
                <a:uLnTx/>
                <a:uFillTx/>
                <a:ea typeface="+mn-ea"/>
                <a:cs typeface="+mn-cs"/>
              </a:rPr>
              <a:t>Governance cadence</a:t>
            </a:r>
          </a:p>
          <a:p>
            <a:pPr marL="137160" marR="0" indent="-137160" algn="l" defTabSz="914400" eaLnBrk="1" fontAlgn="auto" latinLnBrk="0" hangingPunct="1">
              <a:lnSpc>
                <a:spcPct val="110000"/>
              </a:lnSpc>
              <a:spcBef>
                <a:spcPts val="900"/>
              </a:spcBef>
              <a:buClr>
                <a:srgbClr val="FFE600"/>
              </a:buClr>
              <a:buSzPct val="110000"/>
              <a:buFont typeface="Wingdings" pitchFamily="2" charset="2"/>
              <a:buChar char="§"/>
              <a:tabLst/>
            </a:pPr>
            <a:r>
              <a:rPr kumimoji="0" lang="en-IN" sz="1100" b="1" i="0" u="none" strike="noStrike" kern="0" cap="none" spc="0" normalizeH="0" baseline="0" noProof="0" dirty="0">
                <a:ln>
                  <a:noFill/>
                </a:ln>
                <a:solidFill>
                  <a:srgbClr val="1A1A24"/>
                </a:solidFill>
                <a:effectLst/>
                <a:uLnTx/>
                <a:uFillTx/>
                <a:ea typeface="+mn-ea"/>
                <a:cs typeface="+mn-cs"/>
              </a:rPr>
              <a:t>Role-based skill development and learning pathways</a:t>
            </a:r>
          </a:p>
          <a:p>
            <a:pPr marL="137160" marR="0" indent="-137160" algn="l" defTabSz="914400" eaLnBrk="1" fontAlgn="auto" latinLnBrk="0" hangingPunct="1">
              <a:lnSpc>
                <a:spcPct val="110000"/>
              </a:lnSpc>
              <a:spcBef>
                <a:spcPts val="900"/>
              </a:spcBef>
              <a:buClr>
                <a:srgbClr val="FFE600"/>
              </a:buClr>
              <a:buSzPct val="110000"/>
              <a:buFont typeface="Wingdings" pitchFamily="2" charset="2"/>
              <a:buChar char="§"/>
              <a:tabLst/>
            </a:pPr>
            <a:r>
              <a:rPr kumimoji="0" lang="en-IN" sz="1100" b="0" i="0" u="none" strike="noStrike" kern="0" cap="none" spc="0" normalizeH="0" baseline="0" noProof="0" dirty="0">
                <a:ln>
                  <a:noFill/>
                </a:ln>
                <a:solidFill>
                  <a:srgbClr val="1A1A24"/>
                </a:solidFill>
                <a:effectLst/>
                <a:uLnTx/>
                <a:uFillTx/>
                <a:ea typeface="+mn-ea"/>
                <a:cs typeface="+mn-cs"/>
              </a:rPr>
              <a:t>Comprehensive communication strategy and stakeholder mapping</a:t>
            </a:r>
          </a:p>
          <a:p>
            <a:pPr marL="137160" marR="0" indent="-137160" algn="l" defTabSz="914400" eaLnBrk="1" fontAlgn="auto" latinLnBrk="0" hangingPunct="1">
              <a:lnSpc>
                <a:spcPct val="110000"/>
              </a:lnSpc>
              <a:spcBef>
                <a:spcPts val="900"/>
              </a:spcBef>
              <a:buClr>
                <a:srgbClr val="FFE600"/>
              </a:buClr>
              <a:buSzPct val="110000"/>
              <a:buFont typeface="Wingdings" pitchFamily="2" charset="2"/>
              <a:buChar char="§"/>
              <a:tabLst/>
            </a:pPr>
            <a:r>
              <a:rPr kumimoji="0" lang="en-IN" sz="1100" b="0" i="0" u="none" strike="noStrike" kern="0" cap="none" spc="0" normalizeH="0" baseline="0" noProof="0" dirty="0">
                <a:ln>
                  <a:noFill/>
                </a:ln>
                <a:solidFill>
                  <a:srgbClr val="1A1A24"/>
                </a:solidFill>
                <a:effectLst/>
                <a:uLnTx/>
                <a:uFillTx/>
                <a:ea typeface="+mn-ea"/>
                <a:cs typeface="+mn-cs"/>
              </a:rPr>
              <a:t>Self-</a:t>
            </a:r>
            <a:r>
              <a:rPr lang="en-IN" sz="1100" kern="0" dirty="0">
                <a:solidFill>
                  <a:srgbClr val="1A1A24"/>
                </a:solidFill>
              </a:rPr>
              <a:t>assessment</a:t>
            </a:r>
            <a:r>
              <a:rPr kumimoji="0" lang="en-IN" sz="1100" b="0" i="0" u="none" strike="noStrike" kern="0" cap="none" spc="0" normalizeH="0" baseline="0" noProof="0" dirty="0">
                <a:ln>
                  <a:noFill/>
                </a:ln>
                <a:solidFill>
                  <a:srgbClr val="1A1A24"/>
                </a:solidFill>
                <a:effectLst/>
                <a:uLnTx/>
                <a:uFillTx/>
                <a:ea typeface="+mn-ea"/>
                <a:cs typeface="+mn-cs"/>
              </a:rPr>
              <a:t> toolkit</a:t>
            </a:r>
          </a:p>
        </p:txBody>
      </p:sp>
      <p:sp>
        <p:nvSpPr>
          <p:cNvPr id="17" name="Rectangle 16">
            <a:extLst>
              <a:ext uri="{FF2B5EF4-FFF2-40B4-BE49-F238E27FC236}">
                <a16:creationId xmlns:a16="http://schemas.microsoft.com/office/drawing/2014/main" id="{98F60508-42F4-36CF-0AC7-DEF73AFE059A}"/>
              </a:ext>
            </a:extLst>
          </p:cNvPr>
          <p:cNvSpPr/>
          <p:nvPr/>
        </p:nvSpPr>
        <p:spPr>
          <a:xfrm>
            <a:off x="3483044" y="2651758"/>
            <a:ext cx="3657600" cy="3429000"/>
          </a:xfrm>
          <a:prstGeom prst="rect">
            <a:avLst/>
          </a:prstGeom>
          <a:noFill/>
          <a:ln w="6350" cap="flat" cmpd="sng" algn="ctr">
            <a:noFill/>
            <a:prstDash val="solid"/>
            <a:miter lim="800000"/>
            <a:headEnd type="none" w="med" len="med"/>
            <a:tailEnd type="none" w="med" len="med"/>
          </a:ln>
          <a:effectLst/>
        </p:spPr>
        <p:txBody>
          <a:bodyPr lIns="91440" tIns="91440" rIns="137160" bIns="0" numCol="2" spcCol="91440" rtlCol="0" anchor="t" anchorCtr="0"/>
          <a:lstStyle/>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Processes overview</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Service delivery framework</a:t>
            </a:r>
            <a:br>
              <a:rPr kumimoji="0" lang="en-IN" sz="1050" b="0" i="0" u="none" strike="noStrike" kern="0" cap="none" spc="0" normalizeH="0" baseline="0" noProof="0" dirty="0">
                <a:ln>
                  <a:noFill/>
                </a:ln>
                <a:solidFill>
                  <a:srgbClr val="1A1A24"/>
                </a:solidFill>
                <a:effectLst/>
                <a:uLnTx/>
                <a:uFillTx/>
                <a:ea typeface="+mn-ea"/>
                <a:cs typeface="+mn-cs"/>
              </a:rPr>
            </a:br>
            <a:r>
              <a:rPr kumimoji="0" lang="en-IN" sz="1050" b="0" i="0" u="none" strike="noStrike" kern="0" cap="none" spc="0" normalizeH="0" baseline="0" noProof="0" dirty="0">
                <a:ln>
                  <a:noFill/>
                </a:ln>
                <a:solidFill>
                  <a:srgbClr val="1A1A24"/>
                </a:solidFill>
                <a:effectLst/>
                <a:uLnTx/>
                <a:uFillTx/>
                <a:ea typeface="+mn-ea"/>
                <a:cs typeface="+mn-cs"/>
              </a:rPr>
              <a:t>(GBS, </a:t>
            </a:r>
            <a:r>
              <a:rPr kumimoji="0" lang="en-IN" sz="1050" b="0" i="0" u="none" strike="noStrike" kern="0" cap="none" spc="0" normalizeH="0" baseline="0" noProof="0" dirty="0" err="1">
                <a:ln>
                  <a:noFill/>
                </a:ln>
                <a:solidFill>
                  <a:srgbClr val="1A1A24"/>
                </a:solidFill>
                <a:effectLst/>
                <a:uLnTx/>
                <a:uFillTx/>
                <a:ea typeface="+mn-ea"/>
                <a:cs typeface="+mn-cs"/>
              </a:rPr>
              <a:t>CoE</a:t>
            </a:r>
            <a:r>
              <a:rPr kumimoji="0" lang="en-IN" sz="1050" b="0" i="0" u="none" strike="noStrike" kern="0" cap="none" spc="0" normalizeH="0" baseline="0" noProof="0" dirty="0">
                <a:ln>
                  <a:noFill/>
                </a:ln>
                <a:solidFill>
                  <a:srgbClr val="1A1A24"/>
                </a:solidFill>
                <a:effectLst/>
                <a:uLnTx/>
                <a:uFillTx/>
                <a:ea typeface="+mn-ea"/>
                <a:cs typeface="+mn-cs"/>
              </a:rPr>
              <a:t>, Local, Corp.)</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Contextual framework</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Performance metrics</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R2R transformation and automation heatmap</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Sourcing strategy</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Transition strategy</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Maturity model assessment</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Organizational framework and hierarchy</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Standardization and placement of L3 </a:t>
            </a:r>
            <a:r>
              <a:rPr lang="en-IN" sz="1050" kern="0" dirty="0">
                <a:solidFill>
                  <a:srgbClr val="1A1A24"/>
                </a:solidFill>
              </a:rPr>
              <a:t>activities</a:t>
            </a:r>
            <a:endParaRPr kumimoji="0" lang="en-IN" sz="1050" b="0" i="0" u="none" strike="noStrike" kern="0" cap="none" spc="0" normalizeH="0" baseline="0" noProof="0" dirty="0">
              <a:ln>
                <a:noFill/>
              </a:ln>
              <a:solidFill>
                <a:srgbClr val="1A1A24"/>
              </a:solidFill>
              <a:effectLst/>
              <a:uLnTx/>
              <a:uFillTx/>
              <a:ea typeface="+mn-ea"/>
              <a:cs typeface="+mn-cs"/>
            </a:endParaRP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RACI matrix</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Change Impact analysis</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Communication strategy</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Accountability </a:t>
            </a:r>
            <a:r>
              <a:rPr lang="en-IN" sz="1050" kern="0" dirty="0">
                <a:solidFill>
                  <a:srgbClr val="1A1A24"/>
                </a:solidFill>
              </a:rPr>
              <a:t>framework </a:t>
            </a:r>
            <a:r>
              <a:rPr kumimoji="0" lang="en-IN" sz="1050" b="0" i="0" u="none" strike="noStrike" kern="0" cap="none" spc="0" normalizeH="0" baseline="0" noProof="0" dirty="0">
                <a:ln>
                  <a:noFill/>
                </a:ln>
                <a:solidFill>
                  <a:srgbClr val="1A1A24"/>
                </a:solidFill>
                <a:effectLst/>
                <a:uLnTx/>
                <a:uFillTx/>
                <a:ea typeface="+mn-ea"/>
                <a:cs typeface="+mn-cs"/>
              </a:rPr>
              <a:t>(Governance / Decision-making)</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Technology solutions (</a:t>
            </a:r>
            <a:r>
              <a:rPr kumimoji="0" lang="en-IN" sz="1050" b="1" i="0" u="none" strike="noStrike" kern="0" cap="none" spc="0" normalizeH="0" baseline="0" noProof="0" dirty="0">
                <a:ln>
                  <a:noFill/>
                </a:ln>
                <a:solidFill>
                  <a:srgbClr val="1A1A24"/>
                </a:solidFill>
                <a:effectLst/>
                <a:uLnTx/>
                <a:uFillTx/>
                <a:ea typeface="+mn-ea"/>
                <a:cs typeface="+mn-cs"/>
              </a:rPr>
              <a:t>BlackLine, Trintech, ARCS</a:t>
            </a:r>
            <a:r>
              <a:rPr kumimoji="0" lang="en-IN" sz="1050" b="0" i="0" u="none" strike="noStrike" kern="0" cap="none" spc="0" normalizeH="0" baseline="0" noProof="0" dirty="0">
                <a:ln>
                  <a:noFill/>
                </a:ln>
                <a:solidFill>
                  <a:srgbClr val="1A1A24"/>
                </a:solidFill>
                <a:effectLst/>
                <a:uLnTx/>
                <a:uFillTx/>
                <a:ea typeface="+mn-ea"/>
                <a:cs typeface="+mn-cs"/>
              </a:rPr>
              <a:t>)</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R2R user personas</a:t>
            </a:r>
          </a:p>
          <a:p>
            <a:pPr marL="137160" marR="0" indent="-137160" algn="l" defTabSz="914400" eaLnBrk="1" fontAlgn="auto" latinLnBrk="0" hangingPunct="1">
              <a:lnSpc>
                <a:spcPct val="110000"/>
              </a:lnSpc>
              <a:spcBef>
                <a:spcPts val="450"/>
              </a:spcBef>
              <a:buClr>
                <a:srgbClr val="FFE600"/>
              </a:buClr>
              <a:buSzPct val="110000"/>
              <a:buFont typeface="Wingdings" pitchFamily="2" charset="2"/>
              <a:buChar char="§"/>
              <a:tabLst/>
            </a:pPr>
            <a:r>
              <a:rPr kumimoji="0" lang="en-IN" sz="1050" b="0" i="0" u="none" strike="noStrike" kern="0" cap="none" spc="0" normalizeH="0" baseline="0" noProof="0" dirty="0">
                <a:ln>
                  <a:noFill/>
                </a:ln>
                <a:solidFill>
                  <a:srgbClr val="1A1A24"/>
                </a:solidFill>
                <a:effectLst/>
                <a:uLnTx/>
                <a:uFillTx/>
                <a:ea typeface="+mn-ea"/>
                <a:cs typeface="+mn-cs"/>
              </a:rPr>
              <a:t>Client credentials and case study</a:t>
            </a:r>
          </a:p>
          <a:p>
            <a:pPr marL="137160" indent="-137160">
              <a:lnSpc>
                <a:spcPct val="110000"/>
              </a:lnSpc>
              <a:spcBef>
                <a:spcPts val="450"/>
              </a:spcBef>
              <a:buClr>
                <a:srgbClr val="FFE600"/>
              </a:buClr>
              <a:buSzPct val="110000"/>
              <a:buFont typeface="Wingdings" pitchFamily="2" charset="2"/>
              <a:buChar char="§"/>
            </a:pPr>
            <a:r>
              <a:rPr kumimoji="0" lang="en-IN" sz="1050" b="0" i="0" u="none" strike="noStrike" kern="0" cap="none" spc="0" normalizeH="0" baseline="0" noProof="0" dirty="0">
                <a:ln>
                  <a:noFill/>
                </a:ln>
                <a:solidFill>
                  <a:srgbClr val="1A1A24"/>
                </a:solidFill>
                <a:effectLst/>
                <a:uLnTx/>
                <a:uFillTx/>
                <a:ea typeface="+mn-ea"/>
                <a:cs typeface="+mn-cs"/>
              </a:rPr>
              <a:t>GPO structure – roles and definitions</a:t>
            </a:r>
          </a:p>
        </p:txBody>
      </p:sp>
      <p:sp>
        <p:nvSpPr>
          <p:cNvPr id="11" name="Flowchart: Alternate Process 10">
            <a:extLst>
              <a:ext uri="{FF2B5EF4-FFF2-40B4-BE49-F238E27FC236}">
                <a16:creationId xmlns:a16="http://schemas.microsoft.com/office/drawing/2014/main" id="{66338DF4-1161-1FC1-194E-E5AF9A91379D}"/>
              </a:ext>
            </a:extLst>
          </p:cNvPr>
          <p:cNvSpPr/>
          <p:nvPr/>
        </p:nvSpPr>
        <p:spPr>
          <a:xfrm>
            <a:off x="502087" y="3342764"/>
            <a:ext cx="2743200" cy="685800"/>
          </a:xfrm>
          <a:prstGeom prst="flowChartAlternateProcess">
            <a:avLst/>
          </a:prstGeom>
          <a:solidFill>
            <a:schemeClr val="tx2"/>
          </a:solidFill>
          <a:ln w="12700" cap="flat" cmpd="sng" algn="ctr">
            <a:noFill/>
            <a:prstDash val="solid"/>
            <a:miter lim="800000"/>
          </a:ln>
          <a:effectLst/>
        </p:spPr>
        <p:txBody>
          <a:bodyPr lIns="45720" rIns="45720" rtlCol="0" anchor="ctr"/>
          <a:lstStyle/>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400" b="1" i="0" u="none" strike="noStrike" kern="0" cap="none" spc="0" normalizeH="0" baseline="0" noProof="0" dirty="0">
                <a:ln>
                  <a:noFill/>
                </a:ln>
                <a:solidFill>
                  <a:schemeClr val="bg1"/>
                </a:solidFill>
                <a:effectLst/>
                <a:uLnTx/>
                <a:uFillTx/>
              </a:rPr>
              <a:t>Skill Assessment Personas</a:t>
            </a:r>
          </a:p>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lang="en-US" sz="1400" b="1" kern="0" dirty="0">
                <a:solidFill>
                  <a:schemeClr val="bg1"/>
                </a:solidFill>
              </a:rPr>
              <a:t>Technology and Platforms</a:t>
            </a:r>
            <a:endParaRPr kumimoji="0" lang="en-US" sz="1400" b="1" i="0" u="none" strike="noStrike" kern="0" cap="none" spc="0" normalizeH="0" baseline="0" noProof="0" dirty="0">
              <a:ln>
                <a:noFill/>
              </a:ln>
              <a:solidFill>
                <a:schemeClr val="bg1"/>
              </a:solidFill>
              <a:effectLst/>
              <a:uLnTx/>
              <a:uFillTx/>
            </a:endParaRPr>
          </a:p>
        </p:txBody>
      </p:sp>
      <p:sp>
        <p:nvSpPr>
          <p:cNvPr id="12" name="Flowchart: Alternate Process 11">
            <a:extLst>
              <a:ext uri="{FF2B5EF4-FFF2-40B4-BE49-F238E27FC236}">
                <a16:creationId xmlns:a16="http://schemas.microsoft.com/office/drawing/2014/main" id="{E246AA93-E81F-5824-B808-FCA939702995}"/>
              </a:ext>
            </a:extLst>
          </p:cNvPr>
          <p:cNvSpPr/>
          <p:nvPr/>
        </p:nvSpPr>
        <p:spPr>
          <a:xfrm>
            <a:off x="502087" y="4192128"/>
            <a:ext cx="2743200" cy="685800"/>
          </a:xfrm>
          <a:prstGeom prst="flowChartAlternateProcess">
            <a:avLst/>
          </a:prstGeom>
          <a:solidFill>
            <a:schemeClr val="tx2"/>
          </a:solidFill>
          <a:ln w="12700" cap="flat" cmpd="sng" algn="ctr">
            <a:noFill/>
            <a:prstDash val="solid"/>
            <a:miter lim="800000"/>
          </a:ln>
          <a:effectLst/>
        </p:spPr>
        <p:txBody>
          <a:bodyPr lIns="45720" rIns="45720" rtlCol="0" anchor="ctr"/>
          <a:lstStyle/>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400" b="1" i="0" u="none" strike="noStrike" kern="0" cap="none" spc="0" normalizeH="0" baseline="0" noProof="0" dirty="0">
                <a:ln>
                  <a:noFill/>
                </a:ln>
                <a:solidFill>
                  <a:schemeClr val="bg1"/>
                </a:solidFill>
                <a:effectLst/>
                <a:uLnTx/>
                <a:uFillTx/>
              </a:rPr>
              <a:t>Change Impact</a:t>
            </a:r>
          </a:p>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lang="en-US" sz="1400" b="1" kern="0" dirty="0">
                <a:solidFill>
                  <a:schemeClr val="bg1"/>
                </a:solidFill>
              </a:rPr>
              <a:t>Governance</a:t>
            </a:r>
            <a:endParaRPr kumimoji="0" lang="en-US" sz="1400" b="1" i="0" u="none" strike="noStrike" kern="0" cap="none" spc="0" normalizeH="0" baseline="0" noProof="0" dirty="0">
              <a:ln>
                <a:noFill/>
              </a:ln>
              <a:solidFill>
                <a:schemeClr val="bg1"/>
              </a:solidFill>
              <a:effectLst/>
              <a:uLnTx/>
              <a:uFillTx/>
            </a:endParaRPr>
          </a:p>
        </p:txBody>
      </p:sp>
      <p:sp>
        <p:nvSpPr>
          <p:cNvPr id="13" name="Flowchart: Alternate Process 12">
            <a:extLst>
              <a:ext uri="{FF2B5EF4-FFF2-40B4-BE49-F238E27FC236}">
                <a16:creationId xmlns:a16="http://schemas.microsoft.com/office/drawing/2014/main" id="{C4A78D54-AC87-56F5-7E7D-CA179F177D15}"/>
              </a:ext>
            </a:extLst>
          </p:cNvPr>
          <p:cNvSpPr/>
          <p:nvPr/>
        </p:nvSpPr>
        <p:spPr>
          <a:xfrm>
            <a:off x="502087" y="5041492"/>
            <a:ext cx="2743200" cy="457200"/>
          </a:xfrm>
          <a:prstGeom prst="flowChartAlternateProcess">
            <a:avLst/>
          </a:prstGeom>
          <a:solidFill>
            <a:schemeClr val="tx2"/>
          </a:solidFill>
          <a:ln w="12700" cap="flat" cmpd="sng" algn="ctr">
            <a:noFill/>
            <a:prstDash val="solid"/>
            <a:miter lim="800000"/>
          </a:ln>
          <a:effectLst/>
        </p:spPr>
        <p:txBody>
          <a:bodyPr lIns="45720" rIns="45720" rtlCol="0" anchor="ctr"/>
          <a:lstStyle/>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400" b="1" i="0" u="none" strike="noStrike" kern="0" cap="none" spc="0" normalizeH="0" baseline="0" noProof="0" dirty="0">
                <a:ln>
                  <a:noFill/>
                </a:ln>
                <a:solidFill>
                  <a:schemeClr val="bg1"/>
                </a:solidFill>
                <a:effectLst/>
                <a:uLnTx/>
                <a:uFillTx/>
              </a:rPr>
              <a:t>Maturity Model</a:t>
            </a:r>
          </a:p>
        </p:txBody>
      </p:sp>
      <p:sp>
        <p:nvSpPr>
          <p:cNvPr id="14" name="Flowchart: Alternate Process 13">
            <a:extLst>
              <a:ext uri="{FF2B5EF4-FFF2-40B4-BE49-F238E27FC236}">
                <a16:creationId xmlns:a16="http://schemas.microsoft.com/office/drawing/2014/main" id="{1346E7FF-2EA5-04D7-204C-C214EBFF0EB2}"/>
              </a:ext>
            </a:extLst>
          </p:cNvPr>
          <p:cNvSpPr/>
          <p:nvPr/>
        </p:nvSpPr>
        <p:spPr>
          <a:xfrm>
            <a:off x="502087" y="5714998"/>
            <a:ext cx="2743200" cy="457200"/>
          </a:xfrm>
          <a:prstGeom prst="flowChartAlternateProcess">
            <a:avLst/>
          </a:prstGeom>
          <a:solidFill>
            <a:schemeClr val="tx2"/>
          </a:solidFill>
          <a:ln w="12700" cap="flat" cmpd="sng" algn="ctr">
            <a:noFill/>
            <a:prstDash val="solid"/>
            <a:miter lim="800000"/>
          </a:ln>
          <a:effectLst/>
        </p:spPr>
        <p:txBody>
          <a:bodyPr lIns="45720" rIns="45720" rtlCol="0" anchor="ctr"/>
          <a:lstStyle/>
          <a:p>
            <a:pPr marL="137160" marR="0" lvl="0" indent="-137160" defTabSz="91440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400" b="1" i="0" u="none" strike="noStrike" kern="0" cap="none" spc="0" normalizeH="0" baseline="0" noProof="0" dirty="0">
                <a:ln>
                  <a:noFill/>
                </a:ln>
                <a:solidFill>
                  <a:schemeClr val="bg1"/>
                </a:solidFill>
                <a:effectLst/>
                <a:uLnTx/>
                <a:uFillTx/>
              </a:rPr>
              <a:t>Client Credentials</a:t>
            </a:r>
          </a:p>
        </p:txBody>
      </p:sp>
    </p:spTree>
    <p:extLst>
      <p:ext uri="{BB962C8B-B14F-4D97-AF65-F5344CB8AC3E}">
        <p14:creationId xmlns:p14="http://schemas.microsoft.com/office/powerpoint/2010/main" val="15058173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87282F-BE28-F761-809F-9D435E2CFD61}"/>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0C50B2B7-5393-9739-8C5D-24067F01B44C}"/>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Review Slides – </a:t>
            </a:r>
            <a:r>
              <a:rPr lang="en-US" i="1" dirty="0">
                <a:solidFill>
                  <a:srgbClr val="FF0000"/>
                </a:solidFill>
              </a:rPr>
              <a:t>slides created from scratch</a:t>
            </a:r>
            <a:endParaRPr lang="en-IN" i="1" dirty="0">
              <a:solidFill>
                <a:srgbClr val="FF0000"/>
              </a:solidFill>
            </a:endParaRPr>
          </a:p>
        </p:txBody>
      </p:sp>
      <p:sp>
        <p:nvSpPr>
          <p:cNvPr id="6" name="Date Placeholder 5">
            <a:extLst>
              <a:ext uri="{FF2B5EF4-FFF2-40B4-BE49-F238E27FC236}">
                <a16:creationId xmlns:a16="http://schemas.microsoft.com/office/drawing/2014/main" id="{7084C14F-9B22-D671-5B74-C2493844BBED}"/>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3FD33549-8142-7AF2-266E-951D6876F9CE}"/>
              </a:ext>
            </a:extLst>
          </p:cNvPr>
          <p:cNvSpPr>
            <a:spLocks noGrp="1"/>
          </p:cNvSpPr>
          <p:nvPr>
            <p:ph type="sldNum" sz="quarter" idx="19"/>
          </p:nvPr>
        </p:nvSpPr>
        <p:spPr/>
        <p:txBody>
          <a:bodyPr/>
          <a:lstStyle/>
          <a:p>
            <a:fld id="{94FCA0F3-9F3A-694B-99BB-0E592A797735}" type="slidenum">
              <a:rPr lang="en-US" smtClean="0"/>
              <a:t>2</a:t>
            </a:fld>
            <a:endParaRPr lang="en-US"/>
          </a:p>
        </p:txBody>
      </p:sp>
      <p:graphicFrame>
        <p:nvGraphicFramePr>
          <p:cNvPr id="2" name="Table 1">
            <a:extLst>
              <a:ext uri="{FF2B5EF4-FFF2-40B4-BE49-F238E27FC236}">
                <a16:creationId xmlns:a16="http://schemas.microsoft.com/office/drawing/2014/main" id="{D12DE9F1-7E4F-3B1A-D223-A8585B03D95B}"/>
              </a:ext>
            </a:extLst>
          </p:cNvPr>
          <p:cNvGraphicFramePr>
            <a:graphicFrameLocks noGrp="1"/>
          </p:cNvGraphicFramePr>
          <p:nvPr>
            <p:extLst>
              <p:ext uri="{D42A27DB-BD31-4B8C-83A1-F6EECF244321}">
                <p14:modId xmlns:p14="http://schemas.microsoft.com/office/powerpoint/2010/main" val="4279740376"/>
              </p:ext>
            </p:extLst>
          </p:nvPr>
        </p:nvGraphicFramePr>
        <p:xfrm>
          <a:off x="495300" y="1371600"/>
          <a:ext cx="11201400" cy="4114800"/>
        </p:xfrm>
        <a:graphic>
          <a:graphicData uri="http://schemas.openxmlformats.org/drawingml/2006/table">
            <a:tbl>
              <a:tblPr/>
              <a:tblGrid>
                <a:gridCol w="1828800">
                  <a:extLst>
                    <a:ext uri="{9D8B030D-6E8A-4147-A177-3AD203B41FA5}">
                      <a16:colId xmlns:a16="http://schemas.microsoft.com/office/drawing/2014/main" val="2181700987"/>
                    </a:ext>
                  </a:extLst>
                </a:gridCol>
                <a:gridCol w="2651760">
                  <a:extLst>
                    <a:ext uri="{9D8B030D-6E8A-4147-A177-3AD203B41FA5}">
                      <a16:colId xmlns:a16="http://schemas.microsoft.com/office/drawing/2014/main" val="3465123203"/>
                    </a:ext>
                  </a:extLst>
                </a:gridCol>
                <a:gridCol w="1143000">
                  <a:extLst>
                    <a:ext uri="{9D8B030D-6E8A-4147-A177-3AD203B41FA5}">
                      <a16:colId xmlns:a16="http://schemas.microsoft.com/office/drawing/2014/main" val="4164125733"/>
                    </a:ext>
                  </a:extLst>
                </a:gridCol>
                <a:gridCol w="2743200">
                  <a:extLst>
                    <a:ext uri="{9D8B030D-6E8A-4147-A177-3AD203B41FA5}">
                      <a16:colId xmlns:a16="http://schemas.microsoft.com/office/drawing/2014/main" val="2919596573"/>
                    </a:ext>
                  </a:extLst>
                </a:gridCol>
                <a:gridCol w="1417320">
                  <a:extLst>
                    <a:ext uri="{9D8B030D-6E8A-4147-A177-3AD203B41FA5}">
                      <a16:colId xmlns:a16="http://schemas.microsoft.com/office/drawing/2014/main" val="2715196193"/>
                    </a:ext>
                  </a:extLst>
                </a:gridCol>
                <a:gridCol w="1417320">
                  <a:extLst>
                    <a:ext uri="{9D8B030D-6E8A-4147-A177-3AD203B41FA5}">
                      <a16:colId xmlns:a16="http://schemas.microsoft.com/office/drawing/2014/main" val="3957014870"/>
                    </a:ext>
                  </a:extLst>
                </a:gridCol>
              </a:tblGrid>
              <a:tr h="640080">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tx1"/>
                          </a:solidFill>
                          <a:latin typeface="+mn-lt"/>
                          <a:ea typeface="+mn-ea"/>
                          <a:cs typeface="Arial" panose="020B0604020202020204" pitchFamily="34" charset="0"/>
                        </a:rPr>
                        <a:t>Section</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tx1"/>
                          </a:solidFill>
                          <a:latin typeface="+mn-lt"/>
                          <a:ea typeface="+mn-ea"/>
                          <a:cs typeface="Arial" panose="020B0604020202020204" pitchFamily="34" charset="0"/>
                        </a:rPr>
                        <a:t>Sub-Section</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tx1"/>
                          </a:solidFill>
                          <a:latin typeface="+mn-lt"/>
                          <a:ea typeface="+mn-ea"/>
                          <a:cs typeface="Arial" panose="020B0604020202020204" pitchFamily="34" charset="0"/>
                        </a:rPr>
                        <a:t>Pages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tx1"/>
                          </a:solidFill>
                          <a:latin typeface="+mn-lt"/>
                          <a:ea typeface="+mn-ea"/>
                          <a:cs typeface="Arial" panose="020B0604020202020204" pitchFamily="34" charset="0"/>
                        </a:rPr>
                        <a:t>Comments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dirty="0">
                          <a:ln>
                            <a:noFill/>
                          </a:ln>
                          <a:solidFill>
                            <a:schemeClr val="tx1"/>
                          </a:solidFill>
                          <a:effectLst/>
                          <a:uLnTx/>
                          <a:uFillTx/>
                          <a:latin typeface="+mn-lt"/>
                          <a:ea typeface="+mn-ea"/>
                          <a:cs typeface="Arial" panose="020B0604020202020204" pitchFamily="34" charset="0"/>
                        </a:rPr>
                        <a:t>Review Status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noProof="0" dirty="0">
                          <a:solidFill>
                            <a:schemeClr val="tx1"/>
                          </a:solidFill>
                          <a:latin typeface="+mn-lt"/>
                          <a:ea typeface="+mn-ea"/>
                          <a:cs typeface="Arial" panose="020B0604020202020204" pitchFamily="34" charset="0"/>
                        </a:rPr>
                        <a:t>Reviewer’s Name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3059793"/>
                  </a:ext>
                </a:extLst>
              </a:tr>
              <a:tr h="685800">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mn-lt"/>
                          <a:ea typeface="+mn-ea"/>
                          <a:cs typeface="Arial" panose="020B0604020202020204" pitchFamily="34" charset="0"/>
                        </a:rPr>
                        <a:t>Global Process Owners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n-lt"/>
                          <a:ea typeface="+mn-ea"/>
                          <a:cs typeface="Arial" panose="020B0604020202020204" pitchFamily="34" charset="0"/>
                        </a:rPr>
                        <a:t>RACI matrix for policy, process, etc.</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mn-lt"/>
                          <a:ea typeface="+mn-ea"/>
                          <a:cs typeface="Arial" panose="020B0604020202020204" pitchFamily="34" charset="0"/>
                        </a:rPr>
                        <a:t>58 – 61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kern="1200">
                        <a:solidFill>
                          <a:schemeClr val="bg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dirty="0">
                        <a:ln>
                          <a:noFill/>
                        </a:ln>
                        <a:solidFill>
                          <a:schemeClr val="bg1"/>
                        </a:solidFill>
                        <a:effectLst/>
                        <a:uLnTx/>
                        <a:uFillTx/>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dirty="0">
                        <a:ln>
                          <a:noFill/>
                        </a:ln>
                        <a:solidFill>
                          <a:schemeClr val="bg1"/>
                        </a:solidFill>
                        <a:effectLst/>
                        <a:uLnTx/>
                        <a:uFillTx/>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73813071"/>
                  </a:ext>
                </a:extLst>
              </a:tr>
              <a:tr h="685800">
                <a:tc rowSpan="2">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mn-lt"/>
                          <a:ea typeface="+mn-ea"/>
                          <a:cs typeface="Arial" panose="020B0604020202020204" pitchFamily="34" charset="0"/>
                        </a:rPr>
                        <a:t>COE structure and scope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n-lt"/>
                          <a:ea typeface="+mn-ea"/>
                          <a:cs typeface="Arial" panose="020B0604020202020204" pitchFamily="34" charset="0"/>
                        </a:rPr>
                        <a:t>Standardization mandates (what can be centralized)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mn-lt"/>
                          <a:ea typeface="+mn-ea"/>
                          <a:cs typeface="Arial" panose="020B0604020202020204" pitchFamily="34" charset="0"/>
                        </a:rPr>
                        <a:t>16 – 17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kern="1200">
                        <a:solidFill>
                          <a:schemeClr val="bg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dirty="0">
                        <a:ln>
                          <a:noFill/>
                        </a:ln>
                        <a:solidFill>
                          <a:schemeClr val="bg1"/>
                        </a:solidFill>
                        <a:effectLst/>
                        <a:uLnTx/>
                        <a:uFillTx/>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dirty="0">
                        <a:ln>
                          <a:noFill/>
                        </a:ln>
                        <a:solidFill>
                          <a:schemeClr val="bg1"/>
                        </a:solidFill>
                        <a:effectLst/>
                        <a:uLnTx/>
                        <a:uFillTx/>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02892720"/>
                  </a:ext>
                </a:extLst>
              </a:tr>
              <a:tr h="685800">
                <a:tc vMerge="1">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050" b="1" kern="1200">
                        <a:solidFill>
                          <a:schemeClr val="bg1"/>
                        </a:solidFill>
                        <a:latin typeface="+mj-lt"/>
                        <a:ea typeface="+mn-ea"/>
                        <a:cs typeface="Arial" panose="020B0604020202020204" pitchFamily="34" charset="0"/>
                      </a:endParaRPr>
                    </a:p>
                  </a:txBody>
                  <a:tcPr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n-lt"/>
                          <a:ea typeface="+mn-ea"/>
                          <a:cs typeface="Arial" panose="020B0604020202020204" pitchFamily="34" charset="0"/>
                        </a:rPr>
                        <a:t>KPIs for GBS / COEs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mn-lt"/>
                          <a:ea typeface="+mn-ea"/>
                          <a:cs typeface="Arial" panose="020B0604020202020204" pitchFamily="34" charset="0"/>
                        </a:rPr>
                        <a:t>35 – 38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kern="1200" dirty="0">
                        <a:solidFill>
                          <a:schemeClr val="bg1"/>
                        </a:solidFill>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a:ln>
                          <a:noFill/>
                        </a:ln>
                        <a:solidFill>
                          <a:schemeClr val="bg1"/>
                        </a:solidFill>
                        <a:effectLst/>
                        <a:uLnTx/>
                        <a:uFillTx/>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a:ln>
                          <a:noFill/>
                        </a:ln>
                        <a:solidFill>
                          <a:schemeClr val="bg1"/>
                        </a:solidFill>
                        <a:effectLst/>
                        <a:uLnTx/>
                        <a:uFillTx/>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442543937"/>
                  </a:ext>
                </a:extLst>
              </a:tr>
              <a:tr h="685800">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mn-lt"/>
                          <a:ea typeface="+mn-ea"/>
                          <a:cs typeface="Arial" panose="020B0604020202020204" pitchFamily="34" charset="0"/>
                        </a:rPr>
                        <a:t>Skill assessment per role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n-lt"/>
                          <a:ea typeface="+mn-ea"/>
                          <a:cs typeface="Arial" panose="020B0604020202020204" pitchFamily="34" charset="0"/>
                        </a:rPr>
                        <a:t>R2R personas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mn-lt"/>
                          <a:ea typeface="+mn-ea"/>
                          <a:cs typeface="Arial" panose="020B0604020202020204" pitchFamily="34" charset="0"/>
                        </a:rPr>
                        <a:t>28 – 30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bg1"/>
                          </a:solidFill>
                          <a:latin typeface="+mn-lt"/>
                          <a:ea typeface="+mn-ea"/>
                          <a:cs typeface="Arial" panose="020B0604020202020204" pitchFamily="34" charset="0"/>
                        </a:rPr>
                        <a:t>Built 3 in this template. If good, we can build couple more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dirty="0">
                        <a:ln>
                          <a:noFill/>
                        </a:ln>
                        <a:solidFill>
                          <a:schemeClr val="bg1"/>
                        </a:solidFill>
                        <a:effectLst/>
                        <a:uLnTx/>
                        <a:uFillTx/>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dirty="0">
                        <a:ln>
                          <a:noFill/>
                        </a:ln>
                        <a:solidFill>
                          <a:schemeClr val="bg1"/>
                        </a:solidFill>
                        <a:effectLst/>
                        <a:uLnTx/>
                        <a:uFillTx/>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78139164"/>
                  </a:ext>
                </a:extLst>
              </a:tr>
              <a:tr h="731520">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mn-lt"/>
                          <a:ea typeface="+mn-ea"/>
                          <a:cs typeface="Arial" panose="020B0604020202020204" pitchFamily="34" charset="0"/>
                        </a:rPr>
                        <a:t>Maturity Model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n-lt"/>
                          <a:ea typeface="+mn-ea"/>
                          <a:cs typeface="Arial" panose="020B0604020202020204" pitchFamily="34" charset="0"/>
                        </a:rPr>
                        <a:t>Roadmap builder with custom recommendations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mn-lt"/>
                          <a:ea typeface="+mn-ea"/>
                          <a:cs typeface="Arial" panose="020B0604020202020204" pitchFamily="34" charset="0"/>
                        </a:rPr>
                        <a:t>32 – 33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a:solidFill>
                            <a:schemeClr val="bg1"/>
                          </a:solidFill>
                          <a:latin typeface="+mn-lt"/>
                          <a:ea typeface="+mn-ea"/>
                          <a:cs typeface="Arial" panose="020B0604020202020204" pitchFamily="34" charset="0"/>
                        </a:rPr>
                        <a:t>Built couple of frameworks on determining sequencing of improvement opportunities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dirty="0">
                        <a:ln>
                          <a:noFill/>
                        </a:ln>
                        <a:solidFill>
                          <a:schemeClr val="bg1"/>
                        </a:solidFill>
                        <a:effectLst/>
                        <a:uLnTx/>
                        <a:uFillTx/>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dirty="0">
                        <a:ln>
                          <a:noFill/>
                        </a:ln>
                        <a:solidFill>
                          <a:schemeClr val="bg1"/>
                        </a:solidFill>
                        <a:effectLst/>
                        <a:uLnTx/>
                        <a:uFillTx/>
                        <a:latin typeface="+mn-lt"/>
                        <a:ea typeface="+mn-ea"/>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41253646"/>
                  </a:ext>
                </a:extLst>
              </a:tr>
            </a:tbl>
          </a:graphicData>
        </a:graphic>
      </p:graphicFrame>
    </p:spTree>
    <p:extLst>
      <p:ext uri="{BB962C8B-B14F-4D97-AF65-F5344CB8AC3E}">
        <p14:creationId xmlns:p14="http://schemas.microsoft.com/office/powerpoint/2010/main" val="80151581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3A5071EC-DF0C-76F0-F382-A256A3A131B4}"/>
              </a:ext>
            </a:extLst>
          </p:cNvPr>
          <p:cNvSpPr/>
          <p:nvPr/>
        </p:nvSpPr>
        <p:spPr>
          <a:xfrm>
            <a:off x="2956560" y="0"/>
            <a:ext cx="7772400" cy="9144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US" sz="4000" b="1" dirty="0">
                <a:solidFill>
                  <a:schemeClr val="tx2"/>
                </a:solidFill>
                <a:latin typeface="+mj-lt"/>
              </a:rPr>
              <a:t>Contents</a:t>
            </a:r>
            <a:endParaRPr lang="en-IN" sz="4000" b="1" dirty="0">
              <a:solidFill>
                <a:schemeClr val="tx2"/>
              </a:solidFill>
              <a:latin typeface="+mj-lt"/>
            </a:endParaRPr>
          </a:p>
        </p:txBody>
      </p:sp>
      <p:graphicFrame>
        <p:nvGraphicFramePr>
          <p:cNvPr id="10" name="Table 9">
            <a:extLst>
              <a:ext uri="{FF2B5EF4-FFF2-40B4-BE49-F238E27FC236}">
                <a16:creationId xmlns:a16="http://schemas.microsoft.com/office/drawing/2014/main" id="{9125BE93-3E23-2C71-91EC-03779C076227}"/>
              </a:ext>
            </a:extLst>
          </p:cNvPr>
          <p:cNvGraphicFramePr>
            <a:graphicFrameLocks noGrp="1"/>
          </p:cNvGraphicFramePr>
          <p:nvPr>
            <p:extLst>
              <p:ext uri="{D42A27DB-BD31-4B8C-83A1-F6EECF244321}">
                <p14:modId xmlns:p14="http://schemas.microsoft.com/office/powerpoint/2010/main" val="2306313036"/>
              </p:ext>
            </p:extLst>
          </p:nvPr>
        </p:nvGraphicFramePr>
        <p:xfrm>
          <a:off x="4099560" y="1005840"/>
          <a:ext cx="5486400" cy="5120640"/>
        </p:xfrm>
        <a:graphic>
          <a:graphicData uri="http://schemas.openxmlformats.org/drawingml/2006/table">
            <a:tbl>
              <a:tblPr>
                <a:tableStyleId>{5C22544A-7EE6-4342-B048-85BDC9FD1C3A}</a:tableStyleId>
              </a:tblPr>
              <a:tblGrid>
                <a:gridCol w="914400">
                  <a:extLst>
                    <a:ext uri="{9D8B030D-6E8A-4147-A177-3AD203B41FA5}">
                      <a16:colId xmlns:a16="http://schemas.microsoft.com/office/drawing/2014/main" val="2886440574"/>
                    </a:ext>
                  </a:extLst>
                </a:gridCol>
                <a:gridCol w="4572000">
                  <a:extLst>
                    <a:ext uri="{9D8B030D-6E8A-4147-A177-3AD203B41FA5}">
                      <a16:colId xmlns:a16="http://schemas.microsoft.com/office/drawing/2014/main" val="305843556"/>
                    </a:ext>
                  </a:extLst>
                </a:gridCol>
              </a:tblGrid>
              <a:tr h="640080">
                <a:tc>
                  <a:txBody>
                    <a:bodyPr/>
                    <a:lstStyle/>
                    <a:p>
                      <a:pPr algn="ctr"/>
                      <a:r>
                        <a:rPr lang="en-US" sz="2400" b="1">
                          <a:solidFill>
                            <a:schemeClr val="bg1"/>
                          </a:solidFill>
                          <a:latin typeface="+mn-lt"/>
                        </a:rPr>
                        <a:t>1</a:t>
                      </a:r>
                      <a:endParaRPr lang="en-IN" sz="2400" b="1">
                        <a:solidFill>
                          <a:schemeClr val="bg1"/>
                        </a:solidFill>
                        <a:latin typeface="+mn-lt"/>
                      </a:endParaRPr>
                    </a:p>
                  </a:txBody>
                  <a:tcPr marL="182880" marR="18288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800" b="0">
                          <a:solidFill>
                            <a:schemeClr val="bg1"/>
                          </a:solidFill>
                          <a:latin typeface="+mn-lt"/>
                        </a:rPr>
                        <a:t>Introduction and Summary</a:t>
                      </a:r>
                      <a:endParaRPr lang="en-IN" sz="1800" b="0">
                        <a:solidFill>
                          <a:schemeClr val="bg1"/>
                        </a:solidFill>
                        <a:latin typeface="+mn-lt"/>
                      </a:endParaRPr>
                    </a:p>
                  </a:txBody>
                  <a:tcPr marL="182880" marR="182880"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1155142"/>
                  </a:ext>
                </a:extLst>
              </a:tr>
              <a:tr h="640080">
                <a:tc>
                  <a:txBody>
                    <a:bodyPr/>
                    <a:lstStyle/>
                    <a:p>
                      <a:pPr marL="0" marR="0" lvl="0" indent="0" algn="ctr"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2400" b="1">
                          <a:solidFill>
                            <a:schemeClr val="bg1"/>
                          </a:solidFill>
                          <a:latin typeface="+mn-lt"/>
                        </a:rPr>
                        <a:t>2</a:t>
                      </a:r>
                      <a:endParaRPr lang="en-IN" sz="2400" b="1">
                        <a:solidFill>
                          <a:schemeClr val="bg1"/>
                        </a:solidFill>
                        <a:latin typeface="+mn-lt"/>
                      </a:endParaRPr>
                    </a:p>
                  </a:txBody>
                  <a:tcPr marL="182880" marR="18288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IN" sz="1800" b="0">
                          <a:solidFill>
                            <a:schemeClr val="bg1"/>
                          </a:solidFill>
                          <a:latin typeface="+mn-lt"/>
                        </a:rPr>
                        <a:t>Operating Model and Service Delivery</a:t>
                      </a:r>
                    </a:p>
                  </a:txBody>
                  <a:tcPr marL="182880" marR="182880"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5840671"/>
                  </a:ext>
                </a:extLst>
              </a:tr>
              <a:tr h="640080">
                <a:tc>
                  <a:txBody>
                    <a:bodyPr/>
                    <a:lstStyle/>
                    <a:p>
                      <a:pPr marL="0" marR="0" lvl="0" indent="0" algn="ctr"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2400" b="1">
                          <a:solidFill>
                            <a:schemeClr val="bg1"/>
                          </a:solidFill>
                          <a:latin typeface="+mn-lt"/>
                        </a:rPr>
                        <a:t>3</a:t>
                      </a:r>
                      <a:endParaRPr lang="en-IN" sz="2400" b="1">
                        <a:solidFill>
                          <a:schemeClr val="bg1"/>
                        </a:solidFill>
                        <a:latin typeface="+mn-lt"/>
                      </a:endParaRPr>
                    </a:p>
                  </a:txBody>
                  <a:tcPr marL="182880" marR="18288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IN" sz="1800" b="0">
                          <a:solidFill>
                            <a:schemeClr val="bg1"/>
                          </a:solidFill>
                          <a:latin typeface="+mn-lt"/>
                        </a:rPr>
                        <a:t>Organizational Structure and Transition</a:t>
                      </a:r>
                    </a:p>
                  </a:txBody>
                  <a:tcPr marL="182880" marR="182880"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25931872"/>
                  </a:ext>
                </a:extLst>
              </a:tr>
              <a:tr h="6400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1">
                          <a:solidFill>
                            <a:schemeClr val="bg1"/>
                          </a:solidFill>
                          <a:latin typeface="+mn-lt"/>
                        </a:rPr>
                        <a:t>4</a:t>
                      </a:r>
                      <a:endParaRPr lang="en-IN" sz="2400" b="1">
                        <a:solidFill>
                          <a:schemeClr val="bg1"/>
                        </a:solidFill>
                        <a:latin typeface="+mn-lt"/>
                      </a:endParaRPr>
                    </a:p>
                  </a:txBody>
                  <a:tcPr marL="182880" marR="18288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800" b="0">
                          <a:solidFill>
                            <a:schemeClr val="bg1"/>
                          </a:solidFill>
                          <a:latin typeface="+mn-lt"/>
                        </a:rPr>
                        <a:t>Personas and Skills (People)</a:t>
                      </a:r>
                    </a:p>
                  </a:txBody>
                  <a:tcPr marL="182880" marR="182880"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559953"/>
                  </a:ext>
                </a:extLst>
              </a:tr>
              <a:tr h="640080">
                <a:tc>
                  <a:txBody>
                    <a:bodyPr/>
                    <a:lstStyle/>
                    <a:p>
                      <a:pPr marL="0" marR="0" lvl="0" indent="0" algn="ctr"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2400" b="1">
                          <a:solidFill>
                            <a:schemeClr val="bg1"/>
                          </a:solidFill>
                          <a:latin typeface="+mn-lt"/>
                        </a:rPr>
                        <a:t>5</a:t>
                      </a:r>
                      <a:endParaRPr lang="en-IN" sz="2400" b="1">
                        <a:solidFill>
                          <a:schemeClr val="bg1"/>
                        </a:solidFill>
                        <a:latin typeface="+mn-lt"/>
                      </a:endParaRPr>
                    </a:p>
                  </a:txBody>
                  <a:tcPr marL="182880" marR="18288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800" b="0">
                          <a:solidFill>
                            <a:schemeClr val="bg1"/>
                          </a:solidFill>
                          <a:latin typeface="+mn-lt"/>
                        </a:rPr>
                        <a:t>Performance Management</a:t>
                      </a:r>
                      <a:endParaRPr lang="en-IN" sz="1800" b="0">
                        <a:solidFill>
                          <a:schemeClr val="bg1"/>
                        </a:solidFill>
                        <a:latin typeface="+mn-lt"/>
                      </a:endParaRPr>
                    </a:p>
                  </a:txBody>
                  <a:tcPr marL="182880" marR="182880"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9486395"/>
                  </a:ext>
                </a:extLst>
              </a:tr>
              <a:tr h="640080">
                <a:tc>
                  <a:txBody>
                    <a:bodyPr/>
                    <a:lstStyle/>
                    <a:p>
                      <a:pPr marL="0" marR="0" lvl="0" indent="0" algn="ctr"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2400" b="1">
                          <a:solidFill>
                            <a:schemeClr val="bg1"/>
                          </a:solidFill>
                          <a:latin typeface="+mn-lt"/>
                        </a:rPr>
                        <a:t>6</a:t>
                      </a:r>
                      <a:endParaRPr lang="en-IN" sz="2400" b="1">
                        <a:solidFill>
                          <a:schemeClr val="bg1"/>
                        </a:solidFill>
                        <a:latin typeface="+mn-lt"/>
                      </a:endParaRPr>
                    </a:p>
                  </a:txBody>
                  <a:tcPr marL="182880" marR="18288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IN" sz="1800" b="0">
                          <a:solidFill>
                            <a:schemeClr val="bg1"/>
                          </a:solidFill>
                          <a:latin typeface="+mn-lt"/>
                        </a:rPr>
                        <a:t>Technology and Platforms</a:t>
                      </a:r>
                    </a:p>
                  </a:txBody>
                  <a:tcPr marL="182880" marR="182880"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4329852"/>
                  </a:ext>
                </a:extLst>
              </a:tr>
              <a:tr h="640080">
                <a:tc>
                  <a:txBody>
                    <a:bodyPr/>
                    <a:lstStyle/>
                    <a:p>
                      <a:pPr marL="0" marR="0" lvl="0" indent="0" algn="ctr"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2400" b="1">
                          <a:solidFill>
                            <a:schemeClr val="bg1"/>
                          </a:solidFill>
                          <a:latin typeface="+mn-lt"/>
                        </a:rPr>
                        <a:t>7</a:t>
                      </a:r>
                      <a:endParaRPr lang="en-IN" sz="2400" b="1">
                        <a:solidFill>
                          <a:schemeClr val="bg1"/>
                        </a:solidFill>
                        <a:latin typeface="+mn-lt"/>
                      </a:endParaRPr>
                    </a:p>
                  </a:txBody>
                  <a:tcPr marL="182880" marR="18288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IN" sz="1800" b="0">
                          <a:solidFill>
                            <a:schemeClr val="bg1"/>
                          </a:solidFill>
                          <a:latin typeface="+mn-lt"/>
                        </a:rPr>
                        <a:t>Governance and Change Management</a:t>
                      </a:r>
                    </a:p>
                  </a:txBody>
                  <a:tcPr marL="182880" marR="182880"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47377501"/>
                  </a:ext>
                </a:extLst>
              </a:tr>
              <a:tr h="640080">
                <a:tc>
                  <a:txBody>
                    <a:bodyPr/>
                    <a:lstStyle/>
                    <a:p>
                      <a:pPr marL="0" marR="0" lvl="0" indent="0" algn="ctr"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2400" b="1">
                          <a:solidFill>
                            <a:schemeClr val="bg1"/>
                          </a:solidFill>
                          <a:latin typeface="+mn-lt"/>
                        </a:rPr>
                        <a:t>8</a:t>
                      </a:r>
                      <a:endParaRPr lang="en-IN" sz="2400" b="1">
                        <a:solidFill>
                          <a:schemeClr val="bg1"/>
                        </a:solidFill>
                        <a:latin typeface="+mn-lt"/>
                      </a:endParaRPr>
                    </a:p>
                  </a:txBody>
                  <a:tcPr marL="182880" marR="18288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3943" rtl="0" eaLnBrk="1" fontAlgn="auto" latinLnBrk="0" hangingPunct="1">
                        <a:lnSpc>
                          <a:spcPct val="100000"/>
                        </a:lnSpc>
                        <a:spcBef>
                          <a:spcPts val="0"/>
                        </a:spcBef>
                        <a:spcAft>
                          <a:spcPts val="0"/>
                        </a:spcAft>
                        <a:buClrTx/>
                        <a:buSzTx/>
                        <a:buFont typeface="Wingdings" panose="05000000000000000000" pitchFamily="2" charset="2"/>
                        <a:buNone/>
                        <a:tabLst/>
                        <a:defRPr/>
                      </a:pPr>
                      <a:r>
                        <a:rPr lang="en-IN" sz="1800" b="0">
                          <a:solidFill>
                            <a:schemeClr val="bg1"/>
                          </a:solidFill>
                          <a:latin typeface="+mn-lt"/>
                        </a:rPr>
                        <a:t>Client Credentials and Case Studies</a:t>
                      </a:r>
                    </a:p>
                  </a:txBody>
                  <a:tcPr marL="182880" marR="182880"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6534758"/>
                  </a:ext>
                </a:extLst>
              </a:tr>
            </a:tbl>
          </a:graphicData>
        </a:graphic>
      </p:graphicFrame>
    </p:spTree>
    <p:extLst>
      <p:ext uri="{BB962C8B-B14F-4D97-AF65-F5344CB8AC3E}">
        <p14:creationId xmlns:p14="http://schemas.microsoft.com/office/powerpoint/2010/main" val="40880790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4BE6B2-6B89-CCBF-26B5-357CF3DC4760}"/>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47E2AE95-A5F0-F050-A531-0E649881894E}"/>
              </a:ext>
            </a:extLst>
          </p:cNvPr>
          <p:cNvSpPr/>
          <p:nvPr/>
        </p:nvSpPr>
        <p:spPr>
          <a:xfrm>
            <a:off x="4373880" y="2514600"/>
            <a:ext cx="6400800" cy="18288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IN" sz="4000" b="1">
                <a:solidFill>
                  <a:schemeClr val="tx2"/>
                </a:solidFill>
                <a:latin typeface="+mj-lt"/>
              </a:rPr>
              <a:t>Introduction and Summary</a:t>
            </a:r>
          </a:p>
        </p:txBody>
      </p:sp>
    </p:spTree>
    <p:extLst>
      <p:ext uri="{BB962C8B-B14F-4D97-AF65-F5344CB8AC3E}">
        <p14:creationId xmlns:p14="http://schemas.microsoft.com/office/powerpoint/2010/main" val="95132901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51E747-20AC-D890-7D79-152DAAB2D3F2}"/>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2B315C49-57AD-CB07-ACC7-6EAE04F520CE}"/>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Executive Summary</a:t>
            </a:r>
          </a:p>
        </p:txBody>
      </p:sp>
      <p:sp>
        <p:nvSpPr>
          <p:cNvPr id="6" name="Date Placeholder 5">
            <a:extLst>
              <a:ext uri="{FF2B5EF4-FFF2-40B4-BE49-F238E27FC236}">
                <a16:creationId xmlns:a16="http://schemas.microsoft.com/office/drawing/2014/main" id="{3511C7C7-62DD-D046-E529-10B239712F1F}"/>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58CF9258-7396-1287-C421-662A9B1A98F1}"/>
              </a:ext>
            </a:extLst>
          </p:cNvPr>
          <p:cNvSpPr>
            <a:spLocks noGrp="1"/>
          </p:cNvSpPr>
          <p:nvPr>
            <p:ph type="sldNum" sz="quarter" idx="19"/>
          </p:nvPr>
        </p:nvSpPr>
        <p:spPr/>
        <p:txBody>
          <a:bodyPr/>
          <a:lstStyle/>
          <a:p>
            <a:fld id="{94FCA0F3-9F3A-694B-99BB-0E592A797735}" type="slidenum">
              <a:rPr lang="en-US" smtClean="0"/>
              <a:t>5</a:t>
            </a:fld>
            <a:endParaRPr lang="en-US"/>
          </a:p>
        </p:txBody>
      </p:sp>
      <p:sp>
        <p:nvSpPr>
          <p:cNvPr id="3" name="TextBox 2">
            <a:extLst>
              <a:ext uri="{FF2B5EF4-FFF2-40B4-BE49-F238E27FC236}">
                <a16:creationId xmlns:a16="http://schemas.microsoft.com/office/drawing/2014/main" id="{A4FE5439-1A0E-F400-626A-21AA3C832229}"/>
              </a:ext>
            </a:extLst>
          </p:cNvPr>
          <p:cNvSpPr txBox="1"/>
          <p:nvPr/>
        </p:nvSpPr>
        <p:spPr>
          <a:xfrm>
            <a:off x="495300" y="914400"/>
            <a:ext cx="11201400" cy="5029200"/>
          </a:xfrm>
          <a:prstGeom prst="rect">
            <a:avLst/>
          </a:prstGeom>
          <a:noFill/>
        </p:spPr>
        <p:txBody>
          <a:bodyPr wrap="square" lIns="137160" tIns="91440" rIns="137160" bIns="91440" anchor="ctr" anchorCtr="0">
            <a:noAutofit/>
          </a:bodyPr>
          <a:lstStyle/>
          <a:p>
            <a:pPr algn="just">
              <a:spcBef>
                <a:spcPts val="2400"/>
              </a:spcBef>
              <a:buNone/>
            </a:pPr>
            <a:r>
              <a:rPr lang="en-US" sz="1600" noProof="0" dirty="0">
                <a:solidFill>
                  <a:schemeClr val="bg1"/>
                </a:solidFill>
              </a:rPr>
              <a:t>The </a:t>
            </a:r>
            <a:r>
              <a:rPr lang="en-US" sz="1600" b="1" noProof="0" dirty="0">
                <a:solidFill>
                  <a:schemeClr val="bg1"/>
                </a:solidFill>
              </a:rPr>
              <a:t>Record-to-Report (R2R) operating model</a:t>
            </a:r>
            <a:r>
              <a:rPr lang="en-US" sz="1600" noProof="0" dirty="0">
                <a:solidFill>
                  <a:schemeClr val="bg1"/>
                </a:solidFill>
              </a:rPr>
              <a:t> is designed to deliver accurate, timely, and insightful financial reporting while enabling business decision-making. At the center sits the </a:t>
            </a:r>
            <a:r>
              <a:rPr lang="en-US" sz="1600" b="1" noProof="0" dirty="0">
                <a:solidFill>
                  <a:schemeClr val="bg1"/>
                </a:solidFill>
              </a:rPr>
              <a:t>Global Process Owner (GPO)</a:t>
            </a:r>
            <a:r>
              <a:rPr lang="en-US" sz="1600" noProof="0" dirty="0">
                <a:solidFill>
                  <a:schemeClr val="bg1"/>
                </a:solidFill>
              </a:rPr>
              <a:t>, who ensures end-to-end process standardization, governance, and compliance across regions. The interaction model connects the CFO organization, Global Business Services (GBS) or Centers of Excellence (</a:t>
            </a:r>
            <a:r>
              <a:rPr lang="en-US" sz="1600" noProof="0" dirty="0" err="1">
                <a:solidFill>
                  <a:schemeClr val="bg1"/>
                </a:solidFill>
              </a:rPr>
              <a:t>CoEs</a:t>
            </a:r>
            <a:r>
              <a:rPr lang="en-US" sz="1600" noProof="0" dirty="0">
                <a:solidFill>
                  <a:schemeClr val="bg1"/>
                </a:solidFill>
              </a:rPr>
              <a:t>), and the GPO office, with clear accountabilities, escalation paths, and service-level agreements. The process scope covers general accounting, reconciliations, intercompany, fixed assets, financial consolidation, and both regulatory and management reporting.</a:t>
            </a:r>
          </a:p>
          <a:p>
            <a:pPr algn="just">
              <a:spcBef>
                <a:spcPts val="2400"/>
              </a:spcBef>
              <a:buNone/>
            </a:pPr>
            <a:r>
              <a:rPr lang="en-US" sz="1600" noProof="0" dirty="0">
                <a:solidFill>
                  <a:schemeClr val="bg1"/>
                </a:solidFill>
              </a:rPr>
              <a:t>The model is enabled by a strong </a:t>
            </a:r>
            <a:r>
              <a:rPr lang="en-US" sz="1600" b="1" noProof="0" dirty="0">
                <a:solidFill>
                  <a:schemeClr val="bg1"/>
                </a:solidFill>
              </a:rPr>
              <a:t>talent and technology backbone</a:t>
            </a:r>
            <a:r>
              <a:rPr lang="en-US" sz="1600" noProof="0" dirty="0">
                <a:solidFill>
                  <a:schemeClr val="bg1"/>
                </a:solidFill>
              </a:rPr>
              <a:t>. R2R roles span from transaction specialists and reconciliation analysts to reporting and insights partners, with skillsets in accounting, analytics, automation, and stakeholder management. Technologies such as ERP platforms, RPA, AI/ML, advanced analytics, and visualization tools drive efficiency, accuracy, and predictive insights. A robust governance framework ensures risk management, KPI tracking, and process compliance, while GBS/</a:t>
            </a:r>
            <a:r>
              <a:rPr lang="en-US" sz="1600" noProof="0" dirty="0" err="1">
                <a:solidFill>
                  <a:schemeClr val="bg1"/>
                </a:solidFill>
              </a:rPr>
              <a:t>CoEs</a:t>
            </a:r>
            <a:r>
              <a:rPr lang="en-US" sz="1600" noProof="0" dirty="0">
                <a:solidFill>
                  <a:schemeClr val="bg1"/>
                </a:solidFill>
              </a:rPr>
              <a:t> focus on efficiency, scale, and innovation.</a:t>
            </a:r>
          </a:p>
          <a:p>
            <a:pPr algn="just">
              <a:spcBef>
                <a:spcPts val="2400"/>
              </a:spcBef>
            </a:pPr>
            <a:r>
              <a:rPr lang="en-US" sz="1600" noProof="0" dirty="0">
                <a:solidFill>
                  <a:schemeClr val="bg1"/>
                </a:solidFill>
              </a:rPr>
              <a:t>Finally, the model embeds </a:t>
            </a:r>
            <a:r>
              <a:rPr lang="en-US" sz="1600" b="1" noProof="0" dirty="0">
                <a:solidFill>
                  <a:schemeClr val="bg1"/>
                </a:solidFill>
              </a:rPr>
              <a:t>innovation and change management</a:t>
            </a:r>
            <a:r>
              <a:rPr lang="en-US" sz="1600" noProof="0" dirty="0">
                <a:solidFill>
                  <a:schemeClr val="bg1"/>
                </a:solidFill>
              </a:rPr>
              <a:t> as critical levers for value creation. Real-time close, AI-enabled reconciliations, and process mining are used to streamline operations, while structured change programs ensure adoption and business alignment. Client case studies highlight tangible outcomes, such as reduced close timelines, effort elimination, and improved stakeholder satisfaction. Looking ahead, success in R2R will depend on blending </a:t>
            </a:r>
            <a:r>
              <a:rPr lang="en-US" sz="1600" b="1" noProof="0" dirty="0">
                <a:solidFill>
                  <a:schemeClr val="bg1"/>
                </a:solidFill>
              </a:rPr>
              <a:t>finance expertise with digital acumen and business partnering skills</a:t>
            </a:r>
            <a:r>
              <a:rPr lang="en-US" sz="1600" noProof="0" dirty="0">
                <a:solidFill>
                  <a:schemeClr val="bg1"/>
                </a:solidFill>
              </a:rPr>
              <a:t>, positioning the function as a strategic enabler of growth and decision-making.</a:t>
            </a:r>
          </a:p>
        </p:txBody>
      </p:sp>
    </p:spTree>
    <p:extLst>
      <p:ext uri="{BB962C8B-B14F-4D97-AF65-F5344CB8AC3E}">
        <p14:creationId xmlns:p14="http://schemas.microsoft.com/office/powerpoint/2010/main" val="336609670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13EF16-5634-6A07-EE37-D17B71E79CEE}"/>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FB5B9BB0-5EF5-EBF9-F694-662D73FF5BF2}"/>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Objectives and Scope</a:t>
            </a:r>
          </a:p>
        </p:txBody>
      </p:sp>
      <p:sp>
        <p:nvSpPr>
          <p:cNvPr id="6" name="Date Placeholder 5">
            <a:extLst>
              <a:ext uri="{FF2B5EF4-FFF2-40B4-BE49-F238E27FC236}">
                <a16:creationId xmlns:a16="http://schemas.microsoft.com/office/drawing/2014/main" id="{7574B1DD-9274-CDE5-9592-D0D0B8FC0E0A}"/>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2E789206-5625-2285-88AC-4CEC557429A5}"/>
              </a:ext>
            </a:extLst>
          </p:cNvPr>
          <p:cNvSpPr>
            <a:spLocks noGrp="1"/>
          </p:cNvSpPr>
          <p:nvPr>
            <p:ph type="sldNum" sz="quarter" idx="19"/>
          </p:nvPr>
        </p:nvSpPr>
        <p:spPr/>
        <p:txBody>
          <a:bodyPr/>
          <a:lstStyle/>
          <a:p>
            <a:fld id="{94FCA0F3-9F3A-694B-99BB-0E592A797735}" type="slidenum">
              <a:rPr lang="en-US" smtClean="0"/>
              <a:t>6</a:t>
            </a:fld>
            <a:endParaRPr lang="en-US"/>
          </a:p>
        </p:txBody>
      </p:sp>
      <p:graphicFrame>
        <p:nvGraphicFramePr>
          <p:cNvPr id="16" name="Table 15">
            <a:extLst>
              <a:ext uri="{FF2B5EF4-FFF2-40B4-BE49-F238E27FC236}">
                <a16:creationId xmlns:a16="http://schemas.microsoft.com/office/drawing/2014/main" id="{770C17D2-1415-6F88-E3D9-020B1EAB4C52}"/>
              </a:ext>
            </a:extLst>
          </p:cNvPr>
          <p:cNvGraphicFramePr>
            <a:graphicFrameLocks noGrp="1"/>
          </p:cNvGraphicFramePr>
          <p:nvPr>
            <p:extLst>
              <p:ext uri="{D42A27DB-BD31-4B8C-83A1-F6EECF244321}">
                <p14:modId xmlns:p14="http://schemas.microsoft.com/office/powerpoint/2010/main" val="1323441635"/>
              </p:ext>
            </p:extLst>
          </p:nvPr>
        </p:nvGraphicFramePr>
        <p:xfrm>
          <a:off x="495300" y="914400"/>
          <a:ext cx="11201400" cy="4297680"/>
        </p:xfrm>
        <a:graphic>
          <a:graphicData uri="http://schemas.openxmlformats.org/drawingml/2006/table">
            <a:tbl>
              <a:tblPr>
                <a:tableStyleId>{5C22544A-7EE6-4342-B048-85BDC9FD1C3A}</a:tableStyleId>
              </a:tblPr>
              <a:tblGrid>
                <a:gridCol w="1600200">
                  <a:extLst>
                    <a:ext uri="{9D8B030D-6E8A-4147-A177-3AD203B41FA5}">
                      <a16:colId xmlns:a16="http://schemas.microsoft.com/office/drawing/2014/main" val="3003090316"/>
                    </a:ext>
                  </a:extLst>
                </a:gridCol>
                <a:gridCol w="1600200">
                  <a:extLst>
                    <a:ext uri="{9D8B030D-6E8A-4147-A177-3AD203B41FA5}">
                      <a16:colId xmlns:a16="http://schemas.microsoft.com/office/drawing/2014/main" val="1311022769"/>
                    </a:ext>
                  </a:extLst>
                </a:gridCol>
                <a:gridCol w="1600200">
                  <a:extLst>
                    <a:ext uri="{9D8B030D-6E8A-4147-A177-3AD203B41FA5}">
                      <a16:colId xmlns:a16="http://schemas.microsoft.com/office/drawing/2014/main" val="2352461866"/>
                    </a:ext>
                  </a:extLst>
                </a:gridCol>
                <a:gridCol w="1600200">
                  <a:extLst>
                    <a:ext uri="{9D8B030D-6E8A-4147-A177-3AD203B41FA5}">
                      <a16:colId xmlns:a16="http://schemas.microsoft.com/office/drawing/2014/main" val="1231335793"/>
                    </a:ext>
                  </a:extLst>
                </a:gridCol>
                <a:gridCol w="1600200">
                  <a:extLst>
                    <a:ext uri="{9D8B030D-6E8A-4147-A177-3AD203B41FA5}">
                      <a16:colId xmlns:a16="http://schemas.microsoft.com/office/drawing/2014/main" val="237113125"/>
                    </a:ext>
                  </a:extLst>
                </a:gridCol>
                <a:gridCol w="1600200">
                  <a:extLst>
                    <a:ext uri="{9D8B030D-6E8A-4147-A177-3AD203B41FA5}">
                      <a16:colId xmlns:a16="http://schemas.microsoft.com/office/drawing/2014/main" val="3339820887"/>
                    </a:ext>
                  </a:extLst>
                </a:gridCol>
                <a:gridCol w="1600200">
                  <a:extLst>
                    <a:ext uri="{9D8B030D-6E8A-4147-A177-3AD203B41FA5}">
                      <a16:colId xmlns:a16="http://schemas.microsoft.com/office/drawing/2014/main" val="1313384164"/>
                    </a:ext>
                  </a:extLst>
                </a:gridCol>
              </a:tblGrid>
              <a:tr h="914400">
                <a:tc>
                  <a:txBody>
                    <a:bodyPr/>
                    <a:lstStyle/>
                    <a:p>
                      <a:pPr algn="ctr"/>
                      <a:r>
                        <a:rPr lang="en-IN" sz="1400" b="1" dirty="0">
                          <a:solidFill>
                            <a:schemeClr val="bg1"/>
                          </a:solidFill>
                          <a:latin typeface="+mn-lt"/>
                        </a:rPr>
                        <a:t>Operating Model and Service Delivery</a:t>
                      </a:r>
                    </a:p>
                  </a:txBody>
                  <a:tcPr marL="45720" marR="45720" anchor="ctr">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tc>
                  <a:txBody>
                    <a:bodyPr/>
                    <a:lstStyle/>
                    <a:p>
                      <a:pPr algn="ctr"/>
                      <a:r>
                        <a:rPr lang="en-IN" sz="1400" b="1">
                          <a:solidFill>
                            <a:schemeClr val="bg1"/>
                          </a:solidFill>
                          <a:latin typeface="+mn-lt"/>
                        </a:rPr>
                        <a:t>Organizational Structure and Transition</a:t>
                      </a:r>
                    </a:p>
                  </a:txBody>
                  <a:tcPr marL="45720" marR="4572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400" b="1">
                          <a:solidFill>
                            <a:schemeClr val="bg1"/>
                          </a:solidFill>
                          <a:latin typeface="+mn-lt"/>
                        </a:rPr>
                        <a:t>Personas and Skills</a:t>
                      </a:r>
                    </a:p>
                    <a:p>
                      <a:pPr marL="0" marR="0" lvl="0" indent="0" algn="ctr" defTabSz="914400" rtl="0" eaLnBrk="1" fontAlgn="auto" latinLnBrk="0" hangingPunct="1">
                        <a:lnSpc>
                          <a:spcPct val="100000"/>
                        </a:lnSpc>
                        <a:spcBef>
                          <a:spcPts val="0"/>
                        </a:spcBef>
                        <a:spcAft>
                          <a:spcPts val="0"/>
                        </a:spcAft>
                        <a:buClrTx/>
                        <a:buSzTx/>
                        <a:buFontTx/>
                        <a:buNone/>
                        <a:tabLst/>
                        <a:defRPr/>
                      </a:pPr>
                      <a:r>
                        <a:rPr lang="en-IN" sz="1400" b="1">
                          <a:solidFill>
                            <a:schemeClr val="bg1"/>
                          </a:solidFill>
                          <a:latin typeface="+mn-lt"/>
                        </a:rPr>
                        <a:t>(People)</a:t>
                      </a:r>
                    </a:p>
                  </a:txBody>
                  <a:tcPr marL="45720" marR="4572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tc>
                  <a:txBody>
                    <a:bodyPr/>
                    <a:lstStyle/>
                    <a:p>
                      <a:pPr algn="ctr"/>
                      <a:r>
                        <a:rPr lang="en-US" sz="1400" b="1">
                          <a:solidFill>
                            <a:schemeClr val="bg1"/>
                          </a:solidFill>
                          <a:latin typeface="+mn-lt"/>
                        </a:rPr>
                        <a:t>Performance Management</a:t>
                      </a:r>
                      <a:endParaRPr lang="en-IN" sz="1400" b="1">
                        <a:solidFill>
                          <a:schemeClr val="bg1"/>
                        </a:solidFill>
                        <a:latin typeface="+mn-lt"/>
                      </a:endParaRPr>
                    </a:p>
                  </a:txBody>
                  <a:tcPr marL="45720" marR="4572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tc>
                  <a:txBody>
                    <a:bodyPr/>
                    <a:lstStyle/>
                    <a:p>
                      <a:pPr algn="ctr"/>
                      <a:r>
                        <a:rPr lang="en-IN" sz="1400" b="1">
                          <a:solidFill>
                            <a:schemeClr val="bg1"/>
                          </a:solidFill>
                          <a:latin typeface="+mn-lt"/>
                        </a:rPr>
                        <a:t>Technology and Platforms</a:t>
                      </a:r>
                    </a:p>
                  </a:txBody>
                  <a:tcPr marL="45720" marR="4572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tc>
                  <a:txBody>
                    <a:bodyPr/>
                    <a:lstStyle/>
                    <a:p>
                      <a:pPr algn="ctr"/>
                      <a:r>
                        <a:rPr lang="en-IN" sz="1400" b="1">
                          <a:solidFill>
                            <a:schemeClr val="bg1"/>
                          </a:solidFill>
                          <a:latin typeface="+mn-lt"/>
                        </a:rPr>
                        <a:t>Governance and Change Management</a:t>
                      </a:r>
                    </a:p>
                  </a:txBody>
                  <a:tcPr marL="45720" marR="4572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tc>
                  <a:txBody>
                    <a:bodyPr/>
                    <a:lstStyle/>
                    <a:p>
                      <a:pPr algn="ctr"/>
                      <a:r>
                        <a:rPr lang="en-IN" sz="1400" b="1">
                          <a:solidFill>
                            <a:schemeClr val="bg1"/>
                          </a:solidFill>
                          <a:latin typeface="+mn-lt"/>
                        </a:rPr>
                        <a:t>Client Credentials and Case Studies</a:t>
                      </a:r>
                    </a:p>
                  </a:txBody>
                  <a:tcPr marL="45720" marR="45720" anchor="ctr">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extLst>
                  <a:ext uri="{0D108BD9-81ED-4DB2-BD59-A6C34878D82A}">
                    <a16:rowId xmlns:a16="http://schemas.microsoft.com/office/drawing/2014/main" val="3601155142"/>
                  </a:ext>
                </a:extLst>
              </a:tr>
              <a:tr h="3383280">
                <a:tc>
                  <a:txBody>
                    <a:bodyPr/>
                    <a:lstStyle/>
                    <a:p>
                      <a:pPr marL="137160" indent="-137160">
                        <a:lnSpc>
                          <a:spcPct val="100000"/>
                        </a:lnSpc>
                        <a:spcBef>
                          <a:spcPts val="1800"/>
                        </a:spcBef>
                        <a:buFont typeface="Wingdings" panose="05000000000000000000" pitchFamily="2" charset="2"/>
                        <a:buChar char="§"/>
                      </a:pPr>
                      <a:r>
                        <a:rPr lang="en-IN" sz="1300" dirty="0">
                          <a:solidFill>
                            <a:schemeClr val="bg1"/>
                          </a:solidFill>
                        </a:rPr>
                        <a:t>Global Process Ownership (GPO) – Structure, roles, and definitions</a:t>
                      </a:r>
                    </a:p>
                    <a:p>
                      <a:pPr marL="137160" marR="0" lvl="0" indent="-137160" algn="l" defTabSz="914400" rtl="0" eaLnBrk="1" fontAlgn="auto" latinLnBrk="0" hangingPunct="1">
                        <a:lnSpc>
                          <a:spcPct val="100000"/>
                        </a:lnSpc>
                        <a:spcBef>
                          <a:spcPts val="1800"/>
                        </a:spcBef>
                        <a:spcAft>
                          <a:spcPts val="0"/>
                        </a:spcAft>
                        <a:buClrTx/>
                        <a:buSzTx/>
                        <a:buFont typeface="Wingdings" panose="05000000000000000000" pitchFamily="2" charset="2"/>
                        <a:buChar char="§"/>
                        <a:tabLst/>
                        <a:defRPr/>
                      </a:pPr>
                      <a:r>
                        <a:rPr lang="en-IN" sz="1300" dirty="0">
                          <a:solidFill>
                            <a:schemeClr val="bg1"/>
                          </a:solidFill>
                        </a:rPr>
                        <a:t>R2R interaction model and process maps and overview</a:t>
                      </a:r>
                    </a:p>
                    <a:p>
                      <a:pPr marL="137160" indent="-137160">
                        <a:lnSpc>
                          <a:spcPct val="100000"/>
                        </a:lnSpc>
                        <a:spcBef>
                          <a:spcPts val="1800"/>
                        </a:spcBef>
                        <a:buFont typeface="Wingdings" panose="05000000000000000000" pitchFamily="2" charset="2"/>
                        <a:buChar char="§"/>
                      </a:pPr>
                      <a:r>
                        <a:rPr lang="en-IN" sz="1300" dirty="0">
                          <a:solidFill>
                            <a:schemeClr val="bg1"/>
                          </a:solidFill>
                        </a:rPr>
                        <a:t>Placement of L3 activities</a:t>
                      </a:r>
                    </a:p>
                    <a:p>
                      <a:pPr marL="137160" indent="-137160">
                        <a:lnSpc>
                          <a:spcPct val="100000"/>
                        </a:lnSpc>
                        <a:spcBef>
                          <a:spcPts val="1800"/>
                        </a:spcBef>
                        <a:buFont typeface="Wingdings" panose="05000000000000000000" pitchFamily="2" charset="2"/>
                        <a:buChar char="§"/>
                      </a:pPr>
                      <a:r>
                        <a:rPr lang="en-IN" sz="1300" dirty="0">
                          <a:solidFill>
                            <a:schemeClr val="bg1"/>
                          </a:solidFill>
                        </a:rPr>
                        <a:t>R2R service delivery</a:t>
                      </a:r>
                    </a:p>
                  </a:txBody>
                  <a:tcPr marL="45720" marR="45720" marT="137160" marB="0">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1">
                        <a:lumMod val="95000"/>
                      </a:schemeClr>
                    </a:solidFill>
                  </a:tcPr>
                </a:tc>
                <a:tc>
                  <a:txBody>
                    <a:bodyPr/>
                    <a:lstStyle/>
                    <a:p>
                      <a:pPr marL="137160" indent="-137160">
                        <a:lnSpc>
                          <a:spcPct val="100000"/>
                        </a:lnSpc>
                        <a:spcBef>
                          <a:spcPts val="1800"/>
                        </a:spcBef>
                        <a:buFont typeface="Wingdings" panose="05000000000000000000" pitchFamily="2" charset="2"/>
                        <a:buChar char="§"/>
                      </a:pPr>
                      <a:r>
                        <a:rPr lang="en-IN" sz="1300" dirty="0">
                          <a:solidFill>
                            <a:schemeClr val="bg1"/>
                          </a:solidFill>
                        </a:rPr>
                        <a:t>R2R process ownership model</a:t>
                      </a:r>
                    </a:p>
                    <a:p>
                      <a:pPr marL="137160" indent="-137160">
                        <a:lnSpc>
                          <a:spcPct val="100000"/>
                        </a:lnSpc>
                        <a:spcBef>
                          <a:spcPts val="1800"/>
                        </a:spcBef>
                        <a:buFont typeface="Wingdings" panose="05000000000000000000" pitchFamily="2" charset="2"/>
                        <a:buChar char="§"/>
                      </a:pPr>
                      <a:r>
                        <a:rPr lang="en-IN" sz="1300" dirty="0">
                          <a:solidFill>
                            <a:schemeClr val="bg1"/>
                          </a:solidFill>
                        </a:rPr>
                        <a:t>Organizational framework and hierarchy</a:t>
                      </a:r>
                    </a:p>
                    <a:p>
                      <a:pPr marL="137160" marR="0" lvl="0" indent="-137160" algn="l" defTabSz="914400" rtl="0" eaLnBrk="1" fontAlgn="auto" latinLnBrk="0" hangingPunct="1">
                        <a:lnSpc>
                          <a:spcPct val="100000"/>
                        </a:lnSpc>
                        <a:spcBef>
                          <a:spcPts val="1800"/>
                        </a:spcBef>
                        <a:spcAft>
                          <a:spcPts val="0"/>
                        </a:spcAft>
                        <a:buClrTx/>
                        <a:buSzTx/>
                        <a:buFont typeface="Wingdings" panose="05000000000000000000" pitchFamily="2" charset="2"/>
                        <a:buChar char="§"/>
                        <a:tabLst/>
                        <a:defRPr/>
                      </a:pPr>
                      <a:r>
                        <a:rPr lang="en-IN" sz="1300" dirty="0">
                          <a:solidFill>
                            <a:schemeClr val="bg1"/>
                          </a:solidFill>
                        </a:rPr>
                        <a:t>Transition strategy</a:t>
                      </a:r>
                    </a:p>
                    <a:p>
                      <a:pPr marL="137160" marR="0" lvl="0" indent="-137160" algn="l" defTabSz="914400" rtl="0" eaLnBrk="1" fontAlgn="auto" latinLnBrk="0" hangingPunct="1">
                        <a:lnSpc>
                          <a:spcPct val="100000"/>
                        </a:lnSpc>
                        <a:spcBef>
                          <a:spcPts val="1800"/>
                        </a:spcBef>
                        <a:spcAft>
                          <a:spcPts val="0"/>
                        </a:spcAft>
                        <a:buClrTx/>
                        <a:buSzTx/>
                        <a:buFont typeface="Wingdings" panose="05000000000000000000" pitchFamily="2" charset="2"/>
                        <a:buChar char="§"/>
                        <a:tabLst/>
                        <a:defRPr/>
                      </a:pPr>
                      <a:r>
                        <a:rPr lang="en-IN" sz="1300" dirty="0">
                          <a:solidFill>
                            <a:schemeClr val="bg1"/>
                          </a:solidFill>
                        </a:rPr>
                        <a:t>Sourcing strategy</a:t>
                      </a:r>
                    </a:p>
                  </a:txBody>
                  <a:tcPr marL="45720" marR="45720" marT="137160" marB="0">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1">
                        <a:lumMod val="95000"/>
                      </a:schemeClr>
                    </a:solidFill>
                  </a:tcPr>
                </a:tc>
                <a:tc>
                  <a:txBody>
                    <a:bodyPr/>
                    <a:lstStyle/>
                    <a:p>
                      <a:pPr marL="137160" indent="-137160">
                        <a:lnSpc>
                          <a:spcPct val="100000"/>
                        </a:lnSpc>
                        <a:spcBef>
                          <a:spcPts val="1800"/>
                        </a:spcBef>
                        <a:buFont typeface="Wingdings" panose="05000000000000000000" pitchFamily="2" charset="2"/>
                        <a:buChar char="§"/>
                      </a:pPr>
                      <a:r>
                        <a:rPr lang="en-IN" sz="1300" dirty="0">
                          <a:solidFill>
                            <a:schemeClr val="bg1"/>
                          </a:solidFill>
                        </a:rPr>
                        <a:t>Record-to-Report personas</a:t>
                      </a:r>
                    </a:p>
                    <a:p>
                      <a:pPr marL="137160" indent="-137160">
                        <a:lnSpc>
                          <a:spcPct val="100000"/>
                        </a:lnSpc>
                        <a:spcBef>
                          <a:spcPts val="1800"/>
                        </a:spcBef>
                        <a:buFont typeface="Wingdings" panose="05000000000000000000" pitchFamily="2" charset="2"/>
                        <a:buChar char="§"/>
                      </a:pPr>
                      <a:r>
                        <a:rPr lang="en-IN" sz="1300" dirty="0">
                          <a:solidFill>
                            <a:schemeClr val="bg1"/>
                          </a:solidFill>
                        </a:rPr>
                        <a:t>Skill assessment toolkit</a:t>
                      </a:r>
                    </a:p>
                    <a:p>
                      <a:pPr marL="137160" marR="0" lvl="0" indent="-137160" algn="l" defTabSz="914400" rtl="0" eaLnBrk="1" fontAlgn="auto" latinLnBrk="0" hangingPunct="1">
                        <a:lnSpc>
                          <a:spcPct val="100000"/>
                        </a:lnSpc>
                        <a:spcBef>
                          <a:spcPts val="1800"/>
                        </a:spcBef>
                        <a:spcAft>
                          <a:spcPts val="0"/>
                        </a:spcAft>
                        <a:buClrTx/>
                        <a:buSzTx/>
                        <a:buFont typeface="Wingdings" panose="05000000000000000000" pitchFamily="2" charset="2"/>
                        <a:buChar char="§"/>
                        <a:tabLst/>
                        <a:defRPr/>
                      </a:pPr>
                      <a:r>
                        <a:rPr lang="en-IN" sz="1300" dirty="0">
                          <a:solidFill>
                            <a:schemeClr val="bg1"/>
                          </a:solidFill>
                        </a:rPr>
                        <a:t>Roadmap builder</a:t>
                      </a:r>
                    </a:p>
                    <a:p>
                      <a:pPr marL="137160" marR="0" lvl="0" indent="-137160" algn="l" defTabSz="914400" rtl="0" eaLnBrk="1" fontAlgn="auto" latinLnBrk="0" hangingPunct="1">
                        <a:lnSpc>
                          <a:spcPct val="100000"/>
                        </a:lnSpc>
                        <a:spcBef>
                          <a:spcPts val="1800"/>
                        </a:spcBef>
                        <a:spcAft>
                          <a:spcPts val="0"/>
                        </a:spcAft>
                        <a:buClrTx/>
                        <a:buSzTx/>
                        <a:buFont typeface="Wingdings" panose="05000000000000000000" pitchFamily="2" charset="2"/>
                        <a:buChar char="§"/>
                        <a:tabLst/>
                        <a:defRPr/>
                      </a:pPr>
                      <a:r>
                        <a:rPr lang="en-IN" sz="1300" dirty="0">
                          <a:solidFill>
                            <a:schemeClr val="bg1"/>
                          </a:solidFill>
                        </a:rPr>
                        <a:t>Role-based learning pathways</a:t>
                      </a:r>
                    </a:p>
                  </a:txBody>
                  <a:tcPr marL="45720" marR="45720" marT="137160" marB="0">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1">
                        <a:lumMod val="95000"/>
                      </a:schemeClr>
                    </a:solidFill>
                  </a:tcPr>
                </a:tc>
                <a:tc>
                  <a:txBody>
                    <a:bodyPr/>
                    <a:lstStyle/>
                    <a:p>
                      <a:pPr marL="137160" indent="-137160">
                        <a:lnSpc>
                          <a:spcPct val="100000"/>
                        </a:lnSpc>
                        <a:spcBef>
                          <a:spcPts val="1800"/>
                        </a:spcBef>
                        <a:buFont typeface="Wingdings" panose="05000000000000000000" pitchFamily="2" charset="2"/>
                        <a:buChar char="§"/>
                      </a:pPr>
                      <a:r>
                        <a:rPr lang="en-IN" sz="1300" dirty="0">
                          <a:solidFill>
                            <a:schemeClr val="bg1"/>
                          </a:solidFill>
                        </a:rPr>
                        <a:t>Performance metrics and management:</a:t>
                      </a:r>
                    </a:p>
                    <a:p>
                      <a:pPr marL="365760" indent="-182880">
                        <a:lnSpc>
                          <a:spcPct val="100000"/>
                        </a:lnSpc>
                        <a:spcBef>
                          <a:spcPts val="900"/>
                        </a:spcBef>
                        <a:buFont typeface="Courier New" panose="02070309020205020404" pitchFamily="49" charset="0"/>
                        <a:buChar char="o"/>
                      </a:pPr>
                      <a:r>
                        <a:rPr lang="en-IN" sz="1300" dirty="0">
                          <a:solidFill>
                            <a:schemeClr val="bg1"/>
                          </a:solidFill>
                        </a:rPr>
                        <a:t>GBS</a:t>
                      </a:r>
                    </a:p>
                    <a:p>
                      <a:pPr marL="365760" indent="-182880">
                        <a:lnSpc>
                          <a:spcPct val="100000"/>
                        </a:lnSpc>
                        <a:spcBef>
                          <a:spcPts val="900"/>
                        </a:spcBef>
                        <a:buFont typeface="Courier New" panose="02070309020205020404" pitchFamily="49" charset="0"/>
                        <a:buChar char="o"/>
                      </a:pPr>
                      <a:r>
                        <a:rPr lang="en-IN" sz="1300" dirty="0" err="1">
                          <a:solidFill>
                            <a:schemeClr val="bg1"/>
                          </a:solidFill>
                        </a:rPr>
                        <a:t>CoE</a:t>
                      </a:r>
                      <a:endParaRPr lang="en-IN" sz="1300" dirty="0">
                        <a:solidFill>
                          <a:schemeClr val="bg1"/>
                        </a:solidFill>
                      </a:endParaRPr>
                    </a:p>
                  </a:txBody>
                  <a:tcPr marL="45720" marR="45720" marT="137160" marB="0">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1">
                        <a:lumMod val="95000"/>
                      </a:schemeClr>
                    </a:solidFill>
                  </a:tcPr>
                </a:tc>
                <a:tc>
                  <a:txBody>
                    <a:bodyPr/>
                    <a:lstStyle/>
                    <a:p>
                      <a:pPr marL="137160" indent="-137160">
                        <a:lnSpc>
                          <a:spcPct val="100000"/>
                        </a:lnSpc>
                        <a:spcBef>
                          <a:spcPts val="1800"/>
                        </a:spcBef>
                        <a:buFont typeface="Wingdings" panose="05000000000000000000" pitchFamily="2" charset="2"/>
                        <a:buChar char="§"/>
                      </a:pPr>
                      <a:r>
                        <a:rPr lang="en-US" sz="1300" dirty="0">
                          <a:solidFill>
                            <a:schemeClr val="bg1"/>
                          </a:solidFill>
                        </a:rPr>
                        <a:t>R2R technology overview</a:t>
                      </a:r>
                    </a:p>
                    <a:p>
                      <a:pPr marL="137160" indent="-137160">
                        <a:lnSpc>
                          <a:spcPct val="100000"/>
                        </a:lnSpc>
                        <a:spcBef>
                          <a:spcPts val="1800"/>
                        </a:spcBef>
                        <a:buFont typeface="Wingdings" panose="05000000000000000000" pitchFamily="2" charset="2"/>
                        <a:buChar char="§"/>
                      </a:pPr>
                      <a:r>
                        <a:rPr lang="en-IN" sz="1300" dirty="0">
                          <a:solidFill>
                            <a:schemeClr val="bg1"/>
                          </a:solidFill>
                        </a:rPr>
                        <a:t>Different platforms and tools:</a:t>
                      </a:r>
                    </a:p>
                    <a:p>
                      <a:pPr marL="365760" indent="-182880" algn="l" defTabSz="914400" rtl="0" eaLnBrk="1" latinLnBrk="0" hangingPunct="1">
                        <a:lnSpc>
                          <a:spcPct val="100000"/>
                        </a:lnSpc>
                        <a:spcBef>
                          <a:spcPts val="900"/>
                        </a:spcBef>
                        <a:buFont typeface="Courier New" panose="02070309020205020404" pitchFamily="49" charset="0"/>
                        <a:buChar char="o"/>
                      </a:pPr>
                      <a:r>
                        <a:rPr lang="en-IN" sz="1300" kern="1200" dirty="0">
                          <a:solidFill>
                            <a:schemeClr val="bg1"/>
                          </a:solidFill>
                          <a:latin typeface="+mn-lt"/>
                          <a:ea typeface="+mn-ea"/>
                          <a:cs typeface="+mn-cs"/>
                        </a:rPr>
                        <a:t>BlackLine</a:t>
                      </a:r>
                    </a:p>
                    <a:p>
                      <a:pPr marL="365760" indent="-182880" algn="l" defTabSz="914400" rtl="0" eaLnBrk="1" latinLnBrk="0" hangingPunct="1">
                        <a:lnSpc>
                          <a:spcPct val="100000"/>
                        </a:lnSpc>
                        <a:spcBef>
                          <a:spcPts val="900"/>
                        </a:spcBef>
                        <a:buFont typeface="Courier New" panose="02070309020205020404" pitchFamily="49" charset="0"/>
                        <a:buChar char="o"/>
                      </a:pPr>
                      <a:r>
                        <a:rPr lang="en-IN" sz="1300" kern="1200" dirty="0">
                          <a:solidFill>
                            <a:schemeClr val="bg1"/>
                          </a:solidFill>
                          <a:latin typeface="+mn-lt"/>
                          <a:ea typeface="+mn-ea"/>
                          <a:cs typeface="+mn-cs"/>
                        </a:rPr>
                        <a:t>Trintech</a:t>
                      </a:r>
                    </a:p>
                    <a:p>
                      <a:pPr marL="365760" indent="-182880" algn="l" defTabSz="914400" rtl="0" eaLnBrk="1" latinLnBrk="0" hangingPunct="1">
                        <a:lnSpc>
                          <a:spcPct val="100000"/>
                        </a:lnSpc>
                        <a:spcBef>
                          <a:spcPts val="900"/>
                        </a:spcBef>
                        <a:buFont typeface="Courier New" panose="02070309020205020404" pitchFamily="49" charset="0"/>
                        <a:buChar char="o"/>
                      </a:pPr>
                      <a:r>
                        <a:rPr lang="en-IN" sz="1300" kern="1200" dirty="0">
                          <a:solidFill>
                            <a:schemeClr val="bg1"/>
                          </a:solidFill>
                          <a:latin typeface="+mn-lt"/>
                          <a:ea typeface="+mn-ea"/>
                          <a:cs typeface="+mn-cs"/>
                        </a:rPr>
                        <a:t>ARCS</a:t>
                      </a:r>
                    </a:p>
                    <a:p>
                      <a:pPr marL="365760" indent="-182880" algn="l" defTabSz="914400" rtl="0" eaLnBrk="1" latinLnBrk="0" hangingPunct="1">
                        <a:lnSpc>
                          <a:spcPct val="100000"/>
                        </a:lnSpc>
                        <a:spcBef>
                          <a:spcPts val="900"/>
                        </a:spcBef>
                        <a:buFont typeface="Courier New" panose="02070309020205020404" pitchFamily="49" charset="0"/>
                        <a:buChar char="o"/>
                      </a:pPr>
                      <a:r>
                        <a:rPr lang="en-IN" sz="1300" kern="1200" dirty="0">
                          <a:solidFill>
                            <a:schemeClr val="bg1"/>
                          </a:solidFill>
                          <a:latin typeface="+mn-lt"/>
                          <a:ea typeface="+mn-ea"/>
                          <a:cs typeface="+mn-cs"/>
                        </a:rPr>
                        <a:t>Financial Consolidation Systems</a:t>
                      </a:r>
                    </a:p>
                  </a:txBody>
                  <a:tcPr marL="45720" marR="45720" marT="137160" marB="0">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1">
                        <a:lumMod val="95000"/>
                      </a:schemeClr>
                    </a:solidFill>
                  </a:tcPr>
                </a:tc>
                <a:tc>
                  <a:txBody>
                    <a:bodyPr/>
                    <a:lstStyle/>
                    <a:p>
                      <a:pPr marL="137160" marR="0" lvl="0" indent="-137160" algn="l" defTabSz="914400" rtl="0" eaLnBrk="1" fontAlgn="auto" latinLnBrk="0" hangingPunct="1">
                        <a:lnSpc>
                          <a:spcPct val="100000"/>
                        </a:lnSpc>
                        <a:spcBef>
                          <a:spcPts val="1800"/>
                        </a:spcBef>
                        <a:spcAft>
                          <a:spcPts val="0"/>
                        </a:spcAft>
                        <a:buClrTx/>
                        <a:buSzTx/>
                        <a:buFont typeface="Wingdings" panose="05000000000000000000" pitchFamily="2" charset="2"/>
                        <a:buChar char="§"/>
                        <a:tabLst/>
                        <a:defRPr/>
                      </a:pPr>
                      <a:r>
                        <a:rPr lang="en-IN" sz="1300" dirty="0">
                          <a:solidFill>
                            <a:schemeClr val="bg1"/>
                          </a:solidFill>
                        </a:rPr>
                        <a:t>Governance model and accountability framework (Decision-making, policies and controls)</a:t>
                      </a:r>
                    </a:p>
                    <a:p>
                      <a:pPr marL="137160" marR="0" lvl="0" indent="-137160" algn="l" defTabSz="914400" rtl="0" eaLnBrk="1" fontAlgn="auto" latinLnBrk="0" hangingPunct="1">
                        <a:lnSpc>
                          <a:spcPct val="100000"/>
                        </a:lnSpc>
                        <a:spcBef>
                          <a:spcPts val="1800"/>
                        </a:spcBef>
                        <a:spcAft>
                          <a:spcPts val="0"/>
                        </a:spcAft>
                        <a:buClrTx/>
                        <a:buSzTx/>
                        <a:buFont typeface="Wingdings" panose="05000000000000000000" pitchFamily="2" charset="2"/>
                        <a:buChar char="§"/>
                        <a:tabLst/>
                        <a:defRPr/>
                      </a:pPr>
                      <a:r>
                        <a:rPr lang="en-IN" sz="1300" dirty="0">
                          <a:solidFill>
                            <a:schemeClr val="bg1"/>
                          </a:solidFill>
                        </a:rPr>
                        <a:t>RACI matrix</a:t>
                      </a:r>
                    </a:p>
                    <a:p>
                      <a:pPr marL="137160" marR="0" lvl="0" indent="-137160" algn="l" defTabSz="914400" rtl="0" eaLnBrk="1" fontAlgn="auto" latinLnBrk="0" hangingPunct="1">
                        <a:lnSpc>
                          <a:spcPct val="100000"/>
                        </a:lnSpc>
                        <a:spcBef>
                          <a:spcPts val="1800"/>
                        </a:spcBef>
                        <a:spcAft>
                          <a:spcPts val="0"/>
                        </a:spcAft>
                        <a:buClrTx/>
                        <a:buSzTx/>
                        <a:buFont typeface="Wingdings" panose="05000000000000000000" pitchFamily="2" charset="2"/>
                        <a:buChar char="§"/>
                        <a:tabLst/>
                        <a:defRPr/>
                      </a:pPr>
                      <a:r>
                        <a:rPr lang="en-IN" sz="1300" dirty="0">
                          <a:solidFill>
                            <a:schemeClr val="bg1"/>
                          </a:solidFill>
                        </a:rPr>
                        <a:t>Change impact analysis</a:t>
                      </a:r>
                    </a:p>
                    <a:p>
                      <a:pPr marL="137160" marR="0" lvl="0" indent="-137160" algn="l" defTabSz="914400" rtl="0" eaLnBrk="1" fontAlgn="auto" latinLnBrk="0" hangingPunct="1">
                        <a:lnSpc>
                          <a:spcPct val="100000"/>
                        </a:lnSpc>
                        <a:spcBef>
                          <a:spcPts val="1800"/>
                        </a:spcBef>
                        <a:spcAft>
                          <a:spcPts val="0"/>
                        </a:spcAft>
                        <a:buClrTx/>
                        <a:buSzTx/>
                        <a:buFont typeface="Wingdings" panose="05000000000000000000" pitchFamily="2" charset="2"/>
                        <a:buChar char="§"/>
                        <a:tabLst/>
                        <a:defRPr/>
                      </a:pPr>
                      <a:r>
                        <a:rPr lang="en-IN" sz="1300" dirty="0">
                          <a:solidFill>
                            <a:schemeClr val="bg1"/>
                          </a:solidFill>
                        </a:rPr>
                        <a:t>Communication strategy</a:t>
                      </a:r>
                    </a:p>
                  </a:txBody>
                  <a:tcPr marL="45720" marR="45720" marT="137160" marB="0">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1">
                        <a:lumMod val="95000"/>
                      </a:schemeClr>
                    </a:solidFill>
                  </a:tcPr>
                </a:tc>
                <a:tc>
                  <a:txBody>
                    <a:bodyPr/>
                    <a:lstStyle/>
                    <a:p>
                      <a:pPr marL="137160" marR="0" lvl="0" indent="-137160" algn="l" defTabSz="914400" rtl="0" eaLnBrk="1" fontAlgn="auto" latinLnBrk="0" hangingPunct="1">
                        <a:lnSpc>
                          <a:spcPct val="100000"/>
                        </a:lnSpc>
                        <a:spcBef>
                          <a:spcPts val="1800"/>
                        </a:spcBef>
                        <a:spcAft>
                          <a:spcPts val="0"/>
                        </a:spcAft>
                        <a:buClrTx/>
                        <a:buSzTx/>
                        <a:buFont typeface="Wingdings" panose="05000000000000000000" pitchFamily="2" charset="2"/>
                        <a:buChar char="§"/>
                        <a:tabLst/>
                        <a:defRPr/>
                      </a:pPr>
                      <a:r>
                        <a:rPr lang="en-IN" sz="1300" dirty="0">
                          <a:solidFill>
                            <a:schemeClr val="bg1"/>
                          </a:solidFill>
                        </a:rPr>
                        <a:t>Client credentials and case studies</a:t>
                      </a:r>
                    </a:p>
                    <a:p>
                      <a:pPr marL="137160" indent="-137160">
                        <a:lnSpc>
                          <a:spcPct val="100000"/>
                        </a:lnSpc>
                        <a:spcBef>
                          <a:spcPts val="1800"/>
                        </a:spcBef>
                        <a:buFont typeface="Wingdings" panose="05000000000000000000" pitchFamily="2" charset="2"/>
                        <a:buChar char="§"/>
                      </a:pPr>
                      <a:r>
                        <a:rPr lang="en-IN" sz="1300" dirty="0">
                          <a:solidFill>
                            <a:schemeClr val="bg1"/>
                          </a:solidFill>
                        </a:rPr>
                        <a:t>Team skillset on R2R project delivery</a:t>
                      </a:r>
                    </a:p>
                  </a:txBody>
                  <a:tcPr marL="45720" marR="45720" marT="137160" marB="0">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855840671"/>
                  </a:ext>
                </a:extLst>
              </a:tr>
            </a:tbl>
          </a:graphicData>
        </a:graphic>
      </p:graphicFrame>
    </p:spTree>
    <p:extLst>
      <p:ext uri="{BB962C8B-B14F-4D97-AF65-F5344CB8AC3E}">
        <p14:creationId xmlns:p14="http://schemas.microsoft.com/office/powerpoint/2010/main" val="327755130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78BEF7-E3C1-5D46-9250-1B90271AD8B2}"/>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218B3139-A3E3-8356-ED30-67EFCBFE2C8A}"/>
              </a:ext>
            </a:extLst>
          </p:cNvPr>
          <p:cNvSpPr/>
          <p:nvPr/>
        </p:nvSpPr>
        <p:spPr>
          <a:xfrm>
            <a:off x="4373880" y="2514600"/>
            <a:ext cx="6400800" cy="18288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IN" sz="4000" b="1">
                <a:solidFill>
                  <a:schemeClr val="tx2"/>
                </a:solidFill>
                <a:latin typeface="+mj-lt"/>
              </a:rPr>
              <a:t>Operating Model and Service Delivery</a:t>
            </a:r>
          </a:p>
        </p:txBody>
      </p:sp>
    </p:spTree>
    <p:extLst>
      <p:ext uri="{BB962C8B-B14F-4D97-AF65-F5344CB8AC3E}">
        <p14:creationId xmlns:p14="http://schemas.microsoft.com/office/powerpoint/2010/main" val="166461536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A0988F-E9DE-3F43-99C8-FD8425F79343}"/>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436E8138-F59D-B6D6-E425-78D479A8FD63}"/>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Global Process Ownership (GPO) Structure</a:t>
            </a:r>
          </a:p>
        </p:txBody>
      </p:sp>
      <p:sp>
        <p:nvSpPr>
          <p:cNvPr id="6" name="Date Placeholder 5">
            <a:extLst>
              <a:ext uri="{FF2B5EF4-FFF2-40B4-BE49-F238E27FC236}">
                <a16:creationId xmlns:a16="http://schemas.microsoft.com/office/drawing/2014/main" id="{5CC86B6E-9D9E-DA76-01CA-226188741F20}"/>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C323625A-2B6F-8B71-A372-236A60B7A9D3}"/>
              </a:ext>
            </a:extLst>
          </p:cNvPr>
          <p:cNvSpPr>
            <a:spLocks noGrp="1"/>
          </p:cNvSpPr>
          <p:nvPr>
            <p:ph type="sldNum" sz="quarter" idx="19"/>
          </p:nvPr>
        </p:nvSpPr>
        <p:spPr/>
        <p:txBody>
          <a:bodyPr/>
          <a:lstStyle/>
          <a:p>
            <a:fld id="{94FCA0F3-9F3A-694B-99BB-0E592A797735}" type="slidenum">
              <a:rPr lang="en-US" smtClean="0"/>
              <a:t>8</a:t>
            </a:fld>
            <a:endParaRPr lang="en-US"/>
          </a:p>
        </p:txBody>
      </p:sp>
      <p:sp>
        <p:nvSpPr>
          <p:cNvPr id="36" name="Text Placeholder 2">
            <a:extLst>
              <a:ext uri="{FF2B5EF4-FFF2-40B4-BE49-F238E27FC236}">
                <a16:creationId xmlns:a16="http://schemas.microsoft.com/office/drawing/2014/main" id="{2DB118E2-929E-BC41-C63A-80E635270C47}"/>
              </a:ext>
            </a:extLst>
          </p:cNvPr>
          <p:cNvSpPr txBox="1">
            <a:spLocks/>
          </p:cNvSpPr>
          <p:nvPr/>
        </p:nvSpPr>
        <p:spPr>
          <a:xfrm>
            <a:off x="495300" y="914978"/>
            <a:ext cx="11201400" cy="640080"/>
          </a:xfrm>
          <a:prstGeom prst="rect">
            <a:avLst/>
          </a:prstGeom>
        </p:spPr>
        <p:txBody>
          <a:bodyPr vert="horz" lIns="91440" tIns="45720" rIns="91440" bIns="45720" rtlCol="0" anchor="ctr" anchorCtr="0">
            <a:noAutofit/>
          </a:bodyPr>
          <a:lstStyle>
            <a:lvl1pPr marL="0" indent="0" algn="l" defTabSz="914400" rtl="0" eaLnBrk="1" latinLnBrk="0" hangingPunct="1">
              <a:lnSpc>
                <a:spcPct val="100000"/>
              </a:lnSpc>
              <a:spcBef>
                <a:spcPts val="1200"/>
              </a:spcBef>
              <a:buFont typeface="Arial" panose="020B0604020202020204" pitchFamily="34" charset="0"/>
              <a:buNone/>
              <a:defRPr sz="1600" kern="1200">
                <a:solidFill>
                  <a:schemeClr val="tx1"/>
                </a:solidFill>
                <a:latin typeface="+mn-lt"/>
                <a:ea typeface="+mn-ea"/>
                <a:cs typeface="+mn-cs"/>
              </a:defRPr>
            </a:lvl1pPr>
            <a:lvl2pPr marL="216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2pPr>
            <a:lvl3pPr marL="432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3pPr>
            <a:lvl4pPr marL="648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4pPr>
            <a:lvl5pPr marL="864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GB" sz="1600" b="0" i="0" u="none" strike="noStrike" kern="1200" cap="none" spc="0" normalizeH="0" baseline="0" noProof="0">
                <a:ln>
                  <a:noFill/>
                </a:ln>
                <a:solidFill>
                  <a:srgbClr val="333333"/>
                </a:solidFill>
                <a:effectLst/>
                <a:uLnTx/>
                <a:uFillTx/>
                <a:ea typeface="+mn-ea"/>
              </a:rPr>
              <a:t>A comprehensive GPO model comprises responsibility for process design, delivery &amp; IT solution design. GPO’s responsibilities for Global will evolve from </a:t>
            </a:r>
            <a:r>
              <a:rPr kumimoji="0" lang="en-GB" sz="1600" b="1" i="0" u="none" strike="noStrike" kern="1200" cap="none" spc="0" normalizeH="0" baseline="0" noProof="0">
                <a:ln>
                  <a:noFill/>
                </a:ln>
                <a:solidFill>
                  <a:srgbClr val="333333"/>
                </a:solidFill>
                <a:effectLst/>
                <a:uLnTx/>
                <a:uFillTx/>
                <a:ea typeface="+mn-ea"/>
              </a:rPr>
              <a:t>advanced model </a:t>
            </a:r>
            <a:r>
              <a:rPr kumimoji="0" lang="en-GB" sz="1600" b="0" i="0" u="none" strike="noStrike" kern="1200" cap="none" spc="0" normalizeH="0" baseline="0" noProof="0">
                <a:ln>
                  <a:noFill/>
                </a:ln>
                <a:solidFill>
                  <a:srgbClr val="333333"/>
                </a:solidFill>
                <a:effectLst/>
                <a:uLnTx/>
                <a:uFillTx/>
                <a:ea typeface="+mn-ea"/>
              </a:rPr>
              <a:t>to </a:t>
            </a:r>
            <a:r>
              <a:rPr kumimoji="0" lang="en-GB" sz="1600" b="1" i="0" u="none" strike="noStrike" kern="1200" cap="none" spc="0" normalizeH="0" baseline="0" noProof="0">
                <a:ln>
                  <a:noFill/>
                </a:ln>
                <a:solidFill>
                  <a:srgbClr val="333333"/>
                </a:solidFill>
                <a:effectLst/>
                <a:uLnTx/>
                <a:uFillTx/>
                <a:ea typeface="+mn-ea"/>
              </a:rPr>
              <a:t>comprehensive E2E responsibility</a:t>
            </a:r>
            <a:r>
              <a:rPr kumimoji="0" lang="en-GB" sz="1600" b="0" i="0" u="none" strike="noStrike" kern="1200" cap="none" spc="0" normalizeH="0" baseline="0" noProof="0">
                <a:ln>
                  <a:noFill/>
                </a:ln>
                <a:solidFill>
                  <a:srgbClr val="333333"/>
                </a:solidFill>
                <a:effectLst/>
                <a:uLnTx/>
                <a:uFillTx/>
                <a:ea typeface="+mn-ea"/>
              </a:rPr>
              <a:t>.  </a:t>
            </a:r>
            <a:endParaRPr kumimoji="0" lang="en-GB" sz="1600" b="0" i="0" u="none" strike="noStrike" kern="1200" cap="none" spc="0" normalizeH="0" baseline="0" noProof="0">
              <a:ln>
                <a:noFill/>
              </a:ln>
              <a:solidFill>
                <a:srgbClr val="333333">
                  <a:lumMod val="50000"/>
                </a:srgbClr>
              </a:solidFill>
              <a:effectLst/>
              <a:uLnTx/>
              <a:uFillTx/>
              <a:ea typeface="+mn-ea"/>
              <a:cs typeface="Arial"/>
            </a:endParaRPr>
          </a:p>
        </p:txBody>
      </p:sp>
      <p:sp>
        <p:nvSpPr>
          <p:cNvPr id="3" name="AutoShape 49">
            <a:extLst>
              <a:ext uri="{FF2B5EF4-FFF2-40B4-BE49-F238E27FC236}">
                <a16:creationId xmlns:a16="http://schemas.microsoft.com/office/drawing/2014/main" id="{4BE4796C-483E-026A-FFE6-6B91AEC958F0}"/>
              </a:ext>
            </a:extLst>
          </p:cNvPr>
          <p:cNvSpPr>
            <a:spLocks noChangeArrowheads="1"/>
          </p:cNvSpPr>
          <p:nvPr>
            <p:custDataLst>
              <p:tags r:id="rId1"/>
            </p:custDataLst>
          </p:nvPr>
        </p:nvSpPr>
        <p:spPr bwMode="gray">
          <a:xfrm>
            <a:off x="495300" y="1645871"/>
            <a:ext cx="3657600" cy="548640"/>
          </a:xfrm>
          <a:prstGeom prst="rect">
            <a:avLst/>
          </a:prstGeom>
          <a:noFill/>
          <a:ln w="9525" algn="ctr">
            <a:noFill/>
            <a:miter lim="800000"/>
            <a:headEnd/>
            <a:tailEnd/>
          </a:ln>
        </p:spPr>
        <p:txBody>
          <a:bodyPr lIns="91440" tIns="45720" rIns="91440" bIns="45720" anchor="ctr" anchorCtr="0"/>
          <a:lstStyle/>
          <a:p>
            <a:pPr marL="0" marR="0" lvl="0" indent="0" algn="ctr" defTabSz="1701716" rtl="0" eaLnBrk="0" fontAlgn="auto" latinLnBrk="0" hangingPunct="0">
              <a:lnSpc>
                <a:spcPct val="100000"/>
              </a:lnSpc>
              <a:spcBef>
                <a:spcPts val="300"/>
              </a:spcBef>
              <a:spcAft>
                <a:spcPts val="0"/>
              </a:spcAft>
              <a:buClr>
                <a:srgbClr val="666699"/>
              </a:buClr>
              <a:buSzPct val="75000"/>
              <a:buFontTx/>
              <a:buNone/>
              <a:tabLst/>
              <a:defRPr/>
            </a:pPr>
            <a:r>
              <a:rPr kumimoji="0" lang="en-US" sz="1400" b="1" i="0" u="none" strike="noStrike" kern="0" cap="none" spc="0" normalizeH="0" baseline="0" noProof="0">
                <a:ln>
                  <a:noFill/>
                </a:ln>
                <a:solidFill>
                  <a:srgbClr val="333333"/>
                </a:solidFill>
                <a:effectLst/>
                <a:uLnTx/>
                <a:uFillTx/>
                <a:cs typeface="Arial" panose="020B0604020202020204" pitchFamily="34" charset="0"/>
                <a:sym typeface="Helvetica Light"/>
              </a:rPr>
              <a:t>GPO Light Model</a:t>
            </a:r>
          </a:p>
          <a:p>
            <a:pPr marL="0" marR="0" lvl="0" indent="0" algn="ctr" defTabSz="1701716" rtl="0" eaLnBrk="0" fontAlgn="auto" latinLnBrk="0" hangingPunct="0">
              <a:lnSpc>
                <a:spcPct val="100000"/>
              </a:lnSpc>
              <a:spcBef>
                <a:spcPts val="300"/>
              </a:spcBef>
              <a:spcAft>
                <a:spcPts val="0"/>
              </a:spcAft>
              <a:buClr>
                <a:srgbClr val="666699"/>
              </a:buClr>
              <a:buSzPct val="75000"/>
              <a:buFontTx/>
              <a:buNone/>
              <a:tabLst/>
              <a:defRPr/>
            </a:pPr>
            <a:r>
              <a:rPr kumimoji="0" lang="en-US" sz="1200" b="0" i="1" u="none" strike="noStrike" kern="1200" cap="none" spc="-53" normalizeH="0" baseline="0" noProof="0">
                <a:ln>
                  <a:noFill/>
                </a:ln>
                <a:solidFill>
                  <a:srgbClr val="333333"/>
                </a:solidFill>
                <a:effectLst/>
                <a:uLnTx/>
                <a:uFillTx/>
              </a:rPr>
              <a:t>Design responsibilities for GBS processes</a:t>
            </a:r>
            <a:endParaRPr kumimoji="0" lang="en-US" sz="1200" b="0" i="1" u="none" strike="noStrike" kern="1200" cap="none" spc="0" normalizeH="0" baseline="0" noProof="0">
              <a:ln>
                <a:noFill/>
              </a:ln>
              <a:solidFill>
                <a:srgbClr val="333333"/>
              </a:solidFill>
              <a:effectLst/>
              <a:uLnTx/>
              <a:uFillTx/>
              <a:ea typeface="Nokia Pure Text Light" panose="020B0403020202020204" pitchFamily="34" charset="0"/>
            </a:endParaRPr>
          </a:p>
        </p:txBody>
      </p:sp>
      <p:sp>
        <p:nvSpPr>
          <p:cNvPr id="4" name="AutoShape 49">
            <a:extLst>
              <a:ext uri="{FF2B5EF4-FFF2-40B4-BE49-F238E27FC236}">
                <a16:creationId xmlns:a16="http://schemas.microsoft.com/office/drawing/2014/main" id="{AB14E980-D2AD-C96E-2FFB-C3227C288800}"/>
              </a:ext>
            </a:extLst>
          </p:cNvPr>
          <p:cNvSpPr>
            <a:spLocks noChangeArrowheads="1"/>
          </p:cNvSpPr>
          <p:nvPr>
            <p:custDataLst>
              <p:tags r:id="rId2"/>
            </p:custDataLst>
          </p:nvPr>
        </p:nvSpPr>
        <p:spPr bwMode="gray">
          <a:xfrm>
            <a:off x="8039100" y="1645871"/>
            <a:ext cx="3657600" cy="548640"/>
          </a:xfrm>
          <a:prstGeom prst="rect">
            <a:avLst/>
          </a:prstGeom>
          <a:noFill/>
          <a:ln w="9525" algn="ctr">
            <a:noFill/>
            <a:miter lim="800000"/>
            <a:headEnd/>
            <a:tailEnd/>
          </a:ln>
        </p:spPr>
        <p:txBody>
          <a:bodyPr lIns="91440" tIns="45720" rIns="91440" bIns="45720" anchor="ctr" anchorCtr="0"/>
          <a:lstStyle/>
          <a:p>
            <a:pPr marL="0" marR="0" lvl="0" indent="0" algn="ctr" defTabSz="1701716" rtl="0" eaLnBrk="0" fontAlgn="auto" latinLnBrk="0" hangingPunct="0">
              <a:lnSpc>
                <a:spcPct val="100000"/>
              </a:lnSpc>
              <a:spcBef>
                <a:spcPts val="300"/>
              </a:spcBef>
              <a:spcAft>
                <a:spcPts val="0"/>
              </a:spcAft>
              <a:buClr>
                <a:srgbClr val="666699"/>
              </a:buClr>
              <a:buSzPct val="75000"/>
              <a:buFontTx/>
              <a:buNone/>
              <a:tabLst/>
              <a:defRPr/>
            </a:pPr>
            <a:r>
              <a:rPr kumimoji="0" lang="en-US" sz="1400" b="1" i="0" u="none" strike="noStrike" kern="0" cap="none" spc="0" normalizeH="0" baseline="0" noProof="0">
                <a:ln>
                  <a:noFill/>
                </a:ln>
                <a:solidFill>
                  <a:srgbClr val="333333"/>
                </a:solidFill>
                <a:effectLst/>
                <a:uLnTx/>
                <a:uFillTx/>
                <a:ea typeface="+mn-ea"/>
                <a:cs typeface="Arial" panose="020B0604020202020204" pitchFamily="34" charset="0"/>
                <a:sym typeface="Helvetica Light"/>
              </a:rPr>
              <a:t>GBS Comprehensive Model</a:t>
            </a:r>
          </a:p>
          <a:p>
            <a:pPr marL="0" marR="0" lvl="0" indent="0" algn="ctr" defTabSz="1701716" rtl="0" eaLnBrk="0" fontAlgn="auto" latinLnBrk="0" hangingPunct="0">
              <a:lnSpc>
                <a:spcPct val="100000"/>
              </a:lnSpc>
              <a:spcBef>
                <a:spcPts val="300"/>
              </a:spcBef>
              <a:spcAft>
                <a:spcPts val="0"/>
              </a:spcAft>
              <a:buClr>
                <a:srgbClr val="666699"/>
              </a:buClr>
              <a:buSzPct val="75000"/>
              <a:buFontTx/>
              <a:buNone/>
              <a:tabLst/>
              <a:defRPr/>
            </a:pPr>
            <a:r>
              <a:rPr kumimoji="0" lang="en-US" sz="1200" b="0" i="1" u="none" strike="noStrike" kern="1200" cap="none" spc="-53" normalizeH="0" baseline="0" noProof="0">
                <a:ln>
                  <a:noFill/>
                </a:ln>
                <a:solidFill>
                  <a:srgbClr val="333333"/>
                </a:solidFill>
                <a:effectLst/>
                <a:uLnTx/>
                <a:uFillTx/>
                <a:ea typeface="+mn-ea"/>
              </a:rPr>
              <a:t>Full fledged E2E responsibility (GSO*)</a:t>
            </a:r>
            <a:endParaRPr kumimoji="0" lang="en-US" sz="1200" b="1" i="1" u="none" strike="noStrike" kern="0" cap="none" spc="0" normalizeH="0" baseline="0" noProof="0">
              <a:ln>
                <a:noFill/>
              </a:ln>
              <a:solidFill>
                <a:srgbClr val="333333"/>
              </a:solidFill>
              <a:effectLst/>
              <a:uLnTx/>
              <a:uFillTx/>
              <a:ea typeface="+mn-ea"/>
              <a:cs typeface="Arial" panose="020B0604020202020204" pitchFamily="34" charset="0"/>
              <a:sym typeface="Helvetica Light"/>
            </a:endParaRPr>
          </a:p>
        </p:txBody>
      </p:sp>
      <p:grpSp>
        <p:nvGrpSpPr>
          <p:cNvPr id="33" name="Group 32">
            <a:extLst>
              <a:ext uri="{FF2B5EF4-FFF2-40B4-BE49-F238E27FC236}">
                <a16:creationId xmlns:a16="http://schemas.microsoft.com/office/drawing/2014/main" id="{63F3BE05-6716-27FB-4427-E818659BF9AF}"/>
              </a:ext>
            </a:extLst>
          </p:cNvPr>
          <p:cNvGrpSpPr/>
          <p:nvPr/>
        </p:nvGrpSpPr>
        <p:grpSpPr>
          <a:xfrm>
            <a:off x="858613" y="3606189"/>
            <a:ext cx="2240280" cy="1836374"/>
            <a:chOff x="4431783" y="2997594"/>
            <a:chExt cx="2240280" cy="1836374"/>
          </a:xfrm>
        </p:grpSpPr>
        <p:sp>
          <p:nvSpPr>
            <p:cNvPr id="9" name="Rectangle 8">
              <a:extLst>
                <a:ext uri="{FF2B5EF4-FFF2-40B4-BE49-F238E27FC236}">
                  <a16:creationId xmlns:a16="http://schemas.microsoft.com/office/drawing/2014/main" id="{534C9594-BBF6-591D-C42A-1024494453D8}"/>
                </a:ext>
              </a:extLst>
            </p:cNvPr>
            <p:cNvSpPr/>
            <p:nvPr/>
          </p:nvSpPr>
          <p:spPr>
            <a:xfrm>
              <a:off x="4614663" y="2998555"/>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GBS Process Governance</a:t>
              </a:r>
            </a:p>
          </p:txBody>
        </p:sp>
        <p:sp>
          <p:nvSpPr>
            <p:cNvPr id="10" name="Rectangle 9">
              <a:extLst>
                <a:ext uri="{FF2B5EF4-FFF2-40B4-BE49-F238E27FC236}">
                  <a16:creationId xmlns:a16="http://schemas.microsoft.com/office/drawing/2014/main" id="{D378A5FB-FE87-E694-4651-370AAE3C7A12}"/>
                </a:ext>
              </a:extLst>
            </p:cNvPr>
            <p:cNvSpPr/>
            <p:nvPr/>
          </p:nvSpPr>
          <p:spPr>
            <a:xfrm>
              <a:off x="4614663" y="3545273"/>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Process Design</a:t>
              </a:r>
            </a:p>
          </p:txBody>
        </p:sp>
        <p:sp>
          <p:nvSpPr>
            <p:cNvPr id="11" name="Rectangle 10">
              <a:extLst>
                <a:ext uri="{FF2B5EF4-FFF2-40B4-BE49-F238E27FC236}">
                  <a16:creationId xmlns:a16="http://schemas.microsoft.com/office/drawing/2014/main" id="{98790240-878B-A7EA-2D73-ED53D12A25EB}"/>
                </a:ext>
              </a:extLst>
            </p:cNvPr>
            <p:cNvSpPr/>
            <p:nvPr/>
          </p:nvSpPr>
          <p:spPr>
            <a:xfrm>
              <a:off x="4614663" y="3271914"/>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Retained Process Governance</a:t>
              </a:r>
            </a:p>
          </p:txBody>
        </p:sp>
        <p:sp>
          <p:nvSpPr>
            <p:cNvPr id="12" name="Rectangle 11">
              <a:extLst>
                <a:ext uri="{FF2B5EF4-FFF2-40B4-BE49-F238E27FC236}">
                  <a16:creationId xmlns:a16="http://schemas.microsoft.com/office/drawing/2014/main" id="{4FD82979-8226-085D-94A5-3D3C2FFD8884}"/>
                </a:ext>
              </a:extLst>
            </p:cNvPr>
            <p:cNvSpPr/>
            <p:nvPr/>
          </p:nvSpPr>
          <p:spPr>
            <a:xfrm>
              <a:off x="4614663" y="3821807"/>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Process Build </a:t>
              </a:r>
            </a:p>
          </p:txBody>
        </p:sp>
        <p:sp>
          <p:nvSpPr>
            <p:cNvPr id="13" name="Rectangle 12">
              <a:extLst>
                <a:ext uri="{FF2B5EF4-FFF2-40B4-BE49-F238E27FC236}">
                  <a16:creationId xmlns:a16="http://schemas.microsoft.com/office/drawing/2014/main" id="{2605A835-66EC-C54C-58FF-B752652FB341}"/>
                </a:ext>
              </a:extLst>
            </p:cNvPr>
            <p:cNvSpPr/>
            <p:nvPr/>
          </p:nvSpPr>
          <p:spPr>
            <a:xfrm>
              <a:off x="4614663" y="4098341"/>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Process Execution</a:t>
              </a:r>
            </a:p>
          </p:txBody>
        </p:sp>
        <p:sp>
          <p:nvSpPr>
            <p:cNvPr id="14" name="Rectangle 13">
              <a:extLst>
                <a:ext uri="{FF2B5EF4-FFF2-40B4-BE49-F238E27FC236}">
                  <a16:creationId xmlns:a16="http://schemas.microsoft.com/office/drawing/2014/main" id="{E227767D-AE3F-F1A7-B341-D29D414027D3}"/>
                </a:ext>
              </a:extLst>
            </p:cNvPr>
            <p:cNvSpPr/>
            <p:nvPr/>
          </p:nvSpPr>
          <p:spPr>
            <a:xfrm>
              <a:off x="4614663" y="4374875"/>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IT Solution Design</a:t>
              </a:r>
            </a:p>
          </p:txBody>
        </p:sp>
        <p:sp>
          <p:nvSpPr>
            <p:cNvPr id="15" name="Oval 14">
              <a:extLst>
                <a:ext uri="{FF2B5EF4-FFF2-40B4-BE49-F238E27FC236}">
                  <a16:creationId xmlns:a16="http://schemas.microsoft.com/office/drawing/2014/main" id="{0B8C1F2F-6EC3-DF79-43F0-0E2B4F7ECFD3}"/>
                </a:ext>
              </a:extLst>
            </p:cNvPr>
            <p:cNvSpPr/>
            <p:nvPr/>
          </p:nvSpPr>
          <p:spPr>
            <a:xfrm>
              <a:off x="4431783" y="2997594"/>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7" name="Oval 16">
              <a:extLst>
                <a:ext uri="{FF2B5EF4-FFF2-40B4-BE49-F238E27FC236}">
                  <a16:creationId xmlns:a16="http://schemas.microsoft.com/office/drawing/2014/main" id="{40893DA5-757E-AC8E-F93B-D671D8988DA1}"/>
                </a:ext>
              </a:extLst>
            </p:cNvPr>
            <p:cNvSpPr/>
            <p:nvPr/>
          </p:nvSpPr>
          <p:spPr>
            <a:xfrm>
              <a:off x="4431783" y="3271593"/>
              <a:ext cx="182880" cy="182880"/>
            </a:xfrm>
            <a:prstGeom prst="ellipse">
              <a:avLst/>
            </a:prstGeom>
            <a:solidFill>
              <a:schemeClr val="tx1">
                <a:lumMod val="5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22" name="Rectangle 21">
              <a:extLst>
                <a:ext uri="{FF2B5EF4-FFF2-40B4-BE49-F238E27FC236}">
                  <a16:creationId xmlns:a16="http://schemas.microsoft.com/office/drawing/2014/main" id="{CAB6BF22-5C08-D528-25B2-1D348682CE73}"/>
                </a:ext>
              </a:extLst>
            </p:cNvPr>
            <p:cNvSpPr/>
            <p:nvPr/>
          </p:nvSpPr>
          <p:spPr>
            <a:xfrm>
              <a:off x="4614663" y="4651409"/>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Outcome/Demand Steering</a:t>
              </a:r>
            </a:p>
          </p:txBody>
        </p:sp>
        <p:sp>
          <p:nvSpPr>
            <p:cNvPr id="28" name="Oval 27">
              <a:extLst>
                <a:ext uri="{FF2B5EF4-FFF2-40B4-BE49-F238E27FC236}">
                  <a16:creationId xmlns:a16="http://schemas.microsoft.com/office/drawing/2014/main" id="{36F9E677-E8D9-5894-852D-95418A748800}"/>
                </a:ext>
              </a:extLst>
            </p:cNvPr>
            <p:cNvSpPr/>
            <p:nvPr/>
          </p:nvSpPr>
          <p:spPr>
            <a:xfrm>
              <a:off x="4431783" y="3545272"/>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29" name="Oval 28">
              <a:extLst>
                <a:ext uri="{FF2B5EF4-FFF2-40B4-BE49-F238E27FC236}">
                  <a16:creationId xmlns:a16="http://schemas.microsoft.com/office/drawing/2014/main" id="{EF819305-F22C-7678-5CCE-638C70644B65}"/>
                </a:ext>
              </a:extLst>
            </p:cNvPr>
            <p:cNvSpPr/>
            <p:nvPr/>
          </p:nvSpPr>
          <p:spPr>
            <a:xfrm>
              <a:off x="4431783" y="3822492"/>
              <a:ext cx="182880" cy="182880"/>
            </a:xfrm>
            <a:prstGeom prst="ellipse">
              <a:avLst/>
            </a:prstGeom>
            <a:solidFill>
              <a:schemeClr val="tx1">
                <a:lumMod val="5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30" name="Oval 29">
              <a:extLst>
                <a:ext uri="{FF2B5EF4-FFF2-40B4-BE49-F238E27FC236}">
                  <a16:creationId xmlns:a16="http://schemas.microsoft.com/office/drawing/2014/main" id="{3A33F494-47B7-FA0D-1AE5-23136AD9D2CA}"/>
                </a:ext>
              </a:extLst>
            </p:cNvPr>
            <p:cNvSpPr/>
            <p:nvPr/>
          </p:nvSpPr>
          <p:spPr>
            <a:xfrm>
              <a:off x="4431783" y="4098060"/>
              <a:ext cx="182880" cy="182880"/>
            </a:xfrm>
            <a:prstGeom prst="ellipse">
              <a:avLst/>
            </a:prstGeom>
            <a:solidFill>
              <a:schemeClr val="tx1">
                <a:lumMod val="5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31" name="Oval 30">
              <a:extLst>
                <a:ext uri="{FF2B5EF4-FFF2-40B4-BE49-F238E27FC236}">
                  <a16:creationId xmlns:a16="http://schemas.microsoft.com/office/drawing/2014/main" id="{B4B8C950-7FC3-ABC5-543C-7831BB7B6DFC}"/>
                </a:ext>
              </a:extLst>
            </p:cNvPr>
            <p:cNvSpPr/>
            <p:nvPr/>
          </p:nvSpPr>
          <p:spPr>
            <a:xfrm>
              <a:off x="4431783" y="4373549"/>
              <a:ext cx="182880" cy="182880"/>
            </a:xfrm>
            <a:prstGeom prst="ellipse">
              <a:avLst/>
            </a:prstGeom>
            <a:solidFill>
              <a:schemeClr val="tx1">
                <a:lumMod val="5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32" name="Oval 31">
              <a:extLst>
                <a:ext uri="{FF2B5EF4-FFF2-40B4-BE49-F238E27FC236}">
                  <a16:creationId xmlns:a16="http://schemas.microsoft.com/office/drawing/2014/main" id="{2B91FEF2-4984-C1FB-E441-7791CD1DEBDA}"/>
                </a:ext>
              </a:extLst>
            </p:cNvPr>
            <p:cNvSpPr/>
            <p:nvPr/>
          </p:nvSpPr>
          <p:spPr>
            <a:xfrm>
              <a:off x="4431783" y="4651088"/>
              <a:ext cx="182880" cy="182880"/>
            </a:xfrm>
            <a:prstGeom prst="ellipse">
              <a:avLst/>
            </a:prstGeom>
            <a:solidFill>
              <a:schemeClr val="tx1">
                <a:lumMod val="5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grpSp>
      <p:grpSp>
        <p:nvGrpSpPr>
          <p:cNvPr id="244" name="Group 243">
            <a:extLst>
              <a:ext uri="{FF2B5EF4-FFF2-40B4-BE49-F238E27FC236}">
                <a16:creationId xmlns:a16="http://schemas.microsoft.com/office/drawing/2014/main" id="{89EC7797-7187-6047-85C1-B7DC5C4B6E98}"/>
              </a:ext>
            </a:extLst>
          </p:cNvPr>
          <p:cNvGrpSpPr/>
          <p:nvPr/>
        </p:nvGrpSpPr>
        <p:grpSpPr>
          <a:xfrm>
            <a:off x="678180" y="2331671"/>
            <a:ext cx="3291839" cy="1134838"/>
            <a:chOff x="678180" y="2338166"/>
            <a:chExt cx="3291839" cy="1134838"/>
          </a:xfrm>
        </p:grpSpPr>
        <p:sp>
          <p:nvSpPr>
            <p:cNvPr id="34" name="Rectangle 33">
              <a:extLst>
                <a:ext uri="{FF2B5EF4-FFF2-40B4-BE49-F238E27FC236}">
                  <a16:creationId xmlns:a16="http://schemas.microsoft.com/office/drawing/2014/main" id="{BBB821F7-804D-8D31-1E01-7CDA4FF2C2E9}"/>
                </a:ext>
              </a:extLst>
            </p:cNvPr>
            <p:cNvSpPr/>
            <p:nvPr/>
          </p:nvSpPr>
          <p:spPr>
            <a:xfrm>
              <a:off x="678180" y="2650044"/>
              <a:ext cx="548639" cy="822960"/>
            </a:xfrm>
            <a:prstGeom prst="rect">
              <a:avLst/>
            </a:prstGeom>
            <a:solidFill>
              <a:schemeClr val="tx2"/>
            </a:solidFill>
            <a:ln w="3175" cap="flat" cmpd="sng" algn="ctr">
              <a:no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35" name="Rectangle 34">
              <a:extLst>
                <a:ext uri="{FF2B5EF4-FFF2-40B4-BE49-F238E27FC236}">
                  <a16:creationId xmlns:a16="http://schemas.microsoft.com/office/drawing/2014/main" id="{EEB8ECE3-48DA-082F-6547-C13BAA356EBC}"/>
                </a:ext>
              </a:extLst>
            </p:cNvPr>
            <p:cNvSpPr/>
            <p:nvPr/>
          </p:nvSpPr>
          <p:spPr>
            <a:xfrm>
              <a:off x="1226819" y="2338166"/>
              <a:ext cx="1371600" cy="228600"/>
            </a:xfrm>
            <a:prstGeom prst="rect">
              <a:avLst/>
            </a:prstGeom>
            <a:noFill/>
            <a:ln w="3175" cap="flat" cmpd="sng" algn="ctr">
              <a:no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 cap="flat" cmpd="sng" algn="ctr">
                  <a:solidFill>
                    <a:srgbClr val="273142"/>
                  </a:solidFill>
                  <a:prstDash val="solid"/>
                  <a:round/>
                  <a:headEnd type="none" w="med" len="med"/>
                  <a:tailEnd type="none" w="med" len="med"/>
                </a14:hiddenLine>
              </a:ext>
            </a:extLst>
          </p:spPr>
          <p:txBody>
            <a:bodyPr rot="0" spcFirstLastPara="0" vertOverflow="overflow" horzOverflow="overflow" vert="horz" wrap="square" lIns="91440" tIns="48000" rIns="9144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333333"/>
                  </a:solidFill>
                  <a:effectLst/>
                  <a:uLnTx/>
                  <a:uFillTx/>
                  <a:ea typeface="+mn-ea"/>
                  <a:cs typeface="+mn-cs"/>
                </a:rPr>
                <a:t>SSC/BPO Org.</a:t>
              </a:r>
            </a:p>
          </p:txBody>
        </p:sp>
        <p:sp>
          <p:nvSpPr>
            <p:cNvPr id="124" name="Rectangle 123">
              <a:extLst>
                <a:ext uri="{FF2B5EF4-FFF2-40B4-BE49-F238E27FC236}">
                  <a16:creationId xmlns:a16="http://schemas.microsoft.com/office/drawing/2014/main" id="{AC7BA1DB-167B-83A9-9E5D-292B8F947D10}"/>
                </a:ext>
              </a:extLst>
            </p:cNvPr>
            <p:cNvSpPr/>
            <p:nvPr/>
          </p:nvSpPr>
          <p:spPr>
            <a:xfrm>
              <a:off x="2598419" y="2338166"/>
              <a:ext cx="1371600" cy="22860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1440" tIns="48000" rIns="9144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333333"/>
                  </a:solidFill>
                  <a:effectLst/>
                  <a:uLnTx/>
                  <a:uFillTx/>
                  <a:ea typeface="+mn-ea"/>
                  <a:cs typeface="+mn-cs"/>
                </a:rPr>
                <a:t>Retained Org.</a:t>
              </a:r>
            </a:p>
          </p:txBody>
        </p:sp>
        <p:sp>
          <p:nvSpPr>
            <p:cNvPr id="125" name="Rectangle 124">
              <a:extLst>
                <a:ext uri="{FF2B5EF4-FFF2-40B4-BE49-F238E27FC236}">
                  <a16:creationId xmlns:a16="http://schemas.microsoft.com/office/drawing/2014/main" id="{1400915E-CC29-293E-100B-E693D7E878DF}"/>
                </a:ext>
              </a:extLst>
            </p:cNvPr>
            <p:cNvSpPr/>
            <p:nvPr/>
          </p:nvSpPr>
          <p:spPr>
            <a:xfrm>
              <a:off x="2598415" y="2650044"/>
              <a:ext cx="1371600" cy="822960"/>
            </a:xfrm>
            <a:prstGeom prst="rect">
              <a:avLst/>
            </a:prstGeom>
            <a:solidFill>
              <a:schemeClr val="tx1">
                <a:lumMod val="85000"/>
              </a:schemeClr>
            </a:solidFill>
            <a:ln w="12700" cap="flat" cmpd="sng" algn="ctr">
              <a:no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67" b="0" i="0" u="none" strike="noStrike" kern="0" cap="none" spc="0" normalizeH="0" baseline="0" noProof="0">
                <a:ln>
                  <a:noFill/>
                </a:ln>
                <a:solidFill>
                  <a:srgbClr val="333333"/>
                </a:solidFill>
                <a:effectLst/>
                <a:uLnTx/>
                <a:uFillTx/>
                <a:ea typeface="+mn-ea"/>
                <a:cs typeface="+mn-cs"/>
              </a:endParaRPr>
            </a:p>
          </p:txBody>
        </p:sp>
        <p:sp>
          <p:nvSpPr>
            <p:cNvPr id="126" name="Rectangle 125">
              <a:extLst>
                <a:ext uri="{FF2B5EF4-FFF2-40B4-BE49-F238E27FC236}">
                  <a16:creationId xmlns:a16="http://schemas.microsoft.com/office/drawing/2014/main" id="{CB8B6622-5BED-0882-2C65-F3F2FBEBF665}"/>
                </a:ext>
              </a:extLst>
            </p:cNvPr>
            <p:cNvSpPr/>
            <p:nvPr/>
          </p:nvSpPr>
          <p:spPr>
            <a:xfrm>
              <a:off x="678181" y="2338166"/>
              <a:ext cx="548640" cy="22860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1440" tIns="48000" rIns="9144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333333"/>
                  </a:solidFill>
                  <a:effectLst/>
                  <a:uLnTx/>
                  <a:uFillTx/>
                  <a:ea typeface="+mn-ea"/>
                  <a:cs typeface="+mn-cs"/>
                </a:rPr>
                <a:t>GPO</a:t>
              </a:r>
            </a:p>
          </p:txBody>
        </p:sp>
        <p:cxnSp>
          <p:nvCxnSpPr>
            <p:cNvPr id="127" name="Straight Connector 126">
              <a:extLst>
                <a:ext uri="{FF2B5EF4-FFF2-40B4-BE49-F238E27FC236}">
                  <a16:creationId xmlns:a16="http://schemas.microsoft.com/office/drawing/2014/main" id="{03626EBA-9995-8291-C482-193B937959F4}"/>
                </a:ext>
              </a:extLst>
            </p:cNvPr>
            <p:cNvCxnSpPr>
              <a:cxnSpLocks/>
              <a:stCxn id="34" idx="3"/>
            </p:cNvCxnSpPr>
            <p:nvPr/>
          </p:nvCxnSpPr>
          <p:spPr>
            <a:xfrm>
              <a:off x="1226819" y="3061524"/>
              <a:ext cx="914400" cy="2548"/>
            </a:xfrm>
            <a:prstGeom prst="line">
              <a:avLst/>
            </a:prstGeom>
            <a:noFill/>
            <a:ln w="12700" cap="flat" cmpd="sng" algn="ctr">
              <a:solidFill>
                <a:schemeClr val="tx2">
                  <a:lumMod val="75000"/>
                </a:schemeClr>
              </a:solidFill>
              <a:prstDash val="solid"/>
              <a:round/>
              <a:headEnd type="none" w="sm" len="sm"/>
              <a:tailEnd type="oval" w="med" len="med"/>
            </a:ln>
            <a:effectLst/>
          </p:spPr>
        </p:cxnSp>
        <p:sp>
          <p:nvSpPr>
            <p:cNvPr id="128" name="Rectangle 127">
              <a:extLst>
                <a:ext uri="{FF2B5EF4-FFF2-40B4-BE49-F238E27FC236}">
                  <a16:creationId xmlns:a16="http://schemas.microsoft.com/office/drawing/2014/main" id="{2BFDDF76-2A9F-D7A1-138B-AB1A80B987A0}"/>
                </a:ext>
              </a:extLst>
            </p:cNvPr>
            <p:cNvSpPr/>
            <p:nvPr/>
          </p:nvSpPr>
          <p:spPr>
            <a:xfrm>
              <a:off x="1455419" y="2923896"/>
              <a:ext cx="457200" cy="13716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1" u="none" strike="noStrike" kern="0" cap="none" spc="0" normalizeH="0" baseline="0" noProof="0">
                  <a:ln>
                    <a:noFill/>
                  </a:ln>
                  <a:solidFill>
                    <a:srgbClr val="333333"/>
                  </a:solidFill>
                  <a:effectLst/>
                  <a:uLnTx/>
                  <a:uFillTx/>
                  <a:ea typeface="Nokia Pure Text Light" panose="020B0403020202020204" pitchFamily="34" charset="0"/>
                  <a:cs typeface="+mn-cs"/>
                </a:rPr>
                <a:t>Design</a:t>
              </a:r>
            </a:p>
          </p:txBody>
        </p:sp>
      </p:grpSp>
      <p:sp>
        <p:nvSpPr>
          <p:cNvPr id="142" name="TextBox 141">
            <a:extLst>
              <a:ext uri="{FF2B5EF4-FFF2-40B4-BE49-F238E27FC236}">
                <a16:creationId xmlns:a16="http://schemas.microsoft.com/office/drawing/2014/main" id="{45A401E7-0ADB-5282-9098-BF34610784DE}"/>
              </a:ext>
            </a:extLst>
          </p:cNvPr>
          <p:cNvSpPr txBox="1"/>
          <p:nvPr/>
        </p:nvSpPr>
        <p:spPr>
          <a:xfrm>
            <a:off x="495300" y="5576959"/>
            <a:ext cx="3657600" cy="685800"/>
          </a:xfrm>
          <a:prstGeom prst="roundRect">
            <a:avLst>
              <a:gd name="adj" fmla="val 20179"/>
            </a:avLst>
          </a:prstGeom>
          <a:solidFill>
            <a:schemeClr val="tx1">
              <a:lumMod val="95000"/>
            </a:schemeClr>
          </a:solidFill>
        </p:spPr>
        <p:txBody>
          <a:bodyPr wrap="square" lIns="91440" tIns="45720" rIns="91440" bIns="45720" rtlCol="0" anchor="ctr">
            <a:noAutofit/>
          </a:bodyPr>
          <a:lstStyle/>
          <a:p>
            <a:pPr marL="0" marR="0" lvl="0" indent="0" algn="l" defTabSz="914400" rtl="0" eaLnBrk="1" fontAlgn="auto" latinLnBrk="0" hangingPunct="1">
              <a:lnSpc>
                <a:spcPct val="100000"/>
              </a:lnSpc>
              <a:spcBef>
                <a:spcPts val="0"/>
              </a:spcBef>
              <a:spcAft>
                <a:spcPts val="600"/>
              </a:spcAft>
              <a:buClr>
                <a:srgbClr val="FFE600"/>
              </a:buClr>
              <a:buSzPct val="70000"/>
              <a:buFontTx/>
              <a:buNone/>
              <a:tabLst/>
              <a:defRPr/>
            </a:pPr>
            <a:r>
              <a:rPr kumimoji="0" lang="en-US" sz="1050" b="0" i="1" u="none" strike="noStrike" kern="0" cap="none" spc="0" normalizeH="0" baseline="0" noProof="0">
                <a:ln>
                  <a:noFill/>
                </a:ln>
                <a:solidFill>
                  <a:srgbClr val="333333"/>
                </a:solidFill>
                <a:effectLst/>
                <a:uLnTx/>
                <a:uFillTx/>
                <a:ea typeface="+mn-ea"/>
                <a:cs typeface="+mn-cs"/>
              </a:rPr>
              <a:t>Focus on process governance and process design. GPO light model is a common starting point to setup process in a GBS or SSC/BPO environment.</a:t>
            </a:r>
          </a:p>
        </p:txBody>
      </p:sp>
      <p:sp>
        <p:nvSpPr>
          <p:cNvPr id="150" name="Speech Bubble: Rectangle with Corners Rounded 149">
            <a:extLst>
              <a:ext uri="{FF2B5EF4-FFF2-40B4-BE49-F238E27FC236}">
                <a16:creationId xmlns:a16="http://schemas.microsoft.com/office/drawing/2014/main" id="{33CE48D7-1039-9C0B-8DF4-65C5592B9BAF}"/>
              </a:ext>
            </a:extLst>
          </p:cNvPr>
          <p:cNvSpPr/>
          <p:nvPr/>
        </p:nvSpPr>
        <p:spPr bwMode="auto">
          <a:xfrm>
            <a:off x="2598415" y="4181476"/>
            <a:ext cx="1371600" cy="685800"/>
          </a:xfrm>
          <a:prstGeom prst="wedgeRoundRectCallout">
            <a:avLst>
              <a:gd name="adj1" fmla="val -63183"/>
              <a:gd name="adj2" fmla="val 37758"/>
              <a:gd name="adj3" fmla="val 16667"/>
            </a:avLst>
          </a:prstGeom>
          <a:solidFill>
            <a:schemeClr val="bg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333333"/>
                </a:solidFill>
                <a:effectLst/>
                <a:uLnTx/>
                <a:uFillTx/>
                <a:ea typeface="+mn-ea"/>
                <a:cs typeface="Arial"/>
              </a:rPr>
              <a:t>Currently the Global GPO is operating in a GPO Light Model </a:t>
            </a:r>
          </a:p>
        </p:txBody>
      </p:sp>
      <p:sp>
        <p:nvSpPr>
          <p:cNvPr id="152" name="TextBox 151">
            <a:extLst>
              <a:ext uri="{FF2B5EF4-FFF2-40B4-BE49-F238E27FC236}">
                <a16:creationId xmlns:a16="http://schemas.microsoft.com/office/drawing/2014/main" id="{2A9ADD75-BF5C-3515-FC5F-C07603997E1D}"/>
              </a:ext>
            </a:extLst>
          </p:cNvPr>
          <p:cNvSpPr txBox="1"/>
          <p:nvPr/>
        </p:nvSpPr>
        <p:spPr>
          <a:xfrm>
            <a:off x="8039100" y="5580205"/>
            <a:ext cx="3657600" cy="685800"/>
          </a:xfrm>
          <a:prstGeom prst="roundRect">
            <a:avLst>
              <a:gd name="adj" fmla="val 20179"/>
            </a:avLst>
          </a:prstGeom>
          <a:solidFill>
            <a:schemeClr val="tx1">
              <a:lumMod val="95000"/>
            </a:schemeClr>
          </a:solidFill>
        </p:spPr>
        <p:txBody>
          <a:bodyPr wrap="square" lIns="91440" tIns="45720" rIns="91440" bIns="45720" rtlCol="0" anchor="ctr">
            <a:noAutofit/>
          </a:bodyPr>
          <a:lstStyle/>
          <a:p>
            <a:pPr marL="0" marR="0" lvl="0" indent="0" algn="l" defTabSz="914400" rtl="0" eaLnBrk="1" fontAlgn="auto" latinLnBrk="0" hangingPunct="1">
              <a:lnSpc>
                <a:spcPct val="100000"/>
              </a:lnSpc>
              <a:spcBef>
                <a:spcPts val="0"/>
              </a:spcBef>
              <a:spcAft>
                <a:spcPts val="600"/>
              </a:spcAft>
              <a:buClr>
                <a:srgbClr val="FFE600"/>
              </a:buClr>
              <a:buSzPct val="70000"/>
              <a:buFontTx/>
              <a:buNone/>
              <a:tabLst/>
              <a:defRPr/>
            </a:pPr>
            <a:r>
              <a:rPr kumimoji="0" lang="en-IN" sz="1050" b="0" i="1" u="none" strike="noStrike" kern="0" cap="none" spc="0" normalizeH="0" baseline="0" noProof="0">
                <a:ln>
                  <a:noFill/>
                </a:ln>
                <a:solidFill>
                  <a:srgbClr val="333333"/>
                </a:solidFill>
                <a:effectLst/>
                <a:uLnTx/>
                <a:uFillTx/>
                <a:ea typeface="+mn-ea"/>
                <a:cs typeface="+mn-cs"/>
              </a:rPr>
              <a:t>GPO focuses on E2E process responsibility for design, build, and execute. The governance embraces also IT solution design and driving of new technologies.</a:t>
            </a:r>
          </a:p>
        </p:txBody>
      </p:sp>
      <p:grpSp>
        <p:nvGrpSpPr>
          <p:cNvPr id="186" name="Group 185">
            <a:extLst>
              <a:ext uri="{FF2B5EF4-FFF2-40B4-BE49-F238E27FC236}">
                <a16:creationId xmlns:a16="http://schemas.microsoft.com/office/drawing/2014/main" id="{8481835F-B75E-917A-C341-9B87643A3E4C}"/>
              </a:ext>
            </a:extLst>
          </p:cNvPr>
          <p:cNvGrpSpPr/>
          <p:nvPr/>
        </p:nvGrpSpPr>
        <p:grpSpPr>
          <a:xfrm>
            <a:off x="8404860" y="3603096"/>
            <a:ext cx="2240280" cy="1836374"/>
            <a:chOff x="4431783" y="2997594"/>
            <a:chExt cx="2240280" cy="1836374"/>
          </a:xfrm>
        </p:grpSpPr>
        <p:sp>
          <p:nvSpPr>
            <p:cNvPr id="187" name="Rectangle 186">
              <a:extLst>
                <a:ext uri="{FF2B5EF4-FFF2-40B4-BE49-F238E27FC236}">
                  <a16:creationId xmlns:a16="http://schemas.microsoft.com/office/drawing/2014/main" id="{66C3C37D-951C-415C-1814-514E26CF17CF}"/>
                </a:ext>
              </a:extLst>
            </p:cNvPr>
            <p:cNvSpPr/>
            <p:nvPr/>
          </p:nvSpPr>
          <p:spPr>
            <a:xfrm>
              <a:off x="4614663" y="2998555"/>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GBS Process Governance</a:t>
              </a:r>
            </a:p>
          </p:txBody>
        </p:sp>
        <p:sp>
          <p:nvSpPr>
            <p:cNvPr id="188" name="Rectangle 187">
              <a:extLst>
                <a:ext uri="{FF2B5EF4-FFF2-40B4-BE49-F238E27FC236}">
                  <a16:creationId xmlns:a16="http://schemas.microsoft.com/office/drawing/2014/main" id="{81CFE1B5-0E50-9217-6D10-371757AD9599}"/>
                </a:ext>
              </a:extLst>
            </p:cNvPr>
            <p:cNvSpPr/>
            <p:nvPr/>
          </p:nvSpPr>
          <p:spPr>
            <a:xfrm>
              <a:off x="4614663" y="3545273"/>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Process Design</a:t>
              </a:r>
            </a:p>
          </p:txBody>
        </p:sp>
        <p:sp>
          <p:nvSpPr>
            <p:cNvPr id="189" name="Rectangle 188">
              <a:extLst>
                <a:ext uri="{FF2B5EF4-FFF2-40B4-BE49-F238E27FC236}">
                  <a16:creationId xmlns:a16="http://schemas.microsoft.com/office/drawing/2014/main" id="{51C9E0A9-732B-2C4B-DD96-ECF5B5473CD5}"/>
                </a:ext>
              </a:extLst>
            </p:cNvPr>
            <p:cNvSpPr/>
            <p:nvPr/>
          </p:nvSpPr>
          <p:spPr>
            <a:xfrm>
              <a:off x="4614663" y="3271914"/>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Retained Process Governance</a:t>
              </a:r>
            </a:p>
          </p:txBody>
        </p:sp>
        <p:sp>
          <p:nvSpPr>
            <p:cNvPr id="190" name="Rectangle 189">
              <a:extLst>
                <a:ext uri="{FF2B5EF4-FFF2-40B4-BE49-F238E27FC236}">
                  <a16:creationId xmlns:a16="http://schemas.microsoft.com/office/drawing/2014/main" id="{43254FFC-04E7-4385-3BFD-5F8C2B9441AB}"/>
                </a:ext>
              </a:extLst>
            </p:cNvPr>
            <p:cNvSpPr/>
            <p:nvPr/>
          </p:nvSpPr>
          <p:spPr>
            <a:xfrm>
              <a:off x="4614663" y="3821807"/>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Process Build </a:t>
              </a:r>
            </a:p>
          </p:txBody>
        </p:sp>
        <p:sp>
          <p:nvSpPr>
            <p:cNvPr id="191" name="Rectangle 190">
              <a:extLst>
                <a:ext uri="{FF2B5EF4-FFF2-40B4-BE49-F238E27FC236}">
                  <a16:creationId xmlns:a16="http://schemas.microsoft.com/office/drawing/2014/main" id="{B8DAF994-89B5-3BDB-C3EF-04EE64B934A3}"/>
                </a:ext>
              </a:extLst>
            </p:cNvPr>
            <p:cNvSpPr/>
            <p:nvPr/>
          </p:nvSpPr>
          <p:spPr>
            <a:xfrm>
              <a:off x="4614663" y="4098341"/>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Process Execution</a:t>
              </a:r>
            </a:p>
          </p:txBody>
        </p:sp>
        <p:sp>
          <p:nvSpPr>
            <p:cNvPr id="192" name="Rectangle 191">
              <a:extLst>
                <a:ext uri="{FF2B5EF4-FFF2-40B4-BE49-F238E27FC236}">
                  <a16:creationId xmlns:a16="http://schemas.microsoft.com/office/drawing/2014/main" id="{46DF3F7F-D2D3-0022-936A-F01FF6CA04A8}"/>
                </a:ext>
              </a:extLst>
            </p:cNvPr>
            <p:cNvSpPr/>
            <p:nvPr/>
          </p:nvSpPr>
          <p:spPr>
            <a:xfrm>
              <a:off x="4614663" y="4374875"/>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IT Solution Design</a:t>
              </a:r>
            </a:p>
          </p:txBody>
        </p:sp>
        <p:sp>
          <p:nvSpPr>
            <p:cNvPr id="193" name="Oval 192">
              <a:extLst>
                <a:ext uri="{FF2B5EF4-FFF2-40B4-BE49-F238E27FC236}">
                  <a16:creationId xmlns:a16="http://schemas.microsoft.com/office/drawing/2014/main" id="{30CFA8FC-83AF-D72A-902F-4D3BDF5D9AB8}"/>
                </a:ext>
              </a:extLst>
            </p:cNvPr>
            <p:cNvSpPr/>
            <p:nvPr/>
          </p:nvSpPr>
          <p:spPr>
            <a:xfrm>
              <a:off x="4431783" y="2997594"/>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94" name="Oval 193">
              <a:extLst>
                <a:ext uri="{FF2B5EF4-FFF2-40B4-BE49-F238E27FC236}">
                  <a16:creationId xmlns:a16="http://schemas.microsoft.com/office/drawing/2014/main" id="{05895CC9-6AF6-59F8-12C2-595BC5BA43FB}"/>
                </a:ext>
              </a:extLst>
            </p:cNvPr>
            <p:cNvSpPr/>
            <p:nvPr/>
          </p:nvSpPr>
          <p:spPr>
            <a:xfrm>
              <a:off x="4431783" y="3271593"/>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95" name="Rectangle 194">
              <a:extLst>
                <a:ext uri="{FF2B5EF4-FFF2-40B4-BE49-F238E27FC236}">
                  <a16:creationId xmlns:a16="http://schemas.microsoft.com/office/drawing/2014/main" id="{D5FEBCD6-02BB-2F66-5C14-EF00F8B51397}"/>
                </a:ext>
              </a:extLst>
            </p:cNvPr>
            <p:cNvSpPr/>
            <p:nvPr/>
          </p:nvSpPr>
          <p:spPr>
            <a:xfrm>
              <a:off x="4614663" y="4651409"/>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Outcome/Demand Steering</a:t>
              </a:r>
            </a:p>
          </p:txBody>
        </p:sp>
        <p:sp>
          <p:nvSpPr>
            <p:cNvPr id="196" name="Oval 195">
              <a:extLst>
                <a:ext uri="{FF2B5EF4-FFF2-40B4-BE49-F238E27FC236}">
                  <a16:creationId xmlns:a16="http://schemas.microsoft.com/office/drawing/2014/main" id="{A4CDF100-D19B-BDFB-64CB-D0AABFBA926F}"/>
                </a:ext>
              </a:extLst>
            </p:cNvPr>
            <p:cNvSpPr/>
            <p:nvPr/>
          </p:nvSpPr>
          <p:spPr>
            <a:xfrm>
              <a:off x="4431783" y="3545272"/>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97" name="Oval 196">
              <a:extLst>
                <a:ext uri="{FF2B5EF4-FFF2-40B4-BE49-F238E27FC236}">
                  <a16:creationId xmlns:a16="http://schemas.microsoft.com/office/drawing/2014/main" id="{31CC6D4E-8B0D-CC12-F87C-0BE9F8407FEE}"/>
                </a:ext>
              </a:extLst>
            </p:cNvPr>
            <p:cNvSpPr/>
            <p:nvPr/>
          </p:nvSpPr>
          <p:spPr>
            <a:xfrm>
              <a:off x="4431783" y="3822492"/>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98" name="Oval 197">
              <a:extLst>
                <a:ext uri="{FF2B5EF4-FFF2-40B4-BE49-F238E27FC236}">
                  <a16:creationId xmlns:a16="http://schemas.microsoft.com/office/drawing/2014/main" id="{53AA1263-0111-594F-52EF-38ABCA328550}"/>
                </a:ext>
              </a:extLst>
            </p:cNvPr>
            <p:cNvSpPr/>
            <p:nvPr/>
          </p:nvSpPr>
          <p:spPr>
            <a:xfrm>
              <a:off x="4431783" y="4098060"/>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99" name="Oval 198">
              <a:extLst>
                <a:ext uri="{FF2B5EF4-FFF2-40B4-BE49-F238E27FC236}">
                  <a16:creationId xmlns:a16="http://schemas.microsoft.com/office/drawing/2014/main" id="{7AA44622-27BC-6F02-2799-C51A1D14D786}"/>
                </a:ext>
              </a:extLst>
            </p:cNvPr>
            <p:cNvSpPr/>
            <p:nvPr/>
          </p:nvSpPr>
          <p:spPr>
            <a:xfrm>
              <a:off x="4431783" y="4373549"/>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200" name="Oval 199">
              <a:extLst>
                <a:ext uri="{FF2B5EF4-FFF2-40B4-BE49-F238E27FC236}">
                  <a16:creationId xmlns:a16="http://schemas.microsoft.com/office/drawing/2014/main" id="{31CE3D7B-44E6-E991-67DE-D3E4B9BC0398}"/>
                </a:ext>
              </a:extLst>
            </p:cNvPr>
            <p:cNvSpPr/>
            <p:nvPr/>
          </p:nvSpPr>
          <p:spPr>
            <a:xfrm>
              <a:off x="4431783" y="4651088"/>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grpSp>
      <p:cxnSp>
        <p:nvCxnSpPr>
          <p:cNvPr id="79" name="Straight Connector 78">
            <a:extLst>
              <a:ext uri="{FF2B5EF4-FFF2-40B4-BE49-F238E27FC236}">
                <a16:creationId xmlns:a16="http://schemas.microsoft.com/office/drawing/2014/main" id="{94D02EFB-AB4D-9949-7D3A-741F23808AAA}"/>
              </a:ext>
            </a:extLst>
          </p:cNvPr>
          <p:cNvCxnSpPr/>
          <p:nvPr/>
        </p:nvCxnSpPr>
        <p:spPr>
          <a:xfrm>
            <a:off x="4293374" y="2025893"/>
            <a:ext cx="0" cy="3590594"/>
          </a:xfrm>
          <a:prstGeom prst="line">
            <a:avLst/>
          </a:prstGeom>
          <a:noFill/>
          <a:ln w="3175" cap="flat" cmpd="sng" algn="ctr">
            <a:solidFill>
              <a:srgbClr val="FFFFFF"/>
            </a:solidFill>
            <a:prstDash val="dash"/>
          </a:ln>
          <a:effectLst/>
        </p:spPr>
      </p:cxnSp>
      <p:cxnSp>
        <p:nvCxnSpPr>
          <p:cNvPr id="80" name="Straight Connector 79">
            <a:extLst>
              <a:ext uri="{FF2B5EF4-FFF2-40B4-BE49-F238E27FC236}">
                <a16:creationId xmlns:a16="http://schemas.microsoft.com/office/drawing/2014/main" id="{CFE4D371-D07D-7A7E-111C-0947D64CC824}"/>
              </a:ext>
            </a:extLst>
          </p:cNvPr>
          <p:cNvCxnSpPr/>
          <p:nvPr/>
        </p:nvCxnSpPr>
        <p:spPr>
          <a:xfrm>
            <a:off x="7810688" y="2025893"/>
            <a:ext cx="0" cy="3590594"/>
          </a:xfrm>
          <a:prstGeom prst="line">
            <a:avLst/>
          </a:prstGeom>
          <a:noFill/>
          <a:ln w="3175" cap="flat" cmpd="sng" algn="ctr">
            <a:solidFill>
              <a:srgbClr val="FFFFFF"/>
            </a:solidFill>
            <a:prstDash val="dash"/>
          </a:ln>
          <a:effectLst/>
        </p:spPr>
      </p:cxnSp>
      <p:sp>
        <p:nvSpPr>
          <p:cNvPr id="2" name="AutoShape 49">
            <a:extLst>
              <a:ext uri="{FF2B5EF4-FFF2-40B4-BE49-F238E27FC236}">
                <a16:creationId xmlns:a16="http://schemas.microsoft.com/office/drawing/2014/main" id="{DFC86C88-001F-0D67-562D-40D9AAC90BDA}"/>
              </a:ext>
            </a:extLst>
          </p:cNvPr>
          <p:cNvSpPr>
            <a:spLocks noChangeArrowheads="1"/>
          </p:cNvSpPr>
          <p:nvPr>
            <p:custDataLst>
              <p:tags r:id="rId3"/>
            </p:custDataLst>
          </p:nvPr>
        </p:nvSpPr>
        <p:spPr bwMode="gray">
          <a:xfrm>
            <a:off x="4267200" y="1645871"/>
            <a:ext cx="3657600" cy="548640"/>
          </a:xfrm>
          <a:prstGeom prst="rect">
            <a:avLst/>
          </a:prstGeom>
          <a:noFill/>
          <a:ln w="9525" algn="ctr">
            <a:noFill/>
            <a:miter lim="800000"/>
            <a:headEnd/>
            <a:tailEnd/>
          </a:ln>
        </p:spPr>
        <p:txBody>
          <a:bodyPr lIns="91440" tIns="45720" rIns="91440" bIns="45720" anchor="ctr" anchorCtr="0"/>
          <a:lstStyle/>
          <a:p>
            <a:pPr marL="0" marR="0" lvl="0" indent="0" algn="ctr" defTabSz="1701716" rtl="0" eaLnBrk="0" fontAlgn="auto" latinLnBrk="0" hangingPunct="0">
              <a:lnSpc>
                <a:spcPct val="100000"/>
              </a:lnSpc>
              <a:spcBef>
                <a:spcPts val="300"/>
              </a:spcBef>
              <a:spcAft>
                <a:spcPts val="0"/>
              </a:spcAft>
              <a:buClr>
                <a:srgbClr val="666699"/>
              </a:buClr>
              <a:buSzPct val="75000"/>
              <a:buFontTx/>
              <a:buNone/>
              <a:tabLst/>
              <a:defRPr/>
            </a:pPr>
            <a:r>
              <a:rPr kumimoji="0" lang="en-US" sz="1400" b="1" i="0" u="none" strike="noStrike" kern="0" cap="none" spc="0" normalizeH="0" baseline="0" noProof="0">
                <a:ln>
                  <a:noFill/>
                </a:ln>
                <a:solidFill>
                  <a:srgbClr val="333333"/>
                </a:solidFill>
                <a:effectLst/>
                <a:uLnTx/>
                <a:uFillTx/>
                <a:ea typeface="+mn-ea"/>
                <a:cs typeface="Arial" panose="020B0604020202020204" pitchFamily="34" charset="0"/>
                <a:sym typeface="Helvetica Light"/>
              </a:rPr>
              <a:t>*GPO Advanced Model</a:t>
            </a:r>
          </a:p>
          <a:p>
            <a:pPr marL="0" marR="0" lvl="0" indent="0" algn="ctr" defTabSz="1701716" rtl="0" eaLnBrk="0" fontAlgn="auto" latinLnBrk="0" hangingPunct="0">
              <a:lnSpc>
                <a:spcPct val="100000"/>
              </a:lnSpc>
              <a:spcBef>
                <a:spcPts val="300"/>
              </a:spcBef>
              <a:spcAft>
                <a:spcPts val="0"/>
              </a:spcAft>
              <a:buClr>
                <a:srgbClr val="666699"/>
              </a:buClr>
              <a:buSzPct val="75000"/>
              <a:buFontTx/>
              <a:buNone/>
              <a:tabLst/>
              <a:defRPr/>
            </a:pPr>
            <a:r>
              <a:rPr kumimoji="0" lang="en-US" sz="1200" b="0" i="1" u="none" strike="noStrike" kern="1200" cap="none" spc="-53" normalizeH="0" baseline="0" noProof="0">
                <a:ln>
                  <a:noFill/>
                </a:ln>
                <a:solidFill>
                  <a:srgbClr val="333333"/>
                </a:solidFill>
                <a:effectLst/>
                <a:uLnTx/>
                <a:uFillTx/>
                <a:ea typeface="+mn-ea"/>
              </a:rPr>
              <a:t>E2E design and build responsibilities</a:t>
            </a:r>
          </a:p>
        </p:txBody>
      </p:sp>
      <p:sp>
        <p:nvSpPr>
          <p:cNvPr id="147" name="TextBox 146">
            <a:extLst>
              <a:ext uri="{FF2B5EF4-FFF2-40B4-BE49-F238E27FC236}">
                <a16:creationId xmlns:a16="http://schemas.microsoft.com/office/drawing/2014/main" id="{E6314475-4190-9FEC-3BF0-AD5A0755B11C}"/>
              </a:ext>
            </a:extLst>
          </p:cNvPr>
          <p:cNvSpPr txBox="1"/>
          <p:nvPr/>
        </p:nvSpPr>
        <p:spPr>
          <a:xfrm>
            <a:off x="4267200" y="5580205"/>
            <a:ext cx="3657600" cy="685800"/>
          </a:xfrm>
          <a:prstGeom prst="roundRect">
            <a:avLst>
              <a:gd name="adj" fmla="val 20179"/>
            </a:avLst>
          </a:prstGeom>
          <a:solidFill>
            <a:schemeClr val="tx1">
              <a:lumMod val="95000"/>
            </a:schemeClr>
          </a:solidFill>
        </p:spPr>
        <p:txBody>
          <a:bodyPr wrap="square" lIns="91440" tIns="45720" rIns="91440" bIns="45720" rtlCol="0" anchor="ctr">
            <a:noAutofit/>
          </a:bodyPr>
          <a:lstStyle/>
          <a:p>
            <a:pPr marL="0" marR="0" lvl="0" indent="0" algn="l" defTabSz="914400" rtl="0" eaLnBrk="1" fontAlgn="auto" latinLnBrk="0" hangingPunct="1">
              <a:lnSpc>
                <a:spcPct val="100000"/>
              </a:lnSpc>
              <a:spcBef>
                <a:spcPts val="0"/>
              </a:spcBef>
              <a:spcAft>
                <a:spcPts val="600"/>
              </a:spcAft>
              <a:buClr>
                <a:srgbClr val="FFE600"/>
              </a:buClr>
              <a:buSzPct val="70000"/>
              <a:buFontTx/>
              <a:buNone/>
              <a:tabLst/>
              <a:defRPr/>
            </a:pPr>
            <a:r>
              <a:rPr kumimoji="0" lang="en-IN" sz="1050" b="0" i="1" u="none" strike="noStrike" kern="0" cap="none" spc="0" normalizeH="0" baseline="0" noProof="0">
                <a:ln>
                  <a:noFill/>
                </a:ln>
                <a:solidFill>
                  <a:srgbClr val="333333"/>
                </a:solidFill>
                <a:effectLst/>
                <a:uLnTx/>
                <a:uFillTx/>
                <a:ea typeface="+mn-ea"/>
                <a:cs typeface="+mn-cs"/>
              </a:rPr>
              <a:t>The GPO has full responsibility for process governance in regards to design and build on a global scale including process governance for retained and local functions.</a:t>
            </a:r>
          </a:p>
        </p:txBody>
      </p:sp>
      <p:sp>
        <p:nvSpPr>
          <p:cNvPr id="151" name="Speech Bubble: Rectangle with Corners Rounded 150">
            <a:extLst>
              <a:ext uri="{FF2B5EF4-FFF2-40B4-BE49-F238E27FC236}">
                <a16:creationId xmlns:a16="http://schemas.microsoft.com/office/drawing/2014/main" id="{C42C35E3-1CD4-7879-650D-D93E4B792473}"/>
              </a:ext>
            </a:extLst>
          </p:cNvPr>
          <p:cNvSpPr/>
          <p:nvPr/>
        </p:nvSpPr>
        <p:spPr bwMode="auto">
          <a:xfrm>
            <a:off x="6367310" y="4109834"/>
            <a:ext cx="1371600" cy="1143000"/>
          </a:xfrm>
          <a:prstGeom prst="wedgeRoundRectCallout">
            <a:avLst>
              <a:gd name="adj1" fmla="val -63183"/>
              <a:gd name="adj2" fmla="val 37758"/>
              <a:gd name="adj3" fmla="val 16667"/>
            </a:avLst>
          </a:prstGeom>
          <a:solidFill>
            <a:schemeClr val="bg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900" b="1" i="0" u="none" strike="noStrike" kern="1200" cap="none" spc="0" normalizeH="0" baseline="0" noProof="0">
                <a:ln>
                  <a:noFill/>
                </a:ln>
                <a:solidFill>
                  <a:srgbClr val="333333"/>
                </a:solidFill>
                <a:effectLst/>
                <a:uLnTx/>
                <a:uFillTx/>
                <a:ea typeface="+mn-ea"/>
                <a:cs typeface="Arial"/>
              </a:rPr>
              <a:t>Process Execution is assumed to be the responsibility of the Tower Lead, with IT Solution Design being the responsibility of IT </a:t>
            </a:r>
          </a:p>
        </p:txBody>
      </p:sp>
      <p:grpSp>
        <p:nvGrpSpPr>
          <p:cNvPr id="171" name="Group 170">
            <a:extLst>
              <a:ext uri="{FF2B5EF4-FFF2-40B4-BE49-F238E27FC236}">
                <a16:creationId xmlns:a16="http://schemas.microsoft.com/office/drawing/2014/main" id="{EC55A04B-B90B-5F9B-5351-22939B5AB08A}"/>
              </a:ext>
            </a:extLst>
          </p:cNvPr>
          <p:cNvGrpSpPr/>
          <p:nvPr/>
        </p:nvGrpSpPr>
        <p:grpSpPr>
          <a:xfrm>
            <a:off x="4632104" y="3603334"/>
            <a:ext cx="2240280" cy="1836374"/>
            <a:chOff x="4431783" y="2997594"/>
            <a:chExt cx="2240280" cy="1836374"/>
          </a:xfrm>
        </p:grpSpPr>
        <p:sp>
          <p:nvSpPr>
            <p:cNvPr id="172" name="Rectangle 171">
              <a:extLst>
                <a:ext uri="{FF2B5EF4-FFF2-40B4-BE49-F238E27FC236}">
                  <a16:creationId xmlns:a16="http://schemas.microsoft.com/office/drawing/2014/main" id="{2495B556-7F37-2865-38E2-F589CAA48646}"/>
                </a:ext>
              </a:extLst>
            </p:cNvPr>
            <p:cNvSpPr/>
            <p:nvPr/>
          </p:nvSpPr>
          <p:spPr>
            <a:xfrm>
              <a:off x="4614663" y="2998555"/>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GBS Process Governance</a:t>
              </a:r>
            </a:p>
          </p:txBody>
        </p:sp>
        <p:sp>
          <p:nvSpPr>
            <p:cNvPr id="173" name="Rectangle 172">
              <a:extLst>
                <a:ext uri="{FF2B5EF4-FFF2-40B4-BE49-F238E27FC236}">
                  <a16:creationId xmlns:a16="http://schemas.microsoft.com/office/drawing/2014/main" id="{25FC8890-7CDA-AA91-0442-29F61AC90C4E}"/>
                </a:ext>
              </a:extLst>
            </p:cNvPr>
            <p:cNvSpPr/>
            <p:nvPr/>
          </p:nvSpPr>
          <p:spPr>
            <a:xfrm>
              <a:off x="4614663" y="3545273"/>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Process Design</a:t>
              </a:r>
            </a:p>
          </p:txBody>
        </p:sp>
        <p:sp>
          <p:nvSpPr>
            <p:cNvPr id="174" name="Rectangle 173">
              <a:extLst>
                <a:ext uri="{FF2B5EF4-FFF2-40B4-BE49-F238E27FC236}">
                  <a16:creationId xmlns:a16="http://schemas.microsoft.com/office/drawing/2014/main" id="{21BB50F2-3FEF-2489-7A51-CD5157AB116A}"/>
                </a:ext>
              </a:extLst>
            </p:cNvPr>
            <p:cNvSpPr/>
            <p:nvPr/>
          </p:nvSpPr>
          <p:spPr>
            <a:xfrm>
              <a:off x="4614663" y="3271914"/>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Retained Process Governance</a:t>
              </a:r>
            </a:p>
          </p:txBody>
        </p:sp>
        <p:sp>
          <p:nvSpPr>
            <p:cNvPr id="175" name="Rectangle 174">
              <a:extLst>
                <a:ext uri="{FF2B5EF4-FFF2-40B4-BE49-F238E27FC236}">
                  <a16:creationId xmlns:a16="http://schemas.microsoft.com/office/drawing/2014/main" id="{F146F4C3-E5EC-DD32-AD3E-3BD3FB73311C}"/>
                </a:ext>
              </a:extLst>
            </p:cNvPr>
            <p:cNvSpPr/>
            <p:nvPr/>
          </p:nvSpPr>
          <p:spPr>
            <a:xfrm>
              <a:off x="4614663" y="3821807"/>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Process Build </a:t>
              </a:r>
            </a:p>
          </p:txBody>
        </p:sp>
        <p:sp>
          <p:nvSpPr>
            <p:cNvPr id="176" name="Rectangle 175">
              <a:extLst>
                <a:ext uri="{FF2B5EF4-FFF2-40B4-BE49-F238E27FC236}">
                  <a16:creationId xmlns:a16="http://schemas.microsoft.com/office/drawing/2014/main" id="{F4A59027-BF7A-95DF-3B39-D475CE12B804}"/>
                </a:ext>
              </a:extLst>
            </p:cNvPr>
            <p:cNvSpPr/>
            <p:nvPr/>
          </p:nvSpPr>
          <p:spPr>
            <a:xfrm>
              <a:off x="4614663" y="4098341"/>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Process Execution</a:t>
              </a:r>
            </a:p>
          </p:txBody>
        </p:sp>
        <p:sp>
          <p:nvSpPr>
            <p:cNvPr id="177" name="Rectangle 176">
              <a:extLst>
                <a:ext uri="{FF2B5EF4-FFF2-40B4-BE49-F238E27FC236}">
                  <a16:creationId xmlns:a16="http://schemas.microsoft.com/office/drawing/2014/main" id="{6A1F3EC3-8FCF-C153-A992-6C4697C620DA}"/>
                </a:ext>
              </a:extLst>
            </p:cNvPr>
            <p:cNvSpPr/>
            <p:nvPr/>
          </p:nvSpPr>
          <p:spPr>
            <a:xfrm>
              <a:off x="4614663" y="4374875"/>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IT Solution Design</a:t>
              </a:r>
            </a:p>
          </p:txBody>
        </p:sp>
        <p:sp>
          <p:nvSpPr>
            <p:cNvPr id="178" name="Oval 177">
              <a:extLst>
                <a:ext uri="{FF2B5EF4-FFF2-40B4-BE49-F238E27FC236}">
                  <a16:creationId xmlns:a16="http://schemas.microsoft.com/office/drawing/2014/main" id="{9AC759BE-0355-12EB-1A75-047D18242AA9}"/>
                </a:ext>
              </a:extLst>
            </p:cNvPr>
            <p:cNvSpPr/>
            <p:nvPr/>
          </p:nvSpPr>
          <p:spPr>
            <a:xfrm>
              <a:off x="4431783" y="2997594"/>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79" name="Oval 178">
              <a:extLst>
                <a:ext uri="{FF2B5EF4-FFF2-40B4-BE49-F238E27FC236}">
                  <a16:creationId xmlns:a16="http://schemas.microsoft.com/office/drawing/2014/main" id="{30537DE1-DD03-D178-5941-75405B8A0B72}"/>
                </a:ext>
              </a:extLst>
            </p:cNvPr>
            <p:cNvSpPr/>
            <p:nvPr/>
          </p:nvSpPr>
          <p:spPr>
            <a:xfrm>
              <a:off x="4431783" y="3271593"/>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80" name="Rectangle 179">
              <a:extLst>
                <a:ext uri="{FF2B5EF4-FFF2-40B4-BE49-F238E27FC236}">
                  <a16:creationId xmlns:a16="http://schemas.microsoft.com/office/drawing/2014/main" id="{5E1E15ED-786C-6245-1A2A-44B656EA134E}"/>
                </a:ext>
              </a:extLst>
            </p:cNvPr>
            <p:cNvSpPr/>
            <p:nvPr/>
          </p:nvSpPr>
          <p:spPr>
            <a:xfrm>
              <a:off x="4614663" y="4651409"/>
              <a:ext cx="2057400" cy="182239"/>
            </a:xfrm>
            <a:prstGeom prst="rect">
              <a:avLst/>
            </a:prstGeom>
            <a:no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rPr>
                <a:t>Outcome/Demand Steering</a:t>
              </a:r>
            </a:p>
          </p:txBody>
        </p:sp>
        <p:sp>
          <p:nvSpPr>
            <p:cNvPr id="181" name="Oval 180">
              <a:extLst>
                <a:ext uri="{FF2B5EF4-FFF2-40B4-BE49-F238E27FC236}">
                  <a16:creationId xmlns:a16="http://schemas.microsoft.com/office/drawing/2014/main" id="{F296E412-DADB-0ABF-49C5-FE1955D6F92E}"/>
                </a:ext>
              </a:extLst>
            </p:cNvPr>
            <p:cNvSpPr/>
            <p:nvPr/>
          </p:nvSpPr>
          <p:spPr>
            <a:xfrm>
              <a:off x="4431783" y="3545272"/>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82" name="Oval 181">
              <a:extLst>
                <a:ext uri="{FF2B5EF4-FFF2-40B4-BE49-F238E27FC236}">
                  <a16:creationId xmlns:a16="http://schemas.microsoft.com/office/drawing/2014/main" id="{8053166F-7597-B283-F6D5-A5A1EE11555F}"/>
                </a:ext>
              </a:extLst>
            </p:cNvPr>
            <p:cNvSpPr/>
            <p:nvPr/>
          </p:nvSpPr>
          <p:spPr>
            <a:xfrm>
              <a:off x="4431783" y="3822492"/>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83" name="Oval 182">
              <a:extLst>
                <a:ext uri="{FF2B5EF4-FFF2-40B4-BE49-F238E27FC236}">
                  <a16:creationId xmlns:a16="http://schemas.microsoft.com/office/drawing/2014/main" id="{F5456CEB-A7C6-E0E0-A5D9-62FF26F7924C}"/>
                </a:ext>
              </a:extLst>
            </p:cNvPr>
            <p:cNvSpPr/>
            <p:nvPr/>
          </p:nvSpPr>
          <p:spPr>
            <a:xfrm>
              <a:off x="4431783" y="4098060"/>
              <a:ext cx="182880" cy="182880"/>
            </a:xfrm>
            <a:prstGeom prst="ellipse">
              <a:avLst/>
            </a:prstGeom>
            <a:solidFill>
              <a:schemeClr val="tx1">
                <a:lumMod val="5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84" name="Oval 183">
              <a:extLst>
                <a:ext uri="{FF2B5EF4-FFF2-40B4-BE49-F238E27FC236}">
                  <a16:creationId xmlns:a16="http://schemas.microsoft.com/office/drawing/2014/main" id="{8FCC8F04-842F-B035-8D86-8981B543EA53}"/>
                </a:ext>
              </a:extLst>
            </p:cNvPr>
            <p:cNvSpPr/>
            <p:nvPr/>
          </p:nvSpPr>
          <p:spPr>
            <a:xfrm>
              <a:off x="4431783" y="4373549"/>
              <a:ext cx="182880" cy="182880"/>
            </a:xfrm>
            <a:prstGeom prst="ellipse">
              <a:avLst/>
            </a:prstGeom>
            <a:solidFill>
              <a:schemeClr val="tx1">
                <a:lumMod val="5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85" name="Oval 184">
              <a:extLst>
                <a:ext uri="{FF2B5EF4-FFF2-40B4-BE49-F238E27FC236}">
                  <a16:creationId xmlns:a16="http://schemas.microsoft.com/office/drawing/2014/main" id="{F0516E7A-5C0A-CA56-FF69-797BEE459C3A}"/>
                </a:ext>
              </a:extLst>
            </p:cNvPr>
            <p:cNvSpPr/>
            <p:nvPr/>
          </p:nvSpPr>
          <p:spPr>
            <a:xfrm>
              <a:off x="4431783" y="4651088"/>
              <a:ext cx="182880" cy="182880"/>
            </a:xfrm>
            <a:prstGeom prst="ellipse">
              <a:avLst/>
            </a:prstGeom>
            <a:solidFill>
              <a:schemeClr val="tx2">
                <a:lumMod val="60000"/>
                <a:lumOff val="40000"/>
              </a:schemeClr>
            </a:solidFill>
            <a:ln w="9525" cap="flat" cmpd="sng" algn="ctr">
              <a:solidFill>
                <a:schemeClr val="bg1"/>
              </a:solid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grpSp>
      <p:grpSp>
        <p:nvGrpSpPr>
          <p:cNvPr id="243" name="Group 242">
            <a:extLst>
              <a:ext uri="{FF2B5EF4-FFF2-40B4-BE49-F238E27FC236}">
                <a16:creationId xmlns:a16="http://schemas.microsoft.com/office/drawing/2014/main" id="{286951E8-91E7-E20B-667C-1BE27C449917}"/>
              </a:ext>
            </a:extLst>
          </p:cNvPr>
          <p:cNvGrpSpPr/>
          <p:nvPr/>
        </p:nvGrpSpPr>
        <p:grpSpPr>
          <a:xfrm>
            <a:off x="4450081" y="2327957"/>
            <a:ext cx="3291839" cy="1138084"/>
            <a:chOff x="4450081" y="2334452"/>
            <a:chExt cx="3291839" cy="1138084"/>
          </a:xfrm>
        </p:grpSpPr>
        <p:sp>
          <p:nvSpPr>
            <p:cNvPr id="156" name="Rectangle 155">
              <a:extLst>
                <a:ext uri="{FF2B5EF4-FFF2-40B4-BE49-F238E27FC236}">
                  <a16:creationId xmlns:a16="http://schemas.microsoft.com/office/drawing/2014/main" id="{72D3E11D-0B7F-B7CC-2362-0437AEB2A56B}"/>
                </a:ext>
              </a:extLst>
            </p:cNvPr>
            <p:cNvSpPr/>
            <p:nvPr/>
          </p:nvSpPr>
          <p:spPr>
            <a:xfrm>
              <a:off x="4450081" y="2649576"/>
              <a:ext cx="548639" cy="822960"/>
            </a:xfrm>
            <a:prstGeom prst="rect">
              <a:avLst/>
            </a:prstGeom>
            <a:solidFill>
              <a:schemeClr val="tx2"/>
            </a:solidFill>
            <a:ln w="3175" cap="flat" cmpd="sng" algn="ctr">
              <a:no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57" name="Rectangle 156">
              <a:extLst>
                <a:ext uri="{FF2B5EF4-FFF2-40B4-BE49-F238E27FC236}">
                  <a16:creationId xmlns:a16="http://schemas.microsoft.com/office/drawing/2014/main" id="{D3E7E781-0F2E-1216-255E-871969DA4E7E}"/>
                </a:ext>
              </a:extLst>
            </p:cNvPr>
            <p:cNvSpPr/>
            <p:nvPr/>
          </p:nvSpPr>
          <p:spPr>
            <a:xfrm>
              <a:off x="4998720" y="2334452"/>
              <a:ext cx="1371600" cy="228600"/>
            </a:xfrm>
            <a:prstGeom prst="rect">
              <a:avLst/>
            </a:prstGeom>
            <a:noFill/>
            <a:ln w="3175" cap="flat" cmpd="sng" algn="ctr">
              <a:no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 cap="flat" cmpd="sng" algn="ctr">
                  <a:solidFill>
                    <a:srgbClr val="273142"/>
                  </a:solidFill>
                  <a:prstDash val="solid"/>
                  <a:round/>
                  <a:headEnd type="none" w="med" len="med"/>
                  <a:tailEnd type="none" w="med" len="med"/>
                </a14:hiddenLine>
              </a:ext>
            </a:extLst>
          </p:spPr>
          <p:txBody>
            <a:bodyPr rot="0" spcFirstLastPara="0" vertOverflow="overflow" horzOverflow="overflow" vert="horz" wrap="square" lIns="91440" tIns="48000" rIns="9144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333333"/>
                  </a:solidFill>
                  <a:effectLst/>
                  <a:uLnTx/>
                  <a:uFillTx/>
                  <a:ea typeface="+mn-ea"/>
                  <a:cs typeface="+mn-cs"/>
                </a:rPr>
                <a:t>SSC/BPO Org.</a:t>
              </a:r>
            </a:p>
          </p:txBody>
        </p:sp>
        <p:sp>
          <p:nvSpPr>
            <p:cNvPr id="158" name="Rectangle 157">
              <a:extLst>
                <a:ext uri="{FF2B5EF4-FFF2-40B4-BE49-F238E27FC236}">
                  <a16:creationId xmlns:a16="http://schemas.microsoft.com/office/drawing/2014/main" id="{DB35D8ED-BE3E-5756-0C59-FA74C0F9D9E0}"/>
                </a:ext>
              </a:extLst>
            </p:cNvPr>
            <p:cNvSpPr/>
            <p:nvPr/>
          </p:nvSpPr>
          <p:spPr>
            <a:xfrm>
              <a:off x="6370320" y="2334452"/>
              <a:ext cx="1371600" cy="22860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1440" tIns="48000" rIns="9144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333333"/>
                  </a:solidFill>
                  <a:effectLst/>
                  <a:uLnTx/>
                  <a:uFillTx/>
                  <a:ea typeface="+mn-ea"/>
                  <a:cs typeface="+mn-cs"/>
                </a:rPr>
                <a:t>Retained Org.</a:t>
              </a:r>
            </a:p>
          </p:txBody>
        </p:sp>
        <p:sp>
          <p:nvSpPr>
            <p:cNvPr id="159" name="Rectangle 158">
              <a:extLst>
                <a:ext uri="{FF2B5EF4-FFF2-40B4-BE49-F238E27FC236}">
                  <a16:creationId xmlns:a16="http://schemas.microsoft.com/office/drawing/2014/main" id="{30753F7A-D6AF-BC90-1C7A-B94557AA4D8E}"/>
                </a:ext>
              </a:extLst>
            </p:cNvPr>
            <p:cNvSpPr/>
            <p:nvPr/>
          </p:nvSpPr>
          <p:spPr>
            <a:xfrm>
              <a:off x="6370316" y="2649576"/>
              <a:ext cx="1371600" cy="822960"/>
            </a:xfrm>
            <a:prstGeom prst="rect">
              <a:avLst/>
            </a:prstGeom>
            <a:solidFill>
              <a:schemeClr val="tx1">
                <a:lumMod val="85000"/>
              </a:schemeClr>
            </a:solidFill>
            <a:ln w="12700" cap="flat" cmpd="sng" algn="ctr">
              <a:no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67" b="0" i="0" u="none" strike="noStrike" kern="0" cap="none" spc="0" normalizeH="0" baseline="0" noProof="0">
                <a:ln>
                  <a:noFill/>
                </a:ln>
                <a:solidFill>
                  <a:srgbClr val="333333"/>
                </a:solidFill>
                <a:effectLst/>
                <a:uLnTx/>
                <a:uFillTx/>
                <a:ea typeface="+mn-ea"/>
                <a:cs typeface="+mn-cs"/>
              </a:endParaRPr>
            </a:p>
          </p:txBody>
        </p:sp>
        <p:sp>
          <p:nvSpPr>
            <p:cNvPr id="160" name="Rectangle 159">
              <a:extLst>
                <a:ext uri="{FF2B5EF4-FFF2-40B4-BE49-F238E27FC236}">
                  <a16:creationId xmlns:a16="http://schemas.microsoft.com/office/drawing/2014/main" id="{3AA715A3-1C55-44B3-B904-4000362A5EB4}"/>
                </a:ext>
              </a:extLst>
            </p:cNvPr>
            <p:cNvSpPr/>
            <p:nvPr/>
          </p:nvSpPr>
          <p:spPr>
            <a:xfrm>
              <a:off x="4450082" y="2334452"/>
              <a:ext cx="548640" cy="22860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1440" tIns="48000" rIns="9144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333333"/>
                  </a:solidFill>
                  <a:effectLst/>
                  <a:uLnTx/>
                  <a:uFillTx/>
                  <a:ea typeface="+mn-ea"/>
                  <a:cs typeface="+mn-cs"/>
                </a:rPr>
                <a:t>GPO</a:t>
              </a:r>
            </a:p>
          </p:txBody>
        </p:sp>
        <p:cxnSp>
          <p:nvCxnSpPr>
            <p:cNvPr id="219" name="Straight Connector 218">
              <a:extLst>
                <a:ext uri="{FF2B5EF4-FFF2-40B4-BE49-F238E27FC236}">
                  <a16:creationId xmlns:a16="http://schemas.microsoft.com/office/drawing/2014/main" id="{CC8A9847-AB84-5A3B-4D1B-0F5A85F53615}"/>
                </a:ext>
              </a:extLst>
            </p:cNvPr>
            <p:cNvCxnSpPr>
              <a:cxnSpLocks/>
            </p:cNvCxnSpPr>
            <p:nvPr/>
          </p:nvCxnSpPr>
          <p:spPr>
            <a:xfrm>
              <a:off x="4998720" y="2829297"/>
              <a:ext cx="2651760" cy="2548"/>
            </a:xfrm>
            <a:prstGeom prst="line">
              <a:avLst/>
            </a:prstGeom>
            <a:noFill/>
            <a:ln w="12700" cap="flat" cmpd="sng" algn="ctr">
              <a:solidFill>
                <a:schemeClr val="tx2">
                  <a:lumMod val="75000"/>
                </a:schemeClr>
              </a:solidFill>
              <a:prstDash val="solid"/>
              <a:round/>
              <a:headEnd type="none" w="sm" len="sm"/>
              <a:tailEnd type="oval" w="med" len="med"/>
            </a:ln>
            <a:effectLst/>
          </p:spPr>
        </p:cxnSp>
        <p:cxnSp>
          <p:nvCxnSpPr>
            <p:cNvPr id="222" name="Straight Connector 221">
              <a:extLst>
                <a:ext uri="{FF2B5EF4-FFF2-40B4-BE49-F238E27FC236}">
                  <a16:creationId xmlns:a16="http://schemas.microsoft.com/office/drawing/2014/main" id="{1E9C07CB-868E-A3D3-7CC8-376B5BD9AF19}"/>
                </a:ext>
              </a:extLst>
            </p:cNvPr>
            <p:cNvCxnSpPr>
              <a:cxnSpLocks/>
            </p:cNvCxnSpPr>
            <p:nvPr/>
          </p:nvCxnSpPr>
          <p:spPr>
            <a:xfrm>
              <a:off x="4998720" y="3283096"/>
              <a:ext cx="2651760" cy="2548"/>
            </a:xfrm>
            <a:prstGeom prst="line">
              <a:avLst/>
            </a:prstGeom>
            <a:noFill/>
            <a:ln w="12700" cap="flat" cmpd="sng" algn="ctr">
              <a:solidFill>
                <a:schemeClr val="tx2">
                  <a:lumMod val="75000"/>
                </a:schemeClr>
              </a:solidFill>
              <a:prstDash val="solid"/>
              <a:round/>
              <a:headEnd type="none" w="sm" len="sm"/>
              <a:tailEnd type="oval" w="med" len="med"/>
            </a:ln>
            <a:effectLst/>
          </p:spPr>
        </p:cxnSp>
        <p:sp>
          <p:nvSpPr>
            <p:cNvPr id="229" name="Rectangle 228">
              <a:extLst>
                <a:ext uri="{FF2B5EF4-FFF2-40B4-BE49-F238E27FC236}">
                  <a16:creationId xmlns:a16="http://schemas.microsoft.com/office/drawing/2014/main" id="{CC4AB733-7AF9-90E8-2B26-01E4D7CA414B}"/>
                </a:ext>
              </a:extLst>
            </p:cNvPr>
            <p:cNvSpPr/>
            <p:nvPr/>
          </p:nvSpPr>
          <p:spPr>
            <a:xfrm>
              <a:off x="5455918" y="2689450"/>
              <a:ext cx="457200" cy="13716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1" u="none" strike="noStrike" kern="0" cap="none" spc="0" normalizeH="0" baseline="0" noProof="0">
                  <a:ln>
                    <a:noFill/>
                  </a:ln>
                  <a:solidFill>
                    <a:srgbClr val="333333"/>
                  </a:solidFill>
                  <a:effectLst/>
                  <a:uLnTx/>
                  <a:uFillTx/>
                  <a:ea typeface="Nokia Pure Text Light" panose="020B0403020202020204" pitchFamily="34" charset="0"/>
                  <a:cs typeface="+mn-cs"/>
                </a:rPr>
                <a:t>Design</a:t>
              </a:r>
            </a:p>
          </p:txBody>
        </p:sp>
        <p:sp>
          <p:nvSpPr>
            <p:cNvPr id="230" name="Rectangle 229">
              <a:extLst>
                <a:ext uri="{FF2B5EF4-FFF2-40B4-BE49-F238E27FC236}">
                  <a16:creationId xmlns:a16="http://schemas.microsoft.com/office/drawing/2014/main" id="{6223BE1C-24A0-93DF-D589-828111251CBF}"/>
                </a:ext>
              </a:extLst>
            </p:cNvPr>
            <p:cNvSpPr/>
            <p:nvPr/>
          </p:nvSpPr>
          <p:spPr>
            <a:xfrm>
              <a:off x="5455918" y="3145093"/>
              <a:ext cx="457200" cy="13716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1" u="none" strike="noStrike" kern="0" cap="none" spc="0" normalizeH="0" baseline="0" noProof="0">
                  <a:ln>
                    <a:noFill/>
                  </a:ln>
                  <a:solidFill>
                    <a:srgbClr val="333333"/>
                  </a:solidFill>
                  <a:effectLst/>
                  <a:uLnTx/>
                  <a:uFillTx/>
                  <a:ea typeface="Nokia Pure Text Light" panose="020B0403020202020204" pitchFamily="34" charset="0"/>
                  <a:cs typeface="+mn-cs"/>
                </a:rPr>
                <a:t>Build</a:t>
              </a:r>
            </a:p>
          </p:txBody>
        </p:sp>
      </p:grpSp>
      <p:grpSp>
        <p:nvGrpSpPr>
          <p:cNvPr id="242" name="Group 241">
            <a:extLst>
              <a:ext uri="{FF2B5EF4-FFF2-40B4-BE49-F238E27FC236}">
                <a16:creationId xmlns:a16="http://schemas.microsoft.com/office/drawing/2014/main" id="{F817D841-AB9B-E2D0-8980-8DD7A96403F6}"/>
              </a:ext>
            </a:extLst>
          </p:cNvPr>
          <p:cNvGrpSpPr/>
          <p:nvPr/>
        </p:nvGrpSpPr>
        <p:grpSpPr>
          <a:xfrm>
            <a:off x="8221980" y="2327957"/>
            <a:ext cx="3291839" cy="1138084"/>
            <a:chOff x="8221980" y="2334452"/>
            <a:chExt cx="3291839" cy="1138084"/>
          </a:xfrm>
        </p:grpSpPr>
        <p:sp>
          <p:nvSpPr>
            <p:cNvPr id="164" name="Rectangle 163">
              <a:extLst>
                <a:ext uri="{FF2B5EF4-FFF2-40B4-BE49-F238E27FC236}">
                  <a16:creationId xmlns:a16="http://schemas.microsoft.com/office/drawing/2014/main" id="{C975949F-00B1-C796-7A18-E0840B320ADE}"/>
                </a:ext>
              </a:extLst>
            </p:cNvPr>
            <p:cNvSpPr/>
            <p:nvPr/>
          </p:nvSpPr>
          <p:spPr>
            <a:xfrm>
              <a:off x="8221980" y="2649576"/>
              <a:ext cx="548639" cy="822960"/>
            </a:xfrm>
            <a:prstGeom prst="rect">
              <a:avLst/>
            </a:prstGeom>
            <a:solidFill>
              <a:schemeClr val="tx2"/>
            </a:solidFill>
            <a:ln w="3175" cap="flat" cmpd="sng" algn="ctr">
              <a:no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333333"/>
                </a:solidFill>
                <a:effectLst/>
                <a:uLnTx/>
                <a:uFillTx/>
                <a:ea typeface="Nokia Pure Text Light" panose="020B0403020202020204" pitchFamily="34" charset="0"/>
                <a:cs typeface="+mn-cs"/>
              </a:endParaRPr>
            </a:p>
          </p:txBody>
        </p:sp>
        <p:sp>
          <p:nvSpPr>
            <p:cNvPr id="165" name="Rectangle 164">
              <a:extLst>
                <a:ext uri="{FF2B5EF4-FFF2-40B4-BE49-F238E27FC236}">
                  <a16:creationId xmlns:a16="http://schemas.microsoft.com/office/drawing/2014/main" id="{6A51BBA8-6AA6-E0E4-9FEF-EA8725B91336}"/>
                </a:ext>
              </a:extLst>
            </p:cNvPr>
            <p:cNvSpPr/>
            <p:nvPr/>
          </p:nvSpPr>
          <p:spPr>
            <a:xfrm>
              <a:off x="8770619" y="2334452"/>
              <a:ext cx="1371600" cy="228600"/>
            </a:xfrm>
            <a:prstGeom prst="rect">
              <a:avLst/>
            </a:prstGeom>
            <a:noFill/>
            <a:ln w="3175" cap="flat" cmpd="sng" algn="ctr">
              <a:no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 cap="flat" cmpd="sng" algn="ctr">
                  <a:solidFill>
                    <a:srgbClr val="273142"/>
                  </a:solidFill>
                  <a:prstDash val="solid"/>
                  <a:round/>
                  <a:headEnd type="none" w="med" len="med"/>
                  <a:tailEnd type="none" w="med" len="med"/>
                </a14:hiddenLine>
              </a:ext>
            </a:extLst>
          </p:spPr>
          <p:txBody>
            <a:bodyPr rot="0" spcFirstLastPara="0" vertOverflow="overflow" horzOverflow="overflow" vert="horz" wrap="square" lIns="91440" tIns="48000" rIns="9144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333333"/>
                  </a:solidFill>
                  <a:effectLst/>
                  <a:uLnTx/>
                  <a:uFillTx/>
                  <a:ea typeface="+mn-ea"/>
                  <a:cs typeface="+mn-cs"/>
                </a:rPr>
                <a:t>SSC/BPO Org.</a:t>
              </a:r>
            </a:p>
          </p:txBody>
        </p:sp>
        <p:sp>
          <p:nvSpPr>
            <p:cNvPr id="166" name="Rectangle 165">
              <a:extLst>
                <a:ext uri="{FF2B5EF4-FFF2-40B4-BE49-F238E27FC236}">
                  <a16:creationId xmlns:a16="http://schemas.microsoft.com/office/drawing/2014/main" id="{4A1F4CF0-30C1-A53E-B160-A3A3A88AA8EA}"/>
                </a:ext>
              </a:extLst>
            </p:cNvPr>
            <p:cNvSpPr/>
            <p:nvPr/>
          </p:nvSpPr>
          <p:spPr>
            <a:xfrm>
              <a:off x="10142219" y="2334452"/>
              <a:ext cx="1371600" cy="22860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1440" tIns="48000" rIns="9144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333333"/>
                  </a:solidFill>
                  <a:effectLst/>
                  <a:uLnTx/>
                  <a:uFillTx/>
                  <a:ea typeface="+mn-ea"/>
                  <a:cs typeface="+mn-cs"/>
                </a:rPr>
                <a:t>Retained Org.</a:t>
              </a:r>
            </a:p>
          </p:txBody>
        </p:sp>
        <p:sp>
          <p:nvSpPr>
            <p:cNvPr id="167" name="Rectangle 166">
              <a:extLst>
                <a:ext uri="{FF2B5EF4-FFF2-40B4-BE49-F238E27FC236}">
                  <a16:creationId xmlns:a16="http://schemas.microsoft.com/office/drawing/2014/main" id="{B9BF2CB8-64E8-AE5D-0CA4-9D9BCBFC8937}"/>
                </a:ext>
              </a:extLst>
            </p:cNvPr>
            <p:cNvSpPr/>
            <p:nvPr/>
          </p:nvSpPr>
          <p:spPr>
            <a:xfrm>
              <a:off x="10142215" y="2649576"/>
              <a:ext cx="1371600" cy="822960"/>
            </a:xfrm>
            <a:prstGeom prst="rect">
              <a:avLst/>
            </a:prstGeom>
            <a:solidFill>
              <a:schemeClr val="tx1">
                <a:lumMod val="85000"/>
              </a:schemeClr>
            </a:solidFill>
            <a:ln w="12700" cap="flat" cmpd="sng" algn="ctr">
              <a:no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67" b="0" i="0" u="none" strike="noStrike" kern="0" cap="none" spc="0" normalizeH="0" baseline="0" noProof="0">
                <a:ln>
                  <a:noFill/>
                </a:ln>
                <a:solidFill>
                  <a:srgbClr val="333333"/>
                </a:solidFill>
                <a:effectLst/>
                <a:uLnTx/>
                <a:uFillTx/>
                <a:ea typeface="+mn-ea"/>
                <a:cs typeface="+mn-cs"/>
              </a:endParaRPr>
            </a:p>
          </p:txBody>
        </p:sp>
        <p:sp>
          <p:nvSpPr>
            <p:cNvPr id="168" name="Rectangle 167">
              <a:extLst>
                <a:ext uri="{FF2B5EF4-FFF2-40B4-BE49-F238E27FC236}">
                  <a16:creationId xmlns:a16="http://schemas.microsoft.com/office/drawing/2014/main" id="{8121A0FD-C0F4-9C07-4EC0-E1452FB09154}"/>
                </a:ext>
              </a:extLst>
            </p:cNvPr>
            <p:cNvSpPr/>
            <p:nvPr/>
          </p:nvSpPr>
          <p:spPr>
            <a:xfrm>
              <a:off x="8221981" y="2334452"/>
              <a:ext cx="548640" cy="22860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1440" tIns="48000" rIns="9144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333333"/>
                  </a:solidFill>
                  <a:effectLst/>
                  <a:uLnTx/>
                  <a:uFillTx/>
                  <a:ea typeface="+mn-ea"/>
                  <a:cs typeface="+mn-cs"/>
                </a:rPr>
                <a:t>GPO</a:t>
              </a:r>
            </a:p>
          </p:txBody>
        </p:sp>
        <p:cxnSp>
          <p:nvCxnSpPr>
            <p:cNvPr id="225" name="Straight Connector 224">
              <a:extLst>
                <a:ext uri="{FF2B5EF4-FFF2-40B4-BE49-F238E27FC236}">
                  <a16:creationId xmlns:a16="http://schemas.microsoft.com/office/drawing/2014/main" id="{982764E8-37CE-24C4-90BA-E99996CBAE0A}"/>
                </a:ext>
              </a:extLst>
            </p:cNvPr>
            <p:cNvCxnSpPr>
              <a:cxnSpLocks/>
            </p:cNvCxnSpPr>
            <p:nvPr/>
          </p:nvCxnSpPr>
          <p:spPr>
            <a:xfrm>
              <a:off x="8770619" y="3361533"/>
              <a:ext cx="2651760" cy="2548"/>
            </a:xfrm>
            <a:prstGeom prst="line">
              <a:avLst/>
            </a:prstGeom>
            <a:noFill/>
            <a:ln w="12700" cap="flat" cmpd="sng" algn="ctr">
              <a:solidFill>
                <a:schemeClr val="tx2">
                  <a:lumMod val="75000"/>
                </a:schemeClr>
              </a:solidFill>
              <a:prstDash val="solid"/>
              <a:round/>
              <a:headEnd type="none" w="sm" len="sm"/>
              <a:tailEnd type="oval" w="med" len="med"/>
            </a:ln>
            <a:effectLst/>
          </p:spPr>
        </p:cxnSp>
        <p:cxnSp>
          <p:nvCxnSpPr>
            <p:cNvPr id="223" name="Straight Connector 222">
              <a:extLst>
                <a:ext uri="{FF2B5EF4-FFF2-40B4-BE49-F238E27FC236}">
                  <a16:creationId xmlns:a16="http://schemas.microsoft.com/office/drawing/2014/main" id="{C9AE9F0E-7FC1-3800-819F-0C6318479681}"/>
                </a:ext>
              </a:extLst>
            </p:cNvPr>
            <p:cNvCxnSpPr>
              <a:cxnSpLocks/>
            </p:cNvCxnSpPr>
            <p:nvPr/>
          </p:nvCxnSpPr>
          <p:spPr>
            <a:xfrm>
              <a:off x="8770619" y="2758030"/>
              <a:ext cx="2651760" cy="2548"/>
            </a:xfrm>
            <a:prstGeom prst="line">
              <a:avLst/>
            </a:prstGeom>
            <a:noFill/>
            <a:ln w="12700" cap="flat" cmpd="sng" algn="ctr">
              <a:solidFill>
                <a:schemeClr val="tx2">
                  <a:lumMod val="75000"/>
                </a:schemeClr>
              </a:solidFill>
              <a:prstDash val="solid"/>
              <a:round/>
              <a:headEnd type="none" w="sm" len="sm"/>
              <a:tailEnd type="oval" w="med" len="med"/>
            </a:ln>
            <a:effectLst/>
          </p:spPr>
        </p:cxnSp>
        <p:cxnSp>
          <p:nvCxnSpPr>
            <p:cNvPr id="226" name="Straight Connector 225">
              <a:extLst>
                <a:ext uri="{FF2B5EF4-FFF2-40B4-BE49-F238E27FC236}">
                  <a16:creationId xmlns:a16="http://schemas.microsoft.com/office/drawing/2014/main" id="{645F1282-625E-62F2-FCBE-30E52D3B8572}"/>
                </a:ext>
              </a:extLst>
            </p:cNvPr>
            <p:cNvCxnSpPr>
              <a:cxnSpLocks/>
            </p:cNvCxnSpPr>
            <p:nvPr/>
          </p:nvCxnSpPr>
          <p:spPr>
            <a:xfrm>
              <a:off x="8770619" y="2956648"/>
              <a:ext cx="2651760" cy="2548"/>
            </a:xfrm>
            <a:prstGeom prst="line">
              <a:avLst/>
            </a:prstGeom>
            <a:noFill/>
            <a:ln w="12700" cap="flat" cmpd="sng" algn="ctr">
              <a:solidFill>
                <a:schemeClr val="tx2">
                  <a:lumMod val="75000"/>
                </a:schemeClr>
              </a:solidFill>
              <a:prstDash val="solid"/>
              <a:round/>
              <a:headEnd type="none" w="sm" len="sm"/>
              <a:tailEnd type="oval" w="med" len="med"/>
            </a:ln>
            <a:effectLst/>
          </p:spPr>
        </p:cxnSp>
        <p:cxnSp>
          <p:nvCxnSpPr>
            <p:cNvPr id="227" name="Straight Connector 226">
              <a:extLst>
                <a:ext uri="{FF2B5EF4-FFF2-40B4-BE49-F238E27FC236}">
                  <a16:creationId xmlns:a16="http://schemas.microsoft.com/office/drawing/2014/main" id="{24627484-4903-891C-7B7B-A16783BAB6BC}"/>
                </a:ext>
              </a:extLst>
            </p:cNvPr>
            <p:cNvCxnSpPr>
              <a:cxnSpLocks/>
            </p:cNvCxnSpPr>
            <p:nvPr/>
          </p:nvCxnSpPr>
          <p:spPr>
            <a:xfrm>
              <a:off x="8770619" y="3162915"/>
              <a:ext cx="2651760" cy="2548"/>
            </a:xfrm>
            <a:prstGeom prst="line">
              <a:avLst/>
            </a:prstGeom>
            <a:noFill/>
            <a:ln w="12700" cap="flat" cmpd="sng" algn="ctr">
              <a:solidFill>
                <a:schemeClr val="tx2">
                  <a:lumMod val="75000"/>
                </a:schemeClr>
              </a:solidFill>
              <a:prstDash val="solid"/>
              <a:round/>
              <a:headEnd type="none" w="sm" len="sm"/>
              <a:tailEnd type="oval" w="med" len="med"/>
            </a:ln>
            <a:effectLst/>
          </p:spPr>
        </p:cxnSp>
        <p:sp>
          <p:nvSpPr>
            <p:cNvPr id="231" name="Rectangle 230">
              <a:extLst>
                <a:ext uri="{FF2B5EF4-FFF2-40B4-BE49-F238E27FC236}">
                  <a16:creationId xmlns:a16="http://schemas.microsoft.com/office/drawing/2014/main" id="{CC567A7F-D02A-6FE8-DD46-0FFA64888661}"/>
                </a:ext>
              </a:extLst>
            </p:cNvPr>
            <p:cNvSpPr/>
            <p:nvPr/>
          </p:nvSpPr>
          <p:spPr>
            <a:xfrm>
              <a:off x="9227819" y="2620651"/>
              <a:ext cx="457200" cy="13716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1" u="none" strike="noStrike" kern="0" cap="none" spc="0" normalizeH="0" baseline="0" noProof="0">
                  <a:ln>
                    <a:noFill/>
                  </a:ln>
                  <a:solidFill>
                    <a:srgbClr val="333333"/>
                  </a:solidFill>
                  <a:effectLst/>
                  <a:uLnTx/>
                  <a:uFillTx/>
                  <a:ea typeface="Nokia Pure Text Light" panose="020B0403020202020204" pitchFamily="34" charset="0"/>
                  <a:cs typeface="+mn-cs"/>
                </a:rPr>
                <a:t>Design</a:t>
              </a:r>
            </a:p>
          </p:txBody>
        </p:sp>
        <p:sp>
          <p:nvSpPr>
            <p:cNvPr id="232" name="Rectangle 231">
              <a:extLst>
                <a:ext uri="{FF2B5EF4-FFF2-40B4-BE49-F238E27FC236}">
                  <a16:creationId xmlns:a16="http://schemas.microsoft.com/office/drawing/2014/main" id="{58927B52-0559-74B9-D50E-C9AFA4E91596}"/>
                </a:ext>
              </a:extLst>
            </p:cNvPr>
            <p:cNvSpPr/>
            <p:nvPr/>
          </p:nvSpPr>
          <p:spPr>
            <a:xfrm>
              <a:off x="9227819" y="2819593"/>
              <a:ext cx="457200" cy="13716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1" u="none" strike="noStrike" kern="0" cap="none" spc="0" normalizeH="0" baseline="0" noProof="0">
                  <a:ln>
                    <a:noFill/>
                  </a:ln>
                  <a:solidFill>
                    <a:srgbClr val="333333"/>
                  </a:solidFill>
                  <a:effectLst/>
                  <a:uLnTx/>
                  <a:uFillTx/>
                  <a:ea typeface="Nokia Pure Text Light" panose="020B0403020202020204" pitchFamily="34" charset="0"/>
                  <a:cs typeface="+mn-cs"/>
                </a:rPr>
                <a:t>Build</a:t>
              </a:r>
            </a:p>
          </p:txBody>
        </p:sp>
        <p:sp>
          <p:nvSpPr>
            <p:cNvPr id="233" name="Rectangle 232">
              <a:extLst>
                <a:ext uri="{FF2B5EF4-FFF2-40B4-BE49-F238E27FC236}">
                  <a16:creationId xmlns:a16="http://schemas.microsoft.com/office/drawing/2014/main" id="{C723B028-F11B-40C8-7A3B-D0F6A69F0ABB}"/>
                </a:ext>
              </a:extLst>
            </p:cNvPr>
            <p:cNvSpPr/>
            <p:nvPr/>
          </p:nvSpPr>
          <p:spPr>
            <a:xfrm>
              <a:off x="9182095" y="3025755"/>
              <a:ext cx="548640" cy="13716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1" u="none" strike="noStrike" kern="0" cap="none" spc="0" normalizeH="0" baseline="0" noProof="0">
                  <a:ln>
                    <a:noFill/>
                  </a:ln>
                  <a:solidFill>
                    <a:srgbClr val="333333"/>
                  </a:solidFill>
                  <a:effectLst/>
                  <a:uLnTx/>
                  <a:uFillTx/>
                  <a:ea typeface="Nokia Pure Text Light" panose="020B0403020202020204" pitchFamily="34" charset="0"/>
                  <a:cs typeface="+mn-cs"/>
                </a:rPr>
                <a:t>Operate</a:t>
              </a:r>
            </a:p>
          </p:txBody>
        </p:sp>
        <p:sp>
          <p:nvSpPr>
            <p:cNvPr id="234" name="Rectangle 233">
              <a:extLst>
                <a:ext uri="{FF2B5EF4-FFF2-40B4-BE49-F238E27FC236}">
                  <a16:creationId xmlns:a16="http://schemas.microsoft.com/office/drawing/2014/main" id="{6EAF6526-EC67-EDBF-CA3D-94A816BE4DD0}"/>
                </a:ext>
              </a:extLst>
            </p:cNvPr>
            <p:cNvSpPr/>
            <p:nvPr/>
          </p:nvSpPr>
          <p:spPr>
            <a:xfrm>
              <a:off x="9227815" y="3223829"/>
              <a:ext cx="457200" cy="13716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1" u="none" strike="noStrike" kern="0" cap="none" spc="0" normalizeH="0" baseline="0" noProof="0">
                  <a:ln>
                    <a:noFill/>
                  </a:ln>
                  <a:solidFill>
                    <a:srgbClr val="333333"/>
                  </a:solidFill>
                  <a:effectLst/>
                  <a:uLnTx/>
                  <a:uFillTx/>
                  <a:ea typeface="Nokia Pure Text Light" panose="020B0403020202020204" pitchFamily="34" charset="0"/>
                  <a:cs typeface="+mn-cs"/>
                </a:rPr>
                <a:t>IT</a:t>
              </a:r>
            </a:p>
          </p:txBody>
        </p:sp>
      </p:grpSp>
      <p:sp>
        <p:nvSpPr>
          <p:cNvPr id="241" name="Rectangle 240">
            <a:extLst>
              <a:ext uri="{FF2B5EF4-FFF2-40B4-BE49-F238E27FC236}">
                <a16:creationId xmlns:a16="http://schemas.microsoft.com/office/drawing/2014/main" id="{10A6B037-B9CB-7BD3-FC07-EEB559103B99}"/>
              </a:ext>
            </a:extLst>
          </p:cNvPr>
          <p:cNvSpPr/>
          <p:nvPr/>
        </p:nvSpPr>
        <p:spPr>
          <a:xfrm>
            <a:off x="4221480" y="1591095"/>
            <a:ext cx="3749040" cy="4754880"/>
          </a:xfrm>
          <a:prstGeom prst="rect">
            <a:avLst/>
          </a:prstGeom>
          <a:noFill/>
          <a:ln w="12700" cap="flat" cmpd="sng" algn="ctr">
            <a:solidFill>
              <a:schemeClr val="bg1"/>
            </a:solidFill>
            <a:prstDash val="solid"/>
            <a:miter lim="800000"/>
            <a:headEnd type="none" w="med" len="med"/>
            <a:tailEnd type="none" w="med" len="med"/>
          </a:ln>
          <a:effectLst/>
        </p:spPr>
        <p:txBody>
          <a:bodyPr lIns="108000" tIns="108000" rIns="108000" bIns="108000" rtlCol="0" anchor="t" anchorCtr="0"/>
          <a:lstStyle/>
          <a:p>
            <a:pPr marL="252000" marR="0" indent="-252000" algn="l" defTabSz="914400" eaLnBrk="1" fontAlgn="auto" latinLnBrk="0" hangingPunct="1">
              <a:lnSpc>
                <a:spcPct val="90000"/>
              </a:lnSpc>
              <a:spcBef>
                <a:spcPts val="400"/>
              </a:spcBef>
              <a:spcAft>
                <a:spcPts val="400"/>
              </a:spcAft>
              <a:buClr>
                <a:srgbClr val="FFE600"/>
              </a:buClr>
              <a:buSzTx/>
              <a:buFont typeface="Wingdings" pitchFamily="2" charset="2"/>
              <a:buChar char="§"/>
              <a:tabLst/>
            </a:pPr>
            <a:endParaRPr kumimoji="0" lang="en-IN" sz="2000" b="0" i="0" u="none" strike="noStrike" kern="0" cap="none" spc="0" normalizeH="0" baseline="0" noProof="0" err="1">
              <a:ln>
                <a:noFill/>
              </a:ln>
              <a:solidFill>
                <a:srgbClr val="1A1A24"/>
              </a:solidFill>
              <a:effectLst/>
              <a:uLnTx/>
              <a:uFillTx/>
              <a:latin typeface="EYInterstate Light"/>
              <a:ea typeface="+mn-ea"/>
              <a:cs typeface="+mn-cs"/>
            </a:endParaRPr>
          </a:p>
        </p:txBody>
      </p:sp>
    </p:spTree>
    <p:extLst>
      <p:ext uri="{BB962C8B-B14F-4D97-AF65-F5344CB8AC3E}">
        <p14:creationId xmlns:p14="http://schemas.microsoft.com/office/powerpoint/2010/main" val="281604548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9954EF-4B56-F8CC-CDD7-8E8F099A2D00}"/>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352E652D-F6C7-5F2B-9DA5-C3F8518836AA}"/>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Responsibilities of Global Process Owners (GPO)</a:t>
            </a:r>
          </a:p>
        </p:txBody>
      </p:sp>
      <p:sp>
        <p:nvSpPr>
          <p:cNvPr id="6" name="Date Placeholder 5">
            <a:extLst>
              <a:ext uri="{FF2B5EF4-FFF2-40B4-BE49-F238E27FC236}">
                <a16:creationId xmlns:a16="http://schemas.microsoft.com/office/drawing/2014/main" id="{13D9C94D-EAE1-B777-2BC2-7558242E51C6}"/>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4B21BCEE-DF2E-B9CF-0DC5-1D2AF3A9060B}"/>
              </a:ext>
            </a:extLst>
          </p:cNvPr>
          <p:cNvSpPr>
            <a:spLocks noGrp="1"/>
          </p:cNvSpPr>
          <p:nvPr>
            <p:ph type="sldNum" sz="quarter" idx="19"/>
          </p:nvPr>
        </p:nvSpPr>
        <p:spPr/>
        <p:txBody>
          <a:bodyPr/>
          <a:lstStyle/>
          <a:p>
            <a:fld id="{94FCA0F3-9F3A-694B-99BB-0E592A797735}" type="slidenum">
              <a:rPr lang="en-US" smtClean="0"/>
              <a:t>9</a:t>
            </a:fld>
            <a:endParaRPr lang="en-US"/>
          </a:p>
        </p:txBody>
      </p:sp>
      <p:sp>
        <p:nvSpPr>
          <p:cNvPr id="2" name="Text Placeholder 2">
            <a:extLst>
              <a:ext uri="{FF2B5EF4-FFF2-40B4-BE49-F238E27FC236}">
                <a16:creationId xmlns:a16="http://schemas.microsoft.com/office/drawing/2014/main" id="{4AFEDE05-CE10-A1CE-3F2D-8787D86EC887}"/>
              </a:ext>
            </a:extLst>
          </p:cNvPr>
          <p:cNvSpPr txBox="1">
            <a:spLocks/>
          </p:cNvSpPr>
          <p:nvPr/>
        </p:nvSpPr>
        <p:spPr>
          <a:xfrm>
            <a:off x="495300" y="914400"/>
            <a:ext cx="11201400" cy="822960"/>
          </a:xfrm>
          <a:prstGeom prst="rect">
            <a:avLst/>
          </a:prstGeom>
        </p:spPr>
        <p:txBody>
          <a:bodyPr vert="horz" lIns="45720" tIns="45720" rIns="45720" bIns="45720" rtlCol="0" anchor="ctr" anchorCtr="0">
            <a:noAutofit/>
          </a:bodyPr>
          <a:lstStyle>
            <a:lvl1pPr marL="0" indent="0" algn="l" defTabSz="914400" rtl="0" eaLnBrk="1" latinLnBrk="0" hangingPunct="1">
              <a:lnSpc>
                <a:spcPct val="100000"/>
              </a:lnSpc>
              <a:spcBef>
                <a:spcPts val="1200"/>
              </a:spcBef>
              <a:buFont typeface="Arial" panose="020B0604020202020204" pitchFamily="34" charset="0"/>
              <a:buNone/>
              <a:defRPr sz="1600" kern="1200">
                <a:solidFill>
                  <a:schemeClr val="tx1"/>
                </a:solidFill>
                <a:latin typeface="+mn-lt"/>
                <a:ea typeface="+mn-ea"/>
                <a:cs typeface="+mn-cs"/>
              </a:defRPr>
            </a:lvl1pPr>
            <a:lvl2pPr marL="216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2pPr>
            <a:lvl3pPr marL="432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3pPr>
            <a:lvl4pPr marL="648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4pPr>
            <a:lvl5pPr marL="864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just" defTabSz="914400" rtl="0" eaLnBrk="1" fontAlgn="auto" latinLnBrk="0" hangingPunct="1">
              <a:spcBef>
                <a:spcPts val="0"/>
              </a:spcBef>
              <a:spcAft>
                <a:spcPts val="0"/>
              </a:spcAft>
              <a:buClrTx/>
              <a:buSzTx/>
              <a:buFont typeface="Arial" panose="020B0604020202020204" pitchFamily="34" charset="0"/>
              <a:buNone/>
              <a:tabLst/>
              <a:defRPr/>
            </a:pPr>
            <a:r>
              <a:rPr kumimoji="0" lang="en-GB" sz="1400" b="1" i="0" u="none" strike="noStrike" kern="1200" cap="none" spc="0" normalizeH="0" baseline="0" noProof="0">
                <a:ln>
                  <a:noFill/>
                </a:ln>
                <a:solidFill>
                  <a:srgbClr val="333333"/>
                </a:solidFill>
                <a:effectLst/>
                <a:uLnTx/>
                <a:uFillTx/>
              </a:rPr>
              <a:t>Global Process Owners</a:t>
            </a:r>
            <a:r>
              <a:rPr kumimoji="0" lang="en-GB" sz="1400" i="0" u="none" strike="noStrike" kern="1200" cap="none" spc="0" normalizeH="0" baseline="0" noProof="0">
                <a:ln>
                  <a:noFill/>
                </a:ln>
                <a:solidFill>
                  <a:srgbClr val="333333"/>
                </a:solidFill>
                <a:effectLst/>
                <a:uLnTx/>
                <a:uFillTx/>
              </a:rPr>
              <a:t> are executives who </a:t>
            </a:r>
            <a:r>
              <a:rPr kumimoji="0" lang="en-GB" sz="1400" b="1" i="0" u="none" strike="noStrike" kern="1200" cap="none" spc="0" normalizeH="0" baseline="0" noProof="0">
                <a:ln>
                  <a:noFill/>
                </a:ln>
                <a:solidFill>
                  <a:srgbClr val="333333"/>
                </a:solidFill>
                <a:effectLst/>
                <a:uLnTx/>
                <a:uFillTx/>
              </a:rPr>
              <a:t>owns the end-to-end processes </a:t>
            </a:r>
            <a:r>
              <a:rPr kumimoji="0" lang="en-GB" sz="1400" i="0" u="none" strike="noStrike" kern="1200" cap="none" spc="0" normalizeH="0" baseline="0" noProof="0">
                <a:ln>
                  <a:noFill/>
                </a:ln>
                <a:solidFill>
                  <a:srgbClr val="333333"/>
                </a:solidFill>
                <a:effectLst/>
                <a:uLnTx/>
                <a:uFillTx/>
              </a:rPr>
              <a:t>of their assigned workstreams across functions, geographic locations or business units. They are the </a:t>
            </a:r>
            <a:r>
              <a:rPr kumimoji="0" lang="en-GB" sz="1400" b="1" u="none" strike="noStrike" kern="1200" cap="none" spc="0" normalizeH="0" baseline="0" noProof="0">
                <a:ln>
                  <a:noFill/>
                </a:ln>
                <a:solidFill>
                  <a:srgbClr val="333333"/>
                </a:solidFill>
                <a:effectLst/>
                <a:uLnTx/>
                <a:uFillTx/>
              </a:rPr>
              <a:t>overall accountable for the business process on a global scale </a:t>
            </a:r>
            <a:r>
              <a:rPr kumimoji="0" lang="en-GB" sz="1400" i="0" u="none" strike="noStrike" kern="1200" cap="none" spc="0" normalizeH="0" baseline="0" noProof="0">
                <a:ln>
                  <a:noFill/>
                </a:ln>
                <a:solidFill>
                  <a:srgbClr val="333333"/>
                </a:solidFill>
                <a:effectLst/>
                <a:uLnTx/>
                <a:uFillTx/>
              </a:rPr>
              <a:t>and will be accountable for all process design and build activities as well as continuous improvement across the full solution including technology enablement.</a:t>
            </a:r>
          </a:p>
        </p:txBody>
      </p:sp>
      <p:graphicFrame>
        <p:nvGraphicFramePr>
          <p:cNvPr id="3" name="Table 88">
            <a:extLst>
              <a:ext uri="{FF2B5EF4-FFF2-40B4-BE49-F238E27FC236}">
                <a16:creationId xmlns:a16="http://schemas.microsoft.com/office/drawing/2014/main" id="{C34EE657-F41F-8BAB-8EDF-3D7471FC4852}"/>
              </a:ext>
            </a:extLst>
          </p:cNvPr>
          <p:cNvGraphicFramePr>
            <a:graphicFrameLocks noGrp="1"/>
          </p:cNvGraphicFramePr>
          <p:nvPr>
            <p:extLst>
              <p:ext uri="{D42A27DB-BD31-4B8C-83A1-F6EECF244321}">
                <p14:modId xmlns:p14="http://schemas.microsoft.com/office/powerpoint/2010/main" val="750495670"/>
              </p:ext>
            </p:extLst>
          </p:nvPr>
        </p:nvGraphicFramePr>
        <p:xfrm>
          <a:off x="495300" y="1874520"/>
          <a:ext cx="11201400" cy="4160520"/>
        </p:xfrm>
        <a:graphic>
          <a:graphicData uri="http://schemas.openxmlformats.org/drawingml/2006/table">
            <a:tbl>
              <a:tblPr firstRow="1" bandRow="1">
                <a:tableStyleId>{5C22544A-7EE6-4342-B048-85BDC9FD1C3A}</a:tableStyleId>
              </a:tblPr>
              <a:tblGrid>
                <a:gridCol w="1371600">
                  <a:extLst>
                    <a:ext uri="{9D8B030D-6E8A-4147-A177-3AD203B41FA5}">
                      <a16:colId xmlns:a16="http://schemas.microsoft.com/office/drawing/2014/main" val="3555040695"/>
                    </a:ext>
                  </a:extLst>
                </a:gridCol>
                <a:gridCol w="9829800">
                  <a:extLst>
                    <a:ext uri="{9D8B030D-6E8A-4147-A177-3AD203B41FA5}">
                      <a16:colId xmlns:a16="http://schemas.microsoft.com/office/drawing/2014/main" val="29919979"/>
                    </a:ext>
                  </a:extLst>
                </a:gridCol>
              </a:tblGrid>
              <a:tr h="320040">
                <a:tc>
                  <a:txBody>
                    <a:bodyPr/>
                    <a:lstStyle/>
                    <a:p>
                      <a:pPr algn="ctr"/>
                      <a:r>
                        <a:rPr lang="en-GB" sz="1200">
                          <a:solidFill>
                            <a:schemeClr val="bg1"/>
                          </a:solidFill>
                          <a:latin typeface="+mn-lt"/>
                        </a:rPr>
                        <a:t>Responsibilities</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2"/>
                    </a:solidFill>
                  </a:tcPr>
                </a:tc>
                <a:tc>
                  <a:txBody>
                    <a:bodyPr/>
                    <a:lstStyle/>
                    <a:p>
                      <a:pPr algn="ctr"/>
                      <a:r>
                        <a:rPr lang="en-GB" sz="1200">
                          <a:solidFill>
                            <a:schemeClr val="bg1"/>
                          </a:solidFill>
                          <a:latin typeface="+mn-lt"/>
                        </a:rPr>
                        <a:t>Description</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2"/>
                    </a:solidFill>
                  </a:tcPr>
                </a:tc>
                <a:extLst>
                  <a:ext uri="{0D108BD9-81ED-4DB2-BD59-A6C34878D82A}">
                    <a16:rowId xmlns:a16="http://schemas.microsoft.com/office/drawing/2014/main" val="2846819905"/>
                  </a:ext>
                </a:extLst>
              </a:tr>
              <a:tr h="411480">
                <a:tc rowSpan="6">
                  <a:txBody>
                    <a:bodyPr/>
                    <a:lstStyle/>
                    <a:p>
                      <a:pPr lvl="0" algn="l"/>
                      <a:r>
                        <a:rPr lang="en-GB" sz="1200" b="1">
                          <a:solidFill>
                            <a:schemeClr val="bg1"/>
                          </a:solidFill>
                          <a:latin typeface="+mn-lt"/>
                        </a:rPr>
                        <a:t>Solution performance and improvement</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lang="en-GB" sz="1100" kern="1200">
                          <a:solidFill>
                            <a:schemeClr val="bg1"/>
                          </a:solidFill>
                          <a:latin typeface="+mn-lt"/>
                          <a:ea typeface="+mn-ea"/>
                          <a:cs typeface="+mn-cs"/>
                        </a:rPr>
                        <a:t>Development of global process blueprint and standardisation across functions and ensure end-to-end process/solution adherence to implemented global standards across GBS centres and all sites</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524574565"/>
                  </a:ext>
                </a:extLst>
              </a:tr>
              <a:tr h="411480">
                <a:tc vMerge="1">
                  <a:txBody>
                    <a:bodyPr/>
                    <a:lstStyle/>
                    <a:p>
                      <a:pPr lvl="0" algn="l"/>
                      <a:endParaRPr lang="en-GB" sz="1000" b="1">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lang="en-GB" sz="1100">
                          <a:solidFill>
                            <a:schemeClr val="bg1"/>
                          </a:solidFill>
                          <a:latin typeface="+mn-lt"/>
                        </a:rPr>
                        <a:t>Identify and propagate process/solution improvements and scope enhancements, ensuring proper controls are in place to mitigate any risks associated with the process (e.g. SOD)</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941579712"/>
                  </a:ext>
                </a:extLst>
              </a:tr>
              <a:tr h="274320">
                <a:tc vMerge="1">
                  <a:txBody>
                    <a:bodyPr/>
                    <a:lstStyle/>
                    <a:p>
                      <a:endParaRPr lang="en-GB"/>
                    </a:p>
                  </a:txBody>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100">
                          <a:solidFill>
                            <a:schemeClr val="bg1"/>
                          </a:solidFill>
                          <a:latin typeface="+mn-lt"/>
                        </a:rPr>
                        <a:t>Identification of the key process owners and the skills required for a specific activity within their workstream</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426772628"/>
                  </a:ext>
                </a:extLst>
              </a:tr>
              <a:tr h="411480">
                <a:tc vMerge="1">
                  <a:txBody>
                    <a:bodyPr/>
                    <a:lstStyle/>
                    <a:p>
                      <a:pPr lvl="0" algn="l"/>
                      <a:endParaRPr lang="en-GB" sz="1000" b="1">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lang="en-GB" sz="1100" kern="1200">
                          <a:solidFill>
                            <a:schemeClr val="bg1"/>
                          </a:solidFill>
                          <a:latin typeface="+mn-lt"/>
                          <a:ea typeface="+mn-ea"/>
                          <a:cs typeface="+mn-cs"/>
                        </a:rPr>
                        <a:t>Decide on the functional SLA/KPI targets that will measure the process’s efficiency and effectiveness, in alignment with functions/divisions;</a:t>
                      </a:r>
                      <a:r>
                        <a:rPr lang="en-GB" sz="1100" kern="1200" baseline="0">
                          <a:solidFill>
                            <a:schemeClr val="bg1"/>
                          </a:solidFill>
                          <a:latin typeface="+mn-lt"/>
                          <a:ea typeface="+mn-ea"/>
                          <a:cs typeface="+mn-cs"/>
                        </a:rPr>
                        <a:t> </a:t>
                      </a:r>
                      <a:br>
                        <a:rPr lang="en-GB" sz="1100" kern="1200" baseline="0">
                          <a:solidFill>
                            <a:schemeClr val="bg1"/>
                          </a:solidFill>
                          <a:latin typeface="+mn-lt"/>
                          <a:ea typeface="+mn-ea"/>
                          <a:cs typeface="+mn-cs"/>
                        </a:rPr>
                      </a:br>
                      <a:r>
                        <a:rPr lang="en-GB" sz="1100" kern="1200" baseline="0">
                          <a:solidFill>
                            <a:schemeClr val="bg1"/>
                          </a:solidFill>
                          <a:latin typeface="+mn-lt"/>
                          <a:ea typeface="+mn-ea"/>
                          <a:cs typeface="+mn-cs"/>
                        </a:rPr>
                        <a:t>Analyse</a:t>
                      </a:r>
                      <a:r>
                        <a:rPr lang="en-GB" sz="1100" kern="1200">
                          <a:solidFill>
                            <a:schemeClr val="bg1"/>
                          </a:solidFill>
                          <a:latin typeface="+mn-lt"/>
                          <a:ea typeface="+mn-ea"/>
                          <a:cs typeface="+mn-cs"/>
                        </a:rPr>
                        <a:t> and review</a:t>
                      </a:r>
                      <a:r>
                        <a:rPr lang="en-GB" sz="1100" kern="1200" baseline="0">
                          <a:solidFill>
                            <a:schemeClr val="bg1"/>
                          </a:solidFill>
                          <a:latin typeface="+mn-lt"/>
                          <a:ea typeface="+mn-ea"/>
                          <a:cs typeface="+mn-cs"/>
                        </a:rPr>
                        <a:t> </a:t>
                      </a:r>
                      <a:r>
                        <a:rPr lang="en-GB" sz="1100" kern="1200">
                          <a:solidFill>
                            <a:schemeClr val="bg1"/>
                          </a:solidFill>
                          <a:latin typeface="+mn-lt"/>
                          <a:ea typeface="+mn-ea"/>
                          <a:cs typeface="+mn-cs"/>
                        </a:rPr>
                        <a:t>the performance of their workstream</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270535349"/>
                  </a:ext>
                </a:extLst>
              </a:tr>
              <a:tr h="274320">
                <a:tc vMerge="1">
                  <a:txBody>
                    <a:bodyPr/>
                    <a:lstStyle/>
                    <a:p>
                      <a:endParaRPr lang="en-GB"/>
                    </a:p>
                  </a:txBody>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100">
                          <a:solidFill>
                            <a:schemeClr val="bg1"/>
                          </a:solidFill>
                          <a:latin typeface="+mn-lt"/>
                        </a:rPr>
                        <a:t>Take ownership of </a:t>
                      </a:r>
                      <a:r>
                        <a:rPr lang="en-GB" sz="1100" baseline="0">
                          <a:solidFill>
                            <a:schemeClr val="bg1"/>
                          </a:solidFill>
                          <a:latin typeface="+mn-lt"/>
                        </a:rPr>
                        <a:t>improvement projects (including budgets), </a:t>
                      </a:r>
                      <a:r>
                        <a:rPr lang="en-US" sz="1100" baseline="0">
                          <a:solidFill>
                            <a:schemeClr val="bg1"/>
                          </a:solidFill>
                          <a:latin typeface="+mn-lt"/>
                        </a:rPr>
                        <a:t>along with scope and roadmap in alignment with functions/divisions</a:t>
                      </a:r>
                      <a:endParaRPr lang="en-GB" sz="1100">
                        <a:solidFill>
                          <a:schemeClr val="bg1"/>
                        </a:solidFill>
                        <a:latin typeface="+mn-lt"/>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226778271"/>
                  </a:ext>
                </a:extLst>
              </a:tr>
              <a:tr h="274320">
                <a:tc vMerge="1">
                  <a:txBody>
                    <a:bodyPr/>
                    <a:lstStyle/>
                    <a:p>
                      <a:pPr lvl="0" algn="l"/>
                      <a:endParaRPr lang="en-GB" sz="1000" b="1">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100">
                          <a:solidFill>
                            <a:schemeClr val="bg1"/>
                          </a:solidFill>
                          <a:latin typeface="+mn-lt"/>
                        </a:rPr>
                        <a:t>Monitor market trends, learn new technologies and understand the disruptions affecting their processes, and adopt them to the company if useful  </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058680072"/>
                  </a:ext>
                </a:extLst>
              </a:tr>
              <a:tr h="274320">
                <a:tc rowSpan="3">
                  <a:txBody>
                    <a:bodyPr/>
                    <a:lstStyle/>
                    <a:p>
                      <a:pPr lvl="0" algn="l"/>
                      <a:r>
                        <a:rPr lang="en-GB" sz="1200" b="1">
                          <a:solidFill>
                            <a:schemeClr val="bg1"/>
                          </a:solidFill>
                          <a:latin typeface="+mn-lt"/>
                        </a:rPr>
                        <a:t>People Management</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200"/>
                        </a:spcAft>
                        <a:buClrTx/>
                        <a:buSzTx/>
                        <a:buFontTx/>
                        <a:buNone/>
                        <a:tabLst/>
                        <a:defRPr/>
                      </a:pPr>
                      <a:r>
                        <a:rPr lang="en-GB" sz="1100">
                          <a:solidFill>
                            <a:schemeClr val="bg1"/>
                          </a:solidFill>
                          <a:latin typeface="+mn-lt"/>
                        </a:rPr>
                        <a:t>Define talent development goals and hire key solution leadership positions</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4247529213"/>
                  </a:ext>
                </a:extLst>
              </a:tr>
              <a:tr h="274320">
                <a:tc vMerge="1">
                  <a:txBody>
                    <a:bodyPr/>
                    <a:lstStyle/>
                    <a:p>
                      <a:pPr lvl="0" algn="l"/>
                      <a:endParaRPr lang="en-GB" sz="1000" b="1">
                        <a:solidFill>
                          <a:schemeClr val="tx1"/>
                        </a:solidFill>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200"/>
                        </a:spcAft>
                        <a:buClrTx/>
                        <a:buSzTx/>
                        <a:buFontTx/>
                        <a:buNone/>
                        <a:tabLst/>
                        <a:defRPr/>
                      </a:pPr>
                      <a:r>
                        <a:rPr lang="en-GB" sz="1100" baseline="0">
                          <a:solidFill>
                            <a:schemeClr val="bg1"/>
                          </a:solidFill>
                          <a:latin typeface="+mn-lt"/>
                        </a:rPr>
                        <a:t>Own and update the training agenda, cultivate digital competencies and leadership by coaching and guiding others</a:t>
                      </a:r>
                      <a:endParaRPr lang="en-GB" sz="1100">
                        <a:solidFill>
                          <a:schemeClr val="bg1"/>
                        </a:solidFill>
                        <a:latin typeface="+mn-lt"/>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889458906"/>
                  </a:ext>
                </a:extLst>
              </a:tr>
              <a:tr h="274320">
                <a:tc vMerge="1">
                  <a:txBody>
                    <a:bodyPr/>
                    <a:lstStyle/>
                    <a:p>
                      <a:pPr lvl="0" algn="l"/>
                      <a:endParaRPr lang="en-GB" sz="1000" b="1">
                        <a:solidFill>
                          <a:schemeClr val="tx1"/>
                        </a:solidFill>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lang="en-US" sz="1100">
                          <a:solidFill>
                            <a:schemeClr val="bg1"/>
                          </a:solidFill>
                          <a:latin typeface="+mn-lt"/>
                        </a:rPr>
                        <a:t>Perform goal setting and performance review</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144725229"/>
                  </a:ext>
                </a:extLst>
              </a:tr>
              <a:tr h="274320">
                <a:tc rowSpan="3">
                  <a:txBody>
                    <a:bodyPr/>
                    <a:lstStyle/>
                    <a:p>
                      <a:pPr lvl="0" algn="l"/>
                      <a:r>
                        <a:rPr lang="en-GB" sz="1200" b="1">
                          <a:solidFill>
                            <a:schemeClr val="bg1"/>
                          </a:solidFill>
                          <a:latin typeface="+mn-lt"/>
                        </a:rPr>
                        <a:t>Governance and Stakeholder Management</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100" kern="1200">
                          <a:solidFill>
                            <a:schemeClr val="bg1"/>
                          </a:solidFill>
                          <a:latin typeface="+mn-lt"/>
                          <a:ea typeface="+mn-ea"/>
                          <a:cs typeface="+mn-cs"/>
                        </a:rPr>
                        <a:t>Align solution scoping, design and SLA topics with the leadership  and with functions/divisions in governance committees</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172358632"/>
                  </a:ext>
                </a:extLst>
              </a:tr>
              <a:tr h="274320">
                <a:tc vMerge="1">
                  <a:txBody>
                    <a:bodyPr/>
                    <a:lstStyle/>
                    <a:p>
                      <a:pPr lvl="0" algn="l"/>
                      <a:endParaRPr lang="en-GB" sz="1000" b="1">
                        <a:solidFill>
                          <a:schemeClr val="tx1"/>
                        </a:solidFill>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100" kern="1200">
                          <a:solidFill>
                            <a:schemeClr val="bg1"/>
                          </a:solidFill>
                          <a:latin typeface="+mn-lt"/>
                          <a:ea typeface="+mn-ea"/>
                          <a:cs typeface="+mn-cs"/>
                        </a:rPr>
                        <a:t>Represent and discuss solution with other major stakeholder groups, e.g. site, regional or global functional/divisional representatives  </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597698161"/>
                  </a:ext>
                </a:extLst>
              </a:tr>
              <a:tr h="411480">
                <a:tc vMerge="1">
                  <a:txBody>
                    <a:bodyPr/>
                    <a:lstStyle/>
                    <a:p>
                      <a:pPr lvl="0" algn="l"/>
                      <a:endParaRPr lang="en-GB" sz="1000" b="1">
                        <a:solidFill>
                          <a:schemeClr val="tx1"/>
                        </a:solidFill>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100" kern="1200">
                          <a:solidFill>
                            <a:schemeClr val="bg1"/>
                          </a:solidFill>
                          <a:latin typeface="+mn-lt"/>
                          <a:ea typeface="+mn-ea"/>
                          <a:cs typeface="+mn-cs"/>
                        </a:rPr>
                        <a:t>Closely coordinate all aspects of designing and operating of the solution with heads of functions and ensure all process related decision are aligned with the strategy and business objectives.</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4173161996"/>
                  </a:ext>
                </a:extLst>
              </a:tr>
            </a:tbl>
          </a:graphicData>
        </a:graphic>
      </p:graphicFrame>
    </p:spTree>
    <p:extLst>
      <p:ext uri="{BB962C8B-B14F-4D97-AF65-F5344CB8AC3E}">
        <p14:creationId xmlns:p14="http://schemas.microsoft.com/office/powerpoint/2010/main" val="331067039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B8EEE2-C88B-E430-4B34-4AE805CAD6A2}"/>
            </a:ext>
          </a:extLst>
        </p:cNvPr>
        <p:cNvGrpSpPr/>
        <p:nvPr/>
      </p:nvGrpSpPr>
      <p:grpSpPr>
        <a:xfrm>
          <a:off x="0" y="0"/>
          <a:ext cx="0" cy="0"/>
          <a:chOff x="0" y="0"/>
          <a:chExt cx="0" cy="0"/>
        </a:xfrm>
      </p:grpSpPr>
      <p:sp>
        <p:nvSpPr>
          <p:cNvPr id="29" name="Rectangle 28">
            <a:extLst>
              <a:ext uri="{FF2B5EF4-FFF2-40B4-BE49-F238E27FC236}">
                <a16:creationId xmlns:a16="http://schemas.microsoft.com/office/drawing/2014/main" id="{D01840F7-67E1-4070-8514-D6DC43BAF19C}"/>
              </a:ext>
            </a:extLst>
          </p:cNvPr>
          <p:cNvSpPr/>
          <p:nvPr/>
        </p:nvSpPr>
        <p:spPr>
          <a:xfrm>
            <a:off x="3009900" y="1506114"/>
            <a:ext cx="4114800" cy="4160521"/>
          </a:xfrm>
          <a:prstGeom prst="rect">
            <a:avLst/>
          </a:prstGeom>
          <a:solidFill>
            <a:schemeClr val="tx2">
              <a:lumMod val="20000"/>
              <a:lumOff val="80000"/>
            </a:schemeClr>
          </a:solidFill>
          <a:ln w="12700" cap="flat" cmpd="sng" algn="ctr">
            <a:noFill/>
            <a:prstDash val="solid"/>
            <a:miter lim="800000"/>
          </a:ln>
          <a:effectLst/>
        </p:spPr>
        <p:txBody>
          <a:bodyPr rtlCol="0" anchor="ctr"/>
          <a:lstStyle/>
          <a:p>
            <a:pPr marL="137160" marR="0" lvl="0" indent="-137160" defTabSz="914400" eaLnBrk="1" fontAlgn="auto" latinLnBrk="0" hangingPunct="1">
              <a:spcBef>
                <a:spcPts val="900"/>
              </a:spcBef>
              <a:buClrTx/>
              <a:buSzTx/>
              <a:buFont typeface="Wingdings" panose="05000000000000000000" pitchFamily="2" charset="2"/>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Process Transformation: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Establish a clear guiding vision that directs and aligns all process transformation efforts across the organization.</a:t>
            </a:r>
          </a:p>
          <a:p>
            <a:pPr marL="137160" marR="0" lvl="0" indent="-137160" defTabSz="914400" eaLnBrk="1" fontAlgn="auto" latinLnBrk="0" hangingPunct="1">
              <a:spcBef>
                <a:spcPts val="900"/>
              </a:spcBef>
              <a:buClrTx/>
              <a:buSzTx/>
              <a:buFont typeface="Wingdings" panose="05000000000000000000" pitchFamily="2" charset="2"/>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GBS Process Governance: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Define and manage the oversight structures for Global Business Services to ensure consistency and accountability.</a:t>
            </a:r>
          </a:p>
          <a:p>
            <a:pPr marL="137160" marR="0" lvl="0" indent="-137160" defTabSz="914400" eaLnBrk="1" fontAlgn="auto" latinLnBrk="0" hangingPunct="1">
              <a:spcBef>
                <a:spcPts val="900"/>
              </a:spcBef>
              <a:buClrTx/>
              <a:buSzTx/>
              <a:buFont typeface="Wingdings" panose="05000000000000000000" pitchFamily="2" charset="2"/>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Retained Process Governance: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Maintain internal control over key processes that remain within the organization rather than being outsourced.</a:t>
            </a:r>
          </a:p>
          <a:p>
            <a:pPr marL="137160" marR="0" lvl="0" indent="-137160" defTabSz="914400" eaLnBrk="1" fontAlgn="auto" latinLnBrk="0" hangingPunct="1">
              <a:spcBef>
                <a:spcPts val="900"/>
              </a:spcBef>
              <a:buClrTx/>
              <a:buSzTx/>
              <a:buFont typeface="Wingdings" panose="05000000000000000000" pitchFamily="2" charset="2"/>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Process Design: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Develop structured workflows and procedures that support operational efficiency and strategic goals.</a:t>
            </a:r>
          </a:p>
          <a:p>
            <a:pPr marL="137160" marR="0" lvl="0" indent="-137160" defTabSz="914400" eaLnBrk="1" fontAlgn="auto" latinLnBrk="0" hangingPunct="1">
              <a:spcBef>
                <a:spcPts val="900"/>
              </a:spcBef>
              <a:buClrTx/>
              <a:buSzTx/>
              <a:buFont typeface="Wingdings" panose="05000000000000000000" pitchFamily="2" charset="2"/>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Process Implementation: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Roll out newly designed processes into the organization with appropriate planning and stakeholder engagement.</a:t>
            </a:r>
          </a:p>
          <a:p>
            <a:pPr marL="137160" marR="0" lvl="0" indent="-137160" defTabSz="914400" eaLnBrk="1" fontAlgn="auto" latinLnBrk="0" hangingPunct="1">
              <a:spcBef>
                <a:spcPts val="900"/>
              </a:spcBef>
              <a:buClrTx/>
              <a:buSzTx/>
              <a:buFont typeface="Wingdings" panose="05000000000000000000" pitchFamily="2" charset="2"/>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Process Execution and </a:t>
            </a:r>
            <a:r>
              <a:rPr lang="en-US" sz="900" b="1" kern="0">
                <a:solidFill>
                  <a:srgbClr val="000000"/>
                </a:solidFill>
                <a:cs typeface="Arial" panose="020B0604020202020204" pitchFamily="34" charset="0"/>
              </a:rPr>
              <a:t>Performance </a:t>
            </a: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Measurement: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Operate business processes while tracking performance metrics to ensure they meet desired outcomes.</a:t>
            </a:r>
          </a:p>
          <a:p>
            <a:pPr marL="137160" marR="0" lvl="0" indent="-137160" defTabSz="914400" eaLnBrk="1" fontAlgn="auto" latinLnBrk="0" hangingPunct="1">
              <a:spcBef>
                <a:spcPts val="900"/>
              </a:spcBef>
              <a:buClrTx/>
              <a:buSzTx/>
              <a:buFont typeface="Wingdings" panose="05000000000000000000" pitchFamily="2" charset="2"/>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Service Delivery Model: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Structure how services are delivered to customers or internal teams to ensure quality and efficiency.</a:t>
            </a:r>
          </a:p>
          <a:p>
            <a:pPr marL="137160" marR="0" lvl="0" indent="-137160" defTabSz="914400" eaLnBrk="1" fontAlgn="auto" latinLnBrk="0" hangingPunct="1">
              <a:spcBef>
                <a:spcPts val="900"/>
              </a:spcBef>
              <a:buClrTx/>
              <a:buSzTx/>
              <a:buFont typeface="Wingdings" panose="05000000000000000000" pitchFamily="2" charset="2"/>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Technology Architecture and Roadmap: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Define the IT infrastructure and create a strategic plan for its evolution to support business needs.</a:t>
            </a:r>
          </a:p>
          <a:p>
            <a:pPr marL="137160" marR="0" lvl="0" indent="-137160" defTabSz="914400" eaLnBrk="1" fontAlgn="auto" latinLnBrk="0" hangingPunct="1">
              <a:spcBef>
                <a:spcPts val="900"/>
              </a:spcBef>
              <a:buClrTx/>
              <a:buSzTx/>
              <a:buFont typeface="Wingdings" panose="05000000000000000000" pitchFamily="2" charset="2"/>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Sourcing Model: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Determine how goods and services are acquired, balancing internal capabilities with external partnerships.</a:t>
            </a:r>
          </a:p>
          <a:p>
            <a:pPr marL="137160" marR="0" lvl="0" indent="-137160" defTabSz="914400" eaLnBrk="1" fontAlgn="auto" latinLnBrk="0" hangingPunct="1">
              <a:spcBef>
                <a:spcPts val="900"/>
              </a:spcBef>
              <a:buClrTx/>
              <a:buSzTx/>
              <a:buFont typeface="Wingdings" panose="05000000000000000000" pitchFamily="2" charset="2"/>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Continuous Improvements: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Drive ongoing enhancements to processes and services through iterative changes and feedback loops.</a:t>
            </a:r>
          </a:p>
        </p:txBody>
      </p:sp>
      <p:sp>
        <p:nvSpPr>
          <p:cNvPr id="8" name="Title 7">
            <a:extLst>
              <a:ext uri="{FF2B5EF4-FFF2-40B4-BE49-F238E27FC236}">
                <a16:creationId xmlns:a16="http://schemas.microsoft.com/office/drawing/2014/main" id="{2A1FE85A-3232-F681-E03E-A851589A5C50}"/>
              </a:ext>
            </a:extLst>
          </p:cNvPr>
          <p:cNvSpPr>
            <a:spLocks noGrp="1"/>
          </p:cNvSpPr>
          <p:nvPr>
            <p:ph type="title"/>
          </p:nvPr>
        </p:nvSpPr>
        <p:spPr>
          <a:xfrm>
            <a:off x="495300" y="228600"/>
            <a:ext cx="11201400" cy="548640"/>
          </a:xfrm>
        </p:spPr>
        <p:txBody>
          <a:bodyPr lIns="91440" tIns="45720" rIns="91440"/>
          <a:lstStyle/>
          <a:p>
            <a:pPr>
              <a:lnSpc>
                <a:spcPct val="100000"/>
              </a:lnSpc>
            </a:pPr>
            <a:r>
              <a:rPr lang="en-IN"/>
              <a:t>GPO Responsibilities | Interaction Model</a:t>
            </a:r>
          </a:p>
        </p:txBody>
      </p:sp>
      <p:sp>
        <p:nvSpPr>
          <p:cNvPr id="6" name="Date Placeholder 5">
            <a:extLst>
              <a:ext uri="{FF2B5EF4-FFF2-40B4-BE49-F238E27FC236}">
                <a16:creationId xmlns:a16="http://schemas.microsoft.com/office/drawing/2014/main" id="{FAAB822E-64A1-9C02-B4E7-94C22944A73E}"/>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688CCA86-9AE6-7564-397A-53022F610F71}"/>
              </a:ext>
            </a:extLst>
          </p:cNvPr>
          <p:cNvSpPr>
            <a:spLocks noGrp="1"/>
          </p:cNvSpPr>
          <p:nvPr>
            <p:ph type="sldNum" sz="quarter" idx="19"/>
          </p:nvPr>
        </p:nvSpPr>
        <p:spPr/>
        <p:txBody>
          <a:bodyPr/>
          <a:lstStyle/>
          <a:p>
            <a:fld id="{94FCA0F3-9F3A-694B-99BB-0E592A797735}" type="slidenum">
              <a:rPr lang="en-US" smtClean="0"/>
              <a:t>10</a:t>
            </a:fld>
            <a:endParaRPr lang="en-US"/>
          </a:p>
        </p:txBody>
      </p:sp>
      <p:sp>
        <p:nvSpPr>
          <p:cNvPr id="4" name="Rectangle: Rounded Corners 3">
            <a:extLst>
              <a:ext uri="{FF2B5EF4-FFF2-40B4-BE49-F238E27FC236}">
                <a16:creationId xmlns:a16="http://schemas.microsoft.com/office/drawing/2014/main" id="{46BA3D4E-9223-51E5-9991-9CCC42D9B131}"/>
              </a:ext>
            </a:extLst>
          </p:cNvPr>
          <p:cNvSpPr/>
          <p:nvPr/>
        </p:nvSpPr>
        <p:spPr>
          <a:xfrm>
            <a:off x="495300" y="914400"/>
            <a:ext cx="2057400" cy="457200"/>
          </a:xfrm>
          <a:prstGeom prst="roundRect">
            <a:avLst>
              <a:gd name="adj" fmla="val 22840"/>
            </a:avLst>
          </a:prstGeom>
          <a:solidFill>
            <a:schemeClr val="bg1">
              <a:lumMod val="10000"/>
              <a:lumOff val="90000"/>
            </a:schemeClr>
          </a:solidFill>
          <a:ln w="12700"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cs typeface="Arial" panose="020B0604020202020204" pitchFamily="34" charset="0"/>
              </a:rPr>
              <a:t>Business Requirements/Direction</a:t>
            </a:r>
            <a:endParaRPr kumimoji="0" lang="en-US" sz="1200" b="0" i="0" u="none" strike="noStrike" kern="0" cap="none" spc="0" normalizeH="0" baseline="0" noProof="0">
              <a:ln>
                <a:noFill/>
              </a:ln>
              <a:solidFill>
                <a:prstClr val="black"/>
              </a:solidFill>
              <a:effectLst/>
              <a:uLnTx/>
              <a:uFillTx/>
              <a:cs typeface="Arial" panose="020B0604020202020204" pitchFamily="34" charset="0"/>
            </a:endParaRPr>
          </a:p>
        </p:txBody>
      </p:sp>
      <p:sp>
        <p:nvSpPr>
          <p:cNvPr id="12" name="Rectangle: Rounded Corners 11">
            <a:extLst>
              <a:ext uri="{FF2B5EF4-FFF2-40B4-BE49-F238E27FC236}">
                <a16:creationId xmlns:a16="http://schemas.microsoft.com/office/drawing/2014/main" id="{DBE88D13-FD36-302C-FB54-ECFB4E9AEE16}"/>
              </a:ext>
            </a:extLst>
          </p:cNvPr>
          <p:cNvSpPr/>
          <p:nvPr/>
        </p:nvSpPr>
        <p:spPr>
          <a:xfrm>
            <a:off x="3009900" y="914400"/>
            <a:ext cx="4114800" cy="457200"/>
          </a:xfrm>
          <a:prstGeom prst="roundRect">
            <a:avLst>
              <a:gd name="adj" fmla="val 22840"/>
            </a:avLst>
          </a:prstGeom>
          <a:solidFill>
            <a:schemeClr val="tx2"/>
          </a:solidFill>
          <a:ln w="12700"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cs typeface="Arial" panose="020B0604020202020204" pitchFamily="34" charset="0"/>
              </a:rPr>
              <a:t>Global Process Owner</a:t>
            </a:r>
          </a:p>
        </p:txBody>
      </p:sp>
      <p:sp>
        <p:nvSpPr>
          <p:cNvPr id="13" name="Rectangle: Rounded Corners 12">
            <a:extLst>
              <a:ext uri="{FF2B5EF4-FFF2-40B4-BE49-F238E27FC236}">
                <a16:creationId xmlns:a16="http://schemas.microsoft.com/office/drawing/2014/main" id="{ECB5B763-6CFA-F8B8-DFD9-7764A4386EC6}"/>
              </a:ext>
            </a:extLst>
          </p:cNvPr>
          <p:cNvSpPr/>
          <p:nvPr/>
        </p:nvSpPr>
        <p:spPr>
          <a:xfrm>
            <a:off x="7581900" y="914400"/>
            <a:ext cx="4114800" cy="457200"/>
          </a:xfrm>
          <a:prstGeom prst="roundRect">
            <a:avLst>
              <a:gd name="adj" fmla="val 22840"/>
            </a:avLst>
          </a:prstGeom>
          <a:solidFill>
            <a:schemeClr val="tx1">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200" b="1" i="0" u="none" strike="noStrike" kern="0" cap="none" spc="0" normalizeH="0" baseline="0" noProof="0">
                <a:ln>
                  <a:noFill/>
                </a:ln>
                <a:solidFill>
                  <a:prstClr val="black"/>
                </a:solidFill>
                <a:effectLst/>
                <a:uLnTx/>
                <a:uFillTx/>
                <a:cs typeface="Arial" panose="020B0604020202020204" pitchFamily="34" charset="0"/>
              </a:rPr>
              <a:t>GBS Interaction</a:t>
            </a:r>
          </a:p>
        </p:txBody>
      </p:sp>
      <p:sp>
        <p:nvSpPr>
          <p:cNvPr id="16" name="Rectangle: Rounded Corners 15">
            <a:extLst>
              <a:ext uri="{FF2B5EF4-FFF2-40B4-BE49-F238E27FC236}">
                <a16:creationId xmlns:a16="http://schemas.microsoft.com/office/drawing/2014/main" id="{1AE28F93-0CB8-9AB3-600C-D79B522AB94F}"/>
              </a:ext>
            </a:extLst>
          </p:cNvPr>
          <p:cNvSpPr/>
          <p:nvPr/>
        </p:nvSpPr>
        <p:spPr>
          <a:xfrm>
            <a:off x="495300" y="1826154"/>
            <a:ext cx="2057400" cy="1005840"/>
          </a:xfrm>
          <a:prstGeom prst="roundRect">
            <a:avLst>
              <a:gd name="adj" fmla="val 13299"/>
            </a:avLst>
          </a:prstGeom>
          <a:solidFill>
            <a:schemeClr val="bg1">
              <a:lumMod val="10000"/>
              <a:lumOff val="90000"/>
            </a:schemeClr>
          </a:solidFill>
          <a:ln w="3175" cap="flat" cmpd="sng" algn="ctr">
            <a:noFill/>
            <a:prstDash val="solid"/>
            <a:miter lim="800000"/>
          </a:ln>
          <a:effectLst/>
        </p:spPr>
        <p:txBody>
          <a:bodyPr lIns="45720" rtlCol="0" anchor="ctr"/>
          <a:lstStyle/>
          <a:p>
            <a:pPr marL="137160" marR="0" lvl="0" indent="-137160" defTabSz="914400" eaLnBrk="1" fontAlgn="auto" latinLnBrk="0" hangingPunct="1">
              <a:spcBef>
                <a:spcPts val="600"/>
              </a:spcBef>
              <a:spcAft>
                <a:spcPts val="0"/>
              </a:spcAft>
              <a:buClrTx/>
              <a:buSzTx/>
              <a:buFont typeface="Wingdings" panose="05000000000000000000" pitchFamily="2" charset="2"/>
              <a:buChar char="§"/>
              <a:tabLst/>
              <a:defRPr/>
            </a:pPr>
            <a:r>
              <a:rPr kumimoji="0" lang="en-US" sz="900" b="0" i="0" u="none" strike="noStrike" kern="0" cap="none" spc="0" normalizeH="0" baseline="0" noProof="0">
                <a:ln>
                  <a:noFill/>
                </a:ln>
                <a:solidFill>
                  <a:prstClr val="black"/>
                </a:solidFill>
                <a:effectLst/>
                <a:uLnTx/>
                <a:uFillTx/>
                <a:ea typeface="+mn-ea"/>
                <a:cs typeface="Arial" panose="020B0604020202020204" pitchFamily="34" charset="0"/>
              </a:rPr>
              <a:t>Business leadership requests the use of new emerging technology</a:t>
            </a:r>
          </a:p>
          <a:p>
            <a:pPr marL="137160" marR="0" lvl="0" indent="-137160" defTabSz="914400" eaLnBrk="1" fontAlgn="auto" latinLnBrk="0" hangingPunct="1">
              <a:spcBef>
                <a:spcPts val="600"/>
              </a:spcBef>
              <a:spcAft>
                <a:spcPts val="0"/>
              </a:spcAft>
              <a:buClrTx/>
              <a:buSzTx/>
              <a:buFont typeface="Wingdings" panose="05000000000000000000" pitchFamily="2" charset="2"/>
              <a:buChar char="§"/>
              <a:tabLst/>
              <a:defRPr/>
            </a:pPr>
            <a:r>
              <a:rPr kumimoji="0" lang="en-US" sz="900" b="0" i="0" u="none" strike="noStrike" kern="0" cap="none" spc="0" normalizeH="0" baseline="0" noProof="0">
                <a:ln>
                  <a:noFill/>
                </a:ln>
                <a:solidFill>
                  <a:prstClr val="black"/>
                </a:solidFill>
                <a:effectLst/>
                <a:uLnTx/>
                <a:uFillTx/>
                <a:ea typeface="+mn-ea"/>
                <a:cs typeface="Arial" panose="020B0604020202020204" pitchFamily="34" charset="0"/>
              </a:rPr>
              <a:t>Vendors may have questions on current tech stack/payment terms</a:t>
            </a:r>
          </a:p>
        </p:txBody>
      </p:sp>
      <p:sp>
        <p:nvSpPr>
          <p:cNvPr id="18" name="Rectangle 17">
            <a:extLst>
              <a:ext uri="{FF2B5EF4-FFF2-40B4-BE49-F238E27FC236}">
                <a16:creationId xmlns:a16="http://schemas.microsoft.com/office/drawing/2014/main" id="{A7B739B2-90C0-DD33-04A3-328DE1A82F5A}"/>
              </a:ext>
            </a:extLst>
          </p:cNvPr>
          <p:cNvSpPr/>
          <p:nvPr/>
        </p:nvSpPr>
        <p:spPr>
          <a:xfrm>
            <a:off x="495300" y="2923432"/>
            <a:ext cx="2057400" cy="274320"/>
          </a:xfrm>
          <a:prstGeom prst="rect">
            <a:avLst/>
          </a:prstGeom>
          <a:solidFill>
            <a:schemeClr val="bg1">
              <a:lumMod val="10000"/>
              <a:lumOff val="90000"/>
            </a:schemeClr>
          </a:solidFill>
          <a:ln w="9525"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ea typeface="+mn-ea"/>
                <a:cs typeface="Arial" panose="020B0604020202020204" pitchFamily="34" charset="0"/>
              </a:rPr>
              <a:t>Internal Stakeholders</a:t>
            </a:r>
          </a:p>
        </p:txBody>
      </p:sp>
      <p:sp>
        <p:nvSpPr>
          <p:cNvPr id="19" name="Rectangle 18">
            <a:extLst>
              <a:ext uri="{FF2B5EF4-FFF2-40B4-BE49-F238E27FC236}">
                <a16:creationId xmlns:a16="http://schemas.microsoft.com/office/drawing/2014/main" id="{73C2DCF7-A6AA-F07B-F002-6DFB496EE8C1}"/>
              </a:ext>
            </a:extLst>
          </p:cNvPr>
          <p:cNvSpPr/>
          <p:nvPr/>
        </p:nvSpPr>
        <p:spPr>
          <a:xfrm>
            <a:off x="495300" y="1506114"/>
            <a:ext cx="2057400" cy="274320"/>
          </a:xfrm>
          <a:prstGeom prst="rect">
            <a:avLst/>
          </a:prstGeom>
          <a:solidFill>
            <a:schemeClr val="bg1">
              <a:lumMod val="10000"/>
              <a:lumOff val="90000"/>
            </a:schemeClr>
          </a:solidFill>
          <a:ln w="9525"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ea typeface="+mn-ea"/>
                <a:cs typeface="Arial" panose="020B0604020202020204" pitchFamily="34" charset="0"/>
              </a:rPr>
              <a:t>Leadership Team</a:t>
            </a:r>
          </a:p>
        </p:txBody>
      </p:sp>
      <p:sp>
        <p:nvSpPr>
          <p:cNvPr id="20" name="Rectangle 19">
            <a:extLst>
              <a:ext uri="{FF2B5EF4-FFF2-40B4-BE49-F238E27FC236}">
                <a16:creationId xmlns:a16="http://schemas.microsoft.com/office/drawing/2014/main" id="{D9D1AF71-3B21-2D8D-4284-841A3A41B681}"/>
              </a:ext>
            </a:extLst>
          </p:cNvPr>
          <p:cNvSpPr/>
          <p:nvPr/>
        </p:nvSpPr>
        <p:spPr>
          <a:xfrm>
            <a:off x="495300" y="4340753"/>
            <a:ext cx="2057400" cy="274320"/>
          </a:xfrm>
          <a:prstGeom prst="rect">
            <a:avLst/>
          </a:prstGeom>
          <a:solidFill>
            <a:schemeClr val="bg1">
              <a:lumMod val="10000"/>
              <a:lumOff val="90000"/>
            </a:schemeClr>
          </a:solidFill>
          <a:ln w="9525"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ea typeface="+mn-ea"/>
                <a:cs typeface="Arial" panose="020B0604020202020204" pitchFamily="34" charset="0"/>
              </a:rPr>
              <a:t>External Stakeholders</a:t>
            </a:r>
          </a:p>
        </p:txBody>
      </p:sp>
      <p:sp>
        <p:nvSpPr>
          <p:cNvPr id="25" name="Rectangle: Rounded Corners 24">
            <a:extLst>
              <a:ext uri="{FF2B5EF4-FFF2-40B4-BE49-F238E27FC236}">
                <a16:creationId xmlns:a16="http://schemas.microsoft.com/office/drawing/2014/main" id="{F0FD1963-18F9-9024-CE5E-C291D50087F4}"/>
              </a:ext>
            </a:extLst>
          </p:cNvPr>
          <p:cNvSpPr/>
          <p:nvPr/>
        </p:nvSpPr>
        <p:spPr>
          <a:xfrm>
            <a:off x="495300" y="3243473"/>
            <a:ext cx="2057400" cy="1005840"/>
          </a:xfrm>
          <a:prstGeom prst="roundRect">
            <a:avLst>
              <a:gd name="adj" fmla="val 13299"/>
            </a:avLst>
          </a:prstGeom>
          <a:solidFill>
            <a:schemeClr val="bg1">
              <a:lumMod val="10000"/>
              <a:lumOff val="90000"/>
            </a:schemeClr>
          </a:solidFill>
          <a:ln w="3175" cap="flat" cmpd="sng" algn="ctr">
            <a:noFill/>
            <a:prstDash val="solid"/>
            <a:miter lim="800000"/>
          </a:ln>
          <a:effectLst/>
        </p:spPr>
        <p:txBody>
          <a:bodyPr lIns="45720" rtlCol="0" anchor="ctr"/>
          <a:lstStyle/>
          <a:p>
            <a:pPr marL="137160" marR="0" lvl="0" indent="-137160" defTabSz="914400" eaLnBrk="1" fontAlgn="auto" latinLnBrk="0" hangingPunct="1">
              <a:spcBef>
                <a:spcPts val="600"/>
              </a:spcBef>
              <a:spcAft>
                <a:spcPts val="0"/>
              </a:spcAft>
              <a:buClrTx/>
              <a:buSzTx/>
              <a:buFont typeface="Wingdings" panose="05000000000000000000" pitchFamily="2" charset="2"/>
              <a:buChar char="§"/>
              <a:tabLst/>
              <a:defRPr/>
            </a:pPr>
            <a:r>
              <a:rPr kumimoji="0" lang="en-IN" sz="900" b="0" i="0" u="none" strike="noStrike" kern="0" cap="none" spc="0" normalizeH="0" baseline="0" noProof="0">
                <a:ln>
                  <a:noFill/>
                </a:ln>
                <a:solidFill>
                  <a:prstClr val="black"/>
                </a:solidFill>
                <a:effectLst/>
                <a:uLnTx/>
                <a:uFillTx/>
                <a:ea typeface="+mn-ea"/>
                <a:cs typeface="Arial" panose="020B0604020202020204" pitchFamily="34" charset="0"/>
              </a:rPr>
              <a:t>Controller prioritizes financial accuracy and compliance</a:t>
            </a:r>
          </a:p>
          <a:p>
            <a:pPr marL="137160" marR="0" lvl="0" indent="-137160" defTabSz="914400" eaLnBrk="1" fontAlgn="auto" latinLnBrk="0" hangingPunct="1">
              <a:spcBef>
                <a:spcPts val="600"/>
              </a:spcBef>
              <a:spcAft>
                <a:spcPts val="0"/>
              </a:spcAft>
              <a:buClrTx/>
              <a:buSzTx/>
              <a:buFont typeface="Wingdings" panose="05000000000000000000" pitchFamily="2" charset="2"/>
              <a:buChar char="§"/>
              <a:tabLst/>
              <a:defRPr/>
            </a:pPr>
            <a:r>
              <a:rPr kumimoji="0" lang="en-IN" sz="900" b="0" i="0" u="none" strike="noStrike" kern="0" cap="none" spc="0" normalizeH="0" baseline="0" noProof="0">
                <a:ln>
                  <a:noFill/>
                </a:ln>
                <a:solidFill>
                  <a:prstClr val="black"/>
                </a:solidFill>
                <a:effectLst/>
                <a:uLnTx/>
                <a:uFillTx/>
                <a:ea typeface="+mn-ea"/>
                <a:cs typeface="Arial" panose="020B0604020202020204" pitchFamily="34" charset="0"/>
              </a:rPr>
              <a:t>Planning &amp; Business Partnering needs to obtain accurate forecasts &amp; working day metrics</a:t>
            </a:r>
          </a:p>
        </p:txBody>
      </p:sp>
      <p:sp>
        <p:nvSpPr>
          <p:cNvPr id="26" name="Rectangle: Rounded Corners 25">
            <a:extLst>
              <a:ext uri="{FF2B5EF4-FFF2-40B4-BE49-F238E27FC236}">
                <a16:creationId xmlns:a16="http://schemas.microsoft.com/office/drawing/2014/main" id="{7138A104-F7D4-334B-C568-C76CEE8545DE}"/>
              </a:ext>
            </a:extLst>
          </p:cNvPr>
          <p:cNvSpPr/>
          <p:nvPr/>
        </p:nvSpPr>
        <p:spPr>
          <a:xfrm>
            <a:off x="495300" y="4660794"/>
            <a:ext cx="2057400" cy="1005840"/>
          </a:xfrm>
          <a:prstGeom prst="roundRect">
            <a:avLst>
              <a:gd name="adj" fmla="val 13299"/>
            </a:avLst>
          </a:prstGeom>
          <a:solidFill>
            <a:schemeClr val="bg1">
              <a:lumMod val="10000"/>
              <a:lumOff val="90000"/>
            </a:schemeClr>
          </a:solidFill>
          <a:ln w="3175" cap="flat" cmpd="sng" algn="ctr">
            <a:noFill/>
            <a:prstDash val="solid"/>
            <a:miter lim="800000"/>
          </a:ln>
          <a:effectLst/>
        </p:spPr>
        <p:txBody>
          <a:bodyPr lIns="45720" rtlCol="0" anchor="ctr"/>
          <a:lstStyle/>
          <a:p>
            <a:pPr marL="137160" marR="0" lvl="0" indent="-137160" defTabSz="914400" eaLnBrk="1" fontAlgn="auto" latinLnBrk="0" hangingPunct="1">
              <a:spcBef>
                <a:spcPts val="600"/>
              </a:spcBef>
              <a:spcAft>
                <a:spcPts val="0"/>
              </a:spcAft>
              <a:buClrTx/>
              <a:buSzTx/>
              <a:buFont typeface="Wingdings" panose="05000000000000000000" pitchFamily="2" charset="2"/>
              <a:buChar char="§"/>
              <a:tabLst/>
              <a:defRPr/>
            </a:pPr>
            <a:r>
              <a:rPr kumimoji="0" lang="en-IN" sz="900" b="0" i="0" u="none" strike="noStrike" kern="0" cap="none" spc="0" normalizeH="0" baseline="0" noProof="0">
                <a:ln>
                  <a:noFill/>
                </a:ln>
                <a:solidFill>
                  <a:prstClr val="black"/>
                </a:solidFill>
                <a:effectLst/>
                <a:uLnTx/>
                <a:uFillTx/>
                <a:ea typeface="+mn-ea"/>
                <a:cs typeface="Arial" panose="020B0604020202020204" pitchFamily="34" charset="0"/>
              </a:rPr>
              <a:t>Customers may raise questions around billing/service delivery</a:t>
            </a:r>
          </a:p>
          <a:p>
            <a:pPr marL="137160" marR="0" lvl="0" indent="-137160" defTabSz="914400" eaLnBrk="1" fontAlgn="auto" latinLnBrk="0" hangingPunct="1">
              <a:spcBef>
                <a:spcPts val="600"/>
              </a:spcBef>
              <a:spcAft>
                <a:spcPts val="0"/>
              </a:spcAft>
              <a:buClrTx/>
              <a:buSzTx/>
              <a:buFont typeface="Wingdings" panose="05000000000000000000" pitchFamily="2" charset="2"/>
              <a:buChar char="§"/>
              <a:tabLst/>
              <a:defRPr/>
            </a:pPr>
            <a:r>
              <a:rPr kumimoji="0" lang="en-IN" sz="900" b="0" i="0" u="none" strike="noStrike" kern="0" cap="none" spc="0" normalizeH="0" baseline="0" noProof="0">
                <a:ln>
                  <a:noFill/>
                </a:ln>
                <a:solidFill>
                  <a:prstClr val="black"/>
                </a:solidFill>
                <a:effectLst/>
                <a:uLnTx/>
                <a:uFillTx/>
                <a:ea typeface="+mn-ea"/>
                <a:cs typeface="Arial" panose="020B0604020202020204" pitchFamily="34" charset="0"/>
              </a:rPr>
              <a:t>Vendors request reliable payment processes and communication on invoice status</a:t>
            </a:r>
          </a:p>
        </p:txBody>
      </p:sp>
      <p:sp>
        <p:nvSpPr>
          <p:cNvPr id="30" name="Rectangle 29">
            <a:extLst>
              <a:ext uri="{FF2B5EF4-FFF2-40B4-BE49-F238E27FC236}">
                <a16:creationId xmlns:a16="http://schemas.microsoft.com/office/drawing/2014/main" id="{DC1DB477-1FE9-F349-4CA5-9066C540A33D}"/>
              </a:ext>
            </a:extLst>
          </p:cNvPr>
          <p:cNvSpPr/>
          <p:nvPr/>
        </p:nvSpPr>
        <p:spPr>
          <a:xfrm>
            <a:off x="3009900" y="5801149"/>
            <a:ext cx="4114800" cy="274320"/>
          </a:xfrm>
          <a:prstGeom prst="rect">
            <a:avLst/>
          </a:prstGeom>
          <a:solidFill>
            <a:schemeClr val="tx1">
              <a:lumMod val="50000"/>
            </a:schemeClr>
          </a:solidFill>
          <a:ln w="12700"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100" b="1" i="0" u="none" strike="noStrike" kern="0" cap="none" spc="0" normalizeH="0" baseline="0" noProof="0">
                <a:ln>
                  <a:noFill/>
                </a:ln>
                <a:effectLst/>
                <a:uLnTx/>
                <a:uFillTx/>
                <a:cs typeface="Arial" panose="020B0604020202020204" pitchFamily="34" charset="0"/>
              </a:rPr>
              <a:t>Captive Teams</a:t>
            </a:r>
            <a:endParaRPr kumimoji="0" lang="en-US" sz="1100" b="0" i="0" u="none" strike="noStrike" kern="0" cap="none" spc="0" normalizeH="0" baseline="0" noProof="0">
              <a:ln>
                <a:noFill/>
              </a:ln>
              <a:effectLst/>
              <a:uLnTx/>
              <a:uFillTx/>
              <a:cs typeface="Arial" panose="020B0604020202020204" pitchFamily="34" charset="0"/>
            </a:endParaRPr>
          </a:p>
        </p:txBody>
      </p:sp>
      <p:sp>
        <p:nvSpPr>
          <p:cNvPr id="31" name="Rectangle: Rounded Corners 30">
            <a:extLst>
              <a:ext uri="{FF2B5EF4-FFF2-40B4-BE49-F238E27FC236}">
                <a16:creationId xmlns:a16="http://schemas.microsoft.com/office/drawing/2014/main" id="{DF8D32E5-F854-80B6-2A25-0015A4C697E4}"/>
              </a:ext>
            </a:extLst>
          </p:cNvPr>
          <p:cNvSpPr/>
          <p:nvPr/>
        </p:nvSpPr>
        <p:spPr>
          <a:xfrm>
            <a:off x="3009900" y="6121189"/>
            <a:ext cx="4114800" cy="548640"/>
          </a:xfrm>
          <a:prstGeom prst="roundRect">
            <a:avLst>
              <a:gd name="adj" fmla="val 25224"/>
            </a:avLst>
          </a:prstGeom>
          <a:solidFill>
            <a:schemeClr val="tx1">
              <a:lumMod val="50000"/>
            </a:schemeClr>
          </a:solidFill>
          <a:ln w="12700" cap="flat" cmpd="sng" algn="ctr">
            <a:noFill/>
            <a:prstDash val="solid"/>
            <a:miter lim="800000"/>
          </a:ln>
          <a:effectLst/>
        </p:spPr>
        <p:txBody>
          <a:bodyPr lIns="137160" rIns="137160" rtlCol="0" anchor="ctr"/>
          <a:lstStyle/>
          <a:p>
            <a:pPr marL="0" marR="0" lvl="0" indent="0" defTabSz="914400" eaLnBrk="1" fontAlgn="auto" latinLnBrk="0" hangingPunct="1">
              <a:spcBef>
                <a:spcPts val="0"/>
              </a:spcBef>
              <a:spcAft>
                <a:spcPts val="0"/>
              </a:spcAft>
              <a:buClrTx/>
              <a:buSzTx/>
              <a:buFontTx/>
              <a:buNone/>
              <a:tabLst/>
              <a:defRPr/>
            </a:pPr>
            <a:r>
              <a:rPr kumimoji="0" lang="en-US" sz="900" b="0" i="0" u="none" strike="noStrike" kern="0" cap="none" spc="0" normalizeH="0" baseline="0" noProof="0">
                <a:ln>
                  <a:noFill/>
                </a:ln>
                <a:effectLst/>
                <a:uLnTx/>
                <a:uFillTx/>
                <a:ea typeface="+mn-ea"/>
                <a:cs typeface="Arial" panose="020B0604020202020204" pitchFamily="34" charset="0"/>
              </a:rPr>
              <a:t>Execute standardized processes and provide operational insights and feedback to support continuous improvement and alignment with GPO strategy</a:t>
            </a:r>
          </a:p>
        </p:txBody>
      </p:sp>
      <p:sp>
        <p:nvSpPr>
          <p:cNvPr id="37" name="Rectangle 36">
            <a:extLst>
              <a:ext uri="{FF2B5EF4-FFF2-40B4-BE49-F238E27FC236}">
                <a16:creationId xmlns:a16="http://schemas.microsoft.com/office/drawing/2014/main" id="{6715DD77-04BA-B8D5-EA7B-6EEF5FB1B32E}"/>
              </a:ext>
            </a:extLst>
          </p:cNvPr>
          <p:cNvSpPr/>
          <p:nvPr/>
        </p:nvSpPr>
        <p:spPr>
          <a:xfrm>
            <a:off x="7581900" y="1508760"/>
            <a:ext cx="4114800" cy="228600"/>
          </a:xfrm>
          <a:prstGeom prst="rect">
            <a:avLst/>
          </a:prstGeom>
          <a:solidFill>
            <a:schemeClr val="tx1">
              <a:lumMod val="95000"/>
            </a:schemeClr>
          </a:solidFill>
          <a:ln w="12700"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000" b="1" i="0" u="none" strike="noStrike" kern="0" cap="none" spc="0" normalizeH="0" baseline="0" noProof="0">
                <a:ln>
                  <a:noFill/>
                </a:ln>
                <a:solidFill>
                  <a:schemeClr val="bg1"/>
                </a:solidFill>
                <a:effectLst/>
                <a:uLnTx/>
                <a:uFillTx/>
                <a:cs typeface="Arial" panose="020B0604020202020204" pitchFamily="34" charset="0"/>
              </a:rPr>
              <a:t>Captive Teams</a:t>
            </a:r>
            <a:endParaRPr kumimoji="0" lang="en-US" sz="1000" b="0" i="0" u="none" strike="noStrike" kern="0" cap="none" spc="0" normalizeH="0" baseline="0" noProof="0">
              <a:ln>
                <a:noFill/>
              </a:ln>
              <a:solidFill>
                <a:schemeClr val="bg1"/>
              </a:solidFill>
              <a:effectLst/>
              <a:uLnTx/>
              <a:uFillTx/>
              <a:cs typeface="Arial" panose="020B0604020202020204" pitchFamily="34" charset="0"/>
            </a:endParaRPr>
          </a:p>
        </p:txBody>
      </p:sp>
      <p:sp>
        <p:nvSpPr>
          <p:cNvPr id="38" name="Rectangle: Rounded Corners 37">
            <a:extLst>
              <a:ext uri="{FF2B5EF4-FFF2-40B4-BE49-F238E27FC236}">
                <a16:creationId xmlns:a16="http://schemas.microsoft.com/office/drawing/2014/main" id="{3F59F4A6-CC35-71A6-02B5-4169ABDACE95}"/>
              </a:ext>
            </a:extLst>
          </p:cNvPr>
          <p:cNvSpPr/>
          <p:nvPr/>
        </p:nvSpPr>
        <p:spPr>
          <a:xfrm>
            <a:off x="7581900" y="1778429"/>
            <a:ext cx="4114800" cy="411480"/>
          </a:xfrm>
          <a:prstGeom prst="roundRect">
            <a:avLst>
              <a:gd name="adj" fmla="val 22553"/>
            </a:avLst>
          </a:prstGeom>
          <a:solidFill>
            <a:schemeClr val="tx1">
              <a:lumMod val="95000"/>
            </a:schemeClr>
          </a:solidFill>
          <a:ln w="12700" cap="flat" cmpd="sng" algn="ctr">
            <a:noFill/>
            <a:prstDash val="solid"/>
            <a:miter lim="800000"/>
          </a:ln>
          <a:effectLst/>
        </p:spPr>
        <p:txBody>
          <a:bodyPr lIns="91440" rIns="91440" rtlCol="0" anchor="ctr"/>
          <a:lstStyle/>
          <a:p>
            <a:pPr marL="137160" indent="-137160">
              <a:spcBef>
                <a:spcPts val="300"/>
              </a:spcBef>
              <a:spcAft>
                <a:spcPts val="0"/>
              </a:spcAft>
              <a:buFont typeface="Wingdings" panose="05000000000000000000" pitchFamily="2" charset="2"/>
              <a:buChar char="§"/>
              <a:tabLst>
                <a:tab pos="457200" algn="l"/>
              </a:tabLst>
              <a:defRPr/>
            </a:pPr>
            <a:r>
              <a:rPr lang="en-IN" sz="850" kern="0">
                <a:solidFill>
                  <a:srgbClr val="000000"/>
                </a:solidFill>
                <a:cs typeface="Arial" panose="020B0604020202020204" pitchFamily="34" charset="0"/>
              </a:rPr>
              <a:t>Execute standardized processes and escalate exceptions to GPOs</a:t>
            </a:r>
          </a:p>
          <a:p>
            <a:pPr marL="137160" indent="-137160">
              <a:spcBef>
                <a:spcPts val="300"/>
              </a:spcBef>
              <a:spcAft>
                <a:spcPts val="0"/>
              </a:spcAft>
              <a:buFont typeface="Wingdings" panose="05000000000000000000" pitchFamily="2" charset="2"/>
              <a:buChar char="§"/>
              <a:tabLst>
                <a:tab pos="457200" algn="l"/>
              </a:tabLst>
              <a:defRPr/>
            </a:pPr>
            <a:r>
              <a:rPr lang="en-IN" sz="850" kern="0">
                <a:solidFill>
                  <a:srgbClr val="000000"/>
                </a:solidFill>
                <a:cs typeface="Arial" panose="020B0604020202020204" pitchFamily="34" charset="0"/>
              </a:rPr>
              <a:t>Provide feedback on process pain points and improvement opportunities</a:t>
            </a:r>
          </a:p>
        </p:txBody>
      </p:sp>
      <p:sp>
        <p:nvSpPr>
          <p:cNvPr id="71" name="Rectangle 70">
            <a:extLst>
              <a:ext uri="{FF2B5EF4-FFF2-40B4-BE49-F238E27FC236}">
                <a16:creationId xmlns:a16="http://schemas.microsoft.com/office/drawing/2014/main" id="{A069AFDF-1CF9-1B79-90EC-0E9E5F9C22B3}"/>
              </a:ext>
            </a:extLst>
          </p:cNvPr>
          <p:cNvSpPr/>
          <p:nvPr/>
        </p:nvSpPr>
        <p:spPr>
          <a:xfrm>
            <a:off x="7581900" y="2285679"/>
            <a:ext cx="4114800" cy="228600"/>
          </a:xfrm>
          <a:prstGeom prst="rect">
            <a:avLst/>
          </a:prstGeom>
          <a:solidFill>
            <a:schemeClr val="tx1">
              <a:lumMod val="85000"/>
            </a:schemeClr>
          </a:solidFill>
          <a:ln w="12700"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000" b="1" i="0" u="none" strike="noStrike" kern="0" cap="none" spc="0" normalizeH="0" baseline="0" noProof="0">
                <a:ln>
                  <a:noFill/>
                </a:ln>
                <a:solidFill>
                  <a:schemeClr val="bg1"/>
                </a:solidFill>
                <a:effectLst/>
                <a:uLnTx/>
                <a:uFillTx/>
                <a:cs typeface="Arial" panose="020B0604020202020204" pitchFamily="34" charset="0"/>
              </a:rPr>
              <a:t>Process Improvement Team</a:t>
            </a:r>
          </a:p>
        </p:txBody>
      </p:sp>
      <p:sp>
        <p:nvSpPr>
          <p:cNvPr id="72" name="Rectangle: Rounded Corners 71">
            <a:extLst>
              <a:ext uri="{FF2B5EF4-FFF2-40B4-BE49-F238E27FC236}">
                <a16:creationId xmlns:a16="http://schemas.microsoft.com/office/drawing/2014/main" id="{80280FF3-A80A-F455-086C-66877A1BC160}"/>
              </a:ext>
            </a:extLst>
          </p:cNvPr>
          <p:cNvSpPr/>
          <p:nvPr/>
        </p:nvSpPr>
        <p:spPr>
          <a:xfrm>
            <a:off x="7581900" y="2555348"/>
            <a:ext cx="4114800" cy="411480"/>
          </a:xfrm>
          <a:prstGeom prst="roundRect">
            <a:avLst>
              <a:gd name="adj" fmla="val 22553"/>
            </a:avLst>
          </a:prstGeom>
          <a:solidFill>
            <a:schemeClr val="tx1">
              <a:lumMod val="85000"/>
            </a:schemeClr>
          </a:solidFill>
          <a:ln w="12700" cap="flat" cmpd="sng" algn="ctr">
            <a:noFill/>
            <a:prstDash val="solid"/>
            <a:miter lim="800000"/>
          </a:ln>
          <a:effectLst/>
        </p:spPr>
        <p:txBody>
          <a:bodyPr lIns="91440" rIns="91440" rtlCol="0" anchor="ctr"/>
          <a:lstStyle/>
          <a:p>
            <a:pPr marL="137160" indent="-137160">
              <a:spcBef>
                <a:spcPts val="300"/>
              </a:spcBef>
              <a:spcAft>
                <a:spcPts val="0"/>
              </a:spcAft>
              <a:buFont typeface="Wingdings" panose="05000000000000000000" pitchFamily="2" charset="2"/>
              <a:buChar char="§"/>
              <a:tabLst>
                <a:tab pos="457200" algn="l"/>
              </a:tabLst>
              <a:defRPr/>
            </a:pPr>
            <a:r>
              <a:rPr lang="en-IN" sz="850" kern="0">
                <a:solidFill>
                  <a:srgbClr val="000000"/>
                </a:solidFill>
                <a:cs typeface="Arial" panose="020B0604020202020204" pitchFamily="34" charset="0"/>
              </a:rPr>
              <a:t>Collaborates with GPOs to identify, design, and pilot process enhancements</a:t>
            </a:r>
          </a:p>
          <a:p>
            <a:pPr marL="137160" indent="-137160">
              <a:spcBef>
                <a:spcPts val="300"/>
              </a:spcBef>
              <a:spcAft>
                <a:spcPts val="0"/>
              </a:spcAft>
              <a:buFont typeface="Wingdings" panose="05000000000000000000" pitchFamily="2" charset="2"/>
              <a:buChar char="§"/>
              <a:tabLst>
                <a:tab pos="457200" algn="l"/>
              </a:tabLst>
              <a:defRPr/>
            </a:pPr>
            <a:r>
              <a:rPr lang="en-IN" sz="850" kern="0">
                <a:solidFill>
                  <a:srgbClr val="000000"/>
                </a:solidFill>
                <a:cs typeface="Arial" panose="020B0604020202020204" pitchFamily="34" charset="0"/>
              </a:rPr>
              <a:t>Supports change management and adoption of new practices</a:t>
            </a:r>
          </a:p>
        </p:txBody>
      </p:sp>
      <p:sp>
        <p:nvSpPr>
          <p:cNvPr id="74" name="Rectangle 73">
            <a:extLst>
              <a:ext uri="{FF2B5EF4-FFF2-40B4-BE49-F238E27FC236}">
                <a16:creationId xmlns:a16="http://schemas.microsoft.com/office/drawing/2014/main" id="{8B8BF1A7-6B1D-F3A6-8430-221A00A4F9A2}"/>
              </a:ext>
            </a:extLst>
          </p:cNvPr>
          <p:cNvSpPr/>
          <p:nvPr/>
        </p:nvSpPr>
        <p:spPr>
          <a:xfrm>
            <a:off x="7581900" y="3057318"/>
            <a:ext cx="4114800" cy="228600"/>
          </a:xfrm>
          <a:prstGeom prst="rect">
            <a:avLst/>
          </a:prstGeom>
          <a:solidFill>
            <a:schemeClr val="tx1">
              <a:lumMod val="95000"/>
            </a:schemeClr>
          </a:solidFill>
          <a:ln w="12700"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000" b="1" i="0" u="none" strike="noStrike" kern="0" cap="none" spc="0" normalizeH="0" baseline="0" noProof="0">
                <a:ln>
                  <a:noFill/>
                </a:ln>
                <a:solidFill>
                  <a:schemeClr val="bg1"/>
                </a:solidFill>
                <a:effectLst/>
                <a:uLnTx/>
                <a:uFillTx/>
                <a:cs typeface="Arial" panose="020B0604020202020204" pitchFamily="34" charset="0"/>
              </a:rPr>
              <a:t>Compliance &amp; Controls Leader</a:t>
            </a:r>
          </a:p>
        </p:txBody>
      </p:sp>
      <p:sp>
        <p:nvSpPr>
          <p:cNvPr id="75" name="Rectangle: Rounded Corners 74">
            <a:extLst>
              <a:ext uri="{FF2B5EF4-FFF2-40B4-BE49-F238E27FC236}">
                <a16:creationId xmlns:a16="http://schemas.microsoft.com/office/drawing/2014/main" id="{C832F5DC-31B9-A15F-8BCB-A3577AED7A3E}"/>
              </a:ext>
            </a:extLst>
          </p:cNvPr>
          <p:cNvSpPr/>
          <p:nvPr/>
        </p:nvSpPr>
        <p:spPr>
          <a:xfrm>
            <a:off x="7581900" y="3326987"/>
            <a:ext cx="4114800" cy="365760"/>
          </a:xfrm>
          <a:prstGeom prst="roundRect">
            <a:avLst>
              <a:gd name="adj" fmla="val 22553"/>
            </a:avLst>
          </a:prstGeom>
          <a:solidFill>
            <a:schemeClr val="tx1">
              <a:lumMod val="95000"/>
            </a:schemeClr>
          </a:solidFill>
          <a:ln w="12700" cap="flat" cmpd="sng" algn="ctr">
            <a:noFill/>
            <a:prstDash val="solid"/>
            <a:miter lim="800000"/>
          </a:ln>
          <a:effectLst/>
        </p:spPr>
        <p:txBody>
          <a:bodyPr lIns="91440" rIns="91440" rtlCol="0" anchor="ctr"/>
          <a:lstStyle/>
          <a:p>
            <a:pPr marL="137160" indent="-137160">
              <a:spcBef>
                <a:spcPts val="300"/>
              </a:spcBef>
              <a:spcAft>
                <a:spcPts val="0"/>
              </a:spcAft>
              <a:buFont typeface="Wingdings" panose="05000000000000000000" pitchFamily="2" charset="2"/>
              <a:buChar char="§"/>
              <a:tabLst>
                <a:tab pos="457200" algn="l"/>
              </a:tabLst>
              <a:defRPr/>
            </a:pPr>
            <a:r>
              <a:rPr lang="en-IN" sz="850" kern="0">
                <a:solidFill>
                  <a:srgbClr val="000000"/>
                </a:solidFill>
                <a:cs typeface="Arial" panose="020B0604020202020204" pitchFamily="34" charset="0"/>
              </a:rPr>
              <a:t>Ensures financial processes adhere to internal controls and regulatory compliance standards</a:t>
            </a:r>
          </a:p>
        </p:txBody>
      </p:sp>
      <p:sp>
        <p:nvSpPr>
          <p:cNvPr id="83" name="Rectangle 82">
            <a:extLst>
              <a:ext uri="{FF2B5EF4-FFF2-40B4-BE49-F238E27FC236}">
                <a16:creationId xmlns:a16="http://schemas.microsoft.com/office/drawing/2014/main" id="{588B7203-D388-DDB5-007F-D1D449587197}"/>
              </a:ext>
            </a:extLst>
          </p:cNvPr>
          <p:cNvSpPr/>
          <p:nvPr/>
        </p:nvSpPr>
        <p:spPr>
          <a:xfrm>
            <a:off x="7581900" y="3788517"/>
            <a:ext cx="4114800" cy="228600"/>
          </a:xfrm>
          <a:prstGeom prst="rect">
            <a:avLst/>
          </a:prstGeom>
          <a:solidFill>
            <a:schemeClr val="tx1">
              <a:lumMod val="85000"/>
            </a:schemeClr>
          </a:solidFill>
          <a:ln w="12700"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000" b="1" i="0" u="none" strike="noStrike" kern="0" cap="none" spc="0" normalizeH="0" baseline="0" noProof="0">
                <a:ln>
                  <a:noFill/>
                </a:ln>
                <a:solidFill>
                  <a:schemeClr val="bg1"/>
                </a:solidFill>
                <a:effectLst/>
                <a:uLnTx/>
                <a:uFillTx/>
                <a:cs typeface="Arial" panose="020B0604020202020204" pitchFamily="34" charset="0"/>
              </a:rPr>
              <a:t>Finance Operation Leads</a:t>
            </a:r>
          </a:p>
        </p:txBody>
      </p:sp>
      <p:sp>
        <p:nvSpPr>
          <p:cNvPr id="84" name="Rectangle: Rounded Corners 83">
            <a:extLst>
              <a:ext uri="{FF2B5EF4-FFF2-40B4-BE49-F238E27FC236}">
                <a16:creationId xmlns:a16="http://schemas.microsoft.com/office/drawing/2014/main" id="{27F3487F-C1DA-5546-AD3D-19714F517498}"/>
              </a:ext>
            </a:extLst>
          </p:cNvPr>
          <p:cNvSpPr/>
          <p:nvPr/>
        </p:nvSpPr>
        <p:spPr>
          <a:xfrm>
            <a:off x="7581900" y="4058186"/>
            <a:ext cx="4114800" cy="502920"/>
          </a:xfrm>
          <a:prstGeom prst="roundRect">
            <a:avLst>
              <a:gd name="adj" fmla="val 22553"/>
            </a:avLst>
          </a:prstGeom>
          <a:solidFill>
            <a:schemeClr val="tx1">
              <a:lumMod val="85000"/>
            </a:schemeClr>
          </a:solidFill>
          <a:ln w="12700" cap="flat" cmpd="sng" algn="ctr">
            <a:noFill/>
            <a:prstDash val="solid"/>
            <a:miter lim="800000"/>
          </a:ln>
          <a:effectLst/>
        </p:spPr>
        <p:txBody>
          <a:bodyPr lIns="91440" rIns="91440" rtlCol="0" anchor="ctr"/>
          <a:lstStyle/>
          <a:p>
            <a:pPr marL="137160" indent="-137160">
              <a:spcBef>
                <a:spcPts val="300"/>
              </a:spcBef>
              <a:spcAft>
                <a:spcPts val="0"/>
              </a:spcAft>
              <a:buFont typeface="Wingdings" panose="05000000000000000000" pitchFamily="2" charset="2"/>
              <a:buChar char="§"/>
              <a:tabLst>
                <a:tab pos="457200" algn="l"/>
              </a:tabLst>
              <a:defRPr/>
            </a:pPr>
            <a:r>
              <a:rPr lang="en-IN" sz="850" kern="0">
                <a:solidFill>
                  <a:srgbClr val="000000"/>
                </a:solidFill>
                <a:cs typeface="Arial" panose="020B0604020202020204" pitchFamily="34" charset="0"/>
              </a:rPr>
              <a:t>Manage day-to-day finance operations and ensure compliance with GPO policy and process, acting as the liaison between local teams and GPOs for alignment</a:t>
            </a:r>
          </a:p>
        </p:txBody>
      </p:sp>
      <p:sp>
        <p:nvSpPr>
          <p:cNvPr id="86" name="Rectangle 85">
            <a:extLst>
              <a:ext uri="{FF2B5EF4-FFF2-40B4-BE49-F238E27FC236}">
                <a16:creationId xmlns:a16="http://schemas.microsoft.com/office/drawing/2014/main" id="{6D9B255A-74CA-614E-9F40-B4CC93F8B6F6}"/>
              </a:ext>
            </a:extLst>
          </p:cNvPr>
          <p:cNvSpPr/>
          <p:nvPr/>
        </p:nvSpPr>
        <p:spPr>
          <a:xfrm>
            <a:off x="7581900" y="4652546"/>
            <a:ext cx="4114800" cy="228600"/>
          </a:xfrm>
          <a:prstGeom prst="rect">
            <a:avLst/>
          </a:prstGeom>
          <a:solidFill>
            <a:schemeClr val="tx1">
              <a:lumMod val="95000"/>
            </a:schemeClr>
          </a:solidFill>
          <a:ln w="12700"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000" b="1" i="0" u="none" strike="noStrike" kern="0" cap="none" spc="0" normalizeH="0" baseline="0" noProof="0">
                <a:ln>
                  <a:noFill/>
                </a:ln>
                <a:solidFill>
                  <a:schemeClr val="bg1"/>
                </a:solidFill>
                <a:effectLst/>
                <a:uLnTx/>
                <a:uFillTx/>
                <a:cs typeface="Arial" panose="020B0604020202020204" pitchFamily="34" charset="0"/>
              </a:rPr>
              <a:t>Service Delivery Leader/Managers</a:t>
            </a:r>
          </a:p>
        </p:txBody>
      </p:sp>
      <p:sp>
        <p:nvSpPr>
          <p:cNvPr id="87" name="Rectangle: Rounded Corners 86">
            <a:extLst>
              <a:ext uri="{FF2B5EF4-FFF2-40B4-BE49-F238E27FC236}">
                <a16:creationId xmlns:a16="http://schemas.microsoft.com/office/drawing/2014/main" id="{48167E79-1323-02A1-9FD1-06E29CC86051}"/>
              </a:ext>
            </a:extLst>
          </p:cNvPr>
          <p:cNvSpPr/>
          <p:nvPr/>
        </p:nvSpPr>
        <p:spPr>
          <a:xfrm>
            <a:off x="7581900" y="4922215"/>
            <a:ext cx="4114800" cy="411480"/>
          </a:xfrm>
          <a:prstGeom prst="roundRect">
            <a:avLst>
              <a:gd name="adj" fmla="val 22553"/>
            </a:avLst>
          </a:prstGeom>
          <a:solidFill>
            <a:schemeClr val="tx1">
              <a:lumMod val="95000"/>
            </a:schemeClr>
          </a:solidFill>
          <a:ln w="12700" cap="flat" cmpd="sng" algn="ctr">
            <a:noFill/>
            <a:prstDash val="solid"/>
            <a:miter lim="800000"/>
          </a:ln>
          <a:effectLst/>
        </p:spPr>
        <p:txBody>
          <a:bodyPr lIns="91440" rIns="91440" rtlCol="0" anchor="ctr"/>
          <a:lstStyle/>
          <a:p>
            <a:pPr marL="137160" indent="-137160">
              <a:spcBef>
                <a:spcPts val="300"/>
              </a:spcBef>
              <a:spcAft>
                <a:spcPts val="0"/>
              </a:spcAft>
              <a:buFont typeface="Wingdings" panose="05000000000000000000" pitchFamily="2" charset="2"/>
              <a:buChar char="§"/>
              <a:tabLst>
                <a:tab pos="457200" algn="l"/>
              </a:tabLst>
              <a:defRPr/>
            </a:pPr>
            <a:r>
              <a:rPr lang="en-IN" sz="850" kern="0">
                <a:solidFill>
                  <a:srgbClr val="000000"/>
                </a:solidFill>
                <a:cs typeface="Arial" panose="020B0604020202020204" pitchFamily="34" charset="0"/>
              </a:rPr>
              <a:t>Oversee service performance and ensure KPI/SLAs are met</a:t>
            </a:r>
          </a:p>
          <a:p>
            <a:pPr marL="137160" indent="-137160">
              <a:spcBef>
                <a:spcPts val="300"/>
              </a:spcBef>
              <a:spcAft>
                <a:spcPts val="0"/>
              </a:spcAft>
              <a:buFont typeface="Wingdings" panose="05000000000000000000" pitchFamily="2" charset="2"/>
              <a:buChar char="§"/>
              <a:tabLst>
                <a:tab pos="457200" algn="l"/>
              </a:tabLst>
              <a:defRPr/>
            </a:pPr>
            <a:r>
              <a:rPr lang="en-IN" sz="850" kern="0">
                <a:solidFill>
                  <a:srgbClr val="000000"/>
                </a:solidFill>
                <a:cs typeface="Arial" panose="020B0604020202020204" pitchFamily="34" charset="0"/>
              </a:rPr>
              <a:t>Coordinate with GPOs on escalations and service delivery improvements</a:t>
            </a:r>
          </a:p>
        </p:txBody>
      </p:sp>
      <p:sp>
        <p:nvSpPr>
          <p:cNvPr id="89" name="Rectangle 88">
            <a:extLst>
              <a:ext uri="{FF2B5EF4-FFF2-40B4-BE49-F238E27FC236}">
                <a16:creationId xmlns:a16="http://schemas.microsoft.com/office/drawing/2014/main" id="{7F5FDA4A-F763-904F-1887-5CA48DBC7B6C}"/>
              </a:ext>
            </a:extLst>
          </p:cNvPr>
          <p:cNvSpPr/>
          <p:nvPr/>
        </p:nvSpPr>
        <p:spPr>
          <a:xfrm>
            <a:off x="7581899" y="5429465"/>
            <a:ext cx="4114800" cy="228600"/>
          </a:xfrm>
          <a:prstGeom prst="rect">
            <a:avLst/>
          </a:prstGeom>
          <a:solidFill>
            <a:schemeClr val="tx1">
              <a:lumMod val="85000"/>
            </a:schemeClr>
          </a:solidFill>
          <a:ln w="12700" cap="flat" cmpd="sng" algn="ctr">
            <a:noFill/>
            <a:prstDash val="solid"/>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r>
              <a:rPr kumimoji="0" lang="en-US" sz="1000" b="1" i="0" u="none" strike="noStrike" kern="0" cap="none" spc="0" normalizeH="0" baseline="0" noProof="0">
                <a:ln>
                  <a:noFill/>
                </a:ln>
                <a:solidFill>
                  <a:schemeClr val="bg1"/>
                </a:solidFill>
                <a:effectLst/>
                <a:uLnTx/>
                <a:uFillTx/>
                <a:cs typeface="Arial" panose="020B0604020202020204" pitchFamily="34" charset="0"/>
              </a:rPr>
              <a:t>BPO Operations</a:t>
            </a:r>
          </a:p>
        </p:txBody>
      </p:sp>
      <p:sp>
        <p:nvSpPr>
          <p:cNvPr id="90" name="Rectangle: Rounded Corners 89">
            <a:extLst>
              <a:ext uri="{FF2B5EF4-FFF2-40B4-BE49-F238E27FC236}">
                <a16:creationId xmlns:a16="http://schemas.microsoft.com/office/drawing/2014/main" id="{FA5960F8-387D-2B6C-E656-13778262E314}"/>
              </a:ext>
            </a:extLst>
          </p:cNvPr>
          <p:cNvSpPr/>
          <p:nvPr/>
        </p:nvSpPr>
        <p:spPr>
          <a:xfrm>
            <a:off x="7581899" y="5699134"/>
            <a:ext cx="4114800" cy="548640"/>
          </a:xfrm>
          <a:prstGeom prst="roundRect">
            <a:avLst>
              <a:gd name="adj" fmla="val 22553"/>
            </a:avLst>
          </a:prstGeom>
          <a:solidFill>
            <a:schemeClr val="tx1">
              <a:lumMod val="85000"/>
            </a:schemeClr>
          </a:solidFill>
          <a:ln w="12700" cap="flat" cmpd="sng" algn="ctr">
            <a:noFill/>
            <a:prstDash val="solid"/>
            <a:miter lim="800000"/>
          </a:ln>
          <a:effectLst/>
        </p:spPr>
        <p:txBody>
          <a:bodyPr lIns="91440" rIns="91440" rtlCol="0" anchor="ctr"/>
          <a:lstStyle/>
          <a:p>
            <a:pPr marL="137160" indent="-137160">
              <a:spcBef>
                <a:spcPts val="300"/>
              </a:spcBef>
              <a:spcAft>
                <a:spcPts val="0"/>
              </a:spcAft>
              <a:buFont typeface="Wingdings" panose="05000000000000000000" pitchFamily="2" charset="2"/>
              <a:buChar char="§"/>
              <a:tabLst>
                <a:tab pos="457200" algn="l"/>
              </a:tabLst>
              <a:defRPr/>
            </a:pPr>
            <a:r>
              <a:rPr lang="en-IN" sz="850" kern="0">
                <a:solidFill>
                  <a:srgbClr val="000000"/>
                </a:solidFill>
                <a:cs typeface="Arial" panose="020B0604020202020204" pitchFamily="34" charset="0"/>
              </a:rPr>
              <a:t>Execute outsourced processes according to defined SLAs and KPIs</a:t>
            </a:r>
          </a:p>
          <a:p>
            <a:pPr marL="137160" indent="-137160">
              <a:spcBef>
                <a:spcPts val="300"/>
              </a:spcBef>
              <a:spcAft>
                <a:spcPts val="0"/>
              </a:spcAft>
              <a:buFont typeface="Wingdings" panose="05000000000000000000" pitchFamily="2" charset="2"/>
              <a:buChar char="§"/>
              <a:tabLst>
                <a:tab pos="457200" algn="l"/>
              </a:tabLst>
              <a:defRPr/>
            </a:pPr>
            <a:r>
              <a:rPr lang="en-IN" sz="850" kern="0">
                <a:solidFill>
                  <a:srgbClr val="000000"/>
                </a:solidFill>
                <a:cs typeface="Arial" panose="020B0604020202020204" pitchFamily="34" charset="0"/>
              </a:rPr>
              <a:t>Provide regular performance reporting and participate in governance reviews</a:t>
            </a:r>
          </a:p>
        </p:txBody>
      </p:sp>
      <p:sp>
        <p:nvSpPr>
          <p:cNvPr id="97" name="Rectangle 96">
            <a:extLst>
              <a:ext uri="{FF2B5EF4-FFF2-40B4-BE49-F238E27FC236}">
                <a16:creationId xmlns:a16="http://schemas.microsoft.com/office/drawing/2014/main" id="{EE72C181-14B7-D0D8-9581-9F43A72144F0}"/>
              </a:ext>
            </a:extLst>
          </p:cNvPr>
          <p:cNvSpPr/>
          <p:nvPr/>
        </p:nvSpPr>
        <p:spPr>
          <a:xfrm>
            <a:off x="2918459" y="1540826"/>
            <a:ext cx="4297680" cy="731520"/>
          </a:xfrm>
          <a:prstGeom prst="rect">
            <a:avLst/>
          </a:prstGeom>
          <a:noFill/>
          <a:ln w="6350" cap="flat" cmpd="sng" algn="ctr">
            <a:solidFill>
              <a:sysClr val="windowText" lastClr="000000"/>
            </a:solidFill>
            <a:prstDash val="lgDash"/>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endParaRPr kumimoji="0" lang="en-US" sz="10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98" name="Rectangle 97">
            <a:extLst>
              <a:ext uri="{FF2B5EF4-FFF2-40B4-BE49-F238E27FC236}">
                <a16:creationId xmlns:a16="http://schemas.microsoft.com/office/drawing/2014/main" id="{CD5C3858-22A1-DE7B-4954-BFE245C856E5}"/>
              </a:ext>
            </a:extLst>
          </p:cNvPr>
          <p:cNvSpPr/>
          <p:nvPr/>
        </p:nvSpPr>
        <p:spPr>
          <a:xfrm>
            <a:off x="2918459" y="2815797"/>
            <a:ext cx="4297680" cy="365760"/>
          </a:xfrm>
          <a:prstGeom prst="rect">
            <a:avLst/>
          </a:prstGeom>
          <a:noFill/>
          <a:ln w="6350" cap="flat" cmpd="sng" algn="ctr">
            <a:solidFill>
              <a:sysClr val="windowText" lastClr="000000"/>
            </a:solidFill>
            <a:prstDash val="lgDash"/>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endParaRPr kumimoji="0" lang="en-US" sz="10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99" name="Rectangle 98">
            <a:extLst>
              <a:ext uri="{FF2B5EF4-FFF2-40B4-BE49-F238E27FC236}">
                <a16:creationId xmlns:a16="http://schemas.microsoft.com/office/drawing/2014/main" id="{6FDAF058-F72C-4265-D004-B56E5FEBF3A0}"/>
              </a:ext>
            </a:extLst>
          </p:cNvPr>
          <p:cNvSpPr/>
          <p:nvPr/>
        </p:nvSpPr>
        <p:spPr>
          <a:xfrm>
            <a:off x="2918459" y="3236075"/>
            <a:ext cx="4297680" cy="841248"/>
          </a:xfrm>
          <a:prstGeom prst="rect">
            <a:avLst/>
          </a:prstGeom>
          <a:noFill/>
          <a:ln w="6350" cap="flat" cmpd="sng" algn="ctr">
            <a:solidFill>
              <a:sysClr val="windowText" lastClr="000000"/>
            </a:solidFill>
            <a:prstDash val="lgDash"/>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endParaRPr kumimoji="0" lang="en-US" sz="10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100" name="Rectangle 99">
            <a:extLst>
              <a:ext uri="{FF2B5EF4-FFF2-40B4-BE49-F238E27FC236}">
                <a16:creationId xmlns:a16="http://schemas.microsoft.com/office/drawing/2014/main" id="{D71EDF1F-BBB2-E488-9168-642280AD7284}"/>
              </a:ext>
            </a:extLst>
          </p:cNvPr>
          <p:cNvSpPr/>
          <p:nvPr/>
        </p:nvSpPr>
        <p:spPr>
          <a:xfrm>
            <a:off x="2918459" y="4129936"/>
            <a:ext cx="4297680" cy="365760"/>
          </a:xfrm>
          <a:prstGeom prst="rect">
            <a:avLst/>
          </a:prstGeom>
          <a:noFill/>
          <a:ln w="6350" cap="flat" cmpd="sng" algn="ctr">
            <a:solidFill>
              <a:sysClr val="windowText" lastClr="000000"/>
            </a:solidFill>
            <a:prstDash val="lgDash"/>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endParaRPr kumimoji="0" lang="en-US" sz="10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101" name="Rectangle 100">
            <a:extLst>
              <a:ext uri="{FF2B5EF4-FFF2-40B4-BE49-F238E27FC236}">
                <a16:creationId xmlns:a16="http://schemas.microsoft.com/office/drawing/2014/main" id="{92D07C59-E655-0027-AE65-260A2EFAA155}"/>
              </a:ext>
            </a:extLst>
          </p:cNvPr>
          <p:cNvSpPr/>
          <p:nvPr/>
        </p:nvSpPr>
        <p:spPr>
          <a:xfrm>
            <a:off x="2918459" y="4906546"/>
            <a:ext cx="4297680" cy="365760"/>
          </a:xfrm>
          <a:prstGeom prst="rect">
            <a:avLst/>
          </a:prstGeom>
          <a:noFill/>
          <a:ln w="6350" cap="flat" cmpd="sng" algn="ctr">
            <a:solidFill>
              <a:sysClr val="windowText" lastClr="000000"/>
            </a:solidFill>
            <a:prstDash val="lgDash"/>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endParaRPr kumimoji="0" lang="en-US" sz="10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102" name="Rectangle 101">
            <a:extLst>
              <a:ext uri="{FF2B5EF4-FFF2-40B4-BE49-F238E27FC236}">
                <a16:creationId xmlns:a16="http://schemas.microsoft.com/office/drawing/2014/main" id="{D6178245-3BC3-6FF0-1FDD-14080948B0C5}"/>
              </a:ext>
            </a:extLst>
          </p:cNvPr>
          <p:cNvSpPr/>
          <p:nvPr/>
        </p:nvSpPr>
        <p:spPr>
          <a:xfrm>
            <a:off x="7490459" y="1458217"/>
            <a:ext cx="4297680" cy="1554480"/>
          </a:xfrm>
          <a:prstGeom prst="rect">
            <a:avLst/>
          </a:prstGeom>
          <a:noFill/>
          <a:ln w="6350" cap="flat" cmpd="sng" algn="ctr">
            <a:solidFill>
              <a:sysClr val="windowText" lastClr="000000"/>
            </a:solidFill>
            <a:prstDash val="lgDash"/>
            <a:miter lim="800000"/>
          </a:ln>
          <a:effectLst/>
        </p:spPr>
        <p:txBody>
          <a:bodyPr rtlCol="0" anchor="ctr"/>
          <a:lstStyle/>
          <a:p>
            <a:pPr marL="0" marR="0" lvl="0" indent="0" algn="ctr" defTabSz="914400" eaLnBrk="1" fontAlgn="auto" latinLnBrk="0" hangingPunct="1">
              <a:spcBef>
                <a:spcPts val="0"/>
              </a:spcBef>
              <a:spcAft>
                <a:spcPts val="0"/>
              </a:spcAft>
              <a:buClrTx/>
              <a:buSzTx/>
              <a:buFontTx/>
              <a:buNone/>
              <a:tabLst/>
              <a:defRPr/>
            </a:pPr>
            <a:endParaRPr kumimoji="0" lang="en-US" sz="10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cxnSp>
        <p:nvCxnSpPr>
          <p:cNvPr id="105" name="Connector: Curved 104">
            <a:extLst>
              <a:ext uri="{FF2B5EF4-FFF2-40B4-BE49-F238E27FC236}">
                <a16:creationId xmlns:a16="http://schemas.microsoft.com/office/drawing/2014/main" id="{FBEB5767-AA41-A538-1B30-0FA3B05B2DEB}"/>
              </a:ext>
            </a:extLst>
          </p:cNvPr>
          <p:cNvCxnSpPr>
            <a:stCxn id="16" idx="3"/>
            <a:endCxn id="97" idx="1"/>
          </p:cNvCxnSpPr>
          <p:nvPr/>
        </p:nvCxnSpPr>
        <p:spPr>
          <a:xfrm flipV="1">
            <a:off x="2552700" y="1906586"/>
            <a:ext cx="365759" cy="422488"/>
          </a:xfrm>
          <a:prstGeom prst="curvedConnector3">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0A569824-50E3-315F-C4CC-CFC10786D54D}"/>
              </a:ext>
            </a:extLst>
          </p:cNvPr>
          <p:cNvCxnSpPr>
            <a:cxnSpLocks/>
            <a:stCxn id="25" idx="3"/>
            <a:endCxn id="98" idx="1"/>
          </p:cNvCxnSpPr>
          <p:nvPr/>
        </p:nvCxnSpPr>
        <p:spPr>
          <a:xfrm flipV="1">
            <a:off x="2552700" y="2998677"/>
            <a:ext cx="365759" cy="747716"/>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Connector: Curved 108">
            <a:extLst>
              <a:ext uri="{FF2B5EF4-FFF2-40B4-BE49-F238E27FC236}">
                <a16:creationId xmlns:a16="http://schemas.microsoft.com/office/drawing/2014/main" id="{E4DFCA0A-4861-1E9B-C1E0-7B2DB059E1BA}"/>
              </a:ext>
            </a:extLst>
          </p:cNvPr>
          <p:cNvCxnSpPr>
            <a:cxnSpLocks/>
            <a:stCxn id="25" idx="3"/>
            <a:endCxn id="99" idx="1"/>
          </p:cNvCxnSpPr>
          <p:nvPr/>
        </p:nvCxnSpPr>
        <p:spPr>
          <a:xfrm flipV="1">
            <a:off x="2552700" y="3656699"/>
            <a:ext cx="365759" cy="89694"/>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D21EFA7A-D116-B785-E46B-B04BB909630B}"/>
              </a:ext>
            </a:extLst>
          </p:cNvPr>
          <p:cNvCxnSpPr>
            <a:cxnSpLocks/>
            <a:stCxn id="25" idx="3"/>
            <a:endCxn id="100" idx="1"/>
          </p:cNvCxnSpPr>
          <p:nvPr/>
        </p:nvCxnSpPr>
        <p:spPr>
          <a:xfrm>
            <a:off x="2552700" y="3746393"/>
            <a:ext cx="365759" cy="566423"/>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nector: Curved 114">
            <a:extLst>
              <a:ext uri="{FF2B5EF4-FFF2-40B4-BE49-F238E27FC236}">
                <a16:creationId xmlns:a16="http://schemas.microsoft.com/office/drawing/2014/main" id="{8FA87703-1858-878E-548F-ED095D78ED8F}"/>
              </a:ext>
            </a:extLst>
          </p:cNvPr>
          <p:cNvCxnSpPr>
            <a:cxnSpLocks/>
            <a:stCxn id="26" idx="3"/>
            <a:endCxn id="101" idx="1"/>
          </p:cNvCxnSpPr>
          <p:nvPr/>
        </p:nvCxnSpPr>
        <p:spPr>
          <a:xfrm flipV="1">
            <a:off x="2552700" y="5089426"/>
            <a:ext cx="365759" cy="74288"/>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Connector: Curved 117">
            <a:extLst>
              <a:ext uri="{FF2B5EF4-FFF2-40B4-BE49-F238E27FC236}">
                <a16:creationId xmlns:a16="http://schemas.microsoft.com/office/drawing/2014/main" id="{3D473B3E-A5B9-7885-C5DE-F9E1998CB352}"/>
              </a:ext>
            </a:extLst>
          </p:cNvPr>
          <p:cNvCxnSpPr>
            <a:cxnSpLocks/>
            <a:stCxn id="26" idx="3"/>
            <a:endCxn id="31" idx="1"/>
          </p:cNvCxnSpPr>
          <p:nvPr/>
        </p:nvCxnSpPr>
        <p:spPr>
          <a:xfrm>
            <a:off x="2552700" y="5163714"/>
            <a:ext cx="457200" cy="1231795"/>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nector: Curved 120">
            <a:extLst>
              <a:ext uri="{FF2B5EF4-FFF2-40B4-BE49-F238E27FC236}">
                <a16:creationId xmlns:a16="http://schemas.microsoft.com/office/drawing/2014/main" id="{D4DF89BE-9FCC-FF24-30A4-C6B6FE5C1C2F}"/>
              </a:ext>
            </a:extLst>
          </p:cNvPr>
          <p:cNvCxnSpPr>
            <a:cxnSpLocks/>
            <a:stCxn id="97" idx="3"/>
            <a:endCxn id="102" idx="1"/>
          </p:cNvCxnSpPr>
          <p:nvPr/>
        </p:nvCxnSpPr>
        <p:spPr>
          <a:xfrm>
            <a:off x="7216139" y="1906586"/>
            <a:ext cx="274320" cy="328871"/>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nector: Curved 123">
            <a:extLst>
              <a:ext uri="{FF2B5EF4-FFF2-40B4-BE49-F238E27FC236}">
                <a16:creationId xmlns:a16="http://schemas.microsoft.com/office/drawing/2014/main" id="{DAA0507B-80E5-95A4-55ED-F2C477C8C5F5}"/>
              </a:ext>
            </a:extLst>
          </p:cNvPr>
          <p:cNvCxnSpPr>
            <a:cxnSpLocks/>
            <a:stCxn id="98" idx="3"/>
            <a:endCxn id="102" idx="1"/>
          </p:cNvCxnSpPr>
          <p:nvPr/>
        </p:nvCxnSpPr>
        <p:spPr>
          <a:xfrm flipV="1">
            <a:off x="7216139" y="2235457"/>
            <a:ext cx="274320" cy="763220"/>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Connector: Curved 126">
            <a:extLst>
              <a:ext uri="{FF2B5EF4-FFF2-40B4-BE49-F238E27FC236}">
                <a16:creationId xmlns:a16="http://schemas.microsoft.com/office/drawing/2014/main" id="{F8FEA9DE-092F-9939-63A7-F23CA62AA15D}"/>
              </a:ext>
            </a:extLst>
          </p:cNvPr>
          <p:cNvCxnSpPr>
            <a:cxnSpLocks/>
            <a:stCxn id="98" idx="3"/>
            <a:endCxn id="75" idx="1"/>
          </p:cNvCxnSpPr>
          <p:nvPr/>
        </p:nvCxnSpPr>
        <p:spPr>
          <a:xfrm>
            <a:off x="7216139" y="2998677"/>
            <a:ext cx="365761" cy="511190"/>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30" name="Connector: Curved 129">
            <a:extLst>
              <a:ext uri="{FF2B5EF4-FFF2-40B4-BE49-F238E27FC236}">
                <a16:creationId xmlns:a16="http://schemas.microsoft.com/office/drawing/2014/main" id="{E712977E-6BC4-FF5C-8597-DB8EDA982C3C}"/>
              </a:ext>
            </a:extLst>
          </p:cNvPr>
          <p:cNvCxnSpPr>
            <a:cxnSpLocks/>
            <a:stCxn id="99" idx="3"/>
            <a:endCxn id="84" idx="1"/>
          </p:cNvCxnSpPr>
          <p:nvPr/>
        </p:nvCxnSpPr>
        <p:spPr>
          <a:xfrm>
            <a:off x="7216139" y="3656699"/>
            <a:ext cx="365761" cy="652947"/>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Connector: Curved 132">
            <a:extLst>
              <a:ext uri="{FF2B5EF4-FFF2-40B4-BE49-F238E27FC236}">
                <a16:creationId xmlns:a16="http://schemas.microsoft.com/office/drawing/2014/main" id="{37514982-A27C-4A2B-098C-EBDAB5CDD16E}"/>
              </a:ext>
            </a:extLst>
          </p:cNvPr>
          <p:cNvCxnSpPr>
            <a:cxnSpLocks/>
            <a:stCxn id="100" idx="3"/>
            <a:endCxn id="87" idx="1"/>
          </p:cNvCxnSpPr>
          <p:nvPr/>
        </p:nvCxnSpPr>
        <p:spPr>
          <a:xfrm>
            <a:off x="7216139" y="4312816"/>
            <a:ext cx="365761" cy="815139"/>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8987D4E-CF9F-8B11-8119-AA6E29197DF3}"/>
              </a:ext>
            </a:extLst>
          </p:cNvPr>
          <p:cNvCxnSpPr>
            <a:cxnSpLocks/>
            <a:stCxn id="101" idx="3"/>
            <a:endCxn id="90" idx="1"/>
          </p:cNvCxnSpPr>
          <p:nvPr/>
        </p:nvCxnSpPr>
        <p:spPr>
          <a:xfrm>
            <a:off x="7216139" y="5089426"/>
            <a:ext cx="365760" cy="884028"/>
          </a:xfrm>
          <a:prstGeom prst="curvedConnector3">
            <a:avLst>
              <a:gd name="adj1" fmla="val 5000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43F7D298-342D-02A9-B127-7A5762830056}"/>
              </a:ext>
            </a:extLst>
          </p:cNvPr>
          <p:cNvCxnSpPr>
            <a:cxnSpLocks/>
            <a:stCxn id="31" idx="3"/>
            <a:endCxn id="101" idx="3"/>
          </p:cNvCxnSpPr>
          <p:nvPr/>
        </p:nvCxnSpPr>
        <p:spPr>
          <a:xfrm flipV="1">
            <a:off x="7124700" y="5089426"/>
            <a:ext cx="91439" cy="1306083"/>
          </a:xfrm>
          <a:prstGeom prst="curvedConnector3">
            <a:avLst>
              <a:gd name="adj1" fmla="val 238890"/>
            </a:avLst>
          </a:prstGeom>
          <a:ln w="6350">
            <a:solidFill>
              <a:schemeClr val="bg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896165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7FCD82-F944-B061-9983-F678EE286CD8}"/>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5DD67DA8-0801-6E34-FDB2-F77D252036A5}"/>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Role Summaries and Description</a:t>
            </a:r>
          </a:p>
        </p:txBody>
      </p:sp>
      <p:sp>
        <p:nvSpPr>
          <p:cNvPr id="6" name="Date Placeholder 5">
            <a:extLst>
              <a:ext uri="{FF2B5EF4-FFF2-40B4-BE49-F238E27FC236}">
                <a16:creationId xmlns:a16="http://schemas.microsoft.com/office/drawing/2014/main" id="{3A9C9C2E-737E-CA65-931C-B6814245A3F5}"/>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0C3A7F75-6B20-6191-AE3E-BE9F40CEA269}"/>
              </a:ext>
            </a:extLst>
          </p:cNvPr>
          <p:cNvSpPr>
            <a:spLocks noGrp="1"/>
          </p:cNvSpPr>
          <p:nvPr>
            <p:ph type="sldNum" sz="quarter" idx="19"/>
          </p:nvPr>
        </p:nvSpPr>
        <p:spPr/>
        <p:txBody>
          <a:bodyPr/>
          <a:lstStyle/>
          <a:p>
            <a:fld id="{94FCA0F3-9F3A-694B-99BB-0E592A797735}" type="slidenum">
              <a:rPr lang="en-US" smtClean="0"/>
              <a:t>11</a:t>
            </a:fld>
            <a:endParaRPr lang="en-US"/>
          </a:p>
        </p:txBody>
      </p:sp>
      <p:graphicFrame>
        <p:nvGraphicFramePr>
          <p:cNvPr id="2" name="Table 1">
            <a:extLst>
              <a:ext uri="{FF2B5EF4-FFF2-40B4-BE49-F238E27FC236}">
                <a16:creationId xmlns:a16="http://schemas.microsoft.com/office/drawing/2014/main" id="{B483B615-1DE2-2B1F-8BE2-6FEB34045A0E}"/>
              </a:ext>
            </a:extLst>
          </p:cNvPr>
          <p:cNvGraphicFramePr>
            <a:graphicFrameLocks noGrp="1"/>
          </p:cNvGraphicFramePr>
          <p:nvPr>
            <p:extLst>
              <p:ext uri="{D42A27DB-BD31-4B8C-83A1-F6EECF244321}">
                <p14:modId xmlns:p14="http://schemas.microsoft.com/office/powerpoint/2010/main" val="2644744949"/>
              </p:ext>
            </p:extLst>
          </p:nvPr>
        </p:nvGraphicFramePr>
        <p:xfrm>
          <a:off x="495300" y="914401"/>
          <a:ext cx="4069080" cy="5303520"/>
        </p:xfrm>
        <a:graphic>
          <a:graphicData uri="http://schemas.openxmlformats.org/drawingml/2006/table">
            <a:tbl>
              <a:tblPr firstRow="1" bandRow="1"/>
              <a:tblGrid>
                <a:gridCol w="4069080">
                  <a:extLst>
                    <a:ext uri="{9D8B030D-6E8A-4147-A177-3AD203B41FA5}">
                      <a16:colId xmlns:a16="http://schemas.microsoft.com/office/drawing/2014/main" val="20000"/>
                    </a:ext>
                  </a:extLst>
                </a:gridCol>
              </a:tblGrid>
              <a:tr h="32004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r>
                        <a:rPr lang="en-GB" sz="1200">
                          <a:solidFill>
                            <a:schemeClr val="bg1"/>
                          </a:solidFill>
                          <a:latin typeface="+mn-lt"/>
                        </a:rPr>
                        <a:t>Director of GBS</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r>
                        <a:rPr lang="en-GB" sz="1100">
                          <a:solidFill>
                            <a:schemeClr val="tx1"/>
                          </a:solidFill>
                          <a:latin typeface="+mn-lt"/>
                        </a:rPr>
                        <a:t>Role Description:</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1"/>
                  </a:ext>
                </a:extLst>
              </a:tr>
              <a:tr h="46634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lvl="0" indent="0" algn="l" defTabSz="914400" rtl="0" eaLnBrk="1" fontAlgn="base" latinLnBrk="0" hangingPunct="1">
                        <a:lnSpc>
                          <a:spcPct val="100000"/>
                        </a:lnSpc>
                        <a:spcBef>
                          <a:spcPts val="0"/>
                        </a:spcBef>
                        <a:spcAft>
                          <a:spcPts val="0"/>
                        </a:spcAft>
                        <a:buFont typeface="Arial" panose="020B0604020202020204" pitchFamily="34" charset="0"/>
                        <a:buNone/>
                      </a:pPr>
                      <a:r>
                        <a:rPr lang="en-GB" sz="1000">
                          <a:solidFill>
                            <a:schemeClr val="bg1"/>
                          </a:solidFill>
                          <a:effectLst/>
                          <a:latin typeface="+mn-lt"/>
                          <a:ea typeface="Times New Roman" panose="02020603050405020304" pitchFamily="18" charset="0"/>
                          <a:cs typeface="Times New Roman" panose="02020603050405020304" pitchFamily="18" charset="0"/>
                        </a:rPr>
                        <a:t>The Director of GBS will oversee the inception of the GBS organisation and steer the </a:t>
                      </a:r>
                      <a:r>
                        <a:rPr lang="en-GB" sz="1000" b="0" kern="1200">
                          <a:solidFill>
                            <a:schemeClr val="bg1"/>
                          </a:solidFill>
                          <a:effectLst/>
                          <a:latin typeface="+mn-lt"/>
                          <a:ea typeface="+mn-ea"/>
                          <a:cs typeface="+mn-cs"/>
                        </a:rPr>
                        <a:t>organisation through a period of high growth to maturity.  The role will be responsible for the ramp-up of services for existing functions as well as developing new capabilities, internal controls and service agreements and performance management.</a:t>
                      </a:r>
                    </a:p>
                    <a:p>
                      <a:pPr marL="0" lvl="0" indent="0" algn="l" defTabSz="914400" rtl="0" eaLnBrk="1" fontAlgn="base" latinLnBrk="0" hangingPunct="1">
                        <a:lnSpc>
                          <a:spcPct val="100000"/>
                        </a:lnSpc>
                        <a:spcBef>
                          <a:spcPts val="1200"/>
                        </a:spcBef>
                        <a:spcAft>
                          <a:spcPts val="0"/>
                        </a:spcAft>
                        <a:buFont typeface="Arial" panose="020B0604020202020204" pitchFamily="34" charset="0"/>
                        <a:buNone/>
                      </a:pPr>
                      <a:r>
                        <a:rPr lang="en-GB" sz="1000" b="0" kern="1200">
                          <a:solidFill>
                            <a:schemeClr val="bg1"/>
                          </a:solidFill>
                          <a:effectLst/>
                          <a:latin typeface="+mn-lt"/>
                          <a:ea typeface="+mn-ea"/>
                          <a:cs typeface="+mn-cs"/>
                        </a:rPr>
                        <a:t>Line management responsibilities for the GBS management team, including:</a:t>
                      </a: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GB" sz="1000" b="1" kern="1200">
                          <a:solidFill>
                            <a:schemeClr val="bg1"/>
                          </a:solidFill>
                          <a:effectLst/>
                          <a:latin typeface="+mn-lt"/>
                          <a:ea typeface="+mn-ea"/>
                          <a:cs typeface="+mn-cs"/>
                        </a:rPr>
                        <a:t>Head of Service Delivery</a:t>
                      </a:r>
                      <a:r>
                        <a:rPr lang="en-GB" sz="1000" b="0" kern="1200">
                          <a:solidFill>
                            <a:schemeClr val="bg1"/>
                          </a:solidFill>
                          <a:effectLst/>
                          <a:latin typeface="+mn-lt"/>
                          <a:ea typeface="+mn-ea"/>
                          <a:cs typeface="+mn-cs"/>
                        </a:rPr>
                        <a:t> – Overall leadership of GBS RDC Service Delivery centres including MDM, S2P, R2D, P2P, Q2C, P2R and H2R.</a:t>
                      </a: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GB" sz="1000" b="1" kern="1200">
                          <a:solidFill>
                            <a:schemeClr val="bg1"/>
                          </a:solidFill>
                          <a:effectLst/>
                          <a:latin typeface="+mn-lt"/>
                          <a:ea typeface="+mn-ea"/>
                          <a:cs typeface="+mn-cs"/>
                        </a:rPr>
                        <a:t>Head of Reporting &amp; Analytics </a:t>
                      </a:r>
                      <a:r>
                        <a:rPr lang="en-GB" sz="1000" b="0" kern="1200">
                          <a:solidFill>
                            <a:schemeClr val="bg1"/>
                          </a:solidFill>
                          <a:effectLst/>
                          <a:latin typeface="+mn-lt"/>
                          <a:ea typeface="+mn-ea"/>
                          <a:cs typeface="+mn-cs"/>
                        </a:rPr>
                        <a:t>– Responsible for GBS </a:t>
                      </a:r>
                      <a:r>
                        <a:rPr lang="en-GB" sz="1000" b="0" kern="1200" noProof="0">
                          <a:solidFill>
                            <a:schemeClr val="bg1"/>
                          </a:solidFill>
                          <a:effectLst/>
                          <a:latin typeface="+mn-lt"/>
                          <a:ea typeface="+mn-ea"/>
                          <a:cs typeface="+mn-cs"/>
                        </a:rPr>
                        <a:t>foundational insight &amp; reporting, </a:t>
                      </a:r>
                      <a:r>
                        <a:rPr lang="en-GB" sz="1000" b="0" kern="1200">
                          <a:solidFill>
                            <a:schemeClr val="bg1"/>
                          </a:solidFill>
                          <a:effectLst/>
                          <a:latin typeface="+mn-lt"/>
                          <a:ea typeface="+mn-ea"/>
                          <a:cs typeface="+mn-cs"/>
                        </a:rPr>
                        <a:t>predictive analytics, and </a:t>
                      </a:r>
                      <a:r>
                        <a:rPr lang="en-GB" sz="1000" b="0" kern="1200" noProof="0">
                          <a:solidFill>
                            <a:schemeClr val="bg1"/>
                          </a:solidFill>
                          <a:effectLst/>
                          <a:latin typeface="+mn-lt"/>
                          <a:ea typeface="+mn-ea"/>
                          <a:cs typeface="+mn-cs"/>
                        </a:rPr>
                        <a:t>data visualisation team.</a:t>
                      </a: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GB" sz="1000" b="1" kern="1200">
                          <a:solidFill>
                            <a:schemeClr val="bg1"/>
                          </a:solidFill>
                          <a:effectLst/>
                          <a:latin typeface="+mn-lt"/>
                          <a:ea typeface="+mn-ea"/>
                          <a:cs typeface="+mn-cs"/>
                        </a:rPr>
                        <a:t>Head of  Service Management &amp; Transformation </a:t>
                      </a:r>
                      <a:r>
                        <a:rPr lang="en-GB" sz="1000" b="0" kern="1200">
                          <a:solidFill>
                            <a:schemeClr val="bg1"/>
                          </a:solidFill>
                          <a:effectLst/>
                          <a:latin typeface="+mn-lt"/>
                          <a:ea typeface="+mn-ea"/>
                          <a:cs typeface="+mn-cs"/>
                        </a:rPr>
                        <a:t>– Responsible for process performance, transformational projects, continuous improvement, automation opportunity identification, third party contract management and performance management (internal GBS/third party), including key KPIs, SLAs/OLAs.</a:t>
                      </a:r>
                    </a:p>
                    <a:p>
                      <a:pPr marL="137160" marR="0" lvl="0" indent="-137160" algn="l" defTabSz="914400" rtl="0" eaLnBrk="1" fontAlgn="base" latinLnBrk="0" hangingPunct="1">
                        <a:lnSpc>
                          <a:spcPct val="100000"/>
                        </a:lnSpc>
                        <a:spcBef>
                          <a:spcPts val="600"/>
                        </a:spcBef>
                        <a:spcAft>
                          <a:spcPts val="0"/>
                        </a:spcAft>
                        <a:buClrTx/>
                        <a:buSzTx/>
                        <a:buFont typeface="Wingdings" panose="05000000000000000000" pitchFamily="2" charset="2"/>
                        <a:buChar char="§"/>
                        <a:tabLst/>
                        <a:defRPr/>
                      </a:pPr>
                      <a:r>
                        <a:rPr lang="en-GB" sz="1000" b="1" kern="1200">
                          <a:solidFill>
                            <a:schemeClr val="bg1"/>
                          </a:solidFill>
                          <a:effectLst/>
                          <a:latin typeface="+mn-lt"/>
                          <a:ea typeface="+mn-ea"/>
                          <a:cs typeface="+mn-cs"/>
                        </a:rPr>
                        <a:t>Head of Risk Management &amp; Controls </a:t>
                      </a:r>
                      <a:r>
                        <a:rPr lang="en-GB" sz="1000" b="0" kern="1200">
                          <a:solidFill>
                            <a:schemeClr val="bg1"/>
                          </a:solidFill>
                          <a:effectLst/>
                          <a:latin typeface="+mn-lt"/>
                          <a:ea typeface="+mn-ea"/>
                          <a:cs typeface="+mn-cs"/>
                        </a:rPr>
                        <a:t>– Responsible for controls design &amp; oversight, risk management, and control governance.</a:t>
                      </a:r>
                    </a:p>
                    <a:p>
                      <a:pPr marL="137160" marR="0" lvl="0" indent="-137160" algn="l" defTabSz="914400" rtl="0" eaLnBrk="1" fontAlgn="base" latinLnBrk="0" hangingPunct="1">
                        <a:lnSpc>
                          <a:spcPct val="100000"/>
                        </a:lnSpc>
                        <a:spcBef>
                          <a:spcPts val="600"/>
                        </a:spcBef>
                        <a:spcAft>
                          <a:spcPts val="0"/>
                        </a:spcAft>
                        <a:buClrTx/>
                        <a:buSzTx/>
                        <a:buFont typeface="Wingdings" panose="05000000000000000000" pitchFamily="2" charset="2"/>
                        <a:buChar char="§"/>
                        <a:tabLst/>
                        <a:defRPr/>
                      </a:pPr>
                      <a:r>
                        <a:rPr lang="en-GB" sz="1000" b="1" kern="1200">
                          <a:solidFill>
                            <a:schemeClr val="bg1"/>
                          </a:solidFill>
                          <a:effectLst/>
                          <a:latin typeface="+mn-lt"/>
                          <a:ea typeface="+mn-ea"/>
                          <a:cs typeface="+mn-cs"/>
                        </a:rPr>
                        <a:t>GPO Team </a:t>
                      </a:r>
                      <a:r>
                        <a:rPr lang="en-GB" sz="1000" b="0" kern="1200">
                          <a:solidFill>
                            <a:schemeClr val="bg1"/>
                          </a:solidFill>
                          <a:effectLst/>
                          <a:latin typeface="+mn-lt"/>
                          <a:ea typeface="+mn-ea"/>
                          <a:cs typeface="+mn-cs"/>
                        </a:rPr>
                        <a:t>– Executive team </a:t>
                      </a:r>
                      <a:r>
                        <a:rPr lang="en-GB" sz="1000" b="0" kern="1200" noProof="0">
                          <a:solidFill>
                            <a:schemeClr val="bg1"/>
                          </a:solidFill>
                          <a:effectLst/>
                          <a:latin typeface="+mn-lt"/>
                          <a:ea typeface="+mn-ea"/>
                          <a:cs typeface="+mn-cs"/>
                        </a:rPr>
                        <a:t>who owns the end-to-end processes of their assigned workstreams across functions, geographic locations or business units. They are the overall accountable for the business process on a global scale and will be accountable for all process design and build activities and overall governance.</a:t>
                      </a:r>
                      <a:endParaRPr lang="en-IN" sz="1000" b="0" kern="1200">
                        <a:solidFill>
                          <a:schemeClr val="bg1"/>
                        </a:solidFill>
                        <a:effectLst/>
                        <a:latin typeface="+mn-lt"/>
                        <a:ea typeface="+mn-ea"/>
                        <a:cs typeface="+mn-cs"/>
                      </a:endParaRPr>
                    </a:p>
                  </a:txBody>
                  <a:tcPr marT="91440" marB="0">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3" name="Table 2">
            <a:extLst>
              <a:ext uri="{FF2B5EF4-FFF2-40B4-BE49-F238E27FC236}">
                <a16:creationId xmlns:a16="http://schemas.microsoft.com/office/drawing/2014/main" id="{4A6A6476-7667-E891-4DFD-E0BD68C1AA61}"/>
              </a:ext>
            </a:extLst>
          </p:cNvPr>
          <p:cNvGraphicFramePr>
            <a:graphicFrameLocks noGrp="1"/>
          </p:cNvGraphicFramePr>
          <p:nvPr>
            <p:extLst>
              <p:ext uri="{D42A27DB-BD31-4B8C-83A1-F6EECF244321}">
                <p14:modId xmlns:p14="http://schemas.microsoft.com/office/powerpoint/2010/main" val="2290290876"/>
              </p:ext>
            </p:extLst>
          </p:nvPr>
        </p:nvGraphicFramePr>
        <p:xfrm>
          <a:off x="4701540" y="914401"/>
          <a:ext cx="3520440" cy="5303520"/>
        </p:xfrm>
        <a:graphic>
          <a:graphicData uri="http://schemas.openxmlformats.org/drawingml/2006/table">
            <a:tbl>
              <a:tblPr firstRow="1" bandRow="1"/>
              <a:tblGrid>
                <a:gridCol w="3520440">
                  <a:extLst>
                    <a:ext uri="{9D8B030D-6E8A-4147-A177-3AD203B41FA5}">
                      <a16:colId xmlns:a16="http://schemas.microsoft.com/office/drawing/2014/main" val="20000"/>
                    </a:ext>
                  </a:extLst>
                </a:gridCol>
              </a:tblGrid>
              <a:tr h="32004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r>
                        <a:rPr lang="en-GB" sz="1200">
                          <a:solidFill>
                            <a:schemeClr val="bg1"/>
                          </a:solidFill>
                          <a:latin typeface="+mn-lt"/>
                        </a:rPr>
                        <a:t>Global Process Owner (GPO)</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r>
                        <a:rPr lang="en-GB" sz="1100" b="0" kern="1200">
                          <a:solidFill>
                            <a:schemeClr val="tx1"/>
                          </a:solidFill>
                          <a:effectLst/>
                          <a:latin typeface="+mn-lt"/>
                          <a:ea typeface="+mn-ea"/>
                          <a:cs typeface="+mn-cs"/>
                        </a:rPr>
                        <a:t>Role Description:</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1"/>
                  </a:ext>
                </a:extLst>
              </a:tr>
              <a:tr h="46634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lvl="0" indent="0" algn="l" defTabSz="914400" rtl="0" eaLnBrk="1" fontAlgn="base" latinLnBrk="0" hangingPunct="1">
                        <a:lnSpc>
                          <a:spcPct val="100000"/>
                        </a:lnSpc>
                        <a:spcBef>
                          <a:spcPts val="0"/>
                        </a:spcBef>
                        <a:spcAft>
                          <a:spcPts val="0"/>
                        </a:spcAft>
                        <a:buFont typeface="Arial" panose="020B0604020202020204" pitchFamily="34" charset="0"/>
                        <a:buNone/>
                      </a:pPr>
                      <a:r>
                        <a:rPr lang="en-IN" sz="1000" kern="1200">
                          <a:solidFill>
                            <a:schemeClr val="bg1"/>
                          </a:solidFill>
                          <a:effectLst/>
                          <a:latin typeface="+mn-lt"/>
                          <a:cs typeface="Times New Roman" panose="02020603050405020304" pitchFamily="18" charset="0"/>
                        </a:rPr>
                        <a:t>GPO will serve as the global process owner (GPO) for their respective process tower working with Functional Leaders, Head of Service Management and Transformation, Director of Global Business Services (GBS) and Service Delivery Tower Leads in the future to support process delivery, continuous improvement, transformation and a positive user/employee experience. Key accountabilities are:</a:t>
                      </a:r>
                      <a:endParaRPr lang="en-GB" sz="1000" kern="1200">
                        <a:solidFill>
                          <a:schemeClr val="bg1"/>
                        </a:solidFill>
                        <a:effectLst/>
                        <a:latin typeface="+mn-lt"/>
                        <a:ea typeface="+mn-ea"/>
                        <a:cs typeface="Times New Roman" panose="02020603050405020304" pitchFamily="18" charset="0"/>
                      </a:endParaRP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IN" sz="1000" b="0" kern="1200">
                          <a:solidFill>
                            <a:schemeClr val="bg1"/>
                          </a:solidFill>
                          <a:effectLst/>
                          <a:latin typeface="+mn-lt"/>
                          <a:ea typeface="+mn-ea"/>
                          <a:cs typeface="+mn-cs"/>
                        </a:rPr>
                        <a:t>Designs, develops, and implements enterprise-wide Process and Services Delivery initiatives.</a:t>
                      </a: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IN" sz="1000" b="0" kern="1200">
                          <a:solidFill>
                            <a:schemeClr val="bg1"/>
                          </a:solidFill>
                          <a:effectLst/>
                          <a:latin typeface="+mn-lt"/>
                          <a:ea typeface="+mn-ea"/>
                          <a:cs typeface="+mn-cs"/>
                        </a:rPr>
                        <a:t>Performs needs assessment and solution development.</a:t>
                      </a: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IN" sz="1000" b="0" kern="1200">
                          <a:solidFill>
                            <a:schemeClr val="bg1"/>
                          </a:solidFill>
                          <a:effectLst/>
                          <a:latin typeface="+mn-lt"/>
                          <a:ea typeface="+mn-ea"/>
                          <a:cs typeface="+mn-cs"/>
                        </a:rPr>
                        <a:t>Initiates change requests and is responsible for demand management.</a:t>
                      </a: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IN" sz="1000" b="0" kern="1200">
                          <a:solidFill>
                            <a:schemeClr val="bg1"/>
                          </a:solidFill>
                          <a:effectLst/>
                          <a:latin typeface="+mn-lt"/>
                          <a:ea typeface="+mn-ea"/>
                          <a:cs typeface="+mn-cs"/>
                        </a:rPr>
                        <a:t>Works with the relevant functional and business stakeholders to drive future focussed and appropriate policy development.</a:t>
                      </a: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IN" sz="1000" b="0" kern="1200">
                          <a:solidFill>
                            <a:schemeClr val="bg1"/>
                          </a:solidFill>
                          <a:effectLst/>
                          <a:latin typeface="+mn-lt"/>
                          <a:ea typeface="+mn-ea"/>
                          <a:cs typeface="+mn-cs"/>
                        </a:rPr>
                        <a:t>Drives process development, automation, simplification and continuous improvement.</a:t>
                      </a: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IN" sz="1000" b="0" kern="1200">
                          <a:solidFill>
                            <a:schemeClr val="bg1"/>
                          </a:solidFill>
                          <a:effectLst/>
                          <a:latin typeface="+mn-lt"/>
                          <a:ea typeface="+mn-ea"/>
                          <a:cs typeface="+mn-cs"/>
                        </a:rPr>
                        <a:t>Demonstrates knowledge of One “Company” strategic direction and is proficient in managing senior / executive level stakeholder relationships.</a:t>
                      </a: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IN" sz="1000" b="0" kern="1200">
                          <a:solidFill>
                            <a:schemeClr val="bg1"/>
                          </a:solidFill>
                          <a:effectLst/>
                          <a:latin typeface="+mn-lt"/>
                          <a:ea typeface="+mn-ea"/>
                          <a:cs typeface="+mn-cs"/>
                        </a:rPr>
                        <a:t>Provides consulting and expertise through effective communication.</a:t>
                      </a:r>
                    </a:p>
                    <a:p>
                      <a:pPr marL="137160" lvl="0" indent="-137160" algn="l" defTabSz="914400" rtl="0" eaLnBrk="1" fontAlgn="base" latinLnBrk="0" hangingPunct="1">
                        <a:lnSpc>
                          <a:spcPct val="100000"/>
                        </a:lnSpc>
                        <a:spcBef>
                          <a:spcPts val="600"/>
                        </a:spcBef>
                        <a:spcAft>
                          <a:spcPts val="0"/>
                        </a:spcAft>
                        <a:buFont typeface="Wingdings" panose="05000000000000000000" pitchFamily="2" charset="2"/>
                        <a:buChar char="§"/>
                      </a:pPr>
                      <a:r>
                        <a:rPr lang="en-IN" sz="1000" b="0" kern="1200">
                          <a:solidFill>
                            <a:schemeClr val="bg1"/>
                          </a:solidFill>
                          <a:effectLst/>
                          <a:latin typeface="+mn-lt"/>
                          <a:ea typeface="+mn-ea"/>
                          <a:cs typeface="+mn-cs"/>
                        </a:rPr>
                        <a:t>Leads large scale change implementations and projects focussed on the improvement of services.</a:t>
                      </a:r>
                    </a:p>
                  </a:txBody>
                  <a:tcPr marT="91440" marB="0">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57" name="Table 56">
            <a:extLst>
              <a:ext uri="{FF2B5EF4-FFF2-40B4-BE49-F238E27FC236}">
                <a16:creationId xmlns:a16="http://schemas.microsoft.com/office/drawing/2014/main" id="{8CD15310-EB83-3E68-9C21-A2B50018D7F2}"/>
              </a:ext>
            </a:extLst>
          </p:cNvPr>
          <p:cNvGraphicFramePr>
            <a:graphicFrameLocks noGrp="1"/>
          </p:cNvGraphicFramePr>
          <p:nvPr>
            <p:extLst>
              <p:ext uri="{D42A27DB-BD31-4B8C-83A1-F6EECF244321}">
                <p14:modId xmlns:p14="http://schemas.microsoft.com/office/powerpoint/2010/main" val="3229366765"/>
              </p:ext>
            </p:extLst>
          </p:nvPr>
        </p:nvGraphicFramePr>
        <p:xfrm>
          <a:off x="8359140" y="914401"/>
          <a:ext cx="3337560" cy="5303520"/>
        </p:xfrm>
        <a:graphic>
          <a:graphicData uri="http://schemas.openxmlformats.org/drawingml/2006/table">
            <a:tbl>
              <a:tblPr firstRow="1" bandRow="1"/>
              <a:tblGrid>
                <a:gridCol w="3337560">
                  <a:extLst>
                    <a:ext uri="{9D8B030D-6E8A-4147-A177-3AD203B41FA5}">
                      <a16:colId xmlns:a16="http://schemas.microsoft.com/office/drawing/2014/main" val="20000"/>
                    </a:ext>
                  </a:extLst>
                </a:gridCol>
              </a:tblGrid>
              <a:tr h="32004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r>
                        <a:rPr lang="en-GB" sz="1200" b="1">
                          <a:solidFill>
                            <a:schemeClr val="bg1"/>
                          </a:solidFill>
                          <a:latin typeface="+mn-lt"/>
                        </a:rPr>
                        <a:t>RTR/Controllership CoE</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r>
                        <a:rPr lang="en-GB" sz="1100" b="0" kern="1200">
                          <a:solidFill>
                            <a:schemeClr val="tx1"/>
                          </a:solidFill>
                          <a:effectLst/>
                          <a:latin typeface="+mn-lt"/>
                          <a:ea typeface="+mn-ea"/>
                          <a:cs typeface="+mn-cs"/>
                        </a:rPr>
                        <a:t>Role Description:</a:t>
                      </a:r>
                    </a:p>
                  </a:txBody>
                  <a:tcPr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1"/>
                  </a:ext>
                </a:extLst>
              </a:tr>
              <a:tr h="46634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137160" lvl="0" indent="-137160" algn="l" defTabSz="914400" rtl="0" eaLnBrk="1" fontAlgn="base" latinLnBrk="0" hangingPunct="1">
                        <a:lnSpc>
                          <a:spcPct val="100000"/>
                        </a:lnSpc>
                        <a:spcBef>
                          <a:spcPts val="500"/>
                        </a:spcBef>
                        <a:spcAft>
                          <a:spcPts val="0"/>
                        </a:spcAft>
                        <a:buFont typeface="Wingdings" panose="05000000000000000000" pitchFamily="2" charset="2"/>
                        <a:buChar char="§"/>
                      </a:pPr>
                      <a:r>
                        <a:rPr lang="en-US" sz="1000" b="0" kern="1200">
                          <a:solidFill>
                            <a:schemeClr val="bg1"/>
                          </a:solidFill>
                          <a:effectLst/>
                          <a:latin typeface="+mn-lt"/>
                          <a:ea typeface="+mn-ea"/>
                          <a:cs typeface="+mn-cs"/>
                        </a:rPr>
                        <a:t>Assemble and support the facilitation of all necessary components of the financial statements, which includes items such as the Balance Sheet, Profit &amp; Loss Statement, and Cash Flow Statement.</a:t>
                      </a:r>
                    </a:p>
                    <a:p>
                      <a:pPr marL="137160" lvl="0" indent="-137160" algn="l" defTabSz="914400" rtl="0" eaLnBrk="1" fontAlgn="base" latinLnBrk="0" hangingPunct="1">
                        <a:lnSpc>
                          <a:spcPct val="100000"/>
                        </a:lnSpc>
                        <a:spcBef>
                          <a:spcPts val="500"/>
                        </a:spcBef>
                        <a:spcAft>
                          <a:spcPts val="0"/>
                        </a:spcAft>
                        <a:buFont typeface="Wingdings" panose="05000000000000000000" pitchFamily="2" charset="2"/>
                        <a:buChar char="§"/>
                      </a:pPr>
                      <a:r>
                        <a:rPr lang="en-US" sz="1000" b="0" kern="1200">
                          <a:solidFill>
                            <a:schemeClr val="bg1"/>
                          </a:solidFill>
                          <a:effectLst/>
                          <a:latin typeface="+mn-lt"/>
                          <a:ea typeface="+mn-ea"/>
                          <a:cs typeface="+mn-cs"/>
                        </a:rPr>
                        <a:t>Support the preparation and submission of Tax filings in adherence to the required timeframe.</a:t>
                      </a:r>
                    </a:p>
                    <a:p>
                      <a:pPr marL="137160" lvl="0" indent="-137160" algn="l" defTabSz="914400" rtl="0" eaLnBrk="1" fontAlgn="base" latinLnBrk="0" hangingPunct="1">
                        <a:lnSpc>
                          <a:spcPct val="100000"/>
                        </a:lnSpc>
                        <a:spcBef>
                          <a:spcPts val="500"/>
                        </a:spcBef>
                        <a:spcAft>
                          <a:spcPts val="0"/>
                        </a:spcAft>
                        <a:buFont typeface="Wingdings" panose="05000000000000000000" pitchFamily="2" charset="2"/>
                        <a:buChar char="§"/>
                      </a:pPr>
                      <a:r>
                        <a:rPr lang="en-US" sz="1000" b="0" kern="1200">
                          <a:solidFill>
                            <a:schemeClr val="bg1"/>
                          </a:solidFill>
                          <a:effectLst/>
                          <a:latin typeface="+mn-lt"/>
                          <a:ea typeface="+mn-ea"/>
                          <a:cs typeface="+mn-cs"/>
                        </a:rPr>
                        <a:t>Develop internal reporting packages and other necessary financial reporting documents in a timely and accurate manner.</a:t>
                      </a:r>
                    </a:p>
                    <a:p>
                      <a:pPr marL="137160" lvl="0" indent="-137160" algn="l" defTabSz="914400" rtl="0" eaLnBrk="1" fontAlgn="base" latinLnBrk="0" hangingPunct="1">
                        <a:lnSpc>
                          <a:spcPct val="100000"/>
                        </a:lnSpc>
                        <a:spcBef>
                          <a:spcPts val="500"/>
                        </a:spcBef>
                        <a:spcAft>
                          <a:spcPts val="0"/>
                        </a:spcAft>
                        <a:buFont typeface="Wingdings" panose="05000000000000000000" pitchFamily="2" charset="2"/>
                        <a:buChar char="§"/>
                      </a:pPr>
                      <a:r>
                        <a:rPr lang="en-US" sz="1000" b="0" kern="1200">
                          <a:solidFill>
                            <a:schemeClr val="bg1"/>
                          </a:solidFill>
                          <a:effectLst/>
                          <a:latin typeface="+mn-lt"/>
                          <a:ea typeface="+mn-ea"/>
                          <a:cs typeface="+mn-cs"/>
                        </a:rPr>
                        <a:t>Provide necessary support in preparing documentation and information for any audit requests related to legal entities.</a:t>
                      </a:r>
                    </a:p>
                    <a:p>
                      <a:pPr marL="137160" lvl="0" indent="-137160" algn="l" defTabSz="914400" rtl="0" eaLnBrk="1" fontAlgn="base" latinLnBrk="0" hangingPunct="1">
                        <a:lnSpc>
                          <a:spcPct val="100000"/>
                        </a:lnSpc>
                        <a:spcBef>
                          <a:spcPts val="500"/>
                        </a:spcBef>
                        <a:spcAft>
                          <a:spcPts val="0"/>
                        </a:spcAft>
                        <a:buFont typeface="Wingdings" panose="05000000000000000000" pitchFamily="2" charset="2"/>
                        <a:buChar char="§"/>
                      </a:pPr>
                      <a:r>
                        <a:rPr lang="en-US" sz="1000" b="0" kern="1200">
                          <a:solidFill>
                            <a:schemeClr val="bg1"/>
                          </a:solidFill>
                          <a:effectLst/>
                          <a:latin typeface="+mn-lt"/>
                          <a:ea typeface="+mn-ea"/>
                          <a:cs typeface="+mn-cs"/>
                        </a:rPr>
                        <a:t>Ensure thorough completion of both sub-ledger and general ledger closures.</a:t>
                      </a:r>
                    </a:p>
                    <a:p>
                      <a:pPr marL="137160" lvl="0" indent="-137160" algn="l" defTabSz="914400" rtl="0" eaLnBrk="1" fontAlgn="base" latinLnBrk="0" hangingPunct="1">
                        <a:lnSpc>
                          <a:spcPct val="100000"/>
                        </a:lnSpc>
                        <a:spcBef>
                          <a:spcPts val="500"/>
                        </a:spcBef>
                        <a:spcAft>
                          <a:spcPts val="0"/>
                        </a:spcAft>
                        <a:buFont typeface="Wingdings" panose="05000000000000000000" pitchFamily="2" charset="2"/>
                        <a:buChar char="§"/>
                      </a:pPr>
                      <a:r>
                        <a:rPr lang="en-US" sz="1000" b="0" kern="1200">
                          <a:solidFill>
                            <a:schemeClr val="bg1"/>
                          </a:solidFill>
                          <a:effectLst/>
                          <a:latin typeface="+mn-lt"/>
                          <a:ea typeface="+mn-ea"/>
                          <a:cs typeface="+mn-cs"/>
                        </a:rPr>
                        <a:t>Responsible for the preparation of legal entity actuals variance analysis to track and explain any fluctuation in financial numbers.</a:t>
                      </a:r>
                    </a:p>
                    <a:p>
                      <a:pPr marL="137160" lvl="0" indent="-137160" algn="l" defTabSz="914400" rtl="0" eaLnBrk="1" fontAlgn="base" latinLnBrk="0" hangingPunct="1">
                        <a:lnSpc>
                          <a:spcPct val="100000"/>
                        </a:lnSpc>
                        <a:spcBef>
                          <a:spcPts val="500"/>
                        </a:spcBef>
                        <a:spcAft>
                          <a:spcPts val="0"/>
                        </a:spcAft>
                        <a:buFont typeface="Wingdings" panose="05000000000000000000" pitchFamily="2" charset="2"/>
                        <a:buChar char="§"/>
                      </a:pPr>
                      <a:r>
                        <a:rPr lang="en-US" sz="1000" b="0" kern="1200">
                          <a:solidFill>
                            <a:schemeClr val="bg1"/>
                          </a:solidFill>
                          <a:effectLst/>
                          <a:latin typeface="+mn-lt"/>
                          <a:ea typeface="+mn-ea"/>
                          <a:cs typeface="+mn-cs"/>
                        </a:rPr>
                        <a:t>Support the preparation of any tax-related calculations.</a:t>
                      </a:r>
                    </a:p>
                    <a:p>
                      <a:pPr marL="137160" lvl="0" indent="-137160" algn="l" defTabSz="914400" rtl="0" eaLnBrk="1" fontAlgn="base" latinLnBrk="0" hangingPunct="1">
                        <a:lnSpc>
                          <a:spcPct val="100000"/>
                        </a:lnSpc>
                        <a:spcBef>
                          <a:spcPts val="500"/>
                        </a:spcBef>
                        <a:spcAft>
                          <a:spcPts val="0"/>
                        </a:spcAft>
                        <a:buFont typeface="Wingdings" panose="05000000000000000000" pitchFamily="2" charset="2"/>
                        <a:buChar char="§"/>
                      </a:pPr>
                      <a:r>
                        <a:rPr lang="en-US" sz="1000" b="0" kern="1200">
                          <a:solidFill>
                            <a:schemeClr val="bg1"/>
                          </a:solidFill>
                          <a:effectLst/>
                          <a:latin typeface="+mn-lt"/>
                          <a:ea typeface="+mn-ea"/>
                          <a:cs typeface="+mn-cs"/>
                        </a:rPr>
                        <a:t>Take charge of completing any remaining or stranded transactional activities that relate to the legal entities, ensuring no tasks are left unattended.</a:t>
                      </a:r>
                    </a:p>
                    <a:p>
                      <a:pPr marL="137160" lvl="0" indent="-137160" algn="l" defTabSz="914400" rtl="0" eaLnBrk="1" fontAlgn="base" latinLnBrk="0" hangingPunct="1">
                        <a:lnSpc>
                          <a:spcPct val="100000"/>
                        </a:lnSpc>
                        <a:spcBef>
                          <a:spcPts val="500"/>
                        </a:spcBef>
                        <a:spcAft>
                          <a:spcPts val="0"/>
                        </a:spcAft>
                        <a:buFont typeface="Wingdings" panose="05000000000000000000" pitchFamily="2" charset="2"/>
                        <a:buChar char="§"/>
                      </a:pPr>
                      <a:r>
                        <a:rPr lang="en-US" sz="1000" b="0" kern="1200">
                          <a:solidFill>
                            <a:schemeClr val="bg1"/>
                          </a:solidFill>
                          <a:effectLst/>
                          <a:latin typeface="+mn-lt"/>
                          <a:ea typeface="+mn-ea"/>
                          <a:cs typeface="+mn-cs"/>
                        </a:rPr>
                        <a:t>Escalate any issues or potential complications concerning complex accounting matters to the attention of the Controller for prompt and effective resolution.</a:t>
                      </a:r>
                      <a:endParaRPr lang="en-IN" sz="1000" b="0" kern="1200">
                        <a:solidFill>
                          <a:schemeClr val="bg1"/>
                        </a:solidFill>
                        <a:effectLst/>
                        <a:latin typeface="+mn-lt"/>
                        <a:ea typeface="+mn-ea"/>
                        <a:cs typeface="+mn-cs"/>
                      </a:endParaRPr>
                    </a:p>
                  </a:txBody>
                  <a:tcPr marT="91440" marB="0">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48599509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A887E7-96A1-9A9D-EA43-813069010D7C}"/>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6A6BE1E8-EECC-754D-661B-49079EE89922}"/>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Record-to-Report Process Maps</a:t>
            </a:r>
          </a:p>
        </p:txBody>
      </p:sp>
      <p:sp>
        <p:nvSpPr>
          <p:cNvPr id="6" name="Date Placeholder 5">
            <a:extLst>
              <a:ext uri="{FF2B5EF4-FFF2-40B4-BE49-F238E27FC236}">
                <a16:creationId xmlns:a16="http://schemas.microsoft.com/office/drawing/2014/main" id="{3E5DB85C-BCA0-5BE6-1059-DBABC9F8854D}"/>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6CD3D0A9-EF76-DFBC-E326-999B7CB0C9E5}"/>
              </a:ext>
            </a:extLst>
          </p:cNvPr>
          <p:cNvSpPr>
            <a:spLocks noGrp="1"/>
          </p:cNvSpPr>
          <p:nvPr>
            <p:ph type="sldNum" sz="quarter" idx="19"/>
          </p:nvPr>
        </p:nvSpPr>
        <p:spPr/>
        <p:txBody>
          <a:bodyPr/>
          <a:lstStyle/>
          <a:p>
            <a:fld id="{94FCA0F3-9F3A-694B-99BB-0E592A797735}" type="slidenum">
              <a:rPr lang="en-US" smtClean="0"/>
              <a:t>12</a:t>
            </a:fld>
            <a:endParaRPr lang="en-US"/>
          </a:p>
        </p:txBody>
      </p:sp>
    </p:spTree>
    <p:extLst>
      <p:ext uri="{BB962C8B-B14F-4D97-AF65-F5344CB8AC3E}">
        <p14:creationId xmlns:p14="http://schemas.microsoft.com/office/powerpoint/2010/main" val="200426141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E51DC2-7E5E-58F1-5FFC-843F0685DAAD}"/>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41F7FBA6-13BD-5449-E659-D0321B4AE2AD}"/>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Record-to-Report Process Overview</a:t>
            </a:r>
          </a:p>
        </p:txBody>
      </p:sp>
      <p:sp>
        <p:nvSpPr>
          <p:cNvPr id="6" name="Date Placeholder 5">
            <a:extLst>
              <a:ext uri="{FF2B5EF4-FFF2-40B4-BE49-F238E27FC236}">
                <a16:creationId xmlns:a16="http://schemas.microsoft.com/office/drawing/2014/main" id="{9513A6C6-E05F-807C-F5FF-EDB5CBFBA49C}"/>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D909E39B-1677-D58E-668F-72D5F9AE9507}"/>
              </a:ext>
            </a:extLst>
          </p:cNvPr>
          <p:cNvSpPr>
            <a:spLocks noGrp="1"/>
          </p:cNvSpPr>
          <p:nvPr>
            <p:ph type="sldNum" sz="quarter" idx="19"/>
          </p:nvPr>
        </p:nvSpPr>
        <p:spPr/>
        <p:txBody>
          <a:bodyPr/>
          <a:lstStyle/>
          <a:p>
            <a:fld id="{94FCA0F3-9F3A-694B-99BB-0E592A797735}" type="slidenum">
              <a:rPr lang="en-US" smtClean="0"/>
              <a:t>13</a:t>
            </a:fld>
            <a:endParaRPr lang="en-US"/>
          </a:p>
        </p:txBody>
      </p:sp>
    </p:spTree>
    <p:extLst>
      <p:ext uri="{BB962C8B-B14F-4D97-AF65-F5344CB8AC3E}">
        <p14:creationId xmlns:p14="http://schemas.microsoft.com/office/powerpoint/2010/main" val="393393080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61470B-CC8B-22C2-9E3D-8C120A9CA0E9}"/>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BEEA57CE-044D-31AF-CF7D-4220B7D9DA4C}"/>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Placement of RTR L3 Activities – </a:t>
            </a:r>
            <a:r>
              <a:rPr lang="en-IN" dirty="0">
                <a:solidFill>
                  <a:schemeClr val="tx2">
                    <a:lumMod val="75000"/>
                  </a:schemeClr>
                </a:solidFill>
              </a:rPr>
              <a:t>Current State</a:t>
            </a:r>
            <a:r>
              <a:rPr lang="en-IN" dirty="0"/>
              <a:t> (Accounting)</a:t>
            </a:r>
          </a:p>
        </p:txBody>
      </p:sp>
      <p:sp>
        <p:nvSpPr>
          <p:cNvPr id="6" name="Date Placeholder 5">
            <a:extLst>
              <a:ext uri="{FF2B5EF4-FFF2-40B4-BE49-F238E27FC236}">
                <a16:creationId xmlns:a16="http://schemas.microsoft.com/office/drawing/2014/main" id="{BFB5A55F-EE44-4714-E5D1-4D269427D087}"/>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87AC2E29-1313-C61C-4A69-5C41462A3178}"/>
              </a:ext>
            </a:extLst>
          </p:cNvPr>
          <p:cNvSpPr>
            <a:spLocks noGrp="1"/>
          </p:cNvSpPr>
          <p:nvPr>
            <p:ph type="sldNum" sz="quarter" idx="19"/>
          </p:nvPr>
        </p:nvSpPr>
        <p:spPr/>
        <p:txBody>
          <a:bodyPr/>
          <a:lstStyle/>
          <a:p>
            <a:fld id="{94FCA0F3-9F3A-694B-99BB-0E592A797735}" type="slidenum">
              <a:rPr lang="en-US" smtClean="0"/>
              <a:t>14</a:t>
            </a:fld>
            <a:endParaRPr lang="en-US"/>
          </a:p>
        </p:txBody>
      </p:sp>
      <p:graphicFrame>
        <p:nvGraphicFramePr>
          <p:cNvPr id="2" name="Table 6">
            <a:extLst>
              <a:ext uri="{FF2B5EF4-FFF2-40B4-BE49-F238E27FC236}">
                <a16:creationId xmlns:a16="http://schemas.microsoft.com/office/drawing/2014/main" id="{4C09D02E-8E5B-3614-85D6-5E3C6C275392}"/>
              </a:ext>
            </a:extLst>
          </p:cNvPr>
          <p:cNvGraphicFramePr>
            <a:graphicFrameLocks noGrp="1"/>
          </p:cNvGraphicFramePr>
          <p:nvPr>
            <p:extLst>
              <p:ext uri="{D42A27DB-BD31-4B8C-83A1-F6EECF244321}">
                <p14:modId xmlns:p14="http://schemas.microsoft.com/office/powerpoint/2010/main" val="294371541"/>
              </p:ext>
            </p:extLst>
          </p:nvPr>
        </p:nvGraphicFramePr>
        <p:xfrm>
          <a:off x="495300" y="909698"/>
          <a:ext cx="11201400" cy="4709160"/>
        </p:xfrm>
        <a:graphic>
          <a:graphicData uri="http://schemas.openxmlformats.org/drawingml/2006/table">
            <a:tbl>
              <a:tblPr firstRow="1" bandRow="1"/>
              <a:tblGrid>
                <a:gridCol w="2971800">
                  <a:extLst>
                    <a:ext uri="{9D8B030D-6E8A-4147-A177-3AD203B41FA5}">
                      <a16:colId xmlns:a16="http://schemas.microsoft.com/office/drawing/2014/main" val="3568030385"/>
                    </a:ext>
                  </a:extLst>
                </a:gridCol>
                <a:gridCol w="1371600">
                  <a:extLst>
                    <a:ext uri="{9D8B030D-6E8A-4147-A177-3AD203B41FA5}">
                      <a16:colId xmlns:a16="http://schemas.microsoft.com/office/drawing/2014/main" val="364989192"/>
                    </a:ext>
                  </a:extLst>
                </a:gridCol>
                <a:gridCol w="1371600">
                  <a:extLst>
                    <a:ext uri="{9D8B030D-6E8A-4147-A177-3AD203B41FA5}">
                      <a16:colId xmlns:a16="http://schemas.microsoft.com/office/drawing/2014/main" val="4098739158"/>
                    </a:ext>
                  </a:extLst>
                </a:gridCol>
                <a:gridCol w="1371600">
                  <a:extLst>
                    <a:ext uri="{9D8B030D-6E8A-4147-A177-3AD203B41FA5}">
                      <a16:colId xmlns:a16="http://schemas.microsoft.com/office/drawing/2014/main" val="1880961957"/>
                    </a:ext>
                  </a:extLst>
                </a:gridCol>
                <a:gridCol w="1371600">
                  <a:extLst>
                    <a:ext uri="{9D8B030D-6E8A-4147-A177-3AD203B41FA5}">
                      <a16:colId xmlns:a16="http://schemas.microsoft.com/office/drawing/2014/main" val="4158594830"/>
                    </a:ext>
                  </a:extLst>
                </a:gridCol>
                <a:gridCol w="1371600">
                  <a:extLst>
                    <a:ext uri="{9D8B030D-6E8A-4147-A177-3AD203B41FA5}">
                      <a16:colId xmlns:a16="http://schemas.microsoft.com/office/drawing/2014/main" val="2977063028"/>
                    </a:ext>
                  </a:extLst>
                </a:gridCol>
                <a:gridCol w="1371600">
                  <a:extLst>
                    <a:ext uri="{9D8B030D-6E8A-4147-A177-3AD203B41FA5}">
                      <a16:colId xmlns:a16="http://schemas.microsoft.com/office/drawing/2014/main" val="1235822183"/>
                    </a:ext>
                  </a:extLst>
                </a:gridCol>
              </a:tblGrid>
              <a:tr h="320040">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dirty="0">
                          <a:latin typeface="+mn-lt"/>
                        </a:rPr>
                        <a:t>Taxonomy (L3)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grid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dirty="0">
                          <a:latin typeface="+mn-lt"/>
                        </a:rPr>
                        <a:t>EBS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endParaRPr lang="en-US" sz="1200"/>
                    </a:p>
                  </a:txBody>
                  <a:tcPr/>
                </a:tc>
                <a:tc grid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dirty="0">
                          <a:latin typeface="+mn-lt"/>
                        </a:rPr>
                        <a:t>Controllership</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endParaRPr lang="en-US" sz="1200"/>
                    </a:p>
                  </a:txBody>
                  <a:tcPr/>
                </a:tc>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dirty="0">
                          <a:latin typeface="+mn-lt"/>
                        </a:rPr>
                        <a:t>BUF</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dirty="0">
                          <a:latin typeface="+mn-lt"/>
                        </a:rPr>
                        <a:t>CII</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18192994"/>
                  </a:ext>
                </a:extLst>
              </a:tr>
              <a:tr h="292608">
                <a:tc vMerge="1">
                  <a:txBody>
                    <a:bodyPr/>
                    <a:lstStyle/>
                    <a:p>
                      <a:endParaRPr lang="en-US"/>
                    </a:p>
                  </a:txBody>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200" b="1" dirty="0">
                          <a:solidFill>
                            <a:schemeClr val="bg1"/>
                          </a:solidFill>
                          <a:latin typeface="+mn-lt"/>
                        </a:rPr>
                        <a:t>Prepare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200" b="1" dirty="0">
                          <a:solidFill>
                            <a:schemeClr val="bg1"/>
                          </a:solidFill>
                          <a:latin typeface="+mn-lt"/>
                        </a:rPr>
                        <a:t>Review</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200" b="1" dirty="0">
                          <a:solidFill>
                            <a:schemeClr val="bg1"/>
                          </a:solidFill>
                          <a:latin typeface="+mn-lt"/>
                        </a:rPr>
                        <a:t>Prepare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200" b="1" dirty="0">
                          <a:solidFill>
                            <a:schemeClr val="bg1"/>
                          </a:solidFill>
                          <a:latin typeface="+mn-lt"/>
                        </a:rPr>
                        <a:t>Review</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vMerge="1">
                  <a:txBody>
                    <a:bodyPr/>
                    <a:lstStyle/>
                    <a:p>
                      <a:pPr algn="ctr"/>
                      <a:endParaRPr lang="en-US" sz="1400" b="1">
                        <a:solidFill>
                          <a:schemeClr val="bg1"/>
                        </a:solidFill>
                      </a:endParaRPr>
                    </a:p>
                  </a:txBody>
                  <a:tcPr>
                    <a:solidFill>
                      <a:srgbClr val="019881"/>
                    </a:solidFill>
                  </a:tcPr>
                </a:tc>
                <a:tc vMerge="1">
                  <a:txBody>
                    <a:bodyPr/>
                    <a:lstStyle/>
                    <a:p>
                      <a:pPr algn="ctr"/>
                      <a:endParaRPr lang="en-US" sz="1400" b="1">
                        <a:solidFill>
                          <a:schemeClr val="bg1"/>
                        </a:solidFill>
                      </a:endParaRPr>
                    </a:p>
                  </a:txBody>
                  <a:tcPr>
                    <a:solidFill>
                      <a:srgbClr val="019881"/>
                    </a:solidFill>
                  </a:tcPr>
                </a:tc>
                <a:extLst>
                  <a:ext uri="{0D108BD9-81ED-4DB2-BD59-A6C34878D82A}">
                    <a16:rowId xmlns:a16="http://schemas.microsoft.com/office/drawing/2014/main" val="3077536918"/>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Consolidation Period-End Close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r>
                        <a:rPr lang="en-US" sz="1100" b="0" kern="1200" dirty="0">
                          <a:solidFill>
                            <a:schemeClr val="tx1"/>
                          </a:solidFill>
                          <a:latin typeface="+mn-lt"/>
                          <a:ea typeface="+mn-ea"/>
                          <a:cs typeface="+mn-cs"/>
                        </a:rPr>
                        <a:t>Global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r>
                        <a:rPr lang="en-US" sz="1100" b="0" kern="1200" dirty="0">
                          <a:solidFill>
                            <a:schemeClr val="tx1"/>
                          </a:solidFill>
                          <a:latin typeface="+mn-lt"/>
                          <a:ea typeface="+mn-ea"/>
                          <a:cs typeface="+mn-cs"/>
                        </a:rPr>
                        <a:t>Global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395557759"/>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Financial &amp; External SEC Reporting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r>
                        <a:rPr lang="en-US" sz="1100" b="0" kern="1200" dirty="0">
                          <a:solidFill>
                            <a:schemeClr val="tx1"/>
                          </a:solidFill>
                          <a:latin typeface="+mn-lt"/>
                          <a:ea typeface="+mn-ea"/>
                          <a:cs typeface="+mn-cs"/>
                        </a:rPr>
                        <a:t>Global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r>
                        <a:rPr lang="en-US" sz="1100" b="0" kern="1200" dirty="0">
                          <a:solidFill>
                            <a:schemeClr val="tx1"/>
                          </a:solidFill>
                          <a:latin typeface="+mn-lt"/>
                          <a:ea typeface="+mn-ea"/>
                          <a:cs typeface="+mn-cs"/>
                        </a:rPr>
                        <a:t>Global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10910742"/>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Financial Reporting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kern="1200" dirty="0">
                          <a:solidFill>
                            <a:schemeClr val="tx1"/>
                          </a:solidFill>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631841361"/>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Governmental / Regulatory Reporting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84702085"/>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Intercompany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kern="1200" dirty="0">
                          <a:solidFill>
                            <a:schemeClr val="tx1"/>
                          </a:solidFill>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76035559"/>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Internal Reporting and Analysis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dirty="0">
                          <a:solidFill>
                            <a:schemeClr val="tx1"/>
                          </a:solidFill>
                          <a:latin typeface="+mn-lt"/>
                        </a:rPr>
                        <a:t>Global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dirty="0">
                          <a:solidFill>
                            <a:schemeClr val="tx1"/>
                          </a:solidFill>
                          <a:latin typeface="+mn-lt"/>
                        </a:rPr>
                        <a:t>Global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00611422"/>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Inventory Costing (PIC)</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kern="1200" dirty="0">
                          <a:solidFill>
                            <a:schemeClr val="tx1"/>
                          </a:solidFill>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30714110"/>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Legal Entity Accounting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83866549"/>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0" spc="-18" dirty="0">
                          <a:solidFill>
                            <a:schemeClr val="bg1"/>
                          </a:solidFill>
                          <a:latin typeface="+mn-lt"/>
                          <a:ea typeface="+mn-ea"/>
                          <a:cs typeface="+mn-cs"/>
                        </a:rPr>
                        <a:t>Operational Controllership Activities</a:t>
                      </a:r>
                      <a:r>
                        <a:rPr lang="en-US" sz="1100" b="0" kern="0" spc="-18" baseline="30000" dirty="0">
                          <a:solidFill>
                            <a:schemeClr val="bg1"/>
                          </a:solidFill>
                          <a:latin typeface="+mn-lt"/>
                          <a:ea typeface="+mn-ea"/>
                          <a:cs typeface="+mn-cs"/>
                        </a:rPr>
                        <a:t>3</a:t>
                      </a:r>
                      <a:endParaRPr kumimoji="0" lang="en-US" sz="1100" b="0" i="0" u="none" strike="noStrike" kern="0" cap="none" spc="-18" normalizeH="0" baseline="0" noProof="0" dirty="0">
                        <a:ln>
                          <a:noFill/>
                        </a:ln>
                        <a:solidFill>
                          <a:schemeClr val="bg1"/>
                        </a:solidFill>
                        <a:effectLst/>
                        <a:uLnTx/>
                        <a:uFillTx/>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kern="1200" dirty="0">
                          <a:solidFill>
                            <a:schemeClr val="tx1"/>
                          </a:solidFill>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10160365"/>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Policies and Procedures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kern="1200" dirty="0">
                          <a:solidFill>
                            <a:schemeClr val="tx1"/>
                          </a:solidFill>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extLst>
                  <a:ext uri="{0D108BD9-81ED-4DB2-BD59-A6C34878D82A}">
                    <a16:rowId xmlns:a16="http://schemas.microsoft.com/office/drawing/2014/main" val="2988173991"/>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1"/>
                          </a:solidFill>
                          <a:latin typeface="+mn-lt"/>
                          <a:ea typeface="+mn-ea"/>
                          <a:cs typeface="+mn-cs"/>
                        </a:rPr>
                        <a:t>Reconciliations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672342875"/>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1"/>
                          </a:solidFill>
                          <a:latin typeface="+mn-lt"/>
                          <a:ea typeface="+mn-ea"/>
                          <a:cs typeface="+mn-cs"/>
                        </a:rPr>
                        <a:t>Topsides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37293514"/>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0" cap="none" spc="-18" normalizeH="0" baseline="0" noProof="0" dirty="0">
                          <a:ln>
                            <a:noFill/>
                          </a:ln>
                          <a:solidFill>
                            <a:schemeClr val="bg1"/>
                          </a:solidFill>
                          <a:effectLst/>
                          <a:uLnTx/>
                          <a:uFillTx/>
                          <a:latin typeface="+mn-lt"/>
                          <a:ea typeface="+mn-ea"/>
                          <a:cs typeface="+mn-cs"/>
                        </a:rPr>
                        <a:t>Transactional Accounting</a:t>
                      </a:r>
                      <a:r>
                        <a:rPr kumimoji="0" lang="en-US" sz="1100" b="0" i="0" u="none" strike="noStrike" kern="0" cap="none" spc="-18" normalizeH="0" baseline="30000" noProof="0" dirty="0">
                          <a:ln>
                            <a:noFill/>
                          </a:ln>
                          <a:solidFill>
                            <a:schemeClr val="bg1"/>
                          </a:solidFill>
                          <a:effectLst/>
                          <a:uLnTx/>
                          <a:uFillTx/>
                          <a:latin typeface="+mn-lt"/>
                          <a:ea typeface="+mn-ea"/>
                          <a:cs typeface="+mn-cs"/>
                        </a:rPr>
                        <a:t>1 4</a:t>
                      </a:r>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kern="1200" dirty="0">
                          <a:solidFill>
                            <a:schemeClr val="tx1"/>
                          </a:solidFill>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97669154"/>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0" cap="none" spc="-18" normalizeH="0" baseline="0" noProof="0" dirty="0">
                          <a:ln>
                            <a:noFill/>
                          </a:ln>
                          <a:solidFill>
                            <a:schemeClr val="bg1"/>
                          </a:solidFill>
                          <a:effectLst/>
                          <a:uLnTx/>
                          <a:uFillTx/>
                          <a:latin typeface="+mn-lt"/>
                          <a:ea typeface="+mn-ea"/>
                          <a:cs typeface="+mn-cs"/>
                        </a:rPr>
                        <a:t>Trial balances</a:t>
                      </a:r>
                      <a:r>
                        <a:rPr kumimoji="0" lang="en-US" sz="1100" b="0" i="0" u="none" strike="noStrike" kern="0" cap="none" spc="-18" normalizeH="0" baseline="30000" noProof="0" dirty="0">
                          <a:ln>
                            <a:noFill/>
                          </a:ln>
                          <a:solidFill>
                            <a:schemeClr val="bg1"/>
                          </a:solidFill>
                          <a:effectLst/>
                          <a:uLnTx/>
                          <a:uFillTx/>
                          <a:latin typeface="+mn-lt"/>
                          <a:ea typeface="+mn-ea"/>
                          <a:cs typeface="+mn-cs"/>
                        </a:rPr>
                        <a:t>2</a:t>
                      </a: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a:ln>
                            <a:noFill/>
                          </a:ln>
                          <a:solidFill>
                            <a:schemeClr val="tx1"/>
                          </a:solidFill>
                          <a:effectLst/>
                          <a:uLnTx/>
                          <a:uFillTx/>
                          <a:latin typeface="+mn-lt"/>
                          <a:ea typeface="+mn-ea"/>
                          <a:cs typeface="+mn-cs"/>
                        </a:rPr>
                        <a:t>Non-standard</a:t>
                      </a:r>
                      <a:endParaRPr lang="en-US" sz="1100" b="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33357174"/>
                  </a:ext>
                </a:extLst>
              </a:tr>
            </a:tbl>
          </a:graphicData>
        </a:graphic>
      </p:graphicFrame>
      <p:grpSp>
        <p:nvGrpSpPr>
          <p:cNvPr id="53" name="Group 52">
            <a:extLst>
              <a:ext uri="{FF2B5EF4-FFF2-40B4-BE49-F238E27FC236}">
                <a16:creationId xmlns:a16="http://schemas.microsoft.com/office/drawing/2014/main" id="{EF114C9F-9258-3C8D-0DAB-AA3E02577687}"/>
              </a:ext>
            </a:extLst>
          </p:cNvPr>
          <p:cNvGrpSpPr/>
          <p:nvPr/>
        </p:nvGrpSpPr>
        <p:grpSpPr>
          <a:xfrm>
            <a:off x="7437120" y="6080760"/>
            <a:ext cx="4023360" cy="365760"/>
            <a:chOff x="7437120" y="6126480"/>
            <a:chExt cx="4023360" cy="365760"/>
          </a:xfrm>
        </p:grpSpPr>
        <p:sp>
          <p:nvSpPr>
            <p:cNvPr id="36" name="Rectangle 35">
              <a:extLst>
                <a:ext uri="{FF2B5EF4-FFF2-40B4-BE49-F238E27FC236}">
                  <a16:creationId xmlns:a16="http://schemas.microsoft.com/office/drawing/2014/main" id="{CB617A8E-8CD5-F9E6-36BB-3ECDFC361315}"/>
                </a:ext>
              </a:extLst>
            </p:cNvPr>
            <p:cNvSpPr/>
            <p:nvPr/>
          </p:nvSpPr>
          <p:spPr>
            <a:xfrm>
              <a:off x="7437120" y="6126480"/>
              <a:ext cx="4023360" cy="365760"/>
            </a:xfrm>
            <a:prstGeom prst="rect">
              <a:avLst/>
            </a:prstGeom>
            <a:noFill/>
            <a:ln w="6350" cap="flat" cmpd="sng" algn="ctr">
              <a:solidFill>
                <a:schemeClr val="bg1"/>
              </a:solidFill>
              <a:prstDash val="solid"/>
              <a:miter lim="800000"/>
            </a:ln>
            <a:effectLst/>
          </p:spPr>
          <p:txBody>
            <a:bodyPr rtlCol="0" anchor="ctr"/>
            <a:lstStyle/>
            <a:p>
              <a:pPr marL="0" marR="0" lvl="0" indent="0" defTabSz="182880" eaLnBrk="1" fontAlgn="auto" latinLnBrk="0" hangingPunct="1">
                <a:lnSpc>
                  <a:spcPct val="100000"/>
                </a:lnSpc>
                <a:spcBef>
                  <a:spcPts val="0"/>
                </a:spcBef>
                <a:spcAft>
                  <a:spcPts val="0"/>
                </a:spcAft>
                <a:buClrTx/>
                <a:buSzTx/>
                <a:buFontTx/>
                <a:buNone/>
                <a:tabLst/>
                <a:defRPr/>
              </a:pPr>
              <a:r>
                <a:rPr kumimoji="0" lang="en-US" sz="900" b="0" i="1" u="none" strike="noStrike" kern="0" cap="none" spc="0" normalizeH="0" baseline="0" noProof="0" dirty="0">
                  <a:ln>
                    <a:noFill/>
                  </a:ln>
                  <a:solidFill>
                    <a:sysClr val="windowText" lastClr="000000"/>
                  </a:solidFill>
                  <a:effectLst/>
                  <a:uLnTx/>
                  <a:uFillTx/>
                  <a:ea typeface="+mn-ea"/>
                  <a:cs typeface="+mn-cs"/>
                </a:rPr>
                <a:t>Key:</a:t>
              </a:r>
              <a:r>
                <a:rPr kumimoji="0" lang="en-US" sz="900" b="0" i="0" u="none" strike="noStrike" kern="0" cap="none" spc="0" normalizeH="0" baseline="0" noProof="0" dirty="0">
                  <a:ln>
                    <a:noFill/>
                  </a:ln>
                  <a:solidFill>
                    <a:sysClr val="windowText" lastClr="000000"/>
                  </a:solidFill>
                  <a:effectLst/>
                  <a:uLnTx/>
                  <a:uFillTx/>
                  <a:ea typeface="+mn-ea"/>
                  <a:cs typeface="+mn-cs"/>
                </a:rPr>
                <a:t>	</a:t>
              </a:r>
              <a:r>
                <a:rPr kumimoji="0" lang="en-US" sz="900" b="1" i="0" u="none" strike="noStrike" kern="0" cap="none" spc="0" normalizeH="0" baseline="0" noProof="0" dirty="0">
                  <a:ln>
                    <a:noFill/>
                  </a:ln>
                  <a:solidFill>
                    <a:sysClr val="windowText" lastClr="000000"/>
                  </a:solidFill>
                  <a:effectLst/>
                  <a:uLnTx/>
                  <a:uFillTx/>
                  <a:ea typeface="+mn-ea"/>
                  <a:cs typeface="+mn-cs"/>
                </a:rPr>
                <a:t>Process</a:t>
              </a:r>
            </a:p>
          </p:txBody>
        </p:sp>
        <p:grpSp>
          <p:nvGrpSpPr>
            <p:cNvPr id="43" name="Group 42">
              <a:extLst>
                <a:ext uri="{FF2B5EF4-FFF2-40B4-BE49-F238E27FC236}">
                  <a16:creationId xmlns:a16="http://schemas.microsoft.com/office/drawing/2014/main" id="{901179F1-1D38-EF38-637F-4670041FC5B3}"/>
                </a:ext>
              </a:extLst>
            </p:cNvPr>
            <p:cNvGrpSpPr/>
            <p:nvPr/>
          </p:nvGrpSpPr>
          <p:grpSpPr>
            <a:xfrm>
              <a:off x="8531225" y="6172200"/>
              <a:ext cx="2834640" cy="274320"/>
              <a:chOff x="8154215" y="6622603"/>
              <a:chExt cx="2834640" cy="274320"/>
            </a:xfrm>
          </p:grpSpPr>
          <p:sp>
            <p:nvSpPr>
              <p:cNvPr id="38" name="Rectangle 37">
                <a:extLst>
                  <a:ext uri="{FF2B5EF4-FFF2-40B4-BE49-F238E27FC236}">
                    <a16:creationId xmlns:a16="http://schemas.microsoft.com/office/drawing/2014/main" id="{293CFE0A-086A-00B7-CA54-788A4A75AC07}"/>
                  </a:ext>
                </a:extLst>
              </p:cNvPr>
              <p:cNvSpPr/>
              <p:nvPr/>
            </p:nvSpPr>
            <p:spPr>
              <a:xfrm>
                <a:off x="8154215" y="6622603"/>
                <a:ext cx="914400" cy="274320"/>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solidFill>
                      <a:srgbClr val="FFFFFF"/>
                    </a:solidFill>
                    <a:effectLst/>
                    <a:uLnTx/>
                    <a:uFillTx/>
                    <a:ea typeface="+mn-ea"/>
                    <a:cs typeface="+mn-cs"/>
                  </a:rPr>
                  <a:t>Global</a:t>
                </a:r>
              </a:p>
            </p:txBody>
          </p:sp>
          <p:sp>
            <p:nvSpPr>
              <p:cNvPr id="39" name="Rectangle 38">
                <a:extLst>
                  <a:ext uri="{FF2B5EF4-FFF2-40B4-BE49-F238E27FC236}">
                    <a16:creationId xmlns:a16="http://schemas.microsoft.com/office/drawing/2014/main" id="{16E6E662-7BF1-F42C-09B9-494BF979BE7E}"/>
                  </a:ext>
                </a:extLst>
              </p:cNvPr>
              <p:cNvSpPr/>
              <p:nvPr/>
            </p:nvSpPr>
            <p:spPr>
              <a:xfrm>
                <a:off x="9114335" y="6622603"/>
                <a:ext cx="914400" cy="274320"/>
              </a:xfrm>
              <a:prstGeom prst="rect">
                <a:avLst/>
              </a:prstGeom>
              <a:solidFill>
                <a:srgbClr val="0070C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solidFill>
                      <a:srgbClr val="FFFFFF"/>
                    </a:solidFill>
                    <a:effectLst/>
                    <a:uLnTx/>
                    <a:uFillTx/>
                    <a:ea typeface="+mn-ea"/>
                    <a:cs typeface="+mn-cs"/>
                  </a:rPr>
                  <a:t>Regional</a:t>
                </a:r>
              </a:p>
            </p:txBody>
          </p:sp>
          <p:sp>
            <p:nvSpPr>
              <p:cNvPr id="40" name="Rectangle 39">
                <a:extLst>
                  <a:ext uri="{FF2B5EF4-FFF2-40B4-BE49-F238E27FC236}">
                    <a16:creationId xmlns:a16="http://schemas.microsoft.com/office/drawing/2014/main" id="{FAF2BE66-6378-4F84-9CCD-8EA5797B3E47}"/>
                  </a:ext>
                </a:extLst>
              </p:cNvPr>
              <p:cNvSpPr/>
              <p:nvPr/>
            </p:nvSpPr>
            <p:spPr>
              <a:xfrm>
                <a:off x="10074455" y="6622603"/>
                <a:ext cx="914400" cy="274320"/>
              </a:xfrm>
              <a:prstGeom prst="rect">
                <a:avLst/>
              </a:pr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effectLst/>
                    <a:uLnTx/>
                    <a:uFillTx/>
                    <a:ea typeface="+mn-ea"/>
                    <a:cs typeface="+mn-cs"/>
                  </a:rPr>
                  <a:t>Non-standard</a:t>
                </a:r>
              </a:p>
            </p:txBody>
          </p:sp>
        </p:grpSp>
      </p:grpSp>
      <p:sp>
        <p:nvSpPr>
          <p:cNvPr id="41" name="Rectangle 40">
            <a:extLst>
              <a:ext uri="{FF2B5EF4-FFF2-40B4-BE49-F238E27FC236}">
                <a16:creationId xmlns:a16="http://schemas.microsoft.com/office/drawing/2014/main" id="{066EC599-A40C-409D-ADA7-CB6FE9A9B2A4}"/>
              </a:ext>
            </a:extLst>
          </p:cNvPr>
          <p:cNvSpPr/>
          <p:nvPr/>
        </p:nvSpPr>
        <p:spPr>
          <a:xfrm>
            <a:off x="1828800" y="5760720"/>
            <a:ext cx="4572000" cy="1005840"/>
          </a:xfrm>
          <a:prstGeom prst="rect">
            <a:avLst/>
          </a:prstGeom>
          <a:noFill/>
          <a:ln w="12700" cap="flat" cmpd="sng" algn="ctr">
            <a:noFill/>
            <a:prstDash val="dash"/>
            <a:miter lim="800000"/>
          </a:ln>
          <a:effectLst/>
        </p:spPr>
        <p:txBody>
          <a:bodyPr lIns="45720" rIns="45720" rtlCol="0" anchor="ctr"/>
          <a:lstStyle/>
          <a:p>
            <a:pPr marL="0" marR="0" lvl="0" indent="0" defTabSz="914400" eaLnBrk="1" fontAlgn="auto" latinLnBrk="0" hangingPunct="1">
              <a:lnSpc>
                <a:spcPct val="100000"/>
              </a:lnSpc>
              <a:spcBef>
                <a:spcPts val="200"/>
              </a:spcBef>
              <a:spcAft>
                <a:spcPts val="200"/>
              </a:spcAft>
              <a:buClrTx/>
              <a:buSzTx/>
              <a:buFontTx/>
              <a:buNone/>
              <a:tabLst/>
              <a:defRPr/>
            </a:pPr>
            <a:r>
              <a:rPr kumimoji="0" lang="en-US" sz="800" b="1" i="0" u="none" strike="noStrike" kern="0" cap="none" spc="-18" normalizeH="0" baseline="0" noProof="0" dirty="0">
                <a:ln>
                  <a:noFill/>
                </a:ln>
                <a:solidFill>
                  <a:srgbClr val="000000"/>
                </a:solidFill>
                <a:effectLst/>
                <a:uLnTx/>
                <a:uFillTx/>
                <a:ea typeface="+mn-ea"/>
                <a:cs typeface="+mn-cs"/>
              </a:rPr>
              <a:t>Note:</a:t>
            </a:r>
          </a:p>
          <a:p>
            <a:pPr marL="0" marR="0" lvl="0" indent="0" defTabSz="914400" eaLnBrk="1" fontAlgn="auto" latinLnBrk="0" hangingPunct="1">
              <a:lnSpc>
                <a:spcPct val="100000"/>
              </a:lnSpc>
              <a:spcBef>
                <a:spcPts val="200"/>
              </a:spcBef>
              <a:spcAft>
                <a:spcPts val="0"/>
              </a:spcAft>
              <a:buClrTx/>
              <a:buSzTx/>
              <a:buFontTx/>
              <a:buNone/>
              <a:tabLst/>
              <a:defRPr/>
            </a:pPr>
            <a:r>
              <a:rPr kumimoji="0" lang="en-US" sz="800" b="1" u="none" strike="noStrike" kern="0" cap="none" spc="-18" normalizeH="0" baseline="50000" noProof="0" dirty="0">
                <a:ln>
                  <a:noFill/>
                </a:ln>
                <a:solidFill>
                  <a:srgbClr val="000000"/>
                </a:solidFill>
                <a:effectLst/>
                <a:uLnTx/>
                <a:uFillTx/>
                <a:ea typeface="+mn-ea"/>
                <a:cs typeface="+mn-cs"/>
              </a:rPr>
              <a:t>1 </a:t>
            </a:r>
            <a:r>
              <a:rPr kumimoji="0" lang="en-US" sz="700" b="0" u="none" strike="noStrike" kern="0" cap="none" spc="-18" normalizeH="0" baseline="0" noProof="0" dirty="0">
                <a:ln>
                  <a:noFill/>
                </a:ln>
                <a:solidFill>
                  <a:srgbClr val="000000"/>
                </a:solidFill>
                <a:effectLst/>
                <a:uLnTx/>
                <a:uFillTx/>
                <a:ea typeface="+mn-ea"/>
                <a:cs typeface="+mn-cs"/>
              </a:rPr>
              <a:t>Transactional accounting includes Cash, Bank, Currency, &amp; Hedging; Inventory &amp; COGS; Procurement Accounting; Revenue Accounting; General Accounting; Lease Accounting; Fixed Assets; Comp &amp; Benefits Accounting</a:t>
            </a:r>
          </a:p>
          <a:p>
            <a:pPr marL="0" marR="0" lvl="0" indent="0" defTabSz="914400" eaLnBrk="1" fontAlgn="auto" latinLnBrk="0" hangingPunct="1">
              <a:lnSpc>
                <a:spcPct val="100000"/>
              </a:lnSpc>
              <a:spcBef>
                <a:spcPts val="200"/>
              </a:spcBef>
              <a:spcAft>
                <a:spcPts val="0"/>
              </a:spcAft>
              <a:buClrTx/>
              <a:buSzTx/>
              <a:buFontTx/>
              <a:buNone/>
              <a:tabLst/>
              <a:defRPr/>
            </a:pPr>
            <a:r>
              <a:rPr kumimoji="0" lang="en-US" sz="800" b="1" u="none" strike="noStrike" kern="0" cap="none" spc="-18" normalizeH="0" baseline="50000" noProof="0" dirty="0">
                <a:ln>
                  <a:noFill/>
                </a:ln>
                <a:solidFill>
                  <a:srgbClr val="000000"/>
                </a:solidFill>
                <a:effectLst/>
                <a:uLnTx/>
                <a:uFillTx/>
                <a:ea typeface="+mn-ea"/>
                <a:cs typeface="+mn-cs"/>
              </a:rPr>
              <a:t>2 </a:t>
            </a:r>
            <a:r>
              <a:rPr kumimoji="0" lang="en-US" sz="700" b="0" u="none" strike="noStrike" kern="0" cap="none" spc="-18" normalizeH="0" baseline="0" noProof="0" dirty="0">
                <a:ln>
                  <a:noFill/>
                </a:ln>
                <a:solidFill>
                  <a:srgbClr val="000000"/>
                </a:solidFill>
                <a:effectLst/>
                <a:uLnTx/>
                <a:uFillTx/>
                <a:ea typeface="+mn-ea"/>
                <a:cs typeface="+mn-cs"/>
              </a:rPr>
              <a:t>Trial balances includes trial balance submission to OneStream; Trial balance submission</a:t>
            </a:r>
          </a:p>
          <a:p>
            <a:pPr marL="0" marR="0" lvl="0" indent="0" defTabSz="914400" eaLnBrk="1" fontAlgn="auto" latinLnBrk="0" hangingPunct="1">
              <a:lnSpc>
                <a:spcPct val="100000"/>
              </a:lnSpc>
              <a:spcBef>
                <a:spcPts val="200"/>
              </a:spcBef>
              <a:spcAft>
                <a:spcPts val="0"/>
              </a:spcAft>
              <a:buClrTx/>
              <a:buSzTx/>
              <a:buFontTx/>
              <a:buNone/>
              <a:tabLst/>
              <a:defRPr/>
            </a:pPr>
            <a:r>
              <a:rPr kumimoji="0" lang="en-US" sz="800" b="1" u="none" strike="noStrike" kern="0" cap="none" spc="-18" normalizeH="0" baseline="50000" noProof="0" dirty="0">
                <a:ln>
                  <a:noFill/>
                </a:ln>
                <a:solidFill>
                  <a:srgbClr val="000000"/>
                </a:solidFill>
                <a:effectLst/>
                <a:uLnTx/>
                <a:uFillTx/>
                <a:ea typeface="+mn-ea"/>
                <a:cs typeface="+mn-cs"/>
              </a:rPr>
              <a:t>3 </a:t>
            </a:r>
            <a:r>
              <a:rPr kumimoji="0" lang="en-US" sz="700" b="0" u="none" strike="noStrike" kern="0" cap="none" spc="-18" normalizeH="0" baseline="0" noProof="0" dirty="0">
                <a:ln>
                  <a:noFill/>
                </a:ln>
                <a:solidFill>
                  <a:srgbClr val="000000"/>
                </a:solidFill>
                <a:effectLst/>
                <a:uLnTx/>
                <a:uFillTx/>
                <a:ea typeface="+mn-ea"/>
                <a:cs typeface="+mn-cs"/>
              </a:rPr>
              <a:t>Operational Controllership Activities includes Master Data Maintenance – LE &amp; Account Only; Business Partnering; Other – Special Projects; Responding to Escalations</a:t>
            </a:r>
          </a:p>
          <a:p>
            <a:pPr marL="0" marR="0" lvl="0" indent="0" defTabSz="914400" eaLnBrk="1" fontAlgn="auto" latinLnBrk="0" hangingPunct="1">
              <a:lnSpc>
                <a:spcPct val="100000"/>
              </a:lnSpc>
              <a:spcBef>
                <a:spcPts val="200"/>
              </a:spcBef>
              <a:spcAft>
                <a:spcPts val="0"/>
              </a:spcAft>
              <a:buClrTx/>
              <a:buSzTx/>
              <a:buFontTx/>
              <a:buNone/>
              <a:tabLst/>
              <a:defRPr/>
            </a:pPr>
            <a:r>
              <a:rPr kumimoji="0" lang="en-US" sz="800" b="1" u="none" strike="noStrike" kern="0" cap="none" spc="-18" normalizeH="0" baseline="50000" noProof="0" dirty="0">
                <a:ln>
                  <a:noFill/>
                </a:ln>
                <a:solidFill>
                  <a:srgbClr val="000000"/>
                </a:solidFill>
                <a:effectLst/>
                <a:uLnTx/>
                <a:uFillTx/>
                <a:ea typeface="+mn-ea"/>
                <a:cs typeface="+mn-cs"/>
              </a:rPr>
              <a:t>4 </a:t>
            </a:r>
            <a:r>
              <a:rPr kumimoji="0" lang="en-US" sz="700" b="0" u="none" strike="noStrike" kern="0" cap="none" spc="-18" normalizeH="0" baseline="0" noProof="0" dirty="0">
                <a:ln>
                  <a:noFill/>
                </a:ln>
                <a:solidFill>
                  <a:srgbClr val="000000"/>
                </a:solidFill>
                <a:effectLst/>
                <a:uLnTx/>
                <a:uFillTx/>
                <a:ea typeface="+mn-ea"/>
                <a:cs typeface="+mn-cs"/>
              </a:rPr>
              <a:t>Transactional accounting is non-standard, except for Fixed Assets</a:t>
            </a:r>
            <a:endParaRPr kumimoji="0" lang="en-US" sz="700" b="0" u="none" strike="noStrike" kern="0" cap="none" spc="0" normalizeH="0" baseline="30000" noProof="0" dirty="0">
              <a:ln>
                <a:noFill/>
              </a:ln>
              <a:solidFill>
                <a:srgbClr val="000000"/>
              </a:solidFill>
              <a:effectLst/>
              <a:uLnTx/>
              <a:uFillTx/>
              <a:ea typeface="+mn-ea"/>
              <a:cs typeface="+mn-cs"/>
            </a:endParaRPr>
          </a:p>
        </p:txBody>
      </p:sp>
    </p:spTree>
    <p:extLst>
      <p:ext uri="{BB962C8B-B14F-4D97-AF65-F5344CB8AC3E}">
        <p14:creationId xmlns:p14="http://schemas.microsoft.com/office/powerpoint/2010/main" val="26763165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2C5CA1-F739-4FFD-082C-38F228543B85}"/>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17DC0783-A3DF-ED80-BED3-49A42C3FCD1D}"/>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Placement of RTR L3 Activities – </a:t>
            </a:r>
            <a:r>
              <a:rPr lang="en-IN" dirty="0">
                <a:solidFill>
                  <a:schemeClr val="tx2">
                    <a:lumMod val="75000"/>
                  </a:schemeClr>
                </a:solidFill>
              </a:rPr>
              <a:t>Future State</a:t>
            </a:r>
            <a:r>
              <a:rPr lang="en-IN" dirty="0"/>
              <a:t> (Accounting)</a:t>
            </a:r>
          </a:p>
        </p:txBody>
      </p:sp>
      <p:sp>
        <p:nvSpPr>
          <p:cNvPr id="6" name="Date Placeholder 5">
            <a:extLst>
              <a:ext uri="{FF2B5EF4-FFF2-40B4-BE49-F238E27FC236}">
                <a16:creationId xmlns:a16="http://schemas.microsoft.com/office/drawing/2014/main" id="{88F52EE5-ED9C-17AC-CE54-C32A54BF2D0D}"/>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9C7F8570-EDC0-2314-F412-B762642C09B1}"/>
              </a:ext>
            </a:extLst>
          </p:cNvPr>
          <p:cNvSpPr>
            <a:spLocks noGrp="1"/>
          </p:cNvSpPr>
          <p:nvPr>
            <p:ph type="sldNum" sz="quarter" idx="19"/>
          </p:nvPr>
        </p:nvSpPr>
        <p:spPr/>
        <p:txBody>
          <a:bodyPr/>
          <a:lstStyle/>
          <a:p>
            <a:fld id="{94FCA0F3-9F3A-694B-99BB-0E592A797735}" type="slidenum">
              <a:rPr lang="en-US" smtClean="0"/>
              <a:t>15</a:t>
            </a:fld>
            <a:endParaRPr lang="en-US"/>
          </a:p>
        </p:txBody>
      </p:sp>
      <p:graphicFrame>
        <p:nvGraphicFramePr>
          <p:cNvPr id="2" name="Table 6">
            <a:extLst>
              <a:ext uri="{FF2B5EF4-FFF2-40B4-BE49-F238E27FC236}">
                <a16:creationId xmlns:a16="http://schemas.microsoft.com/office/drawing/2014/main" id="{E5CE0817-7F3C-68E4-72FC-A1938536FD27}"/>
              </a:ext>
            </a:extLst>
          </p:cNvPr>
          <p:cNvGraphicFramePr>
            <a:graphicFrameLocks noGrp="1"/>
          </p:cNvGraphicFramePr>
          <p:nvPr>
            <p:extLst>
              <p:ext uri="{D42A27DB-BD31-4B8C-83A1-F6EECF244321}">
                <p14:modId xmlns:p14="http://schemas.microsoft.com/office/powerpoint/2010/main" val="160015488"/>
              </p:ext>
            </p:extLst>
          </p:nvPr>
        </p:nvGraphicFramePr>
        <p:xfrm>
          <a:off x="495300" y="909698"/>
          <a:ext cx="11201400" cy="4709160"/>
        </p:xfrm>
        <a:graphic>
          <a:graphicData uri="http://schemas.openxmlformats.org/drawingml/2006/table">
            <a:tbl>
              <a:tblPr firstRow="1" bandRow="1"/>
              <a:tblGrid>
                <a:gridCol w="2971800">
                  <a:extLst>
                    <a:ext uri="{9D8B030D-6E8A-4147-A177-3AD203B41FA5}">
                      <a16:colId xmlns:a16="http://schemas.microsoft.com/office/drawing/2014/main" val="3568030385"/>
                    </a:ext>
                  </a:extLst>
                </a:gridCol>
                <a:gridCol w="1371600">
                  <a:extLst>
                    <a:ext uri="{9D8B030D-6E8A-4147-A177-3AD203B41FA5}">
                      <a16:colId xmlns:a16="http://schemas.microsoft.com/office/drawing/2014/main" val="364989192"/>
                    </a:ext>
                  </a:extLst>
                </a:gridCol>
                <a:gridCol w="1371600">
                  <a:extLst>
                    <a:ext uri="{9D8B030D-6E8A-4147-A177-3AD203B41FA5}">
                      <a16:colId xmlns:a16="http://schemas.microsoft.com/office/drawing/2014/main" val="4098739158"/>
                    </a:ext>
                  </a:extLst>
                </a:gridCol>
                <a:gridCol w="1371600">
                  <a:extLst>
                    <a:ext uri="{9D8B030D-6E8A-4147-A177-3AD203B41FA5}">
                      <a16:colId xmlns:a16="http://schemas.microsoft.com/office/drawing/2014/main" val="1880961957"/>
                    </a:ext>
                  </a:extLst>
                </a:gridCol>
                <a:gridCol w="1371600">
                  <a:extLst>
                    <a:ext uri="{9D8B030D-6E8A-4147-A177-3AD203B41FA5}">
                      <a16:colId xmlns:a16="http://schemas.microsoft.com/office/drawing/2014/main" val="4158594830"/>
                    </a:ext>
                  </a:extLst>
                </a:gridCol>
                <a:gridCol w="1371600">
                  <a:extLst>
                    <a:ext uri="{9D8B030D-6E8A-4147-A177-3AD203B41FA5}">
                      <a16:colId xmlns:a16="http://schemas.microsoft.com/office/drawing/2014/main" val="2977063028"/>
                    </a:ext>
                  </a:extLst>
                </a:gridCol>
                <a:gridCol w="1371600">
                  <a:extLst>
                    <a:ext uri="{9D8B030D-6E8A-4147-A177-3AD203B41FA5}">
                      <a16:colId xmlns:a16="http://schemas.microsoft.com/office/drawing/2014/main" val="1235822183"/>
                    </a:ext>
                  </a:extLst>
                </a:gridCol>
              </a:tblGrid>
              <a:tr h="320040">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dirty="0">
                          <a:latin typeface="+mn-lt"/>
                        </a:rPr>
                        <a:t>Taxonomy (L3)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grid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dirty="0">
                          <a:latin typeface="+mn-lt"/>
                        </a:rPr>
                        <a:t>EBS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endParaRPr lang="en-US" sz="1200"/>
                    </a:p>
                  </a:txBody>
                  <a:tcPr/>
                </a:tc>
                <a:tc grid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dirty="0">
                          <a:latin typeface="+mn-lt"/>
                        </a:rPr>
                        <a:t>Controllership</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endParaRPr lang="en-US" sz="1200"/>
                    </a:p>
                  </a:txBody>
                  <a:tcPr/>
                </a:tc>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dirty="0">
                          <a:latin typeface="+mn-lt"/>
                        </a:rPr>
                        <a:t>BUF</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dirty="0">
                          <a:latin typeface="+mn-lt"/>
                        </a:rPr>
                        <a:t>CII</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18192994"/>
                  </a:ext>
                </a:extLst>
              </a:tr>
              <a:tr h="292608">
                <a:tc vMerge="1">
                  <a:txBody>
                    <a:bodyPr/>
                    <a:lstStyle/>
                    <a:p>
                      <a:endParaRPr lang="en-US"/>
                    </a:p>
                  </a:txBody>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200" b="1" dirty="0">
                          <a:solidFill>
                            <a:schemeClr val="bg1"/>
                          </a:solidFill>
                          <a:latin typeface="+mn-lt"/>
                        </a:rPr>
                        <a:t>Prepare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200" b="1" dirty="0">
                          <a:solidFill>
                            <a:schemeClr val="bg1"/>
                          </a:solidFill>
                          <a:latin typeface="+mn-lt"/>
                        </a:rPr>
                        <a:t>Review</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200" b="1" dirty="0">
                          <a:solidFill>
                            <a:schemeClr val="bg1"/>
                          </a:solidFill>
                          <a:latin typeface="+mn-lt"/>
                        </a:rPr>
                        <a:t>Prepare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200" b="1" dirty="0">
                          <a:solidFill>
                            <a:schemeClr val="bg1"/>
                          </a:solidFill>
                          <a:latin typeface="+mn-lt"/>
                        </a:rPr>
                        <a:t>Review</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vMerge="1">
                  <a:txBody>
                    <a:bodyPr/>
                    <a:lstStyle/>
                    <a:p>
                      <a:pPr algn="ctr"/>
                      <a:endParaRPr lang="en-US" sz="1400" b="1">
                        <a:solidFill>
                          <a:schemeClr val="bg1"/>
                        </a:solidFill>
                      </a:endParaRPr>
                    </a:p>
                  </a:txBody>
                  <a:tcPr>
                    <a:solidFill>
                      <a:srgbClr val="019881"/>
                    </a:solidFill>
                  </a:tcPr>
                </a:tc>
                <a:tc vMerge="1">
                  <a:txBody>
                    <a:bodyPr/>
                    <a:lstStyle/>
                    <a:p>
                      <a:pPr algn="ctr"/>
                      <a:endParaRPr lang="en-US" sz="1400" b="1">
                        <a:solidFill>
                          <a:schemeClr val="bg1"/>
                        </a:solidFill>
                      </a:endParaRPr>
                    </a:p>
                  </a:txBody>
                  <a:tcPr>
                    <a:solidFill>
                      <a:srgbClr val="019881"/>
                    </a:solidFill>
                  </a:tcPr>
                </a:tc>
                <a:extLst>
                  <a:ext uri="{0D108BD9-81ED-4DB2-BD59-A6C34878D82A}">
                    <a16:rowId xmlns:a16="http://schemas.microsoft.com/office/drawing/2014/main" val="3077536918"/>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Consolidation Period-End Close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r>
                        <a:rPr lang="en-US" sz="1100" b="0" kern="1200" dirty="0">
                          <a:solidFill>
                            <a:schemeClr val="tx1"/>
                          </a:solidFill>
                          <a:latin typeface="+mn-lt"/>
                          <a:ea typeface="+mn-ea"/>
                          <a:cs typeface="+mn-cs"/>
                        </a:rPr>
                        <a:t>Global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r>
                        <a:rPr lang="en-US" sz="1100" b="0" kern="1200" dirty="0">
                          <a:solidFill>
                            <a:schemeClr val="tx1"/>
                          </a:solidFill>
                          <a:latin typeface="+mn-lt"/>
                          <a:ea typeface="+mn-ea"/>
                          <a:cs typeface="+mn-cs"/>
                        </a:rPr>
                        <a:t>Global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395557759"/>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Financial &amp; External SEC Reporting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r>
                        <a:rPr lang="en-US" sz="1100" b="0" kern="1200" dirty="0">
                          <a:solidFill>
                            <a:schemeClr val="tx1"/>
                          </a:solidFill>
                          <a:latin typeface="+mn-lt"/>
                          <a:ea typeface="+mn-ea"/>
                          <a:cs typeface="+mn-cs"/>
                        </a:rPr>
                        <a:t>Global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r>
                        <a:rPr lang="en-US" sz="1100" b="0" kern="1200" dirty="0">
                          <a:solidFill>
                            <a:schemeClr val="tx1"/>
                          </a:solidFill>
                          <a:latin typeface="+mn-lt"/>
                          <a:ea typeface="+mn-ea"/>
                          <a:cs typeface="+mn-cs"/>
                        </a:rPr>
                        <a:t>Global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ctr" defTabSz="914400" rtl="0" eaLnBrk="1" latinLnBrk="0" hangingPunct="1"/>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10910742"/>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Financial Reporting</a:t>
                      </a:r>
                    </a:p>
                  </a:txBody>
                  <a:tcPr anchor="ctr">
                    <a:lnL w="12700" cap="flat" cmpd="sng" algn="ctr">
                      <a:solidFill>
                        <a:schemeClr val="tx1"/>
                      </a:solidFill>
                      <a:prstDash val="solid"/>
                      <a:round/>
                      <a:headEnd type="none" w="med" len="med"/>
                      <a:tailEnd type="none" w="med" len="med"/>
                    </a:lnL>
                    <a:lnR w="38100" cap="flat" cmpd="sng" algn="ctr">
                      <a:solidFill>
                        <a:srgbClr val="FFC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rgbClr val="FFFFFF"/>
                          </a:solidFill>
                          <a:effectLst/>
                          <a:uLnTx/>
                          <a:uFillTx/>
                          <a:latin typeface="+mn-lt"/>
                          <a:ea typeface="+mn-ea"/>
                          <a:cs typeface="+mn-cs"/>
                        </a:rPr>
                        <a:t>Global</a:t>
                      </a:r>
                      <a:endParaRPr lang="en-US" sz="1100" b="0" dirty="0">
                        <a:solidFill>
                          <a:schemeClr val="tx1"/>
                        </a:solidFill>
                        <a:latin typeface="+mn-lt"/>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kern="1200" dirty="0">
                          <a:solidFill>
                            <a:schemeClr val="tx1"/>
                          </a:solidFill>
                          <a:latin typeface="+mn-lt"/>
                          <a:ea typeface="+mn-ea"/>
                          <a:cs typeface="+mn-cs"/>
                        </a:rPr>
                        <a:t>Non-standard</a:t>
                      </a:r>
                      <a:endParaRPr lang="en-US" sz="1100" b="0" dirty="0">
                        <a:solidFill>
                          <a:schemeClr val="tx1"/>
                        </a:solidFill>
                        <a:latin typeface="+mn-lt"/>
                      </a:endParaRPr>
                    </a:p>
                  </a:txBody>
                  <a:tcPr anchor="ctr">
                    <a:lnL w="38100" cap="flat" cmpd="sng" algn="ctr">
                      <a:solidFill>
                        <a:srgbClr val="FFC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631841361"/>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Governmental / Regulatory Reporting</a:t>
                      </a:r>
                    </a:p>
                  </a:txBody>
                  <a:tcPr anchor="ctr">
                    <a:lnL w="12700" cap="flat" cmpd="sng" algn="ctr">
                      <a:solidFill>
                        <a:schemeClr val="tx1"/>
                      </a:solidFill>
                      <a:prstDash val="solid"/>
                      <a:round/>
                      <a:headEnd type="none" w="med" len="med"/>
                      <a:tailEnd type="none" w="med" len="med"/>
                    </a:lnL>
                    <a:lnR w="38100" cap="flat" cmpd="sng" algn="ctr">
                      <a:solidFill>
                        <a:srgbClr val="FFC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rgbClr val="FFFFFF"/>
                          </a:solidFill>
                          <a:effectLst/>
                          <a:uLnTx/>
                          <a:uFillTx/>
                          <a:latin typeface="+mn-lt"/>
                          <a:ea typeface="+mn-ea"/>
                          <a:cs typeface="+mn-cs"/>
                        </a:rPr>
                        <a:t>Global</a:t>
                      </a:r>
                      <a:endParaRPr lang="en-US" sz="1100" b="0" dirty="0">
                        <a:solidFill>
                          <a:schemeClr val="tx1"/>
                        </a:solidFill>
                        <a:latin typeface="+mn-lt"/>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38100" cap="flat" cmpd="sng" algn="ctr">
                      <a:solidFill>
                        <a:srgbClr val="FFC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84702085"/>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Intercompany</a:t>
                      </a:r>
                    </a:p>
                  </a:txBody>
                  <a:tcPr anchor="ctr">
                    <a:lnL w="12700" cap="flat" cmpd="sng" algn="ctr">
                      <a:solidFill>
                        <a:schemeClr val="tx1"/>
                      </a:solidFill>
                      <a:prstDash val="solid"/>
                      <a:round/>
                      <a:headEnd type="none" w="med" len="med"/>
                      <a:tailEnd type="none" w="med" len="med"/>
                    </a:lnL>
                    <a:lnR w="38100" cap="flat" cmpd="sng" algn="ctr">
                      <a:solidFill>
                        <a:srgbClr val="FFC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rgbClr val="FFFFFF"/>
                          </a:solidFill>
                          <a:effectLst/>
                          <a:uLnTx/>
                          <a:uFillTx/>
                          <a:latin typeface="+mn-lt"/>
                          <a:ea typeface="+mn-ea"/>
                          <a:cs typeface="+mn-cs"/>
                        </a:rPr>
                        <a:t>Global</a:t>
                      </a:r>
                      <a:endParaRPr lang="en-US" sz="1100" b="0" dirty="0">
                        <a:solidFill>
                          <a:schemeClr val="tx1"/>
                        </a:solidFill>
                        <a:latin typeface="+mn-lt"/>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kern="1200" dirty="0">
                          <a:solidFill>
                            <a:schemeClr val="tx1"/>
                          </a:solidFill>
                          <a:latin typeface="+mn-lt"/>
                          <a:ea typeface="+mn-ea"/>
                          <a:cs typeface="+mn-cs"/>
                        </a:rPr>
                        <a:t>Global</a:t>
                      </a:r>
                      <a:endParaRPr lang="en-US" sz="1100" b="0" dirty="0">
                        <a:solidFill>
                          <a:schemeClr val="tx1"/>
                        </a:solidFill>
                        <a:latin typeface="+mn-lt"/>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38100" cap="flat" cmpd="sng" algn="ctr">
                      <a:solidFill>
                        <a:srgbClr val="FFC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76035559"/>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Internal Reporting and Analysis</a:t>
                      </a:r>
                    </a:p>
                  </a:txBody>
                  <a:tcPr anchor="ctr">
                    <a:lnL w="12700" cap="flat" cmpd="sng" algn="ctr">
                      <a:solidFill>
                        <a:schemeClr val="tx1"/>
                      </a:solidFill>
                      <a:prstDash val="solid"/>
                      <a:round/>
                      <a:headEnd type="none" w="med" len="med"/>
                      <a:tailEnd type="none" w="med" len="med"/>
                    </a:lnL>
                    <a:lnR w="38100" cap="flat" cmpd="sng" algn="ctr">
                      <a:solidFill>
                        <a:srgbClr val="FFC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rgbClr val="FFFFFF"/>
                          </a:solidFill>
                          <a:effectLst/>
                          <a:uLnTx/>
                          <a:uFillTx/>
                          <a:latin typeface="+mn-lt"/>
                          <a:ea typeface="+mn-ea"/>
                          <a:cs typeface="+mn-cs"/>
                        </a:rPr>
                        <a:t>Regional</a:t>
                      </a:r>
                      <a:endParaRPr lang="en-US" sz="1100" b="0" dirty="0">
                        <a:solidFill>
                          <a:schemeClr val="tx1"/>
                        </a:solidFill>
                        <a:latin typeface="+mn-lt"/>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38100" cap="flat" cmpd="sng" algn="ctr">
                      <a:solidFill>
                        <a:srgbClr val="FFC000"/>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38100" cap="flat" cmpd="sng" algn="ctr">
                      <a:solidFill>
                        <a:srgbClr val="FFC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dirty="0">
                          <a:solidFill>
                            <a:schemeClr val="tx1"/>
                          </a:solidFill>
                          <a:latin typeface="+mn-lt"/>
                        </a:rPr>
                        <a:t>Regional</a:t>
                      </a: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38100" cap="flat" cmpd="sng" algn="ctr">
                      <a:solidFill>
                        <a:srgbClr val="FFC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00611422"/>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Inventory Costing (PIC)</a:t>
                      </a:r>
                    </a:p>
                  </a:txBody>
                  <a:tcPr anchor="ctr">
                    <a:lnL w="12700" cap="flat" cmpd="sng" algn="ctr">
                      <a:solidFill>
                        <a:schemeClr val="tx1"/>
                      </a:solidFill>
                      <a:prstDash val="solid"/>
                      <a:round/>
                      <a:headEnd type="none" w="med" len="med"/>
                      <a:tailEnd type="none" w="med" len="med"/>
                    </a:lnL>
                    <a:lnR w="38100" cap="flat" cmpd="sng" algn="ctr">
                      <a:solidFill>
                        <a:srgbClr val="FFC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rgbClr val="FFFFFF"/>
                          </a:solidFill>
                          <a:effectLst/>
                          <a:uLnTx/>
                          <a:uFillTx/>
                          <a:latin typeface="+mn-lt"/>
                          <a:ea typeface="+mn-ea"/>
                          <a:cs typeface="+mn-cs"/>
                        </a:rPr>
                        <a:t>Regional</a:t>
                      </a:r>
                      <a:endParaRPr lang="en-US" sz="1100" b="0" dirty="0">
                        <a:solidFill>
                          <a:schemeClr val="bg1"/>
                        </a:solidFill>
                        <a:latin typeface="+mn-lt"/>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rgbClr val="FFFFFF"/>
                          </a:solidFill>
                          <a:effectLst/>
                          <a:uLnTx/>
                          <a:uFillTx/>
                          <a:latin typeface="+mn-lt"/>
                          <a:ea typeface="+mn-ea"/>
                          <a:cs typeface="+mn-cs"/>
                        </a:rPr>
                        <a:t>Regional</a:t>
                      </a:r>
                      <a:endParaRPr lang="en-US" sz="1100" b="0" dirty="0">
                        <a:solidFill>
                          <a:schemeClr val="bg1"/>
                        </a:solidFill>
                        <a:latin typeface="+mn-lt"/>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38100" cap="flat" cmpd="sng" algn="ctr">
                      <a:solidFill>
                        <a:srgbClr val="FFC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C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30714110"/>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Legal Entity Accounting</a:t>
                      </a:r>
                    </a:p>
                  </a:txBody>
                  <a:tcPr anchor="ctr">
                    <a:lnL w="12700" cap="flat" cmpd="sng" algn="ctr">
                      <a:solidFill>
                        <a:schemeClr val="tx1"/>
                      </a:solidFill>
                      <a:prstDash val="solid"/>
                      <a:round/>
                      <a:headEnd type="none" w="med" len="med"/>
                      <a:tailEnd type="none" w="med" len="med"/>
                    </a:lnL>
                    <a:lnR w="38100" cap="flat" cmpd="sng" algn="ctr">
                      <a:solidFill>
                        <a:srgbClr val="FFC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rgbClr val="FFFFFF"/>
                          </a:solidFill>
                          <a:effectLst/>
                          <a:uLnTx/>
                          <a:uFillTx/>
                          <a:latin typeface="+mn-lt"/>
                          <a:ea typeface="+mn-ea"/>
                          <a:cs typeface="+mn-cs"/>
                        </a:rPr>
                        <a:t>Regional</a:t>
                      </a:r>
                      <a:endParaRPr lang="en-US" sz="1100" b="0" dirty="0">
                        <a:solidFill>
                          <a:schemeClr val="tx1"/>
                        </a:solidFill>
                        <a:latin typeface="+mn-lt"/>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rgbClr val="FFFFFF"/>
                          </a:solidFill>
                          <a:effectLst/>
                          <a:uLnTx/>
                          <a:uFillTx/>
                          <a:latin typeface="+mn-lt"/>
                          <a:ea typeface="+mn-ea"/>
                          <a:cs typeface="+mn-cs"/>
                        </a:rPr>
                        <a:t>Regional</a:t>
                      </a:r>
                      <a:endParaRPr lang="en-US" sz="1100" b="0" dirty="0">
                        <a:solidFill>
                          <a:schemeClr val="tx1"/>
                        </a:solidFill>
                        <a:latin typeface="+mn-lt"/>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38100" cap="flat" cmpd="sng" algn="ctr">
                      <a:solidFill>
                        <a:srgbClr val="FFC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83866549"/>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0" spc="-18" dirty="0">
                          <a:solidFill>
                            <a:schemeClr val="bg1"/>
                          </a:solidFill>
                          <a:latin typeface="+mn-lt"/>
                          <a:ea typeface="+mn-ea"/>
                          <a:cs typeface="+mn-cs"/>
                        </a:rPr>
                        <a:t>Operational Controllership Activities</a:t>
                      </a:r>
                      <a:r>
                        <a:rPr lang="en-US" sz="1100" b="0" kern="0" spc="-18" baseline="30000" dirty="0">
                          <a:solidFill>
                            <a:schemeClr val="bg1"/>
                          </a:solidFill>
                          <a:latin typeface="+mn-lt"/>
                          <a:ea typeface="+mn-ea"/>
                          <a:cs typeface="+mn-cs"/>
                        </a:rPr>
                        <a:t>3</a:t>
                      </a:r>
                      <a:endParaRPr kumimoji="0" lang="en-US" sz="1100" b="0" i="0" u="none" strike="noStrike" kern="0" cap="none" spc="-18" normalizeH="0" baseline="0" noProof="0" dirty="0">
                        <a:ln>
                          <a:noFill/>
                        </a:ln>
                        <a:solidFill>
                          <a:schemeClr val="bg1"/>
                        </a:solidFill>
                        <a:effectLst/>
                        <a:uLnTx/>
                        <a:uFillTx/>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C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C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tx1"/>
                          </a:solidFill>
                          <a:latin typeface="+mn-lt"/>
                          <a:ea typeface="+mn-ea"/>
                          <a:cs typeface="+mn-cs"/>
                        </a:rPr>
                        <a:t>Non-standard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100" b="0" kern="1200" dirty="0">
                          <a:solidFill>
                            <a:schemeClr val="tx1"/>
                          </a:solidFill>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10160365"/>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1100" b="0" i="0" u="none" strike="noStrike" kern="0" cap="none" spc="-18" normalizeH="0" baseline="0" dirty="0">
                          <a:ln>
                            <a:noFill/>
                          </a:ln>
                          <a:solidFill>
                            <a:schemeClr val="bg1"/>
                          </a:solidFill>
                          <a:effectLst/>
                          <a:uLnTx/>
                          <a:uFillTx/>
                          <a:latin typeface="+mn-lt"/>
                          <a:ea typeface="+mn-ea"/>
                          <a:cs typeface="+mn-cs"/>
                        </a:rPr>
                        <a:t>Policies and Procedures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88173991"/>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1"/>
                          </a:solidFill>
                          <a:latin typeface="+mn-lt"/>
                          <a:ea typeface="+mn-ea"/>
                          <a:cs typeface="+mn-cs"/>
                        </a:rPr>
                        <a:t>Reconciliations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Non-standard</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672342875"/>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1"/>
                          </a:solidFill>
                          <a:latin typeface="+mn-lt"/>
                          <a:ea typeface="+mn-ea"/>
                          <a:cs typeface="+mn-cs"/>
                        </a:rPr>
                        <a:t>Topsides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kumimoji="0" lang="en-US" sz="1100" b="0" i="0" u="none" strike="noStrike" kern="1200" cap="none" spc="0" normalizeH="0" baseline="0" noProof="0" dirty="0">
                          <a:ln>
                            <a:noFill/>
                          </a:ln>
                          <a:solidFill>
                            <a:schemeClr val="tx1"/>
                          </a:solidFill>
                          <a:effectLst/>
                          <a:uLnTx/>
                          <a:uFillTx/>
                          <a:latin typeface="+mn-lt"/>
                          <a:ea typeface="+mn-ea"/>
                          <a:cs typeface="+mn-cs"/>
                        </a:rPr>
                        <a:t>Global</a:t>
                      </a:r>
                      <a:endParaRPr lang="en-US" sz="1100" b="0" dirty="0">
                        <a:solidFill>
                          <a:schemeClr val="tx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37293514"/>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0" cap="none" spc="-18" normalizeH="0" baseline="0" noProof="0" dirty="0">
                          <a:ln>
                            <a:noFill/>
                          </a:ln>
                          <a:solidFill>
                            <a:schemeClr val="bg1"/>
                          </a:solidFill>
                          <a:effectLst/>
                          <a:uLnTx/>
                          <a:uFillTx/>
                          <a:latin typeface="+mn-lt"/>
                          <a:ea typeface="+mn-ea"/>
                          <a:cs typeface="+mn-cs"/>
                        </a:rPr>
                        <a:t>Transactional Accounting</a:t>
                      </a:r>
                      <a:r>
                        <a:rPr kumimoji="0" lang="en-US" sz="1100" b="0" i="0" u="none" strike="noStrike" kern="0" cap="none" spc="-18" normalizeH="0" baseline="30000" noProof="0" dirty="0">
                          <a:ln>
                            <a:noFill/>
                          </a:ln>
                          <a:solidFill>
                            <a:schemeClr val="bg1"/>
                          </a:solidFill>
                          <a:effectLst/>
                          <a:uLnTx/>
                          <a:uFillTx/>
                          <a:latin typeface="+mn-lt"/>
                          <a:ea typeface="+mn-ea"/>
                          <a:cs typeface="+mn-cs"/>
                        </a:rPr>
                        <a:t>1 4</a:t>
                      </a:r>
                      <a:endParaRPr lang="en-US" sz="1100" b="0" kern="12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38100" cap="flat" cmpd="sng" algn="ctr">
                      <a:solidFill>
                        <a:srgbClr val="FFC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FFFFFF"/>
                          </a:solidFill>
                          <a:effectLst/>
                          <a:uLnTx/>
                          <a:uFillTx/>
                          <a:latin typeface="+mn-lt"/>
                          <a:ea typeface="+mn-ea"/>
                          <a:cs typeface="+mn-cs"/>
                        </a:rPr>
                        <a:t>Global</a:t>
                      </a: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FFFFFF"/>
                          </a:solidFill>
                          <a:effectLst/>
                          <a:uLnTx/>
                          <a:uFillTx/>
                          <a:latin typeface="+mn-lt"/>
                          <a:ea typeface="+mn-ea"/>
                          <a:cs typeface="+mn-cs"/>
                        </a:rPr>
                        <a:t>Global</a:t>
                      </a: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38100" cap="flat" cmpd="sng" algn="ctr">
                      <a:solidFill>
                        <a:srgbClr val="FFC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97669154"/>
                  </a:ext>
                </a:extLst>
              </a:tr>
              <a:tr h="29260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0" cap="none" spc="-18" normalizeH="0" baseline="0" noProof="0" dirty="0">
                          <a:ln>
                            <a:noFill/>
                          </a:ln>
                          <a:solidFill>
                            <a:schemeClr val="bg1"/>
                          </a:solidFill>
                          <a:effectLst/>
                          <a:uLnTx/>
                          <a:uFillTx/>
                          <a:latin typeface="+mn-lt"/>
                          <a:ea typeface="+mn-ea"/>
                          <a:cs typeface="+mn-cs"/>
                        </a:rPr>
                        <a:t>Trial balances</a:t>
                      </a:r>
                      <a:r>
                        <a:rPr kumimoji="0" lang="en-US" sz="1100" b="0" i="0" u="none" strike="noStrike" kern="0" cap="none" spc="-18" normalizeH="0" baseline="30000" noProof="0" dirty="0">
                          <a:ln>
                            <a:noFill/>
                          </a:ln>
                          <a:solidFill>
                            <a:schemeClr val="bg1"/>
                          </a:solidFill>
                          <a:effectLst/>
                          <a:uLnTx/>
                          <a:uFillTx/>
                          <a:latin typeface="+mn-lt"/>
                          <a:ea typeface="+mn-ea"/>
                          <a:cs typeface="+mn-cs"/>
                        </a:rPr>
                        <a:t>2</a:t>
                      </a: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38100" cap="flat" cmpd="sng" algn="ctr">
                      <a:solidFill>
                        <a:srgbClr val="FFC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FFFFFF"/>
                          </a:solidFill>
                          <a:effectLst/>
                          <a:uLnTx/>
                          <a:uFillTx/>
                          <a:latin typeface="+mn-lt"/>
                          <a:ea typeface="+mn-ea"/>
                          <a:cs typeface="+mn-cs"/>
                        </a:rPr>
                        <a:t>Regional</a:t>
                      </a:r>
                      <a:endParaRPr kumimoji="0" lang="en-US" sz="1100" b="0" i="0" u="none" strike="noStrike" kern="1200" cap="none" spc="0" normalizeH="0" baseline="0" noProof="0" dirty="0">
                        <a:ln>
                          <a:noFill/>
                        </a:ln>
                        <a:solidFill>
                          <a:srgbClr val="1A1A24"/>
                        </a:solidFill>
                        <a:effectLst/>
                        <a:uLnTx/>
                        <a:uFillTx/>
                        <a:latin typeface="+mn-lt"/>
                        <a:ea typeface="+mn-ea"/>
                        <a:cs typeface="+mn-cs"/>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FFFFFF"/>
                          </a:solidFill>
                          <a:effectLst/>
                          <a:uLnTx/>
                          <a:uFillTx/>
                          <a:latin typeface="+mn-lt"/>
                          <a:ea typeface="+mn-ea"/>
                          <a:cs typeface="+mn-cs"/>
                        </a:rPr>
                        <a:t>Regional</a:t>
                      </a:r>
                      <a:endParaRPr kumimoji="0" lang="en-US" sz="1100" b="0" i="0" u="none" strike="noStrike" kern="1200" cap="none" spc="0" normalizeH="0" baseline="0" noProof="0" dirty="0">
                        <a:ln>
                          <a:noFill/>
                        </a:ln>
                        <a:solidFill>
                          <a:srgbClr val="1A1A24"/>
                        </a:solidFill>
                        <a:effectLst/>
                        <a:uLnTx/>
                        <a:uFillTx/>
                        <a:latin typeface="+mn-lt"/>
                        <a:ea typeface="+mn-ea"/>
                        <a:cs typeface="+mn-cs"/>
                      </a:endParaRPr>
                    </a:p>
                  </a:txBody>
                  <a:tcPr anchor="ctr">
                    <a:lnL w="38100" cap="flat" cmpd="sng" algn="ctr">
                      <a:solidFill>
                        <a:srgbClr val="FFC000"/>
                      </a:solidFill>
                      <a:prstDash val="solid"/>
                      <a:round/>
                      <a:headEnd type="none" w="med" len="med"/>
                      <a:tailEnd type="none" w="med" len="med"/>
                    </a:lnL>
                    <a:lnR w="38100" cap="flat" cmpd="sng" algn="ctr">
                      <a:solidFill>
                        <a:srgbClr val="FFC000"/>
                      </a:solidFill>
                      <a:prstDash val="solid"/>
                      <a:round/>
                      <a:headEnd type="none" w="med" len="med"/>
                      <a:tailEnd type="none" w="med" len="med"/>
                    </a:lnR>
                    <a:lnT w="38100" cap="flat" cmpd="sng" algn="ctr">
                      <a:solidFill>
                        <a:srgbClr val="FFC000"/>
                      </a:solidFill>
                      <a:prstDash val="solid"/>
                      <a:round/>
                      <a:headEnd type="none" w="med" len="med"/>
                      <a:tailEnd type="none" w="med" len="med"/>
                    </a:lnT>
                    <a:lnB w="38100" cap="flat" cmpd="sng" algn="ctr">
                      <a:solidFill>
                        <a:srgbClr val="FFC000"/>
                      </a:solidFill>
                      <a:prstDash val="solid"/>
                      <a:round/>
                      <a:headEnd type="none" w="med" len="med"/>
                      <a:tailEnd type="none" w="med" len="med"/>
                    </a:lnB>
                    <a:lnTlToBr w="12700" cmpd="sng">
                      <a:noFill/>
                      <a:prstDash val="solid"/>
                    </a:lnTlToBr>
                    <a:lnBlToTr w="12700" cmpd="sng">
                      <a:noFill/>
                      <a:prstDash val="solid"/>
                    </a:lnBlToTr>
                    <a:solidFill>
                      <a:srgbClr val="0070C0"/>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38100" cap="flat" cmpd="sng" algn="ctr">
                      <a:solidFill>
                        <a:srgbClr val="FFC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endParaRPr lang="en-US" sz="1100" b="0" dirty="0">
                        <a:solidFill>
                          <a:schemeClr val="bg1"/>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33357174"/>
                  </a:ext>
                </a:extLst>
              </a:tr>
            </a:tbl>
          </a:graphicData>
        </a:graphic>
      </p:graphicFrame>
      <p:sp>
        <p:nvSpPr>
          <p:cNvPr id="41" name="Rectangle 40">
            <a:extLst>
              <a:ext uri="{FF2B5EF4-FFF2-40B4-BE49-F238E27FC236}">
                <a16:creationId xmlns:a16="http://schemas.microsoft.com/office/drawing/2014/main" id="{D3643175-BB13-ABB3-C728-509308435770}"/>
              </a:ext>
            </a:extLst>
          </p:cNvPr>
          <p:cNvSpPr/>
          <p:nvPr/>
        </p:nvSpPr>
        <p:spPr>
          <a:xfrm>
            <a:off x="1828800" y="5760720"/>
            <a:ext cx="4572000" cy="1005840"/>
          </a:xfrm>
          <a:prstGeom prst="rect">
            <a:avLst/>
          </a:prstGeom>
          <a:noFill/>
          <a:ln w="12700" cap="flat" cmpd="sng" algn="ctr">
            <a:noFill/>
            <a:prstDash val="dash"/>
            <a:miter lim="800000"/>
          </a:ln>
          <a:effectLst/>
        </p:spPr>
        <p:txBody>
          <a:bodyPr lIns="45720" rIns="45720" rtlCol="0" anchor="ctr"/>
          <a:lstStyle/>
          <a:p>
            <a:pPr marL="0" marR="0" lvl="0" indent="0" defTabSz="914400" eaLnBrk="1" fontAlgn="auto" latinLnBrk="0" hangingPunct="1">
              <a:lnSpc>
                <a:spcPct val="100000"/>
              </a:lnSpc>
              <a:spcBef>
                <a:spcPts val="200"/>
              </a:spcBef>
              <a:spcAft>
                <a:spcPts val="200"/>
              </a:spcAft>
              <a:buClrTx/>
              <a:buSzTx/>
              <a:buFontTx/>
              <a:buNone/>
              <a:tabLst/>
              <a:defRPr/>
            </a:pPr>
            <a:r>
              <a:rPr kumimoji="0" lang="en-US" sz="800" b="1" i="0" u="none" strike="noStrike" kern="0" cap="none" spc="-18" normalizeH="0" baseline="0" noProof="0" dirty="0">
                <a:ln>
                  <a:noFill/>
                </a:ln>
                <a:solidFill>
                  <a:srgbClr val="000000"/>
                </a:solidFill>
                <a:effectLst/>
                <a:uLnTx/>
                <a:uFillTx/>
                <a:ea typeface="+mn-ea"/>
                <a:cs typeface="+mn-cs"/>
              </a:rPr>
              <a:t>Note:</a:t>
            </a:r>
          </a:p>
          <a:p>
            <a:pPr marL="0" marR="0" lvl="0" indent="0" defTabSz="914400" eaLnBrk="1" fontAlgn="auto" latinLnBrk="0" hangingPunct="1">
              <a:lnSpc>
                <a:spcPct val="100000"/>
              </a:lnSpc>
              <a:spcBef>
                <a:spcPts val="200"/>
              </a:spcBef>
              <a:spcAft>
                <a:spcPts val="0"/>
              </a:spcAft>
              <a:buClrTx/>
              <a:buSzTx/>
              <a:buFontTx/>
              <a:buNone/>
              <a:tabLst/>
              <a:defRPr/>
            </a:pPr>
            <a:r>
              <a:rPr kumimoji="0" lang="en-US" sz="800" b="1" u="none" strike="noStrike" kern="0" cap="none" spc="-18" normalizeH="0" baseline="50000" noProof="0" dirty="0">
                <a:ln>
                  <a:noFill/>
                </a:ln>
                <a:solidFill>
                  <a:srgbClr val="000000"/>
                </a:solidFill>
                <a:effectLst/>
                <a:uLnTx/>
                <a:uFillTx/>
                <a:ea typeface="+mn-ea"/>
                <a:cs typeface="+mn-cs"/>
              </a:rPr>
              <a:t>1 </a:t>
            </a:r>
            <a:r>
              <a:rPr kumimoji="0" lang="en-US" sz="700" b="0" u="none" strike="noStrike" kern="0" cap="none" spc="-18" normalizeH="0" baseline="0" noProof="0" dirty="0">
                <a:ln>
                  <a:noFill/>
                </a:ln>
                <a:solidFill>
                  <a:srgbClr val="000000"/>
                </a:solidFill>
                <a:effectLst/>
                <a:uLnTx/>
                <a:uFillTx/>
                <a:ea typeface="+mn-ea"/>
                <a:cs typeface="+mn-cs"/>
              </a:rPr>
              <a:t>Transactional accounting includes Cash, Bank, Currency, &amp; Hedging; Inventory &amp; COGS; Procurement Accounting; Revenue Accounting; General Accounting; Lease Accounting; Fixed Assets; Comp &amp; Benefits Accounting</a:t>
            </a:r>
          </a:p>
          <a:p>
            <a:pPr marL="0" marR="0" lvl="0" indent="0" defTabSz="914400" eaLnBrk="1" fontAlgn="auto" latinLnBrk="0" hangingPunct="1">
              <a:lnSpc>
                <a:spcPct val="100000"/>
              </a:lnSpc>
              <a:spcBef>
                <a:spcPts val="200"/>
              </a:spcBef>
              <a:spcAft>
                <a:spcPts val="0"/>
              </a:spcAft>
              <a:buClrTx/>
              <a:buSzTx/>
              <a:buFontTx/>
              <a:buNone/>
              <a:tabLst/>
              <a:defRPr/>
            </a:pPr>
            <a:r>
              <a:rPr kumimoji="0" lang="en-US" sz="800" b="1" u="none" strike="noStrike" kern="0" cap="none" spc="-18" normalizeH="0" baseline="50000" noProof="0" dirty="0">
                <a:ln>
                  <a:noFill/>
                </a:ln>
                <a:solidFill>
                  <a:srgbClr val="000000"/>
                </a:solidFill>
                <a:effectLst/>
                <a:uLnTx/>
                <a:uFillTx/>
                <a:ea typeface="+mn-ea"/>
                <a:cs typeface="+mn-cs"/>
              </a:rPr>
              <a:t>2 </a:t>
            </a:r>
            <a:r>
              <a:rPr kumimoji="0" lang="en-US" sz="700" b="0" u="none" strike="noStrike" kern="0" cap="none" spc="-18" normalizeH="0" baseline="0" noProof="0" dirty="0">
                <a:ln>
                  <a:noFill/>
                </a:ln>
                <a:solidFill>
                  <a:srgbClr val="000000"/>
                </a:solidFill>
                <a:effectLst/>
                <a:uLnTx/>
                <a:uFillTx/>
                <a:ea typeface="+mn-ea"/>
                <a:cs typeface="+mn-cs"/>
              </a:rPr>
              <a:t>Trial balances includes trial balance submission to OneStream; Trial balance submission</a:t>
            </a:r>
          </a:p>
          <a:p>
            <a:pPr marL="0" marR="0" lvl="0" indent="0" defTabSz="914400" eaLnBrk="1" fontAlgn="auto" latinLnBrk="0" hangingPunct="1">
              <a:lnSpc>
                <a:spcPct val="100000"/>
              </a:lnSpc>
              <a:spcBef>
                <a:spcPts val="200"/>
              </a:spcBef>
              <a:spcAft>
                <a:spcPts val="0"/>
              </a:spcAft>
              <a:buClrTx/>
              <a:buSzTx/>
              <a:buFontTx/>
              <a:buNone/>
              <a:tabLst/>
              <a:defRPr/>
            </a:pPr>
            <a:r>
              <a:rPr kumimoji="0" lang="en-US" sz="800" b="1" u="none" strike="noStrike" kern="0" cap="none" spc="-18" normalizeH="0" baseline="50000" noProof="0" dirty="0">
                <a:ln>
                  <a:noFill/>
                </a:ln>
                <a:solidFill>
                  <a:srgbClr val="000000"/>
                </a:solidFill>
                <a:effectLst/>
                <a:uLnTx/>
                <a:uFillTx/>
                <a:ea typeface="+mn-ea"/>
                <a:cs typeface="+mn-cs"/>
              </a:rPr>
              <a:t>3 </a:t>
            </a:r>
            <a:r>
              <a:rPr kumimoji="0" lang="en-US" sz="700" b="0" u="none" strike="noStrike" kern="0" cap="none" spc="-18" normalizeH="0" baseline="0" noProof="0" dirty="0">
                <a:ln>
                  <a:noFill/>
                </a:ln>
                <a:solidFill>
                  <a:srgbClr val="000000"/>
                </a:solidFill>
                <a:effectLst/>
                <a:uLnTx/>
                <a:uFillTx/>
                <a:ea typeface="+mn-ea"/>
                <a:cs typeface="+mn-cs"/>
              </a:rPr>
              <a:t>Operational Controllership Activities includes Master Data Maintenance – LE &amp; Account Only; Business Partnering; Other – Special Projects; Responding to Escalations</a:t>
            </a:r>
          </a:p>
          <a:p>
            <a:pPr marL="0" marR="0" lvl="0" indent="0" defTabSz="914400" eaLnBrk="1" fontAlgn="auto" latinLnBrk="0" hangingPunct="1">
              <a:lnSpc>
                <a:spcPct val="100000"/>
              </a:lnSpc>
              <a:spcBef>
                <a:spcPts val="200"/>
              </a:spcBef>
              <a:spcAft>
                <a:spcPts val="0"/>
              </a:spcAft>
              <a:buClrTx/>
              <a:buSzTx/>
              <a:buFontTx/>
              <a:buNone/>
              <a:tabLst/>
              <a:defRPr/>
            </a:pPr>
            <a:r>
              <a:rPr kumimoji="0" lang="en-US" sz="800" b="1" u="none" strike="noStrike" kern="0" cap="none" spc="-18" normalizeH="0" baseline="50000" noProof="0" dirty="0">
                <a:ln>
                  <a:noFill/>
                </a:ln>
                <a:solidFill>
                  <a:srgbClr val="000000"/>
                </a:solidFill>
                <a:effectLst/>
                <a:uLnTx/>
                <a:uFillTx/>
                <a:ea typeface="+mn-ea"/>
                <a:cs typeface="+mn-cs"/>
              </a:rPr>
              <a:t>4 </a:t>
            </a:r>
            <a:r>
              <a:rPr kumimoji="0" lang="en-US" sz="700" b="0" u="none" strike="noStrike" kern="0" cap="none" spc="-18" normalizeH="0" baseline="0" noProof="0" dirty="0">
                <a:ln>
                  <a:noFill/>
                </a:ln>
                <a:solidFill>
                  <a:srgbClr val="000000"/>
                </a:solidFill>
                <a:effectLst/>
                <a:uLnTx/>
                <a:uFillTx/>
                <a:ea typeface="+mn-ea"/>
                <a:cs typeface="+mn-cs"/>
              </a:rPr>
              <a:t>Transactional accounting is non-standard, except for Fixed Assets</a:t>
            </a:r>
            <a:endParaRPr kumimoji="0" lang="en-US" sz="700" b="0" u="none" strike="noStrike" kern="0" cap="none" spc="0" normalizeH="0" baseline="30000" noProof="0" dirty="0">
              <a:ln>
                <a:noFill/>
              </a:ln>
              <a:solidFill>
                <a:srgbClr val="000000"/>
              </a:solidFill>
              <a:effectLst/>
              <a:uLnTx/>
              <a:uFillTx/>
              <a:ea typeface="+mn-ea"/>
              <a:cs typeface="+mn-cs"/>
            </a:endParaRPr>
          </a:p>
        </p:txBody>
      </p:sp>
      <p:grpSp>
        <p:nvGrpSpPr>
          <p:cNvPr id="3" name="Group 2">
            <a:extLst>
              <a:ext uri="{FF2B5EF4-FFF2-40B4-BE49-F238E27FC236}">
                <a16:creationId xmlns:a16="http://schemas.microsoft.com/office/drawing/2014/main" id="{BAF1EF9F-9158-B10D-829E-B79F2F40CE47}"/>
              </a:ext>
            </a:extLst>
          </p:cNvPr>
          <p:cNvGrpSpPr/>
          <p:nvPr/>
        </p:nvGrpSpPr>
        <p:grpSpPr>
          <a:xfrm>
            <a:off x="7437120" y="6080760"/>
            <a:ext cx="4023360" cy="365760"/>
            <a:chOff x="7437120" y="6126480"/>
            <a:chExt cx="4023360" cy="365760"/>
          </a:xfrm>
        </p:grpSpPr>
        <p:sp>
          <p:nvSpPr>
            <p:cNvPr id="4" name="Rectangle 3">
              <a:extLst>
                <a:ext uri="{FF2B5EF4-FFF2-40B4-BE49-F238E27FC236}">
                  <a16:creationId xmlns:a16="http://schemas.microsoft.com/office/drawing/2014/main" id="{95BF2903-BAC6-E2B9-3931-B82663AA64AE}"/>
                </a:ext>
              </a:extLst>
            </p:cNvPr>
            <p:cNvSpPr/>
            <p:nvPr/>
          </p:nvSpPr>
          <p:spPr>
            <a:xfrm>
              <a:off x="7437120" y="6126480"/>
              <a:ext cx="4023360" cy="365760"/>
            </a:xfrm>
            <a:prstGeom prst="rect">
              <a:avLst/>
            </a:prstGeom>
            <a:noFill/>
            <a:ln w="6350" cap="flat" cmpd="sng" algn="ctr">
              <a:solidFill>
                <a:schemeClr val="bg1"/>
              </a:solidFill>
              <a:prstDash val="solid"/>
              <a:miter lim="800000"/>
            </a:ln>
            <a:effectLst/>
          </p:spPr>
          <p:txBody>
            <a:bodyPr rtlCol="0" anchor="ctr"/>
            <a:lstStyle/>
            <a:p>
              <a:pPr marL="0" marR="0" lvl="0" indent="0" defTabSz="182880" eaLnBrk="1" fontAlgn="auto" latinLnBrk="0" hangingPunct="1">
                <a:lnSpc>
                  <a:spcPct val="100000"/>
                </a:lnSpc>
                <a:spcBef>
                  <a:spcPts val="0"/>
                </a:spcBef>
                <a:spcAft>
                  <a:spcPts val="0"/>
                </a:spcAft>
                <a:buClrTx/>
                <a:buSzTx/>
                <a:buFontTx/>
                <a:buNone/>
                <a:tabLst/>
                <a:defRPr/>
              </a:pPr>
              <a:r>
                <a:rPr kumimoji="0" lang="en-US" sz="900" b="0" i="1" u="none" strike="noStrike" kern="0" cap="none" spc="0" normalizeH="0" baseline="0" noProof="0" dirty="0">
                  <a:ln>
                    <a:noFill/>
                  </a:ln>
                  <a:solidFill>
                    <a:sysClr val="windowText" lastClr="000000"/>
                  </a:solidFill>
                  <a:effectLst/>
                  <a:uLnTx/>
                  <a:uFillTx/>
                  <a:ea typeface="+mn-ea"/>
                  <a:cs typeface="+mn-cs"/>
                </a:rPr>
                <a:t>Key:</a:t>
              </a:r>
              <a:r>
                <a:rPr kumimoji="0" lang="en-US" sz="900" b="0" i="0" u="none" strike="noStrike" kern="0" cap="none" spc="0" normalizeH="0" baseline="0" noProof="0" dirty="0">
                  <a:ln>
                    <a:noFill/>
                  </a:ln>
                  <a:solidFill>
                    <a:sysClr val="windowText" lastClr="000000"/>
                  </a:solidFill>
                  <a:effectLst/>
                  <a:uLnTx/>
                  <a:uFillTx/>
                  <a:ea typeface="+mn-ea"/>
                  <a:cs typeface="+mn-cs"/>
                </a:rPr>
                <a:t>	</a:t>
              </a:r>
              <a:r>
                <a:rPr kumimoji="0" lang="en-US" sz="900" b="1" i="0" u="none" strike="noStrike" kern="0" cap="none" spc="0" normalizeH="0" baseline="0" noProof="0" dirty="0">
                  <a:ln>
                    <a:noFill/>
                  </a:ln>
                  <a:solidFill>
                    <a:sysClr val="windowText" lastClr="000000"/>
                  </a:solidFill>
                  <a:effectLst/>
                  <a:uLnTx/>
                  <a:uFillTx/>
                  <a:ea typeface="+mn-ea"/>
                  <a:cs typeface="+mn-cs"/>
                </a:rPr>
                <a:t>Process</a:t>
              </a:r>
            </a:p>
          </p:txBody>
        </p:sp>
        <p:grpSp>
          <p:nvGrpSpPr>
            <p:cNvPr id="7" name="Group 6">
              <a:extLst>
                <a:ext uri="{FF2B5EF4-FFF2-40B4-BE49-F238E27FC236}">
                  <a16:creationId xmlns:a16="http://schemas.microsoft.com/office/drawing/2014/main" id="{BE5096ED-2DDF-7787-D0C4-FDFBFDFF1B8C}"/>
                </a:ext>
              </a:extLst>
            </p:cNvPr>
            <p:cNvGrpSpPr/>
            <p:nvPr/>
          </p:nvGrpSpPr>
          <p:grpSpPr>
            <a:xfrm>
              <a:off x="8531225" y="6172200"/>
              <a:ext cx="2834640" cy="274320"/>
              <a:chOff x="8154215" y="6622603"/>
              <a:chExt cx="2834640" cy="274320"/>
            </a:xfrm>
          </p:grpSpPr>
          <p:sp>
            <p:nvSpPr>
              <p:cNvPr id="9" name="Rectangle 8">
                <a:extLst>
                  <a:ext uri="{FF2B5EF4-FFF2-40B4-BE49-F238E27FC236}">
                    <a16:creationId xmlns:a16="http://schemas.microsoft.com/office/drawing/2014/main" id="{18DA3B69-526F-EE71-78AF-D22B0C8FF462}"/>
                  </a:ext>
                </a:extLst>
              </p:cNvPr>
              <p:cNvSpPr/>
              <p:nvPr/>
            </p:nvSpPr>
            <p:spPr>
              <a:xfrm>
                <a:off x="8154215" y="6622603"/>
                <a:ext cx="914400" cy="274320"/>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solidFill>
                      <a:srgbClr val="FFFFFF"/>
                    </a:solidFill>
                    <a:effectLst/>
                    <a:uLnTx/>
                    <a:uFillTx/>
                    <a:ea typeface="+mn-ea"/>
                    <a:cs typeface="+mn-cs"/>
                  </a:rPr>
                  <a:t>Global</a:t>
                </a:r>
              </a:p>
            </p:txBody>
          </p:sp>
          <p:sp>
            <p:nvSpPr>
              <p:cNvPr id="10" name="Rectangle 9">
                <a:extLst>
                  <a:ext uri="{FF2B5EF4-FFF2-40B4-BE49-F238E27FC236}">
                    <a16:creationId xmlns:a16="http://schemas.microsoft.com/office/drawing/2014/main" id="{57F0C956-AF91-DA1F-ADCE-0B398BCAC5E1}"/>
                  </a:ext>
                </a:extLst>
              </p:cNvPr>
              <p:cNvSpPr/>
              <p:nvPr/>
            </p:nvSpPr>
            <p:spPr>
              <a:xfrm>
                <a:off x="9114335" y="6622603"/>
                <a:ext cx="914400" cy="274320"/>
              </a:xfrm>
              <a:prstGeom prst="rect">
                <a:avLst/>
              </a:prstGeom>
              <a:solidFill>
                <a:srgbClr val="0070C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solidFill>
                      <a:srgbClr val="FFFFFF"/>
                    </a:solidFill>
                    <a:effectLst/>
                    <a:uLnTx/>
                    <a:uFillTx/>
                    <a:ea typeface="+mn-ea"/>
                    <a:cs typeface="+mn-cs"/>
                  </a:rPr>
                  <a:t>Regional</a:t>
                </a:r>
              </a:p>
            </p:txBody>
          </p:sp>
          <p:sp>
            <p:nvSpPr>
              <p:cNvPr id="11" name="Rectangle 10">
                <a:extLst>
                  <a:ext uri="{FF2B5EF4-FFF2-40B4-BE49-F238E27FC236}">
                    <a16:creationId xmlns:a16="http://schemas.microsoft.com/office/drawing/2014/main" id="{DEA20028-B75F-1F0D-326B-6BDD32790D03}"/>
                  </a:ext>
                </a:extLst>
              </p:cNvPr>
              <p:cNvSpPr/>
              <p:nvPr/>
            </p:nvSpPr>
            <p:spPr>
              <a:xfrm>
                <a:off x="10074455" y="6622603"/>
                <a:ext cx="914400" cy="274320"/>
              </a:xfrm>
              <a:prstGeom prst="rect">
                <a:avLst/>
              </a:pr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effectLst/>
                    <a:uLnTx/>
                    <a:uFillTx/>
                    <a:ea typeface="+mn-ea"/>
                    <a:cs typeface="+mn-cs"/>
                  </a:rPr>
                  <a:t>Non-standard</a:t>
                </a:r>
              </a:p>
            </p:txBody>
          </p:sp>
        </p:grpSp>
      </p:grpSp>
    </p:spTree>
    <p:extLst>
      <p:ext uri="{BB962C8B-B14F-4D97-AF65-F5344CB8AC3E}">
        <p14:creationId xmlns:p14="http://schemas.microsoft.com/office/powerpoint/2010/main" val="429346195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D36013-A938-40DA-9970-8445778B1FBC}"/>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25B59978-0793-6A1A-5AAD-F59719442F05}"/>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Record-to-Report Service Delivery (1/2)</a:t>
            </a:r>
          </a:p>
        </p:txBody>
      </p:sp>
      <p:sp>
        <p:nvSpPr>
          <p:cNvPr id="6" name="Date Placeholder 5">
            <a:extLst>
              <a:ext uri="{FF2B5EF4-FFF2-40B4-BE49-F238E27FC236}">
                <a16:creationId xmlns:a16="http://schemas.microsoft.com/office/drawing/2014/main" id="{967917FA-0F95-7028-A85A-61A4B8995DD2}"/>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1109ACE8-B8AC-7075-AE91-3729695CB106}"/>
              </a:ext>
            </a:extLst>
          </p:cNvPr>
          <p:cNvSpPr>
            <a:spLocks noGrp="1"/>
          </p:cNvSpPr>
          <p:nvPr>
            <p:ph type="sldNum" sz="quarter" idx="19"/>
          </p:nvPr>
        </p:nvSpPr>
        <p:spPr/>
        <p:txBody>
          <a:bodyPr/>
          <a:lstStyle/>
          <a:p>
            <a:fld id="{94FCA0F3-9F3A-694B-99BB-0E592A797735}" type="slidenum">
              <a:rPr lang="en-US" smtClean="0"/>
              <a:t>16</a:t>
            </a:fld>
            <a:endParaRPr lang="en-US"/>
          </a:p>
        </p:txBody>
      </p:sp>
      <p:sp>
        <p:nvSpPr>
          <p:cNvPr id="2" name="TextBox 1">
            <a:extLst>
              <a:ext uri="{FF2B5EF4-FFF2-40B4-BE49-F238E27FC236}">
                <a16:creationId xmlns:a16="http://schemas.microsoft.com/office/drawing/2014/main" id="{44E8F444-305C-1472-06A8-A0F53FA14421}"/>
              </a:ext>
            </a:extLst>
          </p:cNvPr>
          <p:cNvSpPr txBox="1"/>
          <p:nvPr/>
        </p:nvSpPr>
        <p:spPr>
          <a:xfrm>
            <a:off x="495300" y="914400"/>
            <a:ext cx="11201400" cy="365760"/>
          </a:xfrm>
          <a:prstGeom prst="rect">
            <a:avLst/>
          </a:prstGeom>
          <a:solidFill>
            <a:srgbClr val="2E2E38"/>
          </a:solidFill>
          <a:ln>
            <a:noFill/>
          </a:ln>
        </p:spPr>
        <p:txBody>
          <a:bodyPr wrap="square" lIns="91440" tIns="45720" rIns="91440" bIns="45720" rtlCol="0" anchor="ctr" anchorCtr="0">
            <a:noAutofit/>
          </a:bodyPr>
          <a:lstStyle/>
          <a:p>
            <a:pPr marL="0" marR="0" lvl="0" indent="0" algn="ctr" defTabSz="944779" eaLnBrk="1" fontAlgn="auto" latinLnBrk="0" hangingPunct="1">
              <a:spcBef>
                <a:spcPts val="0"/>
              </a:spcBef>
              <a:buClr>
                <a:srgbClr val="FFE600"/>
              </a:buClr>
              <a:buSzPct val="70000"/>
              <a:buFontTx/>
              <a:buNone/>
              <a:tabLst/>
              <a:defRPr/>
            </a:pPr>
            <a:r>
              <a:rPr kumimoji="0" lang="en-US" sz="1400" b="1" i="0" u="none" strike="noStrike" kern="0" cap="none" spc="0" normalizeH="0" baseline="0" noProof="0" dirty="0">
                <a:ln>
                  <a:noFill/>
                </a:ln>
                <a:solidFill>
                  <a:srgbClr val="FFFFFF"/>
                </a:solidFill>
                <a:effectLst/>
                <a:uLnTx/>
                <a:uFillTx/>
              </a:rPr>
              <a:t>9.3  Perform General Accounting and Reporting</a:t>
            </a:r>
          </a:p>
        </p:txBody>
      </p:sp>
      <p:sp>
        <p:nvSpPr>
          <p:cNvPr id="4" name="Text Box 6">
            <a:extLst>
              <a:ext uri="{FF2B5EF4-FFF2-40B4-BE49-F238E27FC236}">
                <a16:creationId xmlns:a16="http://schemas.microsoft.com/office/drawing/2014/main" id="{AACCEDD4-95D5-46AD-BFDC-836247E0DF1C}"/>
              </a:ext>
            </a:extLst>
          </p:cNvPr>
          <p:cNvSpPr txBox="1">
            <a:spLocks noChangeArrowheads="1"/>
          </p:cNvSpPr>
          <p:nvPr/>
        </p:nvSpPr>
        <p:spPr bwMode="auto">
          <a:xfrm>
            <a:off x="723900" y="1371600"/>
            <a:ext cx="2514600" cy="457200"/>
          </a:xfrm>
          <a:prstGeom prst="snip1Rect">
            <a:avLst>
              <a:gd name="adj" fmla="val 29486"/>
            </a:avLst>
          </a:prstGeom>
          <a:solidFill>
            <a:schemeClr val="tx1">
              <a:lumMod val="50000"/>
            </a:schemeClr>
          </a:solidFill>
          <a:ln>
            <a:noFill/>
            <a:headEnd/>
            <a:tailEnd/>
          </a:ln>
          <a:effectLst/>
          <a:scene3d>
            <a:camera prst="orthographicFront"/>
            <a:lightRig rig="threePt" dir="t">
              <a:rot lat="0" lon="0" rev="1200000"/>
            </a:lightRig>
          </a:scene3d>
          <a:sp3d/>
        </p:spPr>
        <p:txBody>
          <a:bodyPr lIns="91440" tIns="0" rIns="91440" bIns="64008" anchor="ctr">
            <a:noAutofit/>
          </a:bodyPr>
          <a:lstStyle/>
          <a:p>
            <a:pPr marL="0" marR="0" lvl="0" indent="0" algn="ctr" defTabSz="829361"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dirty="0">
                <a:ln>
                  <a:noFill/>
                </a:ln>
                <a:solidFill>
                  <a:srgbClr val="FFFFFF"/>
                </a:solidFill>
                <a:effectLst/>
                <a:uLnTx/>
                <a:uFillTx/>
              </a:rPr>
              <a:t>9.3.1  Manage financial policies &amp; procedures</a:t>
            </a:r>
          </a:p>
        </p:txBody>
      </p:sp>
      <p:sp>
        <p:nvSpPr>
          <p:cNvPr id="18" name="Right Triangle 17">
            <a:extLst>
              <a:ext uri="{FF2B5EF4-FFF2-40B4-BE49-F238E27FC236}">
                <a16:creationId xmlns:a16="http://schemas.microsoft.com/office/drawing/2014/main" id="{0995BD64-A668-31EB-B759-E0BF4C44603C}"/>
              </a:ext>
            </a:extLst>
          </p:cNvPr>
          <p:cNvSpPr/>
          <p:nvPr/>
        </p:nvSpPr>
        <p:spPr>
          <a:xfrm rot="10800000">
            <a:off x="495300" y="5806440"/>
            <a:ext cx="11201400" cy="457200"/>
          </a:xfrm>
          <a:prstGeom prst="rtTriangle">
            <a:avLst/>
          </a:prstGeom>
          <a:solidFill>
            <a:schemeClr val="bg1">
              <a:lumMod val="50000"/>
              <a:lumOff val="50000"/>
            </a:schemeClr>
          </a:solidFill>
          <a:ln w="12700" cap="flat" cmpd="sng" algn="ctr">
            <a:noFill/>
            <a:prstDash val="solid"/>
            <a:miter lim="800000"/>
            <a:headEnd type="none" w="med" len="med"/>
            <a:tailEnd type="none" w="med" len="med"/>
          </a:ln>
          <a:effectLst/>
        </p:spPr>
        <p:txBody>
          <a:bodyPr lIns="91440" tIns="45720" rIns="91440" bIns="45720" rtlCol="0" anchor="ctr" anchorCtr="0"/>
          <a:lstStyle/>
          <a:p>
            <a:pPr marL="0" marR="0" lvl="0" indent="0" defTabSz="914400" eaLnBrk="1" fontAlgn="auto" latinLnBrk="0" hangingPunct="1">
              <a:lnSpc>
                <a:spcPct val="90000"/>
              </a:lnSpc>
              <a:spcBef>
                <a:spcPts val="400"/>
              </a:spcBef>
              <a:spcAft>
                <a:spcPts val="400"/>
              </a:spcAft>
              <a:buClr>
                <a:srgbClr val="FFE600"/>
              </a:buClr>
              <a:buSzTx/>
              <a:buFontTx/>
              <a:buNone/>
              <a:tabLst/>
              <a:defRPr/>
            </a:pPr>
            <a:endParaRPr kumimoji="0" lang="en-US" sz="1000" b="0" i="0" u="none" strike="noStrike" kern="0" cap="none" spc="0" normalizeH="0" baseline="0" noProof="0" dirty="0">
              <a:ln>
                <a:noFill/>
              </a:ln>
              <a:solidFill>
                <a:srgbClr val="FFFFFF"/>
              </a:solidFill>
              <a:effectLst/>
              <a:uLnTx/>
              <a:uFillTx/>
              <a:ea typeface="+mn-ea"/>
              <a:cs typeface="+mn-cs"/>
            </a:endParaRPr>
          </a:p>
        </p:txBody>
      </p:sp>
      <p:sp>
        <p:nvSpPr>
          <p:cNvPr id="19" name="TextBox 18">
            <a:extLst>
              <a:ext uri="{FF2B5EF4-FFF2-40B4-BE49-F238E27FC236}">
                <a16:creationId xmlns:a16="http://schemas.microsoft.com/office/drawing/2014/main" id="{D22F30F6-D372-261D-E66A-83C41F8395EE}"/>
              </a:ext>
            </a:extLst>
          </p:cNvPr>
          <p:cNvSpPr txBox="1"/>
          <p:nvPr/>
        </p:nvSpPr>
        <p:spPr>
          <a:xfrm>
            <a:off x="632460" y="5945506"/>
            <a:ext cx="1600200" cy="228600"/>
          </a:xfrm>
          <a:prstGeom prst="rect">
            <a:avLst/>
          </a:prstGeom>
          <a:noFill/>
        </p:spPr>
        <p:txBody>
          <a:bodyPr wrap="square" lIns="91440" tIns="45720" rIns="91440" bIns="45720" rtlCol="0" anchor="ctr" anchorCtr="0">
            <a:noAutofit/>
          </a:bodyPr>
          <a:lstStyle/>
          <a:p>
            <a:pPr marL="0" marR="0" lvl="0" indent="0" defTabSz="914400" eaLnBrk="1" fontAlgn="auto" latinLnBrk="0" hangingPunct="1">
              <a:buClr>
                <a:srgbClr val="FFE600"/>
              </a:buClr>
              <a:buSzPct val="100000"/>
              <a:buFontTx/>
              <a:buNone/>
              <a:tabLst/>
              <a:defRPr/>
            </a:pPr>
            <a:r>
              <a:rPr kumimoji="0" lang="en-US" sz="1000" b="0" i="0" u="none" strike="noStrike" kern="0" cap="none" spc="0" normalizeH="0" baseline="0" noProof="0" dirty="0">
                <a:ln>
                  <a:noFill/>
                </a:ln>
                <a:solidFill>
                  <a:schemeClr val="bg1"/>
                </a:solidFill>
                <a:effectLst/>
                <a:uLnTx/>
                <a:uFillTx/>
              </a:rPr>
              <a:t>Transactional Services</a:t>
            </a:r>
          </a:p>
        </p:txBody>
      </p:sp>
      <p:sp>
        <p:nvSpPr>
          <p:cNvPr id="20" name="TextBox 19">
            <a:extLst>
              <a:ext uri="{FF2B5EF4-FFF2-40B4-BE49-F238E27FC236}">
                <a16:creationId xmlns:a16="http://schemas.microsoft.com/office/drawing/2014/main" id="{BFA85197-D035-F8BE-BFBD-E572882FE5F5}"/>
              </a:ext>
            </a:extLst>
          </p:cNvPr>
          <p:cNvSpPr txBox="1"/>
          <p:nvPr/>
        </p:nvSpPr>
        <p:spPr>
          <a:xfrm>
            <a:off x="9959340" y="5897880"/>
            <a:ext cx="1600200" cy="228600"/>
          </a:xfrm>
          <a:prstGeom prst="rect">
            <a:avLst/>
          </a:prstGeom>
          <a:noFill/>
        </p:spPr>
        <p:txBody>
          <a:bodyPr wrap="square" lIns="91440" tIns="45720" rIns="91440" bIns="45720" rtlCol="0" anchor="ctr" anchorCtr="0">
            <a:noAutofit/>
          </a:bodyPr>
          <a:lstStyle/>
          <a:p>
            <a:pPr marL="0" marR="0" lvl="0" indent="0" algn="r" defTabSz="914400" eaLnBrk="1" fontAlgn="auto" latinLnBrk="0" hangingPunct="1">
              <a:buClr>
                <a:srgbClr val="FFE600"/>
              </a:buClr>
              <a:buSzPct val="100000"/>
              <a:buFontTx/>
              <a:buNone/>
              <a:tabLst/>
              <a:defRPr/>
            </a:pPr>
            <a:r>
              <a:rPr kumimoji="0" lang="en-US" sz="1000" b="0" i="0" u="none" strike="noStrike" kern="0" cap="none" spc="0" normalizeH="0" baseline="0" noProof="0" dirty="0">
                <a:ln>
                  <a:noFill/>
                </a:ln>
                <a:effectLst/>
                <a:uLnTx/>
                <a:uFillTx/>
              </a:rPr>
              <a:t>Value-Added Services</a:t>
            </a:r>
          </a:p>
        </p:txBody>
      </p:sp>
      <p:graphicFrame>
        <p:nvGraphicFramePr>
          <p:cNvPr id="23" name="Table 22">
            <a:extLst>
              <a:ext uri="{FF2B5EF4-FFF2-40B4-BE49-F238E27FC236}">
                <a16:creationId xmlns:a16="http://schemas.microsoft.com/office/drawing/2014/main" id="{AE5D3C55-60BB-EDF7-2501-A7D650E96FE5}"/>
              </a:ext>
            </a:extLst>
          </p:cNvPr>
          <p:cNvGraphicFramePr>
            <a:graphicFrameLocks noGrp="1"/>
          </p:cNvGraphicFramePr>
          <p:nvPr>
            <p:extLst>
              <p:ext uri="{D42A27DB-BD31-4B8C-83A1-F6EECF244321}">
                <p14:modId xmlns:p14="http://schemas.microsoft.com/office/powerpoint/2010/main" val="3860136107"/>
              </p:ext>
            </p:extLst>
          </p:nvPr>
        </p:nvGraphicFramePr>
        <p:xfrm>
          <a:off x="6896100" y="6400800"/>
          <a:ext cx="3886200" cy="228600"/>
        </p:xfrm>
        <a:graphic>
          <a:graphicData uri="http://schemas.openxmlformats.org/drawingml/2006/table">
            <a:tbl>
              <a:tblPr firstRow="1" bandRow="1"/>
              <a:tblGrid>
                <a:gridCol w="228600">
                  <a:extLst>
                    <a:ext uri="{9D8B030D-6E8A-4147-A177-3AD203B41FA5}">
                      <a16:colId xmlns:a16="http://schemas.microsoft.com/office/drawing/2014/main" val="769406563"/>
                    </a:ext>
                  </a:extLst>
                </a:gridCol>
                <a:gridCol w="685800">
                  <a:extLst>
                    <a:ext uri="{9D8B030D-6E8A-4147-A177-3AD203B41FA5}">
                      <a16:colId xmlns:a16="http://schemas.microsoft.com/office/drawing/2014/main" val="2228566404"/>
                    </a:ext>
                  </a:extLst>
                </a:gridCol>
                <a:gridCol w="228600">
                  <a:extLst>
                    <a:ext uri="{9D8B030D-6E8A-4147-A177-3AD203B41FA5}">
                      <a16:colId xmlns:a16="http://schemas.microsoft.com/office/drawing/2014/main" val="4284629184"/>
                    </a:ext>
                  </a:extLst>
                </a:gridCol>
                <a:gridCol w="914400">
                  <a:extLst>
                    <a:ext uri="{9D8B030D-6E8A-4147-A177-3AD203B41FA5}">
                      <a16:colId xmlns:a16="http://schemas.microsoft.com/office/drawing/2014/main" val="4116001092"/>
                    </a:ext>
                  </a:extLst>
                </a:gridCol>
                <a:gridCol w="228600">
                  <a:extLst>
                    <a:ext uri="{9D8B030D-6E8A-4147-A177-3AD203B41FA5}">
                      <a16:colId xmlns:a16="http://schemas.microsoft.com/office/drawing/2014/main" val="773124112"/>
                    </a:ext>
                  </a:extLst>
                </a:gridCol>
                <a:gridCol w="685800">
                  <a:extLst>
                    <a:ext uri="{9D8B030D-6E8A-4147-A177-3AD203B41FA5}">
                      <a16:colId xmlns:a16="http://schemas.microsoft.com/office/drawing/2014/main" val="2402737491"/>
                    </a:ext>
                  </a:extLst>
                </a:gridCol>
                <a:gridCol w="228600">
                  <a:extLst>
                    <a:ext uri="{9D8B030D-6E8A-4147-A177-3AD203B41FA5}">
                      <a16:colId xmlns:a16="http://schemas.microsoft.com/office/drawing/2014/main" val="3220039148"/>
                    </a:ext>
                  </a:extLst>
                </a:gridCol>
                <a:gridCol w="685800">
                  <a:extLst>
                    <a:ext uri="{9D8B030D-6E8A-4147-A177-3AD203B41FA5}">
                      <a16:colId xmlns:a16="http://schemas.microsoft.com/office/drawing/2014/main" val="3291668698"/>
                    </a:ext>
                  </a:extLst>
                </a:gridCol>
              </a:tblGrid>
              <a:tr h="22860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dirty="0">
                        <a:latin typeface="+mn-lt"/>
                      </a:endParaRP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25000"/>
                        <a:lumOff val="75000"/>
                      </a:scheme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latin typeface="+mn-lt"/>
                        </a:rPr>
                        <a:t>Local</a:t>
                      </a: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dirty="0">
                        <a:latin typeface="+mn-lt"/>
                      </a:endParaRP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10000"/>
                        <a:lumOff val="90000"/>
                      </a:scheme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latin typeface="+mn-lt"/>
                        </a:rPr>
                        <a:t>Corporate</a:t>
                      </a: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dirty="0">
                        <a:latin typeface="+mn-lt"/>
                      </a:endParaRP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latin typeface="+mn-lt"/>
                        </a:rPr>
                        <a:t>GBS</a:t>
                      </a: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dirty="0">
                        <a:latin typeface="+mn-lt"/>
                      </a:endParaRP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latin typeface="+mn-lt"/>
                        </a:rPr>
                        <a:t>CoE</a:t>
                      </a:r>
                    </a:p>
                  </a:txBody>
                  <a:tcPr marL="45720" marR="45720" anchor="ctr">
                    <a:lnL w="6350" cap="flat" cmpd="sng" algn="ctr">
                      <a:solidFill>
                        <a:schemeClr val="bg1">
                          <a:lumMod val="50000"/>
                          <a:lumOff val="50000"/>
                        </a:schemeClr>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91763439"/>
                  </a:ext>
                </a:extLst>
              </a:tr>
            </a:tbl>
          </a:graphicData>
        </a:graphic>
      </p:graphicFrame>
      <p:sp>
        <p:nvSpPr>
          <p:cNvPr id="30" name="Text Box 6">
            <a:extLst>
              <a:ext uri="{FF2B5EF4-FFF2-40B4-BE49-F238E27FC236}">
                <a16:creationId xmlns:a16="http://schemas.microsoft.com/office/drawing/2014/main" id="{ADC13E95-6AE7-3E1D-3F37-EE9F39533CFF}"/>
              </a:ext>
            </a:extLst>
          </p:cNvPr>
          <p:cNvSpPr txBox="1">
            <a:spLocks noChangeArrowheads="1"/>
          </p:cNvSpPr>
          <p:nvPr/>
        </p:nvSpPr>
        <p:spPr bwMode="auto">
          <a:xfrm>
            <a:off x="3467100" y="1369060"/>
            <a:ext cx="2514600" cy="457200"/>
          </a:xfrm>
          <a:prstGeom prst="snip1Rect">
            <a:avLst>
              <a:gd name="adj" fmla="val 29486"/>
            </a:avLst>
          </a:prstGeom>
          <a:solidFill>
            <a:schemeClr val="tx1">
              <a:lumMod val="50000"/>
            </a:schemeClr>
          </a:solidFill>
          <a:ln>
            <a:noFill/>
            <a:headEnd/>
            <a:tailEnd/>
          </a:ln>
          <a:effectLst/>
          <a:scene3d>
            <a:camera prst="orthographicFront"/>
            <a:lightRig rig="threePt" dir="t">
              <a:rot lat="0" lon="0" rev="1200000"/>
            </a:lightRig>
          </a:scene3d>
          <a:sp3d/>
        </p:spPr>
        <p:txBody>
          <a:bodyPr lIns="91440" tIns="0" rIns="91440" bIns="64008" anchor="ctr">
            <a:noAutofit/>
          </a:bodyPr>
          <a:lstStyle/>
          <a:p>
            <a:pPr lvl="0" algn="ctr" defTabSz="829361" fontAlgn="base">
              <a:spcBef>
                <a:spcPct val="0"/>
              </a:spcBef>
              <a:spcAft>
                <a:spcPct val="0"/>
              </a:spcAft>
              <a:defRPr/>
            </a:pPr>
            <a:r>
              <a:rPr lang="en-US" sz="1100" b="1" kern="0" dirty="0">
                <a:solidFill>
                  <a:srgbClr val="FFFFFF"/>
                </a:solidFill>
              </a:rPr>
              <a:t>9.3.2  Perform general accounting</a:t>
            </a:r>
          </a:p>
        </p:txBody>
      </p:sp>
      <p:sp>
        <p:nvSpPr>
          <p:cNvPr id="31" name="Text Box 6">
            <a:extLst>
              <a:ext uri="{FF2B5EF4-FFF2-40B4-BE49-F238E27FC236}">
                <a16:creationId xmlns:a16="http://schemas.microsoft.com/office/drawing/2014/main" id="{784808D7-DEE2-4549-92B2-DD90DE258340}"/>
              </a:ext>
            </a:extLst>
          </p:cNvPr>
          <p:cNvSpPr txBox="1">
            <a:spLocks noChangeArrowheads="1"/>
          </p:cNvSpPr>
          <p:nvPr/>
        </p:nvSpPr>
        <p:spPr bwMode="auto">
          <a:xfrm>
            <a:off x="6210300" y="1369060"/>
            <a:ext cx="2514600" cy="457200"/>
          </a:xfrm>
          <a:prstGeom prst="snip1Rect">
            <a:avLst>
              <a:gd name="adj" fmla="val 29486"/>
            </a:avLst>
          </a:prstGeom>
          <a:solidFill>
            <a:schemeClr val="tx1">
              <a:lumMod val="50000"/>
            </a:schemeClr>
          </a:solidFill>
          <a:ln>
            <a:noFill/>
            <a:headEnd/>
            <a:tailEnd/>
          </a:ln>
          <a:effectLst/>
          <a:scene3d>
            <a:camera prst="orthographicFront"/>
            <a:lightRig rig="threePt" dir="t">
              <a:rot lat="0" lon="0" rev="1200000"/>
            </a:lightRig>
          </a:scene3d>
          <a:sp3d/>
        </p:spPr>
        <p:txBody>
          <a:bodyPr lIns="91440" tIns="0" rIns="91440" bIns="64008" anchor="ctr">
            <a:noAutofit/>
          </a:bodyPr>
          <a:lstStyle/>
          <a:p>
            <a:pPr lvl="0" algn="ctr" defTabSz="829361" fontAlgn="base">
              <a:spcBef>
                <a:spcPct val="0"/>
              </a:spcBef>
              <a:spcAft>
                <a:spcPct val="0"/>
              </a:spcAft>
              <a:defRPr/>
            </a:pPr>
            <a:r>
              <a:rPr lang="en-US" sz="1100" b="1" kern="0" dirty="0">
                <a:solidFill>
                  <a:srgbClr val="FFFFFF"/>
                </a:solidFill>
              </a:rPr>
              <a:t>9.3.3  Perform fixed-asset accounting</a:t>
            </a:r>
          </a:p>
        </p:txBody>
      </p:sp>
      <p:sp>
        <p:nvSpPr>
          <p:cNvPr id="32" name="Text Box 6">
            <a:extLst>
              <a:ext uri="{FF2B5EF4-FFF2-40B4-BE49-F238E27FC236}">
                <a16:creationId xmlns:a16="http://schemas.microsoft.com/office/drawing/2014/main" id="{91815C0A-B88D-D464-33E5-20B4586D4313}"/>
              </a:ext>
            </a:extLst>
          </p:cNvPr>
          <p:cNvSpPr txBox="1">
            <a:spLocks noChangeArrowheads="1"/>
          </p:cNvSpPr>
          <p:nvPr/>
        </p:nvSpPr>
        <p:spPr bwMode="auto">
          <a:xfrm>
            <a:off x="8953500" y="1369060"/>
            <a:ext cx="2514600" cy="457200"/>
          </a:xfrm>
          <a:prstGeom prst="snip1Rect">
            <a:avLst>
              <a:gd name="adj" fmla="val 29486"/>
            </a:avLst>
          </a:prstGeom>
          <a:solidFill>
            <a:schemeClr val="tx1">
              <a:lumMod val="50000"/>
            </a:schemeClr>
          </a:solidFill>
          <a:ln>
            <a:noFill/>
            <a:headEnd/>
            <a:tailEnd/>
          </a:ln>
          <a:effectLst/>
          <a:scene3d>
            <a:camera prst="orthographicFront"/>
            <a:lightRig rig="threePt" dir="t">
              <a:rot lat="0" lon="0" rev="1200000"/>
            </a:lightRig>
          </a:scene3d>
          <a:sp3d/>
        </p:spPr>
        <p:txBody>
          <a:bodyPr lIns="91440" tIns="0" rIns="91440" bIns="64008" anchor="ctr">
            <a:noAutofit/>
          </a:bodyPr>
          <a:lstStyle/>
          <a:p>
            <a:pPr lvl="0" algn="ctr" defTabSz="829361" fontAlgn="base">
              <a:spcBef>
                <a:spcPct val="0"/>
              </a:spcBef>
              <a:spcAft>
                <a:spcPct val="0"/>
              </a:spcAft>
              <a:defRPr/>
            </a:pPr>
            <a:r>
              <a:rPr lang="en-US" sz="1100" b="1" kern="0" dirty="0">
                <a:solidFill>
                  <a:srgbClr val="FFFFFF"/>
                </a:solidFill>
              </a:rPr>
              <a:t>9.3.4  Perform financial reporting</a:t>
            </a:r>
          </a:p>
        </p:txBody>
      </p:sp>
      <p:graphicFrame>
        <p:nvGraphicFramePr>
          <p:cNvPr id="42" name="Table 41">
            <a:extLst>
              <a:ext uri="{FF2B5EF4-FFF2-40B4-BE49-F238E27FC236}">
                <a16:creationId xmlns:a16="http://schemas.microsoft.com/office/drawing/2014/main" id="{B568931D-92B2-9E0B-1199-00E8DF5EA2F4}"/>
              </a:ext>
            </a:extLst>
          </p:cNvPr>
          <p:cNvGraphicFramePr>
            <a:graphicFrameLocks noGrp="1"/>
          </p:cNvGraphicFramePr>
          <p:nvPr>
            <p:extLst>
              <p:ext uri="{D42A27DB-BD31-4B8C-83A1-F6EECF244321}">
                <p14:modId xmlns:p14="http://schemas.microsoft.com/office/powerpoint/2010/main" val="2954496390"/>
              </p:ext>
            </p:extLst>
          </p:nvPr>
        </p:nvGraphicFramePr>
        <p:xfrm>
          <a:off x="6210300" y="1987550"/>
          <a:ext cx="2514600" cy="3657600"/>
        </p:xfrm>
        <a:graphic>
          <a:graphicData uri="http://schemas.openxmlformats.org/drawingml/2006/table">
            <a:tbl>
              <a:tblPr firstRow="1" bandRow="1"/>
              <a:tblGrid>
                <a:gridCol w="2514600">
                  <a:extLst>
                    <a:ext uri="{9D8B030D-6E8A-4147-A177-3AD203B41FA5}">
                      <a16:colId xmlns:a16="http://schemas.microsoft.com/office/drawing/2014/main" val="2289614552"/>
                    </a:ext>
                  </a:extLst>
                </a:gridCol>
              </a:tblGrid>
              <a:tr h="201168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Maintain fixed-asset master data files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Process and record fixed-asset additions and retires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Process and record fixed-asset adjustments, enhancements, revaluations, and transfers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Calculate and record depreciation expense</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Reconcile fixed-asset ledger</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Track fixed-assets including physical inventory</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Provide fixed-asset data to support tax, statutory, and regulatory reporting</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2065583323"/>
                  </a:ext>
                </a:extLst>
              </a:tr>
              <a:tr h="365760">
                <a:tc>
                  <a:txBody>
                    <a:bodyPr/>
                    <a:lstStyle>
                      <a:lvl1pPr marL="0" algn="l" defTabSz="914400" rtl="0" eaLnBrk="1" latinLnBrk="0" hangingPunct="1">
                        <a:defRPr sz="1800" kern="1200">
                          <a:solidFill>
                            <a:schemeClr val="dk1"/>
                          </a:solidFill>
                          <a:latin typeface="EYInterstate Light"/>
                        </a:defRPr>
                      </a:lvl1pPr>
                      <a:lvl2pPr marL="457200" algn="l" defTabSz="914400" rtl="0" eaLnBrk="1" latinLnBrk="0" hangingPunct="1">
                        <a:defRPr sz="1800" kern="1200">
                          <a:solidFill>
                            <a:schemeClr val="dk1"/>
                          </a:solidFill>
                          <a:latin typeface="EYInterstate Light"/>
                        </a:defRPr>
                      </a:lvl2pPr>
                      <a:lvl3pPr marL="914400" algn="l" defTabSz="914400" rtl="0" eaLnBrk="1" latinLnBrk="0" hangingPunct="1">
                        <a:defRPr sz="1800" kern="1200">
                          <a:solidFill>
                            <a:schemeClr val="dk1"/>
                          </a:solidFill>
                          <a:latin typeface="EYInterstate Light"/>
                        </a:defRPr>
                      </a:lvl3pPr>
                      <a:lvl4pPr marL="1371600" algn="l" defTabSz="914400" rtl="0" eaLnBrk="1" latinLnBrk="0" hangingPunct="1">
                        <a:defRPr sz="1800" kern="1200">
                          <a:solidFill>
                            <a:schemeClr val="dk1"/>
                          </a:solidFill>
                          <a:latin typeface="EYInterstate Light"/>
                        </a:defRPr>
                      </a:lvl4pPr>
                      <a:lvl5pPr marL="1828800" algn="l" defTabSz="914400" rtl="0" eaLnBrk="1" latinLnBrk="0" hangingPunct="1">
                        <a:defRPr sz="1800" kern="1200">
                          <a:solidFill>
                            <a:schemeClr val="dk1"/>
                          </a:solidFill>
                          <a:latin typeface="EYInterstate Light"/>
                        </a:defRPr>
                      </a:lvl5pPr>
                      <a:lvl6pPr marL="2286000" algn="l" defTabSz="914400" rtl="0" eaLnBrk="1" latinLnBrk="0" hangingPunct="1">
                        <a:defRPr sz="1800" kern="1200">
                          <a:solidFill>
                            <a:schemeClr val="dk1"/>
                          </a:solidFill>
                          <a:latin typeface="EYInterstate Light"/>
                        </a:defRPr>
                      </a:lvl6pPr>
                      <a:lvl7pPr marL="2743200" algn="l" defTabSz="914400" rtl="0" eaLnBrk="1" latinLnBrk="0" hangingPunct="1">
                        <a:defRPr sz="1800" kern="1200">
                          <a:solidFill>
                            <a:schemeClr val="dk1"/>
                          </a:solidFill>
                          <a:latin typeface="EYInterstate Light"/>
                        </a:defRPr>
                      </a:lvl7pPr>
                      <a:lvl8pPr marL="3200400" algn="l" defTabSz="914400" rtl="0" eaLnBrk="1" latinLnBrk="0" hangingPunct="1">
                        <a:defRPr sz="1800" kern="1200">
                          <a:solidFill>
                            <a:schemeClr val="dk1"/>
                          </a:solidFill>
                          <a:latin typeface="EYInterstate Light"/>
                        </a:defRPr>
                      </a:lvl8pPr>
                      <a:lvl9pPr marL="3657600" algn="l" defTabSz="914400" rtl="0" eaLnBrk="1" latinLnBrk="0" hangingPunct="1">
                        <a:defRPr sz="1800" kern="1200">
                          <a:solidFill>
                            <a:schemeClr val="dk1"/>
                          </a:solidFill>
                          <a:latin typeface="EYInterstate Light"/>
                        </a:defRPr>
                      </a:lvl9pPr>
                    </a:lstStyle>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Establish fixed-asset policies &amp; </a:t>
                      </a:r>
                      <a:br>
                        <a:rPr lang="en-US" sz="900" b="0" dirty="0">
                          <a:solidFill>
                            <a:schemeClr val="bg2"/>
                          </a:solidFill>
                          <a:latin typeface="+mn-lt"/>
                        </a:rPr>
                      </a:br>
                      <a:r>
                        <a:rPr lang="en-US" sz="900" b="0" dirty="0">
                          <a:solidFill>
                            <a:schemeClr val="bg2"/>
                          </a:solidFill>
                          <a:latin typeface="+mn-lt"/>
                        </a:rPr>
                        <a:t>procedures</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10000"/>
                        <a:lumOff val="90000"/>
                      </a:schemeClr>
                    </a:solidFill>
                  </a:tcPr>
                </a:tc>
                <a:extLst>
                  <a:ext uri="{0D108BD9-81ED-4DB2-BD59-A6C34878D82A}">
                    <a16:rowId xmlns:a16="http://schemas.microsoft.com/office/drawing/2014/main" val="1161068718"/>
                  </a:ext>
                </a:extLst>
              </a:tr>
              <a:tr h="1280160">
                <a:tc>
                  <a:txBody>
                    <a:bodyPr/>
                    <a:lstStyle>
                      <a:lvl1pPr marL="0" algn="l" defTabSz="914400" rtl="0" eaLnBrk="1" latinLnBrk="0" hangingPunct="1">
                        <a:defRPr sz="1800" kern="1200">
                          <a:solidFill>
                            <a:schemeClr val="dk1"/>
                          </a:solidFill>
                          <a:latin typeface="EYInterstate Light"/>
                        </a:defRPr>
                      </a:lvl1pPr>
                      <a:lvl2pPr marL="457200" algn="l" defTabSz="914400" rtl="0" eaLnBrk="1" latinLnBrk="0" hangingPunct="1">
                        <a:defRPr sz="1800" kern="1200">
                          <a:solidFill>
                            <a:schemeClr val="dk1"/>
                          </a:solidFill>
                          <a:latin typeface="EYInterstate Light"/>
                        </a:defRPr>
                      </a:lvl2pPr>
                      <a:lvl3pPr marL="914400" algn="l" defTabSz="914400" rtl="0" eaLnBrk="1" latinLnBrk="0" hangingPunct="1">
                        <a:defRPr sz="1800" kern="1200">
                          <a:solidFill>
                            <a:schemeClr val="dk1"/>
                          </a:solidFill>
                          <a:latin typeface="EYInterstate Light"/>
                        </a:defRPr>
                      </a:lvl3pPr>
                      <a:lvl4pPr marL="1371600" algn="l" defTabSz="914400" rtl="0" eaLnBrk="1" latinLnBrk="0" hangingPunct="1">
                        <a:defRPr sz="1800" kern="1200">
                          <a:solidFill>
                            <a:schemeClr val="dk1"/>
                          </a:solidFill>
                          <a:latin typeface="EYInterstate Light"/>
                        </a:defRPr>
                      </a:lvl4pPr>
                      <a:lvl5pPr marL="1828800" algn="l" defTabSz="914400" rtl="0" eaLnBrk="1" latinLnBrk="0" hangingPunct="1">
                        <a:defRPr sz="1800" kern="1200">
                          <a:solidFill>
                            <a:schemeClr val="dk1"/>
                          </a:solidFill>
                          <a:latin typeface="EYInterstate Light"/>
                        </a:defRPr>
                      </a:lvl5pPr>
                      <a:lvl6pPr marL="2286000" algn="l" defTabSz="914400" rtl="0" eaLnBrk="1" latinLnBrk="0" hangingPunct="1">
                        <a:defRPr sz="1800" kern="1200">
                          <a:solidFill>
                            <a:schemeClr val="dk1"/>
                          </a:solidFill>
                          <a:latin typeface="EYInterstate Light"/>
                        </a:defRPr>
                      </a:lvl6pPr>
                      <a:lvl7pPr marL="2743200" algn="l" defTabSz="914400" rtl="0" eaLnBrk="1" latinLnBrk="0" hangingPunct="1">
                        <a:defRPr sz="1800" kern="1200">
                          <a:solidFill>
                            <a:schemeClr val="dk1"/>
                          </a:solidFill>
                          <a:latin typeface="EYInterstate Light"/>
                        </a:defRPr>
                      </a:lvl7pPr>
                      <a:lvl8pPr marL="3200400" algn="l" defTabSz="914400" rtl="0" eaLnBrk="1" latinLnBrk="0" hangingPunct="1">
                        <a:defRPr sz="1800" kern="1200">
                          <a:solidFill>
                            <a:schemeClr val="dk1"/>
                          </a:solidFill>
                          <a:latin typeface="EYInterstate Light"/>
                        </a:defRPr>
                      </a:lvl8pPr>
                      <a:lvl9pPr marL="3657600" algn="l" defTabSz="914400" rtl="0" eaLnBrk="1" latinLnBrk="0" hangingPunct="1">
                        <a:defRPr sz="1800" kern="1200">
                          <a:solidFill>
                            <a:schemeClr val="dk1"/>
                          </a:solidFill>
                          <a:latin typeface="EYInterstate Light"/>
                        </a:defRPr>
                      </a:lvl9pPr>
                    </a:lstStyle>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Maintain fixed-asset master data files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Process &amp; record fixed-asset additions &amp; retires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Process &amp; record fixed-asset adjustments, enhancements, revaluations, &amp; transfers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Process and record fixed-asset maintenance  &amp; repair expenses</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25000"/>
                        <a:lumOff val="75000"/>
                      </a:schemeClr>
                    </a:solidFill>
                  </a:tcPr>
                </a:tc>
                <a:extLst>
                  <a:ext uri="{0D108BD9-81ED-4DB2-BD59-A6C34878D82A}">
                    <a16:rowId xmlns:a16="http://schemas.microsoft.com/office/drawing/2014/main" val="3990731815"/>
                  </a:ext>
                </a:extLst>
              </a:tr>
            </a:tbl>
          </a:graphicData>
        </a:graphic>
      </p:graphicFrame>
      <p:graphicFrame>
        <p:nvGraphicFramePr>
          <p:cNvPr id="43" name="Table 42">
            <a:extLst>
              <a:ext uri="{FF2B5EF4-FFF2-40B4-BE49-F238E27FC236}">
                <a16:creationId xmlns:a16="http://schemas.microsoft.com/office/drawing/2014/main" id="{BBC3A4E3-DB22-6D06-1955-0AC9FAF4B0E7}"/>
              </a:ext>
            </a:extLst>
          </p:cNvPr>
          <p:cNvGraphicFramePr>
            <a:graphicFrameLocks noGrp="1"/>
          </p:cNvGraphicFramePr>
          <p:nvPr>
            <p:extLst>
              <p:ext uri="{D42A27DB-BD31-4B8C-83A1-F6EECF244321}">
                <p14:modId xmlns:p14="http://schemas.microsoft.com/office/powerpoint/2010/main" val="341081913"/>
              </p:ext>
            </p:extLst>
          </p:nvPr>
        </p:nvGraphicFramePr>
        <p:xfrm>
          <a:off x="3467100" y="1987550"/>
          <a:ext cx="2514600" cy="3657600"/>
        </p:xfrm>
        <a:graphic>
          <a:graphicData uri="http://schemas.openxmlformats.org/drawingml/2006/table">
            <a:tbl>
              <a:tblPr firstRow="1" bandRow="1"/>
              <a:tblGrid>
                <a:gridCol w="2514600">
                  <a:extLst>
                    <a:ext uri="{9D8B030D-6E8A-4147-A177-3AD203B41FA5}">
                      <a16:colId xmlns:a16="http://schemas.microsoft.com/office/drawing/2014/main" val="2289614552"/>
                    </a:ext>
                  </a:extLst>
                </a:gridCol>
              </a:tblGrid>
              <a:tr h="274320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Maintain chart of accounts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Process journal entries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Process allocations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Process period end adjustments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Post and reconcile intercompany transactions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Reconcile general ledger accounts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Perform consolidations and process eliminations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Prepare trial balance</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2065583323"/>
                  </a:ext>
                </a:extLst>
              </a:tr>
              <a:tr h="914400">
                <a:tc>
                  <a:txBody>
                    <a:bodyPr/>
                    <a:lstStyle>
                      <a:lvl1pPr marL="0" algn="l" defTabSz="914400" rtl="0" eaLnBrk="1" latinLnBrk="0" hangingPunct="1">
                        <a:defRPr sz="1800" kern="1200">
                          <a:solidFill>
                            <a:schemeClr val="dk1"/>
                          </a:solidFill>
                          <a:latin typeface="EYInterstate Light"/>
                        </a:defRPr>
                      </a:lvl1pPr>
                      <a:lvl2pPr marL="457200" algn="l" defTabSz="914400" rtl="0" eaLnBrk="1" latinLnBrk="0" hangingPunct="1">
                        <a:defRPr sz="1800" kern="1200">
                          <a:solidFill>
                            <a:schemeClr val="dk1"/>
                          </a:solidFill>
                          <a:latin typeface="EYInterstate Light"/>
                        </a:defRPr>
                      </a:lvl2pPr>
                      <a:lvl3pPr marL="914400" algn="l" defTabSz="914400" rtl="0" eaLnBrk="1" latinLnBrk="0" hangingPunct="1">
                        <a:defRPr sz="1800" kern="1200">
                          <a:solidFill>
                            <a:schemeClr val="dk1"/>
                          </a:solidFill>
                          <a:latin typeface="EYInterstate Light"/>
                        </a:defRPr>
                      </a:lvl3pPr>
                      <a:lvl4pPr marL="1371600" algn="l" defTabSz="914400" rtl="0" eaLnBrk="1" latinLnBrk="0" hangingPunct="1">
                        <a:defRPr sz="1800" kern="1200">
                          <a:solidFill>
                            <a:schemeClr val="dk1"/>
                          </a:solidFill>
                          <a:latin typeface="EYInterstate Light"/>
                        </a:defRPr>
                      </a:lvl4pPr>
                      <a:lvl5pPr marL="1828800" algn="l" defTabSz="914400" rtl="0" eaLnBrk="1" latinLnBrk="0" hangingPunct="1">
                        <a:defRPr sz="1800" kern="1200">
                          <a:solidFill>
                            <a:schemeClr val="dk1"/>
                          </a:solidFill>
                          <a:latin typeface="EYInterstate Light"/>
                        </a:defRPr>
                      </a:lvl5pPr>
                      <a:lvl6pPr marL="2286000" algn="l" defTabSz="914400" rtl="0" eaLnBrk="1" latinLnBrk="0" hangingPunct="1">
                        <a:defRPr sz="1800" kern="1200">
                          <a:solidFill>
                            <a:schemeClr val="dk1"/>
                          </a:solidFill>
                          <a:latin typeface="EYInterstate Light"/>
                        </a:defRPr>
                      </a:lvl6pPr>
                      <a:lvl7pPr marL="2743200" algn="l" defTabSz="914400" rtl="0" eaLnBrk="1" latinLnBrk="0" hangingPunct="1">
                        <a:defRPr sz="1800" kern="1200">
                          <a:solidFill>
                            <a:schemeClr val="dk1"/>
                          </a:solidFill>
                          <a:latin typeface="EYInterstate Light"/>
                        </a:defRPr>
                      </a:lvl7pPr>
                      <a:lvl8pPr marL="3200400" algn="l" defTabSz="914400" rtl="0" eaLnBrk="1" latinLnBrk="0" hangingPunct="1">
                        <a:defRPr sz="1800" kern="1200">
                          <a:solidFill>
                            <a:schemeClr val="dk1"/>
                          </a:solidFill>
                          <a:latin typeface="EYInterstate Light"/>
                        </a:defRPr>
                      </a:lvl8pPr>
                      <a:lvl9pPr marL="3657600" algn="l" defTabSz="914400" rtl="0" eaLnBrk="1" latinLnBrk="0" hangingPunct="1">
                        <a:defRPr sz="1800" kern="1200">
                          <a:solidFill>
                            <a:schemeClr val="dk1"/>
                          </a:solidFill>
                          <a:latin typeface="EYInterstate Light"/>
                        </a:defRPr>
                      </a:lvl9pPr>
                    </a:lstStyle>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Maintain chart of accounts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Process period end adjustments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Prepare and post management adjustments</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10000"/>
                        <a:lumOff val="90000"/>
                      </a:schemeClr>
                    </a:solidFill>
                  </a:tcPr>
                </a:tc>
                <a:extLst>
                  <a:ext uri="{0D108BD9-81ED-4DB2-BD59-A6C34878D82A}">
                    <a16:rowId xmlns:a16="http://schemas.microsoft.com/office/drawing/2014/main" val="1161068718"/>
                  </a:ext>
                </a:extLst>
              </a:tr>
            </a:tbl>
          </a:graphicData>
        </a:graphic>
      </p:graphicFrame>
      <p:graphicFrame>
        <p:nvGraphicFramePr>
          <p:cNvPr id="44" name="Table 43">
            <a:extLst>
              <a:ext uri="{FF2B5EF4-FFF2-40B4-BE49-F238E27FC236}">
                <a16:creationId xmlns:a16="http://schemas.microsoft.com/office/drawing/2014/main" id="{97891C50-98AC-DC71-E8E4-3725A9B50EFF}"/>
              </a:ext>
            </a:extLst>
          </p:cNvPr>
          <p:cNvGraphicFramePr>
            <a:graphicFrameLocks noGrp="1"/>
          </p:cNvGraphicFramePr>
          <p:nvPr>
            <p:custDataLst>
              <p:tags r:id="rId1"/>
            </p:custDataLst>
            <p:extLst>
              <p:ext uri="{D42A27DB-BD31-4B8C-83A1-F6EECF244321}">
                <p14:modId xmlns:p14="http://schemas.microsoft.com/office/powerpoint/2010/main" val="535780710"/>
              </p:ext>
            </p:extLst>
          </p:nvPr>
        </p:nvGraphicFramePr>
        <p:xfrm>
          <a:off x="8953500" y="1987550"/>
          <a:ext cx="2514600" cy="3657600"/>
        </p:xfrm>
        <a:graphic>
          <a:graphicData uri="http://schemas.openxmlformats.org/drawingml/2006/table">
            <a:tbl>
              <a:tblPr firstRow="1" bandRow="1"/>
              <a:tblGrid>
                <a:gridCol w="2514600">
                  <a:extLst>
                    <a:ext uri="{9D8B030D-6E8A-4147-A177-3AD203B41FA5}">
                      <a16:colId xmlns:a16="http://schemas.microsoft.com/office/drawing/2014/main" val="2289614552"/>
                    </a:ext>
                  </a:extLst>
                </a:gridCol>
              </a:tblGrid>
              <a:tr h="201168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Prepare business unit financial </a:t>
                      </a:r>
                      <a:br>
                        <a:rPr lang="en-US" sz="900" b="0" dirty="0">
                          <a:solidFill>
                            <a:schemeClr val="bg2"/>
                          </a:solidFill>
                          <a:latin typeface="+mn-lt"/>
                        </a:rPr>
                      </a:br>
                      <a:r>
                        <a:rPr lang="en-US" sz="900" b="0" dirty="0">
                          <a:solidFill>
                            <a:schemeClr val="bg2"/>
                          </a:solidFill>
                          <a:latin typeface="+mn-lt"/>
                        </a:rPr>
                        <a:t>statements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Prepare consolidated financial statements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Perform business unit reporting/review management reports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Perform consolidated reporting/review of cost management reports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Prepare statements for board review</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Produce quarterly/annual filings and shareholder reports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Produce regulatory reports</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2065583323"/>
                  </a:ext>
                </a:extLst>
              </a:tr>
              <a:tr h="1645920">
                <a:tc>
                  <a:txBody>
                    <a:bodyPr/>
                    <a:lstStyle>
                      <a:lvl1pPr marL="0" algn="l" defTabSz="914400" rtl="0" eaLnBrk="1" latinLnBrk="0" hangingPunct="1">
                        <a:defRPr sz="1800" kern="1200">
                          <a:solidFill>
                            <a:schemeClr val="dk1"/>
                          </a:solidFill>
                          <a:latin typeface="EYInterstate Light"/>
                        </a:defRPr>
                      </a:lvl1pPr>
                      <a:lvl2pPr marL="457200" algn="l" defTabSz="914400" rtl="0" eaLnBrk="1" latinLnBrk="0" hangingPunct="1">
                        <a:defRPr sz="1800" kern="1200">
                          <a:solidFill>
                            <a:schemeClr val="dk1"/>
                          </a:solidFill>
                          <a:latin typeface="EYInterstate Light"/>
                        </a:defRPr>
                      </a:lvl2pPr>
                      <a:lvl3pPr marL="914400" algn="l" defTabSz="914400" rtl="0" eaLnBrk="1" latinLnBrk="0" hangingPunct="1">
                        <a:defRPr sz="1800" kern="1200">
                          <a:solidFill>
                            <a:schemeClr val="dk1"/>
                          </a:solidFill>
                          <a:latin typeface="EYInterstate Light"/>
                        </a:defRPr>
                      </a:lvl3pPr>
                      <a:lvl4pPr marL="1371600" algn="l" defTabSz="914400" rtl="0" eaLnBrk="1" latinLnBrk="0" hangingPunct="1">
                        <a:defRPr sz="1800" kern="1200">
                          <a:solidFill>
                            <a:schemeClr val="dk1"/>
                          </a:solidFill>
                          <a:latin typeface="EYInterstate Light"/>
                        </a:defRPr>
                      </a:lvl4pPr>
                      <a:lvl5pPr marL="1828800" algn="l" defTabSz="914400" rtl="0" eaLnBrk="1" latinLnBrk="0" hangingPunct="1">
                        <a:defRPr sz="1800" kern="1200">
                          <a:solidFill>
                            <a:schemeClr val="dk1"/>
                          </a:solidFill>
                          <a:latin typeface="EYInterstate Light"/>
                        </a:defRPr>
                      </a:lvl5pPr>
                      <a:lvl6pPr marL="2286000" algn="l" defTabSz="914400" rtl="0" eaLnBrk="1" latinLnBrk="0" hangingPunct="1">
                        <a:defRPr sz="1800" kern="1200">
                          <a:solidFill>
                            <a:schemeClr val="dk1"/>
                          </a:solidFill>
                          <a:latin typeface="EYInterstate Light"/>
                        </a:defRPr>
                      </a:lvl6pPr>
                      <a:lvl7pPr marL="2743200" algn="l" defTabSz="914400" rtl="0" eaLnBrk="1" latinLnBrk="0" hangingPunct="1">
                        <a:defRPr sz="1800" kern="1200">
                          <a:solidFill>
                            <a:schemeClr val="dk1"/>
                          </a:solidFill>
                          <a:latin typeface="EYInterstate Light"/>
                        </a:defRPr>
                      </a:lvl7pPr>
                      <a:lvl8pPr marL="3200400" algn="l" defTabSz="914400" rtl="0" eaLnBrk="1" latinLnBrk="0" hangingPunct="1">
                        <a:defRPr sz="1800" kern="1200">
                          <a:solidFill>
                            <a:schemeClr val="dk1"/>
                          </a:solidFill>
                          <a:latin typeface="EYInterstate Light"/>
                        </a:defRPr>
                      </a:lvl8pPr>
                      <a:lvl9pPr marL="3657600" algn="l" defTabSz="914400" rtl="0" eaLnBrk="1" latinLnBrk="0" hangingPunct="1">
                        <a:defRPr sz="1800" kern="1200">
                          <a:solidFill>
                            <a:schemeClr val="dk1"/>
                          </a:solidFill>
                          <a:latin typeface="EYInterstate Light"/>
                        </a:defRPr>
                      </a:lvl9pPr>
                    </a:lstStyle>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Prepare business unit financial </a:t>
                      </a:r>
                      <a:br>
                        <a:rPr lang="en-US" sz="900" b="0" dirty="0">
                          <a:solidFill>
                            <a:schemeClr val="bg2"/>
                          </a:solidFill>
                          <a:latin typeface="+mn-lt"/>
                        </a:rPr>
                      </a:br>
                      <a:r>
                        <a:rPr lang="en-US" sz="900" b="0" dirty="0">
                          <a:solidFill>
                            <a:schemeClr val="bg2"/>
                          </a:solidFill>
                          <a:latin typeface="+mn-lt"/>
                        </a:rPr>
                        <a:t>statements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Prepare consolidated financial statements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Prepare statements for board review</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Produce quarterly/annual filings and shareholder reports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Produce regulatory reports</a:t>
                      </a:r>
                    </a:p>
                    <a:p>
                      <a:pPr marL="91440" indent="-91440">
                        <a:lnSpc>
                          <a:spcPct val="100000"/>
                        </a:lnSpc>
                        <a:spcBef>
                          <a:spcPts val="300"/>
                        </a:spcBef>
                        <a:spcAft>
                          <a:spcPts val="0"/>
                        </a:spcAft>
                        <a:buFont typeface="Arial" panose="020B0604020202020204" pitchFamily="34" charset="0"/>
                        <a:buChar char="•"/>
                      </a:pPr>
                      <a:r>
                        <a:rPr lang="en-US" sz="900" b="0" dirty="0">
                          <a:solidFill>
                            <a:schemeClr val="bg2"/>
                          </a:solidFill>
                          <a:latin typeface="+mn-lt"/>
                        </a:rPr>
                        <a:t>Perform legal and management consolidation</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10000"/>
                        <a:lumOff val="90000"/>
                      </a:schemeClr>
                    </a:solidFill>
                  </a:tcPr>
                </a:tc>
                <a:extLst>
                  <a:ext uri="{0D108BD9-81ED-4DB2-BD59-A6C34878D82A}">
                    <a16:rowId xmlns:a16="http://schemas.microsoft.com/office/drawing/2014/main" val="1161068718"/>
                  </a:ext>
                </a:extLst>
              </a:tr>
            </a:tbl>
          </a:graphicData>
        </a:graphic>
      </p:graphicFrame>
      <p:graphicFrame>
        <p:nvGraphicFramePr>
          <p:cNvPr id="45" name="Table 44">
            <a:extLst>
              <a:ext uri="{FF2B5EF4-FFF2-40B4-BE49-F238E27FC236}">
                <a16:creationId xmlns:a16="http://schemas.microsoft.com/office/drawing/2014/main" id="{1CA3A969-77C4-DC62-3E44-429B857490D8}"/>
              </a:ext>
            </a:extLst>
          </p:cNvPr>
          <p:cNvGraphicFramePr>
            <a:graphicFrameLocks noGrp="1"/>
          </p:cNvGraphicFramePr>
          <p:nvPr>
            <p:extLst>
              <p:ext uri="{D42A27DB-BD31-4B8C-83A1-F6EECF244321}">
                <p14:modId xmlns:p14="http://schemas.microsoft.com/office/powerpoint/2010/main" val="4174263700"/>
              </p:ext>
            </p:extLst>
          </p:nvPr>
        </p:nvGraphicFramePr>
        <p:xfrm>
          <a:off x="723900" y="1987550"/>
          <a:ext cx="2514600" cy="3657600"/>
        </p:xfrm>
        <a:graphic>
          <a:graphicData uri="http://schemas.openxmlformats.org/drawingml/2006/table">
            <a:tbl>
              <a:tblPr firstRow="1" bandRow="1"/>
              <a:tblGrid>
                <a:gridCol w="2514600">
                  <a:extLst>
                    <a:ext uri="{9D8B030D-6E8A-4147-A177-3AD203B41FA5}">
                      <a16:colId xmlns:a16="http://schemas.microsoft.com/office/drawing/2014/main" val="2289614552"/>
                    </a:ext>
                  </a:extLst>
                </a:gridCol>
              </a:tblGrid>
              <a:tr h="365760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91440" indent="-91440">
                        <a:lnSpc>
                          <a:spcPct val="100000"/>
                        </a:lnSpc>
                        <a:spcBef>
                          <a:spcPts val="600"/>
                        </a:spcBef>
                        <a:spcAft>
                          <a:spcPts val="0"/>
                        </a:spcAft>
                        <a:buFont typeface="Arial" panose="020B0604020202020204" pitchFamily="34" charset="0"/>
                        <a:buChar char="•"/>
                      </a:pPr>
                      <a:r>
                        <a:rPr lang="en-US" sz="900" b="0" dirty="0">
                          <a:solidFill>
                            <a:schemeClr val="bg2"/>
                          </a:solidFill>
                          <a:latin typeface="+mn-lt"/>
                        </a:rPr>
                        <a:t>Negotiate service-level agreements</a:t>
                      </a:r>
                    </a:p>
                    <a:p>
                      <a:pPr marL="91440" indent="-91440">
                        <a:lnSpc>
                          <a:spcPct val="100000"/>
                        </a:lnSpc>
                        <a:spcBef>
                          <a:spcPts val="600"/>
                        </a:spcBef>
                        <a:spcAft>
                          <a:spcPts val="0"/>
                        </a:spcAft>
                        <a:buFont typeface="Arial" panose="020B0604020202020204" pitchFamily="34" charset="0"/>
                        <a:buChar char="•"/>
                      </a:pPr>
                      <a:r>
                        <a:rPr lang="en-US" sz="900" b="0" dirty="0">
                          <a:solidFill>
                            <a:schemeClr val="bg2"/>
                          </a:solidFill>
                          <a:latin typeface="+mn-lt"/>
                        </a:rPr>
                        <a:t>Establish accounting policies</a:t>
                      </a:r>
                    </a:p>
                    <a:p>
                      <a:pPr marL="91440" indent="-91440">
                        <a:lnSpc>
                          <a:spcPct val="100000"/>
                        </a:lnSpc>
                        <a:spcBef>
                          <a:spcPts val="600"/>
                        </a:spcBef>
                        <a:spcAft>
                          <a:spcPts val="0"/>
                        </a:spcAft>
                        <a:buFont typeface="Arial" panose="020B0604020202020204" pitchFamily="34" charset="0"/>
                        <a:buChar char="•"/>
                      </a:pPr>
                      <a:r>
                        <a:rPr lang="en-US" sz="900" b="0" dirty="0">
                          <a:solidFill>
                            <a:schemeClr val="bg2"/>
                          </a:solidFill>
                          <a:latin typeface="+mn-lt"/>
                        </a:rPr>
                        <a:t>Publish accounting policies</a:t>
                      </a:r>
                    </a:p>
                    <a:p>
                      <a:pPr marL="91440" indent="-91440">
                        <a:lnSpc>
                          <a:spcPct val="100000"/>
                        </a:lnSpc>
                        <a:spcBef>
                          <a:spcPts val="600"/>
                        </a:spcBef>
                        <a:spcAft>
                          <a:spcPts val="0"/>
                        </a:spcAft>
                        <a:buFont typeface="Arial" panose="020B0604020202020204" pitchFamily="34" charset="0"/>
                        <a:buChar char="•"/>
                      </a:pPr>
                      <a:r>
                        <a:rPr lang="en-US" sz="900" b="0" dirty="0">
                          <a:solidFill>
                            <a:schemeClr val="bg2"/>
                          </a:solidFill>
                          <a:latin typeface="+mn-lt"/>
                        </a:rPr>
                        <a:t>Set and enforce approval limits</a:t>
                      </a:r>
                    </a:p>
                    <a:p>
                      <a:pPr marL="91440" indent="-91440">
                        <a:lnSpc>
                          <a:spcPct val="100000"/>
                        </a:lnSpc>
                        <a:spcBef>
                          <a:spcPts val="600"/>
                        </a:spcBef>
                        <a:spcAft>
                          <a:spcPts val="0"/>
                        </a:spcAft>
                        <a:buFont typeface="Arial" panose="020B0604020202020204" pitchFamily="34" charset="0"/>
                        <a:buChar char="•"/>
                      </a:pPr>
                      <a:r>
                        <a:rPr lang="en-US" sz="900" b="0" dirty="0">
                          <a:solidFill>
                            <a:schemeClr val="bg2"/>
                          </a:solidFill>
                          <a:latin typeface="+mn-lt"/>
                        </a:rPr>
                        <a:t>Establish common financial systems</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10000"/>
                        <a:lumOff val="90000"/>
                      </a:schemeClr>
                    </a:solidFill>
                  </a:tcPr>
                </a:tc>
                <a:extLst>
                  <a:ext uri="{0D108BD9-81ED-4DB2-BD59-A6C34878D82A}">
                    <a16:rowId xmlns:a16="http://schemas.microsoft.com/office/drawing/2014/main" val="2065583323"/>
                  </a:ext>
                </a:extLst>
              </a:tr>
            </a:tbl>
          </a:graphicData>
        </a:graphic>
      </p:graphicFrame>
      <p:sp>
        <p:nvSpPr>
          <p:cNvPr id="3" name="Rectangle 2">
            <a:extLst>
              <a:ext uri="{FF2B5EF4-FFF2-40B4-BE49-F238E27FC236}">
                <a16:creationId xmlns:a16="http://schemas.microsoft.com/office/drawing/2014/main" id="{E3C7AF7B-66EE-A641-9A8E-52F32195A11B}"/>
              </a:ext>
            </a:extLst>
          </p:cNvPr>
          <p:cNvSpPr/>
          <p:nvPr/>
        </p:nvSpPr>
        <p:spPr>
          <a:xfrm>
            <a:off x="2872740" y="1987550"/>
            <a:ext cx="36576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100%</a:t>
            </a:r>
            <a:endParaRPr kumimoji="0" lang="en-IN" sz="800" b="1" i="1" u="none" strike="noStrike" kern="0" cap="none" spc="0" normalizeH="0" baseline="0" noProof="0" dirty="0" err="1">
              <a:ln>
                <a:noFill/>
              </a:ln>
              <a:effectLst/>
              <a:uLnTx/>
              <a:uFillTx/>
              <a:ea typeface="+mn-ea"/>
              <a:cs typeface="+mn-cs"/>
            </a:endParaRPr>
          </a:p>
        </p:txBody>
      </p:sp>
      <p:sp>
        <p:nvSpPr>
          <p:cNvPr id="7" name="Rectangle 6">
            <a:extLst>
              <a:ext uri="{FF2B5EF4-FFF2-40B4-BE49-F238E27FC236}">
                <a16:creationId xmlns:a16="http://schemas.microsoft.com/office/drawing/2014/main" id="{D18851EA-08C2-FE1F-44D7-58E6E1C21471}"/>
              </a:ext>
            </a:extLst>
          </p:cNvPr>
          <p:cNvSpPr/>
          <p:nvPr/>
        </p:nvSpPr>
        <p:spPr>
          <a:xfrm>
            <a:off x="8404860" y="1987550"/>
            <a:ext cx="32004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55%</a:t>
            </a:r>
            <a:endParaRPr kumimoji="0" lang="en-IN" sz="800" b="1" i="1" u="none" strike="noStrike" kern="0" cap="none" spc="0" normalizeH="0" baseline="0" noProof="0" dirty="0" err="1">
              <a:ln>
                <a:noFill/>
              </a:ln>
              <a:effectLst/>
              <a:uLnTx/>
              <a:uFillTx/>
              <a:ea typeface="+mn-ea"/>
              <a:cs typeface="+mn-cs"/>
            </a:endParaRPr>
          </a:p>
        </p:txBody>
      </p:sp>
      <p:sp>
        <p:nvSpPr>
          <p:cNvPr id="9" name="Rectangle 8">
            <a:extLst>
              <a:ext uri="{FF2B5EF4-FFF2-40B4-BE49-F238E27FC236}">
                <a16:creationId xmlns:a16="http://schemas.microsoft.com/office/drawing/2014/main" id="{CDDB3E11-3FDC-24A6-8FD0-8FF98279A309}"/>
              </a:ext>
            </a:extLst>
          </p:cNvPr>
          <p:cNvSpPr/>
          <p:nvPr/>
        </p:nvSpPr>
        <p:spPr>
          <a:xfrm>
            <a:off x="5661660" y="1987550"/>
            <a:ext cx="32004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75%</a:t>
            </a:r>
            <a:endParaRPr kumimoji="0" lang="en-IN" sz="800" b="1" i="1" u="none" strike="noStrike" kern="0" cap="none" spc="0" normalizeH="0" baseline="0" noProof="0" dirty="0" err="1">
              <a:ln>
                <a:noFill/>
              </a:ln>
              <a:effectLst/>
              <a:uLnTx/>
              <a:uFillTx/>
              <a:ea typeface="+mn-ea"/>
              <a:cs typeface="+mn-cs"/>
            </a:endParaRPr>
          </a:p>
        </p:txBody>
      </p:sp>
      <p:sp>
        <p:nvSpPr>
          <p:cNvPr id="10" name="Rectangle 9">
            <a:extLst>
              <a:ext uri="{FF2B5EF4-FFF2-40B4-BE49-F238E27FC236}">
                <a16:creationId xmlns:a16="http://schemas.microsoft.com/office/drawing/2014/main" id="{D6560AA9-9A4B-3FDF-B472-418224F073FD}"/>
              </a:ext>
            </a:extLst>
          </p:cNvPr>
          <p:cNvSpPr/>
          <p:nvPr/>
        </p:nvSpPr>
        <p:spPr>
          <a:xfrm>
            <a:off x="11148060" y="1987550"/>
            <a:ext cx="32004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55%</a:t>
            </a:r>
            <a:endParaRPr kumimoji="0" lang="en-IN" sz="800" b="1" i="1" u="none" strike="noStrike" kern="0" cap="none" spc="0" normalizeH="0" baseline="0" noProof="0" dirty="0" err="1">
              <a:ln>
                <a:noFill/>
              </a:ln>
              <a:effectLst/>
              <a:uLnTx/>
              <a:uFillTx/>
              <a:ea typeface="+mn-ea"/>
              <a:cs typeface="+mn-cs"/>
            </a:endParaRPr>
          </a:p>
        </p:txBody>
      </p:sp>
      <p:sp>
        <p:nvSpPr>
          <p:cNvPr id="11" name="Rectangle 10">
            <a:extLst>
              <a:ext uri="{FF2B5EF4-FFF2-40B4-BE49-F238E27FC236}">
                <a16:creationId xmlns:a16="http://schemas.microsoft.com/office/drawing/2014/main" id="{AD997A12-3D11-E3C3-8659-1DA422B4D00A}"/>
              </a:ext>
            </a:extLst>
          </p:cNvPr>
          <p:cNvSpPr/>
          <p:nvPr/>
        </p:nvSpPr>
        <p:spPr>
          <a:xfrm>
            <a:off x="11148060" y="3999230"/>
            <a:ext cx="32004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45%</a:t>
            </a:r>
            <a:endParaRPr kumimoji="0" lang="en-IN" sz="800" b="1" i="1" u="none" strike="noStrike" kern="0" cap="none" spc="0" normalizeH="0" baseline="0" noProof="0" dirty="0" err="1">
              <a:ln>
                <a:noFill/>
              </a:ln>
              <a:effectLst/>
              <a:uLnTx/>
              <a:uFillTx/>
              <a:ea typeface="+mn-ea"/>
              <a:cs typeface="+mn-cs"/>
            </a:endParaRPr>
          </a:p>
        </p:txBody>
      </p:sp>
      <p:sp>
        <p:nvSpPr>
          <p:cNvPr id="12" name="Rectangle 11">
            <a:extLst>
              <a:ext uri="{FF2B5EF4-FFF2-40B4-BE49-F238E27FC236}">
                <a16:creationId xmlns:a16="http://schemas.microsoft.com/office/drawing/2014/main" id="{876BB477-44BE-32C5-EA49-0D31B69AF405}"/>
              </a:ext>
            </a:extLst>
          </p:cNvPr>
          <p:cNvSpPr/>
          <p:nvPr/>
        </p:nvSpPr>
        <p:spPr>
          <a:xfrm>
            <a:off x="8404860" y="4366345"/>
            <a:ext cx="32004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35%</a:t>
            </a:r>
            <a:endParaRPr kumimoji="0" lang="en-IN" sz="800" b="1" i="1" u="none" strike="noStrike" kern="0" cap="none" spc="0" normalizeH="0" baseline="0" noProof="0" dirty="0" err="1">
              <a:ln>
                <a:noFill/>
              </a:ln>
              <a:effectLst/>
              <a:uLnTx/>
              <a:uFillTx/>
              <a:ea typeface="+mn-ea"/>
              <a:cs typeface="+mn-cs"/>
            </a:endParaRPr>
          </a:p>
        </p:txBody>
      </p:sp>
      <p:sp>
        <p:nvSpPr>
          <p:cNvPr id="13" name="Rectangle 12">
            <a:extLst>
              <a:ext uri="{FF2B5EF4-FFF2-40B4-BE49-F238E27FC236}">
                <a16:creationId xmlns:a16="http://schemas.microsoft.com/office/drawing/2014/main" id="{1CC3E9B5-5134-1107-FC1C-E95013CA1390}"/>
              </a:ext>
            </a:extLst>
          </p:cNvPr>
          <p:cNvSpPr/>
          <p:nvPr/>
        </p:nvSpPr>
        <p:spPr>
          <a:xfrm>
            <a:off x="8404860" y="3999230"/>
            <a:ext cx="32004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10%</a:t>
            </a:r>
            <a:endParaRPr kumimoji="0" lang="en-IN" sz="800" b="1" i="1" u="none" strike="noStrike" kern="0" cap="none" spc="0" normalizeH="0" baseline="0" noProof="0" dirty="0" err="1">
              <a:ln>
                <a:noFill/>
              </a:ln>
              <a:effectLst/>
              <a:uLnTx/>
              <a:uFillTx/>
              <a:ea typeface="+mn-ea"/>
              <a:cs typeface="+mn-cs"/>
            </a:endParaRPr>
          </a:p>
        </p:txBody>
      </p:sp>
      <p:sp>
        <p:nvSpPr>
          <p:cNvPr id="14" name="Rectangle 13">
            <a:extLst>
              <a:ext uri="{FF2B5EF4-FFF2-40B4-BE49-F238E27FC236}">
                <a16:creationId xmlns:a16="http://schemas.microsoft.com/office/drawing/2014/main" id="{62C0C9A7-52F4-085A-12F5-00205269C72D}"/>
              </a:ext>
            </a:extLst>
          </p:cNvPr>
          <p:cNvSpPr/>
          <p:nvPr/>
        </p:nvSpPr>
        <p:spPr>
          <a:xfrm>
            <a:off x="5661660" y="4730750"/>
            <a:ext cx="32004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25%</a:t>
            </a:r>
            <a:endParaRPr kumimoji="0" lang="en-IN" sz="800" b="1" i="1" u="none" strike="noStrike" kern="0" cap="none" spc="0" normalizeH="0" baseline="0" noProof="0" dirty="0" err="1">
              <a:ln>
                <a:noFill/>
              </a:ln>
              <a:effectLst/>
              <a:uLnTx/>
              <a:uFillTx/>
              <a:ea typeface="+mn-ea"/>
              <a:cs typeface="+mn-cs"/>
            </a:endParaRPr>
          </a:p>
        </p:txBody>
      </p:sp>
    </p:spTree>
    <p:extLst>
      <p:ext uri="{BB962C8B-B14F-4D97-AF65-F5344CB8AC3E}">
        <p14:creationId xmlns:p14="http://schemas.microsoft.com/office/powerpoint/2010/main" val="88574546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E91601-A2CC-0378-2E11-077028614A12}"/>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91B1FCE8-747A-C742-9EB4-D89E3E186FB6}"/>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Record-to-Report Service Delivery (2/2)</a:t>
            </a:r>
          </a:p>
        </p:txBody>
      </p:sp>
      <p:sp>
        <p:nvSpPr>
          <p:cNvPr id="6" name="Date Placeholder 5">
            <a:extLst>
              <a:ext uri="{FF2B5EF4-FFF2-40B4-BE49-F238E27FC236}">
                <a16:creationId xmlns:a16="http://schemas.microsoft.com/office/drawing/2014/main" id="{94C00A34-7CF2-0D3F-A284-178A87ED5C1B}"/>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2F43D502-182B-4675-23EE-02A3EFFEBD07}"/>
              </a:ext>
            </a:extLst>
          </p:cNvPr>
          <p:cNvSpPr>
            <a:spLocks noGrp="1"/>
          </p:cNvSpPr>
          <p:nvPr>
            <p:ph type="sldNum" sz="quarter" idx="19"/>
          </p:nvPr>
        </p:nvSpPr>
        <p:spPr/>
        <p:txBody>
          <a:bodyPr/>
          <a:lstStyle/>
          <a:p>
            <a:fld id="{94FCA0F3-9F3A-694B-99BB-0E592A797735}" type="slidenum">
              <a:rPr lang="en-US" smtClean="0"/>
              <a:t>17</a:t>
            </a:fld>
            <a:endParaRPr lang="en-US"/>
          </a:p>
        </p:txBody>
      </p:sp>
      <p:sp>
        <p:nvSpPr>
          <p:cNvPr id="2" name="Right Triangle 1">
            <a:extLst>
              <a:ext uri="{FF2B5EF4-FFF2-40B4-BE49-F238E27FC236}">
                <a16:creationId xmlns:a16="http://schemas.microsoft.com/office/drawing/2014/main" id="{82722251-F8A1-AFC3-B057-D30B30699EAE}"/>
              </a:ext>
            </a:extLst>
          </p:cNvPr>
          <p:cNvSpPr/>
          <p:nvPr/>
        </p:nvSpPr>
        <p:spPr>
          <a:xfrm rot="10800000">
            <a:off x="495300" y="5806440"/>
            <a:ext cx="11201400" cy="457200"/>
          </a:xfrm>
          <a:prstGeom prst="rtTriangle">
            <a:avLst/>
          </a:prstGeom>
          <a:solidFill>
            <a:schemeClr val="bg1">
              <a:lumMod val="50000"/>
              <a:lumOff val="50000"/>
            </a:schemeClr>
          </a:solidFill>
          <a:ln w="12700" cap="flat" cmpd="sng" algn="ctr">
            <a:noFill/>
            <a:prstDash val="solid"/>
            <a:miter lim="800000"/>
            <a:headEnd type="none" w="med" len="med"/>
            <a:tailEnd type="none" w="med" len="med"/>
          </a:ln>
          <a:effectLst/>
        </p:spPr>
        <p:txBody>
          <a:bodyPr lIns="91440" tIns="45720" rIns="91440" bIns="45720" rtlCol="0" anchor="ctr" anchorCtr="0"/>
          <a:lstStyle/>
          <a:p>
            <a:pPr marL="0" marR="0" lvl="0" indent="0" defTabSz="914400" eaLnBrk="1" fontAlgn="auto" latinLnBrk="0" hangingPunct="1">
              <a:lnSpc>
                <a:spcPct val="90000"/>
              </a:lnSpc>
              <a:spcBef>
                <a:spcPts val="400"/>
              </a:spcBef>
              <a:spcAft>
                <a:spcPts val="400"/>
              </a:spcAft>
              <a:buClr>
                <a:srgbClr val="FFE600"/>
              </a:buClr>
              <a:buSzTx/>
              <a:buFontTx/>
              <a:buNone/>
              <a:tabLst/>
              <a:defRPr/>
            </a:pPr>
            <a:endParaRPr kumimoji="0" lang="en-US" sz="1000" b="0" i="0" u="none" strike="noStrike" kern="0" cap="none" spc="0" normalizeH="0" baseline="0" noProof="0" dirty="0">
              <a:ln>
                <a:noFill/>
              </a:ln>
              <a:solidFill>
                <a:srgbClr val="FFFFFF"/>
              </a:solidFill>
              <a:effectLst/>
              <a:uLnTx/>
              <a:uFillTx/>
              <a:ea typeface="+mn-ea"/>
              <a:cs typeface="+mn-cs"/>
            </a:endParaRPr>
          </a:p>
        </p:txBody>
      </p:sp>
      <p:sp>
        <p:nvSpPr>
          <p:cNvPr id="3" name="TextBox 2">
            <a:extLst>
              <a:ext uri="{FF2B5EF4-FFF2-40B4-BE49-F238E27FC236}">
                <a16:creationId xmlns:a16="http://schemas.microsoft.com/office/drawing/2014/main" id="{40B2BADC-5683-3AB4-704A-C027764830CD}"/>
              </a:ext>
            </a:extLst>
          </p:cNvPr>
          <p:cNvSpPr txBox="1"/>
          <p:nvPr/>
        </p:nvSpPr>
        <p:spPr>
          <a:xfrm>
            <a:off x="632460" y="5945506"/>
            <a:ext cx="1600200" cy="228600"/>
          </a:xfrm>
          <a:prstGeom prst="rect">
            <a:avLst/>
          </a:prstGeom>
          <a:noFill/>
        </p:spPr>
        <p:txBody>
          <a:bodyPr wrap="square" lIns="91440" tIns="45720" rIns="91440" bIns="45720" rtlCol="0" anchor="ctr" anchorCtr="0">
            <a:noAutofit/>
          </a:bodyPr>
          <a:lstStyle/>
          <a:p>
            <a:pPr marL="0" marR="0" lvl="0" indent="0" defTabSz="914400" eaLnBrk="1" fontAlgn="auto" latinLnBrk="0" hangingPunct="1">
              <a:buClr>
                <a:srgbClr val="FFE600"/>
              </a:buClr>
              <a:buSzPct val="100000"/>
              <a:buFontTx/>
              <a:buNone/>
              <a:tabLst/>
              <a:defRPr/>
            </a:pPr>
            <a:r>
              <a:rPr kumimoji="0" lang="en-US" sz="1000" b="0" i="0" u="none" strike="noStrike" kern="0" cap="none" spc="0" normalizeH="0" baseline="0" noProof="0" dirty="0">
                <a:ln>
                  <a:noFill/>
                </a:ln>
                <a:solidFill>
                  <a:schemeClr val="bg1"/>
                </a:solidFill>
                <a:effectLst/>
                <a:uLnTx/>
                <a:uFillTx/>
              </a:rPr>
              <a:t>Transactional Services</a:t>
            </a:r>
          </a:p>
        </p:txBody>
      </p:sp>
      <p:sp>
        <p:nvSpPr>
          <p:cNvPr id="4" name="TextBox 3">
            <a:extLst>
              <a:ext uri="{FF2B5EF4-FFF2-40B4-BE49-F238E27FC236}">
                <a16:creationId xmlns:a16="http://schemas.microsoft.com/office/drawing/2014/main" id="{499B1821-68C3-E157-ACA0-20BCDBDDAF3D}"/>
              </a:ext>
            </a:extLst>
          </p:cNvPr>
          <p:cNvSpPr txBox="1"/>
          <p:nvPr/>
        </p:nvSpPr>
        <p:spPr>
          <a:xfrm>
            <a:off x="9959340" y="5897880"/>
            <a:ext cx="1600200" cy="228600"/>
          </a:xfrm>
          <a:prstGeom prst="rect">
            <a:avLst/>
          </a:prstGeom>
          <a:noFill/>
        </p:spPr>
        <p:txBody>
          <a:bodyPr wrap="square" lIns="91440" tIns="45720" rIns="91440" bIns="45720" rtlCol="0" anchor="ctr" anchorCtr="0">
            <a:noAutofit/>
          </a:bodyPr>
          <a:lstStyle/>
          <a:p>
            <a:pPr marL="0" marR="0" lvl="0" indent="0" algn="r" defTabSz="914400" eaLnBrk="1" fontAlgn="auto" latinLnBrk="0" hangingPunct="1">
              <a:buClr>
                <a:srgbClr val="FFE600"/>
              </a:buClr>
              <a:buSzPct val="100000"/>
              <a:buFontTx/>
              <a:buNone/>
              <a:tabLst/>
              <a:defRPr/>
            </a:pPr>
            <a:r>
              <a:rPr kumimoji="0" lang="en-US" sz="1000" b="0" i="0" u="none" strike="noStrike" kern="0" cap="none" spc="0" normalizeH="0" baseline="0" noProof="0" dirty="0">
                <a:ln>
                  <a:noFill/>
                </a:ln>
                <a:effectLst/>
                <a:uLnTx/>
                <a:uFillTx/>
              </a:rPr>
              <a:t>Value-Added Services</a:t>
            </a:r>
          </a:p>
        </p:txBody>
      </p:sp>
      <p:graphicFrame>
        <p:nvGraphicFramePr>
          <p:cNvPr id="7" name="Table 6">
            <a:extLst>
              <a:ext uri="{FF2B5EF4-FFF2-40B4-BE49-F238E27FC236}">
                <a16:creationId xmlns:a16="http://schemas.microsoft.com/office/drawing/2014/main" id="{994AEE3F-A993-58D7-D94B-3BD95E5B4F0F}"/>
              </a:ext>
            </a:extLst>
          </p:cNvPr>
          <p:cNvGraphicFramePr>
            <a:graphicFrameLocks noGrp="1"/>
          </p:cNvGraphicFramePr>
          <p:nvPr>
            <p:extLst>
              <p:ext uri="{D42A27DB-BD31-4B8C-83A1-F6EECF244321}">
                <p14:modId xmlns:p14="http://schemas.microsoft.com/office/powerpoint/2010/main" val="2377647137"/>
              </p:ext>
            </p:extLst>
          </p:nvPr>
        </p:nvGraphicFramePr>
        <p:xfrm>
          <a:off x="6896100" y="6400800"/>
          <a:ext cx="3886200" cy="228600"/>
        </p:xfrm>
        <a:graphic>
          <a:graphicData uri="http://schemas.openxmlformats.org/drawingml/2006/table">
            <a:tbl>
              <a:tblPr firstRow="1" bandRow="1"/>
              <a:tblGrid>
                <a:gridCol w="228600">
                  <a:extLst>
                    <a:ext uri="{9D8B030D-6E8A-4147-A177-3AD203B41FA5}">
                      <a16:colId xmlns:a16="http://schemas.microsoft.com/office/drawing/2014/main" val="769406563"/>
                    </a:ext>
                  </a:extLst>
                </a:gridCol>
                <a:gridCol w="685800">
                  <a:extLst>
                    <a:ext uri="{9D8B030D-6E8A-4147-A177-3AD203B41FA5}">
                      <a16:colId xmlns:a16="http://schemas.microsoft.com/office/drawing/2014/main" val="2228566404"/>
                    </a:ext>
                  </a:extLst>
                </a:gridCol>
                <a:gridCol w="228600">
                  <a:extLst>
                    <a:ext uri="{9D8B030D-6E8A-4147-A177-3AD203B41FA5}">
                      <a16:colId xmlns:a16="http://schemas.microsoft.com/office/drawing/2014/main" val="4284629184"/>
                    </a:ext>
                  </a:extLst>
                </a:gridCol>
                <a:gridCol w="914400">
                  <a:extLst>
                    <a:ext uri="{9D8B030D-6E8A-4147-A177-3AD203B41FA5}">
                      <a16:colId xmlns:a16="http://schemas.microsoft.com/office/drawing/2014/main" val="4116001092"/>
                    </a:ext>
                  </a:extLst>
                </a:gridCol>
                <a:gridCol w="228600">
                  <a:extLst>
                    <a:ext uri="{9D8B030D-6E8A-4147-A177-3AD203B41FA5}">
                      <a16:colId xmlns:a16="http://schemas.microsoft.com/office/drawing/2014/main" val="773124112"/>
                    </a:ext>
                  </a:extLst>
                </a:gridCol>
                <a:gridCol w="685800">
                  <a:extLst>
                    <a:ext uri="{9D8B030D-6E8A-4147-A177-3AD203B41FA5}">
                      <a16:colId xmlns:a16="http://schemas.microsoft.com/office/drawing/2014/main" val="2402737491"/>
                    </a:ext>
                  </a:extLst>
                </a:gridCol>
                <a:gridCol w="228600">
                  <a:extLst>
                    <a:ext uri="{9D8B030D-6E8A-4147-A177-3AD203B41FA5}">
                      <a16:colId xmlns:a16="http://schemas.microsoft.com/office/drawing/2014/main" val="3220039148"/>
                    </a:ext>
                  </a:extLst>
                </a:gridCol>
                <a:gridCol w="685800">
                  <a:extLst>
                    <a:ext uri="{9D8B030D-6E8A-4147-A177-3AD203B41FA5}">
                      <a16:colId xmlns:a16="http://schemas.microsoft.com/office/drawing/2014/main" val="3291668698"/>
                    </a:ext>
                  </a:extLst>
                </a:gridCol>
              </a:tblGrid>
              <a:tr h="22860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dirty="0">
                        <a:latin typeface="+mn-lt"/>
                      </a:endParaRP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25000"/>
                        <a:lumOff val="75000"/>
                      </a:scheme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latin typeface="+mn-lt"/>
                        </a:rPr>
                        <a:t>Local</a:t>
                      </a: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dirty="0">
                        <a:latin typeface="+mn-lt"/>
                      </a:endParaRP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10000"/>
                        <a:lumOff val="90000"/>
                      </a:scheme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latin typeface="+mn-lt"/>
                        </a:rPr>
                        <a:t>Corporate</a:t>
                      </a: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dirty="0">
                        <a:latin typeface="+mn-lt"/>
                      </a:endParaRP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latin typeface="+mn-lt"/>
                        </a:rPr>
                        <a:t>GBS</a:t>
                      </a: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dirty="0">
                        <a:latin typeface="+mn-lt"/>
                      </a:endParaRPr>
                    </a:p>
                  </a:txBody>
                  <a:tcPr marL="45720" marR="4572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latin typeface="+mn-lt"/>
                        </a:rPr>
                        <a:t>CoE</a:t>
                      </a:r>
                    </a:p>
                  </a:txBody>
                  <a:tcPr marL="45720" marR="45720" anchor="ctr">
                    <a:lnL w="6350" cap="flat" cmpd="sng" algn="ctr">
                      <a:solidFill>
                        <a:schemeClr val="bg1">
                          <a:lumMod val="50000"/>
                          <a:lumOff val="50000"/>
                        </a:schemeClr>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91763439"/>
                  </a:ext>
                </a:extLst>
              </a:tr>
            </a:tbl>
          </a:graphicData>
        </a:graphic>
      </p:graphicFrame>
      <p:sp>
        <p:nvSpPr>
          <p:cNvPr id="9" name="TextBox 8">
            <a:extLst>
              <a:ext uri="{FF2B5EF4-FFF2-40B4-BE49-F238E27FC236}">
                <a16:creationId xmlns:a16="http://schemas.microsoft.com/office/drawing/2014/main" id="{F2AED97E-0629-01A3-288B-9EC3848313E9}"/>
              </a:ext>
            </a:extLst>
          </p:cNvPr>
          <p:cNvSpPr txBox="1"/>
          <p:nvPr/>
        </p:nvSpPr>
        <p:spPr>
          <a:xfrm>
            <a:off x="495300" y="914400"/>
            <a:ext cx="11201400" cy="365760"/>
          </a:xfrm>
          <a:prstGeom prst="rect">
            <a:avLst/>
          </a:prstGeom>
          <a:solidFill>
            <a:srgbClr val="2E2E38"/>
          </a:solidFill>
          <a:ln>
            <a:noFill/>
          </a:ln>
        </p:spPr>
        <p:txBody>
          <a:bodyPr wrap="square" lIns="91440" tIns="45720" rIns="91440" bIns="45720" rtlCol="0" anchor="ctr" anchorCtr="0">
            <a:noAutofit/>
          </a:bodyPr>
          <a:lstStyle/>
          <a:p>
            <a:pPr marL="0" marR="0" lvl="0" indent="0" algn="ctr" defTabSz="944779" eaLnBrk="1" fontAlgn="auto" latinLnBrk="0" hangingPunct="1">
              <a:spcBef>
                <a:spcPts val="0"/>
              </a:spcBef>
              <a:buClr>
                <a:srgbClr val="FFE600"/>
              </a:buClr>
              <a:buSzPct val="70000"/>
              <a:buFontTx/>
              <a:buNone/>
              <a:tabLst/>
              <a:defRPr/>
            </a:pPr>
            <a:r>
              <a:rPr kumimoji="0" lang="en-IN" sz="1400" b="1" i="0" u="none" strike="noStrike" kern="0" cap="none" spc="0" normalizeH="0" baseline="0" noProof="0" dirty="0">
                <a:ln>
                  <a:noFill/>
                </a:ln>
                <a:solidFill>
                  <a:srgbClr val="FFFFFF"/>
                </a:solidFill>
                <a:effectLst/>
                <a:uLnTx/>
                <a:uFillTx/>
              </a:rPr>
              <a:t>9.4  Manage Fixed-asset Project Accounting</a:t>
            </a:r>
          </a:p>
        </p:txBody>
      </p:sp>
      <p:sp>
        <p:nvSpPr>
          <p:cNvPr id="10" name="Text Box 6">
            <a:extLst>
              <a:ext uri="{FF2B5EF4-FFF2-40B4-BE49-F238E27FC236}">
                <a16:creationId xmlns:a16="http://schemas.microsoft.com/office/drawing/2014/main" id="{25888D3E-B673-C20C-B28E-67B189B799B9}"/>
              </a:ext>
            </a:extLst>
          </p:cNvPr>
          <p:cNvSpPr txBox="1">
            <a:spLocks noChangeArrowheads="1"/>
          </p:cNvSpPr>
          <p:nvPr/>
        </p:nvSpPr>
        <p:spPr bwMode="auto">
          <a:xfrm>
            <a:off x="1181100" y="1371600"/>
            <a:ext cx="4572000" cy="365760"/>
          </a:xfrm>
          <a:prstGeom prst="snip1Rect">
            <a:avLst>
              <a:gd name="adj" fmla="val 36951"/>
            </a:avLst>
          </a:prstGeom>
          <a:solidFill>
            <a:schemeClr val="tx1">
              <a:lumMod val="50000"/>
            </a:schemeClr>
          </a:solidFill>
          <a:ln>
            <a:noFill/>
            <a:headEnd/>
            <a:tailEnd/>
          </a:ln>
          <a:effectLst/>
          <a:scene3d>
            <a:camera prst="orthographicFront"/>
            <a:lightRig rig="threePt" dir="t">
              <a:rot lat="0" lon="0" rev="1200000"/>
            </a:lightRig>
          </a:scene3d>
          <a:sp3d/>
        </p:spPr>
        <p:txBody>
          <a:bodyPr lIns="91440" tIns="0" rIns="91440" bIns="64008" anchor="ctr">
            <a:noAutofit/>
          </a:bodyPr>
          <a:lstStyle/>
          <a:p>
            <a:pPr marL="0" marR="0" lvl="0" indent="0" algn="ctr" defTabSz="829361" eaLnBrk="1" fontAlgn="base" latinLnBrk="0" hangingPunct="1">
              <a:lnSpc>
                <a:spcPct val="100000"/>
              </a:lnSpc>
              <a:spcBef>
                <a:spcPct val="0"/>
              </a:spcBef>
              <a:spcAft>
                <a:spcPct val="0"/>
              </a:spcAft>
              <a:buClrTx/>
              <a:buSzTx/>
              <a:buFontTx/>
              <a:buNone/>
              <a:tabLst/>
              <a:defRPr/>
            </a:pPr>
            <a:r>
              <a:rPr kumimoji="0" lang="en-IN" sz="1100" b="1" i="0" u="none" strike="noStrike" kern="0" cap="none" spc="0" normalizeH="0" baseline="0" noProof="0" dirty="0">
                <a:ln>
                  <a:noFill/>
                </a:ln>
                <a:solidFill>
                  <a:srgbClr val="FFFFFF"/>
                </a:solidFill>
                <a:effectLst/>
                <a:uLnTx/>
                <a:uFillTx/>
              </a:rPr>
              <a:t>9.4.1  Perform capital planning and project approval</a:t>
            </a:r>
          </a:p>
        </p:txBody>
      </p:sp>
      <p:sp>
        <p:nvSpPr>
          <p:cNvPr id="16" name="Text Box 6">
            <a:extLst>
              <a:ext uri="{FF2B5EF4-FFF2-40B4-BE49-F238E27FC236}">
                <a16:creationId xmlns:a16="http://schemas.microsoft.com/office/drawing/2014/main" id="{17365DFB-EEB9-F7B4-9E29-58E54BC064F6}"/>
              </a:ext>
            </a:extLst>
          </p:cNvPr>
          <p:cNvSpPr txBox="1">
            <a:spLocks noChangeArrowheads="1"/>
          </p:cNvSpPr>
          <p:nvPr/>
        </p:nvSpPr>
        <p:spPr bwMode="auto">
          <a:xfrm>
            <a:off x="6438900" y="1371600"/>
            <a:ext cx="4572000" cy="365760"/>
          </a:xfrm>
          <a:prstGeom prst="snip1Rect">
            <a:avLst>
              <a:gd name="adj" fmla="val 36951"/>
            </a:avLst>
          </a:prstGeom>
          <a:solidFill>
            <a:schemeClr val="tx1">
              <a:lumMod val="50000"/>
            </a:schemeClr>
          </a:solidFill>
          <a:ln>
            <a:noFill/>
            <a:headEnd/>
            <a:tailEnd/>
          </a:ln>
          <a:effectLst/>
          <a:scene3d>
            <a:camera prst="orthographicFront"/>
            <a:lightRig rig="threePt" dir="t">
              <a:rot lat="0" lon="0" rev="1200000"/>
            </a:lightRig>
          </a:scene3d>
          <a:sp3d/>
        </p:spPr>
        <p:txBody>
          <a:bodyPr lIns="91440" tIns="0" rIns="91440" bIns="64008" anchor="ctr">
            <a:noAutofit/>
          </a:bodyPr>
          <a:lstStyle/>
          <a:p>
            <a:pPr lvl="0" algn="ctr" defTabSz="829361" fontAlgn="base">
              <a:spcBef>
                <a:spcPct val="0"/>
              </a:spcBef>
              <a:spcAft>
                <a:spcPct val="0"/>
              </a:spcAft>
              <a:defRPr/>
            </a:pPr>
            <a:r>
              <a:rPr lang="en-IN" sz="1100" b="1" kern="0" dirty="0">
                <a:solidFill>
                  <a:srgbClr val="FFFFFF"/>
                </a:solidFill>
              </a:rPr>
              <a:t>9.4.2  Perform capital project accounting</a:t>
            </a:r>
          </a:p>
        </p:txBody>
      </p:sp>
      <p:graphicFrame>
        <p:nvGraphicFramePr>
          <p:cNvPr id="22" name="Table 21">
            <a:extLst>
              <a:ext uri="{FF2B5EF4-FFF2-40B4-BE49-F238E27FC236}">
                <a16:creationId xmlns:a16="http://schemas.microsoft.com/office/drawing/2014/main" id="{834342AF-65B0-4E46-A6BE-B99E49E6671D}"/>
              </a:ext>
            </a:extLst>
          </p:cNvPr>
          <p:cNvGraphicFramePr>
            <a:graphicFrameLocks noGrp="1"/>
          </p:cNvGraphicFramePr>
          <p:nvPr>
            <p:custDataLst>
              <p:tags r:id="rId1"/>
            </p:custDataLst>
            <p:extLst>
              <p:ext uri="{D42A27DB-BD31-4B8C-83A1-F6EECF244321}">
                <p14:modId xmlns:p14="http://schemas.microsoft.com/office/powerpoint/2010/main" val="2227367729"/>
              </p:ext>
            </p:extLst>
          </p:nvPr>
        </p:nvGraphicFramePr>
        <p:xfrm>
          <a:off x="6438900" y="1943100"/>
          <a:ext cx="4572000" cy="3657600"/>
        </p:xfrm>
        <a:graphic>
          <a:graphicData uri="http://schemas.openxmlformats.org/drawingml/2006/table">
            <a:tbl>
              <a:tblPr firstRow="1" bandRow="1"/>
              <a:tblGrid>
                <a:gridCol w="4572000">
                  <a:extLst>
                    <a:ext uri="{9D8B030D-6E8A-4147-A177-3AD203B41FA5}">
                      <a16:colId xmlns:a16="http://schemas.microsoft.com/office/drawing/2014/main" val="2289614552"/>
                    </a:ext>
                  </a:extLst>
                </a:gridCol>
              </a:tblGrid>
              <a:tr h="365760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91440" indent="-91440" algn="l">
                        <a:lnSpc>
                          <a:spcPct val="100000"/>
                        </a:lnSpc>
                        <a:spcBef>
                          <a:spcPts val="1200"/>
                        </a:spcBef>
                        <a:spcAft>
                          <a:spcPts val="0"/>
                        </a:spcAft>
                        <a:buFont typeface="Arial" panose="020B0604020202020204" pitchFamily="34" charset="0"/>
                        <a:buChar char="•"/>
                      </a:pPr>
                      <a:r>
                        <a:rPr lang="en-US" sz="900" b="0" dirty="0">
                          <a:solidFill>
                            <a:schemeClr val="bg2"/>
                          </a:solidFill>
                          <a:latin typeface="+mn-lt"/>
                        </a:rPr>
                        <a:t>Create project account codes</a:t>
                      </a:r>
                    </a:p>
                    <a:p>
                      <a:pPr marL="91440" indent="-91440" algn="l">
                        <a:lnSpc>
                          <a:spcPct val="100000"/>
                        </a:lnSpc>
                        <a:spcBef>
                          <a:spcPts val="1200"/>
                        </a:spcBef>
                        <a:spcAft>
                          <a:spcPts val="0"/>
                        </a:spcAft>
                        <a:buFont typeface="Arial" panose="020B0604020202020204" pitchFamily="34" charset="0"/>
                        <a:buChar char="•"/>
                      </a:pPr>
                      <a:r>
                        <a:rPr lang="en-US" sz="900" b="0" dirty="0">
                          <a:solidFill>
                            <a:schemeClr val="bg2"/>
                          </a:solidFill>
                          <a:latin typeface="+mn-lt"/>
                        </a:rPr>
                        <a:t>Record project-related transactions</a:t>
                      </a:r>
                    </a:p>
                    <a:p>
                      <a:pPr marL="91440" indent="-91440" algn="l">
                        <a:lnSpc>
                          <a:spcPct val="100000"/>
                        </a:lnSpc>
                        <a:spcBef>
                          <a:spcPts val="1200"/>
                        </a:spcBef>
                        <a:spcAft>
                          <a:spcPts val="0"/>
                        </a:spcAft>
                        <a:buFont typeface="Arial" panose="020B0604020202020204" pitchFamily="34" charset="0"/>
                        <a:buChar char="•"/>
                      </a:pPr>
                      <a:r>
                        <a:rPr lang="en-US" sz="900" b="0" dirty="0">
                          <a:solidFill>
                            <a:schemeClr val="bg2"/>
                          </a:solidFill>
                          <a:latin typeface="+mn-lt"/>
                        </a:rPr>
                        <a:t>Monitor and track capital projects and budget spending</a:t>
                      </a:r>
                    </a:p>
                    <a:p>
                      <a:pPr marL="91440" indent="-91440" algn="l">
                        <a:lnSpc>
                          <a:spcPct val="100000"/>
                        </a:lnSpc>
                        <a:spcBef>
                          <a:spcPts val="1200"/>
                        </a:spcBef>
                        <a:spcAft>
                          <a:spcPts val="0"/>
                        </a:spcAft>
                        <a:buFont typeface="Arial" panose="020B0604020202020204" pitchFamily="34" charset="0"/>
                        <a:buChar char="•"/>
                      </a:pPr>
                      <a:r>
                        <a:rPr lang="en-US" sz="900" b="0" dirty="0">
                          <a:solidFill>
                            <a:schemeClr val="bg2"/>
                          </a:solidFill>
                          <a:latin typeface="+mn-lt"/>
                        </a:rPr>
                        <a:t>Close/capitalize projects</a:t>
                      </a:r>
                    </a:p>
                    <a:p>
                      <a:pPr marL="91440" indent="-91440" algn="l">
                        <a:lnSpc>
                          <a:spcPct val="100000"/>
                        </a:lnSpc>
                        <a:spcBef>
                          <a:spcPts val="1200"/>
                        </a:spcBef>
                        <a:spcAft>
                          <a:spcPts val="0"/>
                        </a:spcAft>
                        <a:buFont typeface="Arial" panose="020B0604020202020204" pitchFamily="34" charset="0"/>
                        <a:buChar char="•"/>
                      </a:pPr>
                      <a:r>
                        <a:rPr lang="en-US" sz="900" b="0" dirty="0">
                          <a:solidFill>
                            <a:schemeClr val="bg2"/>
                          </a:solidFill>
                          <a:latin typeface="+mn-lt"/>
                        </a:rPr>
                        <a:t>Measure financial returns on completed capital projects</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2065583323"/>
                  </a:ext>
                </a:extLst>
              </a:tr>
            </a:tbl>
          </a:graphicData>
        </a:graphic>
      </p:graphicFrame>
      <p:graphicFrame>
        <p:nvGraphicFramePr>
          <p:cNvPr id="23" name="Table 22">
            <a:extLst>
              <a:ext uri="{FF2B5EF4-FFF2-40B4-BE49-F238E27FC236}">
                <a16:creationId xmlns:a16="http://schemas.microsoft.com/office/drawing/2014/main" id="{6EE88344-0648-012E-B66D-595878E55FE3}"/>
              </a:ext>
            </a:extLst>
          </p:cNvPr>
          <p:cNvGraphicFramePr>
            <a:graphicFrameLocks noGrp="1"/>
          </p:cNvGraphicFramePr>
          <p:nvPr>
            <p:custDataLst>
              <p:tags r:id="rId2"/>
            </p:custDataLst>
            <p:extLst>
              <p:ext uri="{D42A27DB-BD31-4B8C-83A1-F6EECF244321}">
                <p14:modId xmlns:p14="http://schemas.microsoft.com/office/powerpoint/2010/main" val="3952788549"/>
              </p:ext>
            </p:extLst>
          </p:nvPr>
        </p:nvGraphicFramePr>
        <p:xfrm>
          <a:off x="1181100" y="1943100"/>
          <a:ext cx="4572000" cy="3657600"/>
        </p:xfrm>
        <a:graphic>
          <a:graphicData uri="http://schemas.openxmlformats.org/drawingml/2006/table">
            <a:tbl>
              <a:tblPr firstRow="1" bandRow="1"/>
              <a:tblGrid>
                <a:gridCol w="4572000">
                  <a:extLst>
                    <a:ext uri="{9D8B030D-6E8A-4147-A177-3AD203B41FA5}">
                      <a16:colId xmlns:a16="http://schemas.microsoft.com/office/drawing/2014/main" val="2289614552"/>
                    </a:ext>
                  </a:extLst>
                </a:gridCol>
              </a:tblGrid>
              <a:tr h="292608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91440" indent="-91440">
                        <a:lnSpc>
                          <a:spcPct val="100000"/>
                        </a:lnSpc>
                        <a:spcBef>
                          <a:spcPts val="1200"/>
                        </a:spcBef>
                        <a:spcAft>
                          <a:spcPts val="0"/>
                        </a:spcAft>
                        <a:buFont typeface="Arial" panose="020B0604020202020204" pitchFamily="34" charset="0"/>
                        <a:buChar char="•"/>
                      </a:pPr>
                      <a:r>
                        <a:rPr lang="en-US" sz="900" b="0" dirty="0">
                          <a:solidFill>
                            <a:schemeClr val="bg2"/>
                          </a:solidFill>
                          <a:latin typeface="+mn-lt"/>
                        </a:rPr>
                        <a:t>Develop capital investment policies and procedures</a:t>
                      </a:r>
                    </a:p>
                    <a:p>
                      <a:pPr marL="91440" indent="-91440">
                        <a:lnSpc>
                          <a:spcPct val="100000"/>
                        </a:lnSpc>
                        <a:spcBef>
                          <a:spcPts val="1200"/>
                        </a:spcBef>
                        <a:spcAft>
                          <a:spcPts val="0"/>
                        </a:spcAft>
                        <a:buFont typeface="Arial" panose="020B0604020202020204" pitchFamily="34" charset="0"/>
                        <a:buChar char="•"/>
                      </a:pPr>
                      <a:r>
                        <a:rPr lang="en-US" sz="900" b="0" dirty="0">
                          <a:solidFill>
                            <a:schemeClr val="bg2"/>
                          </a:solidFill>
                          <a:latin typeface="+mn-lt"/>
                        </a:rPr>
                        <a:t>Develop and approve capital expenditure plans and budgets</a:t>
                      </a:r>
                    </a:p>
                    <a:p>
                      <a:pPr marL="91440" indent="-91440">
                        <a:lnSpc>
                          <a:spcPct val="100000"/>
                        </a:lnSpc>
                        <a:spcBef>
                          <a:spcPts val="1200"/>
                        </a:spcBef>
                        <a:spcAft>
                          <a:spcPts val="0"/>
                        </a:spcAft>
                        <a:buFont typeface="Arial" panose="020B0604020202020204" pitchFamily="34" charset="0"/>
                        <a:buChar char="•"/>
                      </a:pPr>
                      <a:r>
                        <a:rPr lang="en-US" sz="900" b="0" dirty="0">
                          <a:solidFill>
                            <a:schemeClr val="bg2"/>
                          </a:solidFill>
                          <a:latin typeface="+mn-lt"/>
                        </a:rPr>
                        <a:t>Review and approve capital projects and fixed-asset acquisitions</a:t>
                      </a:r>
                    </a:p>
                    <a:p>
                      <a:pPr marL="91440" indent="-91440">
                        <a:lnSpc>
                          <a:spcPct val="100000"/>
                        </a:lnSpc>
                        <a:spcBef>
                          <a:spcPts val="1200"/>
                        </a:spcBef>
                        <a:spcAft>
                          <a:spcPts val="0"/>
                        </a:spcAft>
                        <a:buFont typeface="Arial" panose="020B0604020202020204" pitchFamily="34" charset="0"/>
                        <a:buChar char="•"/>
                      </a:pPr>
                      <a:r>
                        <a:rPr lang="en-US" sz="900" b="0" dirty="0">
                          <a:solidFill>
                            <a:schemeClr val="bg2"/>
                          </a:solidFill>
                          <a:latin typeface="+mn-lt"/>
                        </a:rPr>
                        <a:t>Conduct financial justification for project approval</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10000"/>
                        <a:lumOff val="90000"/>
                      </a:schemeClr>
                    </a:solidFill>
                  </a:tcPr>
                </a:tc>
                <a:extLst>
                  <a:ext uri="{0D108BD9-81ED-4DB2-BD59-A6C34878D82A}">
                    <a16:rowId xmlns:a16="http://schemas.microsoft.com/office/drawing/2014/main" val="2065583323"/>
                  </a:ext>
                </a:extLst>
              </a:tr>
              <a:tr h="731520">
                <a:tc>
                  <a:txBody>
                    <a:bodyPr/>
                    <a:lstStyle>
                      <a:lvl1pPr marL="0" algn="l" defTabSz="914400" rtl="0" eaLnBrk="1" latinLnBrk="0" hangingPunct="1">
                        <a:defRPr sz="1800" kern="1200">
                          <a:solidFill>
                            <a:schemeClr val="dk1"/>
                          </a:solidFill>
                          <a:latin typeface="EYInterstate Light"/>
                        </a:defRPr>
                      </a:lvl1pPr>
                      <a:lvl2pPr marL="457200" algn="l" defTabSz="914400" rtl="0" eaLnBrk="1" latinLnBrk="0" hangingPunct="1">
                        <a:defRPr sz="1800" kern="1200">
                          <a:solidFill>
                            <a:schemeClr val="dk1"/>
                          </a:solidFill>
                          <a:latin typeface="EYInterstate Light"/>
                        </a:defRPr>
                      </a:lvl2pPr>
                      <a:lvl3pPr marL="914400" algn="l" defTabSz="914400" rtl="0" eaLnBrk="1" latinLnBrk="0" hangingPunct="1">
                        <a:defRPr sz="1800" kern="1200">
                          <a:solidFill>
                            <a:schemeClr val="dk1"/>
                          </a:solidFill>
                          <a:latin typeface="EYInterstate Light"/>
                        </a:defRPr>
                      </a:lvl3pPr>
                      <a:lvl4pPr marL="1371600" algn="l" defTabSz="914400" rtl="0" eaLnBrk="1" latinLnBrk="0" hangingPunct="1">
                        <a:defRPr sz="1800" kern="1200">
                          <a:solidFill>
                            <a:schemeClr val="dk1"/>
                          </a:solidFill>
                          <a:latin typeface="EYInterstate Light"/>
                        </a:defRPr>
                      </a:lvl4pPr>
                      <a:lvl5pPr marL="1828800" algn="l" defTabSz="914400" rtl="0" eaLnBrk="1" latinLnBrk="0" hangingPunct="1">
                        <a:defRPr sz="1800" kern="1200">
                          <a:solidFill>
                            <a:schemeClr val="dk1"/>
                          </a:solidFill>
                          <a:latin typeface="EYInterstate Light"/>
                        </a:defRPr>
                      </a:lvl5pPr>
                      <a:lvl6pPr marL="2286000" algn="l" defTabSz="914400" rtl="0" eaLnBrk="1" latinLnBrk="0" hangingPunct="1">
                        <a:defRPr sz="1800" kern="1200">
                          <a:solidFill>
                            <a:schemeClr val="dk1"/>
                          </a:solidFill>
                          <a:latin typeface="EYInterstate Light"/>
                        </a:defRPr>
                      </a:lvl6pPr>
                      <a:lvl7pPr marL="2743200" algn="l" defTabSz="914400" rtl="0" eaLnBrk="1" latinLnBrk="0" hangingPunct="1">
                        <a:defRPr sz="1800" kern="1200">
                          <a:solidFill>
                            <a:schemeClr val="dk1"/>
                          </a:solidFill>
                          <a:latin typeface="EYInterstate Light"/>
                        </a:defRPr>
                      </a:lvl7pPr>
                      <a:lvl8pPr marL="3200400" algn="l" defTabSz="914400" rtl="0" eaLnBrk="1" latinLnBrk="0" hangingPunct="1">
                        <a:defRPr sz="1800" kern="1200">
                          <a:solidFill>
                            <a:schemeClr val="dk1"/>
                          </a:solidFill>
                          <a:latin typeface="EYInterstate Light"/>
                        </a:defRPr>
                      </a:lvl8pPr>
                      <a:lvl9pPr marL="3657600" algn="l" defTabSz="914400" rtl="0" eaLnBrk="1" latinLnBrk="0" hangingPunct="1">
                        <a:defRPr sz="1800" kern="1200">
                          <a:solidFill>
                            <a:schemeClr val="dk1"/>
                          </a:solidFill>
                          <a:latin typeface="EYInterstate Light"/>
                        </a:defRPr>
                      </a:lvl9pPr>
                    </a:lstStyle>
                    <a:p>
                      <a:pPr marL="91440" indent="-91440">
                        <a:lnSpc>
                          <a:spcPct val="100000"/>
                        </a:lnSpc>
                        <a:spcBef>
                          <a:spcPts val="1200"/>
                        </a:spcBef>
                        <a:spcAft>
                          <a:spcPts val="0"/>
                        </a:spcAft>
                        <a:buFont typeface="Arial" panose="020B0604020202020204" pitchFamily="34" charset="0"/>
                        <a:buChar char="•"/>
                      </a:pPr>
                      <a:r>
                        <a:rPr lang="en-US" sz="900" b="0" dirty="0">
                          <a:solidFill>
                            <a:schemeClr val="bg2"/>
                          </a:solidFill>
                          <a:latin typeface="+mn-lt"/>
                        </a:rPr>
                        <a:t>Conduct financial justification for project approval</a:t>
                      </a: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25000"/>
                        <a:lumOff val="75000"/>
                      </a:schemeClr>
                    </a:solidFill>
                  </a:tcPr>
                </a:tc>
                <a:extLst>
                  <a:ext uri="{0D108BD9-81ED-4DB2-BD59-A6C34878D82A}">
                    <a16:rowId xmlns:a16="http://schemas.microsoft.com/office/drawing/2014/main" val="4272605099"/>
                  </a:ext>
                </a:extLst>
              </a:tr>
            </a:tbl>
          </a:graphicData>
        </a:graphic>
      </p:graphicFrame>
      <p:sp>
        <p:nvSpPr>
          <p:cNvPr id="11" name="Rectangle 10">
            <a:extLst>
              <a:ext uri="{FF2B5EF4-FFF2-40B4-BE49-F238E27FC236}">
                <a16:creationId xmlns:a16="http://schemas.microsoft.com/office/drawing/2014/main" id="{03396ADB-20B9-D266-3DC2-E31923A129AB}"/>
              </a:ext>
            </a:extLst>
          </p:cNvPr>
          <p:cNvSpPr/>
          <p:nvPr/>
        </p:nvSpPr>
        <p:spPr>
          <a:xfrm>
            <a:off x="10645140" y="1943100"/>
            <a:ext cx="36576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100%</a:t>
            </a:r>
            <a:endParaRPr kumimoji="0" lang="en-IN" sz="800" b="1" i="1" u="none" strike="noStrike" kern="0" cap="none" spc="0" normalizeH="0" baseline="0" noProof="0" dirty="0" err="1">
              <a:ln>
                <a:noFill/>
              </a:ln>
              <a:effectLst/>
              <a:uLnTx/>
              <a:uFillTx/>
              <a:ea typeface="+mn-ea"/>
              <a:cs typeface="+mn-cs"/>
            </a:endParaRPr>
          </a:p>
        </p:txBody>
      </p:sp>
      <p:sp>
        <p:nvSpPr>
          <p:cNvPr id="12" name="Rectangle 11">
            <a:extLst>
              <a:ext uri="{FF2B5EF4-FFF2-40B4-BE49-F238E27FC236}">
                <a16:creationId xmlns:a16="http://schemas.microsoft.com/office/drawing/2014/main" id="{A7F9FBA3-040F-23FD-4685-3FB79A4D80F1}"/>
              </a:ext>
            </a:extLst>
          </p:cNvPr>
          <p:cNvSpPr/>
          <p:nvPr/>
        </p:nvSpPr>
        <p:spPr>
          <a:xfrm>
            <a:off x="5433060" y="1939925"/>
            <a:ext cx="32004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80%</a:t>
            </a:r>
            <a:endParaRPr kumimoji="0" lang="en-IN" sz="800" b="1" i="1" u="none" strike="noStrike" kern="0" cap="none" spc="0" normalizeH="0" baseline="0" noProof="0" dirty="0" err="1">
              <a:ln>
                <a:noFill/>
              </a:ln>
              <a:effectLst/>
              <a:uLnTx/>
              <a:uFillTx/>
              <a:ea typeface="+mn-ea"/>
              <a:cs typeface="+mn-cs"/>
            </a:endParaRPr>
          </a:p>
        </p:txBody>
      </p:sp>
      <p:sp>
        <p:nvSpPr>
          <p:cNvPr id="13" name="Rectangle 12">
            <a:extLst>
              <a:ext uri="{FF2B5EF4-FFF2-40B4-BE49-F238E27FC236}">
                <a16:creationId xmlns:a16="http://schemas.microsoft.com/office/drawing/2014/main" id="{DD4EAB41-711A-F1A4-CA2D-A0A2B949B852}"/>
              </a:ext>
            </a:extLst>
          </p:cNvPr>
          <p:cNvSpPr/>
          <p:nvPr/>
        </p:nvSpPr>
        <p:spPr>
          <a:xfrm>
            <a:off x="5433060" y="4869180"/>
            <a:ext cx="320040" cy="201168"/>
          </a:xfrm>
          <a:prstGeom prst="rect">
            <a:avLst/>
          </a:prstGeom>
          <a:solidFill>
            <a:schemeClr val="bg1"/>
          </a:solidFill>
          <a:ln w="12700" cap="flat" cmpd="sng" algn="ctr">
            <a:noFill/>
            <a:prstDash val="solid"/>
            <a:miter lim="800000"/>
            <a:headEnd type="none" w="med" len="med"/>
            <a:tailEnd type="none" w="med" len="med"/>
          </a:ln>
          <a:effectLst/>
        </p:spPr>
        <p:txBody>
          <a:bodyPr lIns="45720" tIns="45720" rIns="45720" bIns="4572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kumimoji="0" lang="en-US" sz="800" b="1" i="1" u="none" strike="noStrike" kern="0" cap="none" spc="0" normalizeH="0" baseline="0" noProof="0" dirty="0">
                <a:ln>
                  <a:noFill/>
                </a:ln>
                <a:effectLst/>
                <a:uLnTx/>
                <a:uFillTx/>
                <a:ea typeface="+mn-ea"/>
                <a:cs typeface="+mn-cs"/>
              </a:rPr>
              <a:t>20%</a:t>
            </a:r>
            <a:endParaRPr kumimoji="0" lang="en-IN" sz="800" b="1" i="1" u="none" strike="noStrike" kern="0" cap="none" spc="0" normalizeH="0" baseline="0" noProof="0" dirty="0" err="1">
              <a:ln>
                <a:noFill/>
              </a:ln>
              <a:effectLst/>
              <a:uLnTx/>
              <a:uFillTx/>
              <a:ea typeface="+mn-ea"/>
              <a:cs typeface="+mn-cs"/>
            </a:endParaRPr>
          </a:p>
        </p:txBody>
      </p:sp>
    </p:spTree>
    <p:extLst>
      <p:ext uri="{BB962C8B-B14F-4D97-AF65-F5344CB8AC3E}">
        <p14:creationId xmlns:p14="http://schemas.microsoft.com/office/powerpoint/2010/main" val="167657298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9A5E8A-30C9-0AC8-1438-1C1C75BC786E}"/>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96F8EEA3-58A9-47E9-5E86-CDDE5736845D}"/>
              </a:ext>
            </a:extLst>
          </p:cNvPr>
          <p:cNvSpPr/>
          <p:nvPr/>
        </p:nvSpPr>
        <p:spPr>
          <a:xfrm>
            <a:off x="4373880" y="2514600"/>
            <a:ext cx="6400800" cy="18288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IN" sz="4000" b="1">
                <a:solidFill>
                  <a:schemeClr val="tx2"/>
                </a:solidFill>
                <a:latin typeface="+mj-lt"/>
              </a:rPr>
              <a:t>Organizational Structure and Transition</a:t>
            </a:r>
          </a:p>
        </p:txBody>
      </p:sp>
    </p:spTree>
    <p:extLst>
      <p:ext uri="{BB962C8B-B14F-4D97-AF65-F5344CB8AC3E}">
        <p14:creationId xmlns:p14="http://schemas.microsoft.com/office/powerpoint/2010/main" val="124492326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F8F724-DF14-FC01-6A15-A8440200A751}"/>
            </a:ext>
          </a:extLst>
        </p:cNvPr>
        <p:cNvGrpSpPr/>
        <p:nvPr/>
      </p:nvGrpSpPr>
      <p:grpSpPr>
        <a:xfrm>
          <a:off x="0" y="0"/>
          <a:ext cx="0" cy="0"/>
          <a:chOff x="0" y="0"/>
          <a:chExt cx="0" cy="0"/>
        </a:xfrm>
      </p:grpSpPr>
      <p:sp>
        <p:nvSpPr>
          <p:cNvPr id="200" name="Rectangle 199">
            <a:extLst>
              <a:ext uri="{FF2B5EF4-FFF2-40B4-BE49-F238E27FC236}">
                <a16:creationId xmlns:a16="http://schemas.microsoft.com/office/drawing/2014/main" id="{1BF9B8E8-81A0-8D60-47B0-CA10885B1209}"/>
              </a:ext>
            </a:extLst>
          </p:cNvPr>
          <p:cNvSpPr/>
          <p:nvPr/>
        </p:nvSpPr>
        <p:spPr>
          <a:xfrm>
            <a:off x="843154" y="2329256"/>
            <a:ext cx="10515600" cy="3063240"/>
          </a:xfrm>
          <a:prstGeom prst="rect">
            <a:avLst/>
          </a:prstGeom>
          <a:noFill/>
          <a:ln w="12700" cap="flat" cmpd="sng" algn="ctr">
            <a:solidFill>
              <a:schemeClr val="accent5"/>
            </a:solidFill>
            <a:prstDash val="lgDash"/>
            <a:miter lim="800000"/>
            <a:headEnd type="none" w="med" len="med"/>
            <a:tailEnd type="none" w="med" len="med"/>
          </a:ln>
          <a:effectLst/>
        </p:spPr>
        <p:txBody>
          <a:bodyPr lIns="91440" tIns="45720" rIns="91440" bIns="45720" rtlCol="0" anchor="ctr" anchorCtr="0"/>
          <a:lstStyle/>
          <a:p>
            <a:pPr marR="0" algn="ctr" defTabSz="914400" eaLnBrk="1" fontAlgn="auto" latinLnBrk="0" hangingPunct="1">
              <a:buClr>
                <a:srgbClr val="FFE600"/>
              </a:buClr>
              <a:buSzTx/>
              <a:tabLst/>
            </a:pPr>
            <a:endParaRPr kumimoji="0" lang="en-IN" sz="1100" b="0" i="0" u="none" strike="noStrike" kern="0" cap="none" spc="0" normalizeH="0" baseline="0" noProof="0" dirty="0" err="1">
              <a:ln>
                <a:noFill/>
              </a:ln>
              <a:solidFill>
                <a:srgbClr val="1A1A24"/>
              </a:solidFill>
              <a:effectLst/>
              <a:uLnTx/>
              <a:uFillTx/>
              <a:ea typeface="+mn-ea"/>
              <a:cs typeface="+mn-cs"/>
            </a:endParaRPr>
          </a:p>
        </p:txBody>
      </p:sp>
      <p:sp>
        <p:nvSpPr>
          <p:cNvPr id="171" name="Rectangle 170">
            <a:extLst>
              <a:ext uri="{FF2B5EF4-FFF2-40B4-BE49-F238E27FC236}">
                <a16:creationId xmlns:a16="http://schemas.microsoft.com/office/drawing/2014/main" id="{075E9833-75E1-9279-5218-7A90FA81FC96}"/>
              </a:ext>
            </a:extLst>
          </p:cNvPr>
          <p:cNvSpPr/>
          <p:nvPr/>
        </p:nvSpPr>
        <p:spPr>
          <a:xfrm>
            <a:off x="843154" y="1049098"/>
            <a:ext cx="10515600" cy="1097280"/>
          </a:xfrm>
          <a:prstGeom prst="rect">
            <a:avLst/>
          </a:prstGeom>
          <a:noFill/>
          <a:ln w="12700" cap="flat" cmpd="sng" algn="ctr">
            <a:solidFill>
              <a:schemeClr val="accent1"/>
            </a:solidFill>
            <a:prstDash val="lgDash"/>
            <a:miter lim="800000"/>
            <a:headEnd type="none" w="med" len="med"/>
            <a:tailEnd type="none" w="med" len="med"/>
          </a:ln>
          <a:effectLst/>
        </p:spPr>
        <p:txBody>
          <a:bodyPr lIns="91440" tIns="45720" rIns="91440" bIns="45720" rtlCol="0" anchor="ctr" anchorCtr="0"/>
          <a:lstStyle/>
          <a:p>
            <a:pPr marR="0" algn="ctr" defTabSz="914400" eaLnBrk="1" fontAlgn="auto" latinLnBrk="0" hangingPunct="1">
              <a:buClr>
                <a:srgbClr val="FFE600"/>
              </a:buClr>
              <a:buSzTx/>
              <a:tabLst/>
            </a:pPr>
            <a:endParaRPr kumimoji="0" lang="en-IN" sz="1100" b="0" i="0" u="none" strike="noStrike" kern="0" cap="none" spc="0" normalizeH="0" baseline="0" noProof="0" dirty="0" err="1">
              <a:ln>
                <a:noFill/>
              </a:ln>
              <a:solidFill>
                <a:srgbClr val="1A1A24"/>
              </a:solidFill>
              <a:effectLst/>
              <a:uLnTx/>
              <a:uFillTx/>
              <a:ea typeface="+mn-ea"/>
              <a:cs typeface="+mn-cs"/>
            </a:endParaRPr>
          </a:p>
        </p:txBody>
      </p:sp>
      <p:sp>
        <p:nvSpPr>
          <p:cNvPr id="8" name="Title 7">
            <a:extLst>
              <a:ext uri="{FF2B5EF4-FFF2-40B4-BE49-F238E27FC236}">
                <a16:creationId xmlns:a16="http://schemas.microsoft.com/office/drawing/2014/main" id="{953AF2E4-D24E-E5E2-A5C4-3A1CABC00A5A}"/>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Record-to-Report Process Ownership Model</a:t>
            </a:r>
          </a:p>
        </p:txBody>
      </p:sp>
      <p:sp>
        <p:nvSpPr>
          <p:cNvPr id="6" name="Date Placeholder 5">
            <a:extLst>
              <a:ext uri="{FF2B5EF4-FFF2-40B4-BE49-F238E27FC236}">
                <a16:creationId xmlns:a16="http://schemas.microsoft.com/office/drawing/2014/main" id="{45682B8A-374A-4B0F-8B3A-A25334C96315}"/>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D534ABA7-BDC7-0CD9-B161-FD0A2EA286D9}"/>
              </a:ext>
            </a:extLst>
          </p:cNvPr>
          <p:cNvSpPr>
            <a:spLocks noGrp="1"/>
          </p:cNvSpPr>
          <p:nvPr>
            <p:ph type="sldNum" sz="quarter" idx="19"/>
          </p:nvPr>
        </p:nvSpPr>
        <p:spPr/>
        <p:txBody>
          <a:bodyPr/>
          <a:lstStyle/>
          <a:p>
            <a:fld id="{94FCA0F3-9F3A-694B-99BB-0E592A797735}" type="slidenum">
              <a:rPr lang="en-US" smtClean="0"/>
              <a:t>19</a:t>
            </a:fld>
            <a:endParaRPr lang="en-US"/>
          </a:p>
        </p:txBody>
      </p:sp>
      <p:cxnSp>
        <p:nvCxnSpPr>
          <p:cNvPr id="30" name="Straight Arrow Connector 29">
            <a:extLst>
              <a:ext uri="{FF2B5EF4-FFF2-40B4-BE49-F238E27FC236}">
                <a16:creationId xmlns:a16="http://schemas.microsoft.com/office/drawing/2014/main" id="{46E6F1D8-FB1B-2C1A-ED34-604F46F885C2}"/>
              </a:ext>
            </a:extLst>
          </p:cNvPr>
          <p:cNvCxnSpPr>
            <a:cxnSpLocks/>
            <a:stCxn id="2" idx="0"/>
            <a:endCxn id="7" idx="2"/>
          </p:cNvCxnSpPr>
          <p:nvPr/>
        </p:nvCxnSpPr>
        <p:spPr>
          <a:xfrm flipV="1">
            <a:off x="6096000" y="2013443"/>
            <a:ext cx="0" cy="1368797"/>
          </a:xfrm>
          <a:prstGeom prst="straightConnector1">
            <a:avLst/>
          </a:prstGeom>
          <a:ln w="19050">
            <a:solidFill>
              <a:schemeClr val="bg1"/>
            </a:solidFill>
            <a:headEnd type="none" w="lg" len="med"/>
            <a:tailEnd type="stealth" w="lg" len="med"/>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4F72EFE5-BD0F-E2EE-8F10-5789A9496BE0}"/>
              </a:ext>
            </a:extLst>
          </p:cNvPr>
          <p:cNvCxnSpPr>
            <a:stCxn id="17" idx="0"/>
            <a:endCxn id="2" idx="2"/>
          </p:cNvCxnSpPr>
          <p:nvPr/>
        </p:nvCxnSpPr>
        <p:spPr>
          <a:xfrm flipV="1">
            <a:off x="6096000" y="3885160"/>
            <a:ext cx="0" cy="913766"/>
          </a:xfrm>
          <a:prstGeom prst="straightConnector1">
            <a:avLst/>
          </a:prstGeom>
          <a:ln w="19050">
            <a:solidFill>
              <a:schemeClr val="bg1"/>
            </a:solidFill>
            <a:headEnd type="none" w="lg" len="med"/>
            <a:tailEnd type="stealth" w="lg" len="med"/>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1A1AF053-94B0-24C5-82FB-1CFEE5B5C045}"/>
              </a:ext>
            </a:extLst>
          </p:cNvPr>
          <p:cNvCxnSpPr>
            <a:cxnSpLocks/>
            <a:stCxn id="13" idx="1"/>
            <a:endCxn id="2" idx="3"/>
          </p:cNvCxnSpPr>
          <p:nvPr/>
        </p:nvCxnSpPr>
        <p:spPr>
          <a:xfrm flipH="1">
            <a:off x="7010400" y="3633700"/>
            <a:ext cx="1205105" cy="0"/>
          </a:xfrm>
          <a:prstGeom prst="straightConnector1">
            <a:avLst/>
          </a:prstGeom>
          <a:ln w="19050">
            <a:solidFill>
              <a:schemeClr val="bg1"/>
            </a:solidFill>
            <a:headEnd type="none" w="lg" len="med"/>
            <a:tailEnd type="stealth" w="lg"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8C065D41-8A5A-61D9-B5E4-BFEF63B339E7}"/>
              </a:ext>
            </a:extLst>
          </p:cNvPr>
          <p:cNvCxnSpPr>
            <a:cxnSpLocks/>
            <a:stCxn id="12" idx="3"/>
            <a:endCxn id="2" idx="1"/>
          </p:cNvCxnSpPr>
          <p:nvPr/>
        </p:nvCxnSpPr>
        <p:spPr>
          <a:xfrm flipV="1">
            <a:off x="3986402" y="3633700"/>
            <a:ext cx="1195198" cy="1904"/>
          </a:xfrm>
          <a:prstGeom prst="straightConnector1">
            <a:avLst/>
          </a:prstGeom>
          <a:ln w="19050">
            <a:solidFill>
              <a:schemeClr val="bg1"/>
            </a:solidFill>
            <a:headEnd type="none" w="lg" len="med"/>
            <a:tailEnd type="stealth" w="lg" len="med"/>
          </a:ln>
        </p:spPr>
        <p:style>
          <a:lnRef idx="1">
            <a:schemeClr val="accent1"/>
          </a:lnRef>
          <a:fillRef idx="0">
            <a:schemeClr val="accent1"/>
          </a:fillRef>
          <a:effectRef idx="0">
            <a:schemeClr val="accent1"/>
          </a:effectRef>
          <a:fontRef idx="minor">
            <a:schemeClr val="tx1"/>
          </a:fontRef>
        </p:style>
      </p:cxnSp>
      <p:sp>
        <p:nvSpPr>
          <p:cNvPr id="206" name="TextBox 205">
            <a:extLst>
              <a:ext uri="{FF2B5EF4-FFF2-40B4-BE49-F238E27FC236}">
                <a16:creationId xmlns:a16="http://schemas.microsoft.com/office/drawing/2014/main" id="{B5D740FB-EC74-D7CF-F74B-6AC89CEF000C}"/>
              </a:ext>
            </a:extLst>
          </p:cNvPr>
          <p:cNvSpPr txBox="1"/>
          <p:nvPr/>
        </p:nvSpPr>
        <p:spPr>
          <a:xfrm rot="16200000">
            <a:off x="-873252" y="3677995"/>
            <a:ext cx="3063238" cy="365760"/>
          </a:xfrm>
          <a:prstGeom prst="rect">
            <a:avLst/>
          </a:prstGeom>
          <a:noFill/>
        </p:spPr>
        <p:txBody>
          <a:bodyPr wrap="square" lIns="45720" rIns="45720" anchor="ctr" anchorCtr="0">
            <a:noAutofit/>
          </a:bodyPr>
          <a:lstStyle/>
          <a:p>
            <a:pPr algn="ctr"/>
            <a:r>
              <a:rPr lang="en-IN" sz="1050" b="1" dirty="0">
                <a:solidFill>
                  <a:schemeClr val="bg1"/>
                </a:solidFill>
              </a:rPr>
              <a:t>Core Flow </a:t>
            </a:r>
            <a:r>
              <a:rPr lang="en-IN" sz="1050" dirty="0">
                <a:solidFill>
                  <a:schemeClr val="bg1"/>
                </a:solidFill>
              </a:rPr>
              <a:t>(Close-to-Report Cycle)</a:t>
            </a:r>
          </a:p>
        </p:txBody>
      </p:sp>
      <p:sp>
        <p:nvSpPr>
          <p:cNvPr id="210" name="TextBox 209">
            <a:extLst>
              <a:ext uri="{FF2B5EF4-FFF2-40B4-BE49-F238E27FC236}">
                <a16:creationId xmlns:a16="http://schemas.microsoft.com/office/drawing/2014/main" id="{6244E5A5-BA6C-16C8-D887-50CB9DEFA921}"/>
              </a:ext>
            </a:extLst>
          </p:cNvPr>
          <p:cNvSpPr txBox="1"/>
          <p:nvPr/>
        </p:nvSpPr>
        <p:spPr>
          <a:xfrm>
            <a:off x="9301354" y="774778"/>
            <a:ext cx="2057400" cy="274320"/>
          </a:xfrm>
          <a:prstGeom prst="rect">
            <a:avLst/>
          </a:prstGeom>
          <a:noFill/>
        </p:spPr>
        <p:txBody>
          <a:bodyPr wrap="square" lIns="45720" rIns="45720" anchor="ctr" anchorCtr="0">
            <a:noAutofit/>
          </a:bodyPr>
          <a:lstStyle/>
          <a:p>
            <a:pPr algn="ctr"/>
            <a:r>
              <a:rPr lang="en-IN" sz="1050" b="1" dirty="0">
                <a:solidFill>
                  <a:schemeClr val="bg1"/>
                </a:solidFill>
              </a:rPr>
              <a:t>Business Engagement Flow</a:t>
            </a:r>
          </a:p>
        </p:txBody>
      </p:sp>
      <p:cxnSp>
        <p:nvCxnSpPr>
          <p:cNvPr id="110" name="Straight Arrow Connector 109">
            <a:extLst>
              <a:ext uri="{FF2B5EF4-FFF2-40B4-BE49-F238E27FC236}">
                <a16:creationId xmlns:a16="http://schemas.microsoft.com/office/drawing/2014/main" id="{2D770E88-D50E-EB46-7996-1A95557D057E}"/>
              </a:ext>
            </a:extLst>
          </p:cNvPr>
          <p:cNvCxnSpPr>
            <a:cxnSpLocks/>
            <a:stCxn id="2" idx="0"/>
            <a:endCxn id="9" idx="2"/>
          </p:cNvCxnSpPr>
          <p:nvPr/>
        </p:nvCxnSpPr>
        <p:spPr>
          <a:xfrm flipV="1">
            <a:off x="6096000" y="2922827"/>
            <a:ext cx="0" cy="459413"/>
          </a:xfrm>
          <a:prstGeom prst="straightConnector1">
            <a:avLst/>
          </a:prstGeom>
          <a:ln w="19050">
            <a:solidFill>
              <a:schemeClr val="bg1"/>
            </a:solidFill>
            <a:headEnd type="none" w="lg" len="med"/>
            <a:tailEnd type="stealth" w="lg" len="med"/>
          </a:ln>
        </p:spPr>
        <p:style>
          <a:lnRef idx="1">
            <a:schemeClr val="accent1"/>
          </a:lnRef>
          <a:fillRef idx="0">
            <a:schemeClr val="accent1"/>
          </a:fillRef>
          <a:effectRef idx="0">
            <a:schemeClr val="accent1"/>
          </a:effectRef>
          <a:fontRef idx="minor">
            <a:schemeClr val="tx1"/>
          </a:fontRef>
        </p:style>
      </p:cxnSp>
      <p:cxnSp>
        <p:nvCxnSpPr>
          <p:cNvPr id="238" name="Connector: Elbow 237">
            <a:extLst>
              <a:ext uri="{FF2B5EF4-FFF2-40B4-BE49-F238E27FC236}">
                <a16:creationId xmlns:a16="http://schemas.microsoft.com/office/drawing/2014/main" id="{F22696BE-8AB6-D37A-15FE-DD71F72DF840}"/>
              </a:ext>
            </a:extLst>
          </p:cNvPr>
          <p:cNvCxnSpPr>
            <a:cxnSpLocks/>
            <a:stCxn id="10" idx="2"/>
          </p:cNvCxnSpPr>
          <p:nvPr/>
        </p:nvCxnSpPr>
        <p:spPr>
          <a:xfrm rot="16200000" flipH="1">
            <a:off x="3556118" y="1114575"/>
            <a:ext cx="1326345" cy="3208978"/>
          </a:xfrm>
          <a:prstGeom prst="bentConnector3">
            <a:avLst>
              <a:gd name="adj1" fmla="val 82764"/>
            </a:avLst>
          </a:prstGeom>
          <a:ln w="19050">
            <a:solidFill>
              <a:schemeClr val="bg1"/>
            </a:solidFill>
            <a:prstDash val="dash"/>
            <a:headEnd type="stealth" w="lg" len="med"/>
            <a:tailEnd type="stealth" w="lg" len="med"/>
          </a:ln>
        </p:spPr>
        <p:style>
          <a:lnRef idx="1">
            <a:schemeClr val="accent1"/>
          </a:lnRef>
          <a:fillRef idx="0">
            <a:schemeClr val="accent1"/>
          </a:fillRef>
          <a:effectRef idx="0">
            <a:schemeClr val="accent1"/>
          </a:effectRef>
          <a:fontRef idx="minor">
            <a:schemeClr val="tx1"/>
          </a:fontRef>
        </p:style>
      </p:cxnSp>
      <p:cxnSp>
        <p:nvCxnSpPr>
          <p:cNvPr id="246" name="Connector: Elbow 245">
            <a:extLst>
              <a:ext uri="{FF2B5EF4-FFF2-40B4-BE49-F238E27FC236}">
                <a16:creationId xmlns:a16="http://schemas.microsoft.com/office/drawing/2014/main" id="{731433C8-41FB-BDA4-173A-75BA0BC8417D}"/>
              </a:ext>
            </a:extLst>
          </p:cNvPr>
          <p:cNvCxnSpPr>
            <a:cxnSpLocks/>
            <a:stCxn id="11" idx="2"/>
          </p:cNvCxnSpPr>
          <p:nvPr/>
        </p:nvCxnSpPr>
        <p:spPr>
          <a:xfrm rot="5400000">
            <a:off x="7316110" y="1111246"/>
            <a:ext cx="1328256" cy="3213732"/>
          </a:xfrm>
          <a:prstGeom prst="bentConnector3">
            <a:avLst>
              <a:gd name="adj1" fmla="val 82790"/>
            </a:avLst>
          </a:prstGeom>
          <a:ln w="19050">
            <a:solidFill>
              <a:schemeClr val="bg1"/>
            </a:solidFill>
            <a:prstDash val="dash"/>
            <a:headEnd type="stealth" w="lg" len="med"/>
            <a:tailEnd type="stealth" w="lg" len="med"/>
          </a:ln>
        </p:spPr>
        <p:style>
          <a:lnRef idx="1">
            <a:schemeClr val="accent1"/>
          </a:lnRef>
          <a:fillRef idx="0">
            <a:schemeClr val="accent1"/>
          </a:fillRef>
          <a:effectRef idx="0">
            <a:schemeClr val="accent1"/>
          </a:effectRef>
          <a:fontRef idx="minor">
            <a:schemeClr val="tx1"/>
          </a:fontRef>
        </p:style>
      </p:cxnSp>
      <p:cxnSp>
        <p:nvCxnSpPr>
          <p:cNvPr id="265" name="Connector: Elbow 264">
            <a:extLst>
              <a:ext uri="{FF2B5EF4-FFF2-40B4-BE49-F238E27FC236}">
                <a16:creationId xmlns:a16="http://schemas.microsoft.com/office/drawing/2014/main" id="{6CAAAB5E-C446-882E-49D0-8BFB849CB7AC}"/>
              </a:ext>
            </a:extLst>
          </p:cNvPr>
          <p:cNvCxnSpPr>
            <a:cxnSpLocks/>
            <a:stCxn id="19" idx="3"/>
          </p:cNvCxnSpPr>
          <p:nvPr/>
        </p:nvCxnSpPr>
        <p:spPr>
          <a:xfrm flipV="1">
            <a:off x="3986401" y="3882773"/>
            <a:ext cx="1469517" cy="667540"/>
          </a:xfrm>
          <a:prstGeom prst="bentConnector4">
            <a:avLst>
              <a:gd name="adj1" fmla="val 20356"/>
              <a:gd name="adj2" fmla="val 71938"/>
            </a:avLst>
          </a:prstGeom>
          <a:ln w="19050">
            <a:solidFill>
              <a:schemeClr val="bg1"/>
            </a:solidFill>
            <a:headEnd type="none" w="lg" len="med"/>
            <a:tailEnd type="stealth" w="lg" len="med"/>
          </a:ln>
        </p:spPr>
        <p:style>
          <a:lnRef idx="1">
            <a:schemeClr val="accent1"/>
          </a:lnRef>
          <a:fillRef idx="0">
            <a:schemeClr val="accent1"/>
          </a:fillRef>
          <a:effectRef idx="0">
            <a:schemeClr val="accent1"/>
          </a:effectRef>
          <a:fontRef idx="minor">
            <a:schemeClr val="tx1"/>
          </a:fontRef>
        </p:style>
      </p:cxnSp>
      <p:cxnSp>
        <p:nvCxnSpPr>
          <p:cNvPr id="277" name="Connector: Elbow 276">
            <a:extLst>
              <a:ext uri="{FF2B5EF4-FFF2-40B4-BE49-F238E27FC236}">
                <a16:creationId xmlns:a16="http://schemas.microsoft.com/office/drawing/2014/main" id="{E3147291-4187-F4E0-E3EB-6B8D8791094F}"/>
              </a:ext>
            </a:extLst>
          </p:cNvPr>
          <p:cNvCxnSpPr>
            <a:cxnSpLocks/>
            <a:stCxn id="18" idx="1"/>
          </p:cNvCxnSpPr>
          <p:nvPr/>
        </p:nvCxnSpPr>
        <p:spPr>
          <a:xfrm rot="10800000">
            <a:off x="6736078" y="3882775"/>
            <a:ext cx="1479426" cy="667539"/>
          </a:xfrm>
          <a:prstGeom prst="bentConnector4">
            <a:avLst>
              <a:gd name="adj1" fmla="val 20341"/>
              <a:gd name="adj2" fmla="val 71938"/>
            </a:avLst>
          </a:prstGeom>
          <a:ln w="19050">
            <a:solidFill>
              <a:schemeClr val="bg1"/>
            </a:solidFill>
            <a:headEnd type="none" w="lg" len="med"/>
            <a:tailEnd type="stealth" w="lg" len="med"/>
          </a:ln>
        </p:spPr>
        <p:style>
          <a:lnRef idx="1">
            <a:schemeClr val="accent1"/>
          </a:lnRef>
          <a:fillRef idx="0">
            <a:schemeClr val="accent1"/>
          </a:fillRef>
          <a:effectRef idx="0">
            <a:schemeClr val="accent1"/>
          </a:effectRef>
          <a:fontRef idx="minor">
            <a:schemeClr val="tx1"/>
          </a:fontRef>
        </p:style>
      </p:cxnSp>
      <p:cxnSp>
        <p:nvCxnSpPr>
          <p:cNvPr id="283" name="Connector: Elbow 282">
            <a:extLst>
              <a:ext uri="{FF2B5EF4-FFF2-40B4-BE49-F238E27FC236}">
                <a16:creationId xmlns:a16="http://schemas.microsoft.com/office/drawing/2014/main" id="{7DF422EC-EEA9-B38F-B91E-EC8083A0EBC4}"/>
              </a:ext>
            </a:extLst>
          </p:cNvPr>
          <p:cNvCxnSpPr>
            <a:cxnSpLocks/>
            <a:stCxn id="21" idx="0"/>
          </p:cNvCxnSpPr>
          <p:nvPr/>
        </p:nvCxnSpPr>
        <p:spPr>
          <a:xfrm rot="16200000" flipV="1">
            <a:off x="6097249" y="4155846"/>
            <a:ext cx="1787695" cy="1241554"/>
          </a:xfrm>
          <a:prstGeom prst="bentConnector3">
            <a:avLst>
              <a:gd name="adj1" fmla="val 76911"/>
            </a:avLst>
          </a:prstGeom>
          <a:ln w="19050">
            <a:solidFill>
              <a:schemeClr val="bg1"/>
            </a:solidFill>
            <a:headEnd type="none" w="lg" len="med"/>
            <a:tailEnd type="stealth" w="lg" len="med"/>
          </a:ln>
        </p:spPr>
        <p:style>
          <a:lnRef idx="1">
            <a:schemeClr val="accent1"/>
          </a:lnRef>
          <a:fillRef idx="0">
            <a:schemeClr val="accent1"/>
          </a:fillRef>
          <a:effectRef idx="0">
            <a:schemeClr val="accent1"/>
          </a:effectRef>
          <a:fontRef idx="minor">
            <a:schemeClr val="tx1"/>
          </a:fontRef>
        </p:style>
      </p:cxnSp>
      <p:cxnSp>
        <p:nvCxnSpPr>
          <p:cNvPr id="290" name="Connector: Elbow 289">
            <a:extLst>
              <a:ext uri="{FF2B5EF4-FFF2-40B4-BE49-F238E27FC236}">
                <a16:creationId xmlns:a16="http://schemas.microsoft.com/office/drawing/2014/main" id="{523EF04C-4FE8-9A33-3E55-AC8FD1A2F539}"/>
              </a:ext>
            </a:extLst>
          </p:cNvPr>
          <p:cNvCxnSpPr>
            <a:cxnSpLocks/>
            <a:stCxn id="20" idx="0"/>
          </p:cNvCxnSpPr>
          <p:nvPr/>
        </p:nvCxnSpPr>
        <p:spPr>
          <a:xfrm rot="5400000" flipH="1" flipV="1">
            <a:off x="4306639" y="4157659"/>
            <a:ext cx="1787696" cy="1237926"/>
          </a:xfrm>
          <a:prstGeom prst="bentConnector3">
            <a:avLst>
              <a:gd name="adj1" fmla="val 76911"/>
            </a:avLst>
          </a:prstGeom>
          <a:ln w="19050">
            <a:solidFill>
              <a:schemeClr val="bg1"/>
            </a:solidFill>
            <a:headEnd type="none" w="lg" len="med"/>
            <a:tailEnd type="stealth" w="lg" len="med"/>
          </a:ln>
        </p:spPr>
        <p:style>
          <a:lnRef idx="1">
            <a:schemeClr val="accent1"/>
          </a:lnRef>
          <a:fillRef idx="0">
            <a:schemeClr val="accent1"/>
          </a:fillRef>
          <a:effectRef idx="0">
            <a:schemeClr val="accent1"/>
          </a:effectRef>
          <a:fontRef idx="minor">
            <a:schemeClr val="tx1"/>
          </a:fontRef>
        </p:style>
      </p:cxnSp>
      <p:sp>
        <p:nvSpPr>
          <p:cNvPr id="303" name="TextBox 302">
            <a:extLst>
              <a:ext uri="{FF2B5EF4-FFF2-40B4-BE49-F238E27FC236}">
                <a16:creationId xmlns:a16="http://schemas.microsoft.com/office/drawing/2014/main" id="{D30C06F0-A451-5FA9-79D0-3514EA419D7E}"/>
              </a:ext>
            </a:extLst>
          </p:cNvPr>
          <p:cNvSpPr txBox="1"/>
          <p:nvPr/>
        </p:nvSpPr>
        <p:spPr>
          <a:xfrm>
            <a:off x="5181600" y="1099043"/>
            <a:ext cx="1828800" cy="50292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Support accurate external reporting and disclosures.</a:t>
            </a:r>
          </a:p>
          <a:p>
            <a:pPr marL="91440" indent="-91440">
              <a:spcBef>
                <a:spcPts val="300"/>
              </a:spcBef>
              <a:buFont typeface="Wingdings" panose="05000000000000000000" pitchFamily="2" charset="2"/>
              <a:buChar char="§"/>
            </a:pPr>
            <a:r>
              <a:rPr lang="en-IN" sz="600" dirty="0">
                <a:solidFill>
                  <a:schemeClr val="bg1"/>
                </a:solidFill>
              </a:rPr>
              <a:t>Ensure financial narratives tie back to audited results.</a:t>
            </a:r>
          </a:p>
        </p:txBody>
      </p:sp>
      <p:sp>
        <p:nvSpPr>
          <p:cNvPr id="311" name="TextBox 310">
            <a:extLst>
              <a:ext uri="{FF2B5EF4-FFF2-40B4-BE49-F238E27FC236}">
                <a16:creationId xmlns:a16="http://schemas.microsoft.com/office/drawing/2014/main" id="{40F1E5CA-8DA3-E1B3-DBBF-B813F311693C}"/>
              </a:ext>
            </a:extLst>
          </p:cNvPr>
          <p:cNvSpPr txBox="1"/>
          <p:nvPr/>
        </p:nvSpPr>
        <p:spPr>
          <a:xfrm>
            <a:off x="9678544" y="2053984"/>
            <a:ext cx="1645920" cy="50292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Provide financial stewardship, governance, and controllership oversight.</a:t>
            </a:r>
          </a:p>
          <a:p>
            <a:pPr marL="91440" indent="-91440">
              <a:spcBef>
                <a:spcPts val="300"/>
              </a:spcBef>
              <a:buFont typeface="Wingdings" panose="05000000000000000000" pitchFamily="2" charset="2"/>
              <a:buChar char="§"/>
            </a:pPr>
            <a:r>
              <a:rPr lang="en-IN" sz="600" dirty="0">
                <a:solidFill>
                  <a:schemeClr val="bg1"/>
                </a:solidFill>
              </a:rPr>
              <a:t>Support decision-making with financial accuracy and risk management.</a:t>
            </a:r>
          </a:p>
        </p:txBody>
      </p:sp>
      <p:sp>
        <p:nvSpPr>
          <p:cNvPr id="313" name="TextBox 312">
            <a:extLst>
              <a:ext uri="{FF2B5EF4-FFF2-40B4-BE49-F238E27FC236}">
                <a16:creationId xmlns:a16="http://schemas.microsoft.com/office/drawing/2014/main" id="{E91BB2BF-F55F-5D93-B39D-3FF5EACEA704}"/>
              </a:ext>
            </a:extLst>
          </p:cNvPr>
          <p:cNvSpPr txBox="1"/>
          <p:nvPr/>
        </p:nvSpPr>
        <p:spPr>
          <a:xfrm>
            <a:off x="882395" y="2053984"/>
            <a:ext cx="1645920" cy="50292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Align on financial results, variance analysis, &amp; business performance drivers.</a:t>
            </a:r>
          </a:p>
          <a:p>
            <a:pPr marL="91440" indent="-91440">
              <a:spcBef>
                <a:spcPts val="300"/>
              </a:spcBef>
              <a:buFont typeface="Wingdings" panose="05000000000000000000" pitchFamily="2" charset="2"/>
              <a:buChar char="§"/>
            </a:pPr>
            <a:r>
              <a:rPr lang="en-IN" sz="600" dirty="0">
                <a:solidFill>
                  <a:schemeClr val="bg1"/>
                </a:solidFill>
              </a:rPr>
              <a:t>Provide accurate, timely accounting close outputs for planning and forecasting.</a:t>
            </a:r>
          </a:p>
        </p:txBody>
      </p:sp>
      <p:sp>
        <p:nvSpPr>
          <p:cNvPr id="315" name="TextBox 314">
            <a:extLst>
              <a:ext uri="{FF2B5EF4-FFF2-40B4-BE49-F238E27FC236}">
                <a16:creationId xmlns:a16="http://schemas.microsoft.com/office/drawing/2014/main" id="{258798BC-D7FF-2C8D-1E5E-62A23BD9C52B}"/>
              </a:ext>
            </a:extLst>
          </p:cNvPr>
          <p:cNvSpPr txBox="1"/>
          <p:nvPr/>
        </p:nvSpPr>
        <p:spPr>
          <a:xfrm>
            <a:off x="1243201" y="3841876"/>
            <a:ext cx="2743200" cy="32004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Validate payroll, benefits, and employee costs postings.</a:t>
            </a:r>
          </a:p>
          <a:p>
            <a:pPr marL="91440" indent="-91440">
              <a:spcBef>
                <a:spcPts val="300"/>
              </a:spcBef>
              <a:buFont typeface="Wingdings" panose="05000000000000000000" pitchFamily="2" charset="2"/>
              <a:buChar char="§"/>
            </a:pPr>
            <a:r>
              <a:rPr lang="en-IN" sz="600" dirty="0">
                <a:solidFill>
                  <a:schemeClr val="bg1"/>
                </a:solidFill>
              </a:rPr>
              <a:t>Support accounting for restructuring, severance, and workforce changes.</a:t>
            </a:r>
          </a:p>
        </p:txBody>
      </p:sp>
      <p:sp>
        <p:nvSpPr>
          <p:cNvPr id="316" name="TextBox 315">
            <a:extLst>
              <a:ext uri="{FF2B5EF4-FFF2-40B4-BE49-F238E27FC236}">
                <a16:creationId xmlns:a16="http://schemas.microsoft.com/office/drawing/2014/main" id="{410F244E-E602-C7C9-57F2-D9D366A05DCF}"/>
              </a:ext>
            </a:extLst>
          </p:cNvPr>
          <p:cNvSpPr txBox="1"/>
          <p:nvPr/>
        </p:nvSpPr>
        <p:spPr>
          <a:xfrm>
            <a:off x="8215504" y="3839566"/>
            <a:ext cx="2743200" cy="32004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Ensure correct cut-off, accruals, and cash flow reporting.</a:t>
            </a:r>
          </a:p>
          <a:p>
            <a:pPr marL="91440" indent="-91440">
              <a:spcBef>
                <a:spcPts val="300"/>
              </a:spcBef>
              <a:buFont typeface="Wingdings" panose="05000000000000000000" pitchFamily="2" charset="2"/>
              <a:buChar char="§"/>
            </a:pPr>
            <a:r>
              <a:rPr lang="en-IN" sz="600" dirty="0">
                <a:solidFill>
                  <a:schemeClr val="bg1"/>
                </a:solidFill>
              </a:rPr>
              <a:t>Oversee policy compliance (payment terms, credit management).</a:t>
            </a:r>
          </a:p>
        </p:txBody>
      </p:sp>
      <p:sp>
        <p:nvSpPr>
          <p:cNvPr id="317" name="TextBox 316">
            <a:extLst>
              <a:ext uri="{FF2B5EF4-FFF2-40B4-BE49-F238E27FC236}">
                <a16:creationId xmlns:a16="http://schemas.microsoft.com/office/drawing/2014/main" id="{2E122A0C-1C83-B8EF-A52A-E0884C64ED21}"/>
              </a:ext>
            </a:extLst>
          </p:cNvPr>
          <p:cNvSpPr txBox="1"/>
          <p:nvPr/>
        </p:nvSpPr>
        <p:spPr>
          <a:xfrm>
            <a:off x="8215503" y="4798926"/>
            <a:ext cx="1828799" cy="50292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Own accuracy and completeness of journal entries and reconciliations.</a:t>
            </a:r>
          </a:p>
          <a:p>
            <a:pPr marL="91440" indent="-91440">
              <a:spcBef>
                <a:spcPts val="300"/>
              </a:spcBef>
              <a:buFont typeface="Wingdings" panose="05000000000000000000" pitchFamily="2" charset="2"/>
              <a:buChar char="§"/>
            </a:pPr>
            <a:r>
              <a:rPr lang="en-IN" sz="600" dirty="0">
                <a:solidFill>
                  <a:schemeClr val="bg1"/>
                </a:solidFill>
              </a:rPr>
              <a:t>Monitor accounting policies, capitalization rules, and project spend alignment.</a:t>
            </a:r>
          </a:p>
        </p:txBody>
      </p:sp>
      <p:sp>
        <p:nvSpPr>
          <p:cNvPr id="318" name="TextBox 317">
            <a:extLst>
              <a:ext uri="{FF2B5EF4-FFF2-40B4-BE49-F238E27FC236}">
                <a16:creationId xmlns:a16="http://schemas.microsoft.com/office/drawing/2014/main" id="{FD9E64BD-7C2D-6E1B-4423-00E95993467C}"/>
              </a:ext>
            </a:extLst>
          </p:cNvPr>
          <p:cNvSpPr txBox="1"/>
          <p:nvPr/>
        </p:nvSpPr>
        <p:spPr>
          <a:xfrm>
            <a:off x="2157601" y="4796689"/>
            <a:ext cx="1828800" cy="50292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Own accuracy and completeness of journal entries and reconciliations.</a:t>
            </a:r>
          </a:p>
          <a:p>
            <a:pPr marL="91440" indent="-91440">
              <a:spcBef>
                <a:spcPts val="300"/>
              </a:spcBef>
              <a:buFont typeface="Wingdings" panose="05000000000000000000" pitchFamily="2" charset="2"/>
              <a:buChar char="§"/>
            </a:pPr>
            <a:r>
              <a:rPr lang="en-IN" sz="600" dirty="0">
                <a:solidFill>
                  <a:schemeClr val="bg1"/>
                </a:solidFill>
              </a:rPr>
              <a:t>Monitor accounting policies, capitalization rules, and project spend alignment.</a:t>
            </a:r>
          </a:p>
        </p:txBody>
      </p:sp>
      <p:sp>
        <p:nvSpPr>
          <p:cNvPr id="204" name="Rectangle 203">
            <a:extLst>
              <a:ext uri="{FF2B5EF4-FFF2-40B4-BE49-F238E27FC236}">
                <a16:creationId xmlns:a16="http://schemas.microsoft.com/office/drawing/2014/main" id="{2E4239C4-F854-38D5-28C3-BA837C10DB21}"/>
              </a:ext>
            </a:extLst>
          </p:cNvPr>
          <p:cNvSpPr/>
          <p:nvPr/>
        </p:nvSpPr>
        <p:spPr>
          <a:xfrm>
            <a:off x="3810000" y="5575374"/>
            <a:ext cx="4572000" cy="685800"/>
          </a:xfrm>
          <a:prstGeom prst="rect">
            <a:avLst/>
          </a:prstGeom>
          <a:noFill/>
          <a:ln w="12700" cap="flat" cmpd="sng" algn="ctr">
            <a:solidFill>
              <a:schemeClr val="accent3"/>
            </a:solidFill>
            <a:prstDash val="lgDash"/>
            <a:miter lim="800000"/>
            <a:headEnd type="none" w="med" len="med"/>
            <a:tailEnd type="none" w="med" len="med"/>
          </a:ln>
          <a:effectLst/>
        </p:spPr>
        <p:txBody>
          <a:bodyPr lIns="91440" tIns="45720" rIns="91440" bIns="45720" rtlCol="0" anchor="ctr" anchorCtr="0"/>
          <a:lstStyle/>
          <a:p>
            <a:pPr marR="0" algn="ctr" defTabSz="914400" eaLnBrk="1" fontAlgn="auto" latinLnBrk="0" hangingPunct="1">
              <a:buClr>
                <a:srgbClr val="FFE600"/>
              </a:buClr>
              <a:buSzTx/>
              <a:tabLst/>
            </a:pPr>
            <a:endParaRPr kumimoji="0" lang="en-IN" sz="1100" b="0" i="0" u="none" strike="noStrike" kern="0" cap="none" spc="0" normalizeH="0" baseline="0" noProof="0" dirty="0" err="1">
              <a:ln>
                <a:noFill/>
              </a:ln>
              <a:solidFill>
                <a:srgbClr val="1A1A24"/>
              </a:solidFill>
              <a:effectLst/>
              <a:uLnTx/>
              <a:uFillTx/>
              <a:ea typeface="+mn-ea"/>
              <a:cs typeface="+mn-cs"/>
            </a:endParaRPr>
          </a:p>
        </p:txBody>
      </p:sp>
      <p:sp>
        <p:nvSpPr>
          <p:cNvPr id="211" name="TextBox 210">
            <a:extLst>
              <a:ext uri="{FF2B5EF4-FFF2-40B4-BE49-F238E27FC236}">
                <a16:creationId xmlns:a16="http://schemas.microsoft.com/office/drawing/2014/main" id="{3372D7AA-09DF-41C6-6740-7AFAEA3D3B34}"/>
              </a:ext>
            </a:extLst>
          </p:cNvPr>
          <p:cNvSpPr txBox="1"/>
          <p:nvPr/>
        </p:nvSpPr>
        <p:spPr>
          <a:xfrm>
            <a:off x="6096000" y="6261174"/>
            <a:ext cx="2286000" cy="274320"/>
          </a:xfrm>
          <a:prstGeom prst="rect">
            <a:avLst/>
          </a:prstGeom>
          <a:noFill/>
        </p:spPr>
        <p:txBody>
          <a:bodyPr wrap="square" lIns="45720" rIns="45720" anchor="ctr" anchorCtr="0">
            <a:noAutofit/>
          </a:bodyPr>
          <a:lstStyle/>
          <a:p>
            <a:pPr algn="ctr"/>
            <a:r>
              <a:rPr lang="en-IN" sz="1050" b="1" dirty="0">
                <a:solidFill>
                  <a:schemeClr val="bg1"/>
                </a:solidFill>
              </a:rPr>
              <a:t>Governance &amp; Compliance Flow</a:t>
            </a:r>
          </a:p>
        </p:txBody>
      </p:sp>
      <p:sp>
        <p:nvSpPr>
          <p:cNvPr id="320" name="TextBox 319">
            <a:extLst>
              <a:ext uri="{FF2B5EF4-FFF2-40B4-BE49-F238E27FC236}">
                <a16:creationId xmlns:a16="http://schemas.microsoft.com/office/drawing/2014/main" id="{DFC2719A-FE04-B1BA-EBFE-96B9F90F6CD5}"/>
              </a:ext>
            </a:extLst>
          </p:cNvPr>
          <p:cNvSpPr txBox="1"/>
          <p:nvPr/>
        </p:nvSpPr>
        <p:spPr>
          <a:xfrm>
            <a:off x="2072637" y="5670470"/>
            <a:ext cx="1645920" cy="50292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Act as primary liaison with internal and external auditors.</a:t>
            </a:r>
          </a:p>
          <a:p>
            <a:pPr marL="91440" indent="-91440">
              <a:spcBef>
                <a:spcPts val="300"/>
              </a:spcBef>
              <a:buFont typeface="Wingdings" panose="05000000000000000000" pitchFamily="2" charset="2"/>
              <a:buChar char="§"/>
            </a:pPr>
            <a:r>
              <a:rPr lang="en-IN" sz="600" dirty="0">
                <a:solidFill>
                  <a:schemeClr val="bg1"/>
                </a:solidFill>
              </a:rPr>
              <a:t>Ensure compliance with SOX, IFRS/GAAP, and internal control framework.</a:t>
            </a:r>
          </a:p>
        </p:txBody>
      </p:sp>
      <p:sp>
        <p:nvSpPr>
          <p:cNvPr id="321" name="TextBox 320">
            <a:extLst>
              <a:ext uri="{FF2B5EF4-FFF2-40B4-BE49-F238E27FC236}">
                <a16:creationId xmlns:a16="http://schemas.microsoft.com/office/drawing/2014/main" id="{3264F4F5-E2B6-0FBA-D607-341ED905E884}"/>
              </a:ext>
            </a:extLst>
          </p:cNvPr>
          <p:cNvSpPr txBox="1"/>
          <p:nvPr/>
        </p:nvSpPr>
        <p:spPr>
          <a:xfrm>
            <a:off x="8473443" y="5670470"/>
            <a:ext cx="1645920" cy="50292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Drive ERP integrity, chart of accounts governance, and system controls.</a:t>
            </a:r>
          </a:p>
          <a:p>
            <a:pPr marL="91440" indent="-91440">
              <a:spcBef>
                <a:spcPts val="300"/>
              </a:spcBef>
              <a:buFont typeface="Wingdings" panose="05000000000000000000" pitchFamily="2" charset="2"/>
              <a:buChar char="§"/>
            </a:pPr>
            <a:r>
              <a:rPr lang="en-IN" sz="600" dirty="0">
                <a:solidFill>
                  <a:schemeClr val="bg1"/>
                </a:solidFill>
              </a:rPr>
              <a:t>Partner on automation, reporting dashboards, and data accuracy.</a:t>
            </a:r>
          </a:p>
        </p:txBody>
      </p:sp>
      <p:sp>
        <p:nvSpPr>
          <p:cNvPr id="325" name="TextBox 324">
            <a:extLst>
              <a:ext uri="{FF2B5EF4-FFF2-40B4-BE49-F238E27FC236}">
                <a16:creationId xmlns:a16="http://schemas.microsoft.com/office/drawing/2014/main" id="{E413A2CB-A390-66CC-A4DC-1174EAC83BB7}"/>
              </a:ext>
            </a:extLst>
          </p:cNvPr>
          <p:cNvSpPr txBox="1"/>
          <p:nvPr/>
        </p:nvSpPr>
        <p:spPr>
          <a:xfrm>
            <a:off x="7559039" y="2419907"/>
            <a:ext cx="1920240" cy="50292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Lead end-to-end monthly/quarterly/annual close governance.</a:t>
            </a:r>
          </a:p>
          <a:p>
            <a:pPr marL="91440" indent="-91440">
              <a:spcBef>
                <a:spcPts val="300"/>
              </a:spcBef>
              <a:buFont typeface="Wingdings" panose="05000000000000000000" pitchFamily="2" charset="2"/>
              <a:buChar char="§"/>
            </a:pPr>
            <a:r>
              <a:rPr lang="en-IN" sz="600" dirty="0">
                <a:solidFill>
                  <a:schemeClr val="bg1"/>
                </a:solidFill>
              </a:rPr>
              <a:t>Validate intercompany eliminations, consolidation adjustments, and reporting accuracy.</a:t>
            </a:r>
          </a:p>
        </p:txBody>
      </p:sp>
      <p:sp>
        <p:nvSpPr>
          <p:cNvPr id="326" name="TextBox 325">
            <a:extLst>
              <a:ext uri="{FF2B5EF4-FFF2-40B4-BE49-F238E27FC236}">
                <a16:creationId xmlns:a16="http://schemas.microsoft.com/office/drawing/2014/main" id="{50CB6B2F-A623-F40F-7E04-38F4980884DB}"/>
              </a:ext>
            </a:extLst>
          </p:cNvPr>
          <p:cNvSpPr txBox="1"/>
          <p:nvPr/>
        </p:nvSpPr>
        <p:spPr>
          <a:xfrm>
            <a:off x="4724400" y="4478077"/>
            <a:ext cx="2743200" cy="320040"/>
          </a:xfrm>
          <a:prstGeom prst="rect">
            <a:avLst/>
          </a:prstGeom>
          <a:solidFill>
            <a:schemeClr val="tx1">
              <a:lumMod val="95000"/>
            </a:schemeClr>
          </a:solidFill>
        </p:spPr>
        <p:txBody>
          <a:bodyPr wrap="square" lIns="45720" rIns="45720" anchor="ctr" anchorCtr="0">
            <a:noAutofit/>
          </a:bodyPr>
          <a:lstStyle/>
          <a:p>
            <a:pPr marL="91440" indent="-91440">
              <a:spcBef>
                <a:spcPts val="300"/>
              </a:spcBef>
              <a:buFont typeface="Wingdings" panose="05000000000000000000" pitchFamily="2" charset="2"/>
              <a:buChar char="§"/>
            </a:pPr>
            <a:r>
              <a:rPr lang="en-IN" sz="600" dirty="0">
                <a:solidFill>
                  <a:schemeClr val="bg1"/>
                </a:solidFill>
              </a:rPr>
              <a:t>Coordinate on tax provisions, transfer pricing, and statutory reporting.</a:t>
            </a:r>
          </a:p>
          <a:p>
            <a:pPr marL="91440" indent="-91440">
              <a:spcBef>
                <a:spcPts val="300"/>
              </a:spcBef>
              <a:buFont typeface="Wingdings" panose="05000000000000000000" pitchFamily="2" charset="2"/>
              <a:buChar char="§"/>
            </a:pPr>
            <a:r>
              <a:rPr lang="en-IN" sz="600" dirty="0">
                <a:solidFill>
                  <a:schemeClr val="bg1"/>
                </a:solidFill>
              </a:rPr>
              <a:t>Align on cash flow forecasts, hedging, and intercompany settlements.</a:t>
            </a:r>
          </a:p>
        </p:txBody>
      </p:sp>
      <p:sp>
        <p:nvSpPr>
          <p:cNvPr id="13" name="Rectangle 12">
            <a:extLst>
              <a:ext uri="{FF2B5EF4-FFF2-40B4-BE49-F238E27FC236}">
                <a16:creationId xmlns:a16="http://schemas.microsoft.com/office/drawing/2014/main" id="{62259D2E-6B3D-5BFD-F938-7844CEDC549E}"/>
              </a:ext>
            </a:extLst>
          </p:cNvPr>
          <p:cNvSpPr/>
          <p:nvPr/>
        </p:nvSpPr>
        <p:spPr>
          <a:xfrm>
            <a:off x="8215505" y="3427960"/>
            <a:ext cx="2743199" cy="41148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Accounts Payable &amp; Receivables</a:t>
            </a:r>
          </a:p>
        </p:txBody>
      </p:sp>
      <p:sp>
        <p:nvSpPr>
          <p:cNvPr id="12" name="Rectangle 11">
            <a:extLst>
              <a:ext uri="{FF2B5EF4-FFF2-40B4-BE49-F238E27FC236}">
                <a16:creationId xmlns:a16="http://schemas.microsoft.com/office/drawing/2014/main" id="{7DF2390E-C15F-31E3-B84E-D3B8C288D535}"/>
              </a:ext>
            </a:extLst>
          </p:cNvPr>
          <p:cNvSpPr/>
          <p:nvPr/>
        </p:nvSpPr>
        <p:spPr>
          <a:xfrm>
            <a:off x="1243203" y="3429864"/>
            <a:ext cx="2743199" cy="41148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HR Operations </a:t>
            </a:r>
            <a:r>
              <a:rPr kumimoji="0" lang="en-US" sz="1100" i="0" u="none" strike="noStrike" kern="0" cap="none" spc="0" normalizeH="0" baseline="0" noProof="0" dirty="0">
                <a:ln>
                  <a:noFill/>
                </a:ln>
                <a:solidFill>
                  <a:srgbClr val="FFFFFF"/>
                </a:solidFill>
                <a:effectLst/>
                <a:uLnTx/>
                <a:uFillTx/>
                <a:ea typeface="+mn-ea"/>
                <a:cs typeface="+mn-cs"/>
              </a:rPr>
              <a:t>(Acquire-to-Retire)</a:t>
            </a:r>
          </a:p>
        </p:txBody>
      </p:sp>
      <p:sp>
        <p:nvSpPr>
          <p:cNvPr id="17" name="Rectangle 16">
            <a:extLst>
              <a:ext uri="{FF2B5EF4-FFF2-40B4-BE49-F238E27FC236}">
                <a16:creationId xmlns:a16="http://schemas.microsoft.com/office/drawing/2014/main" id="{32F992A5-9D81-160D-C0E9-BD5FCF1D5302}"/>
              </a:ext>
            </a:extLst>
          </p:cNvPr>
          <p:cNvSpPr/>
          <p:nvPr/>
        </p:nvSpPr>
        <p:spPr>
          <a:xfrm>
            <a:off x="5181600" y="4798926"/>
            <a:ext cx="1828800" cy="50292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Others</a:t>
            </a:r>
          </a:p>
          <a:p>
            <a:pPr marL="0" marR="0" lvl="0" indent="0" algn="ctr" defTabSz="914400" eaLnBrk="1" fontAlgn="auto" latinLnBrk="0" hangingPunct="1">
              <a:lnSpc>
                <a:spcPct val="100000"/>
              </a:lnSpc>
              <a:spcBef>
                <a:spcPts val="0"/>
              </a:spcBef>
              <a:spcAft>
                <a:spcPts val="0"/>
              </a:spcAft>
              <a:buClrTx/>
              <a:buSzTx/>
              <a:buFontTx/>
              <a:buNone/>
              <a:tabLst/>
              <a:defRPr/>
            </a:pPr>
            <a:r>
              <a:rPr lang="en-US" sz="1100" kern="0" dirty="0">
                <a:solidFill>
                  <a:srgbClr val="FFFFFF"/>
                </a:solidFill>
              </a:rPr>
              <a:t>(</a:t>
            </a:r>
            <a:r>
              <a:rPr kumimoji="0" lang="en-US" sz="1100" i="0" u="none" strike="noStrike" kern="0" cap="none" spc="0" normalizeH="0" baseline="0" noProof="0" dirty="0">
                <a:ln>
                  <a:noFill/>
                </a:ln>
                <a:solidFill>
                  <a:srgbClr val="FFFFFF"/>
                </a:solidFill>
                <a:effectLst/>
                <a:uLnTx/>
                <a:uFillTx/>
                <a:ea typeface="+mn-ea"/>
                <a:cs typeface="+mn-cs"/>
              </a:rPr>
              <a:t>Tax and Treasury)</a:t>
            </a:r>
          </a:p>
        </p:txBody>
      </p:sp>
      <p:sp>
        <p:nvSpPr>
          <p:cNvPr id="18" name="Rectangle 17">
            <a:extLst>
              <a:ext uri="{FF2B5EF4-FFF2-40B4-BE49-F238E27FC236}">
                <a16:creationId xmlns:a16="http://schemas.microsoft.com/office/drawing/2014/main" id="{C22289C3-CB2B-91E2-E05E-3BD7889EA5D7}"/>
              </a:ext>
            </a:extLst>
          </p:cNvPr>
          <p:cNvSpPr/>
          <p:nvPr/>
        </p:nvSpPr>
        <p:spPr>
          <a:xfrm>
            <a:off x="8215504" y="4298853"/>
            <a:ext cx="1828800" cy="50292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Enterprise Business Services</a:t>
            </a:r>
            <a:endParaRPr kumimoji="0" lang="en-US" sz="1100" i="0" u="none" strike="noStrike" kern="0" cap="none" spc="0" normalizeH="0" baseline="0" noProof="0" dirty="0">
              <a:ln>
                <a:noFill/>
              </a:ln>
              <a:solidFill>
                <a:srgbClr val="FFFFFF"/>
              </a:solidFill>
              <a:effectLst/>
              <a:uLnTx/>
              <a:uFillTx/>
              <a:ea typeface="+mn-ea"/>
              <a:cs typeface="+mn-cs"/>
            </a:endParaRPr>
          </a:p>
        </p:txBody>
      </p:sp>
      <p:sp>
        <p:nvSpPr>
          <p:cNvPr id="19" name="Rectangle 18">
            <a:extLst>
              <a:ext uri="{FF2B5EF4-FFF2-40B4-BE49-F238E27FC236}">
                <a16:creationId xmlns:a16="http://schemas.microsoft.com/office/drawing/2014/main" id="{4B7F0C7D-5998-C641-143B-BED9E91711CB}"/>
              </a:ext>
            </a:extLst>
          </p:cNvPr>
          <p:cNvSpPr/>
          <p:nvPr/>
        </p:nvSpPr>
        <p:spPr>
          <a:xfrm>
            <a:off x="2157601" y="4298853"/>
            <a:ext cx="1828800" cy="50292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Operations / </a:t>
            </a:r>
          </a:p>
          <a:p>
            <a:pPr marL="0" marR="0" lvl="0" indent="0" algn="ctr" defTabSz="914400" eaLnBrk="1" fontAlgn="auto" latinLnBrk="0" hangingPunct="1">
              <a:lnSpc>
                <a:spcPct val="100000"/>
              </a:lnSpc>
              <a:spcBef>
                <a:spcPts val="0"/>
              </a:spcBef>
              <a:spcAft>
                <a:spcPts val="0"/>
              </a:spcAft>
              <a:buClrTx/>
              <a:buSzTx/>
              <a:buFontTx/>
              <a:buNone/>
              <a:tabLst/>
              <a:defRPr/>
            </a:pPr>
            <a:r>
              <a:rPr lang="en-US" sz="1100" b="1" kern="0" dirty="0">
                <a:solidFill>
                  <a:srgbClr val="FFFFFF"/>
                </a:solidFill>
              </a:rPr>
              <a:t>Supply Chain</a:t>
            </a:r>
            <a:endParaRPr kumimoji="0" lang="en-US" sz="1100" i="0" u="none" strike="noStrike" kern="0" cap="none" spc="0" normalizeH="0" baseline="0" noProof="0" dirty="0">
              <a:ln>
                <a:noFill/>
              </a:ln>
              <a:solidFill>
                <a:srgbClr val="FFFFFF"/>
              </a:solidFill>
              <a:effectLst/>
              <a:uLnTx/>
              <a:uFillTx/>
              <a:ea typeface="+mn-ea"/>
              <a:cs typeface="+mn-cs"/>
            </a:endParaRPr>
          </a:p>
        </p:txBody>
      </p:sp>
      <p:sp>
        <p:nvSpPr>
          <p:cNvPr id="7" name="Rectangle 6">
            <a:extLst>
              <a:ext uri="{FF2B5EF4-FFF2-40B4-BE49-F238E27FC236}">
                <a16:creationId xmlns:a16="http://schemas.microsoft.com/office/drawing/2014/main" id="{9EB39B90-A66A-0B92-7E88-C455BF121D9F}"/>
              </a:ext>
            </a:extLst>
          </p:cNvPr>
          <p:cNvSpPr/>
          <p:nvPr/>
        </p:nvSpPr>
        <p:spPr>
          <a:xfrm>
            <a:off x="5181600" y="1601963"/>
            <a:ext cx="1828800" cy="41148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Investor Relations</a:t>
            </a:r>
            <a:endParaRPr kumimoji="0" lang="en-US" sz="1100" i="0" u="none" strike="noStrike" kern="0" cap="none" spc="0" normalizeH="0" baseline="0" noProof="0" dirty="0">
              <a:ln>
                <a:noFill/>
              </a:ln>
              <a:solidFill>
                <a:srgbClr val="FFFFFF"/>
              </a:solidFill>
              <a:effectLst/>
              <a:uLnTx/>
              <a:uFillTx/>
              <a:ea typeface="+mn-ea"/>
              <a:cs typeface="+mn-cs"/>
            </a:endParaRPr>
          </a:p>
        </p:txBody>
      </p:sp>
      <p:sp>
        <p:nvSpPr>
          <p:cNvPr id="10" name="Rectangle 9">
            <a:extLst>
              <a:ext uri="{FF2B5EF4-FFF2-40B4-BE49-F238E27FC236}">
                <a16:creationId xmlns:a16="http://schemas.microsoft.com/office/drawing/2014/main" id="{F85391FC-BF34-4183-2FD2-E79DFB35AB0C}"/>
              </a:ext>
            </a:extLst>
          </p:cNvPr>
          <p:cNvSpPr/>
          <p:nvPr/>
        </p:nvSpPr>
        <p:spPr>
          <a:xfrm>
            <a:off x="1243201" y="1552972"/>
            <a:ext cx="2743200" cy="50292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FP&amp;A and Business Unit Finance</a:t>
            </a:r>
          </a:p>
          <a:p>
            <a:pPr marL="0" marR="0" lvl="0" indent="0" algn="ctr" defTabSz="914400" eaLnBrk="1" fontAlgn="auto" latinLnBrk="0" hangingPunct="1">
              <a:lnSpc>
                <a:spcPct val="100000"/>
              </a:lnSpc>
              <a:spcBef>
                <a:spcPts val="0"/>
              </a:spcBef>
              <a:spcAft>
                <a:spcPts val="0"/>
              </a:spcAft>
              <a:buClrTx/>
              <a:buSzTx/>
              <a:buFontTx/>
              <a:buNone/>
              <a:tabLst/>
              <a:defRPr/>
            </a:pPr>
            <a:r>
              <a:rPr lang="en-US" sz="1100" kern="0" dirty="0">
                <a:solidFill>
                  <a:srgbClr val="FFFFFF"/>
                </a:solidFill>
              </a:rPr>
              <a:t>(Regional / Global)</a:t>
            </a:r>
            <a:endParaRPr kumimoji="0" lang="en-US" sz="1100" i="0" u="none" strike="noStrike" kern="0" cap="none" spc="0" normalizeH="0" baseline="0" noProof="0" dirty="0">
              <a:ln>
                <a:noFill/>
              </a:ln>
              <a:solidFill>
                <a:srgbClr val="FFFFFF"/>
              </a:solidFill>
              <a:effectLst/>
              <a:uLnTx/>
              <a:uFillTx/>
              <a:ea typeface="+mn-ea"/>
              <a:cs typeface="+mn-cs"/>
            </a:endParaRPr>
          </a:p>
        </p:txBody>
      </p:sp>
      <p:sp>
        <p:nvSpPr>
          <p:cNvPr id="11" name="Rectangle 10">
            <a:extLst>
              <a:ext uri="{FF2B5EF4-FFF2-40B4-BE49-F238E27FC236}">
                <a16:creationId xmlns:a16="http://schemas.microsoft.com/office/drawing/2014/main" id="{A9A57A68-F3C4-76BD-7179-4F1ADEA7735C}"/>
              </a:ext>
            </a:extLst>
          </p:cNvPr>
          <p:cNvSpPr/>
          <p:nvPr/>
        </p:nvSpPr>
        <p:spPr>
          <a:xfrm>
            <a:off x="8215504" y="1551064"/>
            <a:ext cx="2743200" cy="50292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Local BU Leadership</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i="0" u="none" strike="noStrike" kern="0" cap="none" spc="0" normalizeH="0" baseline="0" noProof="0" dirty="0">
                <a:ln>
                  <a:noFill/>
                </a:ln>
                <a:solidFill>
                  <a:srgbClr val="FFFFFF"/>
                </a:solidFill>
                <a:effectLst/>
                <a:uLnTx/>
                <a:uFillTx/>
                <a:ea typeface="+mn-ea"/>
                <a:cs typeface="+mn-cs"/>
              </a:rPr>
              <a:t>(BoD</a:t>
            </a:r>
            <a:r>
              <a:rPr lang="en-US" sz="1100" kern="0" dirty="0">
                <a:solidFill>
                  <a:srgbClr val="FFFFFF"/>
                </a:solidFill>
              </a:rPr>
              <a:t> / MD / FD / CFO</a:t>
            </a:r>
            <a:r>
              <a:rPr kumimoji="0" lang="en-US" sz="1100" i="0" u="none" strike="noStrike" kern="0" cap="none" spc="0" normalizeH="0" baseline="0" noProof="0" dirty="0">
                <a:ln>
                  <a:noFill/>
                </a:ln>
                <a:solidFill>
                  <a:srgbClr val="FFFFFF"/>
                </a:solidFill>
                <a:effectLst/>
                <a:uLnTx/>
                <a:uFillTx/>
                <a:ea typeface="+mn-ea"/>
                <a:cs typeface="+mn-cs"/>
              </a:rPr>
              <a:t>)</a:t>
            </a:r>
          </a:p>
        </p:txBody>
      </p:sp>
      <p:sp>
        <p:nvSpPr>
          <p:cNvPr id="2" name="Rectangle 1">
            <a:extLst>
              <a:ext uri="{FF2B5EF4-FFF2-40B4-BE49-F238E27FC236}">
                <a16:creationId xmlns:a16="http://schemas.microsoft.com/office/drawing/2014/main" id="{C20028DE-8329-85DB-9826-CA1CCF5993BB}"/>
              </a:ext>
            </a:extLst>
          </p:cNvPr>
          <p:cNvSpPr/>
          <p:nvPr/>
        </p:nvSpPr>
        <p:spPr>
          <a:xfrm>
            <a:off x="5181600" y="3382240"/>
            <a:ext cx="1828800" cy="502920"/>
          </a:xfrm>
          <a:prstGeom prst="rect">
            <a:avLst/>
          </a:prstGeom>
          <a:solidFill>
            <a:schemeClr val="tx2"/>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000000"/>
                </a:solidFill>
                <a:effectLst/>
                <a:uLnTx/>
                <a:uFillTx/>
                <a:ea typeface="+mn-ea"/>
                <a:cs typeface="+mn-cs"/>
              </a:rPr>
              <a:t>CONTROLLER</a:t>
            </a:r>
          </a:p>
          <a:p>
            <a:pPr marL="0" marR="0" lvl="0" indent="0" algn="ctr" defTabSz="914400" eaLnBrk="1" fontAlgn="auto" latinLnBrk="0" hangingPunct="1">
              <a:lnSpc>
                <a:spcPct val="100000"/>
              </a:lnSpc>
              <a:spcBef>
                <a:spcPts val="0"/>
              </a:spcBef>
              <a:spcAft>
                <a:spcPts val="0"/>
              </a:spcAft>
              <a:buClrTx/>
              <a:buSzTx/>
              <a:buFontTx/>
              <a:buNone/>
              <a:tabLst/>
              <a:defRPr/>
            </a:pPr>
            <a:r>
              <a:rPr lang="en-US" sz="1200" kern="0" dirty="0">
                <a:solidFill>
                  <a:srgbClr val="000000"/>
                </a:solidFill>
              </a:rPr>
              <a:t>(Regional / Global)</a:t>
            </a:r>
            <a:endParaRPr kumimoji="0" lang="en-US" sz="1200" i="0" u="none" strike="noStrike" kern="0" cap="none" spc="0" normalizeH="0" baseline="0" noProof="0" dirty="0">
              <a:ln>
                <a:noFill/>
              </a:ln>
              <a:solidFill>
                <a:srgbClr val="000000"/>
              </a:solidFill>
              <a:effectLst/>
              <a:uLnTx/>
              <a:uFillTx/>
              <a:ea typeface="+mn-ea"/>
              <a:cs typeface="+mn-cs"/>
            </a:endParaRPr>
          </a:p>
        </p:txBody>
      </p:sp>
      <p:sp>
        <p:nvSpPr>
          <p:cNvPr id="9" name="Rectangle 8">
            <a:extLst>
              <a:ext uri="{FF2B5EF4-FFF2-40B4-BE49-F238E27FC236}">
                <a16:creationId xmlns:a16="http://schemas.microsoft.com/office/drawing/2014/main" id="{5C4C156A-38EA-4D3F-BE1C-C42567B154F2}"/>
              </a:ext>
            </a:extLst>
          </p:cNvPr>
          <p:cNvSpPr/>
          <p:nvPr/>
        </p:nvSpPr>
        <p:spPr>
          <a:xfrm>
            <a:off x="4724400" y="2419907"/>
            <a:ext cx="2743200" cy="50292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CCR</a:t>
            </a:r>
          </a:p>
          <a:p>
            <a:pPr marL="0" marR="0" lvl="0" indent="0" algn="ctr" defTabSz="914400" eaLnBrk="1" fontAlgn="auto" latinLnBrk="0" hangingPunct="1">
              <a:lnSpc>
                <a:spcPct val="100000"/>
              </a:lnSpc>
              <a:spcBef>
                <a:spcPts val="0"/>
              </a:spcBef>
              <a:spcAft>
                <a:spcPts val="0"/>
              </a:spcAft>
              <a:buClrTx/>
              <a:buSzTx/>
              <a:buFontTx/>
              <a:buNone/>
              <a:tabLst/>
              <a:defRPr/>
            </a:pPr>
            <a:r>
              <a:rPr lang="en-US" sz="1100" kern="0" dirty="0">
                <a:solidFill>
                  <a:srgbClr val="FFFFFF"/>
                </a:solidFill>
              </a:rPr>
              <a:t>Consolidation, Close, and Reporting</a:t>
            </a:r>
            <a:endParaRPr kumimoji="0" lang="en-US" sz="1100" i="0" u="none" strike="noStrike" kern="0" cap="none" spc="0" normalizeH="0" baseline="0" noProof="0" dirty="0">
              <a:ln>
                <a:noFill/>
              </a:ln>
              <a:solidFill>
                <a:srgbClr val="FFFFFF"/>
              </a:solidFill>
              <a:effectLst/>
              <a:uLnTx/>
              <a:uFillTx/>
              <a:ea typeface="+mn-ea"/>
              <a:cs typeface="+mn-cs"/>
            </a:endParaRPr>
          </a:p>
        </p:txBody>
      </p:sp>
      <p:sp>
        <p:nvSpPr>
          <p:cNvPr id="20" name="Rectangle 19">
            <a:extLst>
              <a:ext uri="{FF2B5EF4-FFF2-40B4-BE49-F238E27FC236}">
                <a16:creationId xmlns:a16="http://schemas.microsoft.com/office/drawing/2014/main" id="{77C6F126-05E8-4921-D0F3-45DFEE5865D1}"/>
              </a:ext>
            </a:extLst>
          </p:cNvPr>
          <p:cNvSpPr/>
          <p:nvPr/>
        </p:nvSpPr>
        <p:spPr>
          <a:xfrm>
            <a:off x="3986401" y="5670470"/>
            <a:ext cx="1190245" cy="50292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Audit &amp; Compliance</a:t>
            </a:r>
          </a:p>
        </p:txBody>
      </p:sp>
      <p:sp>
        <p:nvSpPr>
          <p:cNvPr id="21" name="Rectangle 20">
            <a:extLst>
              <a:ext uri="{FF2B5EF4-FFF2-40B4-BE49-F238E27FC236}">
                <a16:creationId xmlns:a16="http://schemas.microsoft.com/office/drawing/2014/main" id="{51FD8B64-0F12-D152-0203-25A438E46BD9}"/>
              </a:ext>
            </a:extLst>
          </p:cNvPr>
          <p:cNvSpPr/>
          <p:nvPr/>
        </p:nvSpPr>
        <p:spPr>
          <a:xfrm>
            <a:off x="7016750" y="5670470"/>
            <a:ext cx="1190245" cy="502920"/>
          </a:xfrm>
          <a:prstGeom prst="rect">
            <a:avLst/>
          </a:prstGeom>
          <a:solidFill>
            <a:srgbClr val="646464"/>
          </a:solidFill>
          <a:ln w="9525" cap="flat" cmpd="sng" algn="ctr">
            <a:noFill/>
            <a:prstDash val="solid"/>
            <a:miter lim="800000"/>
          </a:ln>
          <a:effectLst>
            <a:outerShdw blurRad="63500" sx="102000" sy="102000" algn="ctr" rotWithShape="0">
              <a:prstClr val="black">
                <a:alpha val="40000"/>
              </a:prstClr>
            </a:outerShdw>
          </a:effectLst>
        </p:spPr>
        <p:txBody>
          <a:bodyPr lIns="91440" r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ea typeface="+mn-ea"/>
                <a:cs typeface="+mn-cs"/>
              </a:rPr>
              <a:t>IT / ERP / Analytics</a:t>
            </a:r>
          </a:p>
        </p:txBody>
      </p:sp>
    </p:spTree>
    <p:extLst>
      <p:ext uri="{BB962C8B-B14F-4D97-AF65-F5344CB8AC3E}">
        <p14:creationId xmlns:p14="http://schemas.microsoft.com/office/powerpoint/2010/main" val="322542109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95D133-F389-7925-2B9B-E2D214003E5A}"/>
            </a:ext>
          </a:extLst>
        </p:cNvPr>
        <p:cNvGrpSpPr/>
        <p:nvPr/>
      </p:nvGrpSpPr>
      <p:grpSpPr>
        <a:xfrm>
          <a:off x="0" y="0"/>
          <a:ext cx="0" cy="0"/>
          <a:chOff x="0" y="0"/>
          <a:chExt cx="0" cy="0"/>
        </a:xfrm>
      </p:grpSpPr>
      <p:cxnSp>
        <p:nvCxnSpPr>
          <p:cNvPr id="179" name="Straight Connector 178">
            <a:extLst>
              <a:ext uri="{FF2B5EF4-FFF2-40B4-BE49-F238E27FC236}">
                <a16:creationId xmlns:a16="http://schemas.microsoft.com/office/drawing/2014/main" id="{6DBB0983-9722-E109-6D2B-8FC526495CF9}"/>
              </a:ext>
            </a:extLst>
          </p:cNvPr>
          <p:cNvCxnSpPr>
            <a:cxnSpLocks/>
            <a:stCxn id="69" idx="2"/>
            <a:endCxn id="136" idx="0"/>
          </p:cNvCxnSpPr>
          <p:nvPr/>
        </p:nvCxnSpPr>
        <p:spPr>
          <a:xfrm>
            <a:off x="8153400" y="2788038"/>
            <a:ext cx="0" cy="685799"/>
          </a:xfrm>
          <a:prstGeom prst="line">
            <a:avLst/>
          </a:prstGeom>
          <a:ln w="19050">
            <a:solidFill>
              <a:schemeClr val="tx1">
                <a:lumMod val="50000"/>
              </a:schemeClr>
            </a:solidFill>
            <a:tailEnd type="stealth" w="med" len="med"/>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6EC06F38-EDB8-1401-F15F-9FFD6D949A49}"/>
              </a:ext>
            </a:extLst>
          </p:cNvPr>
          <p:cNvCxnSpPr>
            <a:cxnSpLocks/>
            <a:stCxn id="136" idx="2"/>
            <a:endCxn id="138" idx="0"/>
          </p:cNvCxnSpPr>
          <p:nvPr/>
        </p:nvCxnSpPr>
        <p:spPr>
          <a:xfrm>
            <a:off x="8153400" y="4022477"/>
            <a:ext cx="0" cy="685799"/>
          </a:xfrm>
          <a:prstGeom prst="line">
            <a:avLst/>
          </a:prstGeom>
          <a:ln w="19050">
            <a:solidFill>
              <a:schemeClr val="tx1">
                <a:lumMod val="50000"/>
              </a:schemeClr>
            </a:solidFill>
            <a:tailEnd type="stealth" w="med" len="med"/>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5AD8A1F0-C23E-9B54-4844-6D061EB91324}"/>
              </a:ext>
            </a:extLst>
          </p:cNvPr>
          <p:cNvCxnSpPr>
            <a:cxnSpLocks/>
            <a:stCxn id="155" idx="2"/>
            <a:endCxn id="162" idx="0"/>
          </p:cNvCxnSpPr>
          <p:nvPr/>
        </p:nvCxnSpPr>
        <p:spPr>
          <a:xfrm>
            <a:off x="10668000" y="4022477"/>
            <a:ext cx="0" cy="685799"/>
          </a:xfrm>
          <a:prstGeom prst="line">
            <a:avLst/>
          </a:prstGeom>
          <a:ln w="19050">
            <a:solidFill>
              <a:schemeClr val="tx1">
                <a:lumMod val="50000"/>
              </a:schemeClr>
            </a:solidFill>
            <a:tailEnd type="stealth" w="med" len="med"/>
          </a:ln>
        </p:spPr>
        <p:style>
          <a:lnRef idx="1">
            <a:schemeClr val="accent1"/>
          </a:lnRef>
          <a:fillRef idx="0">
            <a:schemeClr val="accent1"/>
          </a:fillRef>
          <a:effectRef idx="0">
            <a:schemeClr val="accent1"/>
          </a:effectRef>
          <a:fontRef idx="minor">
            <a:schemeClr val="tx1"/>
          </a:fontRef>
        </p:style>
      </p:cxnSp>
      <p:cxnSp>
        <p:nvCxnSpPr>
          <p:cNvPr id="188" name="Connector: Elbow 187">
            <a:extLst>
              <a:ext uri="{FF2B5EF4-FFF2-40B4-BE49-F238E27FC236}">
                <a16:creationId xmlns:a16="http://schemas.microsoft.com/office/drawing/2014/main" id="{68C87EE3-3DD1-2A2D-9AFA-06DD0C19B3D9}"/>
              </a:ext>
            </a:extLst>
          </p:cNvPr>
          <p:cNvCxnSpPr>
            <a:cxnSpLocks/>
            <a:stCxn id="69" idx="2"/>
            <a:endCxn id="155" idx="0"/>
          </p:cNvCxnSpPr>
          <p:nvPr/>
        </p:nvCxnSpPr>
        <p:spPr>
          <a:xfrm rot="16200000" flipH="1">
            <a:off x="9067801" y="1873637"/>
            <a:ext cx="685799" cy="2514600"/>
          </a:xfrm>
          <a:prstGeom prst="bentConnector3">
            <a:avLst>
              <a:gd name="adj1" fmla="val 50000"/>
            </a:avLst>
          </a:prstGeom>
          <a:ln w="19050">
            <a:solidFill>
              <a:schemeClr val="tx1">
                <a:lumMod val="50000"/>
              </a:schemeClr>
            </a:solidFill>
            <a:tailEnd type="stealth" w="med" len="med"/>
          </a:ln>
        </p:spPr>
        <p:style>
          <a:lnRef idx="1">
            <a:schemeClr val="accent1"/>
          </a:lnRef>
          <a:fillRef idx="0">
            <a:schemeClr val="accent1"/>
          </a:fillRef>
          <a:effectRef idx="0">
            <a:schemeClr val="accent1"/>
          </a:effectRef>
          <a:fontRef idx="minor">
            <a:schemeClr val="tx1"/>
          </a:fontRef>
        </p:style>
      </p:cxnSp>
      <p:cxnSp>
        <p:nvCxnSpPr>
          <p:cNvPr id="194" name="Connector: Elbow 193">
            <a:extLst>
              <a:ext uri="{FF2B5EF4-FFF2-40B4-BE49-F238E27FC236}">
                <a16:creationId xmlns:a16="http://schemas.microsoft.com/office/drawing/2014/main" id="{81E90C00-CEE4-2196-E63D-FC105B333367}"/>
              </a:ext>
            </a:extLst>
          </p:cNvPr>
          <p:cNvCxnSpPr>
            <a:cxnSpLocks/>
            <a:stCxn id="69" idx="2"/>
            <a:endCxn id="149" idx="0"/>
          </p:cNvCxnSpPr>
          <p:nvPr/>
        </p:nvCxnSpPr>
        <p:spPr>
          <a:xfrm rot="5400000">
            <a:off x="6553201" y="1873637"/>
            <a:ext cx="685799" cy="2514601"/>
          </a:xfrm>
          <a:prstGeom prst="bentConnector3">
            <a:avLst>
              <a:gd name="adj1" fmla="val 50000"/>
            </a:avLst>
          </a:prstGeom>
          <a:ln w="19050">
            <a:solidFill>
              <a:schemeClr val="tx1">
                <a:lumMod val="50000"/>
              </a:schemeClr>
            </a:solidFill>
            <a:tailEnd type="stealth" w="med" len="med"/>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9976C15E-AC9C-BA25-45D5-89C8F5304302}"/>
              </a:ext>
            </a:extLst>
          </p:cNvPr>
          <p:cNvCxnSpPr>
            <a:cxnSpLocks/>
            <a:stCxn id="68" idx="2"/>
            <a:endCxn id="69" idx="0"/>
          </p:cNvCxnSpPr>
          <p:nvPr/>
        </p:nvCxnSpPr>
        <p:spPr>
          <a:xfrm>
            <a:off x="8153400" y="1548735"/>
            <a:ext cx="0" cy="690663"/>
          </a:xfrm>
          <a:prstGeom prst="line">
            <a:avLst/>
          </a:prstGeom>
          <a:ln w="19050">
            <a:solidFill>
              <a:schemeClr val="tx1">
                <a:lumMod val="50000"/>
              </a:schemeClr>
            </a:solidFill>
            <a:tailEnd type="stealth" w="med" len="med"/>
          </a:ln>
        </p:spPr>
        <p:style>
          <a:lnRef idx="1">
            <a:schemeClr val="accent1"/>
          </a:lnRef>
          <a:fillRef idx="0">
            <a:schemeClr val="accent1"/>
          </a:fillRef>
          <a:effectRef idx="0">
            <a:schemeClr val="accent1"/>
          </a:effectRef>
          <a:fontRef idx="minor">
            <a:schemeClr val="tx1"/>
          </a:fontRef>
        </p:style>
      </p:cxnSp>
      <p:sp>
        <p:nvSpPr>
          <p:cNvPr id="8" name="Title 7">
            <a:extLst>
              <a:ext uri="{FF2B5EF4-FFF2-40B4-BE49-F238E27FC236}">
                <a16:creationId xmlns:a16="http://schemas.microsoft.com/office/drawing/2014/main" id="{73258807-329C-CC73-1AE8-59D48615C003}"/>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R2R Organizational Framework | </a:t>
            </a:r>
            <a:r>
              <a:rPr lang="en-IN" dirty="0">
                <a:solidFill>
                  <a:schemeClr val="tx2">
                    <a:lumMod val="75000"/>
                  </a:schemeClr>
                </a:solidFill>
              </a:rPr>
              <a:t>Revenue Recognition Accounting</a:t>
            </a:r>
          </a:p>
        </p:txBody>
      </p:sp>
      <p:sp>
        <p:nvSpPr>
          <p:cNvPr id="6" name="Date Placeholder 5">
            <a:extLst>
              <a:ext uri="{FF2B5EF4-FFF2-40B4-BE49-F238E27FC236}">
                <a16:creationId xmlns:a16="http://schemas.microsoft.com/office/drawing/2014/main" id="{17120CFC-0D13-F0CC-D684-273F18499D4F}"/>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168DA8A5-8AD7-C79E-360C-5B1233CD9EBC}"/>
              </a:ext>
            </a:extLst>
          </p:cNvPr>
          <p:cNvSpPr>
            <a:spLocks noGrp="1"/>
          </p:cNvSpPr>
          <p:nvPr>
            <p:ph type="sldNum" sz="quarter" idx="19"/>
          </p:nvPr>
        </p:nvSpPr>
        <p:spPr/>
        <p:txBody>
          <a:bodyPr/>
          <a:lstStyle/>
          <a:p>
            <a:fld id="{94FCA0F3-9F3A-694B-99BB-0E592A797735}" type="slidenum">
              <a:rPr lang="en-US" smtClean="0"/>
              <a:t>20</a:t>
            </a:fld>
            <a:endParaRPr lang="en-US"/>
          </a:p>
        </p:txBody>
      </p:sp>
      <p:graphicFrame>
        <p:nvGraphicFramePr>
          <p:cNvPr id="24" name="Table 26">
            <a:extLst>
              <a:ext uri="{FF2B5EF4-FFF2-40B4-BE49-F238E27FC236}">
                <a16:creationId xmlns:a16="http://schemas.microsoft.com/office/drawing/2014/main" id="{5134005E-5B2E-46A6-53CB-FAAEB036B4A6}"/>
              </a:ext>
            </a:extLst>
          </p:cNvPr>
          <p:cNvGraphicFramePr>
            <a:graphicFrameLocks noGrp="1"/>
          </p:cNvGraphicFramePr>
          <p:nvPr>
            <p:custDataLst>
              <p:tags r:id="rId1"/>
            </p:custDataLst>
            <p:extLst>
              <p:ext uri="{D42A27DB-BD31-4B8C-83A1-F6EECF244321}">
                <p14:modId xmlns:p14="http://schemas.microsoft.com/office/powerpoint/2010/main" val="1532532649"/>
              </p:ext>
            </p:extLst>
          </p:nvPr>
        </p:nvGraphicFramePr>
        <p:xfrm>
          <a:off x="495299" y="1555679"/>
          <a:ext cx="3657600" cy="2606040"/>
        </p:xfrm>
        <a:graphic>
          <a:graphicData uri="http://schemas.openxmlformats.org/drawingml/2006/table">
            <a:tbl>
              <a:tblPr firstRow="1" bandRow="1"/>
              <a:tblGrid>
                <a:gridCol w="1371600">
                  <a:extLst>
                    <a:ext uri="{9D8B030D-6E8A-4147-A177-3AD203B41FA5}">
                      <a16:colId xmlns:a16="http://schemas.microsoft.com/office/drawing/2014/main" val="3241423994"/>
                    </a:ext>
                  </a:extLst>
                </a:gridCol>
                <a:gridCol w="1143000">
                  <a:extLst>
                    <a:ext uri="{9D8B030D-6E8A-4147-A177-3AD203B41FA5}">
                      <a16:colId xmlns:a16="http://schemas.microsoft.com/office/drawing/2014/main" val="2978932216"/>
                    </a:ext>
                  </a:extLst>
                </a:gridCol>
                <a:gridCol w="1143000">
                  <a:extLst>
                    <a:ext uri="{9D8B030D-6E8A-4147-A177-3AD203B41FA5}">
                      <a16:colId xmlns:a16="http://schemas.microsoft.com/office/drawing/2014/main" val="285730689"/>
                    </a:ext>
                  </a:extLst>
                </a:gridCol>
              </a:tblGrid>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000" b="1" dirty="0">
                          <a:solidFill>
                            <a:schemeClr val="tx1"/>
                          </a:solidFill>
                          <a:latin typeface="+mn-lt"/>
                        </a:rPr>
                        <a:t>Process</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a:r>
                        <a:rPr lang="en-US" sz="1000" b="1" dirty="0">
                          <a:solidFill>
                            <a:schemeClr val="tx1"/>
                          </a:solidFill>
                          <a:latin typeface="+mn-lt"/>
                        </a:rPr>
                        <a:t>Employee FTEs</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a:r>
                        <a:rPr lang="en-US" sz="1000" b="1" dirty="0">
                          <a:solidFill>
                            <a:schemeClr val="tx1"/>
                          </a:solidFill>
                          <a:latin typeface="+mn-lt"/>
                        </a:rPr>
                        <a:t>Contractor FTEs</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extLst>
                  <a:ext uri="{0D108BD9-81ED-4DB2-BD59-A6C34878D82A}">
                    <a16:rowId xmlns:a16="http://schemas.microsoft.com/office/drawing/2014/main" val="2197712561"/>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1000" b="0" i="1" kern="1200" dirty="0">
                          <a:solidFill>
                            <a:schemeClr val="bg1"/>
                          </a:solidFill>
                          <a:latin typeface="+mn-lt"/>
                          <a:ea typeface="+mn-ea"/>
                          <a:cs typeface="+mn-cs"/>
                        </a:rPr>
                        <a:t>Contract-to-Cash</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4.7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0.8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20489718"/>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1000" b="0" i="1" dirty="0">
                          <a:solidFill>
                            <a:schemeClr val="bg1"/>
                          </a:solidFill>
                          <a:latin typeface="+mn-lt"/>
                        </a:rPr>
                        <a:t>Source-to-Pay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9240689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1000" b="0" i="1" dirty="0">
                          <a:solidFill>
                            <a:schemeClr val="bg1"/>
                          </a:solidFill>
                          <a:latin typeface="+mn-lt"/>
                        </a:rPr>
                        <a:t>Record-to-Report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0.9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0.2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36241088"/>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1000" b="0" i="1" dirty="0">
                          <a:solidFill>
                            <a:schemeClr val="bg1"/>
                          </a:solidFill>
                          <a:latin typeface="+mn-lt"/>
                        </a:rPr>
                        <a:t>Planning &amp; Analysis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54927821"/>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1000" b="0" i="1" dirty="0">
                          <a:solidFill>
                            <a:schemeClr val="bg1"/>
                          </a:solidFill>
                          <a:latin typeface="+mn-lt"/>
                        </a:rPr>
                        <a:t>Other Finance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932231"/>
                  </a:ext>
                </a:extLst>
              </a:tr>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r>
                        <a:rPr lang="en-US" sz="1000" b="1" kern="1200" dirty="0">
                          <a:solidFill>
                            <a:schemeClr val="tx1"/>
                          </a:solidFill>
                          <a:latin typeface="+mn-lt"/>
                          <a:ea typeface="+mn-ea"/>
                          <a:cs typeface="+mn-cs"/>
                        </a:rPr>
                        <a:t>Total Finance</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5.6</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1.0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extLst>
                  <a:ext uri="{0D108BD9-81ED-4DB2-BD59-A6C34878D82A}">
                    <a16:rowId xmlns:a16="http://schemas.microsoft.com/office/drawing/2014/main" val="32455750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1000" i="1" kern="1200" dirty="0">
                          <a:solidFill>
                            <a:schemeClr val="bg1"/>
                          </a:solidFill>
                          <a:latin typeface="+mn-lt"/>
                          <a:ea typeface="+mn-ea"/>
                          <a:cs typeface="+mn-cs"/>
                        </a:rPr>
                        <a:t>Non-Finance</a:t>
                      </a:r>
                      <a:endParaRPr lang="en-US" sz="1000" i="1" kern="1200" baseline="300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0.4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88141378"/>
                  </a:ext>
                </a:extLst>
              </a:tr>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000" b="1" kern="1200" dirty="0">
                          <a:solidFill>
                            <a:schemeClr val="tx1"/>
                          </a:solidFill>
                          <a:latin typeface="+mn-lt"/>
                          <a:ea typeface="+mn-ea"/>
                          <a:cs typeface="+mn-cs"/>
                        </a:rPr>
                        <a:t>Total</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6.0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1.0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extLst>
                  <a:ext uri="{0D108BD9-81ED-4DB2-BD59-A6C34878D82A}">
                    <a16:rowId xmlns:a16="http://schemas.microsoft.com/office/drawing/2014/main" val="188748436"/>
                  </a:ext>
                </a:extLst>
              </a:tr>
            </a:tbl>
          </a:graphicData>
        </a:graphic>
      </p:graphicFrame>
      <p:graphicFrame>
        <p:nvGraphicFramePr>
          <p:cNvPr id="25" name="Table 24">
            <a:extLst>
              <a:ext uri="{FF2B5EF4-FFF2-40B4-BE49-F238E27FC236}">
                <a16:creationId xmlns:a16="http://schemas.microsoft.com/office/drawing/2014/main" id="{B4951E47-70CF-0594-F252-333EFF6F7AE1}"/>
              </a:ext>
            </a:extLst>
          </p:cNvPr>
          <p:cNvGraphicFramePr>
            <a:graphicFrameLocks noGrp="1"/>
          </p:cNvGraphicFramePr>
          <p:nvPr>
            <p:extLst>
              <p:ext uri="{D42A27DB-BD31-4B8C-83A1-F6EECF244321}">
                <p14:modId xmlns:p14="http://schemas.microsoft.com/office/powerpoint/2010/main" val="1459269819"/>
              </p:ext>
            </p:extLst>
          </p:nvPr>
        </p:nvGraphicFramePr>
        <p:xfrm>
          <a:off x="495299" y="1005840"/>
          <a:ext cx="3657600" cy="320040"/>
        </p:xfrm>
        <a:graphic>
          <a:graphicData uri="http://schemas.openxmlformats.org/drawingml/2006/table">
            <a:tbl>
              <a:tblPr>
                <a:effectLst/>
              </a:tblPr>
              <a:tblGrid>
                <a:gridCol w="274320">
                  <a:extLst>
                    <a:ext uri="{9D8B030D-6E8A-4147-A177-3AD203B41FA5}">
                      <a16:colId xmlns:a16="http://schemas.microsoft.com/office/drawing/2014/main" val="2937933679"/>
                    </a:ext>
                  </a:extLst>
                </a:gridCol>
                <a:gridCol w="1005840">
                  <a:extLst>
                    <a:ext uri="{9D8B030D-6E8A-4147-A177-3AD203B41FA5}">
                      <a16:colId xmlns:a16="http://schemas.microsoft.com/office/drawing/2014/main" val="294730452"/>
                    </a:ext>
                  </a:extLst>
                </a:gridCol>
                <a:gridCol w="1097280">
                  <a:extLst>
                    <a:ext uri="{9D8B030D-6E8A-4147-A177-3AD203B41FA5}">
                      <a16:colId xmlns:a16="http://schemas.microsoft.com/office/drawing/2014/main" val="1373135318"/>
                    </a:ext>
                  </a:extLst>
                </a:gridCol>
                <a:gridCol w="1280160">
                  <a:extLst>
                    <a:ext uri="{9D8B030D-6E8A-4147-A177-3AD203B41FA5}">
                      <a16:colId xmlns:a16="http://schemas.microsoft.com/office/drawing/2014/main" val="2194066351"/>
                    </a:ext>
                  </a:extLst>
                </a:gridCol>
              </a:tblGrid>
              <a:tr h="320040">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endParaRPr lang="en-US" sz="1200" dirty="0">
                        <a:solidFill>
                          <a:schemeClr val="bg1"/>
                        </a:solidFill>
                        <a:latin typeface="+mn-lt"/>
                        <a:ea typeface="+mn-lt"/>
                        <a:cs typeface="+mn-lt"/>
                        <a:sym typeface="+mn-lt"/>
                      </a:endParaRP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pPr marL="0" algn="l" defTabSz="914400" rtl="0" eaLnBrk="1" latinLnBrk="0" hangingPunct="1"/>
                      <a:r>
                        <a:rPr lang="en-US" sz="1200" b="1" kern="1200" dirty="0">
                          <a:solidFill>
                            <a:schemeClr val="bg1"/>
                          </a:solidFill>
                          <a:latin typeface="+mn-lt"/>
                          <a:ea typeface="+mn-lt"/>
                          <a:cs typeface="+mn-lt"/>
                          <a:sym typeface="+mn-lt"/>
                        </a:rPr>
                        <a:t>HC: 7.0</a:t>
                      </a:r>
                      <a:endParaRPr lang="en-US" sz="1200" b="1" kern="1200" baseline="30000" dirty="0">
                        <a:solidFill>
                          <a:schemeClr val="bg1"/>
                        </a:solidFill>
                        <a:latin typeface="+mn-lt"/>
                        <a:ea typeface="+mn-lt"/>
                        <a:cs typeface="+mn-lt"/>
                        <a:sym typeface="+mn-lt"/>
                      </a:endParaRP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US" sz="1200" b="1" kern="1200" dirty="0">
                          <a:solidFill>
                            <a:schemeClr val="bg1"/>
                          </a:solidFill>
                          <a:latin typeface="+mn-lt"/>
                          <a:ea typeface="+mn-lt"/>
                          <a:cs typeface="+mn-lt"/>
                          <a:sym typeface="+mn-lt"/>
                        </a:rPr>
                        <a:t>FTE: 6.5</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bg1"/>
                          </a:solidFill>
                          <a:latin typeface="+mn-lt"/>
                          <a:ea typeface="+mn-lt"/>
                          <a:cs typeface="+mn-lt"/>
                          <a:sym typeface="+mn-lt"/>
                        </a:rPr>
                        <a:t>Open Role: 1</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64825776"/>
                  </a:ext>
                </a:extLst>
              </a:tr>
            </a:tbl>
          </a:graphicData>
        </a:graphic>
      </p:graphicFrame>
      <p:sp>
        <p:nvSpPr>
          <p:cNvPr id="58" name="Rectangle 57">
            <a:extLst>
              <a:ext uri="{FF2B5EF4-FFF2-40B4-BE49-F238E27FC236}">
                <a16:creationId xmlns:a16="http://schemas.microsoft.com/office/drawing/2014/main" id="{C0CFF86E-48F4-9F26-DC02-D8EF63FE71D2}"/>
              </a:ext>
            </a:extLst>
          </p:cNvPr>
          <p:cNvSpPr/>
          <p:nvPr/>
        </p:nvSpPr>
        <p:spPr>
          <a:xfrm>
            <a:off x="495299" y="4390319"/>
            <a:ext cx="3657600" cy="1600200"/>
          </a:xfrm>
          <a:prstGeom prst="rect">
            <a:avLst/>
          </a:prstGeom>
          <a:noFill/>
          <a:ln w="9525" cap="flat" cmpd="sng" algn="ctr">
            <a:solidFill>
              <a:schemeClr val="tx1">
                <a:lumMod val="50000"/>
              </a:schemeClr>
            </a:solidFill>
            <a:prstDash val="solid"/>
            <a:miter lim="800000"/>
          </a:ln>
          <a:effectLst/>
        </p:spPr>
        <p:txBody>
          <a:bodyPr rtlCol="0" anchor="t" anchorCtr="0"/>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ea typeface="+mn-lt"/>
                <a:cs typeface="Calibri" panose="020F0502020204030204"/>
                <a:sym typeface="+mn-lt"/>
              </a:rPr>
              <a:t>Location</a:t>
            </a:r>
            <a:endParaRPr kumimoji="0" lang="en-IN" sz="1100" b="1" i="0" u="none" strike="noStrike" kern="0" cap="none" spc="0" normalizeH="0" baseline="0" noProof="0" dirty="0">
              <a:ln>
                <a:noFill/>
              </a:ln>
              <a:solidFill>
                <a:srgbClr val="000000"/>
              </a:solidFill>
              <a:effectLst/>
              <a:uLnTx/>
              <a:uFillTx/>
              <a:ea typeface="+mn-lt"/>
              <a:cs typeface="Calibri" panose="020F0502020204030204"/>
              <a:sym typeface="+mn-lt"/>
            </a:endParaRPr>
          </a:p>
        </p:txBody>
      </p:sp>
      <p:sp>
        <p:nvSpPr>
          <p:cNvPr id="59" name="Abgerundetes Rechteck 6">
            <a:extLst>
              <a:ext uri="{FF2B5EF4-FFF2-40B4-BE49-F238E27FC236}">
                <a16:creationId xmlns:a16="http://schemas.microsoft.com/office/drawing/2014/main" id="{FA2EADF3-FE75-2DB7-0C63-A277024D358B}"/>
              </a:ext>
            </a:extLst>
          </p:cNvPr>
          <p:cNvSpPr/>
          <p:nvPr/>
        </p:nvSpPr>
        <p:spPr bwMode="auto">
          <a:xfrm>
            <a:off x="1798319" y="4710359"/>
            <a:ext cx="1051560" cy="274320"/>
          </a:xfrm>
          <a:prstGeom prst="roundRect">
            <a:avLst/>
          </a:prstGeom>
          <a:gradFill>
            <a:gsLst>
              <a:gs pos="85000">
                <a:srgbClr val="FFFFFF"/>
              </a:gs>
              <a:gs pos="85000">
                <a:schemeClr val="accent2"/>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Hyderabad</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60" name="Abgerundetes Rechteck 6">
            <a:extLst>
              <a:ext uri="{FF2B5EF4-FFF2-40B4-BE49-F238E27FC236}">
                <a16:creationId xmlns:a16="http://schemas.microsoft.com/office/drawing/2014/main" id="{CFA8E3FA-A404-06CC-F079-14C256B5CD38}"/>
              </a:ext>
            </a:extLst>
          </p:cNvPr>
          <p:cNvSpPr/>
          <p:nvPr/>
        </p:nvSpPr>
        <p:spPr bwMode="auto">
          <a:xfrm>
            <a:off x="2975608" y="4710359"/>
            <a:ext cx="1051560" cy="274320"/>
          </a:xfrm>
          <a:prstGeom prst="roundRect">
            <a:avLst/>
          </a:prstGeom>
          <a:gradFill>
            <a:gsLst>
              <a:gs pos="85000">
                <a:srgbClr val="FFFFFF"/>
              </a:gs>
              <a:gs pos="85000">
                <a:schemeClr val="accent6"/>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Manila</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61" name="Abgerundetes Rechteck 6">
            <a:extLst>
              <a:ext uri="{FF2B5EF4-FFF2-40B4-BE49-F238E27FC236}">
                <a16:creationId xmlns:a16="http://schemas.microsoft.com/office/drawing/2014/main" id="{E26DE839-BE5C-1BC4-03F9-CD7AA430572D}"/>
              </a:ext>
            </a:extLst>
          </p:cNvPr>
          <p:cNvSpPr/>
          <p:nvPr/>
        </p:nvSpPr>
        <p:spPr bwMode="auto">
          <a:xfrm>
            <a:off x="621029" y="4710359"/>
            <a:ext cx="1051560" cy="274320"/>
          </a:xfrm>
          <a:prstGeom prst="roundRect">
            <a:avLst/>
          </a:prstGeom>
          <a:gradFill>
            <a:gsLst>
              <a:gs pos="85000">
                <a:srgbClr val="FFFFFF"/>
              </a:gs>
              <a:gs pos="85000">
                <a:schemeClr val="accent4"/>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Bangalore</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62" name="Abgerundetes Rechteck 6">
            <a:extLst>
              <a:ext uri="{FF2B5EF4-FFF2-40B4-BE49-F238E27FC236}">
                <a16:creationId xmlns:a16="http://schemas.microsoft.com/office/drawing/2014/main" id="{A0E17AE3-D7EF-5937-3624-643702E9C700}"/>
              </a:ext>
            </a:extLst>
          </p:cNvPr>
          <p:cNvSpPr/>
          <p:nvPr/>
        </p:nvSpPr>
        <p:spPr bwMode="auto">
          <a:xfrm>
            <a:off x="1798319" y="5121839"/>
            <a:ext cx="1051560" cy="274320"/>
          </a:xfrm>
          <a:prstGeom prst="roundRect">
            <a:avLst/>
          </a:prstGeom>
          <a:gradFill>
            <a:gsLst>
              <a:gs pos="85000">
                <a:srgbClr val="FFFFFF"/>
              </a:gs>
              <a:gs pos="85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Dallas, TX</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63" name="Abgerundetes Rechteck 6">
            <a:extLst>
              <a:ext uri="{FF2B5EF4-FFF2-40B4-BE49-F238E27FC236}">
                <a16:creationId xmlns:a16="http://schemas.microsoft.com/office/drawing/2014/main" id="{2DCB3260-820A-DF44-05B7-1AEE7C6A66B7}"/>
              </a:ext>
            </a:extLst>
          </p:cNvPr>
          <p:cNvSpPr/>
          <p:nvPr/>
        </p:nvSpPr>
        <p:spPr bwMode="auto">
          <a:xfrm>
            <a:off x="2975608" y="5121839"/>
            <a:ext cx="1051560" cy="274320"/>
          </a:xfrm>
          <a:prstGeom prst="roundRect">
            <a:avLst/>
          </a:prstGeom>
          <a:gradFill>
            <a:gsLst>
              <a:gs pos="85000">
                <a:srgbClr val="FFFFFF"/>
              </a:gs>
              <a:gs pos="85000">
                <a:schemeClr val="bg2"/>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Mexico City</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64" name="Abgerundetes Rechteck 6">
            <a:extLst>
              <a:ext uri="{FF2B5EF4-FFF2-40B4-BE49-F238E27FC236}">
                <a16:creationId xmlns:a16="http://schemas.microsoft.com/office/drawing/2014/main" id="{3D0174AC-3807-771D-D089-9325BF6C49DB}"/>
              </a:ext>
            </a:extLst>
          </p:cNvPr>
          <p:cNvSpPr/>
          <p:nvPr/>
        </p:nvSpPr>
        <p:spPr bwMode="auto">
          <a:xfrm>
            <a:off x="621029" y="5121839"/>
            <a:ext cx="1051560" cy="274320"/>
          </a:xfrm>
          <a:prstGeom prst="roundRect">
            <a:avLst/>
          </a:prstGeom>
          <a:gradFill>
            <a:gsLst>
              <a:gs pos="85000">
                <a:srgbClr val="FFFFFF"/>
              </a:gs>
              <a:gs pos="85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Houston, TX</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65" name="Oval 64">
            <a:extLst>
              <a:ext uri="{FF2B5EF4-FFF2-40B4-BE49-F238E27FC236}">
                <a16:creationId xmlns:a16="http://schemas.microsoft.com/office/drawing/2014/main" id="{242699AB-4018-D342-EED0-F3E6DFB9AC42}"/>
              </a:ext>
            </a:extLst>
          </p:cNvPr>
          <p:cNvSpPr/>
          <p:nvPr/>
        </p:nvSpPr>
        <p:spPr>
          <a:xfrm>
            <a:off x="621029" y="5579361"/>
            <a:ext cx="274320" cy="272799"/>
          </a:xfrm>
          <a:prstGeom prst="ellips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bg1"/>
                </a:solidFill>
                <a:effectLst/>
                <a:uLnTx/>
                <a:uFillTx/>
                <a:ea typeface="+mn-ea"/>
                <a:cs typeface="+mn-cs"/>
              </a:rPr>
              <a:t>%</a:t>
            </a:r>
          </a:p>
        </p:txBody>
      </p:sp>
      <p:sp>
        <p:nvSpPr>
          <p:cNvPr id="66" name="Rectangle 65">
            <a:extLst>
              <a:ext uri="{FF2B5EF4-FFF2-40B4-BE49-F238E27FC236}">
                <a16:creationId xmlns:a16="http://schemas.microsoft.com/office/drawing/2014/main" id="{7FD81C09-8750-F26D-5EC0-3B4574FBE5CE}"/>
              </a:ext>
            </a:extLst>
          </p:cNvPr>
          <p:cNvSpPr/>
          <p:nvPr/>
        </p:nvSpPr>
        <p:spPr>
          <a:xfrm>
            <a:off x="941069" y="5579039"/>
            <a:ext cx="1188720" cy="27432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tIns="45720" rIns="4572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schemeClr val="bg1"/>
                </a:solidFill>
                <a:effectLst/>
                <a:uLnTx/>
                <a:uFillTx/>
                <a:ea typeface="+mn-ea"/>
                <a:cs typeface="+mn-cs"/>
              </a:rPr>
              <a:t>Part-Time Efforts</a:t>
            </a:r>
          </a:p>
        </p:txBody>
      </p:sp>
      <p:sp>
        <p:nvSpPr>
          <p:cNvPr id="67" name="Abgerundetes Rechteck 6">
            <a:extLst>
              <a:ext uri="{FF2B5EF4-FFF2-40B4-BE49-F238E27FC236}">
                <a16:creationId xmlns:a16="http://schemas.microsoft.com/office/drawing/2014/main" id="{5B4B2D16-F3DE-5E4F-ED5E-F6C7E193E254}"/>
              </a:ext>
            </a:extLst>
          </p:cNvPr>
          <p:cNvSpPr/>
          <p:nvPr/>
        </p:nvSpPr>
        <p:spPr bwMode="auto">
          <a:xfrm>
            <a:off x="2381248" y="5579039"/>
            <a:ext cx="1645920" cy="274320"/>
          </a:xfrm>
          <a:prstGeom prst="roundRect">
            <a:avLst/>
          </a:prstGeom>
          <a:solidFill>
            <a:schemeClr val="bg1"/>
          </a:solidFill>
          <a:ln w="6350" cap="flat" cmpd="sng" algn="ctr">
            <a:noFill/>
            <a:prstDash val="solid"/>
            <a:round/>
            <a:headEnd type="none" w="med" len="med"/>
            <a:tailEnd type="none" w="med" len="med"/>
          </a:ln>
          <a:effectLst/>
        </p:spPr>
        <p:txBody>
          <a:bodyPr vert="horz" wrap="square" lIns="45720" tIns="45720" rIns="4572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effectLst/>
                <a:uLnTx/>
                <a:uFillTx/>
                <a:ea typeface="ヒラギノ角ゴ ProN W3" charset="0"/>
                <a:cs typeface="ヒラギノ角ゴ ProN W3" charset="0"/>
                <a:sym typeface="Gill Sans" charset="0"/>
              </a:rPr>
              <a:t>Role Interviewed / Open</a:t>
            </a:r>
            <a:endParaRPr kumimoji="0" lang="en-IN" sz="900" b="0" i="0" u="none" strike="noStrike" kern="0" cap="none" spc="0" normalizeH="0" baseline="0" noProof="0" dirty="0">
              <a:ln>
                <a:noFill/>
              </a:ln>
              <a:effectLst/>
              <a:uLnTx/>
              <a:uFillTx/>
              <a:ea typeface="+mn-ea"/>
              <a:cs typeface="+mn-cs"/>
              <a:sym typeface="Gill Sans" charset="0"/>
            </a:endParaRPr>
          </a:p>
        </p:txBody>
      </p:sp>
      <p:grpSp>
        <p:nvGrpSpPr>
          <p:cNvPr id="85" name="Group 84">
            <a:extLst>
              <a:ext uri="{FF2B5EF4-FFF2-40B4-BE49-F238E27FC236}">
                <a16:creationId xmlns:a16="http://schemas.microsoft.com/office/drawing/2014/main" id="{2215610D-EABA-B417-8F64-13A7F73C146E}"/>
              </a:ext>
            </a:extLst>
          </p:cNvPr>
          <p:cNvGrpSpPr/>
          <p:nvPr/>
        </p:nvGrpSpPr>
        <p:grpSpPr>
          <a:xfrm>
            <a:off x="7124700" y="1000095"/>
            <a:ext cx="2057400" cy="617220"/>
            <a:chOff x="7450667" y="1281359"/>
            <a:chExt cx="2057400" cy="617220"/>
          </a:xfrm>
        </p:grpSpPr>
        <p:sp>
          <p:nvSpPr>
            <p:cNvPr id="68" name="Abgerundetes Rechteck 6">
              <a:extLst>
                <a:ext uri="{FF2B5EF4-FFF2-40B4-BE49-F238E27FC236}">
                  <a16:creationId xmlns:a16="http://schemas.microsoft.com/office/drawing/2014/main" id="{5162898F-AC3E-38DA-0EEB-830A1D202F6A}"/>
                </a:ext>
              </a:extLst>
            </p:cNvPr>
            <p:cNvSpPr/>
            <p:nvPr/>
          </p:nvSpPr>
          <p:spPr bwMode="auto">
            <a:xfrm>
              <a:off x="7450667" y="1281359"/>
              <a:ext cx="2057400" cy="548640"/>
            </a:xfrm>
            <a:prstGeom prst="roundRect">
              <a:avLst/>
            </a:prstGeom>
            <a:gradFill>
              <a:gsLst>
                <a:gs pos="90000">
                  <a:srgbClr val="FFFFFF"/>
                </a:gs>
                <a:gs pos="90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James Austin</a:t>
              </a: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Head, Controller</a:t>
              </a:r>
              <a:endParaRPr kumimoji="0" lang="en-IN" sz="1050" b="0" i="0" u="none" strike="noStrike" kern="0" cap="none" spc="0" normalizeH="0" baseline="0" noProof="0" dirty="0">
                <a:ln>
                  <a:noFill/>
                </a:ln>
                <a:solidFill>
                  <a:srgbClr val="000000"/>
                </a:solidFill>
                <a:effectLst/>
                <a:uLnTx/>
                <a:uFillTx/>
                <a:ea typeface="+mn-ea"/>
                <a:cs typeface="+mn-cs"/>
                <a:sym typeface="Gill Sans" charset="0"/>
              </a:endParaRPr>
            </a:p>
          </p:txBody>
        </p:sp>
        <p:grpSp>
          <p:nvGrpSpPr>
            <p:cNvPr id="79" name="Group 78">
              <a:extLst>
                <a:ext uri="{FF2B5EF4-FFF2-40B4-BE49-F238E27FC236}">
                  <a16:creationId xmlns:a16="http://schemas.microsoft.com/office/drawing/2014/main" id="{0ABD21AC-CE67-3A98-9002-50929673231A}"/>
                </a:ext>
              </a:extLst>
            </p:cNvPr>
            <p:cNvGrpSpPr/>
            <p:nvPr/>
          </p:nvGrpSpPr>
          <p:grpSpPr>
            <a:xfrm>
              <a:off x="7564330" y="1761419"/>
              <a:ext cx="1830073" cy="137160"/>
              <a:chOff x="5826662" y="2515199"/>
              <a:chExt cx="1830073" cy="137160"/>
            </a:xfrm>
          </p:grpSpPr>
          <p:sp>
            <p:nvSpPr>
              <p:cNvPr id="76" name="Rectangle 75">
                <a:extLst>
                  <a:ext uri="{FF2B5EF4-FFF2-40B4-BE49-F238E27FC236}">
                    <a16:creationId xmlns:a16="http://schemas.microsoft.com/office/drawing/2014/main" id="{AF95F57A-A898-D3BB-2ECE-04D22E927D01}"/>
                  </a:ext>
                </a:extLst>
              </p:cNvPr>
              <p:cNvSpPr/>
              <p:nvPr/>
            </p:nvSpPr>
            <p:spPr>
              <a:xfrm>
                <a:off x="5826662" y="2515199"/>
                <a:ext cx="82296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45%</a:t>
                </a:r>
              </a:p>
            </p:txBody>
          </p:sp>
          <p:sp>
            <p:nvSpPr>
              <p:cNvPr id="77" name="Rectangle 76">
                <a:extLst>
                  <a:ext uri="{FF2B5EF4-FFF2-40B4-BE49-F238E27FC236}">
                    <a16:creationId xmlns:a16="http://schemas.microsoft.com/office/drawing/2014/main" id="{E96346AB-1963-EEF9-4608-874779CFD6AC}"/>
                  </a:ext>
                </a:extLst>
              </p:cNvPr>
              <p:cNvSpPr/>
              <p:nvPr/>
            </p:nvSpPr>
            <p:spPr>
              <a:xfrm>
                <a:off x="6923942" y="2515199"/>
                <a:ext cx="732793" cy="137160"/>
              </a:xfrm>
              <a:prstGeom prst="rect">
                <a:avLst/>
              </a:prstGeom>
              <a:solidFill>
                <a:schemeClr val="bg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40%</a:t>
                </a:r>
              </a:p>
            </p:txBody>
          </p:sp>
          <p:sp>
            <p:nvSpPr>
              <p:cNvPr id="78" name="Rectangle 77">
                <a:extLst>
                  <a:ext uri="{FF2B5EF4-FFF2-40B4-BE49-F238E27FC236}">
                    <a16:creationId xmlns:a16="http://schemas.microsoft.com/office/drawing/2014/main" id="{E684BA6E-E9C8-96DF-CE5D-6862BCBD74B8}"/>
                  </a:ext>
                </a:extLst>
              </p:cNvPr>
              <p:cNvSpPr/>
              <p:nvPr/>
            </p:nvSpPr>
            <p:spPr>
              <a:xfrm>
                <a:off x="6649622" y="2515199"/>
                <a:ext cx="27432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bg1"/>
                    </a:solidFill>
                    <a:effectLst/>
                    <a:uLnTx/>
                    <a:uFillTx/>
                    <a:ea typeface="+mn-ea"/>
                    <a:cs typeface="+mn-cs"/>
                  </a:rPr>
                  <a:t>15%</a:t>
                </a:r>
              </a:p>
            </p:txBody>
          </p:sp>
        </p:grpSp>
      </p:grpSp>
      <p:grpSp>
        <p:nvGrpSpPr>
          <p:cNvPr id="171" name="Group 170">
            <a:extLst>
              <a:ext uri="{FF2B5EF4-FFF2-40B4-BE49-F238E27FC236}">
                <a16:creationId xmlns:a16="http://schemas.microsoft.com/office/drawing/2014/main" id="{B4BCE6AB-5ECE-269D-0919-0DF8584CD3E6}"/>
              </a:ext>
            </a:extLst>
          </p:cNvPr>
          <p:cNvGrpSpPr/>
          <p:nvPr/>
        </p:nvGrpSpPr>
        <p:grpSpPr>
          <a:xfrm>
            <a:off x="7124700" y="2239398"/>
            <a:ext cx="2057400" cy="619301"/>
            <a:chOff x="7124700" y="2239398"/>
            <a:chExt cx="2057400" cy="619301"/>
          </a:xfrm>
        </p:grpSpPr>
        <p:sp>
          <p:nvSpPr>
            <p:cNvPr id="69" name="Abgerundetes Rechteck 6">
              <a:extLst>
                <a:ext uri="{FF2B5EF4-FFF2-40B4-BE49-F238E27FC236}">
                  <a16:creationId xmlns:a16="http://schemas.microsoft.com/office/drawing/2014/main" id="{3EF13D6F-19A7-3D0E-AC8F-97CD547C10E2}"/>
                </a:ext>
              </a:extLst>
            </p:cNvPr>
            <p:cNvSpPr/>
            <p:nvPr/>
          </p:nvSpPr>
          <p:spPr bwMode="auto">
            <a:xfrm>
              <a:off x="7124700" y="2239398"/>
              <a:ext cx="2057400" cy="548640"/>
            </a:xfrm>
            <a:prstGeom prst="roundRect">
              <a:avLst/>
            </a:prstGeom>
            <a:gradFill>
              <a:gsLst>
                <a:gs pos="90000">
                  <a:srgbClr val="FFFFFF"/>
                </a:gs>
                <a:gs pos="90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Emily Dickens</a:t>
              </a: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Revenue Acct. Director</a:t>
              </a:r>
              <a:endParaRPr kumimoji="0" lang="en-IN" sz="1050" b="0" i="0" u="none" strike="noStrike" kern="0" cap="none" spc="0" normalizeH="0" baseline="0" noProof="0" dirty="0">
                <a:ln>
                  <a:noFill/>
                </a:ln>
                <a:solidFill>
                  <a:srgbClr val="000000"/>
                </a:solidFill>
                <a:effectLst/>
                <a:uLnTx/>
                <a:uFillTx/>
                <a:ea typeface="+mn-ea"/>
                <a:cs typeface="+mn-cs"/>
                <a:sym typeface="Gill Sans" charset="0"/>
              </a:endParaRPr>
            </a:p>
          </p:txBody>
        </p:sp>
        <p:grpSp>
          <p:nvGrpSpPr>
            <p:cNvPr id="87" name="Group 86">
              <a:extLst>
                <a:ext uri="{FF2B5EF4-FFF2-40B4-BE49-F238E27FC236}">
                  <a16:creationId xmlns:a16="http://schemas.microsoft.com/office/drawing/2014/main" id="{86ACBC47-21A9-28AF-F5CA-98E1AE989184}"/>
                </a:ext>
              </a:extLst>
            </p:cNvPr>
            <p:cNvGrpSpPr/>
            <p:nvPr/>
          </p:nvGrpSpPr>
          <p:grpSpPr>
            <a:xfrm>
              <a:off x="7238363" y="2721539"/>
              <a:ext cx="1829859" cy="137160"/>
              <a:chOff x="5826662" y="2515199"/>
              <a:chExt cx="1829859" cy="137160"/>
            </a:xfrm>
          </p:grpSpPr>
          <p:sp>
            <p:nvSpPr>
              <p:cNvPr id="88" name="Rectangle 87">
                <a:extLst>
                  <a:ext uri="{FF2B5EF4-FFF2-40B4-BE49-F238E27FC236}">
                    <a16:creationId xmlns:a16="http://schemas.microsoft.com/office/drawing/2014/main" id="{1B0CD15B-675D-91B5-0FC6-78AA473C2BC6}"/>
                  </a:ext>
                </a:extLst>
              </p:cNvPr>
              <p:cNvSpPr/>
              <p:nvPr/>
            </p:nvSpPr>
            <p:spPr>
              <a:xfrm>
                <a:off x="5826662" y="2515199"/>
                <a:ext cx="155448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85%</a:t>
                </a:r>
              </a:p>
            </p:txBody>
          </p:sp>
          <p:sp>
            <p:nvSpPr>
              <p:cNvPr id="90" name="Rectangle 89">
                <a:extLst>
                  <a:ext uri="{FF2B5EF4-FFF2-40B4-BE49-F238E27FC236}">
                    <a16:creationId xmlns:a16="http://schemas.microsoft.com/office/drawing/2014/main" id="{144665BF-2805-F23C-0298-91DB7E5051EB}"/>
                  </a:ext>
                </a:extLst>
              </p:cNvPr>
              <p:cNvSpPr/>
              <p:nvPr/>
            </p:nvSpPr>
            <p:spPr>
              <a:xfrm>
                <a:off x="7380930" y="2515199"/>
                <a:ext cx="275591"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15%</a:t>
                </a:r>
              </a:p>
            </p:txBody>
          </p:sp>
        </p:grpSp>
      </p:grpSp>
      <p:grpSp>
        <p:nvGrpSpPr>
          <p:cNvPr id="137" name="Group 136">
            <a:extLst>
              <a:ext uri="{FF2B5EF4-FFF2-40B4-BE49-F238E27FC236}">
                <a16:creationId xmlns:a16="http://schemas.microsoft.com/office/drawing/2014/main" id="{E26F7323-E646-12DD-E26B-D5CF7ED27B37}"/>
              </a:ext>
            </a:extLst>
          </p:cNvPr>
          <p:cNvGrpSpPr/>
          <p:nvPr/>
        </p:nvGrpSpPr>
        <p:grpSpPr>
          <a:xfrm>
            <a:off x="7124700" y="4708276"/>
            <a:ext cx="2057400" cy="617220"/>
            <a:chOff x="7252332" y="5689742"/>
            <a:chExt cx="2057400" cy="617220"/>
          </a:xfrm>
        </p:grpSpPr>
        <p:sp>
          <p:nvSpPr>
            <p:cNvPr id="138" name="Abgerundetes Rechteck 6">
              <a:extLst>
                <a:ext uri="{FF2B5EF4-FFF2-40B4-BE49-F238E27FC236}">
                  <a16:creationId xmlns:a16="http://schemas.microsoft.com/office/drawing/2014/main" id="{CACBF741-129A-BC6B-1AF3-1D59008A7EC2}"/>
                </a:ext>
              </a:extLst>
            </p:cNvPr>
            <p:cNvSpPr/>
            <p:nvPr/>
          </p:nvSpPr>
          <p:spPr bwMode="auto">
            <a:xfrm>
              <a:off x="7252332" y="5689742"/>
              <a:ext cx="2057400" cy="548640"/>
            </a:xfrm>
            <a:prstGeom prst="roundRect">
              <a:avLst/>
            </a:prstGeom>
            <a:gradFill>
              <a:gsLst>
                <a:gs pos="90000">
                  <a:srgbClr val="FFFFFF"/>
                </a:gs>
                <a:gs pos="90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lang="it-IT" sz="1200" b="1" kern="0" dirty="0">
                  <a:solidFill>
                    <a:srgbClr val="000000"/>
                  </a:solidFill>
                  <a:ea typeface="ヒラギノ角ゴ ProN W3" charset="0"/>
                  <a:cs typeface="ヒラギノ角ゴ ProN W3" charset="0"/>
                  <a:sym typeface="Gill Sans" charset="0"/>
                </a:rPr>
                <a:t>Jessica </a:t>
              </a:r>
              <a:r>
                <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Park</a:t>
              </a: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Senior Accountant</a:t>
              </a:r>
              <a:endParaRPr kumimoji="0" lang="en-IN" sz="1050" b="0" i="0" u="none" strike="noStrike" kern="0" cap="none" spc="0" normalizeH="0" baseline="0" noProof="0" dirty="0">
                <a:ln>
                  <a:noFill/>
                </a:ln>
                <a:solidFill>
                  <a:srgbClr val="000000"/>
                </a:solidFill>
                <a:effectLst/>
                <a:uLnTx/>
                <a:uFillTx/>
                <a:ea typeface="+mn-ea"/>
                <a:cs typeface="+mn-cs"/>
                <a:sym typeface="Gill Sans" charset="0"/>
              </a:endParaRPr>
            </a:p>
          </p:txBody>
        </p:sp>
        <p:grpSp>
          <p:nvGrpSpPr>
            <p:cNvPr id="139" name="Group 138">
              <a:extLst>
                <a:ext uri="{FF2B5EF4-FFF2-40B4-BE49-F238E27FC236}">
                  <a16:creationId xmlns:a16="http://schemas.microsoft.com/office/drawing/2014/main" id="{D7D3BFFC-65EE-43EC-45B3-9FDF6FF00D54}"/>
                </a:ext>
              </a:extLst>
            </p:cNvPr>
            <p:cNvGrpSpPr/>
            <p:nvPr/>
          </p:nvGrpSpPr>
          <p:grpSpPr>
            <a:xfrm>
              <a:off x="7365781" y="6169802"/>
              <a:ext cx="1830072" cy="137160"/>
              <a:chOff x="5826660" y="2515199"/>
              <a:chExt cx="1830072" cy="137160"/>
            </a:xfrm>
          </p:grpSpPr>
          <p:sp>
            <p:nvSpPr>
              <p:cNvPr id="140" name="Rectangle 139">
                <a:extLst>
                  <a:ext uri="{FF2B5EF4-FFF2-40B4-BE49-F238E27FC236}">
                    <a16:creationId xmlns:a16="http://schemas.microsoft.com/office/drawing/2014/main" id="{444F6705-6DD6-42B1-A0DC-7E1F14F52A1F}"/>
                  </a:ext>
                </a:extLst>
              </p:cNvPr>
              <p:cNvSpPr/>
              <p:nvPr/>
            </p:nvSpPr>
            <p:spPr>
              <a:xfrm>
                <a:off x="5826660" y="2515199"/>
                <a:ext cx="155448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85%</a:t>
                </a:r>
              </a:p>
            </p:txBody>
          </p:sp>
          <p:sp>
            <p:nvSpPr>
              <p:cNvPr id="142" name="Rectangle 141">
                <a:extLst>
                  <a:ext uri="{FF2B5EF4-FFF2-40B4-BE49-F238E27FC236}">
                    <a16:creationId xmlns:a16="http://schemas.microsoft.com/office/drawing/2014/main" id="{389533F1-A476-F0F9-2F55-0BD1D7C3BCA1}"/>
                  </a:ext>
                </a:extLst>
              </p:cNvPr>
              <p:cNvSpPr/>
              <p:nvPr/>
            </p:nvSpPr>
            <p:spPr>
              <a:xfrm>
                <a:off x="7381140" y="2515199"/>
                <a:ext cx="275592"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15%</a:t>
                </a:r>
              </a:p>
            </p:txBody>
          </p:sp>
        </p:grpSp>
      </p:grpSp>
      <p:grpSp>
        <p:nvGrpSpPr>
          <p:cNvPr id="148" name="Group 147">
            <a:extLst>
              <a:ext uri="{FF2B5EF4-FFF2-40B4-BE49-F238E27FC236}">
                <a16:creationId xmlns:a16="http://schemas.microsoft.com/office/drawing/2014/main" id="{3287A442-6F1F-19CE-0645-B470E67BAA69}"/>
              </a:ext>
            </a:extLst>
          </p:cNvPr>
          <p:cNvGrpSpPr/>
          <p:nvPr/>
        </p:nvGrpSpPr>
        <p:grpSpPr>
          <a:xfrm>
            <a:off x="4610099" y="3473837"/>
            <a:ext cx="2057400" cy="617220"/>
            <a:chOff x="4677837" y="3693406"/>
            <a:chExt cx="2057400" cy="617220"/>
          </a:xfrm>
        </p:grpSpPr>
        <p:sp>
          <p:nvSpPr>
            <p:cNvPr id="149" name="Abgerundetes Rechteck 6">
              <a:extLst>
                <a:ext uri="{FF2B5EF4-FFF2-40B4-BE49-F238E27FC236}">
                  <a16:creationId xmlns:a16="http://schemas.microsoft.com/office/drawing/2014/main" id="{047973BF-8FE1-7E3A-4A0C-1C1AF9805EEC}"/>
                </a:ext>
              </a:extLst>
            </p:cNvPr>
            <p:cNvSpPr/>
            <p:nvPr/>
          </p:nvSpPr>
          <p:spPr bwMode="auto">
            <a:xfrm>
              <a:off x="4677837" y="3693406"/>
              <a:ext cx="2057400" cy="548640"/>
            </a:xfrm>
            <a:prstGeom prst="roundRect">
              <a:avLst/>
            </a:prstGeom>
            <a:solidFill>
              <a:schemeClr val="tx1"/>
            </a:solidFill>
            <a:ln w="6350" cap="flat" cmpd="sng" algn="ctr">
              <a:solidFill>
                <a:schemeClr val="tx1">
                  <a:lumMod val="50000"/>
                </a:schemeClr>
              </a:solidFill>
              <a:prstDash val="solid"/>
              <a:round/>
              <a:headEnd type="none" w="med" len="med"/>
              <a:tailEnd type="none" w="med" len="med"/>
            </a:ln>
            <a:effectLst/>
          </p:spPr>
          <p:txBody>
            <a:bodyPr vert="horz" wrap="square" lIns="45720" tIns="45720" rIns="4572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Steven Jacks</a:t>
              </a: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Contractor</a:t>
              </a:r>
              <a:endParaRPr kumimoji="0" lang="en-IN" sz="1050" b="0" i="0" u="none" strike="noStrike" kern="0" cap="none" spc="0" normalizeH="0" baseline="0" noProof="0" dirty="0">
                <a:ln>
                  <a:noFill/>
                </a:ln>
                <a:solidFill>
                  <a:srgbClr val="000000"/>
                </a:solidFill>
                <a:effectLst/>
                <a:uLnTx/>
                <a:uFillTx/>
                <a:ea typeface="+mn-ea"/>
                <a:cs typeface="+mn-cs"/>
                <a:sym typeface="Gill Sans" charset="0"/>
              </a:endParaRPr>
            </a:p>
          </p:txBody>
        </p:sp>
        <p:grpSp>
          <p:nvGrpSpPr>
            <p:cNvPr id="150" name="Group 149">
              <a:extLst>
                <a:ext uri="{FF2B5EF4-FFF2-40B4-BE49-F238E27FC236}">
                  <a16:creationId xmlns:a16="http://schemas.microsoft.com/office/drawing/2014/main" id="{2AD5CF41-6930-5B7B-AB83-FB947D37D105}"/>
                </a:ext>
              </a:extLst>
            </p:cNvPr>
            <p:cNvGrpSpPr/>
            <p:nvPr/>
          </p:nvGrpSpPr>
          <p:grpSpPr>
            <a:xfrm>
              <a:off x="4791500" y="4173466"/>
              <a:ext cx="1829648" cy="137160"/>
              <a:chOff x="5826662" y="2515199"/>
              <a:chExt cx="1829648" cy="137160"/>
            </a:xfrm>
          </p:grpSpPr>
          <p:sp>
            <p:nvSpPr>
              <p:cNvPr id="151" name="Rectangle 150">
                <a:extLst>
                  <a:ext uri="{FF2B5EF4-FFF2-40B4-BE49-F238E27FC236}">
                    <a16:creationId xmlns:a16="http://schemas.microsoft.com/office/drawing/2014/main" id="{7B0D574E-640E-4DD5-97DC-4B61271A5134}"/>
                  </a:ext>
                </a:extLst>
              </p:cNvPr>
              <p:cNvSpPr/>
              <p:nvPr/>
            </p:nvSpPr>
            <p:spPr>
              <a:xfrm>
                <a:off x="5826662" y="2515199"/>
                <a:ext cx="146304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80%</a:t>
                </a:r>
              </a:p>
            </p:txBody>
          </p:sp>
          <p:sp>
            <p:nvSpPr>
              <p:cNvPr id="153" name="Rectangle 152">
                <a:extLst>
                  <a:ext uri="{FF2B5EF4-FFF2-40B4-BE49-F238E27FC236}">
                    <a16:creationId xmlns:a16="http://schemas.microsoft.com/office/drawing/2014/main" id="{DC569002-5134-2BDE-0BD4-E1BE5A9E7B52}"/>
                  </a:ext>
                </a:extLst>
              </p:cNvPr>
              <p:cNvSpPr/>
              <p:nvPr/>
            </p:nvSpPr>
            <p:spPr>
              <a:xfrm>
                <a:off x="7289702" y="2515199"/>
                <a:ext cx="366608"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20%</a:t>
                </a:r>
              </a:p>
            </p:txBody>
          </p:sp>
        </p:grpSp>
      </p:grpSp>
      <p:grpSp>
        <p:nvGrpSpPr>
          <p:cNvPr id="154" name="Group 153">
            <a:extLst>
              <a:ext uri="{FF2B5EF4-FFF2-40B4-BE49-F238E27FC236}">
                <a16:creationId xmlns:a16="http://schemas.microsoft.com/office/drawing/2014/main" id="{A38CBEEA-1D11-3FDB-26CA-391D7F72539F}"/>
              </a:ext>
            </a:extLst>
          </p:cNvPr>
          <p:cNvGrpSpPr/>
          <p:nvPr/>
        </p:nvGrpSpPr>
        <p:grpSpPr>
          <a:xfrm>
            <a:off x="9639300" y="3473837"/>
            <a:ext cx="2057400" cy="617220"/>
            <a:chOff x="9364981" y="4335923"/>
            <a:chExt cx="2057400" cy="617220"/>
          </a:xfrm>
        </p:grpSpPr>
        <p:sp>
          <p:nvSpPr>
            <p:cNvPr id="155" name="Abgerundetes Rechteck 6">
              <a:extLst>
                <a:ext uri="{FF2B5EF4-FFF2-40B4-BE49-F238E27FC236}">
                  <a16:creationId xmlns:a16="http://schemas.microsoft.com/office/drawing/2014/main" id="{66CE67A7-1ED8-4D98-43F7-1DD4984DAF5D}"/>
                </a:ext>
              </a:extLst>
            </p:cNvPr>
            <p:cNvSpPr/>
            <p:nvPr/>
          </p:nvSpPr>
          <p:spPr bwMode="auto">
            <a:xfrm>
              <a:off x="9364981" y="4335923"/>
              <a:ext cx="2057400" cy="548640"/>
            </a:xfrm>
            <a:prstGeom prst="roundRect">
              <a:avLst/>
            </a:prstGeom>
            <a:gradFill>
              <a:gsLst>
                <a:gs pos="90000">
                  <a:srgbClr val="FFFFFF"/>
                </a:gs>
                <a:gs pos="90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Roy Livingstone</a:t>
              </a: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Manager, Accounting</a:t>
              </a:r>
              <a:endParaRPr kumimoji="0" lang="en-IN" sz="1050" b="0" i="0" u="none" strike="noStrike" kern="0" cap="none" spc="0" normalizeH="0" baseline="0" noProof="0" dirty="0">
                <a:ln>
                  <a:noFill/>
                </a:ln>
                <a:solidFill>
                  <a:srgbClr val="000000"/>
                </a:solidFill>
                <a:effectLst/>
                <a:uLnTx/>
                <a:uFillTx/>
                <a:ea typeface="+mn-ea"/>
                <a:cs typeface="+mn-cs"/>
                <a:sym typeface="Gill Sans" charset="0"/>
              </a:endParaRPr>
            </a:p>
          </p:txBody>
        </p:sp>
        <p:grpSp>
          <p:nvGrpSpPr>
            <p:cNvPr id="156" name="Group 155">
              <a:extLst>
                <a:ext uri="{FF2B5EF4-FFF2-40B4-BE49-F238E27FC236}">
                  <a16:creationId xmlns:a16="http://schemas.microsoft.com/office/drawing/2014/main" id="{AC34A9A3-EDF4-4DE5-FCBB-85A03FBD4801}"/>
                </a:ext>
              </a:extLst>
            </p:cNvPr>
            <p:cNvGrpSpPr/>
            <p:nvPr/>
          </p:nvGrpSpPr>
          <p:grpSpPr>
            <a:xfrm>
              <a:off x="9478644" y="4815983"/>
              <a:ext cx="1830072" cy="137160"/>
              <a:chOff x="5826662" y="2515199"/>
              <a:chExt cx="1830072" cy="137160"/>
            </a:xfrm>
          </p:grpSpPr>
          <p:sp>
            <p:nvSpPr>
              <p:cNvPr id="157" name="Rectangle 156">
                <a:extLst>
                  <a:ext uri="{FF2B5EF4-FFF2-40B4-BE49-F238E27FC236}">
                    <a16:creationId xmlns:a16="http://schemas.microsoft.com/office/drawing/2014/main" id="{4B8B72F8-3E35-1ABC-A88F-C03C11339DE6}"/>
                  </a:ext>
                </a:extLst>
              </p:cNvPr>
              <p:cNvSpPr/>
              <p:nvPr/>
            </p:nvSpPr>
            <p:spPr>
              <a:xfrm>
                <a:off x="5826662" y="2515199"/>
                <a:ext cx="155448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85%</a:t>
                </a:r>
              </a:p>
            </p:txBody>
          </p:sp>
          <p:sp>
            <p:nvSpPr>
              <p:cNvPr id="159" name="Rectangle 158">
                <a:extLst>
                  <a:ext uri="{FF2B5EF4-FFF2-40B4-BE49-F238E27FC236}">
                    <a16:creationId xmlns:a16="http://schemas.microsoft.com/office/drawing/2014/main" id="{A2B490A9-87BA-C9D7-5819-750CFAE154AB}"/>
                  </a:ext>
                </a:extLst>
              </p:cNvPr>
              <p:cNvSpPr/>
              <p:nvPr/>
            </p:nvSpPr>
            <p:spPr>
              <a:xfrm>
                <a:off x="7381142" y="2515199"/>
                <a:ext cx="275592"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15%</a:t>
                </a:r>
              </a:p>
            </p:txBody>
          </p:sp>
        </p:grpSp>
      </p:grpSp>
      <p:grpSp>
        <p:nvGrpSpPr>
          <p:cNvPr id="161" name="Group 160">
            <a:extLst>
              <a:ext uri="{FF2B5EF4-FFF2-40B4-BE49-F238E27FC236}">
                <a16:creationId xmlns:a16="http://schemas.microsoft.com/office/drawing/2014/main" id="{BDD4C1D3-B94B-0B19-5FEA-9A229A6D85B9}"/>
              </a:ext>
            </a:extLst>
          </p:cNvPr>
          <p:cNvGrpSpPr/>
          <p:nvPr/>
        </p:nvGrpSpPr>
        <p:grpSpPr>
          <a:xfrm>
            <a:off x="9639300" y="4708276"/>
            <a:ext cx="2057400" cy="616021"/>
            <a:chOff x="9607549" y="5304719"/>
            <a:chExt cx="2057400" cy="616021"/>
          </a:xfrm>
        </p:grpSpPr>
        <p:sp>
          <p:nvSpPr>
            <p:cNvPr id="162" name="Abgerundetes Rechteck 6">
              <a:extLst>
                <a:ext uri="{FF2B5EF4-FFF2-40B4-BE49-F238E27FC236}">
                  <a16:creationId xmlns:a16="http://schemas.microsoft.com/office/drawing/2014/main" id="{420898F4-3483-77A2-8D40-8274AC0E3A1D}"/>
                </a:ext>
              </a:extLst>
            </p:cNvPr>
            <p:cNvSpPr/>
            <p:nvPr/>
          </p:nvSpPr>
          <p:spPr bwMode="auto">
            <a:xfrm>
              <a:off x="9607549" y="5304719"/>
              <a:ext cx="2057400" cy="548640"/>
            </a:xfrm>
            <a:prstGeom prst="roundRect">
              <a:avLst/>
            </a:prstGeom>
            <a:gradFill>
              <a:gsLst>
                <a:gs pos="90000">
                  <a:srgbClr val="FFFFFF"/>
                </a:gs>
                <a:gs pos="90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John Faulkner</a:t>
              </a: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Senior Accountant</a:t>
              </a:r>
              <a:endParaRPr kumimoji="0" lang="en-IN" sz="1050" b="0" i="0" u="none" strike="noStrike" kern="0" cap="none" spc="0" normalizeH="0" baseline="0" noProof="0" dirty="0">
                <a:ln>
                  <a:noFill/>
                </a:ln>
                <a:solidFill>
                  <a:srgbClr val="000000"/>
                </a:solidFill>
                <a:effectLst/>
                <a:uLnTx/>
                <a:uFillTx/>
                <a:ea typeface="+mn-ea"/>
                <a:cs typeface="+mn-cs"/>
                <a:sym typeface="Gill Sans" charset="0"/>
              </a:endParaRPr>
            </a:p>
          </p:txBody>
        </p:sp>
        <p:grpSp>
          <p:nvGrpSpPr>
            <p:cNvPr id="163" name="Group 162">
              <a:extLst>
                <a:ext uri="{FF2B5EF4-FFF2-40B4-BE49-F238E27FC236}">
                  <a16:creationId xmlns:a16="http://schemas.microsoft.com/office/drawing/2014/main" id="{662AC54C-2A56-2A90-613E-3B19C7487F64}"/>
                </a:ext>
              </a:extLst>
            </p:cNvPr>
            <p:cNvGrpSpPr/>
            <p:nvPr/>
          </p:nvGrpSpPr>
          <p:grpSpPr>
            <a:xfrm>
              <a:off x="9721212" y="5783580"/>
              <a:ext cx="1830071" cy="137160"/>
              <a:chOff x="5826662" y="2515199"/>
              <a:chExt cx="1830071" cy="137160"/>
            </a:xfrm>
          </p:grpSpPr>
          <p:sp>
            <p:nvSpPr>
              <p:cNvPr id="164" name="Rectangle 163">
                <a:extLst>
                  <a:ext uri="{FF2B5EF4-FFF2-40B4-BE49-F238E27FC236}">
                    <a16:creationId xmlns:a16="http://schemas.microsoft.com/office/drawing/2014/main" id="{21F63512-033A-D170-C36A-159A59474ABF}"/>
                  </a:ext>
                </a:extLst>
              </p:cNvPr>
              <p:cNvSpPr/>
              <p:nvPr/>
            </p:nvSpPr>
            <p:spPr>
              <a:xfrm>
                <a:off x="5826662" y="2515199"/>
                <a:ext cx="155448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85%</a:t>
                </a:r>
              </a:p>
            </p:txBody>
          </p:sp>
          <p:sp>
            <p:nvSpPr>
              <p:cNvPr id="166" name="Rectangle 165">
                <a:extLst>
                  <a:ext uri="{FF2B5EF4-FFF2-40B4-BE49-F238E27FC236}">
                    <a16:creationId xmlns:a16="http://schemas.microsoft.com/office/drawing/2014/main" id="{33C88AF3-211B-3240-0230-D195F3D40FA1}"/>
                  </a:ext>
                </a:extLst>
              </p:cNvPr>
              <p:cNvSpPr/>
              <p:nvPr/>
            </p:nvSpPr>
            <p:spPr>
              <a:xfrm>
                <a:off x="7381142" y="2515199"/>
                <a:ext cx="275591"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15%</a:t>
                </a:r>
              </a:p>
            </p:txBody>
          </p:sp>
        </p:grpSp>
      </p:grpSp>
      <p:grpSp>
        <p:nvGrpSpPr>
          <p:cNvPr id="172" name="Group 171">
            <a:extLst>
              <a:ext uri="{FF2B5EF4-FFF2-40B4-BE49-F238E27FC236}">
                <a16:creationId xmlns:a16="http://schemas.microsoft.com/office/drawing/2014/main" id="{44D6B5EF-2BD7-C588-836C-089EA7A82A28}"/>
              </a:ext>
            </a:extLst>
          </p:cNvPr>
          <p:cNvGrpSpPr/>
          <p:nvPr/>
        </p:nvGrpSpPr>
        <p:grpSpPr>
          <a:xfrm>
            <a:off x="7124700" y="3473837"/>
            <a:ext cx="2057400" cy="617220"/>
            <a:chOff x="7124700" y="3473837"/>
            <a:chExt cx="2057400" cy="617220"/>
          </a:xfrm>
        </p:grpSpPr>
        <p:sp>
          <p:nvSpPr>
            <p:cNvPr id="136" name="Abgerundetes Rechteck 6">
              <a:extLst>
                <a:ext uri="{FF2B5EF4-FFF2-40B4-BE49-F238E27FC236}">
                  <a16:creationId xmlns:a16="http://schemas.microsoft.com/office/drawing/2014/main" id="{4972983C-8F90-274E-D5EC-D961CB71AB4F}"/>
                </a:ext>
              </a:extLst>
            </p:cNvPr>
            <p:cNvSpPr/>
            <p:nvPr/>
          </p:nvSpPr>
          <p:spPr bwMode="auto">
            <a:xfrm>
              <a:off x="7124700" y="3473837"/>
              <a:ext cx="2057400" cy="548640"/>
            </a:xfrm>
            <a:prstGeom prst="roundRect">
              <a:avLst/>
            </a:prstGeom>
            <a:solidFill>
              <a:schemeClr val="bg1"/>
            </a:solidFill>
            <a:ln w="6350" cap="flat" cmpd="sng" algn="ctr">
              <a:solidFill>
                <a:schemeClr val="tx1">
                  <a:lumMod val="50000"/>
                </a:schemeClr>
              </a:solidFill>
              <a:prstDash val="solid"/>
              <a:round/>
              <a:headEnd type="none" w="med" len="med"/>
              <a:tailEnd type="none" w="med" len="med"/>
            </a:ln>
            <a:effectLst/>
          </p:spPr>
          <p:txBody>
            <a:bodyPr vert="horz" wrap="square" lIns="45720" tIns="45720" rIns="4572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effectLst/>
                  <a:uLnTx/>
                  <a:uFillTx/>
                  <a:ea typeface="ヒラギノ角ゴ ProN W3" charset="0"/>
                  <a:cs typeface="ヒラギノ角ゴ ProN W3" charset="0"/>
                  <a:sym typeface="Gill Sans" charset="0"/>
                </a:rPr>
                <a:t>Open Role</a:t>
              </a:r>
            </a:p>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i="0" u="none" strike="noStrike" kern="0" cap="none" spc="0" normalizeH="0" baseline="0" noProof="0" dirty="0">
                  <a:ln>
                    <a:noFill/>
                  </a:ln>
                  <a:effectLst/>
                  <a:uLnTx/>
                  <a:uFillTx/>
                  <a:ea typeface="ヒラギノ角ゴ ProN W3" charset="0"/>
                  <a:cs typeface="ヒラギノ角ゴ ProN W3" charset="0"/>
                  <a:sym typeface="Gill Sans" charset="0"/>
                </a:rPr>
                <a:t>Manager, Accounting</a:t>
              </a:r>
              <a:endParaRPr kumimoji="0" lang="it-IT" sz="1200" i="0" u="none" strike="noStrike" kern="0" cap="none" spc="0" normalizeH="0" baseline="0" noProof="0" dirty="0">
                <a:ln>
                  <a:noFill/>
                </a:ln>
                <a:effectLst/>
                <a:uLnTx/>
                <a:uFillTx/>
                <a:ea typeface="ヒラギノ角ゴ ProN W3" charset="0"/>
                <a:cs typeface="ヒラギノ角ゴ ProN W3" charset="0"/>
                <a:sym typeface="Gill Sans" charset="0"/>
              </a:endParaRPr>
            </a:p>
          </p:txBody>
        </p:sp>
        <p:grpSp>
          <p:nvGrpSpPr>
            <p:cNvPr id="167" name="Group 166">
              <a:extLst>
                <a:ext uri="{FF2B5EF4-FFF2-40B4-BE49-F238E27FC236}">
                  <a16:creationId xmlns:a16="http://schemas.microsoft.com/office/drawing/2014/main" id="{84FD90E2-94B6-FD25-664F-BA28D3D81256}"/>
                </a:ext>
              </a:extLst>
            </p:cNvPr>
            <p:cNvGrpSpPr/>
            <p:nvPr/>
          </p:nvGrpSpPr>
          <p:grpSpPr>
            <a:xfrm>
              <a:off x="7238151" y="3953897"/>
              <a:ext cx="1830072" cy="137160"/>
              <a:chOff x="5826662" y="2515199"/>
              <a:chExt cx="1830072" cy="137160"/>
            </a:xfrm>
          </p:grpSpPr>
          <p:sp>
            <p:nvSpPr>
              <p:cNvPr id="168" name="Rectangle 167">
                <a:extLst>
                  <a:ext uri="{FF2B5EF4-FFF2-40B4-BE49-F238E27FC236}">
                    <a16:creationId xmlns:a16="http://schemas.microsoft.com/office/drawing/2014/main" id="{26087B62-026C-BA51-D882-366B34A64AF8}"/>
                  </a:ext>
                </a:extLst>
              </p:cNvPr>
              <p:cNvSpPr/>
              <p:nvPr/>
            </p:nvSpPr>
            <p:spPr>
              <a:xfrm>
                <a:off x="5826662" y="2515199"/>
                <a:ext cx="155448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85%</a:t>
                </a:r>
              </a:p>
            </p:txBody>
          </p:sp>
          <p:sp>
            <p:nvSpPr>
              <p:cNvPr id="170" name="Rectangle 169">
                <a:extLst>
                  <a:ext uri="{FF2B5EF4-FFF2-40B4-BE49-F238E27FC236}">
                    <a16:creationId xmlns:a16="http://schemas.microsoft.com/office/drawing/2014/main" id="{41651078-95C1-2152-B511-C17905B86250}"/>
                  </a:ext>
                </a:extLst>
              </p:cNvPr>
              <p:cNvSpPr/>
              <p:nvPr/>
            </p:nvSpPr>
            <p:spPr>
              <a:xfrm>
                <a:off x="7381142" y="2515199"/>
                <a:ext cx="275592"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15%</a:t>
                </a:r>
              </a:p>
            </p:txBody>
          </p:sp>
        </p:grpSp>
      </p:grpSp>
      <p:sp>
        <p:nvSpPr>
          <p:cNvPr id="202" name="Oval 201">
            <a:extLst>
              <a:ext uri="{FF2B5EF4-FFF2-40B4-BE49-F238E27FC236}">
                <a16:creationId xmlns:a16="http://schemas.microsoft.com/office/drawing/2014/main" id="{1533331F-C309-4346-0E0C-A48C4EA71071}"/>
              </a:ext>
            </a:extLst>
          </p:cNvPr>
          <p:cNvSpPr/>
          <p:nvPr/>
        </p:nvSpPr>
        <p:spPr>
          <a:xfrm>
            <a:off x="6530339" y="3336677"/>
            <a:ext cx="274320" cy="274320"/>
          </a:xfrm>
          <a:prstGeom prst="ellips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bg1"/>
                </a:solidFill>
                <a:effectLst/>
                <a:uLnTx/>
                <a:uFillTx/>
                <a:ea typeface="+mn-ea"/>
                <a:cs typeface="+mn-cs"/>
              </a:rPr>
              <a:t>50%</a:t>
            </a:r>
          </a:p>
        </p:txBody>
      </p:sp>
    </p:spTree>
    <p:extLst>
      <p:ext uri="{BB962C8B-B14F-4D97-AF65-F5344CB8AC3E}">
        <p14:creationId xmlns:p14="http://schemas.microsoft.com/office/powerpoint/2010/main" val="145589091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72A9A7-4A63-D91D-F6B3-C81027B7CFDA}"/>
            </a:ext>
          </a:extLst>
        </p:cNvPr>
        <p:cNvGrpSpPr/>
        <p:nvPr/>
      </p:nvGrpSpPr>
      <p:grpSpPr>
        <a:xfrm>
          <a:off x="0" y="0"/>
          <a:ext cx="0" cy="0"/>
          <a:chOff x="0" y="0"/>
          <a:chExt cx="0" cy="0"/>
        </a:xfrm>
      </p:grpSpPr>
      <p:cxnSp>
        <p:nvCxnSpPr>
          <p:cNvPr id="131" name="Straight Connector 130">
            <a:extLst>
              <a:ext uri="{FF2B5EF4-FFF2-40B4-BE49-F238E27FC236}">
                <a16:creationId xmlns:a16="http://schemas.microsoft.com/office/drawing/2014/main" id="{5D94C2FB-1656-8A9D-9892-55F57A970E0E}"/>
              </a:ext>
            </a:extLst>
          </p:cNvPr>
          <p:cNvCxnSpPr>
            <a:cxnSpLocks/>
            <a:stCxn id="106" idx="2"/>
            <a:endCxn id="87" idx="0"/>
          </p:cNvCxnSpPr>
          <p:nvPr/>
        </p:nvCxnSpPr>
        <p:spPr>
          <a:xfrm>
            <a:off x="6027420" y="4251518"/>
            <a:ext cx="0" cy="685800"/>
          </a:xfrm>
          <a:prstGeom prst="line">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sp>
        <p:nvSpPr>
          <p:cNvPr id="8" name="Title 7">
            <a:extLst>
              <a:ext uri="{FF2B5EF4-FFF2-40B4-BE49-F238E27FC236}">
                <a16:creationId xmlns:a16="http://schemas.microsoft.com/office/drawing/2014/main" id="{FEA46B37-10B4-02F3-F68F-1AC7BB14A24F}"/>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R2R Organizational Framework | </a:t>
            </a:r>
            <a:r>
              <a:rPr lang="en-IN" dirty="0">
                <a:solidFill>
                  <a:schemeClr val="tx2">
                    <a:lumMod val="75000"/>
                  </a:schemeClr>
                </a:solidFill>
              </a:rPr>
              <a:t>Technical Accounting &amp; Reporting</a:t>
            </a:r>
          </a:p>
        </p:txBody>
      </p:sp>
      <p:sp>
        <p:nvSpPr>
          <p:cNvPr id="6" name="Date Placeholder 5">
            <a:extLst>
              <a:ext uri="{FF2B5EF4-FFF2-40B4-BE49-F238E27FC236}">
                <a16:creationId xmlns:a16="http://schemas.microsoft.com/office/drawing/2014/main" id="{571159E6-F1ED-E499-E6F5-7D92B8329A55}"/>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E30BE6F3-5DB4-056A-D06F-3C322E5D3B34}"/>
              </a:ext>
            </a:extLst>
          </p:cNvPr>
          <p:cNvSpPr>
            <a:spLocks noGrp="1"/>
          </p:cNvSpPr>
          <p:nvPr>
            <p:ph type="sldNum" sz="quarter" idx="19"/>
          </p:nvPr>
        </p:nvSpPr>
        <p:spPr/>
        <p:txBody>
          <a:bodyPr/>
          <a:lstStyle/>
          <a:p>
            <a:fld id="{94FCA0F3-9F3A-694B-99BB-0E592A797735}" type="slidenum">
              <a:rPr lang="en-US" smtClean="0"/>
              <a:t>21</a:t>
            </a:fld>
            <a:endParaRPr lang="en-US"/>
          </a:p>
        </p:txBody>
      </p:sp>
      <p:graphicFrame>
        <p:nvGraphicFramePr>
          <p:cNvPr id="3" name="Table 2">
            <a:extLst>
              <a:ext uri="{FF2B5EF4-FFF2-40B4-BE49-F238E27FC236}">
                <a16:creationId xmlns:a16="http://schemas.microsoft.com/office/drawing/2014/main" id="{76ED4105-D9F1-CDA9-5BFA-9012E4A18EEF}"/>
              </a:ext>
            </a:extLst>
          </p:cNvPr>
          <p:cNvGraphicFramePr>
            <a:graphicFrameLocks noGrp="1"/>
          </p:cNvGraphicFramePr>
          <p:nvPr>
            <p:extLst>
              <p:ext uri="{D42A27DB-BD31-4B8C-83A1-F6EECF244321}">
                <p14:modId xmlns:p14="http://schemas.microsoft.com/office/powerpoint/2010/main" val="3950496378"/>
              </p:ext>
            </p:extLst>
          </p:nvPr>
        </p:nvGraphicFramePr>
        <p:xfrm>
          <a:off x="495299" y="1005840"/>
          <a:ext cx="3657600" cy="320040"/>
        </p:xfrm>
        <a:graphic>
          <a:graphicData uri="http://schemas.openxmlformats.org/drawingml/2006/table">
            <a:tbl>
              <a:tblPr>
                <a:effectLst/>
              </a:tblPr>
              <a:tblGrid>
                <a:gridCol w="274320">
                  <a:extLst>
                    <a:ext uri="{9D8B030D-6E8A-4147-A177-3AD203B41FA5}">
                      <a16:colId xmlns:a16="http://schemas.microsoft.com/office/drawing/2014/main" val="2937933679"/>
                    </a:ext>
                  </a:extLst>
                </a:gridCol>
                <a:gridCol w="1005840">
                  <a:extLst>
                    <a:ext uri="{9D8B030D-6E8A-4147-A177-3AD203B41FA5}">
                      <a16:colId xmlns:a16="http://schemas.microsoft.com/office/drawing/2014/main" val="294730452"/>
                    </a:ext>
                  </a:extLst>
                </a:gridCol>
                <a:gridCol w="1097280">
                  <a:extLst>
                    <a:ext uri="{9D8B030D-6E8A-4147-A177-3AD203B41FA5}">
                      <a16:colId xmlns:a16="http://schemas.microsoft.com/office/drawing/2014/main" val="1373135318"/>
                    </a:ext>
                  </a:extLst>
                </a:gridCol>
                <a:gridCol w="1280160">
                  <a:extLst>
                    <a:ext uri="{9D8B030D-6E8A-4147-A177-3AD203B41FA5}">
                      <a16:colId xmlns:a16="http://schemas.microsoft.com/office/drawing/2014/main" val="2194066351"/>
                    </a:ext>
                  </a:extLst>
                </a:gridCol>
              </a:tblGrid>
              <a:tr h="320040">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endParaRPr lang="en-US" sz="1200" dirty="0">
                        <a:solidFill>
                          <a:schemeClr val="bg1"/>
                        </a:solidFill>
                        <a:latin typeface="+mn-lt"/>
                        <a:ea typeface="+mn-lt"/>
                        <a:cs typeface="+mn-lt"/>
                        <a:sym typeface="+mn-lt"/>
                      </a:endParaRP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pPr marL="0" algn="l" defTabSz="914400" rtl="0" eaLnBrk="1" latinLnBrk="0" hangingPunct="1"/>
                      <a:r>
                        <a:rPr lang="en-US" sz="1200" b="1" kern="1200" dirty="0">
                          <a:solidFill>
                            <a:schemeClr val="bg1"/>
                          </a:solidFill>
                          <a:latin typeface="+mn-lt"/>
                          <a:ea typeface="+mn-lt"/>
                          <a:cs typeface="+mn-lt"/>
                          <a:sym typeface="+mn-lt"/>
                        </a:rPr>
                        <a:t>HC: 7.0</a:t>
                      </a:r>
                      <a:endParaRPr lang="en-US" sz="1200" b="1" kern="1200" baseline="30000" dirty="0">
                        <a:solidFill>
                          <a:schemeClr val="bg1"/>
                        </a:solidFill>
                        <a:latin typeface="+mn-lt"/>
                        <a:ea typeface="+mn-lt"/>
                        <a:cs typeface="+mn-lt"/>
                        <a:sym typeface="+mn-lt"/>
                      </a:endParaRP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US" sz="1200" b="1" kern="1200" dirty="0">
                          <a:solidFill>
                            <a:schemeClr val="bg1"/>
                          </a:solidFill>
                          <a:latin typeface="+mn-lt"/>
                          <a:ea typeface="+mn-lt"/>
                          <a:cs typeface="+mn-lt"/>
                          <a:sym typeface="+mn-lt"/>
                        </a:rPr>
                        <a:t>FTE: 7.0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bg1"/>
                          </a:solidFill>
                          <a:latin typeface="+mn-lt"/>
                          <a:ea typeface="+mn-lt"/>
                          <a:cs typeface="+mn-lt"/>
                          <a:sym typeface="+mn-lt"/>
                        </a:rPr>
                        <a:t>Open Role: 1</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64825776"/>
                  </a:ext>
                </a:extLst>
              </a:tr>
            </a:tbl>
          </a:graphicData>
        </a:graphic>
      </p:graphicFrame>
      <p:graphicFrame>
        <p:nvGraphicFramePr>
          <p:cNvPr id="29" name="Table 26">
            <a:extLst>
              <a:ext uri="{FF2B5EF4-FFF2-40B4-BE49-F238E27FC236}">
                <a16:creationId xmlns:a16="http://schemas.microsoft.com/office/drawing/2014/main" id="{A918AA7F-3E55-39E9-EC41-260065DE20D3}"/>
              </a:ext>
            </a:extLst>
          </p:cNvPr>
          <p:cNvGraphicFramePr>
            <a:graphicFrameLocks noGrp="1"/>
          </p:cNvGraphicFramePr>
          <p:nvPr>
            <p:custDataLst>
              <p:tags r:id="rId1"/>
            </p:custDataLst>
            <p:extLst>
              <p:ext uri="{D42A27DB-BD31-4B8C-83A1-F6EECF244321}">
                <p14:modId xmlns:p14="http://schemas.microsoft.com/office/powerpoint/2010/main" val="3250862541"/>
              </p:ext>
            </p:extLst>
          </p:nvPr>
        </p:nvGraphicFramePr>
        <p:xfrm>
          <a:off x="495299" y="1555679"/>
          <a:ext cx="3657600" cy="2606040"/>
        </p:xfrm>
        <a:graphic>
          <a:graphicData uri="http://schemas.openxmlformats.org/drawingml/2006/table">
            <a:tbl>
              <a:tblPr firstRow="1" bandRow="1"/>
              <a:tblGrid>
                <a:gridCol w="1371600">
                  <a:extLst>
                    <a:ext uri="{9D8B030D-6E8A-4147-A177-3AD203B41FA5}">
                      <a16:colId xmlns:a16="http://schemas.microsoft.com/office/drawing/2014/main" val="3241423994"/>
                    </a:ext>
                  </a:extLst>
                </a:gridCol>
                <a:gridCol w="1143000">
                  <a:extLst>
                    <a:ext uri="{9D8B030D-6E8A-4147-A177-3AD203B41FA5}">
                      <a16:colId xmlns:a16="http://schemas.microsoft.com/office/drawing/2014/main" val="2978932216"/>
                    </a:ext>
                  </a:extLst>
                </a:gridCol>
                <a:gridCol w="1143000">
                  <a:extLst>
                    <a:ext uri="{9D8B030D-6E8A-4147-A177-3AD203B41FA5}">
                      <a16:colId xmlns:a16="http://schemas.microsoft.com/office/drawing/2014/main" val="285730689"/>
                    </a:ext>
                  </a:extLst>
                </a:gridCol>
              </a:tblGrid>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000" b="1" dirty="0">
                          <a:solidFill>
                            <a:schemeClr val="tx1"/>
                          </a:solidFill>
                          <a:latin typeface="+mn-lt"/>
                        </a:rPr>
                        <a:t>Process</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a:r>
                        <a:rPr lang="en-US" sz="1000" b="1" dirty="0">
                          <a:solidFill>
                            <a:schemeClr val="tx1"/>
                          </a:solidFill>
                          <a:latin typeface="+mn-lt"/>
                        </a:rPr>
                        <a:t>Employee FTEs</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a:r>
                        <a:rPr lang="en-US" sz="1000" b="1" dirty="0">
                          <a:solidFill>
                            <a:schemeClr val="tx1"/>
                          </a:solidFill>
                          <a:latin typeface="+mn-lt"/>
                        </a:rPr>
                        <a:t>Contractor FTEs</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extLst>
                  <a:ext uri="{0D108BD9-81ED-4DB2-BD59-A6C34878D82A}">
                    <a16:rowId xmlns:a16="http://schemas.microsoft.com/office/drawing/2014/main" val="2197712561"/>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1000" b="0" i="1" kern="1200" dirty="0">
                          <a:solidFill>
                            <a:schemeClr val="bg1"/>
                          </a:solidFill>
                          <a:latin typeface="+mn-lt"/>
                          <a:ea typeface="+mn-ea"/>
                          <a:cs typeface="+mn-cs"/>
                        </a:rPr>
                        <a:t>Contract-to-Cash</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20489718"/>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1000" b="0" i="1" dirty="0">
                          <a:solidFill>
                            <a:schemeClr val="bg1"/>
                          </a:solidFill>
                          <a:latin typeface="+mn-lt"/>
                        </a:rPr>
                        <a:t>Source-to-Pay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9240689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1000" b="0" i="1" dirty="0">
                          <a:solidFill>
                            <a:schemeClr val="bg1"/>
                          </a:solidFill>
                          <a:latin typeface="+mn-lt"/>
                        </a:rPr>
                        <a:t>Record-to-Report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6.0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36241088"/>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1000" b="0" i="1" dirty="0">
                          <a:solidFill>
                            <a:schemeClr val="bg1"/>
                          </a:solidFill>
                          <a:latin typeface="+mn-lt"/>
                        </a:rPr>
                        <a:t>Planning &amp; Analysis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54927821"/>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1000" b="0" i="1" dirty="0">
                          <a:solidFill>
                            <a:schemeClr val="bg1"/>
                          </a:solidFill>
                          <a:latin typeface="+mn-lt"/>
                        </a:rPr>
                        <a:t>Other Finance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932231"/>
                  </a:ext>
                </a:extLst>
              </a:tr>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r>
                        <a:rPr lang="en-US" sz="1000" b="1" kern="1200" dirty="0">
                          <a:solidFill>
                            <a:schemeClr val="tx1"/>
                          </a:solidFill>
                          <a:latin typeface="+mn-lt"/>
                          <a:ea typeface="+mn-ea"/>
                          <a:cs typeface="+mn-cs"/>
                        </a:rPr>
                        <a:t>Total Finance</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6.0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0.0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extLst>
                  <a:ext uri="{0D108BD9-81ED-4DB2-BD59-A6C34878D82A}">
                    <a16:rowId xmlns:a16="http://schemas.microsoft.com/office/drawing/2014/main" val="32455750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1000" i="1" kern="1200" dirty="0">
                          <a:solidFill>
                            <a:schemeClr val="bg1"/>
                          </a:solidFill>
                          <a:latin typeface="+mn-lt"/>
                          <a:ea typeface="+mn-ea"/>
                          <a:cs typeface="+mn-cs"/>
                        </a:rPr>
                        <a:t>Non-Finance</a:t>
                      </a:r>
                      <a:endParaRPr lang="en-US" sz="1000" i="1" kern="1200" baseline="300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88141378"/>
                  </a:ext>
                </a:extLst>
              </a:tr>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000" b="1" kern="1200" dirty="0">
                          <a:solidFill>
                            <a:schemeClr val="tx1"/>
                          </a:solidFill>
                          <a:latin typeface="+mn-lt"/>
                          <a:ea typeface="+mn-ea"/>
                          <a:cs typeface="+mn-cs"/>
                        </a:rPr>
                        <a:t>Total</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6.0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0.0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extLst>
                  <a:ext uri="{0D108BD9-81ED-4DB2-BD59-A6C34878D82A}">
                    <a16:rowId xmlns:a16="http://schemas.microsoft.com/office/drawing/2014/main" val="188748436"/>
                  </a:ext>
                </a:extLst>
              </a:tr>
            </a:tbl>
          </a:graphicData>
        </a:graphic>
      </p:graphicFrame>
      <p:sp>
        <p:nvSpPr>
          <p:cNvPr id="30" name="Rectangle 29">
            <a:extLst>
              <a:ext uri="{FF2B5EF4-FFF2-40B4-BE49-F238E27FC236}">
                <a16:creationId xmlns:a16="http://schemas.microsoft.com/office/drawing/2014/main" id="{02D45C9C-FD2E-9262-1D76-587E09B5F3CB}"/>
              </a:ext>
            </a:extLst>
          </p:cNvPr>
          <p:cNvSpPr/>
          <p:nvPr/>
        </p:nvSpPr>
        <p:spPr>
          <a:xfrm>
            <a:off x="495299" y="4390319"/>
            <a:ext cx="3657600" cy="1600200"/>
          </a:xfrm>
          <a:prstGeom prst="rect">
            <a:avLst/>
          </a:prstGeom>
          <a:noFill/>
          <a:ln w="9525" cap="flat" cmpd="sng" algn="ctr">
            <a:solidFill>
              <a:schemeClr val="tx1">
                <a:lumMod val="50000"/>
              </a:schemeClr>
            </a:solidFill>
            <a:prstDash val="solid"/>
            <a:miter lim="800000"/>
          </a:ln>
          <a:effectLst/>
        </p:spPr>
        <p:txBody>
          <a:bodyPr rtlCol="0" anchor="t" anchorCtr="0"/>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ea typeface="+mn-lt"/>
                <a:cs typeface="Calibri" panose="020F0502020204030204"/>
                <a:sym typeface="+mn-lt"/>
              </a:rPr>
              <a:t>Location</a:t>
            </a:r>
            <a:endParaRPr kumimoji="0" lang="en-IN" sz="1100" b="1" i="0" u="none" strike="noStrike" kern="0" cap="none" spc="0" normalizeH="0" baseline="0" noProof="0" dirty="0">
              <a:ln>
                <a:noFill/>
              </a:ln>
              <a:solidFill>
                <a:srgbClr val="000000"/>
              </a:solidFill>
              <a:effectLst/>
              <a:uLnTx/>
              <a:uFillTx/>
              <a:ea typeface="+mn-lt"/>
              <a:cs typeface="Calibri" panose="020F0502020204030204"/>
              <a:sym typeface="+mn-lt"/>
            </a:endParaRPr>
          </a:p>
        </p:txBody>
      </p:sp>
      <p:sp>
        <p:nvSpPr>
          <p:cNvPr id="31" name="Abgerundetes Rechteck 6">
            <a:extLst>
              <a:ext uri="{FF2B5EF4-FFF2-40B4-BE49-F238E27FC236}">
                <a16:creationId xmlns:a16="http://schemas.microsoft.com/office/drawing/2014/main" id="{080BBF31-315A-D111-42B4-BB93EF6862F2}"/>
              </a:ext>
            </a:extLst>
          </p:cNvPr>
          <p:cNvSpPr/>
          <p:nvPr/>
        </p:nvSpPr>
        <p:spPr bwMode="auto">
          <a:xfrm>
            <a:off x="1798319" y="4710359"/>
            <a:ext cx="1051560" cy="274320"/>
          </a:xfrm>
          <a:prstGeom prst="roundRect">
            <a:avLst/>
          </a:prstGeom>
          <a:gradFill>
            <a:gsLst>
              <a:gs pos="85000">
                <a:srgbClr val="FFFFFF"/>
              </a:gs>
              <a:gs pos="85000">
                <a:schemeClr val="accent2"/>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Hyderabad</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2" name="Abgerundetes Rechteck 6">
            <a:extLst>
              <a:ext uri="{FF2B5EF4-FFF2-40B4-BE49-F238E27FC236}">
                <a16:creationId xmlns:a16="http://schemas.microsoft.com/office/drawing/2014/main" id="{5620BBD3-A43C-1272-B7AF-31A39CE5FA5F}"/>
              </a:ext>
            </a:extLst>
          </p:cNvPr>
          <p:cNvSpPr/>
          <p:nvPr/>
        </p:nvSpPr>
        <p:spPr bwMode="auto">
          <a:xfrm>
            <a:off x="2975608" y="4710359"/>
            <a:ext cx="1051560" cy="274320"/>
          </a:xfrm>
          <a:prstGeom prst="roundRect">
            <a:avLst/>
          </a:prstGeom>
          <a:gradFill>
            <a:gsLst>
              <a:gs pos="85000">
                <a:srgbClr val="FFFFFF"/>
              </a:gs>
              <a:gs pos="85000">
                <a:schemeClr val="accent6"/>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Manila</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3" name="Abgerundetes Rechteck 6">
            <a:extLst>
              <a:ext uri="{FF2B5EF4-FFF2-40B4-BE49-F238E27FC236}">
                <a16:creationId xmlns:a16="http://schemas.microsoft.com/office/drawing/2014/main" id="{FEAB4D2F-44E0-DA31-FF0D-87D2206EBA2B}"/>
              </a:ext>
            </a:extLst>
          </p:cNvPr>
          <p:cNvSpPr/>
          <p:nvPr/>
        </p:nvSpPr>
        <p:spPr bwMode="auto">
          <a:xfrm>
            <a:off x="621029" y="4710359"/>
            <a:ext cx="1051560" cy="274320"/>
          </a:xfrm>
          <a:prstGeom prst="roundRect">
            <a:avLst/>
          </a:prstGeom>
          <a:gradFill>
            <a:gsLst>
              <a:gs pos="85000">
                <a:srgbClr val="FFFFFF"/>
              </a:gs>
              <a:gs pos="85000">
                <a:schemeClr val="accent4"/>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Bangalore</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4" name="Abgerundetes Rechteck 6">
            <a:extLst>
              <a:ext uri="{FF2B5EF4-FFF2-40B4-BE49-F238E27FC236}">
                <a16:creationId xmlns:a16="http://schemas.microsoft.com/office/drawing/2014/main" id="{571ADCFD-AE80-C7A8-5EE1-8187CB27285F}"/>
              </a:ext>
            </a:extLst>
          </p:cNvPr>
          <p:cNvSpPr/>
          <p:nvPr/>
        </p:nvSpPr>
        <p:spPr bwMode="auto">
          <a:xfrm>
            <a:off x="1798319" y="5121839"/>
            <a:ext cx="1051560" cy="274320"/>
          </a:xfrm>
          <a:prstGeom prst="roundRect">
            <a:avLst/>
          </a:prstGeom>
          <a:gradFill>
            <a:gsLst>
              <a:gs pos="85000">
                <a:srgbClr val="FFFFFF"/>
              </a:gs>
              <a:gs pos="85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Dallas, TX</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5" name="Abgerundetes Rechteck 6">
            <a:extLst>
              <a:ext uri="{FF2B5EF4-FFF2-40B4-BE49-F238E27FC236}">
                <a16:creationId xmlns:a16="http://schemas.microsoft.com/office/drawing/2014/main" id="{77DF9AAD-A9F3-97D8-B26E-5B78D1AE229A}"/>
              </a:ext>
            </a:extLst>
          </p:cNvPr>
          <p:cNvSpPr/>
          <p:nvPr/>
        </p:nvSpPr>
        <p:spPr bwMode="auto">
          <a:xfrm>
            <a:off x="2975608" y="5121839"/>
            <a:ext cx="1051560" cy="274320"/>
          </a:xfrm>
          <a:prstGeom prst="roundRect">
            <a:avLst/>
          </a:prstGeom>
          <a:gradFill>
            <a:gsLst>
              <a:gs pos="85000">
                <a:srgbClr val="FFFFFF"/>
              </a:gs>
              <a:gs pos="85000">
                <a:schemeClr val="bg2"/>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Mexico City</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6" name="Abgerundetes Rechteck 6">
            <a:extLst>
              <a:ext uri="{FF2B5EF4-FFF2-40B4-BE49-F238E27FC236}">
                <a16:creationId xmlns:a16="http://schemas.microsoft.com/office/drawing/2014/main" id="{3C0524E6-5E06-9F03-1669-1F570B43C045}"/>
              </a:ext>
            </a:extLst>
          </p:cNvPr>
          <p:cNvSpPr/>
          <p:nvPr/>
        </p:nvSpPr>
        <p:spPr bwMode="auto">
          <a:xfrm>
            <a:off x="621029" y="5121839"/>
            <a:ext cx="1051560" cy="274320"/>
          </a:xfrm>
          <a:prstGeom prst="roundRect">
            <a:avLst/>
          </a:prstGeom>
          <a:gradFill>
            <a:gsLst>
              <a:gs pos="85000">
                <a:srgbClr val="FFFFFF"/>
              </a:gs>
              <a:gs pos="85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Houston, TX</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7" name="Oval 36">
            <a:extLst>
              <a:ext uri="{FF2B5EF4-FFF2-40B4-BE49-F238E27FC236}">
                <a16:creationId xmlns:a16="http://schemas.microsoft.com/office/drawing/2014/main" id="{24A3A2E7-5329-5F31-4DCE-FF5EAD0D5A43}"/>
              </a:ext>
            </a:extLst>
          </p:cNvPr>
          <p:cNvSpPr/>
          <p:nvPr/>
        </p:nvSpPr>
        <p:spPr>
          <a:xfrm>
            <a:off x="621029" y="5579361"/>
            <a:ext cx="274320" cy="272799"/>
          </a:xfrm>
          <a:prstGeom prst="ellips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bg1"/>
                </a:solidFill>
                <a:effectLst/>
                <a:uLnTx/>
                <a:uFillTx/>
                <a:ea typeface="+mn-ea"/>
                <a:cs typeface="+mn-cs"/>
              </a:rPr>
              <a:t>%</a:t>
            </a:r>
          </a:p>
        </p:txBody>
      </p:sp>
      <p:sp>
        <p:nvSpPr>
          <p:cNvPr id="38" name="Rectangle 37">
            <a:extLst>
              <a:ext uri="{FF2B5EF4-FFF2-40B4-BE49-F238E27FC236}">
                <a16:creationId xmlns:a16="http://schemas.microsoft.com/office/drawing/2014/main" id="{FEC54F5C-3E6D-FF4E-F6B3-30F04AB18F51}"/>
              </a:ext>
            </a:extLst>
          </p:cNvPr>
          <p:cNvSpPr/>
          <p:nvPr/>
        </p:nvSpPr>
        <p:spPr>
          <a:xfrm>
            <a:off x="941069" y="5579039"/>
            <a:ext cx="1188720" cy="27432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tIns="45720" rIns="4572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schemeClr val="bg1"/>
                </a:solidFill>
                <a:effectLst/>
                <a:uLnTx/>
                <a:uFillTx/>
                <a:ea typeface="+mn-ea"/>
                <a:cs typeface="+mn-cs"/>
              </a:rPr>
              <a:t>Part-Time Efforts</a:t>
            </a:r>
          </a:p>
        </p:txBody>
      </p:sp>
      <p:sp>
        <p:nvSpPr>
          <p:cNvPr id="39" name="Abgerundetes Rechteck 6">
            <a:extLst>
              <a:ext uri="{FF2B5EF4-FFF2-40B4-BE49-F238E27FC236}">
                <a16:creationId xmlns:a16="http://schemas.microsoft.com/office/drawing/2014/main" id="{BC48B629-32F5-9418-9C64-D66AE700394F}"/>
              </a:ext>
            </a:extLst>
          </p:cNvPr>
          <p:cNvSpPr/>
          <p:nvPr/>
        </p:nvSpPr>
        <p:spPr bwMode="auto">
          <a:xfrm>
            <a:off x="2381248" y="5579039"/>
            <a:ext cx="1645920" cy="274320"/>
          </a:xfrm>
          <a:prstGeom prst="roundRect">
            <a:avLst/>
          </a:prstGeom>
          <a:solidFill>
            <a:schemeClr val="bg1"/>
          </a:solidFill>
          <a:ln w="6350" cap="flat" cmpd="sng" algn="ctr">
            <a:noFill/>
            <a:prstDash val="solid"/>
            <a:round/>
            <a:headEnd type="none" w="med" len="med"/>
            <a:tailEnd type="none" w="med" len="med"/>
          </a:ln>
          <a:effectLst/>
        </p:spPr>
        <p:txBody>
          <a:bodyPr vert="horz" wrap="square" lIns="45720" tIns="45720" rIns="4572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effectLst/>
                <a:uLnTx/>
                <a:uFillTx/>
                <a:ea typeface="ヒラギノ角ゴ ProN W3" charset="0"/>
                <a:cs typeface="ヒラギノ角ゴ ProN W3" charset="0"/>
                <a:sym typeface="Gill Sans" charset="0"/>
              </a:rPr>
              <a:t>Role Interviewed / Open</a:t>
            </a:r>
            <a:endParaRPr kumimoji="0" lang="en-IN" sz="900" b="0" i="0" u="none" strike="noStrike" kern="0" cap="none" spc="0" normalizeH="0" baseline="0" noProof="0" dirty="0">
              <a:ln>
                <a:noFill/>
              </a:ln>
              <a:effectLst/>
              <a:uLnTx/>
              <a:uFillTx/>
              <a:ea typeface="+mn-ea"/>
              <a:cs typeface="+mn-cs"/>
              <a:sym typeface="Gill Sans" charset="0"/>
            </a:endParaRPr>
          </a:p>
        </p:txBody>
      </p:sp>
      <p:cxnSp>
        <p:nvCxnSpPr>
          <p:cNvPr id="107" name="Connector: Elbow 106">
            <a:extLst>
              <a:ext uri="{FF2B5EF4-FFF2-40B4-BE49-F238E27FC236}">
                <a16:creationId xmlns:a16="http://schemas.microsoft.com/office/drawing/2014/main" id="{4B675F26-6889-566A-0297-A8CC29B37C66}"/>
              </a:ext>
            </a:extLst>
          </p:cNvPr>
          <p:cNvCxnSpPr>
            <a:cxnSpLocks/>
            <a:stCxn id="47" idx="2"/>
            <a:endCxn id="53" idx="0"/>
          </p:cNvCxnSpPr>
          <p:nvPr/>
        </p:nvCxnSpPr>
        <p:spPr>
          <a:xfrm rot="5400000">
            <a:off x="6633431" y="948469"/>
            <a:ext cx="913958" cy="2125980"/>
          </a:xfrm>
          <a:prstGeom prst="bentConnector3">
            <a:avLst>
              <a:gd name="adj1" fmla="val 50000"/>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113" name="Connector: Elbow 112">
            <a:extLst>
              <a:ext uri="{FF2B5EF4-FFF2-40B4-BE49-F238E27FC236}">
                <a16:creationId xmlns:a16="http://schemas.microsoft.com/office/drawing/2014/main" id="{016CE7DF-CAA0-B1D9-030D-AB75516D47DD}"/>
              </a:ext>
            </a:extLst>
          </p:cNvPr>
          <p:cNvCxnSpPr>
            <a:cxnSpLocks/>
            <a:stCxn id="47" idx="2"/>
            <a:endCxn id="68" idx="0"/>
          </p:cNvCxnSpPr>
          <p:nvPr/>
        </p:nvCxnSpPr>
        <p:spPr>
          <a:xfrm rot="16200000" flipH="1">
            <a:off x="8759411" y="948469"/>
            <a:ext cx="913958" cy="2125980"/>
          </a:xfrm>
          <a:prstGeom prst="bentConnector3">
            <a:avLst>
              <a:gd name="adj1" fmla="val 50000"/>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121" name="Connector: Elbow 120">
            <a:extLst>
              <a:ext uri="{FF2B5EF4-FFF2-40B4-BE49-F238E27FC236}">
                <a16:creationId xmlns:a16="http://schemas.microsoft.com/office/drawing/2014/main" id="{06AED9CA-C728-F0B5-D3F3-DCD66D40DFCC}"/>
              </a:ext>
            </a:extLst>
          </p:cNvPr>
          <p:cNvCxnSpPr>
            <a:cxnSpLocks/>
            <a:stCxn id="68" idx="3"/>
            <a:endCxn id="78" idx="3"/>
          </p:cNvCxnSpPr>
          <p:nvPr/>
        </p:nvCxnSpPr>
        <p:spPr>
          <a:xfrm flipH="1">
            <a:off x="11422380" y="2742758"/>
            <a:ext cx="274320" cy="2468880"/>
          </a:xfrm>
          <a:prstGeom prst="bentConnector3">
            <a:avLst>
              <a:gd name="adj1" fmla="val -83333"/>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5E8FB7E6-B9E0-61DB-3941-2C6C84D30E37}"/>
              </a:ext>
            </a:extLst>
          </p:cNvPr>
          <p:cNvCxnSpPr>
            <a:cxnSpLocks/>
            <a:stCxn id="53" idx="2"/>
            <a:endCxn id="106" idx="0"/>
          </p:cNvCxnSpPr>
          <p:nvPr/>
        </p:nvCxnSpPr>
        <p:spPr>
          <a:xfrm>
            <a:off x="6027420" y="3017078"/>
            <a:ext cx="0" cy="685800"/>
          </a:xfrm>
          <a:prstGeom prst="line">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A0A6D6A-43FC-A0A5-E3D8-65572D8F5128}"/>
              </a:ext>
            </a:extLst>
          </p:cNvPr>
          <p:cNvCxnSpPr>
            <a:cxnSpLocks/>
            <a:endCxn id="58" idx="0"/>
          </p:cNvCxnSpPr>
          <p:nvPr/>
        </p:nvCxnSpPr>
        <p:spPr>
          <a:xfrm>
            <a:off x="10279380" y="3017078"/>
            <a:ext cx="0" cy="685800"/>
          </a:xfrm>
          <a:prstGeom prst="line">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grpSp>
        <p:nvGrpSpPr>
          <p:cNvPr id="154" name="Group 153">
            <a:extLst>
              <a:ext uri="{FF2B5EF4-FFF2-40B4-BE49-F238E27FC236}">
                <a16:creationId xmlns:a16="http://schemas.microsoft.com/office/drawing/2014/main" id="{CC0E56CF-2A3D-45A0-B19C-E7A2F255C26A}"/>
              </a:ext>
            </a:extLst>
          </p:cNvPr>
          <p:cNvGrpSpPr/>
          <p:nvPr/>
        </p:nvGrpSpPr>
        <p:grpSpPr>
          <a:xfrm>
            <a:off x="7010400" y="1005840"/>
            <a:ext cx="2286000" cy="616999"/>
            <a:chOff x="7010400" y="1005840"/>
            <a:chExt cx="2286000" cy="616999"/>
          </a:xfrm>
        </p:grpSpPr>
        <p:sp>
          <p:nvSpPr>
            <p:cNvPr id="47" name="Abgerundetes Rechteck 6">
              <a:extLst>
                <a:ext uri="{FF2B5EF4-FFF2-40B4-BE49-F238E27FC236}">
                  <a16:creationId xmlns:a16="http://schemas.microsoft.com/office/drawing/2014/main" id="{5789D97C-B821-636A-26FF-25BA59A02D96}"/>
                </a:ext>
              </a:extLst>
            </p:cNvPr>
            <p:cNvSpPr/>
            <p:nvPr/>
          </p:nvSpPr>
          <p:spPr bwMode="auto">
            <a:xfrm>
              <a:off x="7010400" y="1005840"/>
              <a:ext cx="2286000" cy="548640"/>
            </a:xfrm>
            <a:prstGeom prst="roundRect">
              <a:avLst/>
            </a:prstGeom>
            <a:gradFill>
              <a:gsLst>
                <a:gs pos="90000">
                  <a:srgbClr val="FFFFFF"/>
                </a:gs>
                <a:gs pos="90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22860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Mark Johnson</a:t>
              </a:r>
            </a:p>
            <a:p>
              <a:pPr marL="0" marR="0" lvl="0" indent="0" algn="ctr" defTabSz="642915" eaLnBrk="1" fontAlgn="base" latinLnBrk="0" hangingPunct="1">
                <a:lnSpc>
                  <a:spcPct val="100000"/>
                </a:lnSpc>
                <a:spcBef>
                  <a:spcPct val="0"/>
                </a:spcBef>
                <a:spcAft>
                  <a:spcPct val="0"/>
                </a:spcAft>
                <a:buClrTx/>
                <a:buSzTx/>
                <a:buFontTx/>
                <a:buNone/>
                <a:tabLst/>
                <a:defRPr/>
              </a:pPr>
              <a:r>
                <a:rPr lang="en-IN" sz="1050" kern="0" dirty="0">
                  <a:solidFill>
                    <a:srgbClr val="000000"/>
                  </a:solidFill>
                  <a:sym typeface="Gill Sans" charset="0"/>
                </a:rPr>
                <a:t>Head, Tech. Acct., CAO, SIG</a:t>
              </a:r>
            </a:p>
          </p:txBody>
        </p:sp>
        <p:grpSp>
          <p:nvGrpSpPr>
            <p:cNvPr id="48" name="Group 47">
              <a:extLst>
                <a:ext uri="{FF2B5EF4-FFF2-40B4-BE49-F238E27FC236}">
                  <a16:creationId xmlns:a16="http://schemas.microsoft.com/office/drawing/2014/main" id="{AC5C0391-5717-186E-F1E4-304035265D51}"/>
                </a:ext>
              </a:extLst>
            </p:cNvPr>
            <p:cNvGrpSpPr/>
            <p:nvPr/>
          </p:nvGrpSpPr>
          <p:grpSpPr>
            <a:xfrm>
              <a:off x="7238363" y="1485679"/>
              <a:ext cx="1830073" cy="137160"/>
              <a:chOff x="5826662" y="2515199"/>
              <a:chExt cx="1830073" cy="137160"/>
            </a:xfrm>
          </p:grpSpPr>
          <p:sp>
            <p:nvSpPr>
              <p:cNvPr id="49" name="Rectangle 48">
                <a:extLst>
                  <a:ext uri="{FF2B5EF4-FFF2-40B4-BE49-F238E27FC236}">
                    <a16:creationId xmlns:a16="http://schemas.microsoft.com/office/drawing/2014/main" id="{1364C286-C58F-9A8F-647A-B03767D88652}"/>
                  </a:ext>
                </a:extLst>
              </p:cNvPr>
              <p:cNvSpPr/>
              <p:nvPr/>
            </p:nvSpPr>
            <p:spPr>
              <a:xfrm>
                <a:off x="5826662" y="2515199"/>
                <a:ext cx="18288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10%</a:t>
                </a:r>
              </a:p>
            </p:txBody>
          </p:sp>
          <p:sp>
            <p:nvSpPr>
              <p:cNvPr id="50" name="Rectangle 49">
                <a:extLst>
                  <a:ext uri="{FF2B5EF4-FFF2-40B4-BE49-F238E27FC236}">
                    <a16:creationId xmlns:a16="http://schemas.microsoft.com/office/drawing/2014/main" id="{1816DF5D-471C-2B72-15CF-0EE0A5747391}"/>
                  </a:ext>
                </a:extLst>
              </p:cNvPr>
              <p:cNvSpPr/>
              <p:nvPr/>
            </p:nvSpPr>
            <p:spPr>
              <a:xfrm>
                <a:off x="6009542" y="2515199"/>
                <a:ext cx="1647193"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90%</a:t>
                </a:r>
              </a:p>
            </p:txBody>
          </p:sp>
        </p:grpSp>
      </p:grpSp>
      <p:grpSp>
        <p:nvGrpSpPr>
          <p:cNvPr id="161" name="Group 160">
            <a:extLst>
              <a:ext uri="{FF2B5EF4-FFF2-40B4-BE49-F238E27FC236}">
                <a16:creationId xmlns:a16="http://schemas.microsoft.com/office/drawing/2014/main" id="{0E9A07F4-A547-0CAC-4A46-6EF6C5141C30}"/>
              </a:ext>
            </a:extLst>
          </p:cNvPr>
          <p:cNvGrpSpPr/>
          <p:nvPr/>
        </p:nvGrpSpPr>
        <p:grpSpPr>
          <a:xfrm>
            <a:off x="4610100" y="2468438"/>
            <a:ext cx="2834640" cy="617220"/>
            <a:chOff x="4610100" y="2468438"/>
            <a:chExt cx="2834640" cy="617220"/>
          </a:xfrm>
        </p:grpSpPr>
        <p:sp>
          <p:nvSpPr>
            <p:cNvPr id="53" name="Abgerundetes Rechteck 6">
              <a:extLst>
                <a:ext uri="{FF2B5EF4-FFF2-40B4-BE49-F238E27FC236}">
                  <a16:creationId xmlns:a16="http://schemas.microsoft.com/office/drawing/2014/main" id="{F119A257-40E5-5EFD-4D55-63A0BDEFCF9C}"/>
                </a:ext>
              </a:extLst>
            </p:cNvPr>
            <p:cNvSpPr/>
            <p:nvPr/>
          </p:nvSpPr>
          <p:spPr bwMode="auto">
            <a:xfrm>
              <a:off x="4610100" y="2468438"/>
              <a:ext cx="2834640" cy="548640"/>
            </a:xfrm>
            <a:prstGeom prst="roundRect">
              <a:avLst/>
            </a:prstGeom>
            <a:gradFill>
              <a:gsLst>
                <a:gs pos="92000">
                  <a:srgbClr val="FFFFFF"/>
                </a:gs>
                <a:gs pos="92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22860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Ruth Capri</a:t>
              </a: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Principal Director, Financial Reporting</a:t>
              </a:r>
              <a:endParaRPr kumimoji="0" lang="en-IN" sz="105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150" name="Rectangle 149">
              <a:extLst>
                <a:ext uri="{FF2B5EF4-FFF2-40B4-BE49-F238E27FC236}">
                  <a16:creationId xmlns:a16="http://schemas.microsoft.com/office/drawing/2014/main" id="{911E1D98-9383-00B7-4144-A85996ABA527}"/>
                </a:ext>
              </a:extLst>
            </p:cNvPr>
            <p:cNvSpPr/>
            <p:nvPr/>
          </p:nvSpPr>
          <p:spPr>
            <a:xfrm>
              <a:off x="5112383" y="2948498"/>
              <a:ext cx="1830073"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100%</a:t>
              </a:r>
            </a:p>
          </p:txBody>
        </p:sp>
      </p:grpSp>
      <p:grpSp>
        <p:nvGrpSpPr>
          <p:cNvPr id="170" name="Group 169">
            <a:extLst>
              <a:ext uri="{FF2B5EF4-FFF2-40B4-BE49-F238E27FC236}">
                <a16:creationId xmlns:a16="http://schemas.microsoft.com/office/drawing/2014/main" id="{2E96F79B-0994-F430-BDA2-56BB322D8146}"/>
              </a:ext>
            </a:extLst>
          </p:cNvPr>
          <p:cNvGrpSpPr/>
          <p:nvPr/>
        </p:nvGrpSpPr>
        <p:grpSpPr>
          <a:xfrm>
            <a:off x="8862060" y="2468438"/>
            <a:ext cx="2834640" cy="617220"/>
            <a:chOff x="8862060" y="2468438"/>
            <a:chExt cx="2834640" cy="617220"/>
          </a:xfrm>
        </p:grpSpPr>
        <p:sp>
          <p:nvSpPr>
            <p:cNvPr id="68" name="Abgerundetes Rechteck 6">
              <a:extLst>
                <a:ext uri="{FF2B5EF4-FFF2-40B4-BE49-F238E27FC236}">
                  <a16:creationId xmlns:a16="http://schemas.microsoft.com/office/drawing/2014/main" id="{0255293A-D321-4ABC-9176-8E97566877E7}"/>
                </a:ext>
              </a:extLst>
            </p:cNvPr>
            <p:cNvSpPr/>
            <p:nvPr/>
          </p:nvSpPr>
          <p:spPr bwMode="auto">
            <a:xfrm>
              <a:off x="8862060" y="2468438"/>
              <a:ext cx="2834640" cy="548640"/>
            </a:xfrm>
            <a:prstGeom prst="roundRect">
              <a:avLst/>
            </a:prstGeom>
            <a:gradFill>
              <a:gsLst>
                <a:gs pos="92000">
                  <a:srgbClr val="FFFFFF"/>
                </a:gs>
                <a:gs pos="92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22860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Jack Wilder</a:t>
              </a: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Principal Director, Technical Reporting</a:t>
              </a:r>
            </a:p>
          </p:txBody>
        </p:sp>
        <p:grpSp>
          <p:nvGrpSpPr>
            <p:cNvPr id="151" name="Group 150">
              <a:extLst>
                <a:ext uri="{FF2B5EF4-FFF2-40B4-BE49-F238E27FC236}">
                  <a16:creationId xmlns:a16="http://schemas.microsoft.com/office/drawing/2014/main" id="{9F5B4DB9-9E97-C3A8-0D15-E90DF242D190}"/>
                </a:ext>
              </a:extLst>
            </p:cNvPr>
            <p:cNvGrpSpPr/>
            <p:nvPr/>
          </p:nvGrpSpPr>
          <p:grpSpPr>
            <a:xfrm>
              <a:off x="9364343" y="2948498"/>
              <a:ext cx="1830073" cy="137160"/>
              <a:chOff x="5826662" y="2515199"/>
              <a:chExt cx="1830073" cy="137160"/>
            </a:xfrm>
          </p:grpSpPr>
          <p:sp>
            <p:nvSpPr>
              <p:cNvPr id="152" name="Rectangle 151">
                <a:extLst>
                  <a:ext uri="{FF2B5EF4-FFF2-40B4-BE49-F238E27FC236}">
                    <a16:creationId xmlns:a16="http://schemas.microsoft.com/office/drawing/2014/main" id="{E80C9801-23F0-86F1-D982-7B434BBC2A79}"/>
                  </a:ext>
                </a:extLst>
              </p:cNvPr>
              <p:cNvSpPr/>
              <p:nvPr/>
            </p:nvSpPr>
            <p:spPr>
              <a:xfrm>
                <a:off x="5826662" y="2515199"/>
                <a:ext cx="54864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30%</a:t>
                </a:r>
              </a:p>
            </p:txBody>
          </p:sp>
          <p:sp>
            <p:nvSpPr>
              <p:cNvPr id="153" name="Rectangle 152">
                <a:extLst>
                  <a:ext uri="{FF2B5EF4-FFF2-40B4-BE49-F238E27FC236}">
                    <a16:creationId xmlns:a16="http://schemas.microsoft.com/office/drawing/2014/main" id="{5CAB8803-6F47-E766-138E-C575628E3815}"/>
                  </a:ext>
                </a:extLst>
              </p:cNvPr>
              <p:cNvSpPr/>
              <p:nvPr/>
            </p:nvSpPr>
            <p:spPr>
              <a:xfrm>
                <a:off x="6375302" y="2515199"/>
                <a:ext cx="1281433"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70%</a:t>
                </a:r>
              </a:p>
            </p:txBody>
          </p:sp>
        </p:grpSp>
      </p:grpSp>
      <p:grpSp>
        <p:nvGrpSpPr>
          <p:cNvPr id="160" name="Group 159">
            <a:extLst>
              <a:ext uri="{FF2B5EF4-FFF2-40B4-BE49-F238E27FC236}">
                <a16:creationId xmlns:a16="http://schemas.microsoft.com/office/drawing/2014/main" id="{4F8CAAB7-A166-3155-2411-2449CBDE0389}"/>
              </a:ext>
            </a:extLst>
          </p:cNvPr>
          <p:cNvGrpSpPr/>
          <p:nvPr/>
        </p:nvGrpSpPr>
        <p:grpSpPr>
          <a:xfrm>
            <a:off x="4884420" y="3702878"/>
            <a:ext cx="2286000" cy="617220"/>
            <a:chOff x="4884420" y="3702878"/>
            <a:chExt cx="2286000" cy="617220"/>
          </a:xfrm>
        </p:grpSpPr>
        <p:sp>
          <p:nvSpPr>
            <p:cNvPr id="106" name="Abgerundetes Rechteck 6">
              <a:extLst>
                <a:ext uri="{FF2B5EF4-FFF2-40B4-BE49-F238E27FC236}">
                  <a16:creationId xmlns:a16="http://schemas.microsoft.com/office/drawing/2014/main" id="{14D6B1CC-B11A-F624-966A-72C9CE5E39C6}"/>
                </a:ext>
              </a:extLst>
            </p:cNvPr>
            <p:cNvSpPr/>
            <p:nvPr/>
          </p:nvSpPr>
          <p:spPr bwMode="auto">
            <a:xfrm>
              <a:off x="4884420" y="3702878"/>
              <a:ext cx="2286000" cy="548640"/>
            </a:xfrm>
            <a:prstGeom prst="roundRect">
              <a:avLst/>
            </a:prstGeom>
            <a:gradFill>
              <a:gsLst>
                <a:gs pos="90000">
                  <a:srgbClr val="FFFFFF"/>
                </a:gs>
                <a:gs pos="90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lang="it-IT" sz="1200" b="1" kern="0" dirty="0">
                  <a:solidFill>
                    <a:srgbClr val="000000"/>
                  </a:solidFill>
                  <a:ea typeface="ヒラギノ角ゴ ProN W3" charset="0"/>
                  <a:cs typeface="ヒラギノ角ゴ ProN W3" charset="0"/>
                  <a:sym typeface="Gill Sans" charset="0"/>
                </a:rPr>
                <a:t>Joy Simpson</a:t>
              </a:r>
              <a:endPar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endParaRP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Financial Reporting Lead</a:t>
              </a:r>
              <a:endParaRPr kumimoji="0" lang="en-IN" sz="105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156" name="Rectangle 155">
              <a:extLst>
                <a:ext uri="{FF2B5EF4-FFF2-40B4-BE49-F238E27FC236}">
                  <a16:creationId xmlns:a16="http://schemas.microsoft.com/office/drawing/2014/main" id="{C6A71424-1169-C687-A7F7-7461A7891371}"/>
                </a:ext>
              </a:extLst>
            </p:cNvPr>
            <p:cNvSpPr/>
            <p:nvPr/>
          </p:nvSpPr>
          <p:spPr>
            <a:xfrm>
              <a:off x="5112383" y="4182938"/>
              <a:ext cx="1830073"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100%</a:t>
              </a:r>
            </a:p>
          </p:txBody>
        </p:sp>
      </p:grpSp>
      <p:grpSp>
        <p:nvGrpSpPr>
          <p:cNvPr id="159" name="Group 158">
            <a:extLst>
              <a:ext uri="{FF2B5EF4-FFF2-40B4-BE49-F238E27FC236}">
                <a16:creationId xmlns:a16="http://schemas.microsoft.com/office/drawing/2014/main" id="{758D906E-1EDE-1A36-09E8-8931954D1AA2}"/>
              </a:ext>
            </a:extLst>
          </p:cNvPr>
          <p:cNvGrpSpPr/>
          <p:nvPr/>
        </p:nvGrpSpPr>
        <p:grpSpPr>
          <a:xfrm>
            <a:off x="4884420" y="4937318"/>
            <a:ext cx="2286000" cy="617220"/>
            <a:chOff x="4884420" y="4937318"/>
            <a:chExt cx="2286000" cy="617220"/>
          </a:xfrm>
        </p:grpSpPr>
        <p:sp>
          <p:nvSpPr>
            <p:cNvPr id="87" name="Abgerundetes Rechteck 6">
              <a:extLst>
                <a:ext uri="{FF2B5EF4-FFF2-40B4-BE49-F238E27FC236}">
                  <a16:creationId xmlns:a16="http://schemas.microsoft.com/office/drawing/2014/main" id="{27FE56E3-0A03-7C91-4ECE-61738729846E}"/>
                </a:ext>
              </a:extLst>
            </p:cNvPr>
            <p:cNvSpPr/>
            <p:nvPr/>
          </p:nvSpPr>
          <p:spPr bwMode="auto">
            <a:xfrm>
              <a:off x="4884420" y="4937318"/>
              <a:ext cx="2286000" cy="548640"/>
            </a:xfrm>
            <a:prstGeom prst="roundRect">
              <a:avLst/>
            </a:prstGeom>
            <a:solidFill>
              <a:schemeClr val="bg1"/>
            </a:solidFill>
            <a:ln w="6350" cap="flat" cmpd="sng" algn="ctr">
              <a:solidFill>
                <a:schemeClr val="tx1">
                  <a:lumMod val="50000"/>
                </a:schemeClr>
              </a:solidFill>
              <a:prstDash val="solid"/>
              <a:round/>
              <a:headEnd type="none" w="med" len="med"/>
              <a:tailEnd type="none" w="med" len="med"/>
            </a:ln>
            <a:effectLst/>
          </p:spPr>
          <p:txBody>
            <a:bodyPr vert="horz" wrap="square" lIns="45720" tIns="45720" rIns="4572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effectLst/>
                  <a:uLnTx/>
                  <a:uFillTx/>
                  <a:ea typeface="ヒラギノ角ゴ ProN W3" charset="0"/>
                  <a:cs typeface="ヒラギノ角ゴ ProN W3" charset="0"/>
                  <a:sym typeface="Gill Sans" charset="0"/>
                </a:rPr>
                <a:t>Open Role</a:t>
              </a:r>
            </a:p>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i="0" u="none" strike="noStrike" kern="0" cap="none" spc="0" normalizeH="0" baseline="0" noProof="0" dirty="0">
                  <a:ln>
                    <a:noFill/>
                  </a:ln>
                  <a:effectLst/>
                  <a:uLnTx/>
                  <a:uFillTx/>
                  <a:ea typeface="ヒラギノ角ゴ ProN W3" charset="0"/>
                  <a:cs typeface="ヒラギノ角ゴ ProN W3" charset="0"/>
                  <a:sym typeface="Gill Sans" charset="0"/>
                </a:rPr>
                <a:t>Senior Analyst</a:t>
              </a:r>
            </a:p>
          </p:txBody>
        </p:sp>
        <p:sp>
          <p:nvSpPr>
            <p:cNvPr id="158" name="Rectangle 157">
              <a:extLst>
                <a:ext uri="{FF2B5EF4-FFF2-40B4-BE49-F238E27FC236}">
                  <a16:creationId xmlns:a16="http://schemas.microsoft.com/office/drawing/2014/main" id="{DF6F06D1-01B3-A952-1512-AC8D0614B9DF}"/>
                </a:ext>
              </a:extLst>
            </p:cNvPr>
            <p:cNvSpPr/>
            <p:nvPr/>
          </p:nvSpPr>
          <p:spPr>
            <a:xfrm>
              <a:off x="5112383" y="5417378"/>
              <a:ext cx="1830073"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100%</a:t>
              </a:r>
            </a:p>
          </p:txBody>
        </p:sp>
      </p:grpSp>
      <p:grpSp>
        <p:nvGrpSpPr>
          <p:cNvPr id="169" name="Group 168">
            <a:extLst>
              <a:ext uri="{FF2B5EF4-FFF2-40B4-BE49-F238E27FC236}">
                <a16:creationId xmlns:a16="http://schemas.microsoft.com/office/drawing/2014/main" id="{3584D955-505B-543A-C587-4CA79BE62907}"/>
              </a:ext>
            </a:extLst>
          </p:cNvPr>
          <p:cNvGrpSpPr/>
          <p:nvPr/>
        </p:nvGrpSpPr>
        <p:grpSpPr>
          <a:xfrm>
            <a:off x="9136380" y="3702878"/>
            <a:ext cx="2286000" cy="617220"/>
            <a:chOff x="9136380" y="3702878"/>
            <a:chExt cx="2286000" cy="617220"/>
          </a:xfrm>
        </p:grpSpPr>
        <p:sp>
          <p:nvSpPr>
            <p:cNvPr id="58" name="Abgerundetes Rechteck 6">
              <a:extLst>
                <a:ext uri="{FF2B5EF4-FFF2-40B4-BE49-F238E27FC236}">
                  <a16:creationId xmlns:a16="http://schemas.microsoft.com/office/drawing/2014/main" id="{5F3A67C2-06CC-52F0-115C-8B138D7C7B79}"/>
                </a:ext>
              </a:extLst>
            </p:cNvPr>
            <p:cNvSpPr/>
            <p:nvPr/>
          </p:nvSpPr>
          <p:spPr bwMode="auto">
            <a:xfrm>
              <a:off x="9136380" y="3702878"/>
              <a:ext cx="2286000" cy="548640"/>
            </a:xfrm>
            <a:prstGeom prst="roundRect">
              <a:avLst/>
            </a:prstGeom>
            <a:gradFill>
              <a:gsLst>
                <a:gs pos="90000">
                  <a:srgbClr val="FFFFFF"/>
                </a:gs>
                <a:gs pos="90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lang="it-IT" sz="1200" b="1" kern="0" dirty="0">
                  <a:solidFill>
                    <a:srgbClr val="000000"/>
                  </a:solidFill>
                  <a:ea typeface="ヒラギノ角ゴ ProN W3" charset="0"/>
                  <a:cs typeface="ヒラギノ角ゴ ProN W3" charset="0"/>
                  <a:sym typeface="Gill Sans" charset="0"/>
                </a:rPr>
                <a:t>Sussane Moss</a:t>
              </a:r>
              <a:endPar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endParaRP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Technical Accounting Director</a:t>
              </a:r>
              <a:endParaRPr kumimoji="0" lang="en-IN" sz="1050" b="0" i="0" u="none" strike="noStrike" kern="0" cap="none" spc="0" normalizeH="0" baseline="0" noProof="0" dirty="0">
                <a:ln>
                  <a:noFill/>
                </a:ln>
                <a:solidFill>
                  <a:srgbClr val="000000"/>
                </a:solidFill>
                <a:effectLst/>
                <a:uLnTx/>
                <a:uFillTx/>
                <a:ea typeface="+mn-ea"/>
                <a:cs typeface="+mn-cs"/>
                <a:sym typeface="Gill Sans" charset="0"/>
              </a:endParaRPr>
            </a:p>
          </p:txBody>
        </p:sp>
        <p:grpSp>
          <p:nvGrpSpPr>
            <p:cNvPr id="162" name="Group 161">
              <a:extLst>
                <a:ext uri="{FF2B5EF4-FFF2-40B4-BE49-F238E27FC236}">
                  <a16:creationId xmlns:a16="http://schemas.microsoft.com/office/drawing/2014/main" id="{93E1261E-5D1B-6433-97C6-0D8D5BB3C2C3}"/>
                </a:ext>
              </a:extLst>
            </p:cNvPr>
            <p:cNvGrpSpPr/>
            <p:nvPr/>
          </p:nvGrpSpPr>
          <p:grpSpPr>
            <a:xfrm>
              <a:off x="9364343" y="4182938"/>
              <a:ext cx="1830073" cy="137160"/>
              <a:chOff x="5826662" y="2515199"/>
              <a:chExt cx="1830073" cy="137160"/>
            </a:xfrm>
          </p:grpSpPr>
          <p:sp>
            <p:nvSpPr>
              <p:cNvPr id="163" name="Rectangle 162">
                <a:extLst>
                  <a:ext uri="{FF2B5EF4-FFF2-40B4-BE49-F238E27FC236}">
                    <a16:creationId xmlns:a16="http://schemas.microsoft.com/office/drawing/2014/main" id="{BC885E7E-E655-E1FF-F83C-16799DB8F9B5}"/>
                  </a:ext>
                </a:extLst>
              </p:cNvPr>
              <p:cNvSpPr/>
              <p:nvPr/>
            </p:nvSpPr>
            <p:spPr>
              <a:xfrm>
                <a:off x="5826662" y="2515199"/>
                <a:ext cx="54864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30%</a:t>
                </a:r>
              </a:p>
            </p:txBody>
          </p:sp>
          <p:sp>
            <p:nvSpPr>
              <p:cNvPr id="164" name="Rectangle 163">
                <a:extLst>
                  <a:ext uri="{FF2B5EF4-FFF2-40B4-BE49-F238E27FC236}">
                    <a16:creationId xmlns:a16="http://schemas.microsoft.com/office/drawing/2014/main" id="{43750F3E-2CCB-1117-16BA-1BB543172A83}"/>
                  </a:ext>
                </a:extLst>
              </p:cNvPr>
              <p:cNvSpPr/>
              <p:nvPr/>
            </p:nvSpPr>
            <p:spPr>
              <a:xfrm>
                <a:off x="6375302" y="2515199"/>
                <a:ext cx="1281433"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70%</a:t>
                </a:r>
              </a:p>
            </p:txBody>
          </p:sp>
        </p:grpSp>
      </p:grpSp>
      <p:grpSp>
        <p:nvGrpSpPr>
          <p:cNvPr id="168" name="Group 167">
            <a:extLst>
              <a:ext uri="{FF2B5EF4-FFF2-40B4-BE49-F238E27FC236}">
                <a16:creationId xmlns:a16="http://schemas.microsoft.com/office/drawing/2014/main" id="{7C89D7A7-FDCD-F42C-E181-1B551C194380}"/>
              </a:ext>
            </a:extLst>
          </p:cNvPr>
          <p:cNvGrpSpPr/>
          <p:nvPr/>
        </p:nvGrpSpPr>
        <p:grpSpPr>
          <a:xfrm>
            <a:off x="9136380" y="4937318"/>
            <a:ext cx="2286000" cy="617220"/>
            <a:chOff x="9136380" y="4937318"/>
            <a:chExt cx="2286000" cy="617220"/>
          </a:xfrm>
        </p:grpSpPr>
        <p:sp>
          <p:nvSpPr>
            <p:cNvPr id="78" name="Abgerundetes Rechteck 6">
              <a:extLst>
                <a:ext uri="{FF2B5EF4-FFF2-40B4-BE49-F238E27FC236}">
                  <a16:creationId xmlns:a16="http://schemas.microsoft.com/office/drawing/2014/main" id="{87A865B3-8D42-5B79-0C6B-CA0B9371331B}"/>
                </a:ext>
              </a:extLst>
            </p:cNvPr>
            <p:cNvSpPr/>
            <p:nvPr/>
          </p:nvSpPr>
          <p:spPr bwMode="auto">
            <a:xfrm>
              <a:off x="9136380" y="4937318"/>
              <a:ext cx="2286000" cy="548640"/>
            </a:xfrm>
            <a:prstGeom prst="roundRect">
              <a:avLst/>
            </a:prstGeom>
            <a:gradFill>
              <a:gsLst>
                <a:gs pos="90000">
                  <a:srgbClr val="FFFFFF"/>
                </a:gs>
                <a:gs pos="90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3716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20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Charles Black</a:t>
              </a:r>
            </a:p>
            <a:p>
              <a:pPr marL="0" marR="0" lvl="0" indent="0" algn="ctr" defTabSz="642915" eaLnBrk="1" fontAlgn="base" latinLnBrk="0" hangingPunct="1">
                <a:lnSpc>
                  <a:spcPct val="100000"/>
                </a:lnSpc>
                <a:spcBef>
                  <a:spcPct val="0"/>
                </a:spcBef>
                <a:spcAft>
                  <a:spcPct val="0"/>
                </a:spcAft>
                <a:buClrTx/>
                <a:buSzTx/>
                <a:buFontTx/>
                <a:buNone/>
                <a:tabLst/>
                <a:defRPr/>
              </a:pPr>
              <a:r>
                <a:rPr lang="it-IT" sz="1050" kern="0" dirty="0">
                  <a:solidFill>
                    <a:srgbClr val="000000"/>
                  </a:solidFill>
                  <a:sym typeface="Gill Sans" charset="0"/>
                </a:rPr>
                <a:t>Technical Accounting Director</a:t>
              </a:r>
              <a:endParaRPr kumimoji="0" lang="en-IN" sz="1050" b="0" i="0" u="none" strike="noStrike" kern="0" cap="none" spc="0" normalizeH="0" baseline="0" noProof="0" dirty="0">
                <a:ln>
                  <a:noFill/>
                </a:ln>
                <a:solidFill>
                  <a:srgbClr val="000000"/>
                </a:solidFill>
                <a:effectLst/>
                <a:uLnTx/>
                <a:uFillTx/>
                <a:ea typeface="+mn-ea"/>
                <a:cs typeface="+mn-cs"/>
                <a:sym typeface="Gill Sans" charset="0"/>
              </a:endParaRPr>
            </a:p>
          </p:txBody>
        </p:sp>
        <p:grpSp>
          <p:nvGrpSpPr>
            <p:cNvPr id="165" name="Group 164">
              <a:extLst>
                <a:ext uri="{FF2B5EF4-FFF2-40B4-BE49-F238E27FC236}">
                  <a16:creationId xmlns:a16="http://schemas.microsoft.com/office/drawing/2014/main" id="{114EAADA-16AE-554E-B4E0-4CF1413D3E19}"/>
                </a:ext>
              </a:extLst>
            </p:cNvPr>
            <p:cNvGrpSpPr/>
            <p:nvPr/>
          </p:nvGrpSpPr>
          <p:grpSpPr>
            <a:xfrm>
              <a:off x="9364343" y="5417378"/>
              <a:ext cx="1830073" cy="137160"/>
              <a:chOff x="5826662" y="2515199"/>
              <a:chExt cx="1830073" cy="137160"/>
            </a:xfrm>
          </p:grpSpPr>
          <p:sp>
            <p:nvSpPr>
              <p:cNvPr id="166" name="Rectangle 165">
                <a:extLst>
                  <a:ext uri="{FF2B5EF4-FFF2-40B4-BE49-F238E27FC236}">
                    <a16:creationId xmlns:a16="http://schemas.microsoft.com/office/drawing/2014/main" id="{BE35CA9B-9728-24AA-24C2-EF19AB7063AD}"/>
                  </a:ext>
                </a:extLst>
              </p:cNvPr>
              <p:cNvSpPr/>
              <p:nvPr/>
            </p:nvSpPr>
            <p:spPr>
              <a:xfrm>
                <a:off x="5826662" y="2515199"/>
                <a:ext cx="548640" cy="137160"/>
              </a:xfrm>
              <a:prstGeom prst="rect">
                <a:avLst/>
              </a:prstGeom>
              <a:solidFill>
                <a:schemeClr val="accent1">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30%</a:t>
                </a:r>
              </a:p>
            </p:txBody>
          </p:sp>
          <p:sp>
            <p:nvSpPr>
              <p:cNvPr id="167" name="Rectangle 166">
                <a:extLst>
                  <a:ext uri="{FF2B5EF4-FFF2-40B4-BE49-F238E27FC236}">
                    <a16:creationId xmlns:a16="http://schemas.microsoft.com/office/drawing/2014/main" id="{C14CB640-6D72-4BE3-54F2-5E267EFF484A}"/>
                  </a:ext>
                </a:extLst>
              </p:cNvPr>
              <p:cNvSpPr/>
              <p:nvPr/>
            </p:nvSpPr>
            <p:spPr>
              <a:xfrm>
                <a:off x="6375302" y="2515199"/>
                <a:ext cx="1281433"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bg1"/>
                    </a:solidFill>
                    <a:effectLst/>
                    <a:uLnTx/>
                    <a:uFillTx/>
                    <a:ea typeface="+mn-ea"/>
                    <a:cs typeface="+mn-cs"/>
                  </a:rPr>
                  <a:t>70%</a:t>
                </a:r>
              </a:p>
            </p:txBody>
          </p:sp>
        </p:grpSp>
      </p:grpSp>
    </p:spTree>
    <p:extLst>
      <p:ext uri="{BB962C8B-B14F-4D97-AF65-F5344CB8AC3E}">
        <p14:creationId xmlns:p14="http://schemas.microsoft.com/office/powerpoint/2010/main" val="147643771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97BA9E-4118-8FF4-EA23-6CEE64411E32}"/>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0197BC81-D9A1-6662-B4EA-FA77D7582982}"/>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R2R Organizational Framework | </a:t>
            </a:r>
            <a:r>
              <a:rPr lang="en-IN" dirty="0">
                <a:solidFill>
                  <a:schemeClr val="tx2">
                    <a:lumMod val="75000"/>
                  </a:schemeClr>
                </a:solidFill>
              </a:rPr>
              <a:t>SSC General Ledger (GL)</a:t>
            </a:r>
          </a:p>
        </p:txBody>
      </p:sp>
      <p:sp>
        <p:nvSpPr>
          <p:cNvPr id="6" name="Date Placeholder 5">
            <a:extLst>
              <a:ext uri="{FF2B5EF4-FFF2-40B4-BE49-F238E27FC236}">
                <a16:creationId xmlns:a16="http://schemas.microsoft.com/office/drawing/2014/main" id="{29CCBBEB-E9C0-9A0B-E42B-F1018DCECC13}"/>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F6535266-A44C-DC01-1364-72CA9122249D}"/>
              </a:ext>
            </a:extLst>
          </p:cNvPr>
          <p:cNvSpPr>
            <a:spLocks noGrp="1"/>
          </p:cNvSpPr>
          <p:nvPr>
            <p:ph type="sldNum" sz="quarter" idx="19"/>
          </p:nvPr>
        </p:nvSpPr>
        <p:spPr/>
        <p:txBody>
          <a:bodyPr/>
          <a:lstStyle/>
          <a:p>
            <a:fld id="{94FCA0F3-9F3A-694B-99BB-0E592A797735}" type="slidenum">
              <a:rPr lang="en-US" smtClean="0"/>
              <a:t>22</a:t>
            </a:fld>
            <a:endParaRPr lang="en-US"/>
          </a:p>
        </p:txBody>
      </p:sp>
      <p:graphicFrame>
        <p:nvGraphicFramePr>
          <p:cNvPr id="3" name="Table 2">
            <a:extLst>
              <a:ext uri="{FF2B5EF4-FFF2-40B4-BE49-F238E27FC236}">
                <a16:creationId xmlns:a16="http://schemas.microsoft.com/office/drawing/2014/main" id="{52FA9507-7CB9-4684-EA84-DD35DF1E7C3E}"/>
              </a:ext>
            </a:extLst>
          </p:cNvPr>
          <p:cNvGraphicFramePr>
            <a:graphicFrameLocks noGrp="1"/>
          </p:cNvGraphicFramePr>
          <p:nvPr>
            <p:extLst>
              <p:ext uri="{D42A27DB-BD31-4B8C-83A1-F6EECF244321}">
                <p14:modId xmlns:p14="http://schemas.microsoft.com/office/powerpoint/2010/main" val="490718685"/>
              </p:ext>
            </p:extLst>
          </p:nvPr>
        </p:nvGraphicFramePr>
        <p:xfrm>
          <a:off x="495299" y="1005840"/>
          <a:ext cx="3657600" cy="320040"/>
        </p:xfrm>
        <a:graphic>
          <a:graphicData uri="http://schemas.openxmlformats.org/drawingml/2006/table">
            <a:tbl>
              <a:tblPr>
                <a:effectLst/>
              </a:tblPr>
              <a:tblGrid>
                <a:gridCol w="274320">
                  <a:extLst>
                    <a:ext uri="{9D8B030D-6E8A-4147-A177-3AD203B41FA5}">
                      <a16:colId xmlns:a16="http://schemas.microsoft.com/office/drawing/2014/main" val="2937933679"/>
                    </a:ext>
                  </a:extLst>
                </a:gridCol>
                <a:gridCol w="1005840">
                  <a:extLst>
                    <a:ext uri="{9D8B030D-6E8A-4147-A177-3AD203B41FA5}">
                      <a16:colId xmlns:a16="http://schemas.microsoft.com/office/drawing/2014/main" val="294730452"/>
                    </a:ext>
                  </a:extLst>
                </a:gridCol>
                <a:gridCol w="1097280">
                  <a:extLst>
                    <a:ext uri="{9D8B030D-6E8A-4147-A177-3AD203B41FA5}">
                      <a16:colId xmlns:a16="http://schemas.microsoft.com/office/drawing/2014/main" val="1373135318"/>
                    </a:ext>
                  </a:extLst>
                </a:gridCol>
                <a:gridCol w="1280160">
                  <a:extLst>
                    <a:ext uri="{9D8B030D-6E8A-4147-A177-3AD203B41FA5}">
                      <a16:colId xmlns:a16="http://schemas.microsoft.com/office/drawing/2014/main" val="2194066351"/>
                    </a:ext>
                  </a:extLst>
                </a:gridCol>
              </a:tblGrid>
              <a:tr h="320040">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endParaRPr lang="en-US" sz="1200" dirty="0">
                        <a:solidFill>
                          <a:schemeClr val="bg1"/>
                        </a:solidFill>
                        <a:latin typeface="+mn-lt"/>
                        <a:ea typeface="+mn-lt"/>
                        <a:cs typeface="+mn-lt"/>
                        <a:sym typeface="+mn-lt"/>
                      </a:endParaRP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pPr marL="0" algn="l" defTabSz="914400" rtl="0" eaLnBrk="1" latinLnBrk="0" hangingPunct="1"/>
                      <a:r>
                        <a:rPr lang="en-US" sz="1200" b="1" kern="1200" dirty="0">
                          <a:solidFill>
                            <a:schemeClr val="bg1"/>
                          </a:solidFill>
                          <a:latin typeface="+mn-lt"/>
                          <a:ea typeface="+mn-lt"/>
                          <a:cs typeface="+mn-lt"/>
                          <a:sym typeface="+mn-lt"/>
                        </a:rPr>
                        <a:t>HC: 17.0</a:t>
                      </a:r>
                      <a:endParaRPr lang="en-US" sz="1200" b="1" kern="1200" baseline="30000" dirty="0">
                        <a:solidFill>
                          <a:schemeClr val="bg1"/>
                        </a:solidFill>
                        <a:latin typeface="+mn-lt"/>
                        <a:ea typeface="+mn-lt"/>
                        <a:cs typeface="+mn-lt"/>
                        <a:sym typeface="+mn-lt"/>
                      </a:endParaRP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US" sz="1200" b="1" kern="1200" dirty="0">
                          <a:solidFill>
                            <a:schemeClr val="bg1"/>
                          </a:solidFill>
                          <a:latin typeface="+mn-lt"/>
                          <a:ea typeface="+mn-lt"/>
                          <a:cs typeface="+mn-lt"/>
                          <a:sym typeface="+mn-lt"/>
                        </a:rPr>
                        <a:t>FTE: 16.0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bg1"/>
                          </a:solidFill>
                          <a:latin typeface="+mn-lt"/>
                          <a:ea typeface="+mn-lt"/>
                          <a:cs typeface="+mn-lt"/>
                          <a:sym typeface="+mn-lt"/>
                        </a:rPr>
                        <a:t>Open Role: 2</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64825776"/>
                  </a:ext>
                </a:extLst>
              </a:tr>
            </a:tbl>
          </a:graphicData>
        </a:graphic>
      </p:graphicFrame>
      <p:sp>
        <p:nvSpPr>
          <p:cNvPr id="39" name="Rectangle 38">
            <a:extLst>
              <a:ext uri="{FF2B5EF4-FFF2-40B4-BE49-F238E27FC236}">
                <a16:creationId xmlns:a16="http://schemas.microsoft.com/office/drawing/2014/main" id="{9355D7CA-4598-CCA3-A86C-D984A7B81A7E}"/>
              </a:ext>
            </a:extLst>
          </p:cNvPr>
          <p:cNvSpPr/>
          <p:nvPr/>
        </p:nvSpPr>
        <p:spPr>
          <a:xfrm>
            <a:off x="495299" y="4390319"/>
            <a:ext cx="3657600" cy="1600200"/>
          </a:xfrm>
          <a:prstGeom prst="rect">
            <a:avLst/>
          </a:prstGeom>
          <a:noFill/>
          <a:ln w="9525" cap="flat" cmpd="sng" algn="ctr">
            <a:solidFill>
              <a:schemeClr val="tx1">
                <a:lumMod val="50000"/>
              </a:schemeClr>
            </a:solidFill>
            <a:prstDash val="solid"/>
            <a:miter lim="800000"/>
          </a:ln>
          <a:effectLst/>
        </p:spPr>
        <p:txBody>
          <a:bodyPr rtlCol="0" anchor="t" anchorCtr="0"/>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ea typeface="+mn-lt"/>
                <a:cs typeface="Calibri" panose="020F0502020204030204"/>
                <a:sym typeface="+mn-lt"/>
              </a:rPr>
              <a:t>Location</a:t>
            </a:r>
            <a:endParaRPr kumimoji="0" lang="en-IN" sz="1100" b="1" i="0" u="none" strike="noStrike" kern="0" cap="none" spc="0" normalizeH="0" baseline="0" noProof="0" dirty="0">
              <a:ln>
                <a:noFill/>
              </a:ln>
              <a:solidFill>
                <a:srgbClr val="000000"/>
              </a:solidFill>
              <a:effectLst/>
              <a:uLnTx/>
              <a:uFillTx/>
              <a:ea typeface="+mn-lt"/>
              <a:cs typeface="Calibri" panose="020F0502020204030204"/>
              <a:sym typeface="+mn-lt"/>
            </a:endParaRPr>
          </a:p>
        </p:txBody>
      </p:sp>
      <p:sp>
        <p:nvSpPr>
          <p:cNvPr id="40" name="Abgerundetes Rechteck 6">
            <a:extLst>
              <a:ext uri="{FF2B5EF4-FFF2-40B4-BE49-F238E27FC236}">
                <a16:creationId xmlns:a16="http://schemas.microsoft.com/office/drawing/2014/main" id="{D23C19FD-08CA-09B7-3A64-30873484659D}"/>
              </a:ext>
            </a:extLst>
          </p:cNvPr>
          <p:cNvSpPr/>
          <p:nvPr/>
        </p:nvSpPr>
        <p:spPr bwMode="auto">
          <a:xfrm>
            <a:off x="1798319" y="4710359"/>
            <a:ext cx="1051560" cy="274320"/>
          </a:xfrm>
          <a:prstGeom prst="roundRect">
            <a:avLst/>
          </a:prstGeom>
          <a:gradFill>
            <a:gsLst>
              <a:gs pos="85000">
                <a:srgbClr val="FFFFFF"/>
              </a:gs>
              <a:gs pos="85000">
                <a:schemeClr val="accent2"/>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Hyderabad</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41" name="Abgerundetes Rechteck 6">
            <a:extLst>
              <a:ext uri="{FF2B5EF4-FFF2-40B4-BE49-F238E27FC236}">
                <a16:creationId xmlns:a16="http://schemas.microsoft.com/office/drawing/2014/main" id="{A6D3DDFF-84EE-8F2A-B5BD-2ADBA3E42773}"/>
              </a:ext>
            </a:extLst>
          </p:cNvPr>
          <p:cNvSpPr/>
          <p:nvPr/>
        </p:nvSpPr>
        <p:spPr bwMode="auto">
          <a:xfrm>
            <a:off x="2975608" y="4710359"/>
            <a:ext cx="1051560" cy="274320"/>
          </a:xfrm>
          <a:prstGeom prst="roundRect">
            <a:avLst/>
          </a:prstGeom>
          <a:gradFill>
            <a:gsLst>
              <a:gs pos="85000">
                <a:srgbClr val="FFFFFF"/>
              </a:gs>
              <a:gs pos="85000">
                <a:schemeClr val="accent6"/>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Manila</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42" name="Abgerundetes Rechteck 6">
            <a:extLst>
              <a:ext uri="{FF2B5EF4-FFF2-40B4-BE49-F238E27FC236}">
                <a16:creationId xmlns:a16="http://schemas.microsoft.com/office/drawing/2014/main" id="{8B078268-3669-AB2B-C495-AFDEC4987A10}"/>
              </a:ext>
            </a:extLst>
          </p:cNvPr>
          <p:cNvSpPr/>
          <p:nvPr/>
        </p:nvSpPr>
        <p:spPr bwMode="auto">
          <a:xfrm>
            <a:off x="621029" y="4710359"/>
            <a:ext cx="1051560" cy="274320"/>
          </a:xfrm>
          <a:prstGeom prst="roundRect">
            <a:avLst/>
          </a:prstGeom>
          <a:gradFill>
            <a:gsLst>
              <a:gs pos="85000">
                <a:srgbClr val="FFFFFF"/>
              </a:gs>
              <a:gs pos="85000">
                <a:schemeClr val="accent4"/>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Bangalore</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43" name="Abgerundetes Rechteck 6">
            <a:extLst>
              <a:ext uri="{FF2B5EF4-FFF2-40B4-BE49-F238E27FC236}">
                <a16:creationId xmlns:a16="http://schemas.microsoft.com/office/drawing/2014/main" id="{8EEC318E-E6B8-C9FB-5888-DAFEB86B7893}"/>
              </a:ext>
            </a:extLst>
          </p:cNvPr>
          <p:cNvSpPr/>
          <p:nvPr/>
        </p:nvSpPr>
        <p:spPr bwMode="auto">
          <a:xfrm>
            <a:off x="1798319" y="5121839"/>
            <a:ext cx="1051560" cy="274320"/>
          </a:xfrm>
          <a:prstGeom prst="roundRect">
            <a:avLst/>
          </a:prstGeom>
          <a:gradFill>
            <a:gsLst>
              <a:gs pos="85000">
                <a:srgbClr val="FFFFFF"/>
              </a:gs>
              <a:gs pos="85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Dallas, TX</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44" name="Abgerundetes Rechteck 6">
            <a:extLst>
              <a:ext uri="{FF2B5EF4-FFF2-40B4-BE49-F238E27FC236}">
                <a16:creationId xmlns:a16="http://schemas.microsoft.com/office/drawing/2014/main" id="{5D3410D2-1D23-75DB-AB55-57310E86A6BD}"/>
              </a:ext>
            </a:extLst>
          </p:cNvPr>
          <p:cNvSpPr/>
          <p:nvPr/>
        </p:nvSpPr>
        <p:spPr bwMode="auto">
          <a:xfrm>
            <a:off x="2975608" y="5121839"/>
            <a:ext cx="1051560" cy="274320"/>
          </a:xfrm>
          <a:prstGeom prst="roundRect">
            <a:avLst/>
          </a:prstGeom>
          <a:gradFill>
            <a:gsLst>
              <a:gs pos="85000">
                <a:srgbClr val="FFFFFF"/>
              </a:gs>
              <a:gs pos="85000">
                <a:schemeClr val="bg2"/>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Mexico City</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45" name="Abgerundetes Rechteck 6">
            <a:extLst>
              <a:ext uri="{FF2B5EF4-FFF2-40B4-BE49-F238E27FC236}">
                <a16:creationId xmlns:a16="http://schemas.microsoft.com/office/drawing/2014/main" id="{5C8DEA9A-E5FC-C41D-76B1-0C503900D456}"/>
              </a:ext>
            </a:extLst>
          </p:cNvPr>
          <p:cNvSpPr/>
          <p:nvPr/>
        </p:nvSpPr>
        <p:spPr bwMode="auto">
          <a:xfrm>
            <a:off x="621029" y="5121839"/>
            <a:ext cx="1051560" cy="274320"/>
          </a:xfrm>
          <a:prstGeom prst="roundRect">
            <a:avLst/>
          </a:prstGeom>
          <a:gradFill>
            <a:gsLst>
              <a:gs pos="85000">
                <a:srgbClr val="FFFFFF"/>
              </a:gs>
              <a:gs pos="85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Houston, TX</a:t>
            </a:r>
            <a:endParaRPr kumimoji="0" lang="en-IN" sz="9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46" name="Oval 45">
            <a:extLst>
              <a:ext uri="{FF2B5EF4-FFF2-40B4-BE49-F238E27FC236}">
                <a16:creationId xmlns:a16="http://schemas.microsoft.com/office/drawing/2014/main" id="{89C84F8A-777F-6146-8BF4-7E941A39C339}"/>
              </a:ext>
            </a:extLst>
          </p:cNvPr>
          <p:cNvSpPr/>
          <p:nvPr/>
        </p:nvSpPr>
        <p:spPr>
          <a:xfrm>
            <a:off x="621029" y="5579361"/>
            <a:ext cx="274320" cy="272799"/>
          </a:xfrm>
          <a:prstGeom prst="ellips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bg1"/>
                </a:solidFill>
                <a:effectLst/>
                <a:uLnTx/>
                <a:uFillTx/>
                <a:ea typeface="+mn-ea"/>
                <a:cs typeface="+mn-cs"/>
              </a:rPr>
              <a:t>%</a:t>
            </a:r>
          </a:p>
        </p:txBody>
      </p:sp>
      <p:sp>
        <p:nvSpPr>
          <p:cNvPr id="47" name="Rectangle 46">
            <a:extLst>
              <a:ext uri="{FF2B5EF4-FFF2-40B4-BE49-F238E27FC236}">
                <a16:creationId xmlns:a16="http://schemas.microsoft.com/office/drawing/2014/main" id="{0B84FE34-88AF-AB6B-2FC2-AF07AAA5648C}"/>
              </a:ext>
            </a:extLst>
          </p:cNvPr>
          <p:cNvSpPr/>
          <p:nvPr/>
        </p:nvSpPr>
        <p:spPr>
          <a:xfrm>
            <a:off x="941069" y="5579039"/>
            <a:ext cx="1188720" cy="274320"/>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tIns="45720" rIns="4572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schemeClr val="bg1"/>
                </a:solidFill>
                <a:effectLst/>
                <a:uLnTx/>
                <a:uFillTx/>
                <a:ea typeface="+mn-ea"/>
                <a:cs typeface="+mn-cs"/>
              </a:rPr>
              <a:t>Part-Time Efforts</a:t>
            </a:r>
          </a:p>
        </p:txBody>
      </p:sp>
      <p:sp>
        <p:nvSpPr>
          <p:cNvPr id="48" name="Abgerundetes Rechteck 6">
            <a:extLst>
              <a:ext uri="{FF2B5EF4-FFF2-40B4-BE49-F238E27FC236}">
                <a16:creationId xmlns:a16="http://schemas.microsoft.com/office/drawing/2014/main" id="{A62861C0-038F-CDF4-1775-CC6FA49ADDB3}"/>
              </a:ext>
            </a:extLst>
          </p:cNvPr>
          <p:cNvSpPr/>
          <p:nvPr/>
        </p:nvSpPr>
        <p:spPr bwMode="auto">
          <a:xfrm>
            <a:off x="2381248" y="5579039"/>
            <a:ext cx="1645920" cy="274320"/>
          </a:xfrm>
          <a:prstGeom prst="roundRect">
            <a:avLst/>
          </a:prstGeom>
          <a:solidFill>
            <a:schemeClr val="bg1"/>
          </a:solidFill>
          <a:ln w="6350" cap="flat" cmpd="sng" algn="ctr">
            <a:noFill/>
            <a:prstDash val="solid"/>
            <a:round/>
            <a:headEnd type="none" w="med" len="med"/>
            <a:tailEnd type="none" w="med" len="med"/>
          </a:ln>
          <a:effectLst/>
        </p:spPr>
        <p:txBody>
          <a:bodyPr vert="horz" wrap="square" lIns="45720" tIns="45720" rIns="4572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00" b="0" i="0" u="none" strike="noStrike" kern="0" cap="none" spc="0" normalizeH="0" baseline="0" noProof="0" dirty="0">
                <a:ln>
                  <a:noFill/>
                </a:ln>
                <a:effectLst/>
                <a:uLnTx/>
                <a:uFillTx/>
                <a:ea typeface="ヒラギノ角ゴ ProN W3" charset="0"/>
                <a:cs typeface="ヒラギノ角ゴ ProN W3" charset="0"/>
                <a:sym typeface="Gill Sans" charset="0"/>
              </a:rPr>
              <a:t>Role Interviewed / Open</a:t>
            </a:r>
            <a:endParaRPr kumimoji="0" lang="en-IN" sz="900" b="0" i="0" u="none" strike="noStrike" kern="0" cap="none" spc="0" normalizeH="0" baseline="0" noProof="0" dirty="0">
              <a:ln>
                <a:noFill/>
              </a:ln>
              <a:effectLst/>
              <a:uLnTx/>
              <a:uFillTx/>
              <a:ea typeface="+mn-ea"/>
              <a:cs typeface="+mn-cs"/>
              <a:sym typeface="Gill Sans" charset="0"/>
            </a:endParaRPr>
          </a:p>
        </p:txBody>
      </p:sp>
      <p:graphicFrame>
        <p:nvGraphicFramePr>
          <p:cNvPr id="49" name="Table 26">
            <a:extLst>
              <a:ext uri="{FF2B5EF4-FFF2-40B4-BE49-F238E27FC236}">
                <a16:creationId xmlns:a16="http://schemas.microsoft.com/office/drawing/2014/main" id="{25B5E4EC-80B8-0AD3-4626-BF4F80713F29}"/>
              </a:ext>
            </a:extLst>
          </p:cNvPr>
          <p:cNvGraphicFramePr>
            <a:graphicFrameLocks noGrp="1"/>
          </p:cNvGraphicFramePr>
          <p:nvPr>
            <p:custDataLst>
              <p:tags r:id="rId1"/>
            </p:custDataLst>
            <p:extLst>
              <p:ext uri="{D42A27DB-BD31-4B8C-83A1-F6EECF244321}">
                <p14:modId xmlns:p14="http://schemas.microsoft.com/office/powerpoint/2010/main" val="2293074462"/>
              </p:ext>
            </p:extLst>
          </p:nvPr>
        </p:nvGraphicFramePr>
        <p:xfrm>
          <a:off x="495299" y="1555679"/>
          <a:ext cx="3657600" cy="2606040"/>
        </p:xfrm>
        <a:graphic>
          <a:graphicData uri="http://schemas.openxmlformats.org/drawingml/2006/table">
            <a:tbl>
              <a:tblPr firstRow="1" bandRow="1"/>
              <a:tblGrid>
                <a:gridCol w="1371600">
                  <a:extLst>
                    <a:ext uri="{9D8B030D-6E8A-4147-A177-3AD203B41FA5}">
                      <a16:colId xmlns:a16="http://schemas.microsoft.com/office/drawing/2014/main" val="3241423994"/>
                    </a:ext>
                  </a:extLst>
                </a:gridCol>
                <a:gridCol w="1143000">
                  <a:extLst>
                    <a:ext uri="{9D8B030D-6E8A-4147-A177-3AD203B41FA5}">
                      <a16:colId xmlns:a16="http://schemas.microsoft.com/office/drawing/2014/main" val="2978932216"/>
                    </a:ext>
                  </a:extLst>
                </a:gridCol>
                <a:gridCol w="1143000">
                  <a:extLst>
                    <a:ext uri="{9D8B030D-6E8A-4147-A177-3AD203B41FA5}">
                      <a16:colId xmlns:a16="http://schemas.microsoft.com/office/drawing/2014/main" val="285730689"/>
                    </a:ext>
                  </a:extLst>
                </a:gridCol>
              </a:tblGrid>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000" b="1" dirty="0">
                          <a:solidFill>
                            <a:schemeClr val="tx1"/>
                          </a:solidFill>
                          <a:latin typeface="+mn-lt"/>
                        </a:rPr>
                        <a:t>Process</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a:r>
                        <a:rPr lang="en-US" sz="1000" b="1" dirty="0">
                          <a:solidFill>
                            <a:schemeClr val="tx1"/>
                          </a:solidFill>
                          <a:latin typeface="+mn-lt"/>
                        </a:rPr>
                        <a:t>Employee FTEs</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a:r>
                        <a:rPr lang="en-US" sz="1000" b="1" dirty="0">
                          <a:solidFill>
                            <a:schemeClr val="tx1"/>
                          </a:solidFill>
                          <a:latin typeface="+mn-lt"/>
                        </a:rPr>
                        <a:t>Contractor FTEs</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46464"/>
                    </a:solidFill>
                  </a:tcPr>
                </a:tc>
                <a:extLst>
                  <a:ext uri="{0D108BD9-81ED-4DB2-BD59-A6C34878D82A}">
                    <a16:rowId xmlns:a16="http://schemas.microsoft.com/office/drawing/2014/main" val="2197712561"/>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1000" b="0" i="1" kern="1200" dirty="0">
                          <a:solidFill>
                            <a:schemeClr val="bg1"/>
                          </a:solidFill>
                          <a:latin typeface="+mn-lt"/>
                          <a:ea typeface="+mn-ea"/>
                          <a:cs typeface="+mn-cs"/>
                        </a:rPr>
                        <a:t>Contract-to-Cash</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20489718"/>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1000" b="0" i="1" dirty="0">
                          <a:solidFill>
                            <a:schemeClr val="bg1"/>
                          </a:solidFill>
                          <a:latin typeface="+mn-lt"/>
                        </a:rPr>
                        <a:t>Source-to-Pay</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9240689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1000" b="0" i="1" dirty="0">
                          <a:solidFill>
                            <a:schemeClr val="bg1"/>
                          </a:solidFill>
                          <a:latin typeface="+mn-lt"/>
                        </a:rPr>
                        <a:t>Record-to-Report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11.2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2.0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36241088"/>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1000" b="0" i="1" dirty="0">
                          <a:solidFill>
                            <a:schemeClr val="bg1"/>
                          </a:solidFill>
                          <a:latin typeface="+mn-lt"/>
                        </a:rPr>
                        <a:t>Planning &amp; Analysis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54927821"/>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1000" b="0" i="1" dirty="0">
                          <a:solidFill>
                            <a:schemeClr val="bg1"/>
                          </a:solidFill>
                          <a:latin typeface="+mn-lt"/>
                        </a:rPr>
                        <a:t>Other Finance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2.8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932231"/>
                  </a:ext>
                </a:extLst>
              </a:tr>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r>
                        <a:rPr lang="en-US" sz="1000" b="1" kern="1200" dirty="0">
                          <a:solidFill>
                            <a:schemeClr val="tx1"/>
                          </a:solidFill>
                          <a:latin typeface="+mn-lt"/>
                          <a:ea typeface="+mn-ea"/>
                          <a:cs typeface="+mn-cs"/>
                        </a:rPr>
                        <a:t>Total Finance</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14.0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2.0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extLst>
                  <a:ext uri="{0D108BD9-81ED-4DB2-BD59-A6C34878D82A}">
                    <a16:rowId xmlns:a16="http://schemas.microsoft.com/office/drawing/2014/main" val="32455750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1000" i="1" kern="1200" dirty="0">
                          <a:solidFill>
                            <a:schemeClr val="bg1"/>
                          </a:solidFill>
                          <a:latin typeface="+mn-lt"/>
                          <a:ea typeface="+mn-ea"/>
                          <a:cs typeface="+mn-cs"/>
                        </a:rPr>
                        <a:t>Non-Finance</a:t>
                      </a:r>
                      <a:endParaRPr lang="en-US" sz="1000" i="1" kern="1200" baseline="30000" dirty="0">
                        <a:solidFill>
                          <a:schemeClr val="bg1"/>
                        </a:solidFill>
                        <a:latin typeface="+mn-lt"/>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kern="1200" noProof="0" dirty="0">
                          <a:solidFill>
                            <a:schemeClr val="bg1"/>
                          </a:solidFill>
                          <a:latin typeface="+mn-lt"/>
                          <a:ea typeface="+mn-ea"/>
                          <a:cs typeface="+mn-cs"/>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88141378"/>
                  </a:ext>
                </a:extLst>
              </a:tr>
              <a:tr h="32004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000" b="1" kern="1200" dirty="0">
                          <a:solidFill>
                            <a:schemeClr val="tx1"/>
                          </a:solidFill>
                          <a:latin typeface="+mn-lt"/>
                          <a:ea typeface="+mn-ea"/>
                          <a:cs typeface="+mn-cs"/>
                        </a:rPr>
                        <a:t>Total</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14.0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1" kern="1200" noProof="0" dirty="0">
                          <a:solidFill>
                            <a:schemeClr val="tx1"/>
                          </a:solidFill>
                          <a:latin typeface="+mn-lt"/>
                          <a:ea typeface="+mn-ea"/>
                          <a:cs typeface="+mn-cs"/>
                        </a:rPr>
                        <a:t>2.0</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50000"/>
                      </a:schemeClr>
                    </a:solidFill>
                  </a:tcPr>
                </a:tc>
                <a:extLst>
                  <a:ext uri="{0D108BD9-81ED-4DB2-BD59-A6C34878D82A}">
                    <a16:rowId xmlns:a16="http://schemas.microsoft.com/office/drawing/2014/main" val="188748436"/>
                  </a:ext>
                </a:extLst>
              </a:tr>
            </a:tbl>
          </a:graphicData>
        </a:graphic>
      </p:graphicFrame>
      <p:cxnSp>
        <p:nvCxnSpPr>
          <p:cNvPr id="121" name="Connector: Elbow 120">
            <a:extLst>
              <a:ext uri="{FF2B5EF4-FFF2-40B4-BE49-F238E27FC236}">
                <a16:creationId xmlns:a16="http://schemas.microsoft.com/office/drawing/2014/main" id="{6B0B4E65-F31E-CB04-EE36-EDE8B69A8C56}"/>
              </a:ext>
            </a:extLst>
          </p:cNvPr>
          <p:cNvCxnSpPr>
            <a:cxnSpLocks/>
            <a:stCxn id="112" idx="2"/>
            <a:endCxn id="73" idx="0"/>
          </p:cNvCxnSpPr>
          <p:nvPr/>
        </p:nvCxnSpPr>
        <p:spPr>
          <a:xfrm rot="5400000">
            <a:off x="6598783" y="1092335"/>
            <a:ext cx="366033" cy="2743196"/>
          </a:xfrm>
          <a:prstGeom prst="bentConnector3">
            <a:avLst>
              <a:gd name="adj1" fmla="val 50000"/>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1747718-DB11-F9AC-21E2-B49534EE901E}"/>
              </a:ext>
            </a:extLst>
          </p:cNvPr>
          <p:cNvCxnSpPr>
            <a:cxnSpLocks/>
            <a:stCxn id="93" idx="2"/>
            <a:endCxn id="112" idx="0"/>
          </p:cNvCxnSpPr>
          <p:nvPr/>
        </p:nvCxnSpPr>
        <p:spPr>
          <a:xfrm>
            <a:off x="8153397" y="1457960"/>
            <a:ext cx="0" cy="365757"/>
          </a:xfrm>
          <a:prstGeom prst="line">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192" name="Connector: Elbow 191">
            <a:extLst>
              <a:ext uri="{FF2B5EF4-FFF2-40B4-BE49-F238E27FC236}">
                <a16:creationId xmlns:a16="http://schemas.microsoft.com/office/drawing/2014/main" id="{CE04E28D-C435-0F09-CC38-F3BC2A5179B0}"/>
              </a:ext>
            </a:extLst>
          </p:cNvPr>
          <p:cNvCxnSpPr>
            <a:cxnSpLocks/>
            <a:stCxn id="112" idx="2"/>
            <a:endCxn id="95" idx="0"/>
          </p:cNvCxnSpPr>
          <p:nvPr/>
        </p:nvCxnSpPr>
        <p:spPr>
          <a:xfrm rot="16200000" flipH="1">
            <a:off x="9341983" y="1092331"/>
            <a:ext cx="366033" cy="2743204"/>
          </a:xfrm>
          <a:prstGeom prst="bentConnector3">
            <a:avLst>
              <a:gd name="adj1" fmla="val 50000"/>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195" name="Connector: Elbow 194">
            <a:extLst>
              <a:ext uri="{FF2B5EF4-FFF2-40B4-BE49-F238E27FC236}">
                <a16:creationId xmlns:a16="http://schemas.microsoft.com/office/drawing/2014/main" id="{A344629E-2F11-462D-D26B-D50205D3C73C}"/>
              </a:ext>
            </a:extLst>
          </p:cNvPr>
          <p:cNvCxnSpPr>
            <a:cxnSpLocks/>
            <a:stCxn id="112" idx="2"/>
            <a:endCxn id="57" idx="0"/>
          </p:cNvCxnSpPr>
          <p:nvPr/>
        </p:nvCxnSpPr>
        <p:spPr>
          <a:xfrm rot="16200000" flipH="1">
            <a:off x="8427583" y="2006731"/>
            <a:ext cx="366033" cy="914404"/>
          </a:xfrm>
          <a:prstGeom prst="bentConnector3">
            <a:avLst>
              <a:gd name="adj1" fmla="val 50000"/>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198" name="Connector: Elbow 197">
            <a:extLst>
              <a:ext uri="{FF2B5EF4-FFF2-40B4-BE49-F238E27FC236}">
                <a16:creationId xmlns:a16="http://schemas.microsoft.com/office/drawing/2014/main" id="{FBB7D405-2A3F-CBC9-0DC2-96C2C7C0534D}"/>
              </a:ext>
            </a:extLst>
          </p:cNvPr>
          <p:cNvCxnSpPr>
            <a:cxnSpLocks/>
            <a:stCxn id="112" idx="2"/>
            <a:endCxn id="96" idx="0"/>
          </p:cNvCxnSpPr>
          <p:nvPr/>
        </p:nvCxnSpPr>
        <p:spPr>
          <a:xfrm rot="5400000">
            <a:off x="7513183" y="2006735"/>
            <a:ext cx="366033" cy="914396"/>
          </a:xfrm>
          <a:prstGeom prst="bentConnector3">
            <a:avLst>
              <a:gd name="adj1" fmla="val 50000"/>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01" name="Connector: Elbow 200">
            <a:extLst>
              <a:ext uri="{FF2B5EF4-FFF2-40B4-BE49-F238E27FC236}">
                <a16:creationId xmlns:a16="http://schemas.microsoft.com/office/drawing/2014/main" id="{147C2641-27FF-CCDA-DA01-D1193600EBE3}"/>
              </a:ext>
            </a:extLst>
          </p:cNvPr>
          <p:cNvCxnSpPr>
            <a:cxnSpLocks/>
            <a:stCxn id="95" idx="3"/>
            <a:endCxn id="83" idx="3"/>
          </p:cNvCxnSpPr>
          <p:nvPr/>
        </p:nvCxnSpPr>
        <p:spPr>
          <a:xfrm>
            <a:off x="11696701" y="2875550"/>
            <a:ext cx="8" cy="826501"/>
          </a:xfrm>
          <a:prstGeom prst="bentConnector3">
            <a:avLst>
              <a:gd name="adj1" fmla="val 2857600000"/>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05" name="Connector: Elbow 204">
            <a:extLst>
              <a:ext uri="{FF2B5EF4-FFF2-40B4-BE49-F238E27FC236}">
                <a16:creationId xmlns:a16="http://schemas.microsoft.com/office/drawing/2014/main" id="{6AE098D7-AEC9-4B94-6392-DA5C2E531D2C}"/>
              </a:ext>
            </a:extLst>
          </p:cNvPr>
          <p:cNvCxnSpPr>
            <a:cxnSpLocks/>
            <a:stCxn id="95" idx="3"/>
            <a:endCxn id="102" idx="3"/>
          </p:cNvCxnSpPr>
          <p:nvPr/>
        </p:nvCxnSpPr>
        <p:spPr>
          <a:xfrm flipH="1">
            <a:off x="11696698" y="2875550"/>
            <a:ext cx="3" cy="1645914"/>
          </a:xfrm>
          <a:prstGeom prst="bentConnector3">
            <a:avLst>
              <a:gd name="adj1" fmla="val -7620000000"/>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08" name="Connector: Elbow 207">
            <a:extLst>
              <a:ext uri="{FF2B5EF4-FFF2-40B4-BE49-F238E27FC236}">
                <a16:creationId xmlns:a16="http://schemas.microsoft.com/office/drawing/2014/main" id="{9CE7809E-4DBC-4513-E558-C6A8F744AAEA}"/>
              </a:ext>
            </a:extLst>
          </p:cNvPr>
          <p:cNvCxnSpPr>
            <a:cxnSpLocks/>
            <a:stCxn id="95" idx="3"/>
            <a:endCxn id="103" idx="3"/>
          </p:cNvCxnSpPr>
          <p:nvPr/>
        </p:nvCxnSpPr>
        <p:spPr>
          <a:xfrm flipH="1">
            <a:off x="11696698" y="2875550"/>
            <a:ext cx="3" cy="2465327"/>
          </a:xfrm>
          <a:prstGeom prst="bentConnector3">
            <a:avLst>
              <a:gd name="adj1" fmla="val -7620000000"/>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02060A5E-1AB7-EEA2-C8F9-88D694B51102}"/>
              </a:ext>
            </a:extLst>
          </p:cNvPr>
          <p:cNvCxnSpPr>
            <a:cxnSpLocks/>
            <a:stCxn id="73" idx="2"/>
            <a:endCxn id="101" idx="0"/>
          </p:cNvCxnSpPr>
          <p:nvPr/>
        </p:nvCxnSpPr>
        <p:spPr>
          <a:xfrm>
            <a:off x="5410201" y="3104150"/>
            <a:ext cx="0" cy="365757"/>
          </a:xfrm>
          <a:prstGeom prst="line">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14" name="Connector: Elbow 213">
            <a:extLst>
              <a:ext uri="{FF2B5EF4-FFF2-40B4-BE49-F238E27FC236}">
                <a16:creationId xmlns:a16="http://schemas.microsoft.com/office/drawing/2014/main" id="{4DB2FE7B-093E-CA67-1E1E-D5D7CBFD129D}"/>
              </a:ext>
            </a:extLst>
          </p:cNvPr>
          <p:cNvCxnSpPr>
            <a:cxnSpLocks/>
            <a:stCxn id="57" idx="2"/>
            <a:endCxn id="88" idx="3"/>
          </p:cNvCxnSpPr>
          <p:nvPr/>
        </p:nvCxnSpPr>
        <p:spPr>
          <a:xfrm rot="16200000" flipH="1">
            <a:off x="8758541" y="3413410"/>
            <a:ext cx="1418621" cy="800100"/>
          </a:xfrm>
          <a:prstGeom prst="bentConnector4">
            <a:avLst>
              <a:gd name="adj1" fmla="val 12848"/>
              <a:gd name="adj2" fmla="val 115079"/>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17" name="Connector: Elbow 216">
            <a:extLst>
              <a:ext uri="{FF2B5EF4-FFF2-40B4-BE49-F238E27FC236}">
                <a16:creationId xmlns:a16="http://schemas.microsoft.com/office/drawing/2014/main" id="{FCFED608-ECEE-8A83-0733-E78AAD143DF2}"/>
              </a:ext>
            </a:extLst>
          </p:cNvPr>
          <p:cNvCxnSpPr>
            <a:cxnSpLocks/>
            <a:stCxn id="57" idx="2"/>
            <a:endCxn id="68" idx="3"/>
          </p:cNvCxnSpPr>
          <p:nvPr/>
        </p:nvCxnSpPr>
        <p:spPr>
          <a:xfrm rot="16200000" flipH="1">
            <a:off x="8349488" y="3822463"/>
            <a:ext cx="2236727" cy="800100"/>
          </a:xfrm>
          <a:prstGeom prst="bentConnector4">
            <a:avLst>
              <a:gd name="adj1" fmla="val 8078"/>
              <a:gd name="adj2" fmla="val 114881"/>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20" name="Connector: Elbow 219">
            <a:extLst>
              <a:ext uri="{FF2B5EF4-FFF2-40B4-BE49-F238E27FC236}">
                <a16:creationId xmlns:a16="http://schemas.microsoft.com/office/drawing/2014/main" id="{7C310E9E-1FC3-D706-7DC0-7F05FF7CC7CD}"/>
              </a:ext>
            </a:extLst>
          </p:cNvPr>
          <p:cNvCxnSpPr>
            <a:cxnSpLocks/>
            <a:stCxn id="57" idx="2"/>
            <a:endCxn id="99" idx="3"/>
          </p:cNvCxnSpPr>
          <p:nvPr/>
        </p:nvCxnSpPr>
        <p:spPr>
          <a:xfrm rot="16200000" flipH="1">
            <a:off x="7940434" y="4231517"/>
            <a:ext cx="3054833" cy="800098"/>
          </a:xfrm>
          <a:prstGeom prst="bentConnector4">
            <a:avLst>
              <a:gd name="adj1" fmla="val 5931"/>
              <a:gd name="adj2" fmla="val 114882"/>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F327AA4D-358B-62E8-E557-6E3BCFE57240}"/>
              </a:ext>
            </a:extLst>
          </p:cNvPr>
          <p:cNvCxnSpPr>
            <a:cxnSpLocks/>
            <a:stCxn id="57" idx="2"/>
            <a:endCxn id="78" idx="0"/>
          </p:cNvCxnSpPr>
          <p:nvPr/>
        </p:nvCxnSpPr>
        <p:spPr>
          <a:xfrm>
            <a:off x="9067801" y="3104150"/>
            <a:ext cx="8" cy="369301"/>
          </a:xfrm>
          <a:prstGeom prst="line">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637C1BAE-4056-5CFB-92A3-C141DB6A194E}"/>
              </a:ext>
            </a:extLst>
          </p:cNvPr>
          <p:cNvCxnSpPr>
            <a:cxnSpLocks/>
            <a:stCxn id="96" idx="2"/>
            <a:endCxn id="63" idx="0"/>
          </p:cNvCxnSpPr>
          <p:nvPr/>
        </p:nvCxnSpPr>
        <p:spPr>
          <a:xfrm>
            <a:off x="7239001" y="3104150"/>
            <a:ext cx="4" cy="365757"/>
          </a:xfrm>
          <a:prstGeom prst="line">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29" name="Connector: Elbow 228">
            <a:extLst>
              <a:ext uri="{FF2B5EF4-FFF2-40B4-BE49-F238E27FC236}">
                <a16:creationId xmlns:a16="http://schemas.microsoft.com/office/drawing/2014/main" id="{2E8F35F8-07F2-3016-0529-3D7E335F50F0}"/>
              </a:ext>
            </a:extLst>
          </p:cNvPr>
          <p:cNvCxnSpPr>
            <a:cxnSpLocks/>
            <a:stCxn id="96" idx="2"/>
            <a:endCxn id="100" idx="1"/>
          </p:cNvCxnSpPr>
          <p:nvPr/>
        </p:nvCxnSpPr>
        <p:spPr>
          <a:xfrm rot="5400000">
            <a:off x="6129639" y="3413408"/>
            <a:ext cx="1418621" cy="800104"/>
          </a:xfrm>
          <a:prstGeom prst="bentConnector4">
            <a:avLst>
              <a:gd name="adj1" fmla="val 13035"/>
              <a:gd name="adj2" fmla="val 114021"/>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34" name="Connector: Elbow 233">
            <a:extLst>
              <a:ext uri="{FF2B5EF4-FFF2-40B4-BE49-F238E27FC236}">
                <a16:creationId xmlns:a16="http://schemas.microsoft.com/office/drawing/2014/main" id="{3FDC2F93-73DF-F1FE-FFF0-4CE9C3C7580C}"/>
              </a:ext>
            </a:extLst>
          </p:cNvPr>
          <p:cNvCxnSpPr>
            <a:cxnSpLocks/>
            <a:stCxn id="96" idx="2"/>
            <a:endCxn id="104" idx="1"/>
          </p:cNvCxnSpPr>
          <p:nvPr/>
        </p:nvCxnSpPr>
        <p:spPr>
          <a:xfrm rot="5400000">
            <a:off x="5720586" y="3822461"/>
            <a:ext cx="2236727" cy="800104"/>
          </a:xfrm>
          <a:prstGeom prst="bentConnector4">
            <a:avLst>
              <a:gd name="adj1" fmla="val 8314"/>
              <a:gd name="adj2" fmla="val 114285"/>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237" name="Connector: Elbow 236">
            <a:extLst>
              <a:ext uri="{FF2B5EF4-FFF2-40B4-BE49-F238E27FC236}">
                <a16:creationId xmlns:a16="http://schemas.microsoft.com/office/drawing/2014/main" id="{C7C907D6-67DF-A835-5BD8-E3F08C12393B}"/>
              </a:ext>
            </a:extLst>
          </p:cNvPr>
          <p:cNvCxnSpPr>
            <a:cxnSpLocks/>
            <a:stCxn id="96" idx="2"/>
            <a:endCxn id="105" idx="1"/>
          </p:cNvCxnSpPr>
          <p:nvPr/>
        </p:nvCxnSpPr>
        <p:spPr>
          <a:xfrm rot="5400000">
            <a:off x="5311532" y="4231513"/>
            <a:ext cx="3054833" cy="800106"/>
          </a:xfrm>
          <a:prstGeom prst="bentConnector4">
            <a:avLst>
              <a:gd name="adj1" fmla="val 6036"/>
              <a:gd name="adj2" fmla="val 114549"/>
            </a:avLst>
          </a:prstGeom>
          <a:ln w="19050">
            <a:solidFill>
              <a:schemeClr val="tx1">
                <a:lumMod val="50000"/>
              </a:schemeClr>
            </a:solidFill>
            <a:tailEnd type="stealth"/>
          </a:ln>
        </p:spPr>
        <p:style>
          <a:lnRef idx="1">
            <a:schemeClr val="accent1"/>
          </a:lnRef>
          <a:fillRef idx="0">
            <a:schemeClr val="accent1"/>
          </a:fillRef>
          <a:effectRef idx="0">
            <a:schemeClr val="accent1"/>
          </a:effectRef>
          <a:fontRef idx="minor">
            <a:schemeClr val="tx1"/>
          </a:fontRef>
        </p:style>
      </p:cxnSp>
      <p:sp>
        <p:nvSpPr>
          <p:cNvPr id="93" name="Abgerundetes Rechteck 6">
            <a:extLst>
              <a:ext uri="{FF2B5EF4-FFF2-40B4-BE49-F238E27FC236}">
                <a16:creationId xmlns:a16="http://schemas.microsoft.com/office/drawing/2014/main" id="{8B88C412-16F5-4CC4-8688-B4F8152F0E62}"/>
              </a:ext>
            </a:extLst>
          </p:cNvPr>
          <p:cNvSpPr/>
          <p:nvPr/>
        </p:nvSpPr>
        <p:spPr bwMode="auto">
          <a:xfrm>
            <a:off x="7147557" y="1000760"/>
            <a:ext cx="2011680" cy="457200"/>
          </a:xfrm>
          <a:prstGeom prst="roundRect">
            <a:avLst/>
          </a:prstGeom>
          <a:solidFill>
            <a:schemeClr val="tx2"/>
          </a:solidFill>
          <a:ln w="6350" cap="flat" cmpd="sng" algn="ctr">
            <a:solidFill>
              <a:schemeClr val="tx1">
                <a:lumMod val="50000"/>
              </a:schemeClr>
            </a:solidFill>
            <a:prstDash val="solid"/>
            <a:round/>
            <a:headEnd type="none" w="med" len="med"/>
            <a:tailEnd type="none" w="med" len="med"/>
          </a:ln>
          <a:effectLst/>
        </p:spPr>
        <p:txBody>
          <a:bodyPr vert="horz" wrap="square" lIns="45720" tIns="45720" rIns="45720" bIns="45720"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ts val="300"/>
              </a:spcBef>
              <a:spcAft>
                <a:spcPct val="0"/>
              </a:spcAft>
              <a:buClrTx/>
              <a:buSzTx/>
              <a:buFontTx/>
              <a:buNone/>
              <a:tabLst/>
              <a:defRPr/>
            </a:pPr>
            <a:r>
              <a:rPr kumimoji="0" lang="it-IT" sz="1050" b="1" i="0" u="none" strike="noStrike" kern="0" cap="none" spc="0" normalizeH="0" baseline="0" noProof="0" dirty="0">
                <a:ln>
                  <a:noFill/>
                </a:ln>
                <a:solidFill>
                  <a:schemeClr val="bg1"/>
                </a:solidFill>
                <a:effectLst/>
                <a:uLnTx/>
                <a:uFillTx/>
                <a:ea typeface="ヒラギノ角ゴ ProN W3" charset="0"/>
                <a:cs typeface="ヒラギノ角ゴ ProN W3" charset="0"/>
                <a:sym typeface="Gill Sans" charset="0"/>
              </a:rPr>
              <a:t>James Bond</a:t>
            </a:r>
          </a:p>
          <a:p>
            <a:pPr marL="0" marR="0" lvl="0" indent="0" algn="ctr" defTabSz="642915" eaLnBrk="1" fontAlgn="base" latinLnBrk="0" hangingPunct="1">
              <a:lnSpc>
                <a:spcPct val="100000"/>
              </a:lnSpc>
              <a:spcBef>
                <a:spcPts val="300"/>
              </a:spcBef>
              <a:spcAft>
                <a:spcPct val="0"/>
              </a:spcAft>
              <a:buClrTx/>
              <a:buSzTx/>
              <a:buFontTx/>
              <a:buNone/>
              <a:tabLst/>
              <a:defRPr/>
            </a:pPr>
            <a:r>
              <a:rPr kumimoji="0" lang="it-IT" sz="800" i="0" u="none" strike="noStrike" kern="0" cap="none" spc="0" normalizeH="0" baseline="0" noProof="0" dirty="0">
                <a:ln>
                  <a:noFill/>
                </a:ln>
                <a:solidFill>
                  <a:schemeClr val="bg1"/>
                </a:solidFill>
                <a:effectLst/>
                <a:uLnTx/>
                <a:uFillTx/>
                <a:ea typeface="ヒラギノ角ゴ ProN W3" charset="0"/>
                <a:cs typeface="ヒラギノ角ゴ ProN W3" charset="0"/>
                <a:sym typeface="Gill Sans" charset="0"/>
              </a:rPr>
              <a:t>Head, Finance Shared Services (FSS)</a:t>
            </a:r>
          </a:p>
        </p:txBody>
      </p:sp>
      <p:grpSp>
        <p:nvGrpSpPr>
          <p:cNvPr id="303" name="Group 302">
            <a:extLst>
              <a:ext uri="{FF2B5EF4-FFF2-40B4-BE49-F238E27FC236}">
                <a16:creationId xmlns:a16="http://schemas.microsoft.com/office/drawing/2014/main" id="{43C4089E-605F-523C-9967-37AA5E045B0B}"/>
              </a:ext>
            </a:extLst>
          </p:cNvPr>
          <p:cNvGrpSpPr/>
          <p:nvPr/>
        </p:nvGrpSpPr>
        <p:grpSpPr>
          <a:xfrm>
            <a:off x="7353297" y="1823717"/>
            <a:ext cx="1600200" cy="529324"/>
            <a:chOff x="7353297" y="1823717"/>
            <a:chExt cx="1600200" cy="529324"/>
          </a:xfrm>
        </p:grpSpPr>
        <p:sp>
          <p:nvSpPr>
            <p:cNvPr id="112" name="Abgerundetes Rechteck 6">
              <a:extLst>
                <a:ext uri="{FF2B5EF4-FFF2-40B4-BE49-F238E27FC236}">
                  <a16:creationId xmlns:a16="http://schemas.microsoft.com/office/drawing/2014/main" id="{002BC456-3EE2-42EE-1015-9A93C12C2B1C}"/>
                </a:ext>
              </a:extLst>
            </p:cNvPr>
            <p:cNvSpPr/>
            <p:nvPr/>
          </p:nvSpPr>
          <p:spPr bwMode="auto">
            <a:xfrm>
              <a:off x="7353297" y="1823717"/>
              <a:ext cx="1600200" cy="457200"/>
            </a:xfrm>
            <a:prstGeom prst="roundRect">
              <a:avLst/>
            </a:prstGeom>
            <a:gradFill>
              <a:gsLst>
                <a:gs pos="90000">
                  <a:srgbClr val="FFFFFF"/>
                </a:gs>
                <a:gs pos="90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Kate Russo</a:t>
              </a: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Principal Director, FSS</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grpSp>
          <p:nvGrpSpPr>
            <p:cNvPr id="89" name="Group 88">
              <a:extLst>
                <a:ext uri="{FF2B5EF4-FFF2-40B4-BE49-F238E27FC236}">
                  <a16:creationId xmlns:a16="http://schemas.microsoft.com/office/drawing/2014/main" id="{E0E3BA67-53DB-7A01-FC39-E92621CA7DEF}"/>
                </a:ext>
              </a:extLst>
            </p:cNvPr>
            <p:cNvGrpSpPr/>
            <p:nvPr/>
          </p:nvGrpSpPr>
          <p:grpSpPr>
            <a:xfrm>
              <a:off x="7696196" y="2215881"/>
              <a:ext cx="914400" cy="137160"/>
              <a:chOff x="5826662" y="2515199"/>
              <a:chExt cx="1830072" cy="137160"/>
            </a:xfrm>
          </p:grpSpPr>
          <p:sp>
            <p:nvSpPr>
              <p:cNvPr id="90" name="Rectangle 89">
                <a:extLst>
                  <a:ext uri="{FF2B5EF4-FFF2-40B4-BE49-F238E27FC236}">
                    <a16:creationId xmlns:a16="http://schemas.microsoft.com/office/drawing/2014/main" id="{DDD76D61-F5B4-663C-0E00-5D0A6F8A60E6}"/>
                  </a:ext>
                </a:extLst>
              </p:cNvPr>
              <p:cNvSpPr/>
              <p:nvPr/>
            </p:nvSpPr>
            <p:spPr>
              <a:xfrm>
                <a:off x="5826662" y="2515199"/>
                <a:ext cx="1647065"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90%</a:t>
                </a:r>
              </a:p>
            </p:txBody>
          </p:sp>
          <p:sp>
            <p:nvSpPr>
              <p:cNvPr id="91" name="Rectangle 90">
                <a:extLst>
                  <a:ext uri="{FF2B5EF4-FFF2-40B4-BE49-F238E27FC236}">
                    <a16:creationId xmlns:a16="http://schemas.microsoft.com/office/drawing/2014/main" id="{5A91FDB9-4195-3675-2ADD-BC6DE48B835E}"/>
                  </a:ext>
                </a:extLst>
              </p:cNvPr>
              <p:cNvSpPr/>
              <p:nvPr/>
            </p:nvSpPr>
            <p:spPr>
              <a:xfrm>
                <a:off x="7473727" y="2515199"/>
                <a:ext cx="183007" cy="137160"/>
              </a:xfrm>
              <a:prstGeom prst="rect">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a:t>
                </a:r>
              </a:p>
            </p:txBody>
          </p:sp>
        </p:grpSp>
      </p:grpSp>
      <p:grpSp>
        <p:nvGrpSpPr>
          <p:cNvPr id="304" name="Group 303">
            <a:extLst>
              <a:ext uri="{FF2B5EF4-FFF2-40B4-BE49-F238E27FC236}">
                <a16:creationId xmlns:a16="http://schemas.microsoft.com/office/drawing/2014/main" id="{2B786F09-DD5E-A5A5-51B6-137D6DC085C7}"/>
              </a:ext>
            </a:extLst>
          </p:cNvPr>
          <p:cNvGrpSpPr/>
          <p:nvPr/>
        </p:nvGrpSpPr>
        <p:grpSpPr>
          <a:xfrm>
            <a:off x="8267701" y="2646950"/>
            <a:ext cx="1600200" cy="525503"/>
            <a:chOff x="8267701" y="2646950"/>
            <a:chExt cx="1600200" cy="525503"/>
          </a:xfrm>
        </p:grpSpPr>
        <p:sp>
          <p:nvSpPr>
            <p:cNvPr id="57" name="Abgerundetes Rechteck 6">
              <a:extLst>
                <a:ext uri="{FF2B5EF4-FFF2-40B4-BE49-F238E27FC236}">
                  <a16:creationId xmlns:a16="http://schemas.microsoft.com/office/drawing/2014/main" id="{53892C4F-A1A6-4305-3C8B-DDFDE292280C}"/>
                </a:ext>
              </a:extLst>
            </p:cNvPr>
            <p:cNvSpPr/>
            <p:nvPr/>
          </p:nvSpPr>
          <p:spPr bwMode="auto">
            <a:xfrm>
              <a:off x="8267701" y="2646950"/>
              <a:ext cx="1600200" cy="457200"/>
            </a:xfrm>
            <a:prstGeom prst="roundRect">
              <a:avLst/>
            </a:prstGeom>
            <a:gradFill>
              <a:gsLst>
                <a:gs pos="90000">
                  <a:srgbClr val="FFFFFF"/>
                </a:gs>
                <a:gs pos="90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Frankie Cowan</a:t>
              </a: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Director, Accounting</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grpSp>
          <p:nvGrpSpPr>
            <p:cNvPr id="291" name="Group 290">
              <a:extLst>
                <a:ext uri="{FF2B5EF4-FFF2-40B4-BE49-F238E27FC236}">
                  <a16:creationId xmlns:a16="http://schemas.microsoft.com/office/drawing/2014/main" id="{E26C1160-D3EB-7788-79F7-F742E39523C9}"/>
                </a:ext>
              </a:extLst>
            </p:cNvPr>
            <p:cNvGrpSpPr/>
            <p:nvPr/>
          </p:nvGrpSpPr>
          <p:grpSpPr>
            <a:xfrm>
              <a:off x="8610591" y="3035293"/>
              <a:ext cx="914400" cy="137160"/>
              <a:chOff x="5826662" y="2515199"/>
              <a:chExt cx="1830072" cy="137160"/>
            </a:xfrm>
          </p:grpSpPr>
          <p:sp>
            <p:nvSpPr>
              <p:cNvPr id="292" name="Rectangle 291">
                <a:extLst>
                  <a:ext uri="{FF2B5EF4-FFF2-40B4-BE49-F238E27FC236}">
                    <a16:creationId xmlns:a16="http://schemas.microsoft.com/office/drawing/2014/main" id="{B602987A-711D-F0C9-B27E-F3028293CD4E}"/>
                  </a:ext>
                </a:extLst>
              </p:cNvPr>
              <p:cNvSpPr/>
              <p:nvPr/>
            </p:nvSpPr>
            <p:spPr>
              <a:xfrm>
                <a:off x="5826662" y="2515199"/>
                <a:ext cx="549022"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600" dirty="0">
                    <a:solidFill>
                      <a:schemeClr val="bg1"/>
                    </a:solidFill>
                  </a:rPr>
                  <a:t>3</a:t>
                </a:r>
                <a:r>
                  <a:rPr kumimoji="0" lang="en-US" sz="600" b="0" i="0" u="none" strike="noStrike" kern="1200" cap="none" spc="0" normalizeH="0" baseline="0" noProof="0" dirty="0">
                    <a:ln>
                      <a:noFill/>
                    </a:ln>
                    <a:solidFill>
                      <a:schemeClr val="bg1"/>
                    </a:solidFill>
                    <a:effectLst/>
                    <a:uLnTx/>
                    <a:uFillTx/>
                    <a:ea typeface="+mn-ea"/>
                    <a:cs typeface="+mn-cs"/>
                  </a:rPr>
                  <a:t>0%</a:t>
                </a:r>
              </a:p>
            </p:txBody>
          </p:sp>
          <p:sp>
            <p:nvSpPr>
              <p:cNvPr id="293" name="Rectangle 292">
                <a:extLst>
                  <a:ext uri="{FF2B5EF4-FFF2-40B4-BE49-F238E27FC236}">
                    <a16:creationId xmlns:a16="http://schemas.microsoft.com/office/drawing/2014/main" id="{CB7ED1C8-AFD4-AD5E-AFC7-13402DD6F287}"/>
                  </a:ext>
                </a:extLst>
              </p:cNvPr>
              <p:cNvSpPr/>
              <p:nvPr/>
            </p:nvSpPr>
            <p:spPr>
              <a:xfrm>
                <a:off x="6375684" y="2515199"/>
                <a:ext cx="1281050" cy="137160"/>
              </a:xfrm>
              <a:prstGeom prst="rect">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70%</a:t>
                </a:r>
              </a:p>
            </p:txBody>
          </p:sp>
        </p:grpSp>
      </p:grpSp>
      <p:grpSp>
        <p:nvGrpSpPr>
          <p:cNvPr id="305" name="Group 304">
            <a:extLst>
              <a:ext uri="{FF2B5EF4-FFF2-40B4-BE49-F238E27FC236}">
                <a16:creationId xmlns:a16="http://schemas.microsoft.com/office/drawing/2014/main" id="{A7DC23C8-1D32-2E4B-553D-99D1F1A36CE4}"/>
              </a:ext>
            </a:extLst>
          </p:cNvPr>
          <p:cNvGrpSpPr/>
          <p:nvPr/>
        </p:nvGrpSpPr>
        <p:grpSpPr>
          <a:xfrm>
            <a:off x="8267709" y="3473451"/>
            <a:ext cx="1600200" cy="528394"/>
            <a:chOff x="8267709" y="3473451"/>
            <a:chExt cx="1600200" cy="528394"/>
          </a:xfrm>
        </p:grpSpPr>
        <p:sp>
          <p:nvSpPr>
            <p:cNvPr id="78" name="Abgerundetes Rechteck 6">
              <a:extLst>
                <a:ext uri="{FF2B5EF4-FFF2-40B4-BE49-F238E27FC236}">
                  <a16:creationId xmlns:a16="http://schemas.microsoft.com/office/drawing/2014/main" id="{AA374390-5358-4289-C11F-4484A139D527}"/>
                </a:ext>
              </a:extLst>
            </p:cNvPr>
            <p:cNvSpPr/>
            <p:nvPr/>
          </p:nvSpPr>
          <p:spPr bwMode="auto">
            <a:xfrm>
              <a:off x="8267709" y="3473451"/>
              <a:ext cx="1600200" cy="457200"/>
            </a:xfrm>
            <a:prstGeom prst="roundRect">
              <a:avLst/>
            </a:prstGeom>
            <a:gradFill>
              <a:gsLst>
                <a:gs pos="90000">
                  <a:srgbClr val="FFFFFF"/>
                </a:gs>
                <a:gs pos="90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Ted Simms</a:t>
              </a:r>
            </a:p>
            <a:p>
              <a:pPr lvl="0" algn="ctr" defTabSz="642915" fontAlgn="base">
                <a:spcBef>
                  <a:spcPct val="0"/>
                </a:spcBef>
                <a:spcAft>
                  <a:spcPct val="0"/>
                </a:spcAft>
                <a:defRPr/>
              </a:pPr>
              <a:r>
                <a:rPr lang="it-IT" sz="800" kern="0" dirty="0">
                  <a:solidFill>
                    <a:srgbClr val="000000"/>
                  </a:solidFill>
                  <a:sym typeface="Gill Sans" charset="0"/>
                </a:rPr>
                <a:t>Senior Accountant</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296" name="Rectangle 295">
              <a:extLst>
                <a:ext uri="{FF2B5EF4-FFF2-40B4-BE49-F238E27FC236}">
                  <a16:creationId xmlns:a16="http://schemas.microsoft.com/office/drawing/2014/main" id="{8470D7DF-B1A8-AF15-C29E-9FC4ECB5BE6B}"/>
                </a:ext>
              </a:extLst>
            </p:cNvPr>
            <p:cNvSpPr/>
            <p:nvPr/>
          </p:nvSpPr>
          <p:spPr>
            <a:xfrm>
              <a:off x="8610591" y="3864685"/>
              <a:ext cx="914400" cy="137160"/>
            </a:xfrm>
            <a:prstGeom prst="rect">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08" name="Group 307">
            <a:extLst>
              <a:ext uri="{FF2B5EF4-FFF2-40B4-BE49-F238E27FC236}">
                <a16:creationId xmlns:a16="http://schemas.microsoft.com/office/drawing/2014/main" id="{601E3E3E-8510-8122-8001-5B3CCB79847A}"/>
              </a:ext>
            </a:extLst>
          </p:cNvPr>
          <p:cNvGrpSpPr/>
          <p:nvPr/>
        </p:nvGrpSpPr>
        <p:grpSpPr>
          <a:xfrm>
            <a:off x="4610101" y="3469907"/>
            <a:ext cx="1600200" cy="525780"/>
            <a:chOff x="4610101" y="3469907"/>
            <a:chExt cx="1600200" cy="525780"/>
          </a:xfrm>
        </p:grpSpPr>
        <p:sp>
          <p:nvSpPr>
            <p:cNvPr id="101" name="Abgerundetes Rechteck 6">
              <a:extLst>
                <a:ext uri="{FF2B5EF4-FFF2-40B4-BE49-F238E27FC236}">
                  <a16:creationId xmlns:a16="http://schemas.microsoft.com/office/drawing/2014/main" id="{1A8F26DA-8EA6-A7B0-5691-BFB658522C67}"/>
                </a:ext>
              </a:extLst>
            </p:cNvPr>
            <p:cNvSpPr/>
            <p:nvPr/>
          </p:nvSpPr>
          <p:spPr bwMode="auto">
            <a:xfrm>
              <a:off x="4610101" y="3469907"/>
              <a:ext cx="1600200" cy="457200"/>
            </a:xfrm>
            <a:prstGeom prst="roundRect">
              <a:avLst/>
            </a:prstGeom>
            <a:solidFill>
              <a:schemeClr val="tx1"/>
            </a:solidFill>
            <a:ln w="6350" cap="flat" cmpd="sng" algn="ctr">
              <a:solidFill>
                <a:schemeClr val="tx1">
                  <a:lumMod val="50000"/>
                </a:schemeClr>
              </a:solidFill>
              <a:prstDash val="solid"/>
              <a:round/>
              <a:headEnd type="none" w="med" len="med"/>
              <a:tailEnd type="none" w="med" len="med"/>
            </a:ln>
            <a:effectLst/>
          </p:spPr>
          <p:txBody>
            <a:bodyPr vert="horz" wrap="square" lIns="45720" tIns="45720" rIns="4572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642915" fontAlgn="base">
                <a:spcBef>
                  <a:spcPct val="0"/>
                </a:spcBef>
                <a:spcAft>
                  <a:spcPct val="0"/>
                </a:spcAft>
              </a:pPr>
              <a:r>
                <a:rPr lang="it-IT" sz="1050" b="1" kern="0" dirty="0">
                  <a:solidFill>
                    <a:srgbClr val="000000"/>
                  </a:solidFill>
                  <a:sym typeface="Gill Sans" charset="0"/>
                </a:rPr>
                <a:t>Kirk Maxwell</a:t>
              </a:r>
            </a:p>
            <a:p>
              <a:pPr algn="ctr" defTabSz="642915" fontAlgn="base">
                <a:spcBef>
                  <a:spcPct val="0"/>
                </a:spcBef>
                <a:spcAft>
                  <a:spcPct val="0"/>
                </a:spcAft>
              </a:pPr>
              <a:r>
                <a:rPr lang="it-IT" sz="800" kern="0" dirty="0">
                  <a:solidFill>
                    <a:srgbClr val="000000"/>
                  </a:solidFill>
                  <a:sym typeface="Gill Sans" charset="0"/>
                </a:rPr>
                <a:t>Contractor</a:t>
              </a:r>
              <a:endParaRPr lang="en-IN" sz="1050" kern="0" dirty="0">
                <a:solidFill>
                  <a:srgbClr val="000000"/>
                </a:solidFill>
                <a:sym typeface="Gill Sans" charset="0"/>
              </a:endParaRPr>
            </a:p>
          </p:txBody>
        </p:sp>
        <p:sp>
          <p:nvSpPr>
            <p:cNvPr id="297" name="Rectangle 296">
              <a:extLst>
                <a:ext uri="{FF2B5EF4-FFF2-40B4-BE49-F238E27FC236}">
                  <a16:creationId xmlns:a16="http://schemas.microsoft.com/office/drawing/2014/main" id="{0E822769-2018-8660-03A1-73235A168C5A}"/>
                </a:ext>
              </a:extLst>
            </p:cNvPr>
            <p:cNvSpPr/>
            <p:nvPr/>
          </p:nvSpPr>
          <p:spPr>
            <a:xfrm>
              <a:off x="4952993" y="3858527"/>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10" name="Group 309">
            <a:extLst>
              <a:ext uri="{FF2B5EF4-FFF2-40B4-BE49-F238E27FC236}">
                <a16:creationId xmlns:a16="http://schemas.microsoft.com/office/drawing/2014/main" id="{0D8186E4-1547-7D3F-797B-7F812B31432D}"/>
              </a:ext>
            </a:extLst>
          </p:cNvPr>
          <p:cNvGrpSpPr/>
          <p:nvPr/>
        </p:nvGrpSpPr>
        <p:grpSpPr>
          <a:xfrm>
            <a:off x="4610101" y="2646950"/>
            <a:ext cx="1600200" cy="525503"/>
            <a:chOff x="4610101" y="2646950"/>
            <a:chExt cx="1600200" cy="525503"/>
          </a:xfrm>
        </p:grpSpPr>
        <p:sp>
          <p:nvSpPr>
            <p:cNvPr id="73" name="Abgerundetes Rechteck 6">
              <a:extLst>
                <a:ext uri="{FF2B5EF4-FFF2-40B4-BE49-F238E27FC236}">
                  <a16:creationId xmlns:a16="http://schemas.microsoft.com/office/drawing/2014/main" id="{D6C8D02F-9A71-5C24-4B64-D74EA17AF31E}"/>
                </a:ext>
              </a:extLst>
            </p:cNvPr>
            <p:cNvSpPr/>
            <p:nvPr/>
          </p:nvSpPr>
          <p:spPr bwMode="auto">
            <a:xfrm>
              <a:off x="4610101" y="2646950"/>
              <a:ext cx="1600200" cy="457200"/>
            </a:xfrm>
            <a:prstGeom prst="roundRect">
              <a:avLst/>
            </a:prstGeom>
            <a:solidFill>
              <a:schemeClr val="bg1"/>
            </a:solidFill>
            <a:ln w="6350" cap="flat" cmpd="sng" algn="ctr">
              <a:solidFill>
                <a:schemeClr val="tx1">
                  <a:lumMod val="50000"/>
                </a:schemeClr>
              </a:solidFill>
              <a:prstDash val="solid"/>
              <a:round/>
              <a:headEnd type="none" w="med" len="med"/>
              <a:tailEnd type="none" w="med" len="med"/>
            </a:ln>
            <a:effectLst/>
          </p:spPr>
          <p:txBody>
            <a:bodyPr vert="horz" wrap="square" lIns="45720" tIns="45720" rIns="4572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b="1" i="0" u="none" strike="noStrike" kern="0" cap="none" spc="0" normalizeH="0" baseline="0" noProof="0" dirty="0">
                  <a:ln>
                    <a:noFill/>
                  </a:ln>
                  <a:effectLst/>
                  <a:uLnTx/>
                  <a:uFillTx/>
                  <a:ea typeface="ヒラギノ角ゴ ProN W3" charset="0"/>
                  <a:cs typeface="ヒラギノ角ゴ ProN W3" charset="0"/>
                  <a:sym typeface="Gill Sans" charset="0"/>
                </a:rPr>
                <a:t>Open Role</a:t>
              </a: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ym typeface="Gill Sans" charset="0"/>
                </a:rPr>
                <a:t>Director</a:t>
              </a:r>
              <a:endParaRPr kumimoji="0" lang="en-IN" sz="800" b="0" i="0" u="none" strike="noStrike" kern="0" cap="none" spc="0" normalizeH="0" baseline="0" noProof="0" dirty="0">
                <a:ln>
                  <a:noFill/>
                </a:ln>
                <a:effectLst/>
                <a:uLnTx/>
                <a:uFillTx/>
                <a:ea typeface="+mn-ea"/>
                <a:cs typeface="+mn-cs"/>
                <a:sym typeface="Gill Sans" charset="0"/>
              </a:endParaRPr>
            </a:p>
          </p:txBody>
        </p:sp>
        <p:sp>
          <p:nvSpPr>
            <p:cNvPr id="309" name="Rectangle 308">
              <a:extLst>
                <a:ext uri="{FF2B5EF4-FFF2-40B4-BE49-F238E27FC236}">
                  <a16:creationId xmlns:a16="http://schemas.microsoft.com/office/drawing/2014/main" id="{4F3FB0AD-7477-6D13-494C-F3084A530A83}"/>
                </a:ext>
              </a:extLst>
            </p:cNvPr>
            <p:cNvSpPr/>
            <p:nvPr/>
          </p:nvSpPr>
          <p:spPr>
            <a:xfrm>
              <a:off x="4952991" y="3035293"/>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12" name="Group 311">
            <a:extLst>
              <a:ext uri="{FF2B5EF4-FFF2-40B4-BE49-F238E27FC236}">
                <a16:creationId xmlns:a16="http://schemas.microsoft.com/office/drawing/2014/main" id="{8001C2A1-DA4E-F0FF-CFD2-AD62463722B5}"/>
              </a:ext>
            </a:extLst>
          </p:cNvPr>
          <p:cNvGrpSpPr/>
          <p:nvPr/>
        </p:nvGrpSpPr>
        <p:grpSpPr>
          <a:xfrm>
            <a:off x="6438901" y="2646950"/>
            <a:ext cx="1600200" cy="525503"/>
            <a:chOff x="6438901" y="2646950"/>
            <a:chExt cx="1600200" cy="525503"/>
          </a:xfrm>
        </p:grpSpPr>
        <p:sp>
          <p:nvSpPr>
            <p:cNvPr id="96" name="Abgerundetes Rechteck 6">
              <a:extLst>
                <a:ext uri="{FF2B5EF4-FFF2-40B4-BE49-F238E27FC236}">
                  <a16:creationId xmlns:a16="http://schemas.microsoft.com/office/drawing/2014/main" id="{D3EB1C79-C574-6A85-3C03-9D570A40B4B7}"/>
                </a:ext>
              </a:extLst>
            </p:cNvPr>
            <p:cNvSpPr/>
            <p:nvPr/>
          </p:nvSpPr>
          <p:spPr bwMode="auto">
            <a:xfrm>
              <a:off x="6438901" y="2646950"/>
              <a:ext cx="1600200" cy="457200"/>
            </a:xfrm>
            <a:prstGeom prst="roundRect">
              <a:avLst/>
            </a:prstGeom>
            <a:gradFill>
              <a:gsLst>
                <a:gs pos="90000">
                  <a:srgbClr val="FFFFFF"/>
                </a:gs>
                <a:gs pos="90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lang="it-IT" sz="1050" b="1" kern="0" dirty="0">
                  <a:solidFill>
                    <a:srgbClr val="000000"/>
                  </a:solidFill>
                  <a:ea typeface="ヒラギノ角ゴ ProN W3" charset="0"/>
                  <a:cs typeface="ヒラギノ角ゴ ProN W3" charset="0"/>
                  <a:sym typeface="Gill Sans" charset="0"/>
                </a:rPr>
                <a:t>Erica Morse</a:t>
              </a:r>
              <a:endPar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endParaRP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Director, Accounting</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11" name="Rectangle 310">
              <a:extLst>
                <a:ext uri="{FF2B5EF4-FFF2-40B4-BE49-F238E27FC236}">
                  <a16:creationId xmlns:a16="http://schemas.microsoft.com/office/drawing/2014/main" id="{5D29901C-CE56-25F6-BBDA-9E7AC3741E0E}"/>
                </a:ext>
              </a:extLst>
            </p:cNvPr>
            <p:cNvSpPr/>
            <p:nvPr/>
          </p:nvSpPr>
          <p:spPr>
            <a:xfrm>
              <a:off x="6781788" y="3035293"/>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14" name="Group 313">
            <a:extLst>
              <a:ext uri="{FF2B5EF4-FFF2-40B4-BE49-F238E27FC236}">
                <a16:creationId xmlns:a16="http://schemas.microsoft.com/office/drawing/2014/main" id="{A25972D8-A6F5-D010-D4AC-67DF4F2B29FF}"/>
              </a:ext>
            </a:extLst>
          </p:cNvPr>
          <p:cNvGrpSpPr/>
          <p:nvPr/>
        </p:nvGrpSpPr>
        <p:grpSpPr>
          <a:xfrm>
            <a:off x="6438905" y="3469907"/>
            <a:ext cx="1600200" cy="525503"/>
            <a:chOff x="6438905" y="3469907"/>
            <a:chExt cx="1600200" cy="525503"/>
          </a:xfrm>
        </p:grpSpPr>
        <p:sp>
          <p:nvSpPr>
            <p:cNvPr id="63" name="Abgerundetes Rechteck 6">
              <a:extLst>
                <a:ext uri="{FF2B5EF4-FFF2-40B4-BE49-F238E27FC236}">
                  <a16:creationId xmlns:a16="http://schemas.microsoft.com/office/drawing/2014/main" id="{BD856A9E-BB2D-1A67-CB33-B83FFC312CD6}"/>
                </a:ext>
              </a:extLst>
            </p:cNvPr>
            <p:cNvSpPr/>
            <p:nvPr/>
          </p:nvSpPr>
          <p:spPr bwMode="auto">
            <a:xfrm>
              <a:off x="6438905" y="3469907"/>
              <a:ext cx="1600200" cy="457200"/>
            </a:xfrm>
            <a:prstGeom prst="roundRect">
              <a:avLst/>
            </a:prstGeom>
            <a:gradFill>
              <a:gsLst>
                <a:gs pos="90000">
                  <a:srgbClr val="FFFFFF"/>
                </a:gs>
                <a:gs pos="90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Kenneth Baldwin</a:t>
              </a: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Senior Accountant</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13" name="Rectangle 312">
              <a:extLst>
                <a:ext uri="{FF2B5EF4-FFF2-40B4-BE49-F238E27FC236}">
                  <a16:creationId xmlns:a16="http://schemas.microsoft.com/office/drawing/2014/main" id="{F61CA45A-52C7-FD21-918E-F930318887D3}"/>
                </a:ext>
              </a:extLst>
            </p:cNvPr>
            <p:cNvSpPr/>
            <p:nvPr/>
          </p:nvSpPr>
          <p:spPr>
            <a:xfrm>
              <a:off x="6781782" y="3858250"/>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16" name="Group 315">
            <a:extLst>
              <a:ext uri="{FF2B5EF4-FFF2-40B4-BE49-F238E27FC236}">
                <a16:creationId xmlns:a16="http://schemas.microsoft.com/office/drawing/2014/main" id="{8681C810-7D5F-F37A-A76E-480DBF8653A5}"/>
              </a:ext>
            </a:extLst>
          </p:cNvPr>
          <p:cNvGrpSpPr/>
          <p:nvPr/>
        </p:nvGrpSpPr>
        <p:grpSpPr>
          <a:xfrm>
            <a:off x="6438897" y="4294171"/>
            <a:ext cx="1600200" cy="527361"/>
            <a:chOff x="6438897" y="4294171"/>
            <a:chExt cx="1600200" cy="527361"/>
          </a:xfrm>
        </p:grpSpPr>
        <p:sp>
          <p:nvSpPr>
            <p:cNvPr id="100" name="Abgerundetes Rechteck 6">
              <a:extLst>
                <a:ext uri="{FF2B5EF4-FFF2-40B4-BE49-F238E27FC236}">
                  <a16:creationId xmlns:a16="http://schemas.microsoft.com/office/drawing/2014/main" id="{424A85AF-F5AB-92ED-4847-19448F69A272}"/>
                </a:ext>
              </a:extLst>
            </p:cNvPr>
            <p:cNvSpPr/>
            <p:nvPr/>
          </p:nvSpPr>
          <p:spPr bwMode="auto">
            <a:xfrm>
              <a:off x="6438897" y="4294171"/>
              <a:ext cx="1600200" cy="457200"/>
            </a:xfrm>
            <a:prstGeom prst="roundRect">
              <a:avLst/>
            </a:prstGeom>
            <a:gradFill>
              <a:gsLst>
                <a:gs pos="90000">
                  <a:srgbClr val="FFFFFF"/>
                </a:gs>
                <a:gs pos="90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Joni Jennings</a:t>
              </a:r>
            </a:p>
            <a:p>
              <a:pPr lvl="0" algn="ctr" defTabSz="642915" fontAlgn="base">
                <a:spcBef>
                  <a:spcPct val="0"/>
                </a:spcBef>
                <a:spcAft>
                  <a:spcPct val="0"/>
                </a:spcAft>
                <a:defRPr/>
              </a:pPr>
              <a:r>
                <a:rPr lang="it-IT" sz="800" kern="0" dirty="0">
                  <a:solidFill>
                    <a:srgbClr val="000000"/>
                  </a:solidFill>
                  <a:sym typeface="Gill Sans" charset="0"/>
                </a:rPr>
                <a:t>Senior Accountant</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15" name="Rectangle 314">
              <a:extLst>
                <a:ext uri="{FF2B5EF4-FFF2-40B4-BE49-F238E27FC236}">
                  <a16:creationId xmlns:a16="http://schemas.microsoft.com/office/drawing/2014/main" id="{0880ED21-3404-F51E-DF30-CEA7FB9326F2}"/>
                </a:ext>
              </a:extLst>
            </p:cNvPr>
            <p:cNvSpPr/>
            <p:nvPr/>
          </p:nvSpPr>
          <p:spPr>
            <a:xfrm>
              <a:off x="6781782" y="4684372"/>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18" name="Group 317">
            <a:extLst>
              <a:ext uri="{FF2B5EF4-FFF2-40B4-BE49-F238E27FC236}">
                <a16:creationId xmlns:a16="http://schemas.microsoft.com/office/drawing/2014/main" id="{91B10462-5166-9053-FDD3-655929F71ABE}"/>
              </a:ext>
            </a:extLst>
          </p:cNvPr>
          <p:cNvGrpSpPr/>
          <p:nvPr/>
        </p:nvGrpSpPr>
        <p:grpSpPr>
          <a:xfrm>
            <a:off x="6438897" y="5112277"/>
            <a:ext cx="1600200" cy="523353"/>
            <a:chOff x="6438897" y="5112277"/>
            <a:chExt cx="1600200" cy="523353"/>
          </a:xfrm>
        </p:grpSpPr>
        <p:sp>
          <p:nvSpPr>
            <p:cNvPr id="104" name="Abgerundetes Rechteck 6">
              <a:extLst>
                <a:ext uri="{FF2B5EF4-FFF2-40B4-BE49-F238E27FC236}">
                  <a16:creationId xmlns:a16="http://schemas.microsoft.com/office/drawing/2014/main" id="{C62A3F54-CBE9-0740-92BA-38451D8AFE17}"/>
                </a:ext>
              </a:extLst>
            </p:cNvPr>
            <p:cNvSpPr/>
            <p:nvPr/>
          </p:nvSpPr>
          <p:spPr bwMode="auto">
            <a:xfrm>
              <a:off x="6438897" y="5112277"/>
              <a:ext cx="1600200" cy="457200"/>
            </a:xfrm>
            <a:prstGeom prst="roundRect">
              <a:avLst/>
            </a:prstGeom>
            <a:solidFill>
              <a:schemeClr val="tx1"/>
            </a:solidFill>
            <a:ln w="6350" cap="flat" cmpd="sng" algn="ctr">
              <a:solidFill>
                <a:schemeClr val="tx1">
                  <a:lumMod val="50000"/>
                </a:schemeClr>
              </a:solidFill>
              <a:prstDash val="solid"/>
              <a:round/>
              <a:headEnd type="none" w="med" len="med"/>
              <a:tailEnd type="none" w="med" len="med"/>
            </a:ln>
            <a:effectLst/>
          </p:spPr>
          <p:txBody>
            <a:bodyPr vert="horz" wrap="square" lIns="45720" tIns="45720" rIns="4572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Kay Arroyo</a:t>
              </a: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Contractor</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17" name="Rectangle 316">
              <a:extLst>
                <a:ext uri="{FF2B5EF4-FFF2-40B4-BE49-F238E27FC236}">
                  <a16:creationId xmlns:a16="http://schemas.microsoft.com/office/drawing/2014/main" id="{82CF7DBC-77EF-CCFE-9D7C-C50C694E274A}"/>
                </a:ext>
              </a:extLst>
            </p:cNvPr>
            <p:cNvSpPr/>
            <p:nvPr/>
          </p:nvSpPr>
          <p:spPr>
            <a:xfrm>
              <a:off x="6781782" y="5498470"/>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20" name="Group 319">
            <a:extLst>
              <a:ext uri="{FF2B5EF4-FFF2-40B4-BE49-F238E27FC236}">
                <a16:creationId xmlns:a16="http://schemas.microsoft.com/office/drawing/2014/main" id="{CF8D8276-E586-4E13-9E93-B7DB7DC4CB34}"/>
              </a:ext>
            </a:extLst>
          </p:cNvPr>
          <p:cNvGrpSpPr/>
          <p:nvPr/>
        </p:nvGrpSpPr>
        <p:grpSpPr>
          <a:xfrm>
            <a:off x="6438895" y="5930383"/>
            <a:ext cx="1600200" cy="526054"/>
            <a:chOff x="6438895" y="5930383"/>
            <a:chExt cx="1600200" cy="526054"/>
          </a:xfrm>
        </p:grpSpPr>
        <p:sp>
          <p:nvSpPr>
            <p:cNvPr id="105" name="Abgerundetes Rechteck 6">
              <a:extLst>
                <a:ext uri="{FF2B5EF4-FFF2-40B4-BE49-F238E27FC236}">
                  <a16:creationId xmlns:a16="http://schemas.microsoft.com/office/drawing/2014/main" id="{1E72B974-3293-0E24-8DAB-0EB61C32A045}"/>
                </a:ext>
              </a:extLst>
            </p:cNvPr>
            <p:cNvSpPr/>
            <p:nvPr/>
          </p:nvSpPr>
          <p:spPr bwMode="auto">
            <a:xfrm>
              <a:off x="6438895" y="5930383"/>
              <a:ext cx="1600200" cy="457200"/>
            </a:xfrm>
            <a:prstGeom prst="roundRect">
              <a:avLst/>
            </a:prstGeom>
            <a:gradFill>
              <a:gsLst>
                <a:gs pos="90000">
                  <a:srgbClr val="FFFFFF"/>
                </a:gs>
                <a:gs pos="90000">
                  <a:schemeClr val="accent1"/>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lang="it-IT" sz="1050" b="1" kern="0" dirty="0">
                  <a:solidFill>
                    <a:srgbClr val="000000"/>
                  </a:solidFill>
                  <a:ea typeface="ヒラギノ角ゴ ProN W3" charset="0"/>
                  <a:cs typeface="ヒラギノ角ゴ ProN W3" charset="0"/>
                  <a:sym typeface="Gill Sans" charset="0"/>
                </a:rPr>
                <a:t>Irene Meyer</a:t>
              </a:r>
              <a:endPar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endParaRP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Accountant</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19" name="Rectangle 318">
              <a:extLst>
                <a:ext uri="{FF2B5EF4-FFF2-40B4-BE49-F238E27FC236}">
                  <a16:creationId xmlns:a16="http://schemas.microsoft.com/office/drawing/2014/main" id="{7E8AE0D0-489C-1154-ABC7-86688370230B}"/>
                </a:ext>
              </a:extLst>
            </p:cNvPr>
            <p:cNvSpPr/>
            <p:nvPr/>
          </p:nvSpPr>
          <p:spPr>
            <a:xfrm>
              <a:off x="6781782" y="6319277"/>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22" name="Group 321">
            <a:extLst>
              <a:ext uri="{FF2B5EF4-FFF2-40B4-BE49-F238E27FC236}">
                <a16:creationId xmlns:a16="http://schemas.microsoft.com/office/drawing/2014/main" id="{B33835C6-5E6A-F2D9-7864-4717C43CC276}"/>
              </a:ext>
            </a:extLst>
          </p:cNvPr>
          <p:cNvGrpSpPr/>
          <p:nvPr/>
        </p:nvGrpSpPr>
        <p:grpSpPr>
          <a:xfrm>
            <a:off x="8267699" y="5930383"/>
            <a:ext cx="1600200" cy="526422"/>
            <a:chOff x="8267699" y="5930383"/>
            <a:chExt cx="1600200" cy="526422"/>
          </a:xfrm>
        </p:grpSpPr>
        <p:sp>
          <p:nvSpPr>
            <p:cNvPr id="99" name="Abgerundetes Rechteck 6">
              <a:extLst>
                <a:ext uri="{FF2B5EF4-FFF2-40B4-BE49-F238E27FC236}">
                  <a16:creationId xmlns:a16="http://schemas.microsoft.com/office/drawing/2014/main" id="{9DC1F057-6BBD-55EF-B07A-D1BB0E480A9B}"/>
                </a:ext>
              </a:extLst>
            </p:cNvPr>
            <p:cNvSpPr/>
            <p:nvPr/>
          </p:nvSpPr>
          <p:spPr bwMode="auto">
            <a:xfrm>
              <a:off x="8267699" y="5930383"/>
              <a:ext cx="1600200" cy="457200"/>
            </a:xfrm>
            <a:prstGeom prst="roundRect">
              <a:avLst/>
            </a:prstGeom>
            <a:solidFill>
              <a:schemeClr val="tx1"/>
            </a:solidFill>
            <a:ln w="6350" cap="flat" cmpd="sng" algn="ctr">
              <a:solidFill>
                <a:schemeClr val="tx1">
                  <a:lumMod val="50000"/>
                </a:schemeClr>
              </a:solidFill>
              <a:prstDash val="solid"/>
              <a:round/>
              <a:headEnd type="none" w="med" len="med"/>
              <a:tailEnd type="none" w="med" len="med"/>
            </a:ln>
            <a:effectLst/>
          </p:spPr>
          <p:txBody>
            <a:bodyPr vert="horz" wrap="square" lIns="45720" tIns="45720" rIns="4572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lang="it-IT" sz="1050" b="1" kern="0" dirty="0">
                  <a:solidFill>
                    <a:srgbClr val="000000"/>
                  </a:solidFill>
                  <a:ea typeface="ヒラギノ角ゴ ProN W3" charset="0"/>
                  <a:cs typeface="ヒラギノ角ゴ ProN W3" charset="0"/>
                  <a:sym typeface="Gill Sans" charset="0"/>
                </a:rPr>
                <a:t>Luke Ashley</a:t>
              </a:r>
              <a:endPar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endParaRP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Contractor</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21" name="Rectangle 320">
              <a:extLst>
                <a:ext uri="{FF2B5EF4-FFF2-40B4-BE49-F238E27FC236}">
                  <a16:creationId xmlns:a16="http://schemas.microsoft.com/office/drawing/2014/main" id="{5D824F68-4763-B8B7-0388-B7CC2AA2B354}"/>
                </a:ext>
              </a:extLst>
            </p:cNvPr>
            <p:cNvSpPr/>
            <p:nvPr/>
          </p:nvSpPr>
          <p:spPr>
            <a:xfrm>
              <a:off x="8610591" y="6319645"/>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25" name="Group 324">
            <a:extLst>
              <a:ext uri="{FF2B5EF4-FFF2-40B4-BE49-F238E27FC236}">
                <a16:creationId xmlns:a16="http://schemas.microsoft.com/office/drawing/2014/main" id="{E3BA0D0A-EDB1-AE21-61E2-F40FDE606BDA}"/>
              </a:ext>
            </a:extLst>
          </p:cNvPr>
          <p:cNvGrpSpPr/>
          <p:nvPr/>
        </p:nvGrpSpPr>
        <p:grpSpPr>
          <a:xfrm>
            <a:off x="8267701" y="5112277"/>
            <a:ext cx="1600200" cy="524941"/>
            <a:chOff x="8267701" y="5112277"/>
            <a:chExt cx="1600200" cy="524941"/>
          </a:xfrm>
        </p:grpSpPr>
        <p:sp>
          <p:nvSpPr>
            <p:cNvPr id="68" name="Abgerundetes Rechteck 6">
              <a:extLst>
                <a:ext uri="{FF2B5EF4-FFF2-40B4-BE49-F238E27FC236}">
                  <a16:creationId xmlns:a16="http://schemas.microsoft.com/office/drawing/2014/main" id="{6B2EEC7C-BFAF-428A-34F3-0F85BBE07DD5}"/>
                </a:ext>
              </a:extLst>
            </p:cNvPr>
            <p:cNvSpPr/>
            <p:nvPr/>
          </p:nvSpPr>
          <p:spPr bwMode="auto">
            <a:xfrm>
              <a:off x="8267701" y="5112277"/>
              <a:ext cx="1600200" cy="457200"/>
            </a:xfrm>
            <a:prstGeom prst="roundRect">
              <a:avLst/>
            </a:prstGeom>
            <a:solidFill>
              <a:schemeClr val="bg1"/>
            </a:solidFill>
            <a:ln w="6350" cap="flat" cmpd="sng" algn="ctr">
              <a:solidFill>
                <a:schemeClr val="tx1">
                  <a:lumMod val="50000"/>
                </a:schemeClr>
              </a:solidFill>
              <a:prstDash val="solid"/>
              <a:round/>
              <a:headEnd type="none" w="med" len="med"/>
              <a:tailEnd type="none" w="med" len="med"/>
            </a:ln>
            <a:effectLst/>
          </p:spPr>
          <p:txBody>
            <a:bodyPr vert="horz" wrap="square" lIns="45720" tIns="45720" rIns="4572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lang="it-IT" sz="1050" b="1" kern="0" dirty="0">
                  <a:ea typeface="ヒラギノ角ゴ ProN W3" charset="0"/>
                  <a:cs typeface="ヒラギノ角ゴ ProN W3" charset="0"/>
                  <a:sym typeface="Gill Sans" charset="0"/>
                </a:rPr>
                <a:t>Open Role</a:t>
              </a:r>
              <a:endParaRPr kumimoji="0" lang="it-IT" sz="1050" b="1" i="0" u="none" strike="noStrike" kern="0" cap="none" spc="0" normalizeH="0" baseline="0" noProof="0" dirty="0">
                <a:ln>
                  <a:noFill/>
                </a:ln>
                <a:effectLst/>
                <a:uLnTx/>
                <a:uFillTx/>
                <a:ea typeface="ヒラギノ角ゴ ProN W3" charset="0"/>
                <a:cs typeface="ヒラギノ角ゴ ProN W3" charset="0"/>
                <a:sym typeface="Gill Sans" charset="0"/>
              </a:endParaRP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ym typeface="Gill Sans" charset="0"/>
                </a:rPr>
                <a:t>Accountant</a:t>
              </a:r>
              <a:endParaRPr kumimoji="0" lang="en-IN" sz="800" b="0" i="0" u="none" strike="noStrike" kern="0" cap="none" spc="0" normalizeH="0" baseline="0" noProof="0" dirty="0">
                <a:ln>
                  <a:noFill/>
                </a:ln>
                <a:effectLst/>
                <a:uLnTx/>
                <a:uFillTx/>
                <a:ea typeface="+mn-ea"/>
                <a:cs typeface="+mn-cs"/>
                <a:sym typeface="Gill Sans" charset="0"/>
              </a:endParaRPr>
            </a:p>
          </p:txBody>
        </p:sp>
        <p:sp>
          <p:nvSpPr>
            <p:cNvPr id="324" name="Rectangle 323">
              <a:extLst>
                <a:ext uri="{FF2B5EF4-FFF2-40B4-BE49-F238E27FC236}">
                  <a16:creationId xmlns:a16="http://schemas.microsoft.com/office/drawing/2014/main" id="{A9611794-5A57-9033-BCE7-6F8164D03FEF}"/>
                </a:ext>
              </a:extLst>
            </p:cNvPr>
            <p:cNvSpPr/>
            <p:nvPr/>
          </p:nvSpPr>
          <p:spPr>
            <a:xfrm>
              <a:off x="8610578" y="5500058"/>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27" name="Group 326">
            <a:extLst>
              <a:ext uri="{FF2B5EF4-FFF2-40B4-BE49-F238E27FC236}">
                <a16:creationId xmlns:a16="http://schemas.microsoft.com/office/drawing/2014/main" id="{0C72ACAC-B37F-14F1-0772-BCE1EA531FD8}"/>
              </a:ext>
            </a:extLst>
          </p:cNvPr>
          <p:cNvGrpSpPr/>
          <p:nvPr/>
        </p:nvGrpSpPr>
        <p:grpSpPr>
          <a:xfrm>
            <a:off x="10096501" y="2646950"/>
            <a:ext cx="1600200" cy="525503"/>
            <a:chOff x="10096501" y="2646950"/>
            <a:chExt cx="1600200" cy="525503"/>
          </a:xfrm>
        </p:grpSpPr>
        <p:sp>
          <p:nvSpPr>
            <p:cNvPr id="95" name="Abgerundetes Rechteck 6">
              <a:extLst>
                <a:ext uri="{FF2B5EF4-FFF2-40B4-BE49-F238E27FC236}">
                  <a16:creationId xmlns:a16="http://schemas.microsoft.com/office/drawing/2014/main" id="{02208710-9BAB-6F8E-DF0C-585BD0A1CB5D}"/>
                </a:ext>
              </a:extLst>
            </p:cNvPr>
            <p:cNvSpPr/>
            <p:nvPr/>
          </p:nvSpPr>
          <p:spPr bwMode="auto">
            <a:xfrm>
              <a:off x="10096501" y="2646950"/>
              <a:ext cx="1600200" cy="457200"/>
            </a:xfrm>
            <a:prstGeom prst="roundRect">
              <a:avLst/>
            </a:prstGeom>
            <a:gradFill>
              <a:gsLst>
                <a:gs pos="90000">
                  <a:srgbClr val="FFFFFF"/>
                </a:gs>
                <a:gs pos="90000">
                  <a:schemeClr val="accent4"/>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Aditya Rathore</a:t>
              </a: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Director, FSS</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26" name="Rectangle 325">
              <a:extLst>
                <a:ext uri="{FF2B5EF4-FFF2-40B4-BE49-F238E27FC236}">
                  <a16:creationId xmlns:a16="http://schemas.microsoft.com/office/drawing/2014/main" id="{AC931441-60F1-FDD4-1A4E-CC29ED7507BF}"/>
                </a:ext>
              </a:extLst>
            </p:cNvPr>
            <p:cNvSpPr/>
            <p:nvPr/>
          </p:nvSpPr>
          <p:spPr>
            <a:xfrm>
              <a:off x="10439396" y="3035293"/>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29" name="Group 328">
            <a:extLst>
              <a:ext uri="{FF2B5EF4-FFF2-40B4-BE49-F238E27FC236}">
                <a16:creationId xmlns:a16="http://schemas.microsoft.com/office/drawing/2014/main" id="{1D84ED5F-C76C-96C5-1E0C-F3904137A5E9}"/>
              </a:ext>
            </a:extLst>
          </p:cNvPr>
          <p:cNvGrpSpPr/>
          <p:nvPr/>
        </p:nvGrpSpPr>
        <p:grpSpPr>
          <a:xfrm>
            <a:off x="10096509" y="3473451"/>
            <a:ext cx="1600200" cy="526806"/>
            <a:chOff x="10096509" y="3473451"/>
            <a:chExt cx="1600200" cy="526806"/>
          </a:xfrm>
        </p:grpSpPr>
        <p:sp>
          <p:nvSpPr>
            <p:cNvPr id="83" name="Abgerundetes Rechteck 6">
              <a:extLst>
                <a:ext uri="{FF2B5EF4-FFF2-40B4-BE49-F238E27FC236}">
                  <a16:creationId xmlns:a16="http://schemas.microsoft.com/office/drawing/2014/main" id="{930FEFCC-423C-B811-6E21-69A3644CD1D7}"/>
                </a:ext>
              </a:extLst>
            </p:cNvPr>
            <p:cNvSpPr/>
            <p:nvPr/>
          </p:nvSpPr>
          <p:spPr bwMode="auto">
            <a:xfrm>
              <a:off x="10096509" y="3473451"/>
              <a:ext cx="1600200" cy="457200"/>
            </a:xfrm>
            <a:prstGeom prst="roundRect">
              <a:avLst/>
            </a:prstGeom>
            <a:gradFill>
              <a:gsLst>
                <a:gs pos="90000">
                  <a:srgbClr val="FFFFFF"/>
                </a:gs>
                <a:gs pos="90000">
                  <a:schemeClr val="accent2"/>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Anaya Bansal</a:t>
              </a: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Accountant III</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28" name="Rectangle 327">
              <a:extLst>
                <a:ext uri="{FF2B5EF4-FFF2-40B4-BE49-F238E27FC236}">
                  <a16:creationId xmlns:a16="http://schemas.microsoft.com/office/drawing/2014/main" id="{66C0E2DA-E6F9-467A-AB3D-7AEF780E4294}"/>
                </a:ext>
              </a:extLst>
            </p:cNvPr>
            <p:cNvSpPr/>
            <p:nvPr/>
          </p:nvSpPr>
          <p:spPr>
            <a:xfrm>
              <a:off x="10439395" y="3863097"/>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31" name="Group 330">
            <a:extLst>
              <a:ext uri="{FF2B5EF4-FFF2-40B4-BE49-F238E27FC236}">
                <a16:creationId xmlns:a16="http://schemas.microsoft.com/office/drawing/2014/main" id="{0EDE1A26-97CB-627A-1653-1953833A69EE}"/>
              </a:ext>
            </a:extLst>
          </p:cNvPr>
          <p:cNvGrpSpPr/>
          <p:nvPr/>
        </p:nvGrpSpPr>
        <p:grpSpPr>
          <a:xfrm>
            <a:off x="10096498" y="4292864"/>
            <a:ext cx="1600200" cy="525503"/>
            <a:chOff x="10096498" y="4292864"/>
            <a:chExt cx="1600200" cy="525503"/>
          </a:xfrm>
        </p:grpSpPr>
        <p:sp>
          <p:nvSpPr>
            <p:cNvPr id="102" name="Abgerundetes Rechteck 6">
              <a:extLst>
                <a:ext uri="{FF2B5EF4-FFF2-40B4-BE49-F238E27FC236}">
                  <a16:creationId xmlns:a16="http://schemas.microsoft.com/office/drawing/2014/main" id="{A05E490D-C155-1F21-06B5-7521EBE4F5BD}"/>
                </a:ext>
              </a:extLst>
            </p:cNvPr>
            <p:cNvSpPr/>
            <p:nvPr/>
          </p:nvSpPr>
          <p:spPr bwMode="auto">
            <a:xfrm>
              <a:off x="10096498" y="4292864"/>
              <a:ext cx="1600200" cy="457200"/>
            </a:xfrm>
            <a:prstGeom prst="roundRect">
              <a:avLst/>
            </a:prstGeom>
            <a:gradFill>
              <a:gsLst>
                <a:gs pos="90000">
                  <a:srgbClr val="FFFFFF"/>
                </a:gs>
                <a:gs pos="90000">
                  <a:schemeClr val="accent4"/>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rPr>
                <a:t>Rajesh Chopra</a:t>
              </a: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Accountant II</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30" name="Rectangle 329">
              <a:extLst>
                <a:ext uri="{FF2B5EF4-FFF2-40B4-BE49-F238E27FC236}">
                  <a16:creationId xmlns:a16="http://schemas.microsoft.com/office/drawing/2014/main" id="{2628D70A-FA77-FE29-E212-75818B7E2BDB}"/>
                </a:ext>
              </a:extLst>
            </p:cNvPr>
            <p:cNvSpPr/>
            <p:nvPr/>
          </p:nvSpPr>
          <p:spPr>
            <a:xfrm>
              <a:off x="10439395" y="4681207"/>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grpSp>
        <p:nvGrpSpPr>
          <p:cNvPr id="333" name="Group 332">
            <a:extLst>
              <a:ext uri="{FF2B5EF4-FFF2-40B4-BE49-F238E27FC236}">
                <a16:creationId xmlns:a16="http://schemas.microsoft.com/office/drawing/2014/main" id="{78DCFC18-31E9-C351-3EF7-424D2FEB7AC2}"/>
              </a:ext>
            </a:extLst>
          </p:cNvPr>
          <p:cNvGrpSpPr/>
          <p:nvPr/>
        </p:nvGrpSpPr>
        <p:grpSpPr>
          <a:xfrm>
            <a:off x="10096498" y="5112277"/>
            <a:ext cx="1600200" cy="524941"/>
            <a:chOff x="10096498" y="5112277"/>
            <a:chExt cx="1600200" cy="524941"/>
          </a:xfrm>
        </p:grpSpPr>
        <p:sp>
          <p:nvSpPr>
            <p:cNvPr id="103" name="Abgerundetes Rechteck 6">
              <a:extLst>
                <a:ext uri="{FF2B5EF4-FFF2-40B4-BE49-F238E27FC236}">
                  <a16:creationId xmlns:a16="http://schemas.microsoft.com/office/drawing/2014/main" id="{F5C9A0FD-40F9-1064-626F-9E54F161E6A2}"/>
                </a:ext>
              </a:extLst>
            </p:cNvPr>
            <p:cNvSpPr/>
            <p:nvPr/>
          </p:nvSpPr>
          <p:spPr bwMode="auto">
            <a:xfrm>
              <a:off x="10096498" y="5112277"/>
              <a:ext cx="1600200" cy="457200"/>
            </a:xfrm>
            <a:prstGeom prst="roundRect">
              <a:avLst/>
            </a:prstGeom>
            <a:gradFill>
              <a:gsLst>
                <a:gs pos="90000">
                  <a:srgbClr val="FFFFFF"/>
                </a:gs>
                <a:gs pos="90000">
                  <a:schemeClr val="accent2"/>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eaLnBrk="1" fontAlgn="base" latinLnBrk="0" hangingPunct="1">
                <a:lnSpc>
                  <a:spcPct val="100000"/>
                </a:lnSpc>
                <a:spcBef>
                  <a:spcPct val="0"/>
                </a:spcBef>
                <a:spcAft>
                  <a:spcPct val="0"/>
                </a:spcAft>
                <a:buClrTx/>
                <a:buSzTx/>
                <a:buFontTx/>
                <a:buNone/>
                <a:tabLst/>
                <a:defRPr/>
              </a:pPr>
              <a:r>
                <a:rPr lang="it-IT" sz="1050" b="1" kern="0" dirty="0">
                  <a:solidFill>
                    <a:srgbClr val="000000"/>
                  </a:solidFill>
                  <a:ea typeface="ヒラギノ角ゴ ProN W3" charset="0"/>
                  <a:cs typeface="ヒラギノ角ゴ ProN W3" charset="0"/>
                  <a:sym typeface="Gill Sans" charset="0"/>
                </a:rPr>
                <a:t>Tanushree Joshi</a:t>
              </a:r>
              <a:endParaRPr kumimoji="0" lang="it-IT" sz="1050" b="1" i="0" u="none" strike="noStrike" kern="0" cap="none" spc="0" normalizeH="0" baseline="0" noProof="0" dirty="0">
                <a:ln>
                  <a:noFill/>
                </a:ln>
                <a:solidFill>
                  <a:srgbClr val="000000"/>
                </a:solidFill>
                <a:effectLst/>
                <a:uLnTx/>
                <a:uFillTx/>
                <a:ea typeface="ヒラギノ角ゴ ProN W3" charset="0"/>
                <a:cs typeface="ヒラギノ角ゴ ProN W3" charset="0"/>
                <a:sym typeface="Gill Sans" charset="0"/>
              </a:endParaRPr>
            </a:p>
            <a:p>
              <a:pPr marL="0" marR="0" lvl="0" indent="0" algn="ctr" defTabSz="642915" eaLnBrk="1" fontAlgn="base" latinLnBrk="0" hangingPunct="1">
                <a:lnSpc>
                  <a:spcPct val="100000"/>
                </a:lnSpc>
                <a:spcBef>
                  <a:spcPct val="0"/>
                </a:spcBef>
                <a:spcAft>
                  <a:spcPct val="0"/>
                </a:spcAft>
                <a:buClrTx/>
                <a:buSzTx/>
                <a:buFontTx/>
                <a:buNone/>
                <a:tabLst/>
                <a:defRPr/>
              </a:pPr>
              <a:r>
                <a:rPr lang="it-IT" sz="800" kern="0" dirty="0">
                  <a:solidFill>
                    <a:srgbClr val="000000"/>
                  </a:solidFill>
                  <a:sym typeface="Gill Sans" charset="0"/>
                </a:rPr>
                <a:t>Accountant II</a:t>
              </a:r>
              <a:endParaRPr kumimoji="0" lang="en-IN" sz="800" b="0" i="0" u="none" strike="noStrike" kern="0" cap="none" spc="0" normalizeH="0" baseline="0" noProof="0" dirty="0">
                <a:ln>
                  <a:noFill/>
                </a:ln>
                <a:solidFill>
                  <a:srgbClr val="000000"/>
                </a:solidFill>
                <a:effectLst/>
                <a:uLnTx/>
                <a:uFillTx/>
                <a:ea typeface="+mn-ea"/>
                <a:cs typeface="+mn-cs"/>
                <a:sym typeface="Gill Sans" charset="0"/>
              </a:endParaRPr>
            </a:p>
          </p:txBody>
        </p:sp>
        <p:sp>
          <p:nvSpPr>
            <p:cNvPr id="332" name="Rectangle 331">
              <a:extLst>
                <a:ext uri="{FF2B5EF4-FFF2-40B4-BE49-F238E27FC236}">
                  <a16:creationId xmlns:a16="http://schemas.microsoft.com/office/drawing/2014/main" id="{A5553A92-2E6F-78B6-DFB6-529B9D24925E}"/>
                </a:ext>
              </a:extLst>
            </p:cNvPr>
            <p:cNvSpPr/>
            <p:nvPr/>
          </p:nvSpPr>
          <p:spPr>
            <a:xfrm>
              <a:off x="10439374" y="5500058"/>
              <a:ext cx="914400" cy="137160"/>
            </a:xfrm>
            <a:prstGeom prst="rect">
              <a:avLst/>
            </a:prstGeom>
            <a:solidFill>
              <a:schemeClr val="accent3">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sp>
        <p:nvSpPr>
          <p:cNvPr id="119" name="Oval 118">
            <a:extLst>
              <a:ext uri="{FF2B5EF4-FFF2-40B4-BE49-F238E27FC236}">
                <a16:creationId xmlns:a16="http://schemas.microsoft.com/office/drawing/2014/main" id="{6D4E4D42-E368-180F-9979-F512129B9B57}"/>
              </a:ext>
            </a:extLst>
          </p:cNvPr>
          <p:cNvSpPr/>
          <p:nvPr/>
        </p:nvSpPr>
        <p:spPr>
          <a:xfrm>
            <a:off x="7911079" y="4984679"/>
            <a:ext cx="256032" cy="256032"/>
          </a:xfrm>
          <a:prstGeom prst="ellips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solidFill>
                  <a:schemeClr val="bg1"/>
                </a:solidFill>
                <a:effectLst/>
                <a:uLnTx/>
                <a:uFillTx/>
                <a:ea typeface="+mn-ea"/>
                <a:cs typeface="+mn-cs"/>
              </a:rPr>
              <a:t>50%</a:t>
            </a:r>
          </a:p>
        </p:txBody>
      </p:sp>
      <p:sp>
        <p:nvSpPr>
          <p:cNvPr id="120" name="Oval 119">
            <a:extLst>
              <a:ext uri="{FF2B5EF4-FFF2-40B4-BE49-F238E27FC236}">
                <a16:creationId xmlns:a16="http://schemas.microsoft.com/office/drawing/2014/main" id="{96349D6C-6454-D198-8986-FF64A111ABAB}"/>
              </a:ext>
            </a:extLst>
          </p:cNvPr>
          <p:cNvSpPr/>
          <p:nvPr/>
        </p:nvSpPr>
        <p:spPr>
          <a:xfrm>
            <a:off x="9739875" y="5802367"/>
            <a:ext cx="256032" cy="256032"/>
          </a:xfrm>
          <a:prstGeom prst="ellipse">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solidFill>
                  <a:schemeClr val="bg1"/>
                </a:solidFill>
                <a:effectLst/>
                <a:uLnTx/>
                <a:uFillTx/>
                <a:ea typeface="+mn-ea"/>
                <a:cs typeface="+mn-cs"/>
              </a:rPr>
              <a:t>50%</a:t>
            </a:r>
          </a:p>
        </p:txBody>
      </p:sp>
      <p:grpSp>
        <p:nvGrpSpPr>
          <p:cNvPr id="335" name="Group 334">
            <a:extLst>
              <a:ext uri="{FF2B5EF4-FFF2-40B4-BE49-F238E27FC236}">
                <a16:creationId xmlns:a16="http://schemas.microsoft.com/office/drawing/2014/main" id="{28AAE96A-A742-CE36-08FF-4004C8F2FFB1}"/>
              </a:ext>
            </a:extLst>
          </p:cNvPr>
          <p:cNvGrpSpPr/>
          <p:nvPr/>
        </p:nvGrpSpPr>
        <p:grpSpPr>
          <a:xfrm>
            <a:off x="8267701" y="4294171"/>
            <a:ext cx="1600200" cy="526612"/>
            <a:chOff x="8267701" y="4294171"/>
            <a:chExt cx="1600200" cy="526612"/>
          </a:xfrm>
        </p:grpSpPr>
        <p:sp>
          <p:nvSpPr>
            <p:cNvPr id="88" name="Abgerundetes Rechteck 6">
              <a:extLst>
                <a:ext uri="{FF2B5EF4-FFF2-40B4-BE49-F238E27FC236}">
                  <a16:creationId xmlns:a16="http://schemas.microsoft.com/office/drawing/2014/main" id="{93F0729C-07F7-A6F6-9970-103BA3A8B0C7}"/>
                </a:ext>
              </a:extLst>
            </p:cNvPr>
            <p:cNvSpPr/>
            <p:nvPr/>
          </p:nvSpPr>
          <p:spPr bwMode="auto">
            <a:xfrm>
              <a:off x="8267701" y="4294171"/>
              <a:ext cx="1600200" cy="457200"/>
            </a:xfrm>
            <a:prstGeom prst="roundRect">
              <a:avLst/>
            </a:prstGeom>
            <a:gradFill>
              <a:gsLst>
                <a:gs pos="90000">
                  <a:srgbClr val="FFFFFF"/>
                </a:gs>
                <a:gs pos="90000">
                  <a:srgbClr val="0070C0"/>
                </a:gs>
              </a:gsLst>
              <a:lin ang="0" scaled="1"/>
            </a:gradFill>
            <a:ln w="6350" cap="flat" cmpd="sng" algn="ctr">
              <a:solidFill>
                <a:schemeClr val="tx1">
                  <a:lumMod val="50000"/>
                </a:schemeClr>
              </a:solidFill>
              <a:prstDash val="solid"/>
              <a:round/>
              <a:headEnd type="none" w="med" len="med"/>
              <a:tailEnd type="none" w="med" len="med"/>
            </a:ln>
            <a:effectLst/>
          </p:spPr>
          <p:txBody>
            <a:bodyPr vert="horz" wrap="square" lIns="45720" tIns="45720" rIns="182880" bIns="109728"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lvl="0" algn="ctr" defTabSz="642915" fontAlgn="base">
                <a:spcBef>
                  <a:spcPct val="0"/>
                </a:spcBef>
                <a:spcAft>
                  <a:spcPct val="0"/>
                </a:spcAft>
                <a:defRPr/>
              </a:pPr>
              <a:r>
                <a:rPr lang="it-IT" sz="1050" b="1" kern="0" dirty="0">
                  <a:solidFill>
                    <a:srgbClr val="000000"/>
                  </a:solidFill>
                  <a:ea typeface="ヒラギノ角ゴ ProN W3" charset="0"/>
                  <a:cs typeface="ヒラギノ角ゴ ProN W3" charset="0"/>
                  <a:sym typeface="Gill Sans" charset="0"/>
                </a:rPr>
                <a:t>Shelly Bradford</a:t>
              </a:r>
            </a:p>
            <a:p>
              <a:pPr algn="ctr" defTabSz="642915" fontAlgn="base">
                <a:spcBef>
                  <a:spcPct val="0"/>
                </a:spcBef>
                <a:spcAft>
                  <a:spcPct val="0"/>
                </a:spcAft>
              </a:pPr>
              <a:r>
                <a:rPr lang="it-IT" sz="800" kern="0" dirty="0">
                  <a:solidFill>
                    <a:srgbClr val="000000"/>
                  </a:solidFill>
                  <a:sym typeface="Gill Sans" charset="0"/>
                </a:rPr>
                <a:t>Senior Accountant</a:t>
              </a:r>
            </a:p>
          </p:txBody>
        </p:sp>
        <p:sp>
          <p:nvSpPr>
            <p:cNvPr id="334" name="Rectangle 333">
              <a:extLst>
                <a:ext uri="{FF2B5EF4-FFF2-40B4-BE49-F238E27FC236}">
                  <a16:creationId xmlns:a16="http://schemas.microsoft.com/office/drawing/2014/main" id="{17502CE2-9563-DDAA-F97B-489ADDDC6B6B}"/>
                </a:ext>
              </a:extLst>
            </p:cNvPr>
            <p:cNvSpPr/>
            <p:nvPr/>
          </p:nvSpPr>
          <p:spPr>
            <a:xfrm>
              <a:off x="8610571" y="4683623"/>
              <a:ext cx="914400" cy="137160"/>
            </a:xfrm>
            <a:prstGeom prst="rect">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bg1"/>
                  </a:solidFill>
                  <a:effectLst/>
                  <a:uLnTx/>
                  <a:uFillTx/>
                  <a:ea typeface="+mn-ea"/>
                  <a:cs typeface="+mn-cs"/>
                </a:rPr>
                <a:t>100%</a:t>
              </a:r>
            </a:p>
          </p:txBody>
        </p:sp>
      </p:grpSp>
    </p:spTree>
    <p:extLst>
      <p:ext uri="{BB962C8B-B14F-4D97-AF65-F5344CB8AC3E}">
        <p14:creationId xmlns:p14="http://schemas.microsoft.com/office/powerpoint/2010/main" val="96969805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928150-5DB5-DC63-4685-CC53D3BF1DB7}"/>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CAF33630-B275-EABB-9AC0-D3691A3CD804}"/>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Transition Strategy – 1</a:t>
            </a:r>
          </a:p>
        </p:txBody>
      </p:sp>
      <p:sp>
        <p:nvSpPr>
          <p:cNvPr id="6" name="Date Placeholder 5">
            <a:extLst>
              <a:ext uri="{FF2B5EF4-FFF2-40B4-BE49-F238E27FC236}">
                <a16:creationId xmlns:a16="http://schemas.microsoft.com/office/drawing/2014/main" id="{AAAB72E0-38DD-B8F4-F226-8D7CF318107F}"/>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92A03568-DDE9-CE7F-B5E6-A542FF2C4CC0}"/>
              </a:ext>
            </a:extLst>
          </p:cNvPr>
          <p:cNvSpPr>
            <a:spLocks noGrp="1"/>
          </p:cNvSpPr>
          <p:nvPr>
            <p:ph type="sldNum" sz="quarter" idx="19"/>
          </p:nvPr>
        </p:nvSpPr>
        <p:spPr/>
        <p:txBody>
          <a:bodyPr/>
          <a:lstStyle/>
          <a:p>
            <a:fld id="{94FCA0F3-9F3A-694B-99BB-0E592A797735}" type="slidenum">
              <a:rPr lang="en-US" smtClean="0"/>
              <a:t>23</a:t>
            </a:fld>
            <a:endParaRPr lang="en-US"/>
          </a:p>
        </p:txBody>
      </p:sp>
    </p:spTree>
    <p:extLst>
      <p:ext uri="{BB962C8B-B14F-4D97-AF65-F5344CB8AC3E}">
        <p14:creationId xmlns:p14="http://schemas.microsoft.com/office/powerpoint/2010/main" val="394069692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525072-F39B-AD0B-1899-4165C9EC79F5}"/>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927A06B3-0BD4-07F4-2B74-9E1C39152AB6}"/>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Transition Strategy – 2</a:t>
            </a:r>
          </a:p>
        </p:txBody>
      </p:sp>
      <p:sp>
        <p:nvSpPr>
          <p:cNvPr id="6" name="Date Placeholder 5">
            <a:extLst>
              <a:ext uri="{FF2B5EF4-FFF2-40B4-BE49-F238E27FC236}">
                <a16:creationId xmlns:a16="http://schemas.microsoft.com/office/drawing/2014/main" id="{C11820E1-BCDB-C492-D05A-ED6CA5FAFBA5}"/>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79325AD4-62F0-03F9-8736-FDE3A5E6A45C}"/>
              </a:ext>
            </a:extLst>
          </p:cNvPr>
          <p:cNvSpPr>
            <a:spLocks noGrp="1"/>
          </p:cNvSpPr>
          <p:nvPr>
            <p:ph type="sldNum" sz="quarter" idx="19"/>
          </p:nvPr>
        </p:nvSpPr>
        <p:spPr/>
        <p:txBody>
          <a:bodyPr/>
          <a:lstStyle/>
          <a:p>
            <a:fld id="{94FCA0F3-9F3A-694B-99BB-0E592A797735}" type="slidenum">
              <a:rPr lang="en-US" smtClean="0"/>
              <a:t>24</a:t>
            </a:fld>
            <a:endParaRPr lang="en-US"/>
          </a:p>
        </p:txBody>
      </p:sp>
    </p:spTree>
    <p:extLst>
      <p:ext uri="{BB962C8B-B14F-4D97-AF65-F5344CB8AC3E}">
        <p14:creationId xmlns:p14="http://schemas.microsoft.com/office/powerpoint/2010/main" val="37505388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0C9122-9992-9F45-1C2A-6D72368A88EF}"/>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CAD894AD-A0AD-3D10-15DB-47DAD48C78E6}"/>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Sourcing Strategy – 1</a:t>
            </a:r>
          </a:p>
        </p:txBody>
      </p:sp>
      <p:sp>
        <p:nvSpPr>
          <p:cNvPr id="6" name="Date Placeholder 5">
            <a:extLst>
              <a:ext uri="{FF2B5EF4-FFF2-40B4-BE49-F238E27FC236}">
                <a16:creationId xmlns:a16="http://schemas.microsoft.com/office/drawing/2014/main" id="{E42D4454-5B86-2413-0946-B00ED6A6C5B2}"/>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A6997BBB-49B8-EA0C-C28E-8A6E856F87A3}"/>
              </a:ext>
            </a:extLst>
          </p:cNvPr>
          <p:cNvSpPr>
            <a:spLocks noGrp="1"/>
          </p:cNvSpPr>
          <p:nvPr>
            <p:ph type="sldNum" sz="quarter" idx="19"/>
          </p:nvPr>
        </p:nvSpPr>
        <p:spPr/>
        <p:txBody>
          <a:bodyPr/>
          <a:lstStyle/>
          <a:p>
            <a:fld id="{94FCA0F3-9F3A-694B-99BB-0E592A797735}" type="slidenum">
              <a:rPr lang="en-US" smtClean="0"/>
              <a:t>25</a:t>
            </a:fld>
            <a:endParaRPr lang="en-US"/>
          </a:p>
        </p:txBody>
      </p:sp>
    </p:spTree>
    <p:extLst>
      <p:ext uri="{BB962C8B-B14F-4D97-AF65-F5344CB8AC3E}">
        <p14:creationId xmlns:p14="http://schemas.microsoft.com/office/powerpoint/2010/main" val="240919212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BF8333-A6A0-648B-D129-CDE89B4F4C07}"/>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39DBD611-043D-EC8F-0150-9476A1CA712B}"/>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Sourcing Strategy – 2</a:t>
            </a:r>
          </a:p>
        </p:txBody>
      </p:sp>
      <p:sp>
        <p:nvSpPr>
          <p:cNvPr id="6" name="Date Placeholder 5">
            <a:extLst>
              <a:ext uri="{FF2B5EF4-FFF2-40B4-BE49-F238E27FC236}">
                <a16:creationId xmlns:a16="http://schemas.microsoft.com/office/drawing/2014/main" id="{6D0D0BAF-679E-082C-9C43-88E2A9BBEA95}"/>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E6A0E316-E63A-3FEC-7FC0-0178D0C9BC4E}"/>
              </a:ext>
            </a:extLst>
          </p:cNvPr>
          <p:cNvSpPr>
            <a:spLocks noGrp="1"/>
          </p:cNvSpPr>
          <p:nvPr>
            <p:ph type="sldNum" sz="quarter" idx="19"/>
          </p:nvPr>
        </p:nvSpPr>
        <p:spPr/>
        <p:txBody>
          <a:bodyPr/>
          <a:lstStyle/>
          <a:p>
            <a:fld id="{94FCA0F3-9F3A-694B-99BB-0E592A797735}" type="slidenum">
              <a:rPr lang="en-US" smtClean="0"/>
              <a:t>26</a:t>
            </a:fld>
            <a:endParaRPr lang="en-US"/>
          </a:p>
        </p:txBody>
      </p:sp>
    </p:spTree>
    <p:extLst>
      <p:ext uri="{BB962C8B-B14F-4D97-AF65-F5344CB8AC3E}">
        <p14:creationId xmlns:p14="http://schemas.microsoft.com/office/powerpoint/2010/main" val="259742457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08E821-F965-C869-31DD-EE05FE19991D}"/>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7B1E33B1-6302-6BD7-55E9-38CD54BEF28B}"/>
              </a:ext>
            </a:extLst>
          </p:cNvPr>
          <p:cNvSpPr/>
          <p:nvPr/>
        </p:nvSpPr>
        <p:spPr>
          <a:xfrm>
            <a:off x="4373880" y="2514600"/>
            <a:ext cx="6400800" cy="18288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IN" sz="4000" b="1">
                <a:solidFill>
                  <a:schemeClr val="tx2"/>
                </a:solidFill>
                <a:latin typeface="+mj-lt"/>
              </a:rPr>
              <a:t>Personas and Skills</a:t>
            </a:r>
          </a:p>
          <a:p>
            <a:pPr algn="ctr"/>
            <a:r>
              <a:rPr lang="en-IN" sz="4000" b="1">
                <a:solidFill>
                  <a:schemeClr val="tx2"/>
                </a:solidFill>
                <a:latin typeface="+mj-lt"/>
              </a:rPr>
              <a:t>(People)</a:t>
            </a:r>
          </a:p>
        </p:txBody>
      </p:sp>
    </p:spTree>
    <p:extLst>
      <p:ext uri="{BB962C8B-B14F-4D97-AF65-F5344CB8AC3E}">
        <p14:creationId xmlns:p14="http://schemas.microsoft.com/office/powerpoint/2010/main" val="114154890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CFD367-BF56-C2C1-FBE2-C4686BA12AA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46A121A-B4FB-8163-8107-DF4DBD0E864C}"/>
              </a:ext>
            </a:extLst>
          </p:cNvPr>
          <p:cNvSpPr>
            <a:spLocks noGrp="1"/>
          </p:cNvSpPr>
          <p:nvPr>
            <p:ph type="title"/>
          </p:nvPr>
        </p:nvSpPr>
        <p:spPr>
          <a:xfrm>
            <a:off x="609600" y="274320"/>
            <a:ext cx="10972800" cy="548640"/>
          </a:xfrm>
        </p:spPr>
        <p:txBody>
          <a:bodyPr lIns="91440" tIns="45720" rIns="91440"/>
          <a:lstStyle/>
          <a:p>
            <a:pPr>
              <a:lnSpc>
                <a:spcPct val="100000"/>
              </a:lnSpc>
            </a:pPr>
            <a:r>
              <a:rPr lang="en-US" noProof="0" dirty="0"/>
              <a:t>Persona Capability Summary – General Ledger (GL) Accountant</a:t>
            </a:r>
          </a:p>
        </p:txBody>
      </p:sp>
      <p:sp>
        <p:nvSpPr>
          <p:cNvPr id="5" name="Slide Number Placeholder 4">
            <a:extLst>
              <a:ext uri="{FF2B5EF4-FFF2-40B4-BE49-F238E27FC236}">
                <a16:creationId xmlns:a16="http://schemas.microsoft.com/office/drawing/2014/main" id="{A87F4D9D-92DE-DF6B-7D0F-D8D86A1E4FCF}"/>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94FCA0F3-9F3A-694B-99BB-0E592A797735}" type="slidenum">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
        <p:nvSpPr>
          <p:cNvPr id="6" name="Date Placeholder 5">
            <a:extLst>
              <a:ext uri="{FF2B5EF4-FFF2-40B4-BE49-F238E27FC236}">
                <a16:creationId xmlns:a16="http://schemas.microsoft.com/office/drawing/2014/main" id="{DFDDEB7B-A9E9-07A0-C854-17298E149FB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3772E00-D7F7-40FD-832D-6C39A8B43411}" type="datetime1">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9/19/2025</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pic>
        <p:nvPicPr>
          <p:cNvPr id="4" name="Picture 3">
            <a:extLst>
              <a:ext uri="{FF2B5EF4-FFF2-40B4-BE49-F238E27FC236}">
                <a16:creationId xmlns:a16="http://schemas.microsoft.com/office/drawing/2014/main" id="{6075D764-AB3D-0FD7-6638-4CB43819B31C}"/>
              </a:ext>
            </a:extLst>
          </p:cNvPr>
          <p:cNvPicPr>
            <a:picLocks noChangeAspect="1"/>
          </p:cNvPicPr>
          <p:nvPr/>
        </p:nvPicPr>
        <p:blipFill rotWithShape="1">
          <a:blip r:embed="rId2">
            <a:extLst>
              <a:ext uri="{28A0092B-C50C-407E-A947-70E740481C1C}">
                <a14:useLocalDpi xmlns:a14="http://schemas.microsoft.com/office/drawing/2010/main" val="0"/>
              </a:ext>
            </a:extLst>
          </a:blip>
          <a:srcRect l="9221" t="25382" r="74705" b="60078"/>
          <a:stretch/>
        </p:blipFill>
        <p:spPr>
          <a:xfrm>
            <a:off x="945816" y="1075219"/>
            <a:ext cx="1373743" cy="1371600"/>
          </a:xfrm>
          <a:prstGeom prst="rect">
            <a:avLst/>
          </a:prstGeom>
        </p:spPr>
      </p:pic>
      <p:sp>
        <p:nvSpPr>
          <p:cNvPr id="8" name="Rectangle 7">
            <a:extLst>
              <a:ext uri="{FF2B5EF4-FFF2-40B4-BE49-F238E27FC236}">
                <a16:creationId xmlns:a16="http://schemas.microsoft.com/office/drawing/2014/main" id="{181E8BE8-26F0-276F-EC8A-820A1375F322}"/>
              </a:ext>
            </a:extLst>
          </p:cNvPr>
          <p:cNvSpPr/>
          <p:nvPr/>
        </p:nvSpPr>
        <p:spPr>
          <a:xfrm>
            <a:off x="3261360" y="938059"/>
            <a:ext cx="274320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Role and Responsibilities Summary</a:t>
            </a:r>
          </a:p>
        </p:txBody>
      </p:sp>
      <p:sp>
        <p:nvSpPr>
          <p:cNvPr id="9" name="Rectangle 8">
            <a:extLst>
              <a:ext uri="{FF2B5EF4-FFF2-40B4-BE49-F238E27FC236}">
                <a16:creationId xmlns:a16="http://schemas.microsoft.com/office/drawing/2014/main" id="{4B99C7EE-C060-715F-1CDE-6F6D29B1E784}"/>
              </a:ext>
            </a:extLst>
          </p:cNvPr>
          <p:cNvSpPr/>
          <p:nvPr/>
        </p:nvSpPr>
        <p:spPr>
          <a:xfrm>
            <a:off x="3261360" y="3904207"/>
            <a:ext cx="265176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Motivations Summary</a:t>
            </a:r>
            <a:endParaRPr kumimoji="0" lang="en-US" sz="1200" b="0" i="0" u="none" strike="noStrike" kern="0" cap="none" spc="0" normalizeH="0" baseline="0" noProof="0">
              <a:ln>
                <a:noFill/>
              </a:ln>
              <a:solidFill>
                <a:srgbClr val="1A1A24"/>
              </a:solidFill>
              <a:effectLst/>
              <a:uLnTx/>
              <a:uFillTx/>
              <a:latin typeface="EYInterstate Light"/>
              <a:ea typeface="+mn-ea"/>
              <a:cs typeface="+mn-cs"/>
            </a:endParaRPr>
          </a:p>
        </p:txBody>
      </p:sp>
      <p:sp>
        <p:nvSpPr>
          <p:cNvPr id="10" name="Rectangle 9">
            <a:extLst>
              <a:ext uri="{FF2B5EF4-FFF2-40B4-BE49-F238E27FC236}">
                <a16:creationId xmlns:a16="http://schemas.microsoft.com/office/drawing/2014/main" id="{ADED8329-BC14-21F6-D484-2E3EC66AE6B7}"/>
              </a:ext>
            </a:extLst>
          </p:cNvPr>
          <p:cNvSpPr/>
          <p:nvPr/>
        </p:nvSpPr>
        <p:spPr>
          <a:xfrm>
            <a:off x="6461760" y="3904207"/>
            <a:ext cx="265176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Questions and Concerns Summary</a:t>
            </a:r>
            <a:endParaRPr kumimoji="0" lang="en-US" sz="1200" b="0" i="0" u="none" strike="noStrike" kern="0" cap="none" spc="0" normalizeH="0" baseline="0" noProof="0">
              <a:ln>
                <a:noFill/>
              </a:ln>
              <a:solidFill>
                <a:srgbClr val="1A1A24"/>
              </a:solidFill>
              <a:effectLst/>
              <a:uLnTx/>
              <a:uFillTx/>
              <a:latin typeface="EYInterstate Light"/>
              <a:ea typeface="+mn-ea"/>
              <a:cs typeface="+mn-cs"/>
            </a:endParaRPr>
          </a:p>
        </p:txBody>
      </p:sp>
      <p:sp>
        <p:nvSpPr>
          <p:cNvPr id="11" name="Rectangle 10">
            <a:extLst>
              <a:ext uri="{FF2B5EF4-FFF2-40B4-BE49-F238E27FC236}">
                <a16:creationId xmlns:a16="http://schemas.microsoft.com/office/drawing/2014/main" id="{F2793F25-EB78-ADBD-9D94-B681D8720828}"/>
              </a:ext>
            </a:extLst>
          </p:cNvPr>
          <p:cNvSpPr/>
          <p:nvPr/>
        </p:nvSpPr>
        <p:spPr>
          <a:xfrm>
            <a:off x="9662160" y="3904207"/>
            <a:ext cx="192024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Team Structure*</a:t>
            </a:r>
          </a:p>
        </p:txBody>
      </p:sp>
      <p:sp>
        <p:nvSpPr>
          <p:cNvPr id="12" name="Rectangle 11">
            <a:extLst>
              <a:ext uri="{FF2B5EF4-FFF2-40B4-BE49-F238E27FC236}">
                <a16:creationId xmlns:a16="http://schemas.microsoft.com/office/drawing/2014/main" id="{B777CFE6-4146-BE7B-9F53-0FBDB87C0E60}"/>
              </a:ext>
            </a:extLst>
          </p:cNvPr>
          <p:cNvSpPr/>
          <p:nvPr/>
        </p:nvSpPr>
        <p:spPr>
          <a:xfrm>
            <a:off x="609600" y="2583979"/>
            <a:ext cx="2057400" cy="320040"/>
          </a:xfrm>
          <a:prstGeom prst="rect">
            <a:avLst/>
          </a:prstGeom>
          <a:solidFill>
            <a:srgbClr val="646464">
              <a:alpha val="75000"/>
            </a:srgbClr>
          </a:solid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FFFFFF"/>
                </a:solidFill>
                <a:effectLst/>
                <a:uLnTx/>
                <a:uFillTx/>
                <a:latin typeface="EYInterstate Light"/>
                <a:ea typeface="+mn-ea"/>
                <a:cs typeface="+mn-cs"/>
              </a:rPr>
              <a:t>Stakeholder Interaction</a:t>
            </a:r>
            <a:endParaRPr kumimoji="0" lang="en-US" sz="1200" b="0" i="0" u="none" strike="noStrike" kern="0" cap="none" spc="0" normalizeH="0" baseline="0" noProof="0">
              <a:ln>
                <a:noFill/>
              </a:ln>
              <a:solidFill>
                <a:srgbClr val="FFFFFF"/>
              </a:solidFill>
              <a:effectLst/>
              <a:uLnTx/>
              <a:uFillTx/>
              <a:latin typeface="EYInterstate Light"/>
              <a:ea typeface="+mn-ea"/>
              <a:cs typeface="+mn-cs"/>
            </a:endParaRPr>
          </a:p>
        </p:txBody>
      </p:sp>
      <p:sp>
        <p:nvSpPr>
          <p:cNvPr id="18" name="Rectangle 17">
            <a:extLst>
              <a:ext uri="{FF2B5EF4-FFF2-40B4-BE49-F238E27FC236}">
                <a16:creationId xmlns:a16="http://schemas.microsoft.com/office/drawing/2014/main" id="{B43A2916-ABA4-68C9-BF91-86B0728A7F36}"/>
              </a:ext>
            </a:extLst>
          </p:cNvPr>
          <p:cNvSpPr/>
          <p:nvPr/>
        </p:nvSpPr>
        <p:spPr>
          <a:xfrm>
            <a:off x="2895600" y="4269966"/>
            <a:ext cx="3017520" cy="2059300"/>
          </a:xfrm>
          <a:prstGeom prst="rect">
            <a:avLst/>
          </a:prstGeom>
          <a:solidFill>
            <a:srgbClr val="646464">
              <a:alpha val="20000"/>
            </a:srgbClr>
          </a:solidFill>
          <a:ln w="12700" cap="flat" cmpd="sng" algn="ctr">
            <a:solidFill>
              <a:schemeClr val="tx1"/>
            </a:solidFill>
            <a:prstDash val="solid"/>
            <a:miter lim="800000"/>
            <a:headEnd type="none" w="med" len="med"/>
            <a:tailEnd type="none" w="med" len="med"/>
          </a:ln>
          <a:effectLst/>
        </p:spPr>
        <p:txBody>
          <a:bodyPr lIns="91440" tIns="91440" rIns="91440" bIns="0" numCol="1" spcCol="91440" rtlCol="0" anchor="t" anchorCtr="0"/>
          <a:lstStyle/>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Deliver timely and accurate financial data for decision-making.</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Maintain compliance with accounting standards and internal controls.</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Ensure smooth period-end processes with minimal adjustments or rework.</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Streamline processes through automation and standardization.</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Foster strong relationships with cross-functional teams and auditors.</a:t>
            </a:r>
            <a:endParaRPr kumimoji="0" lang="en-US" sz="1000" b="0" i="0" u="none" strike="noStrike" kern="0" cap="none" spc="0" normalizeH="0" baseline="0" noProof="0">
              <a:ln>
                <a:noFill/>
              </a:ln>
              <a:solidFill>
                <a:srgbClr val="1A1A24"/>
              </a:solidFill>
              <a:effectLst/>
              <a:uLnTx/>
              <a:uFillTx/>
              <a:latin typeface="EYInterstate Light"/>
              <a:ea typeface="+mn-ea"/>
              <a:cs typeface="+mn-cs"/>
            </a:endParaRPr>
          </a:p>
        </p:txBody>
      </p:sp>
      <p:sp>
        <p:nvSpPr>
          <p:cNvPr id="20" name="Rectangle 19">
            <a:extLst>
              <a:ext uri="{FF2B5EF4-FFF2-40B4-BE49-F238E27FC236}">
                <a16:creationId xmlns:a16="http://schemas.microsoft.com/office/drawing/2014/main" id="{D87B2006-AE7B-3C23-1C58-400CE317D42E}"/>
              </a:ext>
            </a:extLst>
          </p:cNvPr>
          <p:cNvSpPr/>
          <p:nvPr/>
        </p:nvSpPr>
        <p:spPr>
          <a:xfrm>
            <a:off x="609599" y="2945987"/>
            <a:ext cx="2057400" cy="1600200"/>
          </a:xfrm>
          <a:prstGeom prst="rect">
            <a:avLst/>
          </a:prstGeom>
          <a:solidFill>
            <a:srgbClr val="646464">
              <a:alpha val="20000"/>
            </a:srgbClr>
          </a:solidFill>
          <a:ln w="12700" cap="flat" cmpd="sng" algn="ctr">
            <a:solidFill>
              <a:schemeClr val="tx1"/>
            </a:solidFill>
            <a:prstDash val="solid"/>
            <a:miter lim="800000"/>
            <a:headEnd type="none" w="med" len="med"/>
            <a:tailEnd type="none" w="med" len="med"/>
          </a:ln>
          <a:effectLst/>
        </p:spPr>
        <p:txBody>
          <a:bodyPr lIns="91440" tIns="91440" rIns="91440" bIns="91440" numCol="1" spcCol="91440" rtlCol="0" anchor="ctr" anchorCtr="0"/>
          <a:lstStyle/>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Accounts Payable (AP)</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Accounts Receivable (AR)</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FP&amp;A and Payroll Teams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Tax and Treasury Teams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Controllers / Finance Business Partners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IT / ERP Support Teams</a:t>
            </a:r>
            <a:endParaRPr kumimoji="0" lang="en-US" sz="1000" b="0" i="0" u="none" strike="noStrike" kern="0" cap="none" spc="0" normalizeH="0" baseline="0" noProof="0">
              <a:ln>
                <a:noFill/>
              </a:ln>
              <a:solidFill>
                <a:srgbClr val="1A1A24"/>
              </a:solidFill>
              <a:effectLst/>
              <a:uLnTx/>
              <a:uFillTx/>
              <a:latin typeface="EYInterstate Light"/>
              <a:ea typeface="+mn-ea"/>
              <a:cs typeface="+mn-cs"/>
            </a:endParaRPr>
          </a:p>
        </p:txBody>
      </p:sp>
      <p:sp>
        <p:nvSpPr>
          <p:cNvPr id="22" name="Rectangle 21">
            <a:extLst>
              <a:ext uri="{FF2B5EF4-FFF2-40B4-BE49-F238E27FC236}">
                <a16:creationId xmlns:a16="http://schemas.microsoft.com/office/drawing/2014/main" id="{8143E00B-E8BB-F4C2-7232-839042C8A175}"/>
              </a:ext>
            </a:extLst>
          </p:cNvPr>
          <p:cNvSpPr/>
          <p:nvPr/>
        </p:nvSpPr>
        <p:spPr>
          <a:xfrm>
            <a:off x="609599" y="4683347"/>
            <a:ext cx="2057400" cy="320040"/>
          </a:xfrm>
          <a:prstGeom prst="rect">
            <a:avLst/>
          </a:prstGeom>
          <a:solidFill>
            <a:srgbClr val="646464">
              <a:alpha val="75000"/>
            </a:srgbClr>
          </a:solid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FFFFFF"/>
                </a:solidFill>
                <a:effectLst/>
                <a:uLnTx/>
                <a:uFillTx/>
                <a:latin typeface="EYInterstate Light"/>
                <a:ea typeface="+mn-ea"/>
                <a:cs typeface="+mn-cs"/>
              </a:rPr>
              <a:t>Process Understanding</a:t>
            </a:r>
          </a:p>
        </p:txBody>
      </p:sp>
      <p:graphicFrame>
        <p:nvGraphicFramePr>
          <p:cNvPr id="24" name="Table 23">
            <a:extLst>
              <a:ext uri="{FF2B5EF4-FFF2-40B4-BE49-F238E27FC236}">
                <a16:creationId xmlns:a16="http://schemas.microsoft.com/office/drawing/2014/main" id="{029DE113-0A23-D70F-7AA5-092C6DE8A1E3}"/>
              </a:ext>
            </a:extLst>
          </p:cNvPr>
          <p:cNvGraphicFramePr>
            <a:graphicFrameLocks noGrp="1"/>
          </p:cNvGraphicFramePr>
          <p:nvPr>
            <p:extLst>
              <p:ext uri="{D42A27DB-BD31-4B8C-83A1-F6EECF244321}">
                <p14:modId xmlns:p14="http://schemas.microsoft.com/office/powerpoint/2010/main" val="3549083158"/>
              </p:ext>
            </p:extLst>
          </p:nvPr>
        </p:nvGraphicFramePr>
        <p:xfrm>
          <a:off x="609599" y="5049106"/>
          <a:ext cx="2057400" cy="1280160"/>
        </p:xfrm>
        <a:graphic>
          <a:graphicData uri="http://schemas.openxmlformats.org/drawingml/2006/table">
            <a:tbl>
              <a:tblPr firstRow="1" bandRow="1">
                <a:tableStyleId>{5C22544A-7EE6-4342-B048-85BDC9FD1C3A}</a:tableStyleId>
              </a:tblPr>
              <a:tblGrid>
                <a:gridCol w="1143000">
                  <a:extLst>
                    <a:ext uri="{9D8B030D-6E8A-4147-A177-3AD203B41FA5}">
                      <a16:colId xmlns:a16="http://schemas.microsoft.com/office/drawing/2014/main" val="1774526519"/>
                    </a:ext>
                  </a:extLst>
                </a:gridCol>
                <a:gridCol w="914400">
                  <a:extLst>
                    <a:ext uri="{9D8B030D-6E8A-4147-A177-3AD203B41FA5}">
                      <a16:colId xmlns:a16="http://schemas.microsoft.com/office/drawing/2014/main" val="2589780332"/>
                    </a:ext>
                  </a:extLst>
                </a:gridCol>
              </a:tblGrid>
              <a:tr h="256032">
                <a:tc>
                  <a:txBody>
                    <a:bodyPr/>
                    <a:lstStyle/>
                    <a:p>
                      <a:r>
                        <a:rPr lang="en-US" sz="1000" b="0">
                          <a:solidFill>
                            <a:schemeClr val="bg1"/>
                          </a:solidFill>
                        </a:rPr>
                        <a:t>Record</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1">
                          <a:solidFill>
                            <a:schemeClr val="tx1"/>
                          </a:solidFill>
                        </a:rPr>
                        <a:t>9/10</a:t>
                      </a:r>
                      <a:endParaRPr lang="en-IN" sz="1100" b="1">
                        <a:solidFill>
                          <a:schemeClr val="tx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EA72E"/>
                    </a:solidFill>
                  </a:tcPr>
                </a:tc>
                <a:extLst>
                  <a:ext uri="{0D108BD9-81ED-4DB2-BD59-A6C34878D82A}">
                    <a16:rowId xmlns:a16="http://schemas.microsoft.com/office/drawing/2014/main" val="390316834"/>
                  </a:ext>
                </a:extLst>
              </a:tr>
              <a:tr h="256032">
                <a:tc>
                  <a:txBody>
                    <a:bodyPr/>
                    <a:lstStyle/>
                    <a:p>
                      <a:r>
                        <a:rPr lang="en-US" sz="1000" b="0">
                          <a:solidFill>
                            <a:schemeClr val="bg1"/>
                          </a:solidFill>
                        </a:rPr>
                        <a:t>Reconcile</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100" b="1">
                          <a:solidFill>
                            <a:schemeClr val="tx1"/>
                          </a:solidFill>
                        </a:rPr>
                        <a:t>9/10</a:t>
                      </a:r>
                      <a:endParaRPr lang="en-IN" sz="1100" b="1">
                        <a:solidFill>
                          <a:schemeClr val="tx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EA72E"/>
                    </a:solidFill>
                  </a:tcPr>
                </a:tc>
                <a:extLst>
                  <a:ext uri="{0D108BD9-81ED-4DB2-BD59-A6C34878D82A}">
                    <a16:rowId xmlns:a16="http://schemas.microsoft.com/office/drawing/2014/main" val="437865336"/>
                  </a:ext>
                </a:extLst>
              </a:tr>
              <a:tr h="256032">
                <a:tc>
                  <a:txBody>
                    <a:bodyPr/>
                    <a:lstStyle/>
                    <a:p>
                      <a:r>
                        <a:rPr lang="en-US" sz="1000" b="0">
                          <a:solidFill>
                            <a:schemeClr val="bg1"/>
                          </a:solidFill>
                        </a:rPr>
                        <a:t>Close</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1">
                          <a:solidFill>
                            <a:schemeClr val="bg1"/>
                          </a:solidFill>
                        </a:rPr>
                        <a:t>8/10</a:t>
                      </a:r>
                      <a:endParaRPr lang="en-IN" sz="1100" b="1">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8ED973"/>
                    </a:solidFill>
                  </a:tcPr>
                </a:tc>
                <a:extLst>
                  <a:ext uri="{0D108BD9-81ED-4DB2-BD59-A6C34878D82A}">
                    <a16:rowId xmlns:a16="http://schemas.microsoft.com/office/drawing/2014/main" val="3576259115"/>
                  </a:ext>
                </a:extLst>
              </a:tr>
              <a:tr h="256032">
                <a:tc>
                  <a:txBody>
                    <a:bodyPr/>
                    <a:lstStyle/>
                    <a:p>
                      <a:r>
                        <a:rPr lang="en-US" sz="1000" b="0">
                          <a:solidFill>
                            <a:schemeClr val="bg1"/>
                          </a:solidFill>
                        </a:rPr>
                        <a:t>Consolidate</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100" b="1">
                          <a:solidFill>
                            <a:schemeClr val="bg1"/>
                          </a:solidFill>
                        </a:rPr>
                        <a:t>5/10</a:t>
                      </a:r>
                      <a:endParaRPr lang="en-IN" sz="1100" b="1">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9900"/>
                    </a:solidFill>
                  </a:tcPr>
                </a:tc>
                <a:extLst>
                  <a:ext uri="{0D108BD9-81ED-4DB2-BD59-A6C34878D82A}">
                    <a16:rowId xmlns:a16="http://schemas.microsoft.com/office/drawing/2014/main" val="3104640811"/>
                  </a:ext>
                </a:extLst>
              </a:tr>
              <a:tr h="256032">
                <a:tc>
                  <a:txBody>
                    <a:bodyPr/>
                    <a:lstStyle/>
                    <a:p>
                      <a:r>
                        <a:rPr lang="en-US" sz="1000" b="0">
                          <a:solidFill>
                            <a:schemeClr val="bg1"/>
                          </a:solidFill>
                        </a:rPr>
                        <a:t>Report</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1">
                          <a:solidFill>
                            <a:schemeClr val="bg1"/>
                          </a:solidFill>
                        </a:rPr>
                        <a:t>6/10</a:t>
                      </a:r>
                      <a:endParaRPr lang="en-IN" sz="1100" b="1">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C00"/>
                    </a:solidFill>
                  </a:tcPr>
                </a:tc>
                <a:extLst>
                  <a:ext uri="{0D108BD9-81ED-4DB2-BD59-A6C34878D82A}">
                    <a16:rowId xmlns:a16="http://schemas.microsoft.com/office/drawing/2014/main" val="3383410164"/>
                  </a:ext>
                </a:extLst>
              </a:tr>
            </a:tbl>
          </a:graphicData>
        </a:graphic>
      </p:graphicFrame>
      <p:graphicFrame>
        <p:nvGraphicFramePr>
          <p:cNvPr id="26" name="Table 25">
            <a:extLst>
              <a:ext uri="{FF2B5EF4-FFF2-40B4-BE49-F238E27FC236}">
                <a16:creationId xmlns:a16="http://schemas.microsoft.com/office/drawing/2014/main" id="{55414ACF-8938-8F75-4E9B-3774CEF33851}"/>
              </a:ext>
            </a:extLst>
          </p:cNvPr>
          <p:cNvGraphicFramePr>
            <a:graphicFrameLocks noGrp="1"/>
          </p:cNvGraphicFramePr>
          <p:nvPr/>
        </p:nvGraphicFramePr>
        <p:xfrm>
          <a:off x="2666999" y="6545949"/>
          <a:ext cx="2286000" cy="182880"/>
        </p:xfrm>
        <a:graphic>
          <a:graphicData uri="http://schemas.openxmlformats.org/drawingml/2006/table">
            <a:tbl>
              <a:tblPr firstRow="1" bandRow="1"/>
              <a:tblGrid>
                <a:gridCol w="228600">
                  <a:extLst>
                    <a:ext uri="{9D8B030D-6E8A-4147-A177-3AD203B41FA5}">
                      <a16:colId xmlns:a16="http://schemas.microsoft.com/office/drawing/2014/main" val="2033441762"/>
                    </a:ext>
                  </a:extLst>
                </a:gridCol>
                <a:gridCol w="228600">
                  <a:extLst>
                    <a:ext uri="{9D8B030D-6E8A-4147-A177-3AD203B41FA5}">
                      <a16:colId xmlns:a16="http://schemas.microsoft.com/office/drawing/2014/main" val="3449813922"/>
                    </a:ext>
                  </a:extLst>
                </a:gridCol>
                <a:gridCol w="228600">
                  <a:extLst>
                    <a:ext uri="{9D8B030D-6E8A-4147-A177-3AD203B41FA5}">
                      <a16:colId xmlns:a16="http://schemas.microsoft.com/office/drawing/2014/main" val="4151504232"/>
                    </a:ext>
                  </a:extLst>
                </a:gridCol>
                <a:gridCol w="228600">
                  <a:extLst>
                    <a:ext uri="{9D8B030D-6E8A-4147-A177-3AD203B41FA5}">
                      <a16:colId xmlns:a16="http://schemas.microsoft.com/office/drawing/2014/main" val="3651163233"/>
                    </a:ext>
                  </a:extLst>
                </a:gridCol>
                <a:gridCol w="228600">
                  <a:extLst>
                    <a:ext uri="{9D8B030D-6E8A-4147-A177-3AD203B41FA5}">
                      <a16:colId xmlns:a16="http://schemas.microsoft.com/office/drawing/2014/main" val="155501932"/>
                    </a:ext>
                  </a:extLst>
                </a:gridCol>
                <a:gridCol w="228600">
                  <a:extLst>
                    <a:ext uri="{9D8B030D-6E8A-4147-A177-3AD203B41FA5}">
                      <a16:colId xmlns:a16="http://schemas.microsoft.com/office/drawing/2014/main" val="2054273059"/>
                    </a:ext>
                  </a:extLst>
                </a:gridCol>
                <a:gridCol w="228600">
                  <a:extLst>
                    <a:ext uri="{9D8B030D-6E8A-4147-A177-3AD203B41FA5}">
                      <a16:colId xmlns:a16="http://schemas.microsoft.com/office/drawing/2014/main" val="2964105552"/>
                    </a:ext>
                  </a:extLst>
                </a:gridCol>
                <a:gridCol w="228600">
                  <a:extLst>
                    <a:ext uri="{9D8B030D-6E8A-4147-A177-3AD203B41FA5}">
                      <a16:colId xmlns:a16="http://schemas.microsoft.com/office/drawing/2014/main" val="3230257800"/>
                    </a:ext>
                  </a:extLst>
                </a:gridCol>
                <a:gridCol w="228600">
                  <a:extLst>
                    <a:ext uri="{9D8B030D-6E8A-4147-A177-3AD203B41FA5}">
                      <a16:colId xmlns:a16="http://schemas.microsoft.com/office/drawing/2014/main" val="2596560962"/>
                    </a:ext>
                  </a:extLst>
                </a:gridCol>
                <a:gridCol w="228600">
                  <a:extLst>
                    <a:ext uri="{9D8B030D-6E8A-4147-A177-3AD203B41FA5}">
                      <a16:colId xmlns:a16="http://schemas.microsoft.com/office/drawing/2014/main" val="3804317012"/>
                    </a:ext>
                  </a:extLst>
                </a:gridCol>
              </a:tblGrid>
              <a:tr h="18288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rPr>
                        <a:t>1</a:t>
                      </a:r>
                      <a:endParaRPr lang="en-IN" sz="600">
                        <a:solidFill>
                          <a:schemeClr val="tx1"/>
                        </a:solidFill>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900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rPr>
                        <a:t>2</a:t>
                      </a:r>
                      <a:endParaRPr lang="en-IN" sz="600">
                        <a:solidFill>
                          <a:schemeClr val="tx1"/>
                        </a:solidFill>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3</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33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4</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66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5</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99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6</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C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7</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8</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EA72E">
                        <a:lumMod val="60000"/>
                        <a:lumOff val="40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rPr>
                        <a:t>9</a:t>
                      </a:r>
                      <a:endParaRPr lang="en-IN" sz="600">
                        <a:solidFill>
                          <a:schemeClr val="tx1"/>
                        </a:solidFill>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EA72E"/>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rPr>
                        <a:t>10</a:t>
                      </a:r>
                      <a:endParaRPr lang="en-IN" sz="600">
                        <a:solidFill>
                          <a:schemeClr val="tx1"/>
                        </a:solidFill>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EA72E">
                        <a:lumMod val="75000"/>
                      </a:srgbClr>
                    </a:solidFill>
                  </a:tcPr>
                </a:tc>
                <a:extLst>
                  <a:ext uri="{0D108BD9-81ED-4DB2-BD59-A6C34878D82A}">
                    <a16:rowId xmlns:a16="http://schemas.microsoft.com/office/drawing/2014/main" val="2923592930"/>
                  </a:ext>
                </a:extLst>
              </a:tr>
            </a:tbl>
          </a:graphicData>
        </a:graphic>
      </p:graphicFrame>
      <p:sp>
        <p:nvSpPr>
          <p:cNvPr id="27" name="Rectangle 26">
            <a:extLst>
              <a:ext uri="{FF2B5EF4-FFF2-40B4-BE49-F238E27FC236}">
                <a16:creationId xmlns:a16="http://schemas.microsoft.com/office/drawing/2014/main" id="{FE3FCAC0-D55D-D5E1-C4B2-2C91DD1836BB}"/>
              </a:ext>
            </a:extLst>
          </p:cNvPr>
          <p:cNvSpPr/>
          <p:nvPr/>
        </p:nvSpPr>
        <p:spPr>
          <a:xfrm>
            <a:off x="2164079" y="6548223"/>
            <a:ext cx="502920" cy="182880"/>
          </a:xfrm>
          <a:prstGeom prst="rect">
            <a:avLst/>
          </a:prstGeom>
          <a:noFill/>
          <a:ln w="12700" cap="flat" cmpd="sng" algn="ctr">
            <a:noFill/>
            <a:prstDash val="solid"/>
            <a:miter lim="800000"/>
            <a:headEnd type="none" w="med" len="med"/>
            <a:tailEnd type="none" w="med" len="med"/>
          </a:ln>
          <a:effectLst/>
        </p:spPr>
        <p:txBody>
          <a:bodyPr lIns="45720" tIns="18288" rIns="45720" bIns="18288" rtlCol="0" anchor="ctr" anchorCtr="0"/>
          <a:lstStyle/>
          <a:p>
            <a:pPr marL="0" marR="0" lvl="0" indent="0" algn="ctr" defTabSz="914400" rtl="0" eaLnBrk="1" fontAlgn="auto" latinLnBrk="0" hangingPunct="1">
              <a:lnSpc>
                <a:spcPct val="100000"/>
              </a:lnSpc>
              <a:spcBef>
                <a:spcPts val="0"/>
              </a:spcBef>
              <a:spcAft>
                <a:spcPts val="0"/>
              </a:spcAft>
              <a:buClr>
                <a:srgbClr val="FFE600"/>
              </a:buClr>
              <a:buSzTx/>
              <a:buFontTx/>
              <a:buNone/>
              <a:tabLst/>
              <a:defRPr/>
            </a:pPr>
            <a:r>
              <a:rPr kumimoji="0" lang="en-US" sz="600" b="1" i="1" u="none" strike="noStrike" kern="0" cap="none" spc="0" normalizeH="0" baseline="0" noProof="0">
                <a:ln>
                  <a:noFill/>
                </a:ln>
                <a:solidFill>
                  <a:srgbClr val="1A1A24"/>
                </a:solidFill>
                <a:effectLst/>
                <a:uLnTx/>
                <a:uFillTx/>
                <a:latin typeface="EYInterstate Light"/>
                <a:ea typeface="+mn-ea"/>
                <a:cs typeface="+mn-cs"/>
              </a:rPr>
              <a:t>Color Key</a:t>
            </a:r>
          </a:p>
        </p:txBody>
      </p:sp>
      <p:sp>
        <p:nvSpPr>
          <p:cNvPr id="28" name="Rectangle 27">
            <a:extLst>
              <a:ext uri="{FF2B5EF4-FFF2-40B4-BE49-F238E27FC236}">
                <a16:creationId xmlns:a16="http://schemas.microsoft.com/office/drawing/2014/main" id="{95C38A45-9D9B-CABE-290A-685C679B924D}"/>
              </a:ext>
            </a:extLst>
          </p:cNvPr>
          <p:cNvSpPr/>
          <p:nvPr/>
        </p:nvSpPr>
        <p:spPr>
          <a:xfrm>
            <a:off x="6096000" y="4265676"/>
            <a:ext cx="3017520" cy="2059300"/>
          </a:xfrm>
          <a:prstGeom prst="rect">
            <a:avLst/>
          </a:prstGeom>
          <a:solidFill>
            <a:srgbClr val="646464">
              <a:alpha val="20000"/>
            </a:srgbClr>
          </a:solidFill>
          <a:ln w="12700" cap="flat" cmpd="sng" algn="ctr">
            <a:solidFill>
              <a:schemeClr val="tx1"/>
            </a:solidFill>
            <a:prstDash val="solid"/>
            <a:miter lim="800000"/>
            <a:headEnd type="none" w="med" len="med"/>
            <a:tailEnd type="none" w="med" len="med"/>
          </a:ln>
          <a:effectLst/>
        </p:spPr>
        <p:txBody>
          <a:bodyPr lIns="91440" tIns="91440" rIns="91440" bIns="0" numCol="1" spcCol="91440" rtlCol="0" anchor="t" anchorCtr="0"/>
          <a:lstStyle/>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Are all journal entries recorded accurately and in a timely manner?</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Are GL accounts reconciled and discrepancies resolved before deadlines?</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Is the data prepared in a format suitable for consolidation?</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Are financial reports compliant with internal and external requirements?</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Do upstream/downstream data sources impact the accuracy of the GL?</a:t>
            </a:r>
            <a:endParaRPr kumimoji="0" lang="en-US" sz="1000" b="0" i="0" u="none" strike="noStrike" kern="0" cap="none" spc="0" normalizeH="0" baseline="0" noProof="0">
              <a:ln>
                <a:noFill/>
              </a:ln>
              <a:solidFill>
                <a:srgbClr val="1A1A24"/>
              </a:solidFill>
              <a:effectLst/>
              <a:uLnTx/>
              <a:uFillTx/>
              <a:latin typeface="EYInterstate Light"/>
              <a:ea typeface="+mn-ea"/>
              <a:cs typeface="+mn-cs"/>
            </a:endParaRPr>
          </a:p>
        </p:txBody>
      </p:sp>
      <p:graphicFrame>
        <p:nvGraphicFramePr>
          <p:cNvPr id="37" name="Table 36">
            <a:extLst>
              <a:ext uri="{FF2B5EF4-FFF2-40B4-BE49-F238E27FC236}">
                <a16:creationId xmlns:a16="http://schemas.microsoft.com/office/drawing/2014/main" id="{F96072DC-5677-B57C-6B9B-79977CA9C67B}"/>
              </a:ext>
            </a:extLst>
          </p:cNvPr>
          <p:cNvGraphicFramePr>
            <a:graphicFrameLocks noGrp="1"/>
          </p:cNvGraphicFramePr>
          <p:nvPr>
            <p:extLst>
              <p:ext uri="{D42A27DB-BD31-4B8C-83A1-F6EECF244321}">
                <p14:modId xmlns:p14="http://schemas.microsoft.com/office/powerpoint/2010/main" val="893049121"/>
              </p:ext>
            </p:extLst>
          </p:nvPr>
        </p:nvGraphicFramePr>
        <p:xfrm>
          <a:off x="9296400" y="4265676"/>
          <a:ext cx="2286000" cy="2057400"/>
        </p:xfrm>
        <a:graphic>
          <a:graphicData uri="http://schemas.openxmlformats.org/drawingml/2006/table">
            <a:tbl>
              <a:tblPr firstRow="1" bandRow="1">
                <a:tableStyleId>{5C22544A-7EE6-4342-B048-85BDC9FD1C3A}</a:tableStyleId>
              </a:tblPr>
              <a:tblGrid>
                <a:gridCol w="1691640">
                  <a:extLst>
                    <a:ext uri="{9D8B030D-6E8A-4147-A177-3AD203B41FA5}">
                      <a16:colId xmlns:a16="http://schemas.microsoft.com/office/drawing/2014/main" val="1774526519"/>
                    </a:ext>
                  </a:extLst>
                </a:gridCol>
                <a:gridCol w="594360">
                  <a:extLst>
                    <a:ext uri="{9D8B030D-6E8A-4147-A177-3AD203B41FA5}">
                      <a16:colId xmlns:a16="http://schemas.microsoft.com/office/drawing/2014/main" val="2421986053"/>
                    </a:ext>
                  </a:extLst>
                </a:gridCol>
              </a:tblGrid>
              <a:tr h="374904">
                <a:tc>
                  <a:txBody>
                    <a:bodyPr/>
                    <a:lstStyle/>
                    <a:p>
                      <a:r>
                        <a:rPr lang="en-US" sz="1000" b="0" i="0">
                          <a:solidFill>
                            <a:schemeClr val="bg1"/>
                          </a:solidFill>
                        </a:rPr>
                        <a:t>GL Accountants</a:t>
                      </a:r>
                      <a:endParaRPr lang="en-IN" sz="1000" b="0"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50" b="1" i="0">
                          <a:solidFill>
                            <a:schemeClr val="bg1"/>
                          </a:solidFill>
                        </a:rPr>
                        <a:t>6 – 10</a:t>
                      </a:r>
                      <a:endParaRPr lang="en-IN" sz="1050" b="1"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437865336"/>
                  </a:ext>
                </a:extLst>
              </a:tr>
              <a:tr h="374904">
                <a:tc>
                  <a:txBody>
                    <a:bodyPr/>
                    <a:lstStyle/>
                    <a:p>
                      <a:r>
                        <a:rPr lang="en-US" sz="1000" b="0" i="0">
                          <a:solidFill>
                            <a:schemeClr val="bg1"/>
                          </a:solidFill>
                        </a:rPr>
                        <a:t>GL Lead / Supervisor</a:t>
                      </a:r>
                      <a:endParaRPr lang="en-IN" sz="1000" b="0"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050" b="1" i="0">
                          <a:solidFill>
                            <a:schemeClr val="bg1"/>
                          </a:solidFill>
                        </a:rPr>
                        <a:t>1 – 2</a:t>
                      </a: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576259115"/>
                  </a:ext>
                </a:extLst>
              </a:tr>
              <a:tr h="374904">
                <a:tc>
                  <a:txBody>
                    <a:bodyPr/>
                    <a:lstStyle/>
                    <a:p>
                      <a:r>
                        <a:rPr lang="en-US" sz="1000" b="0" i="0">
                          <a:solidFill>
                            <a:schemeClr val="bg1"/>
                          </a:solidFill>
                        </a:rPr>
                        <a:t>R2R Process Manager</a:t>
                      </a:r>
                      <a:endParaRPr lang="en-IN" sz="1000" b="0"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50" b="1" i="0">
                          <a:solidFill>
                            <a:schemeClr val="bg1"/>
                          </a:solidFill>
                        </a:rPr>
                        <a:t>1</a:t>
                      </a:r>
                      <a:endParaRPr lang="en-IN" sz="1050" b="1"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104640811"/>
                  </a:ext>
                </a:extLst>
              </a:tr>
              <a:tr h="466344">
                <a:tc>
                  <a:txBody>
                    <a:bodyPr/>
                    <a:lstStyle/>
                    <a:p>
                      <a:r>
                        <a:rPr lang="en-IN" sz="1000" b="0" i="0">
                          <a:solidFill>
                            <a:schemeClr val="bg1"/>
                          </a:solidFill>
                        </a:rPr>
                        <a:t>Transaction Processing Staff </a:t>
                      </a:r>
                      <a:r>
                        <a:rPr lang="en-IN" sz="900" b="0" i="1">
                          <a:solidFill>
                            <a:schemeClr val="bg1"/>
                          </a:solidFill>
                        </a:rPr>
                        <a:t>(Shared Services)</a:t>
                      </a:r>
                      <a:endParaRPr lang="en-IN" sz="1000" b="0" i="1">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050" b="1" i="0">
                          <a:solidFill>
                            <a:schemeClr val="bg1"/>
                          </a:solidFill>
                        </a:rPr>
                        <a:t>3 – 6</a:t>
                      </a:r>
                      <a:endParaRPr lang="en-IN" sz="1050" b="1"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84830849"/>
                  </a:ext>
                </a:extLst>
              </a:tr>
              <a:tr h="466344">
                <a:tc>
                  <a:txBody>
                    <a:bodyPr/>
                    <a:lstStyle/>
                    <a:p>
                      <a:r>
                        <a:rPr lang="en-IN" sz="1000" b="0" i="0">
                          <a:solidFill>
                            <a:schemeClr val="bg1"/>
                          </a:solidFill>
                        </a:rPr>
                        <a:t>Finance Transformation Specialist</a:t>
                      </a: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50" b="1" i="0">
                          <a:solidFill>
                            <a:schemeClr val="bg1"/>
                          </a:solidFill>
                        </a:rPr>
                        <a:t>1 – 2</a:t>
                      </a:r>
                      <a:endParaRPr lang="en-IN" sz="1050" b="1"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4043179453"/>
                  </a:ext>
                </a:extLst>
              </a:tr>
            </a:tbl>
          </a:graphicData>
        </a:graphic>
      </p:graphicFrame>
      <p:sp>
        <p:nvSpPr>
          <p:cNvPr id="40" name="Rectangle 39">
            <a:extLst>
              <a:ext uri="{FF2B5EF4-FFF2-40B4-BE49-F238E27FC236}">
                <a16:creationId xmlns:a16="http://schemas.microsoft.com/office/drawing/2014/main" id="{0BFF1EAF-61FA-0EAE-3A22-D0E30B2E597D}"/>
              </a:ext>
            </a:extLst>
          </p:cNvPr>
          <p:cNvSpPr/>
          <p:nvPr/>
        </p:nvSpPr>
        <p:spPr>
          <a:xfrm>
            <a:off x="7696200" y="6542219"/>
            <a:ext cx="3886200" cy="182880"/>
          </a:xfrm>
          <a:prstGeom prst="rect">
            <a:avLst/>
          </a:prstGeom>
          <a:noFill/>
          <a:ln w="12700" cap="flat" cmpd="sng" algn="ctr">
            <a:noFill/>
            <a:prstDash val="solid"/>
            <a:miter lim="800000"/>
            <a:headEnd type="none" w="med" len="med"/>
            <a:tailEnd type="none" w="med" len="med"/>
          </a:ln>
          <a:effectLst/>
        </p:spPr>
        <p:txBody>
          <a:bodyPr lIns="45720" tIns="18288" rIns="45720" bIns="18288"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IN" sz="1000" b="1" i="1" u="none" strike="noStrike" kern="0" cap="none" spc="0" normalizeH="0" baseline="0" noProof="0">
                <a:ln>
                  <a:noFill/>
                </a:ln>
                <a:solidFill>
                  <a:srgbClr val="1A1A24"/>
                </a:solidFill>
                <a:effectLst/>
                <a:uLnTx/>
                <a:uFillTx/>
                <a:latin typeface="EYInterstate Light"/>
                <a:ea typeface="+mn-ea"/>
                <a:cs typeface="+mn-cs"/>
              </a:rPr>
              <a:t>*</a:t>
            </a:r>
            <a:r>
              <a:rPr kumimoji="0" lang="en-IN" sz="600" b="0" i="1" u="none" strike="noStrike" kern="0" cap="none" spc="0" normalizeH="0" baseline="0" noProof="0">
                <a:ln>
                  <a:noFill/>
                </a:ln>
                <a:solidFill>
                  <a:srgbClr val="1A1A24"/>
                </a:solidFill>
                <a:effectLst/>
                <a:uLnTx/>
                <a:uFillTx/>
                <a:latin typeface="EYInterstate Light"/>
                <a:ea typeface="+mn-ea"/>
                <a:cs typeface="+mn-cs"/>
              </a:rPr>
              <a:t>Team structure may vary based on business size, number of entities, transaction volume, and tool maturity</a:t>
            </a:r>
            <a:endParaRPr kumimoji="0" lang="en-US" sz="600" b="0" i="1" u="none" strike="noStrike" kern="0" cap="none" spc="0" normalizeH="0" baseline="0" noProof="0">
              <a:ln>
                <a:noFill/>
              </a:ln>
              <a:solidFill>
                <a:srgbClr val="1A1A24"/>
              </a:solidFill>
              <a:effectLst/>
              <a:uLnTx/>
              <a:uFillTx/>
              <a:latin typeface="EYInterstate Light"/>
              <a:ea typeface="+mn-ea"/>
              <a:cs typeface="+mn-cs"/>
            </a:endParaRPr>
          </a:p>
        </p:txBody>
      </p:sp>
      <p:pic>
        <p:nvPicPr>
          <p:cNvPr id="62" name="Graphic 61" descr="Male profile with solid fill">
            <a:extLst>
              <a:ext uri="{FF2B5EF4-FFF2-40B4-BE49-F238E27FC236}">
                <a16:creationId xmlns:a16="http://schemas.microsoft.com/office/drawing/2014/main" id="{B4AF418D-4D8B-0F5D-1078-AB6968A7BD5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8179" y="2981477"/>
            <a:ext cx="228600" cy="228600"/>
          </a:xfrm>
          <a:prstGeom prst="rect">
            <a:avLst/>
          </a:prstGeom>
        </p:spPr>
      </p:pic>
      <p:pic>
        <p:nvPicPr>
          <p:cNvPr id="63" name="Graphic 62" descr="Female Profile with solid fill">
            <a:extLst>
              <a:ext uri="{FF2B5EF4-FFF2-40B4-BE49-F238E27FC236}">
                <a16:creationId xmlns:a16="http://schemas.microsoft.com/office/drawing/2014/main" id="{CCFB72E5-2AB1-7EE1-279B-6C0DBDE421D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78179" y="3212689"/>
            <a:ext cx="228600" cy="228600"/>
          </a:xfrm>
          <a:prstGeom prst="rect">
            <a:avLst/>
          </a:prstGeom>
        </p:spPr>
      </p:pic>
      <p:pic>
        <p:nvPicPr>
          <p:cNvPr id="71" name="Graphic 70" descr="Male profile with solid fill">
            <a:extLst>
              <a:ext uri="{FF2B5EF4-FFF2-40B4-BE49-F238E27FC236}">
                <a16:creationId xmlns:a16="http://schemas.microsoft.com/office/drawing/2014/main" id="{816CC13F-254D-5FA8-0D0E-EFD57874487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8179" y="3440213"/>
            <a:ext cx="228600" cy="228600"/>
          </a:xfrm>
          <a:prstGeom prst="rect">
            <a:avLst/>
          </a:prstGeom>
        </p:spPr>
      </p:pic>
      <p:pic>
        <p:nvPicPr>
          <p:cNvPr id="72" name="Graphic 71" descr="Female Profile with solid fill">
            <a:extLst>
              <a:ext uri="{FF2B5EF4-FFF2-40B4-BE49-F238E27FC236}">
                <a16:creationId xmlns:a16="http://schemas.microsoft.com/office/drawing/2014/main" id="{6E210A4D-501F-F7AE-70D2-D0E0F7069E2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78495" y="3669251"/>
            <a:ext cx="228600" cy="228600"/>
          </a:xfrm>
          <a:prstGeom prst="rect">
            <a:avLst/>
          </a:prstGeom>
        </p:spPr>
      </p:pic>
      <p:pic>
        <p:nvPicPr>
          <p:cNvPr id="73" name="Graphic 72" descr="Male profile with solid fill">
            <a:extLst>
              <a:ext uri="{FF2B5EF4-FFF2-40B4-BE49-F238E27FC236}">
                <a16:creationId xmlns:a16="http://schemas.microsoft.com/office/drawing/2014/main" id="{0D36DED2-13F7-3A12-898C-981A7D0A542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8179" y="4280521"/>
            <a:ext cx="228600" cy="228600"/>
          </a:xfrm>
          <a:prstGeom prst="rect">
            <a:avLst/>
          </a:prstGeom>
        </p:spPr>
      </p:pic>
      <p:pic>
        <p:nvPicPr>
          <p:cNvPr id="74" name="Graphic 73" descr="Female Profile with solid fill">
            <a:extLst>
              <a:ext uri="{FF2B5EF4-FFF2-40B4-BE49-F238E27FC236}">
                <a16:creationId xmlns:a16="http://schemas.microsoft.com/office/drawing/2014/main" id="{2475C38C-AF37-0848-36DF-5A0D0CD492E3}"/>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78179" y="3974294"/>
            <a:ext cx="228600" cy="228600"/>
          </a:xfrm>
          <a:prstGeom prst="rect">
            <a:avLst/>
          </a:prstGeom>
        </p:spPr>
      </p:pic>
      <p:graphicFrame>
        <p:nvGraphicFramePr>
          <p:cNvPr id="36" name="Table 35">
            <a:extLst>
              <a:ext uri="{FF2B5EF4-FFF2-40B4-BE49-F238E27FC236}">
                <a16:creationId xmlns:a16="http://schemas.microsoft.com/office/drawing/2014/main" id="{8BBCB9D7-9EF0-AD4A-B14D-6769FD41B4A4}"/>
              </a:ext>
            </a:extLst>
          </p:cNvPr>
          <p:cNvGraphicFramePr>
            <a:graphicFrameLocks noGrp="1"/>
          </p:cNvGraphicFramePr>
          <p:nvPr>
            <p:extLst>
              <p:ext uri="{D42A27DB-BD31-4B8C-83A1-F6EECF244321}">
                <p14:modId xmlns:p14="http://schemas.microsoft.com/office/powerpoint/2010/main" val="2106668732"/>
              </p:ext>
            </p:extLst>
          </p:nvPr>
        </p:nvGraphicFramePr>
        <p:xfrm>
          <a:off x="2895600" y="1298259"/>
          <a:ext cx="8686800" cy="2468880"/>
        </p:xfrm>
        <a:graphic>
          <a:graphicData uri="http://schemas.openxmlformats.org/drawingml/2006/table">
            <a:tbl>
              <a:tblPr firstRow="1" bandRow="1">
                <a:tableStyleId>{5C22544A-7EE6-4342-B048-85BDC9FD1C3A}</a:tableStyleId>
              </a:tblPr>
              <a:tblGrid>
                <a:gridCol w="1737360">
                  <a:extLst>
                    <a:ext uri="{9D8B030D-6E8A-4147-A177-3AD203B41FA5}">
                      <a16:colId xmlns:a16="http://schemas.microsoft.com/office/drawing/2014/main" val="1774526519"/>
                    </a:ext>
                  </a:extLst>
                </a:gridCol>
                <a:gridCol w="1737360">
                  <a:extLst>
                    <a:ext uri="{9D8B030D-6E8A-4147-A177-3AD203B41FA5}">
                      <a16:colId xmlns:a16="http://schemas.microsoft.com/office/drawing/2014/main" val="2421986053"/>
                    </a:ext>
                  </a:extLst>
                </a:gridCol>
                <a:gridCol w="1737360">
                  <a:extLst>
                    <a:ext uri="{9D8B030D-6E8A-4147-A177-3AD203B41FA5}">
                      <a16:colId xmlns:a16="http://schemas.microsoft.com/office/drawing/2014/main" val="2395235058"/>
                    </a:ext>
                  </a:extLst>
                </a:gridCol>
                <a:gridCol w="1737360">
                  <a:extLst>
                    <a:ext uri="{9D8B030D-6E8A-4147-A177-3AD203B41FA5}">
                      <a16:colId xmlns:a16="http://schemas.microsoft.com/office/drawing/2014/main" val="4280830803"/>
                    </a:ext>
                  </a:extLst>
                </a:gridCol>
                <a:gridCol w="1737360">
                  <a:extLst>
                    <a:ext uri="{9D8B030D-6E8A-4147-A177-3AD203B41FA5}">
                      <a16:colId xmlns:a16="http://schemas.microsoft.com/office/drawing/2014/main" val="2486003711"/>
                    </a:ext>
                  </a:extLst>
                </a:gridCol>
              </a:tblGrid>
              <a:tr h="320040">
                <a:tc>
                  <a:txBody>
                    <a:bodyPr/>
                    <a:lstStyle/>
                    <a:p>
                      <a:r>
                        <a:rPr lang="en-US" sz="1100" b="1">
                          <a:solidFill>
                            <a:schemeClr val="tx1"/>
                          </a:solidFill>
                        </a:rPr>
                        <a:t>Record</a:t>
                      </a:r>
                      <a:endParaRPr lang="en-IN" sz="1100" b="1">
                        <a:solidFill>
                          <a:schemeClr val="tx1"/>
                        </a:solidFill>
                      </a:endParaRP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Reconcile</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Close</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Consolidate</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Report</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extLst>
                  <a:ext uri="{0D108BD9-81ED-4DB2-BD59-A6C34878D82A}">
                    <a16:rowId xmlns:a16="http://schemas.microsoft.com/office/drawing/2014/main" val="390316834"/>
                  </a:ext>
                </a:extLst>
              </a:tr>
              <a:tr h="777240">
                <a:tc>
                  <a:txBody>
                    <a:bodyPr/>
                    <a:lstStyle/>
                    <a:p>
                      <a:pPr algn="l"/>
                      <a:r>
                        <a:rPr lang="en-IN" sz="1000" b="0" i="1">
                          <a:solidFill>
                            <a:schemeClr val="bg1"/>
                          </a:solidFill>
                        </a:rPr>
                        <a:t>Post journal entries (accruals, prepayments, intercompany, etc.)</a:t>
                      </a: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Perform GL account reconciliations (bank, intercompany, sub-ledgers)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Support monthly/quarterly/year-end close processes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Assist in preparing data for group-level consolidation</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Generate internal financial reports (trial balances, P&amp;L, balance sheets)</a:t>
                      </a: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437865336"/>
                  </a:ext>
                </a:extLst>
              </a:tr>
              <a:tr h="685800">
                <a:tc>
                  <a:txBody>
                    <a:bodyPr/>
                    <a:lstStyle/>
                    <a:p>
                      <a:pPr algn="l"/>
                      <a:r>
                        <a:rPr lang="en-IN" sz="1000" b="0" i="1">
                          <a:solidFill>
                            <a:schemeClr val="bg1"/>
                          </a:solidFill>
                        </a:rPr>
                        <a:t>Ensure accurate GL coding and documentation</a:t>
                      </a: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Investigate discrepancies and ensure timely resolution</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Ensure completeness and accuracy of GL entries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Support intercompany eliminations and group adjustments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Provide supporting documentation for audit or management review</a:t>
                      </a: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576259115"/>
                  </a:ext>
                </a:extLst>
              </a:tr>
              <a:tr h="685800">
                <a:tc>
                  <a:txBody>
                    <a:bodyPr/>
                    <a:lstStyle/>
                    <a:p>
                      <a:pPr algn="l"/>
                      <a:r>
                        <a:rPr lang="en-IN" sz="1000" b="0" i="1">
                          <a:solidFill>
                            <a:schemeClr val="bg1"/>
                          </a:solidFill>
                        </a:rPr>
                        <a:t>Maintain master data integrity (e.g., chart of accounts, cost centres)</a:t>
                      </a: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Adhere to internal controls and reconciliation policies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Coordinate with AP, AR, and other functions to validate balances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Liaise with corporate finance on local entity results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Assist in regulatory / statutory financial reporting where applicable</a:t>
                      </a: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104640811"/>
                  </a:ext>
                </a:extLst>
              </a:tr>
            </a:tbl>
          </a:graphicData>
        </a:graphic>
      </p:graphicFrame>
      <p:pic>
        <p:nvPicPr>
          <p:cNvPr id="3074" name="Picture 2" descr="Job description">
            <a:extLst>
              <a:ext uri="{FF2B5EF4-FFF2-40B4-BE49-F238E27FC236}">
                <a16:creationId xmlns:a16="http://schemas.microsoft.com/office/drawing/2014/main" id="{3391C1E2-BA9C-C3E9-E587-7B28284B9CFF}"/>
              </a:ext>
            </a:extLst>
          </p:cNvPr>
          <p:cNvPicPr>
            <a:picLocks noChangeAspect="1" noChangeArrowheads="1"/>
          </p:cNvPicPr>
          <p:nvPr/>
        </p:nvPicPr>
        <p:blipFill>
          <a:blip r:embed="rId7">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895600" y="915595"/>
            <a:ext cx="365760" cy="365760"/>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Motivation ">
            <a:extLst>
              <a:ext uri="{FF2B5EF4-FFF2-40B4-BE49-F238E27FC236}">
                <a16:creationId xmlns:a16="http://schemas.microsoft.com/office/drawing/2014/main" id="{8BF7AC6A-846E-1664-09AD-52FA6C2BFC3C}"/>
              </a:ext>
            </a:extLst>
          </p:cNvPr>
          <p:cNvPicPr>
            <a:picLocks noChangeAspect="1" noChangeArrowheads="1"/>
          </p:cNvPicPr>
          <p:nvPr/>
        </p:nvPicPr>
        <p:blipFill>
          <a:blip r:embed="rId8">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895600" y="3881347"/>
            <a:ext cx="365760" cy="365760"/>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Concerned ">
            <a:extLst>
              <a:ext uri="{FF2B5EF4-FFF2-40B4-BE49-F238E27FC236}">
                <a16:creationId xmlns:a16="http://schemas.microsoft.com/office/drawing/2014/main" id="{D2F54F55-9A54-BAD2-515A-0F9529C54248}"/>
              </a:ext>
            </a:extLst>
          </p:cNvPr>
          <p:cNvPicPr>
            <a:picLocks noChangeAspect="1" noChangeArrowheads="1"/>
          </p:cNvPicPr>
          <p:nvPr/>
        </p:nvPicPr>
        <p:blipFill>
          <a:blip r:embed="rId9">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096000" y="3881347"/>
            <a:ext cx="365760" cy="365760"/>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descr="Organization structure ">
            <a:extLst>
              <a:ext uri="{FF2B5EF4-FFF2-40B4-BE49-F238E27FC236}">
                <a16:creationId xmlns:a16="http://schemas.microsoft.com/office/drawing/2014/main" id="{5E726B33-6D92-BBCB-A4EA-61271928D169}"/>
              </a:ext>
            </a:extLst>
          </p:cNvPr>
          <p:cNvPicPr>
            <a:picLocks noChangeAspect="1" noChangeArrowheads="1"/>
          </p:cNvPicPr>
          <p:nvPr/>
        </p:nvPicPr>
        <p:blipFill>
          <a:blip r:embed="rId10">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9296400" y="3881347"/>
            <a:ext cx="365760" cy="36576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6667164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F82B34-6A21-0072-E210-032C422C5A1C}"/>
            </a:ext>
          </a:extLst>
        </p:cNvPr>
        <p:cNvGrpSpPr/>
        <p:nvPr/>
      </p:nvGrpSpPr>
      <p:grpSpPr>
        <a:xfrm>
          <a:off x="0" y="0"/>
          <a:ext cx="0" cy="0"/>
          <a:chOff x="0" y="0"/>
          <a:chExt cx="0" cy="0"/>
        </a:xfrm>
      </p:grpSpPr>
      <p:graphicFrame>
        <p:nvGraphicFramePr>
          <p:cNvPr id="36" name="Table 35">
            <a:extLst>
              <a:ext uri="{FF2B5EF4-FFF2-40B4-BE49-F238E27FC236}">
                <a16:creationId xmlns:a16="http://schemas.microsoft.com/office/drawing/2014/main" id="{D9EEE035-CF14-F6C9-E73D-7BEC0AF4C84B}"/>
              </a:ext>
            </a:extLst>
          </p:cNvPr>
          <p:cNvGraphicFramePr>
            <a:graphicFrameLocks noGrp="1"/>
          </p:cNvGraphicFramePr>
          <p:nvPr>
            <p:extLst>
              <p:ext uri="{D42A27DB-BD31-4B8C-83A1-F6EECF244321}">
                <p14:modId xmlns:p14="http://schemas.microsoft.com/office/powerpoint/2010/main" val="905513425"/>
              </p:ext>
            </p:extLst>
          </p:nvPr>
        </p:nvGraphicFramePr>
        <p:xfrm>
          <a:off x="2895600" y="1297063"/>
          <a:ext cx="8686800" cy="2478024"/>
        </p:xfrm>
        <a:graphic>
          <a:graphicData uri="http://schemas.openxmlformats.org/drawingml/2006/table">
            <a:tbl>
              <a:tblPr firstRow="1" bandRow="1">
                <a:tableStyleId>{5C22544A-7EE6-4342-B048-85BDC9FD1C3A}</a:tableStyleId>
              </a:tblPr>
              <a:tblGrid>
                <a:gridCol w="1737360">
                  <a:extLst>
                    <a:ext uri="{9D8B030D-6E8A-4147-A177-3AD203B41FA5}">
                      <a16:colId xmlns:a16="http://schemas.microsoft.com/office/drawing/2014/main" val="1774526519"/>
                    </a:ext>
                  </a:extLst>
                </a:gridCol>
                <a:gridCol w="1737360">
                  <a:extLst>
                    <a:ext uri="{9D8B030D-6E8A-4147-A177-3AD203B41FA5}">
                      <a16:colId xmlns:a16="http://schemas.microsoft.com/office/drawing/2014/main" val="2421986053"/>
                    </a:ext>
                  </a:extLst>
                </a:gridCol>
                <a:gridCol w="1737360">
                  <a:extLst>
                    <a:ext uri="{9D8B030D-6E8A-4147-A177-3AD203B41FA5}">
                      <a16:colId xmlns:a16="http://schemas.microsoft.com/office/drawing/2014/main" val="2395235058"/>
                    </a:ext>
                  </a:extLst>
                </a:gridCol>
                <a:gridCol w="1737360">
                  <a:extLst>
                    <a:ext uri="{9D8B030D-6E8A-4147-A177-3AD203B41FA5}">
                      <a16:colId xmlns:a16="http://schemas.microsoft.com/office/drawing/2014/main" val="4280830803"/>
                    </a:ext>
                  </a:extLst>
                </a:gridCol>
                <a:gridCol w="1737360">
                  <a:extLst>
                    <a:ext uri="{9D8B030D-6E8A-4147-A177-3AD203B41FA5}">
                      <a16:colId xmlns:a16="http://schemas.microsoft.com/office/drawing/2014/main" val="2486003711"/>
                    </a:ext>
                  </a:extLst>
                </a:gridCol>
              </a:tblGrid>
              <a:tr h="320040">
                <a:tc>
                  <a:txBody>
                    <a:bodyPr/>
                    <a:lstStyle/>
                    <a:p>
                      <a:r>
                        <a:rPr lang="en-US" sz="1100" b="1">
                          <a:solidFill>
                            <a:schemeClr val="tx1"/>
                          </a:solidFill>
                        </a:rPr>
                        <a:t>Record</a:t>
                      </a:r>
                      <a:endParaRPr lang="en-IN" sz="1100" b="1">
                        <a:solidFill>
                          <a:schemeClr val="tx1"/>
                        </a:solidFill>
                      </a:endParaRP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Reconcile</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Close</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Consolidate</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Report</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extLst>
                  <a:ext uri="{0D108BD9-81ED-4DB2-BD59-A6C34878D82A}">
                    <a16:rowId xmlns:a16="http://schemas.microsoft.com/office/drawing/2014/main" val="390316834"/>
                  </a:ext>
                </a:extLst>
              </a:tr>
              <a:tr h="758952">
                <a:tc>
                  <a:txBody>
                    <a:bodyPr/>
                    <a:lstStyle/>
                    <a:p>
                      <a:pPr algn="l"/>
                      <a:r>
                        <a:rPr lang="en-IN" sz="1000" b="0" i="1">
                          <a:solidFill>
                            <a:schemeClr val="bg1"/>
                          </a:solidFill>
                        </a:rPr>
                        <a:t>Record intercompany transactions (sales, services, charges, cost allocations)</a:t>
                      </a: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Match intercompany balances between entities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Coordinate with counterparties to ensure balances align pre-close</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Provide accurate intercompany data for elimination during consolidation</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Prepare intercompany balance reports and aging schedules</a:t>
                      </a: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437865336"/>
                  </a:ext>
                </a:extLst>
              </a:tr>
              <a:tr h="640080">
                <a:tc>
                  <a:txBody>
                    <a:bodyPr/>
                    <a:lstStyle/>
                    <a:p>
                      <a:pPr algn="l"/>
                      <a:r>
                        <a:rPr lang="en-IN" sz="1000" b="0" i="1">
                          <a:solidFill>
                            <a:schemeClr val="bg1"/>
                          </a:solidFill>
                        </a:rPr>
                        <a:t>Ensure accurate and timely posting across entities</a:t>
                      </a: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Investigate and resolve mismatches in timing, currency, and amounts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Book necessary accruals or adjustments to align intercompany positions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Ensure proper tagging of intercompany transactions for reporting tools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Report unresolved mismatches and reconciliation items</a:t>
                      </a: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576259115"/>
                  </a:ext>
                </a:extLst>
              </a:tr>
              <a:tr h="758952">
                <a:tc>
                  <a:txBody>
                    <a:bodyPr/>
                    <a:lstStyle/>
                    <a:p>
                      <a:pPr algn="l"/>
                      <a:r>
                        <a:rPr lang="en-IN" sz="1000" b="0" i="1">
                          <a:solidFill>
                            <a:schemeClr val="bg1"/>
                          </a:solidFill>
                        </a:rPr>
                        <a:t>Apply correct intercompany pricing and terms (as per transfer pricing policy)</a:t>
                      </a: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Maintain audit trail and documentation for eliminations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Support timely completion of period-end tasks related to intercompany activity</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Collaborate with group consolidation teams to resolve discrepancies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Support audit and compliance reporting with intercompany data</a:t>
                      </a: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104640811"/>
                  </a:ext>
                </a:extLst>
              </a:tr>
            </a:tbl>
          </a:graphicData>
        </a:graphic>
      </p:graphicFrame>
      <p:sp>
        <p:nvSpPr>
          <p:cNvPr id="2" name="Title 1">
            <a:extLst>
              <a:ext uri="{FF2B5EF4-FFF2-40B4-BE49-F238E27FC236}">
                <a16:creationId xmlns:a16="http://schemas.microsoft.com/office/drawing/2014/main" id="{72D148C9-31C9-448F-60FD-9876A99AFC61}"/>
              </a:ext>
            </a:extLst>
          </p:cNvPr>
          <p:cNvSpPr>
            <a:spLocks noGrp="1"/>
          </p:cNvSpPr>
          <p:nvPr>
            <p:ph type="title"/>
          </p:nvPr>
        </p:nvSpPr>
        <p:spPr>
          <a:xfrm>
            <a:off x="609600" y="274320"/>
            <a:ext cx="10972800" cy="548640"/>
          </a:xfrm>
        </p:spPr>
        <p:txBody>
          <a:bodyPr lIns="91440" tIns="45720" rIns="91440"/>
          <a:lstStyle/>
          <a:p>
            <a:pPr>
              <a:lnSpc>
                <a:spcPct val="100000"/>
              </a:lnSpc>
            </a:pPr>
            <a:r>
              <a:rPr lang="en-US" noProof="0" dirty="0"/>
              <a:t>Persona Capability Summary – Intercompany Accountant</a:t>
            </a:r>
          </a:p>
        </p:txBody>
      </p:sp>
      <p:sp>
        <p:nvSpPr>
          <p:cNvPr id="5" name="Slide Number Placeholder 4">
            <a:extLst>
              <a:ext uri="{FF2B5EF4-FFF2-40B4-BE49-F238E27FC236}">
                <a16:creationId xmlns:a16="http://schemas.microsoft.com/office/drawing/2014/main" id="{706DB70C-411C-1DAB-E361-11761D26DAE7}"/>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94FCA0F3-9F3A-694B-99BB-0E592A797735}" type="slidenum">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
        <p:nvSpPr>
          <p:cNvPr id="6" name="Date Placeholder 5">
            <a:extLst>
              <a:ext uri="{FF2B5EF4-FFF2-40B4-BE49-F238E27FC236}">
                <a16:creationId xmlns:a16="http://schemas.microsoft.com/office/drawing/2014/main" id="{B1956DC6-86CB-5AE7-9522-755C8F59E87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3772E00-D7F7-40FD-832D-6C39A8B43411}" type="datetime1">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9/19/2025</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pic>
        <p:nvPicPr>
          <p:cNvPr id="4" name="Picture 3">
            <a:extLst>
              <a:ext uri="{FF2B5EF4-FFF2-40B4-BE49-F238E27FC236}">
                <a16:creationId xmlns:a16="http://schemas.microsoft.com/office/drawing/2014/main" id="{41B396E0-3DCB-96B5-3685-0CD340AE6983}"/>
              </a:ext>
            </a:extLst>
          </p:cNvPr>
          <p:cNvPicPr>
            <a:picLocks noChangeAspect="1"/>
          </p:cNvPicPr>
          <p:nvPr/>
        </p:nvPicPr>
        <p:blipFill rotWithShape="1">
          <a:blip r:embed="rId2">
            <a:extLst>
              <a:ext uri="{28A0092B-C50C-407E-A947-70E740481C1C}">
                <a14:useLocalDpi xmlns:a14="http://schemas.microsoft.com/office/drawing/2010/main" val="0"/>
              </a:ext>
            </a:extLst>
          </a:blip>
          <a:srcRect l="9221" t="25382" r="74705" b="60078"/>
          <a:stretch/>
        </p:blipFill>
        <p:spPr>
          <a:xfrm>
            <a:off x="945816" y="1074023"/>
            <a:ext cx="1373743" cy="1371600"/>
          </a:xfrm>
          <a:prstGeom prst="rect">
            <a:avLst/>
          </a:prstGeom>
        </p:spPr>
      </p:pic>
      <p:sp>
        <p:nvSpPr>
          <p:cNvPr id="18" name="Rectangle 17">
            <a:extLst>
              <a:ext uri="{FF2B5EF4-FFF2-40B4-BE49-F238E27FC236}">
                <a16:creationId xmlns:a16="http://schemas.microsoft.com/office/drawing/2014/main" id="{BFDB12AB-94A0-377B-3373-557B2696CA3C}"/>
              </a:ext>
            </a:extLst>
          </p:cNvPr>
          <p:cNvSpPr/>
          <p:nvPr/>
        </p:nvSpPr>
        <p:spPr>
          <a:xfrm>
            <a:off x="2895600" y="4268770"/>
            <a:ext cx="3017520" cy="2059300"/>
          </a:xfrm>
          <a:prstGeom prst="rect">
            <a:avLst/>
          </a:prstGeom>
          <a:solidFill>
            <a:srgbClr val="646464">
              <a:alpha val="20000"/>
            </a:srgbClr>
          </a:solidFill>
          <a:ln w="12700" cap="flat" cmpd="sng" algn="ctr">
            <a:solidFill>
              <a:schemeClr val="tx1"/>
            </a:solidFill>
            <a:prstDash val="solid"/>
            <a:miter lim="800000"/>
            <a:headEnd type="none" w="med" len="med"/>
            <a:tailEnd type="none" w="med" len="med"/>
          </a:ln>
          <a:effectLst/>
        </p:spPr>
        <p:txBody>
          <a:bodyPr lIns="91440" tIns="91440" rIns="91440" bIns="0" numCol="1" spcCol="91440" rtlCol="0" anchor="t" anchorCtr="0"/>
          <a:lstStyle/>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Ensure all intercompany transactions are accurately recorded and reconciled.</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Meet internal deadlines for reconciliation and close.</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Maintain clean audit trails and documentation for compliance (e.g., SOX, statutory).</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Foster smooth collaboration with intercompany counterparties.</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Support end-to-end process automation and efficiency improvements.</a:t>
            </a:r>
            <a:endParaRPr kumimoji="0" lang="en-US" sz="1000" b="0" i="0" u="none" strike="noStrike" kern="0" cap="none" spc="0" normalizeH="0" baseline="0" noProof="0">
              <a:ln>
                <a:noFill/>
              </a:ln>
              <a:solidFill>
                <a:srgbClr val="1A1A24"/>
              </a:solidFill>
              <a:effectLst/>
              <a:uLnTx/>
              <a:uFillTx/>
              <a:latin typeface="EYInterstate Light"/>
              <a:ea typeface="+mn-ea"/>
              <a:cs typeface="+mn-cs"/>
            </a:endParaRPr>
          </a:p>
        </p:txBody>
      </p:sp>
      <p:sp>
        <p:nvSpPr>
          <p:cNvPr id="20" name="Rectangle 19">
            <a:extLst>
              <a:ext uri="{FF2B5EF4-FFF2-40B4-BE49-F238E27FC236}">
                <a16:creationId xmlns:a16="http://schemas.microsoft.com/office/drawing/2014/main" id="{B2EB9FBB-38B3-EE82-DDBB-76AFB54D94D7}"/>
              </a:ext>
            </a:extLst>
          </p:cNvPr>
          <p:cNvSpPr/>
          <p:nvPr/>
        </p:nvSpPr>
        <p:spPr>
          <a:xfrm>
            <a:off x="609599" y="2944791"/>
            <a:ext cx="2057400" cy="1600200"/>
          </a:xfrm>
          <a:prstGeom prst="rect">
            <a:avLst/>
          </a:prstGeom>
          <a:solidFill>
            <a:srgbClr val="646464">
              <a:alpha val="20000"/>
            </a:srgbClr>
          </a:solidFill>
          <a:ln w="12700" cap="flat" cmpd="sng" algn="ctr">
            <a:solidFill>
              <a:schemeClr val="tx1"/>
            </a:solidFill>
            <a:prstDash val="solid"/>
            <a:miter lim="800000"/>
            <a:headEnd type="none" w="med" len="med"/>
            <a:tailEnd type="none" w="med" len="med"/>
          </a:ln>
          <a:effectLst/>
        </p:spPr>
        <p:txBody>
          <a:bodyPr lIns="91440" tIns="91440" rIns="91440" bIns="91440" numCol="1" spcCol="91440" rtlCol="0" anchor="ctr" anchorCtr="0"/>
          <a:lstStyle/>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GL Accountants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AP and AR Teams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Corporate Finance (FP&amp;A)</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Tax and Treasury Teams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Entity Controllers / Local Finance Teams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IT / ERP Support Teams</a:t>
            </a:r>
            <a:endParaRPr kumimoji="0" lang="en-US" sz="1000" b="0" i="0" u="none" strike="noStrike" kern="0" cap="none" spc="0" normalizeH="0" baseline="0" noProof="0">
              <a:ln>
                <a:noFill/>
              </a:ln>
              <a:solidFill>
                <a:srgbClr val="1A1A24"/>
              </a:solidFill>
              <a:effectLst/>
              <a:uLnTx/>
              <a:uFillTx/>
              <a:latin typeface="EYInterstate Light"/>
              <a:ea typeface="+mn-ea"/>
              <a:cs typeface="+mn-cs"/>
            </a:endParaRPr>
          </a:p>
        </p:txBody>
      </p:sp>
      <p:graphicFrame>
        <p:nvGraphicFramePr>
          <p:cNvPr id="24" name="Table 23">
            <a:extLst>
              <a:ext uri="{FF2B5EF4-FFF2-40B4-BE49-F238E27FC236}">
                <a16:creationId xmlns:a16="http://schemas.microsoft.com/office/drawing/2014/main" id="{5A34CC62-5861-A782-94DD-4B5B2A63E133}"/>
              </a:ext>
            </a:extLst>
          </p:cNvPr>
          <p:cNvGraphicFramePr>
            <a:graphicFrameLocks noGrp="1"/>
          </p:cNvGraphicFramePr>
          <p:nvPr>
            <p:extLst>
              <p:ext uri="{D42A27DB-BD31-4B8C-83A1-F6EECF244321}">
                <p14:modId xmlns:p14="http://schemas.microsoft.com/office/powerpoint/2010/main" val="3085495840"/>
              </p:ext>
            </p:extLst>
          </p:nvPr>
        </p:nvGraphicFramePr>
        <p:xfrm>
          <a:off x="609599" y="5047910"/>
          <a:ext cx="2057400" cy="1280160"/>
        </p:xfrm>
        <a:graphic>
          <a:graphicData uri="http://schemas.openxmlformats.org/drawingml/2006/table">
            <a:tbl>
              <a:tblPr firstRow="1" bandRow="1">
                <a:tableStyleId>{5C22544A-7EE6-4342-B048-85BDC9FD1C3A}</a:tableStyleId>
              </a:tblPr>
              <a:tblGrid>
                <a:gridCol w="1143000">
                  <a:extLst>
                    <a:ext uri="{9D8B030D-6E8A-4147-A177-3AD203B41FA5}">
                      <a16:colId xmlns:a16="http://schemas.microsoft.com/office/drawing/2014/main" val="1774526519"/>
                    </a:ext>
                  </a:extLst>
                </a:gridCol>
                <a:gridCol w="914400">
                  <a:extLst>
                    <a:ext uri="{9D8B030D-6E8A-4147-A177-3AD203B41FA5}">
                      <a16:colId xmlns:a16="http://schemas.microsoft.com/office/drawing/2014/main" val="2589780332"/>
                    </a:ext>
                  </a:extLst>
                </a:gridCol>
              </a:tblGrid>
              <a:tr h="256032">
                <a:tc>
                  <a:txBody>
                    <a:bodyPr/>
                    <a:lstStyle/>
                    <a:p>
                      <a:r>
                        <a:rPr lang="en-US" sz="1000" b="0">
                          <a:solidFill>
                            <a:schemeClr val="bg1"/>
                          </a:solidFill>
                        </a:rPr>
                        <a:t>Record</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1">
                          <a:solidFill>
                            <a:schemeClr val="bg1"/>
                          </a:solidFill>
                        </a:rPr>
                        <a:t>8/10</a:t>
                      </a:r>
                      <a:endParaRPr lang="en-IN" sz="1100" b="1">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8ED973"/>
                    </a:solidFill>
                  </a:tcPr>
                </a:tc>
                <a:extLst>
                  <a:ext uri="{0D108BD9-81ED-4DB2-BD59-A6C34878D82A}">
                    <a16:rowId xmlns:a16="http://schemas.microsoft.com/office/drawing/2014/main" val="390316834"/>
                  </a:ext>
                </a:extLst>
              </a:tr>
              <a:tr h="256032">
                <a:tc>
                  <a:txBody>
                    <a:bodyPr/>
                    <a:lstStyle/>
                    <a:p>
                      <a:r>
                        <a:rPr lang="en-US" sz="1000" b="0">
                          <a:solidFill>
                            <a:schemeClr val="bg1"/>
                          </a:solidFill>
                        </a:rPr>
                        <a:t>Reconcile</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100" b="1">
                          <a:solidFill>
                            <a:schemeClr val="tx1"/>
                          </a:solidFill>
                        </a:rPr>
                        <a:t>10/10</a:t>
                      </a:r>
                      <a:endParaRPr lang="en-IN" sz="1100" b="1">
                        <a:solidFill>
                          <a:schemeClr val="tx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3B7D23"/>
                    </a:solidFill>
                  </a:tcPr>
                </a:tc>
                <a:extLst>
                  <a:ext uri="{0D108BD9-81ED-4DB2-BD59-A6C34878D82A}">
                    <a16:rowId xmlns:a16="http://schemas.microsoft.com/office/drawing/2014/main" val="437865336"/>
                  </a:ext>
                </a:extLst>
              </a:tr>
              <a:tr h="256032">
                <a:tc>
                  <a:txBody>
                    <a:bodyPr/>
                    <a:lstStyle/>
                    <a:p>
                      <a:r>
                        <a:rPr lang="en-US" sz="1000" b="0">
                          <a:solidFill>
                            <a:schemeClr val="bg1"/>
                          </a:solidFill>
                        </a:rPr>
                        <a:t>Close</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1">
                          <a:solidFill>
                            <a:schemeClr val="tx1"/>
                          </a:solidFill>
                        </a:rPr>
                        <a:t>9/10</a:t>
                      </a:r>
                      <a:endParaRPr lang="en-IN" sz="1100" b="1">
                        <a:solidFill>
                          <a:schemeClr val="tx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EA72E"/>
                    </a:solidFill>
                  </a:tcPr>
                </a:tc>
                <a:extLst>
                  <a:ext uri="{0D108BD9-81ED-4DB2-BD59-A6C34878D82A}">
                    <a16:rowId xmlns:a16="http://schemas.microsoft.com/office/drawing/2014/main" val="3576259115"/>
                  </a:ext>
                </a:extLst>
              </a:tr>
              <a:tr h="256032">
                <a:tc>
                  <a:txBody>
                    <a:bodyPr/>
                    <a:lstStyle/>
                    <a:p>
                      <a:r>
                        <a:rPr lang="en-US" sz="1000" b="0">
                          <a:solidFill>
                            <a:schemeClr val="bg1"/>
                          </a:solidFill>
                        </a:rPr>
                        <a:t>Consolidate</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100" b="1">
                          <a:solidFill>
                            <a:schemeClr val="bg1"/>
                          </a:solidFill>
                        </a:rPr>
                        <a:t>7/10</a:t>
                      </a:r>
                      <a:endParaRPr lang="en-IN" sz="1100" b="1">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a16="http://schemas.microsoft.com/office/drawing/2014/main" val="3104640811"/>
                  </a:ext>
                </a:extLst>
              </a:tr>
              <a:tr h="256032">
                <a:tc>
                  <a:txBody>
                    <a:bodyPr/>
                    <a:lstStyle/>
                    <a:p>
                      <a:r>
                        <a:rPr lang="en-US" sz="1000" b="0">
                          <a:solidFill>
                            <a:schemeClr val="bg1"/>
                          </a:solidFill>
                        </a:rPr>
                        <a:t>Report</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1">
                          <a:solidFill>
                            <a:schemeClr val="bg1"/>
                          </a:solidFill>
                        </a:rPr>
                        <a:t>7/10</a:t>
                      </a:r>
                      <a:endParaRPr lang="en-IN" sz="1100" b="1">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a16="http://schemas.microsoft.com/office/drawing/2014/main" val="3383410164"/>
                  </a:ext>
                </a:extLst>
              </a:tr>
            </a:tbl>
          </a:graphicData>
        </a:graphic>
      </p:graphicFrame>
      <p:graphicFrame>
        <p:nvGraphicFramePr>
          <p:cNvPr id="26" name="Table 25">
            <a:extLst>
              <a:ext uri="{FF2B5EF4-FFF2-40B4-BE49-F238E27FC236}">
                <a16:creationId xmlns:a16="http://schemas.microsoft.com/office/drawing/2014/main" id="{D70A99BB-A5E3-B207-19DF-E4864452BE86}"/>
              </a:ext>
            </a:extLst>
          </p:cNvPr>
          <p:cNvGraphicFramePr>
            <a:graphicFrameLocks noGrp="1"/>
          </p:cNvGraphicFramePr>
          <p:nvPr/>
        </p:nvGraphicFramePr>
        <p:xfrm>
          <a:off x="2666999" y="6545949"/>
          <a:ext cx="2286000" cy="182880"/>
        </p:xfrm>
        <a:graphic>
          <a:graphicData uri="http://schemas.openxmlformats.org/drawingml/2006/table">
            <a:tbl>
              <a:tblPr firstRow="1" bandRow="1"/>
              <a:tblGrid>
                <a:gridCol w="228600">
                  <a:extLst>
                    <a:ext uri="{9D8B030D-6E8A-4147-A177-3AD203B41FA5}">
                      <a16:colId xmlns:a16="http://schemas.microsoft.com/office/drawing/2014/main" val="2033441762"/>
                    </a:ext>
                  </a:extLst>
                </a:gridCol>
                <a:gridCol w="228600">
                  <a:extLst>
                    <a:ext uri="{9D8B030D-6E8A-4147-A177-3AD203B41FA5}">
                      <a16:colId xmlns:a16="http://schemas.microsoft.com/office/drawing/2014/main" val="3449813922"/>
                    </a:ext>
                  </a:extLst>
                </a:gridCol>
                <a:gridCol w="228600">
                  <a:extLst>
                    <a:ext uri="{9D8B030D-6E8A-4147-A177-3AD203B41FA5}">
                      <a16:colId xmlns:a16="http://schemas.microsoft.com/office/drawing/2014/main" val="4151504232"/>
                    </a:ext>
                  </a:extLst>
                </a:gridCol>
                <a:gridCol w="228600">
                  <a:extLst>
                    <a:ext uri="{9D8B030D-6E8A-4147-A177-3AD203B41FA5}">
                      <a16:colId xmlns:a16="http://schemas.microsoft.com/office/drawing/2014/main" val="3651163233"/>
                    </a:ext>
                  </a:extLst>
                </a:gridCol>
                <a:gridCol w="228600">
                  <a:extLst>
                    <a:ext uri="{9D8B030D-6E8A-4147-A177-3AD203B41FA5}">
                      <a16:colId xmlns:a16="http://schemas.microsoft.com/office/drawing/2014/main" val="155501932"/>
                    </a:ext>
                  </a:extLst>
                </a:gridCol>
                <a:gridCol w="228600">
                  <a:extLst>
                    <a:ext uri="{9D8B030D-6E8A-4147-A177-3AD203B41FA5}">
                      <a16:colId xmlns:a16="http://schemas.microsoft.com/office/drawing/2014/main" val="2054273059"/>
                    </a:ext>
                  </a:extLst>
                </a:gridCol>
                <a:gridCol w="228600">
                  <a:extLst>
                    <a:ext uri="{9D8B030D-6E8A-4147-A177-3AD203B41FA5}">
                      <a16:colId xmlns:a16="http://schemas.microsoft.com/office/drawing/2014/main" val="2964105552"/>
                    </a:ext>
                  </a:extLst>
                </a:gridCol>
                <a:gridCol w="228600">
                  <a:extLst>
                    <a:ext uri="{9D8B030D-6E8A-4147-A177-3AD203B41FA5}">
                      <a16:colId xmlns:a16="http://schemas.microsoft.com/office/drawing/2014/main" val="3230257800"/>
                    </a:ext>
                  </a:extLst>
                </a:gridCol>
                <a:gridCol w="228600">
                  <a:extLst>
                    <a:ext uri="{9D8B030D-6E8A-4147-A177-3AD203B41FA5}">
                      <a16:colId xmlns:a16="http://schemas.microsoft.com/office/drawing/2014/main" val="2596560962"/>
                    </a:ext>
                  </a:extLst>
                </a:gridCol>
                <a:gridCol w="228600">
                  <a:extLst>
                    <a:ext uri="{9D8B030D-6E8A-4147-A177-3AD203B41FA5}">
                      <a16:colId xmlns:a16="http://schemas.microsoft.com/office/drawing/2014/main" val="3804317012"/>
                    </a:ext>
                  </a:extLst>
                </a:gridCol>
              </a:tblGrid>
              <a:tr h="18288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rPr>
                        <a:t>1</a:t>
                      </a:r>
                      <a:endParaRPr lang="en-IN" sz="600">
                        <a:solidFill>
                          <a:schemeClr val="tx1"/>
                        </a:solidFill>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900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rPr>
                        <a:t>2</a:t>
                      </a:r>
                      <a:endParaRPr lang="en-IN" sz="600">
                        <a:solidFill>
                          <a:schemeClr val="tx1"/>
                        </a:solidFill>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3</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33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4</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66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5</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99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6</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C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7</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t>8</a:t>
                      </a:r>
                      <a:endParaRPr lang="en-IN" sz="600"/>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EA72E">
                        <a:lumMod val="60000"/>
                        <a:lumOff val="40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rPr>
                        <a:t>9</a:t>
                      </a:r>
                      <a:endParaRPr lang="en-IN" sz="600">
                        <a:solidFill>
                          <a:schemeClr val="tx1"/>
                        </a:solidFill>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EA72E"/>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rPr>
                        <a:t>10</a:t>
                      </a:r>
                      <a:endParaRPr lang="en-IN" sz="600">
                        <a:solidFill>
                          <a:schemeClr val="tx1"/>
                        </a:solidFill>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EA72E">
                        <a:lumMod val="75000"/>
                      </a:srgbClr>
                    </a:solidFill>
                  </a:tcPr>
                </a:tc>
                <a:extLst>
                  <a:ext uri="{0D108BD9-81ED-4DB2-BD59-A6C34878D82A}">
                    <a16:rowId xmlns:a16="http://schemas.microsoft.com/office/drawing/2014/main" val="2923592930"/>
                  </a:ext>
                </a:extLst>
              </a:tr>
            </a:tbl>
          </a:graphicData>
        </a:graphic>
      </p:graphicFrame>
      <p:sp>
        <p:nvSpPr>
          <p:cNvPr id="27" name="Rectangle 26">
            <a:extLst>
              <a:ext uri="{FF2B5EF4-FFF2-40B4-BE49-F238E27FC236}">
                <a16:creationId xmlns:a16="http://schemas.microsoft.com/office/drawing/2014/main" id="{69858C41-8FF3-5FCE-3D75-DAE78305BD6C}"/>
              </a:ext>
            </a:extLst>
          </p:cNvPr>
          <p:cNvSpPr/>
          <p:nvPr/>
        </p:nvSpPr>
        <p:spPr>
          <a:xfrm>
            <a:off x="2164079" y="6548223"/>
            <a:ext cx="502920" cy="182880"/>
          </a:xfrm>
          <a:prstGeom prst="rect">
            <a:avLst/>
          </a:prstGeom>
          <a:noFill/>
          <a:ln w="12700" cap="flat" cmpd="sng" algn="ctr">
            <a:noFill/>
            <a:prstDash val="solid"/>
            <a:miter lim="800000"/>
            <a:headEnd type="none" w="med" len="med"/>
            <a:tailEnd type="none" w="med" len="med"/>
          </a:ln>
          <a:effectLst/>
        </p:spPr>
        <p:txBody>
          <a:bodyPr lIns="45720" tIns="18288" rIns="45720" bIns="18288" rtlCol="0" anchor="ctr" anchorCtr="0"/>
          <a:lstStyle/>
          <a:p>
            <a:pPr marL="0" marR="0" lvl="0" indent="0" algn="ctr" defTabSz="914400" rtl="0" eaLnBrk="1" fontAlgn="auto" latinLnBrk="0" hangingPunct="1">
              <a:lnSpc>
                <a:spcPct val="100000"/>
              </a:lnSpc>
              <a:spcBef>
                <a:spcPts val="0"/>
              </a:spcBef>
              <a:spcAft>
                <a:spcPts val="0"/>
              </a:spcAft>
              <a:buClr>
                <a:srgbClr val="FFE600"/>
              </a:buClr>
              <a:buSzTx/>
              <a:buFontTx/>
              <a:buNone/>
              <a:tabLst/>
              <a:defRPr/>
            </a:pPr>
            <a:r>
              <a:rPr kumimoji="0" lang="en-US" sz="600" b="1" i="1" u="none" strike="noStrike" kern="0" cap="none" spc="0" normalizeH="0" baseline="0" noProof="0">
                <a:ln>
                  <a:noFill/>
                </a:ln>
                <a:solidFill>
                  <a:srgbClr val="1A1A24"/>
                </a:solidFill>
                <a:effectLst/>
                <a:uLnTx/>
                <a:uFillTx/>
                <a:latin typeface="EYInterstate Light"/>
                <a:ea typeface="+mn-ea"/>
                <a:cs typeface="+mn-cs"/>
              </a:rPr>
              <a:t>Color Key</a:t>
            </a:r>
          </a:p>
        </p:txBody>
      </p:sp>
      <p:sp>
        <p:nvSpPr>
          <p:cNvPr id="28" name="Rectangle 27">
            <a:extLst>
              <a:ext uri="{FF2B5EF4-FFF2-40B4-BE49-F238E27FC236}">
                <a16:creationId xmlns:a16="http://schemas.microsoft.com/office/drawing/2014/main" id="{5B46BB44-064C-CC5A-04DE-1D6A07DF9B71}"/>
              </a:ext>
            </a:extLst>
          </p:cNvPr>
          <p:cNvSpPr/>
          <p:nvPr/>
        </p:nvSpPr>
        <p:spPr>
          <a:xfrm>
            <a:off x="6096000" y="4264480"/>
            <a:ext cx="3017520" cy="2059300"/>
          </a:xfrm>
          <a:prstGeom prst="rect">
            <a:avLst/>
          </a:prstGeom>
          <a:solidFill>
            <a:srgbClr val="646464">
              <a:alpha val="20000"/>
            </a:srgbClr>
          </a:solidFill>
          <a:ln w="12700" cap="flat" cmpd="sng" algn="ctr">
            <a:solidFill>
              <a:schemeClr val="tx1"/>
            </a:solidFill>
            <a:prstDash val="solid"/>
            <a:miter lim="800000"/>
            <a:headEnd type="none" w="med" len="med"/>
            <a:tailEnd type="none" w="med" len="med"/>
          </a:ln>
          <a:effectLst/>
        </p:spPr>
        <p:txBody>
          <a:bodyPr lIns="91440" tIns="91440" rIns="91440" bIns="0" numCol="1" spcCol="91440" rtlCol="0" anchor="t" anchorCtr="0"/>
          <a:lstStyle/>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Are all intercompany transactions recorded by both entities, on time and accurately?</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Are exchange rate differences and timing mismatches properly accounted for?</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Are outstanding intercompany balances justified or actionable?</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Are all intercompany eliminations reflected correctly in consolidation?</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Is the ERP or reconciliation tool providing sufficient visibility and automation?</a:t>
            </a:r>
            <a:endParaRPr kumimoji="0" lang="en-US" sz="1000" b="0" i="0" u="none" strike="noStrike" kern="0" cap="none" spc="0" normalizeH="0" baseline="0" noProof="0">
              <a:ln>
                <a:noFill/>
              </a:ln>
              <a:solidFill>
                <a:srgbClr val="1A1A24"/>
              </a:solidFill>
              <a:effectLst/>
              <a:uLnTx/>
              <a:uFillTx/>
              <a:latin typeface="EYInterstate Light"/>
              <a:ea typeface="+mn-ea"/>
              <a:cs typeface="+mn-cs"/>
            </a:endParaRPr>
          </a:p>
        </p:txBody>
      </p:sp>
      <p:graphicFrame>
        <p:nvGraphicFramePr>
          <p:cNvPr id="37" name="Table 36">
            <a:extLst>
              <a:ext uri="{FF2B5EF4-FFF2-40B4-BE49-F238E27FC236}">
                <a16:creationId xmlns:a16="http://schemas.microsoft.com/office/drawing/2014/main" id="{DF4F17D1-2A0E-3DDF-0925-AD23BECCD488}"/>
              </a:ext>
            </a:extLst>
          </p:cNvPr>
          <p:cNvGraphicFramePr>
            <a:graphicFrameLocks noGrp="1"/>
          </p:cNvGraphicFramePr>
          <p:nvPr>
            <p:extLst>
              <p:ext uri="{D42A27DB-BD31-4B8C-83A1-F6EECF244321}">
                <p14:modId xmlns:p14="http://schemas.microsoft.com/office/powerpoint/2010/main" val="2870858462"/>
              </p:ext>
            </p:extLst>
          </p:nvPr>
        </p:nvGraphicFramePr>
        <p:xfrm>
          <a:off x="9296400" y="4264480"/>
          <a:ext cx="2286000" cy="2057400"/>
        </p:xfrm>
        <a:graphic>
          <a:graphicData uri="http://schemas.openxmlformats.org/drawingml/2006/table">
            <a:tbl>
              <a:tblPr firstRow="1" bandRow="1">
                <a:tableStyleId>{5C22544A-7EE6-4342-B048-85BDC9FD1C3A}</a:tableStyleId>
              </a:tblPr>
              <a:tblGrid>
                <a:gridCol w="1691640">
                  <a:extLst>
                    <a:ext uri="{9D8B030D-6E8A-4147-A177-3AD203B41FA5}">
                      <a16:colId xmlns:a16="http://schemas.microsoft.com/office/drawing/2014/main" val="1774526519"/>
                    </a:ext>
                  </a:extLst>
                </a:gridCol>
                <a:gridCol w="594360">
                  <a:extLst>
                    <a:ext uri="{9D8B030D-6E8A-4147-A177-3AD203B41FA5}">
                      <a16:colId xmlns:a16="http://schemas.microsoft.com/office/drawing/2014/main" val="2421986053"/>
                    </a:ext>
                  </a:extLst>
                </a:gridCol>
              </a:tblGrid>
              <a:tr h="429768">
                <a:tc>
                  <a:txBody>
                    <a:bodyPr/>
                    <a:lstStyle/>
                    <a:p>
                      <a:r>
                        <a:rPr lang="en-US" sz="1000" b="0" i="0">
                          <a:solidFill>
                            <a:schemeClr val="bg1"/>
                          </a:solidFill>
                        </a:rPr>
                        <a:t>Intercompany Accountants</a:t>
                      </a:r>
                      <a:endParaRPr lang="en-IN" sz="1000" b="0"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50" b="1" i="0">
                          <a:solidFill>
                            <a:schemeClr val="bg1"/>
                          </a:solidFill>
                        </a:rPr>
                        <a:t>4 – 6</a:t>
                      </a:r>
                      <a:endParaRPr lang="en-IN" sz="1050" b="1"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437865336"/>
                  </a:ext>
                </a:extLst>
              </a:tr>
              <a:tr h="429768">
                <a:tc>
                  <a:txBody>
                    <a:bodyPr/>
                    <a:lstStyle/>
                    <a:p>
                      <a:r>
                        <a:rPr lang="en-US" sz="1000" b="0" i="0">
                          <a:solidFill>
                            <a:schemeClr val="bg1"/>
                          </a:solidFill>
                        </a:rPr>
                        <a:t>Intercompany Lead / Senior Accountant</a:t>
                      </a:r>
                      <a:endParaRPr lang="en-IN" sz="1000" b="0"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050" b="1" i="0">
                          <a:solidFill>
                            <a:schemeClr val="bg1"/>
                          </a:solidFill>
                        </a:rPr>
                        <a:t>1 – 2</a:t>
                      </a: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576259115"/>
                  </a:ext>
                </a:extLst>
              </a:tr>
              <a:tr h="429768">
                <a:tc>
                  <a:txBody>
                    <a:bodyPr/>
                    <a:lstStyle/>
                    <a:p>
                      <a:r>
                        <a:rPr lang="en-US" sz="1000" b="0" i="0">
                          <a:solidFill>
                            <a:schemeClr val="bg1"/>
                          </a:solidFill>
                        </a:rPr>
                        <a:t>R2R Process Manager (Intercompany Focus)</a:t>
                      </a:r>
                      <a:endParaRPr lang="en-IN" sz="1000" b="0"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50" b="1" i="0">
                          <a:solidFill>
                            <a:schemeClr val="bg1"/>
                          </a:solidFill>
                        </a:rPr>
                        <a:t>1</a:t>
                      </a:r>
                      <a:endParaRPr lang="en-IN" sz="1050" b="1"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104640811"/>
                  </a:ext>
                </a:extLst>
              </a:tr>
              <a:tr h="768096">
                <a:tc>
                  <a:txBody>
                    <a:bodyPr/>
                    <a:lstStyle/>
                    <a:p>
                      <a:r>
                        <a:rPr lang="en-IN" sz="1000" b="0" i="0" dirty="0">
                          <a:solidFill>
                            <a:schemeClr val="bg1"/>
                          </a:solidFill>
                        </a:rPr>
                        <a:t>Reconciliation Tool Specialist</a:t>
                      </a:r>
                      <a:br>
                        <a:rPr lang="en-IN" sz="1000" b="0" i="0" dirty="0">
                          <a:solidFill>
                            <a:schemeClr val="bg1"/>
                          </a:solidFill>
                        </a:rPr>
                      </a:br>
                      <a:r>
                        <a:rPr lang="en-IN" sz="1000" b="0" i="1" dirty="0">
                          <a:solidFill>
                            <a:schemeClr val="bg1"/>
                          </a:solidFill>
                        </a:rPr>
                        <a:t>(example: BlackLine, Trintech)</a:t>
                      </a: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050" b="1" i="0">
                          <a:solidFill>
                            <a:schemeClr val="bg1"/>
                          </a:solidFill>
                        </a:rPr>
                        <a:t>1</a:t>
                      </a:r>
                      <a:endParaRPr lang="en-IN" sz="1050" b="1"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43179453"/>
                  </a:ext>
                </a:extLst>
              </a:tr>
            </a:tbl>
          </a:graphicData>
        </a:graphic>
      </p:graphicFrame>
      <p:pic>
        <p:nvPicPr>
          <p:cNvPr id="62" name="Graphic 61" descr="Male profile with solid fill">
            <a:extLst>
              <a:ext uri="{FF2B5EF4-FFF2-40B4-BE49-F238E27FC236}">
                <a16:creationId xmlns:a16="http://schemas.microsoft.com/office/drawing/2014/main" id="{89C13737-3489-2234-31AD-12DE3B19FD3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8179" y="2980281"/>
            <a:ext cx="228600" cy="228600"/>
          </a:xfrm>
          <a:prstGeom prst="rect">
            <a:avLst/>
          </a:prstGeom>
        </p:spPr>
      </p:pic>
      <p:pic>
        <p:nvPicPr>
          <p:cNvPr id="63" name="Graphic 62" descr="Female Profile with solid fill">
            <a:extLst>
              <a:ext uri="{FF2B5EF4-FFF2-40B4-BE49-F238E27FC236}">
                <a16:creationId xmlns:a16="http://schemas.microsoft.com/office/drawing/2014/main" id="{997667AD-F685-4B85-9695-97E933CE291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78179" y="3211493"/>
            <a:ext cx="228600" cy="228600"/>
          </a:xfrm>
          <a:prstGeom prst="rect">
            <a:avLst/>
          </a:prstGeom>
        </p:spPr>
      </p:pic>
      <p:pic>
        <p:nvPicPr>
          <p:cNvPr id="71" name="Graphic 70" descr="Male profile with solid fill">
            <a:extLst>
              <a:ext uri="{FF2B5EF4-FFF2-40B4-BE49-F238E27FC236}">
                <a16:creationId xmlns:a16="http://schemas.microsoft.com/office/drawing/2014/main" id="{E7E26036-33DC-D427-0D0A-209D83D0912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8179" y="3439017"/>
            <a:ext cx="228600" cy="228600"/>
          </a:xfrm>
          <a:prstGeom prst="rect">
            <a:avLst/>
          </a:prstGeom>
        </p:spPr>
      </p:pic>
      <p:pic>
        <p:nvPicPr>
          <p:cNvPr id="72" name="Graphic 71" descr="Female Profile with solid fill">
            <a:extLst>
              <a:ext uri="{FF2B5EF4-FFF2-40B4-BE49-F238E27FC236}">
                <a16:creationId xmlns:a16="http://schemas.microsoft.com/office/drawing/2014/main" id="{9DB8232D-7A3E-6C29-1EA7-8326B973A9B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78495" y="3668055"/>
            <a:ext cx="228600" cy="228600"/>
          </a:xfrm>
          <a:prstGeom prst="rect">
            <a:avLst/>
          </a:prstGeom>
        </p:spPr>
      </p:pic>
      <p:pic>
        <p:nvPicPr>
          <p:cNvPr id="73" name="Graphic 72" descr="Male profile with solid fill">
            <a:extLst>
              <a:ext uri="{FF2B5EF4-FFF2-40B4-BE49-F238E27FC236}">
                <a16:creationId xmlns:a16="http://schemas.microsoft.com/office/drawing/2014/main" id="{3F139D6B-9175-91A9-35BB-CCF365148A2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8179" y="4279325"/>
            <a:ext cx="228600" cy="228600"/>
          </a:xfrm>
          <a:prstGeom prst="rect">
            <a:avLst/>
          </a:prstGeom>
        </p:spPr>
      </p:pic>
      <p:pic>
        <p:nvPicPr>
          <p:cNvPr id="74" name="Graphic 73" descr="Female Profile with solid fill">
            <a:extLst>
              <a:ext uri="{FF2B5EF4-FFF2-40B4-BE49-F238E27FC236}">
                <a16:creationId xmlns:a16="http://schemas.microsoft.com/office/drawing/2014/main" id="{D08854E8-9A5D-B97F-79AD-F33ABE2E00E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78179" y="3973098"/>
            <a:ext cx="228600" cy="228600"/>
          </a:xfrm>
          <a:prstGeom prst="rect">
            <a:avLst/>
          </a:prstGeom>
        </p:spPr>
      </p:pic>
      <p:sp>
        <p:nvSpPr>
          <p:cNvPr id="13" name="Rectangle 12">
            <a:extLst>
              <a:ext uri="{FF2B5EF4-FFF2-40B4-BE49-F238E27FC236}">
                <a16:creationId xmlns:a16="http://schemas.microsoft.com/office/drawing/2014/main" id="{45B4276F-B2B5-F293-08ED-727CBA56C4DC}"/>
              </a:ext>
            </a:extLst>
          </p:cNvPr>
          <p:cNvSpPr/>
          <p:nvPr/>
        </p:nvSpPr>
        <p:spPr>
          <a:xfrm>
            <a:off x="7696200" y="6542219"/>
            <a:ext cx="3886200" cy="182880"/>
          </a:xfrm>
          <a:prstGeom prst="rect">
            <a:avLst/>
          </a:prstGeom>
          <a:noFill/>
          <a:ln w="12700" cap="flat" cmpd="sng" algn="ctr">
            <a:noFill/>
            <a:prstDash val="solid"/>
            <a:miter lim="800000"/>
            <a:headEnd type="none" w="med" len="med"/>
            <a:tailEnd type="none" w="med" len="med"/>
          </a:ln>
          <a:effectLst/>
        </p:spPr>
        <p:txBody>
          <a:bodyPr lIns="45720" tIns="18288" rIns="45720" bIns="18288"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IN" sz="1000" b="1" i="1" u="none" strike="noStrike" kern="0" cap="none" spc="0" normalizeH="0" baseline="0" noProof="0">
                <a:ln>
                  <a:noFill/>
                </a:ln>
                <a:solidFill>
                  <a:srgbClr val="1A1A24"/>
                </a:solidFill>
                <a:effectLst/>
                <a:uLnTx/>
                <a:uFillTx/>
                <a:latin typeface="EYInterstate Light"/>
                <a:ea typeface="+mn-ea"/>
                <a:cs typeface="+mn-cs"/>
              </a:rPr>
              <a:t>*</a:t>
            </a:r>
            <a:r>
              <a:rPr kumimoji="0" lang="en-IN" sz="600" b="0" i="1" u="none" strike="noStrike" kern="0" cap="none" spc="0" normalizeH="0" baseline="0" noProof="0">
                <a:ln>
                  <a:noFill/>
                </a:ln>
                <a:solidFill>
                  <a:srgbClr val="1A1A24"/>
                </a:solidFill>
                <a:effectLst/>
                <a:uLnTx/>
                <a:uFillTx/>
                <a:latin typeface="EYInterstate Light"/>
                <a:ea typeface="+mn-ea"/>
                <a:cs typeface="+mn-cs"/>
              </a:rPr>
              <a:t>Team structure may vary based on business size, number of entities, transaction volume, and tool maturity</a:t>
            </a:r>
            <a:endParaRPr kumimoji="0" lang="en-US" sz="600" b="0" i="1" u="none" strike="noStrike" kern="0" cap="none" spc="0" normalizeH="0" baseline="0" noProof="0">
              <a:ln>
                <a:noFill/>
              </a:ln>
              <a:solidFill>
                <a:srgbClr val="1A1A24"/>
              </a:solidFill>
              <a:effectLst/>
              <a:uLnTx/>
              <a:uFillTx/>
              <a:latin typeface="EYInterstate Light"/>
              <a:ea typeface="+mn-ea"/>
              <a:cs typeface="+mn-cs"/>
            </a:endParaRPr>
          </a:p>
        </p:txBody>
      </p:sp>
      <p:sp>
        <p:nvSpPr>
          <p:cNvPr id="17" name="Rectangle 16">
            <a:extLst>
              <a:ext uri="{FF2B5EF4-FFF2-40B4-BE49-F238E27FC236}">
                <a16:creationId xmlns:a16="http://schemas.microsoft.com/office/drawing/2014/main" id="{F622EDAF-086B-BA6C-D2A5-AB3F0F4A3E22}"/>
              </a:ext>
            </a:extLst>
          </p:cNvPr>
          <p:cNvSpPr/>
          <p:nvPr/>
        </p:nvSpPr>
        <p:spPr>
          <a:xfrm>
            <a:off x="3261360" y="936863"/>
            <a:ext cx="274320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Role and Responsibilities Summary</a:t>
            </a:r>
          </a:p>
        </p:txBody>
      </p:sp>
      <p:sp>
        <p:nvSpPr>
          <p:cNvPr id="19" name="Rectangle 18">
            <a:extLst>
              <a:ext uri="{FF2B5EF4-FFF2-40B4-BE49-F238E27FC236}">
                <a16:creationId xmlns:a16="http://schemas.microsoft.com/office/drawing/2014/main" id="{B1BAFF31-8983-438A-B7CF-8404EE10C18F}"/>
              </a:ext>
            </a:extLst>
          </p:cNvPr>
          <p:cNvSpPr/>
          <p:nvPr/>
        </p:nvSpPr>
        <p:spPr>
          <a:xfrm>
            <a:off x="3261360" y="3903011"/>
            <a:ext cx="265176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Motivations Summary</a:t>
            </a:r>
            <a:endParaRPr kumimoji="0" lang="en-US" sz="1200" b="0" i="0" u="none" strike="noStrike" kern="0" cap="none" spc="0" normalizeH="0" baseline="0" noProof="0">
              <a:ln>
                <a:noFill/>
              </a:ln>
              <a:solidFill>
                <a:srgbClr val="1A1A24"/>
              </a:solidFill>
              <a:effectLst/>
              <a:uLnTx/>
              <a:uFillTx/>
              <a:latin typeface="EYInterstate Light"/>
              <a:ea typeface="+mn-ea"/>
              <a:cs typeface="+mn-cs"/>
            </a:endParaRPr>
          </a:p>
        </p:txBody>
      </p:sp>
      <p:sp>
        <p:nvSpPr>
          <p:cNvPr id="21" name="Rectangle 20">
            <a:extLst>
              <a:ext uri="{FF2B5EF4-FFF2-40B4-BE49-F238E27FC236}">
                <a16:creationId xmlns:a16="http://schemas.microsoft.com/office/drawing/2014/main" id="{2594B0FB-7FAC-A2D9-C8D7-0BE13CE194A0}"/>
              </a:ext>
            </a:extLst>
          </p:cNvPr>
          <p:cNvSpPr/>
          <p:nvPr/>
        </p:nvSpPr>
        <p:spPr>
          <a:xfrm>
            <a:off x="6461760" y="3903011"/>
            <a:ext cx="265176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Questions and Concerns Summary</a:t>
            </a:r>
            <a:endParaRPr kumimoji="0" lang="en-US" sz="1200" b="0" i="0" u="none" strike="noStrike" kern="0" cap="none" spc="0" normalizeH="0" baseline="0" noProof="0">
              <a:ln>
                <a:noFill/>
              </a:ln>
              <a:solidFill>
                <a:srgbClr val="1A1A24"/>
              </a:solidFill>
              <a:effectLst/>
              <a:uLnTx/>
              <a:uFillTx/>
              <a:latin typeface="EYInterstate Light"/>
              <a:ea typeface="+mn-ea"/>
              <a:cs typeface="+mn-cs"/>
            </a:endParaRPr>
          </a:p>
        </p:txBody>
      </p:sp>
      <p:sp>
        <p:nvSpPr>
          <p:cNvPr id="23" name="Rectangle 22">
            <a:extLst>
              <a:ext uri="{FF2B5EF4-FFF2-40B4-BE49-F238E27FC236}">
                <a16:creationId xmlns:a16="http://schemas.microsoft.com/office/drawing/2014/main" id="{93A9D3F0-3A5F-3B02-0388-A1E655DE07E2}"/>
              </a:ext>
            </a:extLst>
          </p:cNvPr>
          <p:cNvSpPr/>
          <p:nvPr/>
        </p:nvSpPr>
        <p:spPr>
          <a:xfrm>
            <a:off x="9662160" y="3903011"/>
            <a:ext cx="192024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Team Structure*</a:t>
            </a:r>
          </a:p>
        </p:txBody>
      </p:sp>
      <p:sp>
        <p:nvSpPr>
          <p:cNvPr id="25" name="Rectangle 24">
            <a:extLst>
              <a:ext uri="{FF2B5EF4-FFF2-40B4-BE49-F238E27FC236}">
                <a16:creationId xmlns:a16="http://schemas.microsoft.com/office/drawing/2014/main" id="{E2E50414-8B23-9FEF-AA6C-139C2D66F346}"/>
              </a:ext>
            </a:extLst>
          </p:cNvPr>
          <p:cNvSpPr/>
          <p:nvPr/>
        </p:nvSpPr>
        <p:spPr>
          <a:xfrm>
            <a:off x="609600" y="2582783"/>
            <a:ext cx="2057400" cy="320040"/>
          </a:xfrm>
          <a:prstGeom prst="rect">
            <a:avLst/>
          </a:prstGeom>
          <a:solidFill>
            <a:srgbClr val="646464">
              <a:alpha val="75000"/>
            </a:srgbClr>
          </a:solid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FFFFFF"/>
                </a:solidFill>
                <a:effectLst/>
                <a:uLnTx/>
                <a:uFillTx/>
                <a:latin typeface="EYInterstate Light"/>
                <a:ea typeface="+mn-ea"/>
                <a:cs typeface="+mn-cs"/>
              </a:rPr>
              <a:t>Stakeholder Interaction</a:t>
            </a:r>
            <a:endParaRPr kumimoji="0" lang="en-US" sz="1200" b="0" i="0" u="none" strike="noStrike" kern="0" cap="none" spc="0" normalizeH="0" baseline="0" noProof="0">
              <a:ln>
                <a:noFill/>
              </a:ln>
              <a:solidFill>
                <a:srgbClr val="FFFFFF"/>
              </a:solidFill>
              <a:effectLst/>
              <a:uLnTx/>
              <a:uFillTx/>
              <a:latin typeface="EYInterstate Light"/>
              <a:ea typeface="+mn-ea"/>
              <a:cs typeface="+mn-cs"/>
            </a:endParaRPr>
          </a:p>
        </p:txBody>
      </p:sp>
      <p:sp>
        <p:nvSpPr>
          <p:cNvPr id="29" name="Rectangle 28">
            <a:extLst>
              <a:ext uri="{FF2B5EF4-FFF2-40B4-BE49-F238E27FC236}">
                <a16:creationId xmlns:a16="http://schemas.microsoft.com/office/drawing/2014/main" id="{816FC9EE-5BBA-44EE-7C26-F17F91E5FF05}"/>
              </a:ext>
            </a:extLst>
          </p:cNvPr>
          <p:cNvSpPr/>
          <p:nvPr/>
        </p:nvSpPr>
        <p:spPr>
          <a:xfrm>
            <a:off x="609599" y="4682151"/>
            <a:ext cx="2057400" cy="320040"/>
          </a:xfrm>
          <a:prstGeom prst="rect">
            <a:avLst/>
          </a:prstGeom>
          <a:solidFill>
            <a:srgbClr val="646464">
              <a:alpha val="75000"/>
            </a:srgbClr>
          </a:solid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FFFFFF"/>
                </a:solidFill>
                <a:effectLst/>
                <a:uLnTx/>
                <a:uFillTx/>
                <a:latin typeface="EYInterstate Light"/>
                <a:ea typeface="+mn-ea"/>
                <a:cs typeface="+mn-cs"/>
              </a:rPr>
              <a:t>Process Understanding</a:t>
            </a:r>
          </a:p>
        </p:txBody>
      </p:sp>
      <p:pic>
        <p:nvPicPr>
          <p:cNvPr id="30" name="Picture 2" descr="Job description">
            <a:extLst>
              <a:ext uri="{FF2B5EF4-FFF2-40B4-BE49-F238E27FC236}">
                <a16:creationId xmlns:a16="http://schemas.microsoft.com/office/drawing/2014/main" id="{8B7F7729-BAFF-9A7C-A77B-852A7E66D9D4}"/>
              </a:ext>
            </a:extLst>
          </p:cNvPr>
          <p:cNvPicPr>
            <a:picLocks noChangeAspect="1" noChangeArrowheads="1"/>
          </p:cNvPicPr>
          <p:nvPr/>
        </p:nvPicPr>
        <p:blipFill>
          <a:blip r:embed="rId7">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895600" y="914399"/>
            <a:ext cx="365760" cy="365760"/>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4" descr="Motivation ">
            <a:extLst>
              <a:ext uri="{FF2B5EF4-FFF2-40B4-BE49-F238E27FC236}">
                <a16:creationId xmlns:a16="http://schemas.microsoft.com/office/drawing/2014/main" id="{3DEB5BDF-ED9B-1615-6D47-808948F43D57}"/>
              </a:ext>
            </a:extLst>
          </p:cNvPr>
          <p:cNvPicPr>
            <a:picLocks noChangeAspect="1" noChangeArrowheads="1"/>
          </p:cNvPicPr>
          <p:nvPr/>
        </p:nvPicPr>
        <p:blipFill>
          <a:blip r:embed="rId8">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895600" y="3880151"/>
            <a:ext cx="365760" cy="365760"/>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6" descr="Concerned ">
            <a:extLst>
              <a:ext uri="{FF2B5EF4-FFF2-40B4-BE49-F238E27FC236}">
                <a16:creationId xmlns:a16="http://schemas.microsoft.com/office/drawing/2014/main" id="{08B5C98D-4512-B234-BC9D-8E4D2D166AEE}"/>
              </a:ext>
            </a:extLst>
          </p:cNvPr>
          <p:cNvPicPr>
            <a:picLocks noChangeAspect="1" noChangeArrowheads="1"/>
          </p:cNvPicPr>
          <p:nvPr/>
        </p:nvPicPr>
        <p:blipFill>
          <a:blip r:embed="rId9">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096000" y="3880151"/>
            <a:ext cx="365760" cy="365760"/>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8" descr="Organization structure ">
            <a:extLst>
              <a:ext uri="{FF2B5EF4-FFF2-40B4-BE49-F238E27FC236}">
                <a16:creationId xmlns:a16="http://schemas.microsoft.com/office/drawing/2014/main" id="{BD433D11-624B-E8F5-6581-5CCAF9356394}"/>
              </a:ext>
            </a:extLst>
          </p:cNvPr>
          <p:cNvPicPr>
            <a:picLocks noChangeAspect="1" noChangeArrowheads="1"/>
          </p:cNvPicPr>
          <p:nvPr/>
        </p:nvPicPr>
        <p:blipFill>
          <a:blip r:embed="rId10">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9296400" y="3880151"/>
            <a:ext cx="365760" cy="36576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803989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C7107-79A9-646B-133B-3F398DC1AF3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5690E54-08B6-A0BA-C4E9-AF49227153F1}"/>
              </a:ext>
            </a:extLst>
          </p:cNvPr>
          <p:cNvSpPr>
            <a:spLocks noGrp="1"/>
          </p:cNvSpPr>
          <p:nvPr>
            <p:ph type="title"/>
          </p:nvPr>
        </p:nvSpPr>
        <p:spPr>
          <a:xfrm>
            <a:off x="609600" y="274320"/>
            <a:ext cx="10972800" cy="548640"/>
          </a:xfrm>
        </p:spPr>
        <p:txBody>
          <a:bodyPr lIns="91440" tIns="45720" rIns="91440"/>
          <a:lstStyle/>
          <a:p>
            <a:pPr>
              <a:lnSpc>
                <a:spcPct val="100000"/>
              </a:lnSpc>
            </a:pPr>
            <a:r>
              <a:rPr lang="en-US" noProof="0" dirty="0"/>
              <a:t>Persona Capability Summary – Consolidation &amp; Reporting Specialist</a:t>
            </a:r>
          </a:p>
        </p:txBody>
      </p:sp>
      <p:sp>
        <p:nvSpPr>
          <p:cNvPr id="5" name="Slide Number Placeholder 4">
            <a:extLst>
              <a:ext uri="{FF2B5EF4-FFF2-40B4-BE49-F238E27FC236}">
                <a16:creationId xmlns:a16="http://schemas.microsoft.com/office/drawing/2014/main" id="{6FF3C757-4123-AA88-A890-A731772A3F44}"/>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94FCA0F3-9F3A-694B-99BB-0E592A797735}" type="slidenum">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30</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
        <p:nvSpPr>
          <p:cNvPr id="6" name="Date Placeholder 5">
            <a:extLst>
              <a:ext uri="{FF2B5EF4-FFF2-40B4-BE49-F238E27FC236}">
                <a16:creationId xmlns:a16="http://schemas.microsoft.com/office/drawing/2014/main" id="{AC9F235D-5A74-1335-8C0B-310E2663D4B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3772E00-D7F7-40FD-832D-6C39A8B43411}" type="datetime1">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9/19/2025</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pic>
        <p:nvPicPr>
          <p:cNvPr id="4" name="Picture 3">
            <a:extLst>
              <a:ext uri="{FF2B5EF4-FFF2-40B4-BE49-F238E27FC236}">
                <a16:creationId xmlns:a16="http://schemas.microsoft.com/office/drawing/2014/main" id="{EAF41F94-F99F-DA17-AAF3-4395EBDD7639}"/>
              </a:ext>
            </a:extLst>
          </p:cNvPr>
          <p:cNvPicPr>
            <a:picLocks noChangeAspect="1"/>
          </p:cNvPicPr>
          <p:nvPr/>
        </p:nvPicPr>
        <p:blipFill rotWithShape="1">
          <a:blip r:embed="rId2">
            <a:extLst>
              <a:ext uri="{28A0092B-C50C-407E-A947-70E740481C1C}">
                <a14:useLocalDpi xmlns:a14="http://schemas.microsoft.com/office/drawing/2010/main" val="0"/>
              </a:ext>
            </a:extLst>
          </a:blip>
          <a:srcRect l="9221" t="25382" r="74705" b="60078"/>
          <a:stretch/>
        </p:blipFill>
        <p:spPr>
          <a:xfrm>
            <a:off x="945817" y="1074023"/>
            <a:ext cx="1373743" cy="1371600"/>
          </a:xfrm>
          <a:prstGeom prst="rect">
            <a:avLst/>
          </a:prstGeom>
        </p:spPr>
      </p:pic>
      <p:sp>
        <p:nvSpPr>
          <p:cNvPr id="18" name="Rectangle 17">
            <a:extLst>
              <a:ext uri="{FF2B5EF4-FFF2-40B4-BE49-F238E27FC236}">
                <a16:creationId xmlns:a16="http://schemas.microsoft.com/office/drawing/2014/main" id="{26EEF63F-7BFD-636C-654A-85F1BBDF5F83}"/>
              </a:ext>
            </a:extLst>
          </p:cNvPr>
          <p:cNvSpPr/>
          <p:nvPr/>
        </p:nvSpPr>
        <p:spPr>
          <a:xfrm>
            <a:off x="2895601" y="4268770"/>
            <a:ext cx="3017520" cy="2059300"/>
          </a:xfrm>
          <a:prstGeom prst="rect">
            <a:avLst/>
          </a:prstGeom>
          <a:solidFill>
            <a:srgbClr val="646464">
              <a:alpha val="20000"/>
            </a:srgbClr>
          </a:solidFill>
          <a:ln w="12700" cap="flat" cmpd="sng" algn="ctr">
            <a:solidFill>
              <a:schemeClr val="tx1"/>
            </a:solidFill>
            <a:prstDash val="solid"/>
            <a:miter lim="800000"/>
            <a:headEnd type="none" w="med" len="med"/>
            <a:tailEnd type="none" w="med" len="med"/>
          </a:ln>
          <a:effectLst/>
        </p:spPr>
        <p:txBody>
          <a:bodyPr lIns="91440" tIns="91440" rIns="91440" bIns="0" numCol="1" spcCol="91440" rtlCol="0" anchor="t" anchorCtr="0"/>
          <a:lstStyle/>
          <a:p>
            <a:pPr marL="182880" marR="0" lvl="0" indent="-182880" algn="l" defTabSz="914400" rtl="0" eaLnBrk="1" fontAlgn="auto" latinLnBrk="0" hangingPunct="1">
              <a:lnSpc>
                <a:spcPct val="100000"/>
              </a:lnSpc>
              <a:spcBef>
                <a:spcPts val="4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Delivering accurate and timely consolidated financials to meet statutory, regulatory, and management expectations.</a:t>
            </a:r>
          </a:p>
          <a:p>
            <a:pPr marL="182880" marR="0" lvl="0" indent="-182880" algn="l" defTabSz="914400" rtl="0" eaLnBrk="1" fontAlgn="auto" latinLnBrk="0" hangingPunct="1">
              <a:lnSpc>
                <a:spcPct val="100000"/>
              </a:lnSpc>
              <a:spcBef>
                <a:spcPts val="4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Driving standardization and automation in consolidation &amp; reporting processes.</a:t>
            </a:r>
          </a:p>
          <a:p>
            <a:pPr marL="182880" marR="0" lvl="0" indent="-182880" algn="l" defTabSz="914400" rtl="0" eaLnBrk="1" fontAlgn="auto" latinLnBrk="0" hangingPunct="1">
              <a:lnSpc>
                <a:spcPct val="100000"/>
              </a:lnSpc>
              <a:spcBef>
                <a:spcPts val="4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Ensuring compliance with IFRS/US GAAP/local GAAP and internal policies.</a:t>
            </a:r>
          </a:p>
          <a:p>
            <a:pPr marL="182880" marR="0" lvl="0" indent="-182880" algn="l" defTabSz="914400" rtl="0" eaLnBrk="1" fontAlgn="auto" latinLnBrk="0" hangingPunct="1">
              <a:lnSpc>
                <a:spcPct val="100000"/>
              </a:lnSpc>
              <a:spcBef>
                <a:spcPts val="4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Supporting management with data-driven insights to improve decision-making.</a:t>
            </a:r>
          </a:p>
          <a:p>
            <a:pPr marL="182880" marR="0" lvl="0" indent="-182880" algn="l" defTabSz="914400" rtl="0" eaLnBrk="1" fontAlgn="auto" latinLnBrk="0" hangingPunct="1">
              <a:lnSpc>
                <a:spcPct val="100000"/>
              </a:lnSpc>
              <a:spcBef>
                <a:spcPts val="4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Building a reputation for being a trusted advisor within finance.</a:t>
            </a:r>
          </a:p>
        </p:txBody>
      </p:sp>
      <p:sp>
        <p:nvSpPr>
          <p:cNvPr id="20" name="Rectangle 19">
            <a:extLst>
              <a:ext uri="{FF2B5EF4-FFF2-40B4-BE49-F238E27FC236}">
                <a16:creationId xmlns:a16="http://schemas.microsoft.com/office/drawing/2014/main" id="{41186D7A-5092-7AF9-2BDE-CFE99395F7B2}"/>
              </a:ext>
            </a:extLst>
          </p:cNvPr>
          <p:cNvSpPr/>
          <p:nvPr/>
        </p:nvSpPr>
        <p:spPr>
          <a:xfrm>
            <a:off x="609600" y="2944791"/>
            <a:ext cx="2057400" cy="1600200"/>
          </a:xfrm>
          <a:prstGeom prst="rect">
            <a:avLst/>
          </a:prstGeom>
          <a:solidFill>
            <a:srgbClr val="646464">
              <a:alpha val="20000"/>
            </a:srgbClr>
          </a:solidFill>
          <a:ln w="12700" cap="flat" cmpd="sng" algn="ctr">
            <a:solidFill>
              <a:schemeClr val="tx1"/>
            </a:solidFill>
            <a:prstDash val="solid"/>
            <a:miter lim="800000"/>
            <a:headEnd type="none" w="med" len="med"/>
            <a:tailEnd type="none" w="med" len="med"/>
          </a:ln>
          <a:effectLst/>
        </p:spPr>
        <p:txBody>
          <a:bodyPr lIns="91440" tIns="91440" rIns="91440" bIns="91440" numCol="1" spcCol="91440" rtlCol="0" anchor="ctr" anchorCtr="0"/>
          <a:lstStyle/>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Country Finance Teams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Regional Finance Leads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Corporate Finance (FP&amp;A)</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Tax &amp; Treasury Teams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GL and Intercompany Accountants</a:t>
            </a:r>
          </a:p>
          <a:p>
            <a:pPr marL="274320" marR="0" lvl="0" indent="0" algn="l" defTabSz="914400" rtl="0" eaLnBrk="1" fontAlgn="auto" latinLnBrk="0" hangingPunct="1">
              <a:lnSpc>
                <a:spcPct val="100000"/>
              </a:lnSpc>
              <a:spcBef>
                <a:spcPts val="600"/>
              </a:spcBef>
              <a:spcAft>
                <a:spcPts val="0"/>
              </a:spcAft>
              <a:buClr>
                <a:srgbClr val="1A1A24"/>
              </a:buClr>
              <a:buSzTx/>
              <a:buFontTx/>
              <a:buNone/>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IT / System Admin</a:t>
            </a:r>
            <a:endParaRPr kumimoji="0" lang="en-US" sz="1000" b="0" i="0" u="none" strike="noStrike" kern="0" cap="none" spc="0" normalizeH="0" baseline="0" noProof="0">
              <a:ln>
                <a:noFill/>
              </a:ln>
              <a:solidFill>
                <a:srgbClr val="1A1A24"/>
              </a:solidFill>
              <a:effectLst/>
              <a:uLnTx/>
              <a:uFillTx/>
              <a:latin typeface="EYInterstate Light"/>
              <a:ea typeface="+mn-ea"/>
              <a:cs typeface="+mn-cs"/>
            </a:endParaRPr>
          </a:p>
        </p:txBody>
      </p:sp>
      <p:graphicFrame>
        <p:nvGraphicFramePr>
          <p:cNvPr id="24" name="Table 23">
            <a:extLst>
              <a:ext uri="{FF2B5EF4-FFF2-40B4-BE49-F238E27FC236}">
                <a16:creationId xmlns:a16="http://schemas.microsoft.com/office/drawing/2014/main" id="{7A6B0B11-56D3-0262-3A88-D7A39CFBEB6E}"/>
              </a:ext>
            </a:extLst>
          </p:cNvPr>
          <p:cNvGraphicFramePr>
            <a:graphicFrameLocks noGrp="1"/>
          </p:cNvGraphicFramePr>
          <p:nvPr>
            <p:extLst>
              <p:ext uri="{D42A27DB-BD31-4B8C-83A1-F6EECF244321}">
                <p14:modId xmlns:p14="http://schemas.microsoft.com/office/powerpoint/2010/main" val="2556356636"/>
              </p:ext>
            </p:extLst>
          </p:nvPr>
        </p:nvGraphicFramePr>
        <p:xfrm>
          <a:off x="609600" y="5047910"/>
          <a:ext cx="2057400" cy="1280160"/>
        </p:xfrm>
        <a:graphic>
          <a:graphicData uri="http://schemas.openxmlformats.org/drawingml/2006/table">
            <a:tbl>
              <a:tblPr firstRow="1" bandRow="1">
                <a:tableStyleId>{5C22544A-7EE6-4342-B048-85BDC9FD1C3A}</a:tableStyleId>
              </a:tblPr>
              <a:tblGrid>
                <a:gridCol w="1143000">
                  <a:extLst>
                    <a:ext uri="{9D8B030D-6E8A-4147-A177-3AD203B41FA5}">
                      <a16:colId xmlns:a16="http://schemas.microsoft.com/office/drawing/2014/main" val="1774526519"/>
                    </a:ext>
                  </a:extLst>
                </a:gridCol>
                <a:gridCol w="914400">
                  <a:extLst>
                    <a:ext uri="{9D8B030D-6E8A-4147-A177-3AD203B41FA5}">
                      <a16:colId xmlns:a16="http://schemas.microsoft.com/office/drawing/2014/main" val="2589780332"/>
                    </a:ext>
                  </a:extLst>
                </a:gridCol>
              </a:tblGrid>
              <a:tr h="256032">
                <a:tc>
                  <a:txBody>
                    <a:bodyPr/>
                    <a:lstStyle/>
                    <a:p>
                      <a:r>
                        <a:rPr lang="en-US" sz="1000" b="0">
                          <a:solidFill>
                            <a:schemeClr val="bg1"/>
                          </a:solidFill>
                        </a:rPr>
                        <a:t>Record</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1">
                          <a:solidFill>
                            <a:schemeClr val="bg1"/>
                          </a:solidFill>
                        </a:rPr>
                        <a:t>6/10</a:t>
                      </a:r>
                      <a:endParaRPr lang="en-IN" sz="1100" b="1">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C00"/>
                    </a:solidFill>
                  </a:tcPr>
                </a:tc>
                <a:extLst>
                  <a:ext uri="{0D108BD9-81ED-4DB2-BD59-A6C34878D82A}">
                    <a16:rowId xmlns:a16="http://schemas.microsoft.com/office/drawing/2014/main" val="390316834"/>
                  </a:ext>
                </a:extLst>
              </a:tr>
              <a:tr h="256032">
                <a:tc>
                  <a:txBody>
                    <a:bodyPr/>
                    <a:lstStyle/>
                    <a:p>
                      <a:r>
                        <a:rPr lang="en-US" sz="1000" b="0">
                          <a:solidFill>
                            <a:schemeClr val="bg1"/>
                          </a:solidFill>
                        </a:rPr>
                        <a:t>Reconcile</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100" b="1">
                          <a:solidFill>
                            <a:schemeClr val="bg1"/>
                          </a:solidFill>
                        </a:rPr>
                        <a:t>7/10</a:t>
                      </a:r>
                      <a:endParaRPr lang="en-IN" sz="1100" b="1">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a16="http://schemas.microsoft.com/office/drawing/2014/main" val="437865336"/>
                  </a:ext>
                </a:extLst>
              </a:tr>
              <a:tr h="256032">
                <a:tc>
                  <a:txBody>
                    <a:bodyPr/>
                    <a:lstStyle/>
                    <a:p>
                      <a:r>
                        <a:rPr lang="en-US" sz="1000" b="0">
                          <a:solidFill>
                            <a:schemeClr val="bg1"/>
                          </a:solidFill>
                        </a:rPr>
                        <a:t>Close</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1">
                          <a:solidFill>
                            <a:schemeClr val="bg1"/>
                          </a:solidFill>
                        </a:rPr>
                        <a:t>8/10</a:t>
                      </a:r>
                      <a:endParaRPr lang="en-IN" sz="1100" b="1">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8ED973"/>
                    </a:solidFill>
                  </a:tcPr>
                </a:tc>
                <a:extLst>
                  <a:ext uri="{0D108BD9-81ED-4DB2-BD59-A6C34878D82A}">
                    <a16:rowId xmlns:a16="http://schemas.microsoft.com/office/drawing/2014/main" val="3576259115"/>
                  </a:ext>
                </a:extLst>
              </a:tr>
              <a:tr h="256032">
                <a:tc>
                  <a:txBody>
                    <a:bodyPr/>
                    <a:lstStyle/>
                    <a:p>
                      <a:r>
                        <a:rPr lang="en-US" sz="1000" b="0">
                          <a:solidFill>
                            <a:schemeClr val="bg1"/>
                          </a:solidFill>
                        </a:rPr>
                        <a:t>Consolidate</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100" b="1">
                          <a:solidFill>
                            <a:schemeClr val="tx1"/>
                          </a:solidFill>
                        </a:rPr>
                        <a:t>10/10</a:t>
                      </a:r>
                      <a:endParaRPr lang="en-IN" sz="1100" b="1">
                        <a:solidFill>
                          <a:schemeClr val="tx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3B7D23"/>
                    </a:solidFill>
                  </a:tcPr>
                </a:tc>
                <a:extLst>
                  <a:ext uri="{0D108BD9-81ED-4DB2-BD59-A6C34878D82A}">
                    <a16:rowId xmlns:a16="http://schemas.microsoft.com/office/drawing/2014/main" val="3104640811"/>
                  </a:ext>
                </a:extLst>
              </a:tr>
              <a:tr h="256032">
                <a:tc>
                  <a:txBody>
                    <a:bodyPr/>
                    <a:lstStyle/>
                    <a:p>
                      <a:r>
                        <a:rPr lang="en-US" sz="1000" b="0">
                          <a:solidFill>
                            <a:schemeClr val="bg1"/>
                          </a:solidFill>
                        </a:rPr>
                        <a:t>Report</a:t>
                      </a:r>
                      <a:endParaRPr lang="en-IN" sz="1000" b="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1">
                          <a:solidFill>
                            <a:schemeClr val="tx1"/>
                          </a:solidFill>
                        </a:rPr>
                        <a:t>9/10</a:t>
                      </a:r>
                      <a:endParaRPr lang="en-IN" sz="1100" b="1">
                        <a:solidFill>
                          <a:schemeClr val="tx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EA72E"/>
                    </a:solidFill>
                  </a:tcPr>
                </a:tc>
                <a:extLst>
                  <a:ext uri="{0D108BD9-81ED-4DB2-BD59-A6C34878D82A}">
                    <a16:rowId xmlns:a16="http://schemas.microsoft.com/office/drawing/2014/main" val="3383410164"/>
                  </a:ext>
                </a:extLst>
              </a:tr>
            </a:tbl>
          </a:graphicData>
        </a:graphic>
      </p:graphicFrame>
      <p:graphicFrame>
        <p:nvGraphicFramePr>
          <p:cNvPr id="26" name="Table 25">
            <a:extLst>
              <a:ext uri="{FF2B5EF4-FFF2-40B4-BE49-F238E27FC236}">
                <a16:creationId xmlns:a16="http://schemas.microsoft.com/office/drawing/2014/main" id="{02CF7F52-5A29-11B8-4C3D-B2A80FFE8FBF}"/>
              </a:ext>
            </a:extLst>
          </p:cNvPr>
          <p:cNvGraphicFramePr>
            <a:graphicFrameLocks noGrp="1"/>
          </p:cNvGraphicFramePr>
          <p:nvPr/>
        </p:nvGraphicFramePr>
        <p:xfrm>
          <a:off x="2666999" y="6545949"/>
          <a:ext cx="2286000" cy="182880"/>
        </p:xfrm>
        <a:graphic>
          <a:graphicData uri="http://schemas.openxmlformats.org/drawingml/2006/table">
            <a:tbl>
              <a:tblPr firstRow="1" bandRow="1"/>
              <a:tblGrid>
                <a:gridCol w="228600">
                  <a:extLst>
                    <a:ext uri="{9D8B030D-6E8A-4147-A177-3AD203B41FA5}">
                      <a16:colId xmlns:a16="http://schemas.microsoft.com/office/drawing/2014/main" val="2033441762"/>
                    </a:ext>
                  </a:extLst>
                </a:gridCol>
                <a:gridCol w="228600">
                  <a:extLst>
                    <a:ext uri="{9D8B030D-6E8A-4147-A177-3AD203B41FA5}">
                      <a16:colId xmlns:a16="http://schemas.microsoft.com/office/drawing/2014/main" val="3449813922"/>
                    </a:ext>
                  </a:extLst>
                </a:gridCol>
                <a:gridCol w="228600">
                  <a:extLst>
                    <a:ext uri="{9D8B030D-6E8A-4147-A177-3AD203B41FA5}">
                      <a16:colId xmlns:a16="http://schemas.microsoft.com/office/drawing/2014/main" val="4151504232"/>
                    </a:ext>
                  </a:extLst>
                </a:gridCol>
                <a:gridCol w="228600">
                  <a:extLst>
                    <a:ext uri="{9D8B030D-6E8A-4147-A177-3AD203B41FA5}">
                      <a16:colId xmlns:a16="http://schemas.microsoft.com/office/drawing/2014/main" val="3651163233"/>
                    </a:ext>
                  </a:extLst>
                </a:gridCol>
                <a:gridCol w="228600">
                  <a:extLst>
                    <a:ext uri="{9D8B030D-6E8A-4147-A177-3AD203B41FA5}">
                      <a16:colId xmlns:a16="http://schemas.microsoft.com/office/drawing/2014/main" val="155501932"/>
                    </a:ext>
                  </a:extLst>
                </a:gridCol>
                <a:gridCol w="228600">
                  <a:extLst>
                    <a:ext uri="{9D8B030D-6E8A-4147-A177-3AD203B41FA5}">
                      <a16:colId xmlns:a16="http://schemas.microsoft.com/office/drawing/2014/main" val="2054273059"/>
                    </a:ext>
                  </a:extLst>
                </a:gridCol>
                <a:gridCol w="228600">
                  <a:extLst>
                    <a:ext uri="{9D8B030D-6E8A-4147-A177-3AD203B41FA5}">
                      <a16:colId xmlns:a16="http://schemas.microsoft.com/office/drawing/2014/main" val="2964105552"/>
                    </a:ext>
                  </a:extLst>
                </a:gridCol>
                <a:gridCol w="228600">
                  <a:extLst>
                    <a:ext uri="{9D8B030D-6E8A-4147-A177-3AD203B41FA5}">
                      <a16:colId xmlns:a16="http://schemas.microsoft.com/office/drawing/2014/main" val="3230257800"/>
                    </a:ext>
                  </a:extLst>
                </a:gridCol>
                <a:gridCol w="228600">
                  <a:extLst>
                    <a:ext uri="{9D8B030D-6E8A-4147-A177-3AD203B41FA5}">
                      <a16:colId xmlns:a16="http://schemas.microsoft.com/office/drawing/2014/main" val="2596560962"/>
                    </a:ext>
                  </a:extLst>
                </a:gridCol>
                <a:gridCol w="228600">
                  <a:extLst>
                    <a:ext uri="{9D8B030D-6E8A-4147-A177-3AD203B41FA5}">
                      <a16:colId xmlns:a16="http://schemas.microsoft.com/office/drawing/2014/main" val="3804317012"/>
                    </a:ext>
                  </a:extLst>
                </a:gridCol>
              </a:tblGrid>
              <a:tr h="18288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latin typeface="+mn-lt"/>
                        </a:rPr>
                        <a:t>1</a:t>
                      </a:r>
                      <a:endParaRPr lang="en-IN" sz="600">
                        <a:solidFill>
                          <a:schemeClr val="tx1"/>
                        </a:solidFill>
                        <a:latin typeface="+mn-lt"/>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900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latin typeface="+mn-lt"/>
                        </a:rPr>
                        <a:t>2</a:t>
                      </a:r>
                      <a:endParaRPr lang="en-IN" sz="600">
                        <a:solidFill>
                          <a:schemeClr val="tx1"/>
                        </a:solidFill>
                        <a:latin typeface="+mn-lt"/>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latin typeface="+mn-lt"/>
                        </a:rPr>
                        <a:t>3</a:t>
                      </a:r>
                      <a:endParaRPr lang="en-IN" sz="600">
                        <a:latin typeface="+mn-lt"/>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33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latin typeface="+mn-lt"/>
                        </a:rPr>
                        <a:t>4</a:t>
                      </a:r>
                      <a:endParaRPr lang="en-IN" sz="600">
                        <a:latin typeface="+mn-lt"/>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66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latin typeface="+mn-lt"/>
                        </a:rPr>
                        <a:t>5</a:t>
                      </a:r>
                      <a:endParaRPr lang="en-IN" sz="600">
                        <a:latin typeface="+mn-lt"/>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99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latin typeface="+mn-lt"/>
                        </a:rPr>
                        <a:t>6</a:t>
                      </a:r>
                      <a:endParaRPr lang="en-IN" sz="600">
                        <a:latin typeface="+mn-lt"/>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C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latin typeface="+mn-lt"/>
                        </a:rPr>
                        <a:t>7</a:t>
                      </a:r>
                      <a:endParaRPr lang="en-IN" sz="600">
                        <a:latin typeface="+mn-lt"/>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latin typeface="+mn-lt"/>
                        </a:rPr>
                        <a:t>8</a:t>
                      </a:r>
                      <a:endParaRPr lang="en-IN" sz="600">
                        <a:latin typeface="+mn-lt"/>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EA72E">
                        <a:lumMod val="60000"/>
                        <a:lumOff val="40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latin typeface="+mn-lt"/>
                        </a:rPr>
                        <a:t>9</a:t>
                      </a:r>
                      <a:endParaRPr lang="en-IN" sz="600">
                        <a:solidFill>
                          <a:schemeClr val="tx1"/>
                        </a:solidFill>
                        <a:latin typeface="+mn-lt"/>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EA72E"/>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600">
                          <a:solidFill>
                            <a:schemeClr val="tx1"/>
                          </a:solidFill>
                          <a:latin typeface="+mn-lt"/>
                        </a:rPr>
                        <a:t>10</a:t>
                      </a:r>
                      <a:endParaRPr lang="en-IN" sz="600">
                        <a:solidFill>
                          <a:schemeClr val="tx1"/>
                        </a:solidFill>
                        <a:latin typeface="+mn-lt"/>
                      </a:endParaRPr>
                    </a:p>
                  </a:txBody>
                  <a:tcPr marL="45720" marR="45720" marT="18288" marB="18288"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EA72E">
                        <a:lumMod val="75000"/>
                      </a:srgbClr>
                    </a:solidFill>
                  </a:tcPr>
                </a:tc>
                <a:extLst>
                  <a:ext uri="{0D108BD9-81ED-4DB2-BD59-A6C34878D82A}">
                    <a16:rowId xmlns:a16="http://schemas.microsoft.com/office/drawing/2014/main" val="2923592930"/>
                  </a:ext>
                </a:extLst>
              </a:tr>
            </a:tbl>
          </a:graphicData>
        </a:graphic>
      </p:graphicFrame>
      <p:sp>
        <p:nvSpPr>
          <p:cNvPr id="27" name="Rectangle 26">
            <a:extLst>
              <a:ext uri="{FF2B5EF4-FFF2-40B4-BE49-F238E27FC236}">
                <a16:creationId xmlns:a16="http://schemas.microsoft.com/office/drawing/2014/main" id="{8DF33C4C-AC11-ECD7-3A2C-4E807763BF21}"/>
              </a:ext>
            </a:extLst>
          </p:cNvPr>
          <p:cNvSpPr/>
          <p:nvPr/>
        </p:nvSpPr>
        <p:spPr>
          <a:xfrm>
            <a:off x="2164079" y="6548223"/>
            <a:ext cx="502920" cy="182880"/>
          </a:xfrm>
          <a:prstGeom prst="rect">
            <a:avLst/>
          </a:prstGeom>
          <a:noFill/>
          <a:ln w="12700" cap="flat" cmpd="sng" algn="ctr">
            <a:noFill/>
            <a:prstDash val="solid"/>
            <a:miter lim="800000"/>
            <a:headEnd type="none" w="med" len="med"/>
            <a:tailEnd type="none" w="med" len="med"/>
          </a:ln>
          <a:effectLst/>
        </p:spPr>
        <p:txBody>
          <a:bodyPr lIns="45720" tIns="18288" rIns="45720" bIns="18288" rtlCol="0" anchor="ctr" anchorCtr="0"/>
          <a:lstStyle/>
          <a:p>
            <a:pPr marL="0" marR="0" lvl="0" indent="0" algn="ctr" defTabSz="914400" rtl="0" eaLnBrk="1" fontAlgn="auto" latinLnBrk="0" hangingPunct="1">
              <a:lnSpc>
                <a:spcPct val="100000"/>
              </a:lnSpc>
              <a:spcBef>
                <a:spcPts val="0"/>
              </a:spcBef>
              <a:spcAft>
                <a:spcPts val="0"/>
              </a:spcAft>
              <a:buClr>
                <a:srgbClr val="FFE600"/>
              </a:buClr>
              <a:buSzTx/>
              <a:buFontTx/>
              <a:buNone/>
              <a:tabLst/>
              <a:defRPr/>
            </a:pPr>
            <a:r>
              <a:rPr kumimoji="0" lang="en-US" sz="600" b="1" i="1" u="none" strike="noStrike" kern="0" cap="none" spc="0" normalizeH="0" baseline="0" noProof="0">
                <a:ln>
                  <a:noFill/>
                </a:ln>
                <a:solidFill>
                  <a:srgbClr val="1A1A24"/>
                </a:solidFill>
                <a:effectLst/>
                <a:uLnTx/>
                <a:uFillTx/>
                <a:latin typeface="EYInterstate Light"/>
                <a:ea typeface="+mn-ea"/>
                <a:cs typeface="+mn-cs"/>
              </a:rPr>
              <a:t>Color Key</a:t>
            </a:r>
          </a:p>
        </p:txBody>
      </p:sp>
      <p:sp>
        <p:nvSpPr>
          <p:cNvPr id="28" name="Rectangle 27">
            <a:extLst>
              <a:ext uri="{FF2B5EF4-FFF2-40B4-BE49-F238E27FC236}">
                <a16:creationId xmlns:a16="http://schemas.microsoft.com/office/drawing/2014/main" id="{92B2053D-FC09-31C9-21B6-F66E7A90EEB6}"/>
              </a:ext>
            </a:extLst>
          </p:cNvPr>
          <p:cNvSpPr/>
          <p:nvPr/>
        </p:nvSpPr>
        <p:spPr>
          <a:xfrm>
            <a:off x="6096001" y="4264480"/>
            <a:ext cx="3017520" cy="2059300"/>
          </a:xfrm>
          <a:prstGeom prst="rect">
            <a:avLst/>
          </a:prstGeom>
          <a:solidFill>
            <a:srgbClr val="646464">
              <a:alpha val="20000"/>
            </a:srgbClr>
          </a:solidFill>
          <a:ln w="12700" cap="flat" cmpd="sng" algn="ctr">
            <a:solidFill>
              <a:schemeClr val="tx1"/>
            </a:solidFill>
            <a:prstDash val="solid"/>
            <a:miter lim="800000"/>
            <a:headEnd type="none" w="med" len="med"/>
            <a:tailEnd type="none" w="med" len="med"/>
          </a:ln>
          <a:effectLst/>
        </p:spPr>
        <p:txBody>
          <a:bodyPr lIns="91440" tIns="91440" rIns="91440" bIns="0" numCol="1" spcCol="91440" rtlCol="0" anchor="t" anchorCtr="0"/>
          <a:lstStyle/>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Are all local entities aligned with accounting policies, timelines, and reporting standards?</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Are intercompany mismatches and FX translation issues resolved on time?</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Is there full visibility of adjustments and eliminations across the group?</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Are the tools/systems reliable and automated enough to minimize manual interventions?</a:t>
            </a:r>
          </a:p>
          <a:p>
            <a:pPr marL="182880" marR="0" lvl="0" indent="-182880" algn="l" defTabSz="914400" rtl="0" eaLnBrk="1" fontAlgn="auto" latinLnBrk="0" hangingPunct="1">
              <a:lnSpc>
                <a:spcPct val="100000"/>
              </a:lnSpc>
              <a:spcBef>
                <a:spcPts val="600"/>
              </a:spcBef>
              <a:spcAft>
                <a:spcPts val="0"/>
              </a:spcAft>
              <a:buClr>
                <a:srgbClr val="1A1A24">
                  <a:lumMod val="50000"/>
                  <a:lumOff val="50000"/>
                </a:srgbClr>
              </a:buClr>
              <a:buSzTx/>
              <a:buFont typeface="Wingdings 3" panose="05040102010807070707" pitchFamily="18" charset="2"/>
              <a:buChar char="Æ"/>
              <a:tabLst/>
              <a:defRPr/>
            </a:pPr>
            <a:r>
              <a:rPr kumimoji="0" lang="en-IN" sz="1000" b="0" i="0" u="none" strike="noStrike" kern="0" cap="none" spc="0" normalizeH="0" baseline="0" noProof="0">
                <a:ln>
                  <a:noFill/>
                </a:ln>
                <a:solidFill>
                  <a:srgbClr val="1A1A24"/>
                </a:solidFill>
                <a:effectLst/>
                <a:uLnTx/>
                <a:uFillTx/>
                <a:latin typeface="EYInterstate Light"/>
                <a:ea typeface="+mn-ea"/>
                <a:cs typeface="+mn-cs"/>
              </a:rPr>
              <a:t>Can I trust the data quality being submitted by local and regional teams?</a:t>
            </a:r>
            <a:endParaRPr kumimoji="0" lang="en-US" sz="1000" b="0" i="0" u="none" strike="noStrike" kern="0" cap="none" spc="0" normalizeH="0" baseline="0" noProof="0">
              <a:ln>
                <a:noFill/>
              </a:ln>
              <a:solidFill>
                <a:srgbClr val="1A1A24"/>
              </a:solidFill>
              <a:effectLst/>
              <a:uLnTx/>
              <a:uFillTx/>
              <a:latin typeface="EYInterstate Light"/>
              <a:ea typeface="+mn-ea"/>
              <a:cs typeface="+mn-cs"/>
            </a:endParaRPr>
          </a:p>
        </p:txBody>
      </p:sp>
      <p:graphicFrame>
        <p:nvGraphicFramePr>
          <p:cNvPr id="37" name="Table 36">
            <a:extLst>
              <a:ext uri="{FF2B5EF4-FFF2-40B4-BE49-F238E27FC236}">
                <a16:creationId xmlns:a16="http://schemas.microsoft.com/office/drawing/2014/main" id="{DA1A7B4F-6400-B77D-5CC4-9098ED901AE3}"/>
              </a:ext>
            </a:extLst>
          </p:cNvPr>
          <p:cNvGraphicFramePr>
            <a:graphicFrameLocks noGrp="1"/>
          </p:cNvGraphicFramePr>
          <p:nvPr>
            <p:extLst>
              <p:ext uri="{D42A27DB-BD31-4B8C-83A1-F6EECF244321}">
                <p14:modId xmlns:p14="http://schemas.microsoft.com/office/powerpoint/2010/main" val="3613747125"/>
              </p:ext>
            </p:extLst>
          </p:nvPr>
        </p:nvGraphicFramePr>
        <p:xfrm>
          <a:off x="9296401" y="4264480"/>
          <a:ext cx="2286000" cy="2057400"/>
        </p:xfrm>
        <a:graphic>
          <a:graphicData uri="http://schemas.openxmlformats.org/drawingml/2006/table">
            <a:tbl>
              <a:tblPr firstRow="1" bandRow="1">
                <a:tableStyleId>{5C22544A-7EE6-4342-B048-85BDC9FD1C3A}</a:tableStyleId>
              </a:tblPr>
              <a:tblGrid>
                <a:gridCol w="1691640">
                  <a:extLst>
                    <a:ext uri="{9D8B030D-6E8A-4147-A177-3AD203B41FA5}">
                      <a16:colId xmlns:a16="http://schemas.microsoft.com/office/drawing/2014/main" val="1774526519"/>
                    </a:ext>
                  </a:extLst>
                </a:gridCol>
                <a:gridCol w="594360">
                  <a:extLst>
                    <a:ext uri="{9D8B030D-6E8A-4147-A177-3AD203B41FA5}">
                      <a16:colId xmlns:a16="http://schemas.microsoft.com/office/drawing/2014/main" val="2421986053"/>
                    </a:ext>
                  </a:extLst>
                </a:gridCol>
              </a:tblGrid>
              <a:tr h="512064">
                <a:tc>
                  <a:txBody>
                    <a:bodyPr/>
                    <a:lstStyle/>
                    <a:p>
                      <a:r>
                        <a:rPr lang="en-US" sz="1000" b="0" i="0">
                          <a:solidFill>
                            <a:schemeClr val="bg1"/>
                          </a:solidFill>
                        </a:rPr>
                        <a:t>Consolidation and Reporting Specialists</a:t>
                      </a: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50" b="1" i="0">
                          <a:solidFill>
                            <a:schemeClr val="bg1"/>
                          </a:solidFill>
                        </a:rPr>
                        <a:t>3 – 5</a:t>
                      </a:r>
                      <a:endParaRPr lang="en-IN" sz="1050" b="1"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437865336"/>
                  </a:ext>
                </a:extLst>
              </a:tr>
              <a:tr h="512064">
                <a:tc>
                  <a:txBody>
                    <a:bodyPr/>
                    <a:lstStyle/>
                    <a:p>
                      <a:r>
                        <a:rPr lang="en-IN" sz="1000" b="0" i="0">
                          <a:solidFill>
                            <a:schemeClr val="bg1"/>
                          </a:solidFill>
                        </a:rPr>
                        <a:t>Senior Consolidation Financial Analyst / Lead</a:t>
                      </a: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050" b="1" i="0">
                          <a:solidFill>
                            <a:schemeClr val="bg1"/>
                          </a:solidFill>
                        </a:rPr>
                        <a:t>2 – 3</a:t>
                      </a: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576259115"/>
                  </a:ext>
                </a:extLst>
              </a:tr>
              <a:tr h="512064">
                <a:tc>
                  <a:txBody>
                    <a:bodyPr/>
                    <a:lstStyle/>
                    <a:p>
                      <a:r>
                        <a:rPr lang="en-IN" sz="1000" b="0" i="0">
                          <a:solidFill>
                            <a:schemeClr val="bg1"/>
                          </a:solidFill>
                        </a:rPr>
                        <a:t>Consolidation and Reporting Manager</a:t>
                      </a: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50" b="1" i="0">
                          <a:solidFill>
                            <a:schemeClr val="bg1"/>
                          </a:solidFill>
                        </a:rPr>
                        <a:t>1</a:t>
                      </a:r>
                      <a:endParaRPr lang="en-IN" sz="1050" b="1"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104640811"/>
                  </a:ext>
                </a:extLst>
              </a:tr>
              <a:tr h="521208">
                <a:tc>
                  <a:txBody>
                    <a:bodyPr/>
                    <a:lstStyle/>
                    <a:p>
                      <a:r>
                        <a:rPr lang="en-IN" sz="1000" b="0" i="0">
                          <a:solidFill>
                            <a:schemeClr val="bg1"/>
                          </a:solidFill>
                        </a:rPr>
                        <a:t>Systems Administrator / Consolidation Tool Expert</a:t>
                      </a: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050" b="1" i="0">
                          <a:solidFill>
                            <a:schemeClr val="bg1"/>
                          </a:solidFill>
                        </a:rPr>
                        <a:t>1 – 2</a:t>
                      </a:r>
                      <a:endParaRPr lang="en-IN" sz="1050" b="1" i="0">
                        <a:solidFill>
                          <a:schemeClr val="bg1"/>
                        </a:solidFill>
                      </a:endParaRPr>
                    </a:p>
                  </a:txBody>
                  <a:tcPr marT="18288" marB="1828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84830849"/>
                  </a:ext>
                </a:extLst>
              </a:tr>
            </a:tbl>
          </a:graphicData>
        </a:graphic>
      </p:graphicFrame>
      <p:pic>
        <p:nvPicPr>
          <p:cNvPr id="62" name="Graphic 61" descr="Male profile with solid fill">
            <a:extLst>
              <a:ext uri="{FF2B5EF4-FFF2-40B4-BE49-F238E27FC236}">
                <a16:creationId xmlns:a16="http://schemas.microsoft.com/office/drawing/2014/main" id="{6BA78D77-F8AC-0023-54A5-D60F1B17627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8180" y="2980281"/>
            <a:ext cx="228600" cy="228600"/>
          </a:xfrm>
          <a:prstGeom prst="rect">
            <a:avLst/>
          </a:prstGeom>
        </p:spPr>
      </p:pic>
      <p:pic>
        <p:nvPicPr>
          <p:cNvPr id="63" name="Graphic 62" descr="Female Profile with solid fill">
            <a:extLst>
              <a:ext uri="{FF2B5EF4-FFF2-40B4-BE49-F238E27FC236}">
                <a16:creationId xmlns:a16="http://schemas.microsoft.com/office/drawing/2014/main" id="{0F039C67-3CAE-17D0-5D85-74024AD98BF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78180" y="3211493"/>
            <a:ext cx="228600" cy="228600"/>
          </a:xfrm>
          <a:prstGeom prst="rect">
            <a:avLst/>
          </a:prstGeom>
        </p:spPr>
      </p:pic>
      <p:pic>
        <p:nvPicPr>
          <p:cNvPr id="71" name="Graphic 70" descr="Male profile with solid fill">
            <a:extLst>
              <a:ext uri="{FF2B5EF4-FFF2-40B4-BE49-F238E27FC236}">
                <a16:creationId xmlns:a16="http://schemas.microsoft.com/office/drawing/2014/main" id="{9FED891E-725E-7EF2-454F-C59034B0949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8180" y="3439017"/>
            <a:ext cx="228600" cy="228600"/>
          </a:xfrm>
          <a:prstGeom prst="rect">
            <a:avLst/>
          </a:prstGeom>
        </p:spPr>
      </p:pic>
      <p:pic>
        <p:nvPicPr>
          <p:cNvPr id="72" name="Graphic 71" descr="Female Profile with solid fill">
            <a:extLst>
              <a:ext uri="{FF2B5EF4-FFF2-40B4-BE49-F238E27FC236}">
                <a16:creationId xmlns:a16="http://schemas.microsoft.com/office/drawing/2014/main" id="{442AF871-923D-35BB-F4BE-6BE6E206C66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78496" y="3668055"/>
            <a:ext cx="228600" cy="228600"/>
          </a:xfrm>
          <a:prstGeom prst="rect">
            <a:avLst/>
          </a:prstGeom>
        </p:spPr>
      </p:pic>
      <p:pic>
        <p:nvPicPr>
          <p:cNvPr id="73" name="Graphic 72" descr="Male profile with solid fill">
            <a:extLst>
              <a:ext uri="{FF2B5EF4-FFF2-40B4-BE49-F238E27FC236}">
                <a16:creationId xmlns:a16="http://schemas.microsoft.com/office/drawing/2014/main" id="{8AE7BF3F-F59D-3911-D80C-160200C10BC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8180" y="4279325"/>
            <a:ext cx="228600" cy="228600"/>
          </a:xfrm>
          <a:prstGeom prst="rect">
            <a:avLst/>
          </a:prstGeom>
        </p:spPr>
      </p:pic>
      <p:pic>
        <p:nvPicPr>
          <p:cNvPr id="74" name="Graphic 73" descr="Female Profile with solid fill">
            <a:extLst>
              <a:ext uri="{FF2B5EF4-FFF2-40B4-BE49-F238E27FC236}">
                <a16:creationId xmlns:a16="http://schemas.microsoft.com/office/drawing/2014/main" id="{6238CE8A-E6E1-C95F-5BFC-D98A5F6BCE7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78180" y="3973098"/>
            <a:ext cx="228600" cy="228600"/>
          </a:xfrm>
          <a:prstGeom prst="rect">
            <a:avLst/>
          </a:prstGeom>
        </p:spPr>
      </p:pic>
      <p:sp>
        <p:nvSpPr>
          <p:cNvPr id="3" name="Rectangle 2">
            <a:extLst>
              <a:ext uri="{FF2B5EF4-FFF2-40B4-BE49-F238E27FC236}">
                <a16:creationId xmlns:a16="http://schemas.microsoft.com/office/drawing/2014/main" id="{8E937E52-812A-9086-5BA5-3312169FE3B4}"/>
              </a:ext>
            </a:extLst>
          </p:cNvPr>
          <p:cNvSpPr/>
          <p:nvPr/>
        </p:nvSpPr>
        <p:spPr>
          <a:xfrm>
            <a:off x="7696200" y="6542219"/>
            <a:ext cx="3886200" cy="182880"/>
          </a:xfrm>
          <a:prstGeom prst="rect">
            <a:avLst/>
          </a:prstGeom>
          <a:noFill/>
          <a:ln w="12700" cap="flat" cmpd="sng" algn="ctr">
            <a:noFill/>
            <a:prstDash val="solid"/>
            <a:miter lim="800000"/>
            <a:headEnd type="none" w="med" len="med"/>
            <a:tailEnd type="none" w="med" len="med"/>
          </a:ln>
          <a:effectLst/>
        </p:spPr>
        <p:txBody>
          <a:bodyPr lIns="45720" tIns="18288" rIns="45720" bIns="18288"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IN" sz="1000" b="1" i="1" u="none" strike="noStrike" kern="0" cap="none" spc="0" normalizeH="0" baseline="0" noProof="0">
                <a:ln>
                  <a:noFill/>
                </a:ln>
                <a:solidFill>
                  <a:srgbClr val="1A1A24"/>
                </a:solidFill>
                <a:effectLst/>
                <a:uLnTx/>
                <a:uFillTx/>
                <a:latin typeface="EYInterstate Light"/>
                <a:ea typeface="+mn-ea"/>
                <a:cs typeface="+mn-cs"/>
              </a:rPr>
              <a:t>*</a:t>
            </a:r>
            <a:r>
              <a:rPr kumimoji="0" lang="en-IN" sz="600" b="0" i="1" u="none" strike="noStrike" kern="0" cap="none" spc="0" normalizeH="0" baseline="0" noProof="0">
                <a:ln>
                  <a:noFill/>
                </a:ln>
                <a:solidFill>
                  <a:srgbClr val="1A1A24"/>
                </a:solidFill>
                <a:effectLst/>
                <a:uLnTx/>
                <a:uFillTx/>
                <a:latin typeface="EYInterstate Light"/>
                <a:ea typeface="+mn-ea"/>
                <a:cs typeface="+mn-cs"/>
              </a:rPr>
              <a:t>Team structure may vary based on business size, number of entities, transaction volume, and tool maturity</a:t>
            </a:r>
            <a:endParaRPr kumimoji="0" lang="en-US" sz="600" b="0" i="1" u="none" strike="noStrike" kern="0" cap="none" spc="0" normalizeH="0" baseline="0" noProof="0">
              <a:ln>
                <a:noFill/>
              </a:ln>
              <a:solidFill>
                <a:srgbClr val="1A1A24"/>
              </a:solidFill>
              <a:effectLst/>
              <a:uLnTx/>
              <a:uFillTx/>
              <a:latin typeface="EYInterstate Light"/>
              <a:ea typeface="+mn-ea"/>
              <a:cs typeface="+mn-cs"/>
            </a:endParaRPr>
          </a:p>
        </p:txBody>
      </p:sp>
      <p:graphicFrame>
        <p:nvGraphicFramePr>
          <p:cNvPr id="36" name="Table 35">
            <a:extLst>
              <a:ext uri="{FF2B5EF4-FFF2-40B4-BE49-F238E27FC236}">
                <a16:creationId xmlns:a16="http://schemas.microsoft.com/office/drawing/2014/main" id="{57D82506-2A5B-52C1-FD0C-D74561F9D1F1}"/>
              </a:ext>
            </a:extLst>
          </p:cNvPr>
          <p:cNvGraphicFramePr>
            <a:graphicFrameLocks noGrp="1"/>
          </p:cNvGraphicFramePr>
          <p:nvPr>
            <p:extLst>
              <p:ext uri="{D42A27DB-BD31-4B8C-83A1-F6EECF244321}">
                <p14:modId xmlns:p14="http://schemas.microsoft.com/office/powerpoint/2010/main" val="627253829"/>
              </p:ext>
            </p:extLst>
          </p:nvPr>
        </p:nvGraphicFramePr>
        <p:xfrm>
          <a:off x="2895601" y="1297063"/>
          <a:ext cx="8686800" cy="2478024"/>
        </p:xfrm>
        <a:graphic>
          <a:graphicData uri="http://schemas.openxmlformats.org/drawingml/2006/table">
            <a:tbl>
              <a:tblPr firstRow="1" bandRow="1">
                <a:tableStyleId>{5C22544A-7EE6-4342-B048-85BDC9FD1C3A}</a:tableStyleId>
              </a:tblPr>
              <a:tblGrid>
                <a:gridCol w="1737360">
                  <a:extLst>
                    <a:ext uri="{9D8B030D-6E8A-4147-A177-3AD203B41FA5}">
                      <a16:colId xmlns:a16="http://schemas.microsoft.com/office/drawing/2014/main" val="1774526519"/>
                    </a:ext>
                  </a:extLst>
                </a:gridCol>
                <a:gridCol w="1737360">
                  <a:extLst>
                    <a:ext uri="{9D8B030D-6E8A-4147-A177-3AD203B41FA5}">
                      <a16:colId xmlns:a16="http://schemas.microsoft.com/office/drawing/2014/main" val="2421986053"/>
                    </a:ext>
                  </a:extLst>
                </a:gridCol>
                <a:gridCol w="1737360">
                  <a:extLst>
                    <a:ext uri="{9D8B030D-6E8A-4147-A177-3AD203B41FA5}">
                      <a16:colId xmlns:a16="http://schemas.microsoft.com/office/drawing/2014/main" val="2395235058"/>
                    </a:ext>
                  </a:extLst>
                </a:gridCol>
                <a:gridCol w="1737360">
                  <a:extLst>
                    <a:ext uri="{9D8B030D-6E8A-4147-A177-3AD203B41FA5}">
                      <a16:colId xmlns:a16="http://schemas.microsoft.com/office/drawing/2014/main" val="4280830803"/>
                    </a:ext>
                  </a:extLst>
                </a:gridCol>
                <a:gridCol w="1737360">
                  <a:extLst>
                    <a:ext uri="{9D8B030D-6E8A-4147-A177-3AD203B41FA5}">
                      <a16:colId xmlns:a16="http://schemas.microsoft.com/office/drawing/2014/main" val="2486003711"/>
                    </a:ext>
                  </a:extLst>
                </a:gridCol>
              </a:tblGrid>
              <a:tr h="320040">
                <a:tc>
                  <a:txBody>
                    <a:bodyPr/>
                    <a:lstStyle/>
                    <a:p>
                      <a:r>
                        <a:rPr lang="en-US" sz="1100" b="1">
                          <a:solidFill>
                            <a:schemeClr val="tx1"/>
                          </a:solidFill>
                        </a:rPr>
                        <a:t>Record</a:t>
                      </a:r>
                      <a:endParaRPr lang="en-IN" sz="1100" b="1">
                        <a:solidFill>
                          <a:schemeClr val="tx1"/>
                        </a:solidFill>
                      </a:endParaRP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Reconcile</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Close</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Consolidate</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r>
                        <a:rPr lang="en-US" sz="1100" b="1">
                          <a:solidFill>
                            <a:schemeClr val="tx1"/>
                          </a:solidFill>
                        </a:rPr>
                        <a:t>Report</a:t>
                      </a:r>
                      <a:endParaRPr lang="en-IN" sz="1100" b="1">
                        <a:solidFill>
                          <a:schemeClr val="tx1"/>
                        </a:solidFill>
                      </a:endParaRP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extLst>
                  <a:ext uri="{0D108BD9-81ED-4DB2-BD59-A6C34878D82A}">
                    <a16:rowId xmlns:a16="http://schemas.microsoft.com/office/drawing/2014/main" val="390316834"/>
                  </a:ext>
                </a:extLst>
              </a:tr>
              <a:tr h="758952">
                <a:tc>
                  <a:txBody>
                    <a:bodyPr/>
                    <a:lstStyle/>
                    <a:p>
                      <a:pPr algn="l"/>
                      <a:r>
                        <a:rPr lang="en-IN" sz="1000" b="0" i="1">
                          <a:solidFill>
                            <a:schemeClr val="bg1"/>
                          </a:solidFill>
                        </a:rPr>
                        <a:t>Ensure accuracy of GL, sub-ledgers, and intercompany postings</a:t>
                      </a: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Review reconciliations of intercompany balances and key GL accounts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Validate trial balances for month-end/quarter-end close activities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Execute consolidation processes using HFM/OneStream/SAP Group Reporting</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Prepare and deliver consolidated financial statements for reporting</a:t>
                      </a: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437865336"/>
                  </a:ext>
                </a:extLst>
              </a:tr>
              <a:tr h="640080">
                <a:tc>
                  <a:txBody>
                    <a:bodyPr/>
                    <a:lstStyle/>
                    <a:p>
                      <a:pPr algn="l"/>
                      <a:r>
                        <a:rPr lang="en-IN" sz="1000" b="0" i="1">
                          <a:solidFill>
                            <a:schemeClr val="bg1"/>
                          </a:solidFill>
                        </a:rPr>
                        <a:t>Validate chart of accounts for consolidation</a:t>
                      </a: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Identify and resolve mismatches with entity controllers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Monitor close calendars and escalate delays affecting consolidation</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Post top-side adjustments (eliminations, minority interest, etc.)</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Support management reporting and regulatory filings</a:t>
                      </a: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576259115"/>
                  </a:ext>
                </a:extLst>
              </a:tr>
              <a:tr h="758952">
                <a:tc>
                  <a:txBody>
                    <a:bodyPr/>
                    <a:lstStyle/>
                    <a:p>
                      <a:pPr algn="l"/>
                      <a:r>
                        <a:rPr lang="en-IN" sz="1000" b="0" i="1">
                          <a:solidFill>
                            <a:schemeClr val="bg1"/>
                          </a:solidFill>
                        </a:rPr>
                        <a:t>Collaborate with local entities on standard templates and accounting principles</a:t>
                      </a:r>
                    </a:p>
                  </a:txBody>
                  <a:tcPr marT="18288" marB="18288"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Oversee foreign currency translation accuracy per group policies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Conduct preliminary variance analysis for unusual trends</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l"/>
                      <a:r>
                        <a:rPr lang="en-IN" sz="1000" b="0" i="1">
                          <a:solidFill>
                            <a:schemeClr val="bg1"/>
                          </a:solidFill>
                        </a:rPr>
                        <a:t>Validate accuracy of consolidated P&amp;L, BS, and CF</a:t>
                      </a:r>
                    </a:p>
                  </a:txBody>
                  <a:tcPr marT="18288" marB="18288"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l"/>
                      <a:r>
                        <a:rPr lang="en-IN" sz="1000" b="0" i="1">
                          <a:solidFill>
                            <a:schemeClr val="bg1"/>
                          </a:solidFill>
                        </a:rPr>
                        <a:t>Liaise with auditors on consolidation queries and provide analysis on financial results and KPIs</a:t>
                      </a:r>
                    </a:p>
                  </a:txBody>
                  <a:tcPr marT="18288" marB="18288"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104640811"/>
                  </a:ext>
                </a:extLst>
              </a:tr>
            </a:tbl>
          </a:graphicData>
        </a:graphic>
      </p:graphicFrame>
      <p:sp>
        <p:nvSpPr>
          <p:cNvPr id="15" name="Rectangle 14">
            <a:extLst>
              <a:ext uri="{FF2B5EF4-FFF2-40B4-BE49-F238E27FC236}">
                <a16:creationId xmlns:a16="http://schemas.microsoft.com/office/drawing/2014/main" id="{ADA3567C-00F4-E298-57D3-F057B75B7A12}"/>
              </a:ext>
            </a:extLst>
          </p:cNvPr>
          <p:cNvSpPr/>
          <p:nvPr/>
        </p:nvSpPr>
        <p:spPr>
          <a:xfrm>
            <a:off x="3261361" y="936863"/>
            <a:ext cx="274320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Role and Responsibilities Summary</a:t>
            </a:r>
          </a:p>
        </p:txBody>
      </p:sp>
      <p:sp>
        <p:nvSpPr>
          <p:cNvPr id="16" name="Rectangle 15">
            <a:extLst>
              <a:ext uri="{FF2B5EF4-FFF2-40B4-BE49-F238E27FC236}">
                <a16:creationId xmlns:a16="http://schemas.microsoft.com/office/drawing/2014/main" id="{DE63E69D-BBFD-ED39-ED61-D0F4E16F8E1C}"/>
              </a:ext>
            </a:extLst>
          </p:cNvPr>
          <p:cNvSpPr/>
          <p:nvPr/>
        </p:nvSpPr>
        <p:spPr>
          <a:xfrm>
            <a:off x="3261361" y="3903011"/>
            <a:ext cx="265176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Motivations Summary</a:t>
            </a:r>
            <a:endParaRPr kumimoji="0" lang="en-US" sz="1200" b="0" i="0" u="none" strike="noStrike" kern="0" cap="none" spc="0" normalizeH="0" baseline="0" noProof="0">
              <a:ln>
                <a:noFill/>
              </a:ln>
              <a:solidFill>
                <a:srgbClr val="1A1A24"/>
              </a:solidFill>
              <a:effectLst/>
              <a:uLnTx/>
              <a:uFillTx/>
              <a:latin typeface="EYInterstate Light"/>
              <a:ea typeface="+mn-ea"/>
              <a:cs typeface="+mn-cs"/>
            </a:endParaRPr>
          </a:p>
        </p:txBody>
      </p:sp>
      <p:sp>
        <p:nvSpPr>
          <p:cNvPr id="17" name="Rectangle 16">
            <a:extLst>
              <a:ext uri="{FF2B5EF4-FFF2-40B4-BE49-F238E27FC236}">
                <a16:creationId xmlns:a16="http://schemas.microsoft.com/office/drawing/2014/main" id="{33F1615B-F19C-6B74-3847-D7281B15847D}"/>
              </a:ext>
            </a:extLst>
          </p:cNvPr>
          <p:cNvSpPr/>
          <p:nvPr/>
        </p:nvSpPr>
        <p:spPr>
          <a:xfrm>
            <a:off x="6461761" y="3903011"/>
            <a:ext cx="265176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Questions and Concerns Summary</a:t>
            </a:r>
            <a:endParaRPr kumimoji="0" lang="en-US" sz="1200" b="0" i="0" u="none" strike="noStrike" kern="0" cap="none" spc="0" normalizeH="0" baseline="0" noProof="0">
              <a:ln>
                <a:noFill/>
              </a:ln>
              <a:solidFill>
                <a:srgbClr val="1A1A24"/>
              </a:solidFill>
              <a:effectLst/>
              <a:uLnTx/>
              <a:uFillTx/>
              <a:latin typeface="EYInterstate Light"/>
              <a:ea typeface="+mn-ea"/>
              <a:cs typeface="+mn-cs"/>
            </a:endParaRPr>
          </a:p>
        </p:txBody>
      </p:sp>
      <p:sp>
        <p:nvSpPr>
          <p:cNvPr id="19" name="Rectangle 18">
            <a:extLst>
              <a:ext uri="{FF2B5EF4-FFF2-40B4-BE49-F238E27FC236}">
                <a16:creationId xmlns:a16="http://schemas.microsoft.com/office/drawing/2014/main" id="{7336FC4A-E8DA-B694-980C-9266BA255CBB}"/>
              </a:ext>
            </a:extLst>
          </p:cNvPr>
          <p:cNvSpPr/>
          <p:nvPr/>
        </p:nvSpPr>
        <p:spPr>
          <a:xfrm>
            <a:off x="9662161" y="3903011"/>
            <a:ext cx="1920240" cy="320040"/>
          </a:xfrm>
          <a:prstGeom prst="rect">
            <a:avLst/>
          </a:prstGeom>
          <a:no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l"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1A1A24"/>
                </a:solidFill>
                <a:effectLst/>
                <a:uLnTx/>
                <a:uFillTx/>
                <a:latin typeface="EYInterstate Light"/>
                <a:ea typeface="+mn-ea"/>
                <a:cs typeface="+mn-cs"/>
              </a:rPr>
              <a:t>Team Structure*</a:t>
            </a:r>
          </a:p>
        </p:txBody>
      </p:sp>
      <p:sp>
        <p:nvSpPr>
          <p:cNvPr id="21" name="Rectangle 20">
            <a:extLst>
              <a:ext uri="{FF2B5EF4-FFF2-40B4-BE49-F238E27FC236}">
                <a16:creationId xmlns:a16="http://schemas.microsoft.com/office/drawing/2014/main" id="{19626EBA-D33F-9BBC-6B64-7F6F5A7DB241}"/>
              </a:ext>
            </a:extLst>
          </p:cNvPr>
          <p:cNvSpPr/>
          <p:nvPr/>
        </p:nvSpPr>
        <p:spPr>
          <a:xfrm>
            <a:off x="609601" y="2582783"/>
            <a:ext cx="2057400" cy="320040"/>
          </a:xfrm>
          <a:prstGeom prst="rect">
            <a:avLst/>
          </a:prstGeom>
          <a:solidFill>
            <a:srgbClr val="646464">
              <a:alpha val="75000"/>
            </a:srgbClr>
          </a:solid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FFFFFF"/>
                </a:solidFill>
                <a:effectLst/>
                <a:uLnTx/>
                <a:uFillTx/>
                <a:latin typeface="EYInterstate Light"/>
                <a:ea typeface="+mn-ea"/>
                <a:cs typeface="+mn-cs"/>
              </a:rPr>
              <a:t>Stakeholder Interaction</a:t>
            </a:r>
            <a:endParaRPr kumimoji="0" lang="en-US" sz="1200" b="0" i="0" u="none" strike="noStrike" kern="0" cap="none" spc="0" normalizeH="0" baseline="0" noProof="0">
              <a:ln>
                <a:noFill/>
              </a:ln>
              <a:solidFill>
                <a:srgbClr val="FFFFFF"/>
              </a:solidFill>
              <a:effectLst/>
              <a:uLnTx/>
              <a:uFillTx/>
              <a:latin typeface="EYInterstate Light"/>
              <a:ea typeface="+mn-ea"/>
              <a:cs typeface="+mn-cs"/>
            </a:endParaRPr>
          </a:p>
        </p:txBody>
      </p:sp>
      <p:sp>
        <p:nvSpPr>
          <p:cNvPr id="23" name="Rectangle 22">
            <a:extLst>
              <a:ext uri="{FF2B5EF4-FFF2-40B4-BE49-F238E27FC236}">
                <a16:creationId xmlns:a16="http://schemas.microsoft.com/office/drawing/2014/main" id="{8717B984-B458-0808-8826-AB1B920DC0DA}"/>
              </a:ext>
            </a:extLst>
          </p:cNvPr>
          <p:cNvSpPr/>
          <p:nvPr/>
        </p:nvSpPr>
        <p:spPr>
          <a:xfrm>
            <a:off x="609600" y="4682151"/>
            <a:ext cx="2057400" cy="320040"/>
          </a:xfrm>
          <a:prstGeom prst="rect">
            <a:avLst/>
          </a:prstGeom>
          <a:solidFill>
            <a:srgbClr val="646464">
              <a:alpha val="75000"/>
            </a:srgbClr>
          </a:solidFill>
          <a:ln w="6350" cap="flat" cmpd="sng" algn="ctr">
            <a:noFill/>
            <a:prstDash val="lgDash"/>
            <a:miter lim="800000"/>
            <a:headEnd type="none" w="med" len="med"/>
            <a:tailEnd type="none" w="med" len="med"/>
          </a:ln>
          <a:effectLst/>
        </p:spPr>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
                <a:srgbClr val="FFE600"/>
              </a:buClr>
              <a:buSzTx/>
              <a:buFontTx/>
              <a:buNone/>
              <a:tabLst/>
              <a:defRPr/>
            </a:pPr>
            <a:r>
              <a:rPr kumimoji="0" lang="en-US" sz="1200" b="1" i="0" u="none" strike="noStrike" kern="0" cap="none" spc="0" normalizeH="0" baseline="0" noProof="0">
                <a:ln>
                  <a:noFill/>
                </a:ln>
                <a:solidFill>
                  <a:srgbClr val="FFFFFF"/>
                </a:solidFill>
                <a:effectLst/>
                <a:uLnTx/>
                <a:uFillTx/>
                <a:latin typeface="EYInterstate Light"/>
                <a:ea typeface="+mn-ea"/>
                <a:cs typeface="+mn-cs"/>
              </a:rPr>
              <a:t>Process Understanding</a:t>
            </a:r>
          </a:p>
        </p:txBody>
      </p:sp>
      <p:pic>
        <p:nvPicPr>
          <p:cNvPr id="25" name="Picture 2" descr="Job description">
            <a:extLst>
              <a:ext uri="{FF2B5EF4-FFF2-40B4-BE49-F238E27FC236}">
                <a16:creationId xmlns:a16="http://schemas.microsoft.com/office/drawing/2014/main" id="{6D7A6B50-F600-CAA1-771C-3FF282537EA0}"/>
              </a:ext>
            </a:extLst>
          </p:cNvPr>
          <p:cNvPicPr>
            <a:picLocks noChangeAspect="1" noChangeArrowheads="1"/>
          </p:cNvPicPr>
          <p:nvPr/>
        </p:nvPicPr>
        <p:blipFill>
          <a:blip r:embed="rId7">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895601" y="914399"/>
            <a:ext cx="365760" cy="36576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4" descr="Motivation ">
            <a:extLst>
              <a:ext uri="{FF2B5EF4-FFF2-40B4-BE49-F238E27FC236}">
                <a16:creationId xmlns:a16="http://schemas.microsoft.com/office/drawing/2014/main" id="{34FEBFEA-B147-021F-FD0D-55B816FA9E8F}"/>
              </a:ext>
            </a:extLst>
          </p:cNvPr>
          <p:cNvPicPr>
            <a:picLocks noChangeAspect="1" noChangeArrowheads="1"/>
          </p:cNvPicPr>
          <p:nvPr/>
        </p:nvPicPr>
        <p:blipFill>
          <a:blip r:embed="rId8">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895601" y="3880151"/>
            <a:ext cx="365760" cy="365760"/>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6" descr="Concerned ">
            <a:extLst>
              <a:ext uri="{FF2B5EF4-FFF2-40B4-BE49-F238E27FC236}">
                <a16:creationId xmlns:a16="http://schemas.microsoft.com/office/drawing/2014/main" id="{F3AF1470-E6C8-D4CA-3888-BEF4C85855D2}"/>
              </a:ext>
            </a:extLst>
          </p:cNvPr>
          <p:cNvPicPr>
            <a:picLocks noChangeAspect="1" noChangeArrowheads="1"/>
          </p:cNvPicPr>
          <p:nvPr/>
        </p:nvPicPr>
        <p:blipFill>
          <a:blip r:embed="rId9">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096001" y="3880151"/>
            <a:ext cx="365760" cy="365760"/>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8" descr="Organization structure ">
            <a:extLst>
              <a:ext uri="{FF2B5EF4-FFF2-40B4-BE49-F238E27FC236}">
                <a16:creationId xmlns:a16="http://schemas.microsoft.com/office/drawing/2014/main" id="{4EBB5002-D038-1AE3-E739-B7EA1269ED28}"/>
              </a:ext>
            </a:extLst>
          </p:cNvPr>
          <p:cNvPicPr>
            <a:picLocks noChangeAspect="1" noChangeArrowheads="1"/>
          </p:cNvPicPr>
          <p:nvPr/>
        </p:nvPicPr>
        <p:blipFill>
          <a:blip r:embed="rId10">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9296401" y="3880151"/>
            <a:ext cx="365760" cy="36576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7351434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D532C0-52A1-3782-44E4-29E0F0390CAD}"/>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3DA6A850-5045-F297-DF3B-129C4219362E}"/>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Skill Assessment Toolkit</a:t>
            </a:r>
          </a:p>
        </p:txBody>
      </p:sp>
      <p:sp>
        <p:nvSpPr>
          <p:cNvPr id="6" name="Date Placeholder 5">
            <a:extLst>
              <a:ext uri="{FF2B5EF4-FFF2-40B4-BE49-F238E27FC236}">
                <a16:creationId xmlns:a16="http://schemas.microsoft.com/office/drawing/2014/main" id="{257FE93B-8E47-749E-6849-F8F88EE21768}"/>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99EECB0A-5A89-9672-8B31-61CF511B2AF9}"/>
              </a:ext>
            </a:extLst>
          </p:cNvPr>
          <p:cNvSpPr>
            <a:spLocks noGrp="1"/>
          </p:cNvSpPr>
          <p:nvPr>
            <p:ph type="sldNum" sz="quarter" idx="19"/>
          </p:nvPr>
        </p:nvSpPr>
        <p:spPr/>
        <p:txBody>
          <a:bodyPr/>
          <a:lstStyle/>
          <a:p>
            <a:fld id="{94FCA0F3-9F3A-694B-99BB-0E592A797735}" type="slidenum">
              <a:rPr lang="en-US" smtClean="0"/>
              <a:t>31</a:t>
            </a:fld>
            <a:endParaRPr lang="en-US"/>
          </a:p>
        </p:txBody>
      </p:sp>
      <p:sp>
        <p:nvSpPr>
          <p:cNvPr id="3" name="TextBox 2">
            <a:extLst>
              <a:ext uri="{FF2B5EF4-FFF2-40B4-BE49-F238E27FC236}">
                <a16:creationId xmlns:a16="http://schemas.microsoft.com/office/drawing/2014/main" id="{47ABD935-EE94-ECEE-A7FC-8E9E6072E153}"/>
              </a:ext>
            </a:extLst>
          </p:cNvPr>
          <p:cNvSpPr txBox="1"/>
          <p:nvPr/>
        </p:nvSpPr>
        <p:spPr>
          <a:xfrm>
            <a:off x="495300" y="777240"/>
            <a:ext cx="9144000" cy="1600200"/>
          </a:xfrm>
          <a:prstGeom prst="rect">
            <a:avLst/>
          </a:prstGeom>
          <a:noFill/>
        </p:spPr>
        <p:txBody>
          <a:bodyPr wrap="square" anchor="ctr" anchorCtr="0">
            <a:noAutofit/>
          </a:bodyPr>
          <a:lstStyle/>
          <a:p>
            <a:pPr>
              <a:spcBef>
                <a:spcPts val="1200"/>
              </a:spcBef>
            </a:pPr>
            <a:r>
              <a:rPr lang="en-IN" sz="1800" b="0" i="0" u="none" strike="noStrike">
                <a:solidFill>
                  <a:srgbClr val="000000"/>
                </a:solidFill>
                <a:effectLst/>
              </a:rPr>
              <a:t>Focus on People aspect – Skill gap assessment</a:t>
            </a:r>
          </a:p>
          <a:p>
            <a:pPr>
              <a:spcBef>
                <a:spcPts val="1200"/>
              </a:spcBef>
            </a:pPr>
            <a:r>
              <a:rPr lang="en-IN" sz="1800" b="0" i="0" u="none" strike="noStrike">
                <a:solidFill>
                  <a:srgbClr val="000000"/>
                </a:solidFill>
                <a:effectLst/>
              </a:rPr>
              <a:t>Focus on Tool aspect – Like the survey EY Pulse roll out</a:t>
            </a:r>
          </a:p>
          <a:p>
            <a:pPr>
              <a:spcBef>
                <a:spcPts val="1200"/>
              </a:spcBef>
            </a:pPr>
            <a:r>
              <a:rPr lang="en-IN" sz="1800" b="0" i="0" u="none" strike="noStrike">
                <a:solidFill>
                  <a:srgbClr val="000000"/>
                </a:solidFill>
                <a:effectLst/>
              </a:rPr>
              <a:t>Based on the current KPIs – Identify the current STAGE of the maturity model</a:t>
            </a:r>
            <a:r>
              <a:rPr lang="en-IN"/>
              <a:t> </a:t>
            </a:r>
          </a:p>
        </p:txBody>
      </p:sp>
    </p:spTree>
    <p:extLst>
      <p:ext uri="{BB962C8B-B14F-4D97-AF65-F5344CB8AC3E}">
        <p14:creationId xmlns:p14="http://schemas.microsoft.com/office/powerpoint/2010/main" val="40050685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DA05BB-DE70-14D9-387C-44272EEC172A}"/>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37499938-9207-0428-E3EF-74B38683DDC2}"/>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Roadmap Builder (Method 1 – Generic)</a:t>
            </a:r>
            <a:endParaRPr lang="en-IN" dirty="0"/>
          </a:p>
        </p:txBody>
      </p:sp>
      <p:sp>
        <p:nvSpPr>
          <p:cNvPr id="6" name="Date Placeholder 5">
            <a:extLst>
              <a:ext uri="{FF2B5EF4-FFF2-40B4-BE49-F238E27FC236}">
                <a16:creationId xmlns:a16="http://schemas.microsoft.com/office/drawing/2014/main" id="{367BA13A-F6AA-7D49-3533-14BA1AA06C64}"/>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17A3228E-8AC0-118E-FD5C-D853116E2028}"/>
              </a:ext>
            </a:extLst>
          </p:cNvPr>
          <p:cNvSpPr>
            <a:spLocks noGrp="1"/>
          </p:cNvSpPr>
          <p:nvPr>
            <p:ph type="sldNum" sz="quarter" idx="19"/>
          </p:nvPr>
        </p:nvSpPr>
        <p:spPr/>
        <p:txBody>
          <a:bodyPr/>
          <a:lstStyle/>
          <a:p>
            <a:fld id="{94FCA0F3-9F3A-694B-99BB-0E592A797735}" type="slidenum">
              <a:rPr lang="en-US" smtClean="0"/>
              <a:t>32</a:t>
            </a:fld>
            <a:endParaRPr lang="en-US"/>
          </a:p>
        </p:txBody>
      </p:sp>
      <p:graphicFrame>
        <p:nvGraphicFramePr>
          <p:cNvPr id="2" name="Table 5">
            <a:extLst>
              <a:ext uri="{FF2B5EF4-FFF2-40B4-BE49-F238E27FC236}">
                <a16:creationId xmlns:a16="http://schemas.microsoft.com/office/drawing/2014/main" id="{937F24AC-6F7E-3373-3D15-1A8EB5F33D1E}"/>
              </a:ext>
            </a:extLst>
          </p:cNvPr>
          <p:cNvGraphicFramePr>
            <a:graphicFrameLocks noGrp="1"/>
          </p:cNvGraphicFramePr>
          <p:nvPr>
            <p:extLst>
              <p:ext uri="{D42A27DB-BD31-4B8C-83A1-F6EECF244321}">
                <p14:modId xmlns:p14="http://schemas.microsoft.com/office/powerpoint/2010/main" val="4281719507"/>
              </p:ext>
            </p:extLst>
          </p:nvPr>
        </p:nvGraphicFramePr>
        <p:xfrm>
          <a:off x="495300" y="1691640"/>
          <a:ext cx="11201400" cy="4572000"/>
        </p:xfrm>
        <a:graphic>
          <a:graphicData uri="http://schemas.openxmlformats.org/drawingml/2006/table">
            <a:tbl>
              <a:tblPr firstRow="1" bandRow="1"/>
              <a:tblGrid>
                <a:gridCol w="2971800">
                  <a:extLst>
                    <a:ext uri="{9D8B030D-6E8A-4147-A177-3AD203B41FA5}">
                      <a16:colId xmlns:a16="http://schemas.microsoft.com/office/drawing/2014/main" val="3572666784"/>
                    </a:ext>
                  </a:extLst>
                </a:gridCol>
                <a:gridCol w="8229600">
                  <a:extLst>
                    <a:ext uri="{9D8B030D-6E8A-4147-A177-3AD203B41FA5}">
                      <a16:colId xmlns:a16="http://schemas.microsoft.com/office/drawing/2014/main" val="4221100384"/>
                    </a:ext>
                  </a:extLst>
                </a:gridCol>
              </a:tblGrid>
              <a:tr h="1143000">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spcBef>
                          <a:spcPts val="300"/>
                        </a:spcBef>
                      </a:pPr>
                      <a:r>
                        <a:rPr lang="en-US" sz="1400" b="1">
                          <a:solidFill>
                            <a:schemeClr val="bg1"/>
                          </a:solidFill>
                          <a:latin typeface="+mn-lt"/>
                        </a:rPr>
                        <a:t>Overarching Principles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marL="137160" indent="-137160">
                        <a:spcBef>
                          <a:spcPts val="300"/>
                        </a:spcBef>
                        <a:spcAft>
                          <a:spcPts val="0"/>
                        </a:spcAft>
                        <a:buFont typeface="Wingdings" panose="05000000000000000000" pitchFamily="2" charset="2"/>
                        <a:buChar char="§"/>
                      </a:pPr>
                      <a:r>
                        <a:rPr lang="en-US" sz="1200" b="0">
                          <a:solidFill>
                            <a:schemeClr val="bg1"/>
                          </a:solidFill>
                          <a:latin typeface="+mn-lt"/>
                        </a:rPr>
                        <a:t>R2R Resources will need to be dedicated to support the delivery of selected initiatives</a:t>
                      </a:r>
                    </a:p>
                    <a:p>
                      <a:pPr marL="137160" indent="-137160">
                        <a:spcBef>
                          <a:spcPts val="300"/>
                        </a:spcBef>
                        <a:spcAft>
                          <a:spcPts val="0"/>
                        </a:spcAft>
                        <a:buFont typeface="Wingdings" panose="05000000000000000000" pitchFamily="2" charset="2"/>
                        <a:buChar char="§"/>
                      </a:pPr>
                      <a:r>
                        <a:rPr lang="en-US" sz="1200" b="0">
                          <a:solidFill>
                            <a:schemeClr val="bg1"/>
                          </a:solidFill>
                          <a:latin typeface="+mn-lt"/>
                        </a:rPr>
                        <a:t>Roadmap is initially for the next 12 months – activities for some initiatives may extend beyond 12 months</a:t>
                      </a:r>
                    </a:p>
                    <a:p>
                      <a:pPr marL="137160" indent="-137160">
                        <a:spcBef>
                          <a:spcPts val="300"/>
                        </a:spcBef>
                        <a:spcAft>
                          <a:spcPts val="0"/>
                        </a:spcAft>
                        <a:buFont typeface="Wingdings" panose="05000000000000000000" pitchFamily="2" charset="2"/>
                        <a:buChar char="§"/>
                      </a:pPr>
                      <a:r>
                        <a:rPr lang="en-US" sz="1200" b="0">
                          <a:solidFill>
                            <a:schemeClr val="bg1"/>
                          </a:solidFill>
                          <a:latin typeface="+mn-lt"/>
                        </a:rPr>
                        <a:t>Show benefit quickly to maintain momentum – prioritize delivery over assessments </a:t>
                      </a:r>
                    </a:p>
                    <a:p>
                      <a:pPr marL="137160" indent="-137160">
                        <a:spcBef>
                          <a:spcPts val="300"/>
                        </a:spcBef>
                        <a:spcAft>
                          <a:spcPts val="0"/>
                        </a:spcAft>
                        <a:buFont typeface="Wingdings" panose="05000000000000000000" pitchFamily="2" charset="2"/>
                        <a:buChar char="§"/>
                      </a:pPr>
                      <a:r>
                        <a:rPr lang="en-US" sz="1200" b="0">
                          <a:solidFill>
                            <a:schemeClr val="bg1"/>
                          </a:solidFill>
                          <a:latin typeface="+mn-lt"/>
                        </a:rPr>
                        <a:t>Complete pre-requisites to enable longer term initiatives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6979451"/>
                  </a:ext>
                </a:extLst>
              </a:tr>
              <a:tr h="1371600">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spcBef>
                          <a:spcPts val="300"/>
                        </a:spcBef>
                      </a:pPr>
                      <a:r>
                        <a:rPr lang="en-US" sz="1400" b="1">
                          <a:solidFill>
                            <a:schemeClr val="bg1"/>
                          </a:solidFill>
                          <a:latin typeface="+mn-lt"/>
                        </a:rPr>
                        <a:t>Tranche 1 – Short Term</a:t>
                      </a:r>
                    </a:p>
                    <a:p>
                      <a:pPr algn="ctr">
                        <a:spcBef>
                          <a:spcPts val="600"/>
                        </a:spcBef>
                      </a:pPr>
                      <a:r>
                        <a:rPr lang="en-US" sz="1300" b="0" i="1">
                          <a:solidFill>
                            <a:schemeClr val="bg1"/>
                          </a:solidFill>
                          <a:latin typeface="+mn-lt"/>
                        </a:rPr>
                        <a:t>“Start to see immediate benefit and relief”</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lumMod val="8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137160" indent="-137160">
                        <a:spcBef>
                          <a:spcPts val="300"/>
                        </a:spcBef>
                        <a:spcAft>
                          <a:spcPts val="0"/>
                        </a:spcAft>
                        <a:buFont typeface="Wingdings" panose="05000000000000000000" pitchFamily="2" charset="2"/>
                        <a:buChar char="§"/>
                      </a:pPr>
                      <a:r>
                        <a:rPr lang="en-US" sz="1200">
                          <a:solidFill>
                            <a:schemeClr val="bg1"/>
                          </a:solidFill>
                          <a:latin typeface="+mn-lt"/>
                        </a:rPr>
                        <a:t>Communication of the go-forward plan to the executive and business teams starts in Tranche 1</a:t>
                      </a:r>
                    </a:p>
                    <a:p>
                      <a:pPr marL="137160" indent="-137160">
                        <a:spcBef>
                          <a:spcPts val="300"/>
                        </a:spcBef>
                        <a:spcAft>
                          <a:spcPts val="0"/>
                        </a:spcAft>
                        <a:buFont typeface="Wingdings" panose="05000000000000000000" pitchFamily="2" charset="2"/>
                        <a:buChar char="§"/>
                      </a:pPr>
                      <a:r>
                        <a:rPr lang="en-US" sz="1200">
                          <a:solidFill>
                            <a:schemeClr val="bg1"/>
                          </a:solidFill>
                          <a:latin typeface="+mn-lt"/>
                        </a:rPr>
                        <a:t>Focus on what can completed within the “walls of R2R”</a:t>
                      </a:r>
                    </a:p>
                    <a:p>
                      <a:pPr marL="137160" indent="-137160">
                        <a:spcBef>
                          <a:spcPts val="300"/>
                        </a:spcBef>
                        <a:spcAft>
                          <a:spcPts val="0"/>
                        </a:spcAft>
                        <a:buFont typeface="Wingdings" panose="05000000000000000000" pitchFamily="2" charset="2"/>
                        <a:buChar char="§"/>
                      </a:pPr>
                      <a:r>
                        <a:rPr lang="en-US" sz="1200">
                          <a:solidFill>
                            <a:schemeClr val="bg1"/>
                          </a:solidFill>
                          <a:latin typeface="+mn-lt"/>
                        </a:rPr>
                        <a:t>Allow time for hiring resource backfills and R2R headcount needs</a:t>
                      </a:r>
                    </a:p>
                    <a:p>
                      <a:pPr marL="137160" indent="-137160">
                        <a:spcBef>
                          <a:spcPts val="300"/>
                        </a:spcBef>
                        <a:spcAft>
                          <a:spcPts val="0"/>
                        </a:spcAft>
                        <a:buFont typeface="Wingdings" panose="05000000000000000000" pitchFamily="2" charset="2"/>
                        <a:buChar char="§"/>
                      </a:pPr>
                      <a:r>
                        <a:rPr lang="en-US" sz="1200">
                          <a:solidFill>
                            <a:schemeClr val="bg1"/>
                          </a:solidFill>
                          <a:latin typeface="+mn-lt"/>
                        </a:rPr>
                        <a:t>Include initiatives which both benefit wider stakeholders and the R2R team </a:t>
                      </a:r>
                    </a:p>
                    <a:p>
                      <a:pPr marL="137160" indent="-137160">
                        <a:spcBef>
                          <a:spcPts val="300"/>
                        </a:spcBef>
                        <a:spcAft>
                          <a:spcPts val="0"/>
                        </a:spcAft>
                        <a:buFont typeface="Wingdings" panose="05000000000000000000" pitchFamily="2" charset="2"/>
                        <a:buChar char="§"/>
                      </a:pPr>
                      <a:r>
                        <a:rPr lang="en-US" sz="1200">
                          <a:solidFill>
                            <a:schemeClr val="bg1"/>
                          </a:solidFill>
                          <a:latin typeface="+mn-lt"/>
                        </a:rPr>
                        <a:t>Lay the foundation for future Tranches – e.g., R2R Roles and Responsibility Matrix</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622718375"/>
                  </a:ext>
                </a:extLst>
              </a:tr>
              <a:tr h="1143000">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spcBef>
                          <a:spcPts val="300"/>
                        </a:spcBef>
                      </a:pPr>
                      <a:r>
                        <a:rPr lang="en-US" sz="1400" b="1">
                          <a:solidFill>
                            <a:schemeClr val="bg1"/>
                          </a:solidFill>
                          <a:latin typeface="+mn-lt"/>
                        </a:rPr>
                        <a:t>Tranche 2 – Medium Term</a:t>
                      </a:r>
                    </a:p>
                    <a:p>
                      <a:pPr algn="ctr">
                        <a:spcBef>
                          <a:spcPts val="600"/>
                        </a:spcBef>
                      </a:pPr>
                      <a:r>
                        <a:rPr lang="en-US" sz="1300" b="0" i="1">
                          <a:solidFill>
                            <a:schemeClr val="bg1"/>
                          </a:solidFill>
                          <a:latin typeface="+mn-lt"/>
                        </a:rPr>
                        <a:t>“Continue to build on the foundation”</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137160" indent="-137160">
                        <a:spcBef>
                          <a:spcPts val="300"/>
                        </a:spcBef>
                        <a:spcAft>
                          <a:spcPts val="0"/>
                        </a:spcAft>
                        <a:buFont typeface="Wingdings" panose="05000000000000000000" pitchFamily="2" charset="2"/>
                        <a:buChar char="§"/>
                      </a:pPr>
                      <a:r>
                        <a:rPr lang="en-US" sz="1200">
                          <a:solidFill>
                            <a:schemeClr val="bg1"/>
                          </a:solidFill>
                          <a:latin typeface="+mn-lt"/>
                        </a:rPr>
                        <a:t>Mobilize more complicated initiatives which will require heavier R2R resource commitment</a:t>
                      </a:r>
                    </a:p>
                    <a:p>
                      <a:pPr marL="137160" indent="-137160">
                        <a:spcBef>
                          <a:spcPts val="300"/>
                        </a:spcBef>
                        <a:spcAft>
                          <a:spcPts val="0"/>
                        </a:spcAft>
                        <a:buFont typeface="Wingdings" panose="05000000000000000000" pitchFamily="2" charset="2"/>
                        <a:buChar char="§"/>
                      </a:pPr>
                      <a:r>
                        <a:rPr lang="en-US" sz="1200">
                          <a:solidFill>
                            <a:schemeClr val="bg1"/>
                          </a:solidFill>
                          <a:latin typeface="+mn-lt"/>
                        </a:rPr>
                        <a:t>Work with IT and data team to tackle the wider enterprise data strategy design and roll out</a:t>
                      </a:r>
                    </a:p>
                    <a:p>
                      <a:pPr marL="137160" indent="-137160">
                        <a:spcBef>
                          <a:spcPts val="300"/>
                        </a:spcBef>
                        <a:spcAft>
                          <a:spcPts val="0"/>
                        </a:spcAft>
                        <a:buFont typeface="Wingdings" panose="05000000000000000000" pitchFamily="2" charset="2"/>
                        <a:buChar char="§"/>
                      </a:pPr>
                      <a:r>
                        <a:rPr lang="en-US" sz="1200">
                          <a:solidFill>
                            <a:schemeClr val="bg1"/>
                          </a:solidFill>
                          <a:latin typeface="+mn-lt"/>
                        </a:rPr>
                        <a:t>Begin more complex process redesign and tool capability design before busy monthly and annual Process starts</a:t>
                      </a:r>
                    </a:p>
                    <a:p>
                      <a:pPr marL="137160" indent="-137160">
                        <a:spcBef>
                          <a:spcPts val="300"/>
                        </a:spcBef>
                        <a:spcAft>
                          <a:spcPts val="0"/>
                        </a:spcAft>
                        <a:buFont typeface="Wingdings" panose="05000000000000000000" pitchFamily="2" charset="2"/>
                        <a:buChar char="§"/>
                      </a:pPr>
                      <a:r>
                        <a:rPr lang="en-US" sz="1200">
                          <a:solidFill>
                            <a:schemeClr val="bg1"/>
                          </a:solidFill>
                          <a:latin typeface="+mn-lt"/>
                        </a:rPr>
                        <a:t>Activities from Tranche 1 may continue during Tranche 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782826017"/>
                  </a:ext>
                </a:extLst>
              </a:tr>
              <a:tr h="914400">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spcBef>
                          <a:spcPts val="300"/>
                        </a:spcBef>
                      </a:pPr>
                      <a:r>
                        <a:rPr lang="en-US" sz="1400" b="1">
                          <a:solidFill>
                            <a:schemeClr val="bg1"/>
                          </a:solidFill>
                          <a:latin typeface="+mn-lt"/>
                        </a:rPr>
                        <a:t>Tranche 3 – Long Term</a:t>
                      </a:r>
                    </a:p>
                    <a:p>
                      <a:pPr algn="ctr">
                        <a:spcBef>
                          <a:spcPts val="600"/>
                        </a:spcBef>
                      </a:pPr>
                      <a:r>
                        <a:rPr lang="en-US" sz="1300" b="0" i="1">
                          <a:solidFill>
                            <a:schemeClr val="bg1"/>
                          </a:solidFill>
                          <a:latin typeface="+mn-lt"/>
                        </a:rPr>
                        <a:t>”Start fundamental process redesign”</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lumMod val="85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137160" indent="-137160">
                        <a:spcBef>
                          <a:spcPts val="300"/>
                        </a:spcBef>
                        <a:spcAft>
                          <a:spcPts val="0"/>
                        </a:spcAft>
                        <a:buFont typeface="Wingdings" panose="05000000000000000000" pitchFamily="2" charset="2"/>
                        <a:buChar char="§"/>
                      </a:pPr>
                      <a:r>
                        <a:rPr lang="en-US" sz="1200">
                          <a:solidFill>
                            <a:schemeClr val="bg1"/>
                          </a:solidFill>
                          <a:latin typeface="+mn-lt"/>
                        </a:rPr>
                        <a:t>Continue and implementation of more complex initiatives (reimagine of the R2R processes, EPM tool, etc.)</a:t>
                      </a:r>
                    </a:p>
                    <a:p>
                      <a:pPr marL="137160" indent="-137160">
                        <a:spcBef>
                          <a:spcPts val="300"/>
                        </a:spcBef>
                        <a:spcAft>
                          <a:spcPts val="0"/>
                        </a:spcAft>
                        <a:buFont typeface="Wingdings" panose="05000000000000000000" pitchFamily="2" charset="2"/>
                        <a:buChar char="§"/>
                      </a:pPr>
                      <a:r>
                        <a:rPr lang="en-US" sz="1200">
                          <a:solidFill>
                            <a:schemeClr val="bg1"/>
                          </a:solidFill>
                          <a:latin typeface="+mn-lt"/>
                        </a:rPr>
                        <a:t>Balance process redesign with the resource intensive close processes starting now</a:t>
                      </a:r>
                    </a:p>
                    <a:p>
                      <a:pPr marL="137160" indent="-137160">
                        <a:spcBef>
                          <a:spcPts val="300"/>
                        </a:spcBef>
                        <a:spcAft>
                          <a:spcPts val="0"/>
                        </a:spcAft>
                        <a:buFont typeface="Wingdings" panose="05000000000000000000" pitchFamily="2" charset="2"/>
                        <a:buChar char="§"/>
                      </a:pPr>
                      <a:r>
                        <a:rPr lang="en-US" sz="1200">
                          <a:solidFill>
                            <a:schemeClr val="bg1"/>
                          </a:solidFill>
                          <a:latin typeface="+mn-lt"/>
                        </a:rPr>
                        <a:t>Activities from Tranche 1 and 2 may continue during Tranche 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65773859"/>
                  </a:ext>
                </a:extLst>
              </a:tr>
            </a:tbl>
          </a:graphicData>
        </a:graphic>
      </p:graphicFrame>
      <p:sp>
        <p:nvSpPr>
          <p:cNvPr id="3" name="TextBox 2">
            <a:extLst>
              <a:ext uri="{FF2B5EF4-FFF2-40B4-BE49-F238E27FC236}">
                <a16:creationId xmlns:a16="http://schemas.microsoft.com/office/drawing/2014/main" id="{5C6CADAE-1490-8A83-55CB-232FF2BC4221}"/>
              </a:ext>
            </a:extLst>
          </p:cNvPr>
          <p:cNvSpPr txBox="1"/>
          <p:nvPr/>
        </p:nvSpPr>
        <p:spPr>
          <a:xfrm>
            <a:off x="495300" y="914400"/>
            <a:ext cx="11201400" cy="640080"/>
          </a:xfrm>
          <a:prstGeom prst="rect">
            <a:avLst/>
          </a:prstGeom>
          <a:noFill/>
        </p:spPr>
        <p:txBody>
          <a:bodyPr wrap="square" rtlCol="0" anchor="ctr" anchorCtr="0">
            <a:noAutofit/>
          </a:bodyPr>
          <a:lstStyle/>
          <a:p>
            <a:r>
              <a:rPr lang="en-US" sz="1500" b="1">
                <a:solidFill>
                  <a:srgbClr val="000000"/>
                </a:solidFill>
              </a:rPr>
              <a:t>Opportunities have been divided into tranches </a:t>
            </a:r>
            <a:r>
              <a:rPr lang="en-US" sz="1500">
                <a:solidFill>
                  <a:srgbClr val="000000"/>
                </a:solidFill>
              </a:rPr>
              <a:t>to stagger activity to manage the time requirements and resource constraints across the R2R Team. Tranches indicate start times of initiatives – </a:t>
            </a:r>
            <a:r>
              <a:rPr lang="en-US" sz="1500" b="1">
                <a:solidFill>
                  <a:srgbClr val="000000"/>
                </a:solidFill>
              </a:rPr>
              <a:t>activities may extend beyond a single tranche timeline</a:t>
            </a:r>
            <a:r>
              <a:rPr lang="en-US" sz="1500">
                <a:solidFill>
                  <a:srgbClr val="000000"/>
                </a:solidFill>
              </a:rPr>
              <a:t>.</a:t>
            </a:r>
          </a:p>
        </p:txBody>
      </p:sp>
    </p:spTree>
    <p:extLst>
      <p:ext uri="{BB962C8B-B14F-4D97-AF65-F5344CB8AC3E}">
        <p14:creationId xmlns:p14="http://schemas.microsoft.com/office/powerpoint/2010/main" val="184708775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5E1DA5-5E86-C8C8-FF2D-8F8BD96B92EC}"/>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F6B16B6C-3D4D-0109-A6C2-BA36E6A1CBCE}"/>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Roadmap Builder (Method 2 – Scoring Based)</a:t>
            </a:r>
            <a:endParaRPr lang="en-IN" dirty="0"/>
          </a:p>
        </p:txBody>
      </p:sp>
      <p:sp>
        <p:nvSpPr>
          <p:cNvPr id="6" name="Date Placeholder 5">
            <a:extLst>
              <a:ext uri="{FF2B5EF4-FFF2-40B4-BE49-F238E27FC236}">
                <a16:creationId xmlns:a16="http://schemas.microsoft.com/office/drawing/2014/main" id="{FA2F1DF4-5583-4146-ED1F-452E0AE37CBB}"/>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BCDD63F4-8004-A1CA-0B9F-F3E9E18F6744}"/>
              </a:ext>
            </a:extLst>
          </p:cNvPr>
          <p:cNvSpPr>
            <a:spLocks noGrp="1"/>
          </p:cNvSpPr>
          <p:nvPr>
            <p:ph type="sldNum" sz="quarter" idx="19"/>
          </p:nvPr>
        </p:nvSpPr>
        <p:spPr/>
        <p:txBody>
          <a:bodyPr/>
          <a:lstStyle/>
          <a:p>
            <a:fld id="{94FCA0F3-9F3A-694B-99BB-0E592A797735}" type="slidenum">
              <a:rPr lang="en-US" smtClean="0"/>
              <a:t>33</a:t>
            </a:fld>
            <a:endParaRPr lang="en-US"/>
          </a:p>
        </p:txBody>
      </p:sp>
      <p:sp>
        <p:nvSpPr>
          <p:cNvPr id="2" name="AutoShape 15">
            <a:extLst>
              <a:ext uri="{FF2B5EF4-FFF2-40B4-BE49-F238E27FC236}">
                <a16:creationId xmlns:a16="http://schemas.microsoft.com/office/drawing/2014/main" id="{99D169E0-0DBE-1ED4-E115-3167EE9296ED}"/>
              </a:ext>
            </a:extLst>
          </p:cNvPr>
          <p:cNvSpPr>
            <a:spLocks noChangeArrowheads="1"/>
          </p:cNvSpPr>
          <p:nvPr/>
        </p:nvSpPr>
        <p:spPr bwMode="auto">
          <a:xfrm>
            <a:off x="495300" y="914400"/>
            <a:ext cx="2514600" cy="822960"/>
          </a:xfrm>
          <a:prstGeom prst="chevron">
            <a:avLst>
              <a:gd name="adj" fmla="val 33584"/>
            </a:avLst>
          </a:prstGeom>
          <a:solidFill>
            <a:schemeClr val="tx2"/>
          </a:solidFill>
          <a:ln w="12700" cap="flat" cmpd="sng" algn="ctr">
            <a:solidFill>
              <a:schemeClr val="bg1"/>
            </a:solidFill>
            <a:prstDash val="solid"/>
            <a:headEnd/>
            <a:tailEnd/>
          </a:ln>
          <a:effectLst/>
        </p:spPr>
        <p:txBody>
          <a:bodyPr lIns="91440" tIns="45720" rIns="91440" bIns="45720" anchor="ctr"/>
          <a:lstStyle/>
          <a:p>
            <a:pPr marL="0" marR="0" lvl="0" indent="0" defTabSz="904693" rtl="0" eaLnBrk="1" fontAlgn="base" latinLnBrk="0" hangingPunct="1">
              <a:lnSpc>
                <a:spcPct val="114000"/>
              </a:lnSpc>
              <a:spcBef>
                <a:spcPts val="0"/>
              </a:spcBef>
              <a:spcAft>
                <a:spcPct val="0"/>
              </a:spcAft>
              <a:buClrTx/>
              <a:buSzTx/>
              <a:buFontTx/>
              <a:buNone/>
              <a:tabLst/>
              <a:defRPr/>
            </a:pPr>
            <a:r>
              <a:rPr lang="en-US" sz="1200" b="1" i="1" kern="0">
                <a:solidFill>
                  <a:schemeClr val="bg1"/>
                </a:solidFill>
              </a:rPr>
              <a:t>1. Identify improvement opportunities</a:t>
            </a:r>
            <a:endParaRPr kumimoji="0" lang="en-US" sz="1200" b="1" i="1" u="none" strike="noStrike" kern="0" cap="none" spc="0" normalizeH="0" baseline="0" noProof="0">
              <a:ln>
                <a:noFill/>
              </a:ln>
              <a:solidFill>
                <a:schemeClr val="bg1"/>
              </a:solidFill>
              <a:effectLst/>
              <a:uLnTx/>
              <a:uFillTx/>
              <a:ea typeface="+mn-ea"/>
              <a:cs typeface="+mn-cs"/>
            </a:endParaRPr>
          </a:p>
        </p:txBody>
      </p:sp>
      <p:sp>
        <p:nvSpPr>
          <p:cNvPr id="13" name="AutoShape 15">
            <a:extLst>
              <a:ext uri="{FF2B5EF4-FFF2-40B4-BE49-F238E27FC236}">
                <a16:creationId xmlns:a16="http://schemas.microsoft.com/office/drawing/2014/main" id="{6E468B6F-CC1B-A89A-4AAE-F17874729C82}"/>
              </a:ext>
            </a:extLst>
          </p:cNvPr>
          <p:cNvSpPr>
            <a:spLocks noChangeArrowheads="1"/>
          </p:cNvSpPr>
          <p:nvPr/>
        </p:nvSpPr>
        <p:spPr bwMode="auto">
          <a:xfrm>
            <a:off x="3238500" y="914400"/>
            <a:ext cx="5029200" cy="822960"/>
          </a:xfrm>
          <a:prstGeom prst="chevron">
            <a:avLst>
              <a:gd name="adj" fmla="val 33584"/>
            </a:avLst>
          </a:prstGeom>
          <a:solidFill>
            <a:schemeClr val="tx2"/>
          </a:solidFill>
          <a:ln w="12700" cap="flat" cmpd="sng" algn="ctr">
            <a:solidFill>
              <a:schemeClr val="bg1"/>
            </a:solidFill>
            <a:prstDash val="solid"/>
            <a:headEnd/>
            <a:tailEnd/>
          </a:ln>
          <a:effectLst/>
        </p:spPr>
        <p:txBody>
          <a:bodyPr lIns="91440" tIns="45720" rIns="91440" bIns="45720" anchor="ctr"/>
          <a:lstStyle/>
          <a:p>
            <a:pPr lvl="0" defTabSz="904693" fontAlgn="base">
              <a:lnSpc>
                <a:spcPct val="114000"/>
              </a:lnSpc>
              <a:spcAft>
                <a:spcPct val="0"/>
              </a:spcAft>
              <a:defRPr/>
            </a:pPr>
            <a:r>
              <a:rPr lang="en-IN" sz="1200" b="1" i="1" kern="0">
                <a:solidFill>
                  <a:schemeClr val="bg1"/>
                </a:solidFill>
              </a:rPr>
              <a:t>2. Conduct roadmap development working session with client to get consolidated results on ranking of importance vs feasibility for each opportunity</a:t>
            </a:r>
          </a:p>
        </p:txBody>
      </p:sp>
      <p:sp>
        <p:nvSpPr>
          <p:cNvPr id="14" name="AutoShape 15">
            <a:extLst>
              <a:ext uri="{FF2B5EF4-FFF2-40B4-BE49-F238E27FC236}">
                <a16:creationId xmlns:a16="http://schemas.microsoft.com/office/drawing/2014/main" id="{ECEFED64-3CC2-B001-54F0-DC0735996B35}"/>
              </a:ext>
            </a:extLst>
          </p:cNvPr>
          <p:cNvSpPr>
            <a:spLocks noChangeArrowheads="1"/>
          </p:cNvSpPr>
          <p:nvPr/>
        </p:nvSpPr>
        <p:spPr bwMode="auto">
          <a:xfrm>
            <a:off x="8496300" y="914400"/>
            <a:ext cx="3200400" cy="822960"/>
          </a:xfrm>
          <a:prstGeom prst="chevron">
            <a:avLst>
              <a:gd name="adj" fmla="val 33584"/>
            </a:avLst>
          </a:prstGeom>
          <a:solidFill>
            <a:schemeClr val="tx2"/>
          </a:solidFill>
          <a:ln w="12700" cap="flat" cmpd="sng" algn="ctr">
            <a:solidFill>
              <a:schemeClr val="bg1"/>
            </a:solidFill>
            <a:prstDash val="solid"/>
            <a:headEnd/>
            <a:tailEnd/>
          </a:ln>
          <a:effectLst/>
        </p:spPr>
        <p:txBody>
          <a:bodyPr lIns="91440" tIns="45720" rIns="91440" bIns="45720" anchor="ctr"/>
          <a:lstStyle/>
          <a:p>
            <a:pPr lvl="0" defTabSz="904693" fontAlgn="base">
              <a:lnSpc>
                <a:spcPct val="114000"/>
              </a:lnSpc>
              <a:spcAft>
                <a:spcPct val="0"/>
              </a:spcAft>
              <a:defRPr/>
            </a:pPr>
            <a:r>
              <a:rPr lang="en-IN" sz="1200" b="1" i="1" kern="0">
                <a:solidFill>
                  <a:schemeClr val="bg1"/>
                </a:solidFill>
              </a:rPr>
              <a:t>3. Create a scorecard and determine sequencing of opportunities in roadmap builder</a:t>
            </a:r>
          </a:p>
        </p:txBody>
      </p:sp>
      <p:cxnSp>
        <p:nvCxnSpPr>
          <p:cNvPr id="20" name="Straight Connector 19">
            <a:extLst>
              <a:ext uri="{FF2B5EF4-FFF2-40B4-BE49-F238E27FC236}">
                <a16:creationId xmlns:a16="http://schemas.microsoft.com/office/drawing/2014/main" id="{56CDF2EE-E526-0DDB-ACA1-DF32DD9369BD}"/>
              </a:ext>
            </a:extLst>
          </p:cNvPr>
          <p:cNvCxnSpPr>
            <a:cxnSpLocks/>
          </p:cNvCxnSpPr>
          <p:nvPr/>
        </p:nvCxnSpPr>
        <p:spPr>
          <a:xfrm>
            <a:off x="3124200" y="914400"/>
            <a:ext cx="0" cy="5212080"/>
          </a:xfrm>
          <a:prstGeom prst="line">
            <a:avLst/>
          </a:prstGeom>
          <a:noFill/>
          <a:ln w="19050" cap="flat" cmpd="sng" algn="ctr">
            <a:solidFill>
              <a:schemeClr val="bg1"/>
            </a:solidFill>
            <a:prstDash val="lgDash"/>
            <a:miter lim="800000"/>
          </a:ln>
          <a:effectLst/>
        </p:spPr>
      </p:cxnSp>
      <p:cxnSp>
        <p:nvCxnSpPr>
          <p:cNvPr id="21" name="Straight Connector 20">
            <a:extLst>
              <a:ext uri="{FF2B5EF4-FFF2-40B4-BE49-F238E27FC236}">
                <a16:creationId xmlns:a16="http://schemas.microsoft.com/office/drawing/2014/main" id="{EE865441-7A15-4317-EF33-53D8E4FA10A9}"/>
              </a:ext>
            </a:extLst>
          </p:cNvPr>
          <p:cNvCxnSpPr>
            <a:cxnSpLocks/>
          </p:cNvCxnSpPr>
          <p:nvPr/>
        </p:nvCxnSpPr>
        <p:spPr>
          <a:xfrm>
            <a:off x="8382000" y="914400"/>
            <a:ext cx="0" cy="5212080"/>
          </a:xfrm>
          <a:prstGeom prst="line">
            <a:avLst/>
          </a:prstGeom>
          <a:noFill/>
          <a:ln w="19050" cap="flat" cmpd="sng" algn="ctr">
            <a:solidFill>
              <a:schemeClr val="bg1"/>
            </a:solidFill>
            <a:prstDash val="lgDash"/>
            <a:miter lim="800000"/>
          </a:ln>
          <a:effectLst/>
        </p:spPr>
      </p:cxnSp>
      <p:grpSp>
        <p:nvGrpSpPr>
          <p:cNvPr id="107" name="Group 106">
            <a:extLst>
              <a:ext uri="{FF2B5EF4-FFF2-40B4-BE49-F238E27FC236}">
                <a16:creationId xmlns:a16="http://schemas.microsoft.com/office/drawing/2014/main" id="{836E2140-18C0-42AF-0EF2-CB7A993D0707}"/>
              </a:ext>
            </a:extLst>
          </p:cNvPr>
          <p:cNvGrpSpPr/>
          <p:nvPr/>
        </p:nvGrpSpPr>
        <p:grpSpPr>
          <a:xfrm>
            <a:off x="586740" y="2286000"/>
            <a:ext cx="2059528" cy="3570542"/>
            <a:chOff x="586740" y="1965960"/>
            <a:chExt cx="2059528" cy="3570542"/>
          </a:xfrm>
        </p:grpSpPr>
        <p:sp>
          <p:nvSpPr>
            <p:cNvPr id="73" name="Oval 26">
              <a:extLst>
                <a:ext uri="{FF2B5EF4-FFF2-40B4-BE49-F238E27FC236}">
                  <a16:creationId xmlns:a16="http://schemas.microsoft.com/office/drawing/2014/main" id="{AFA740E8-DBC6-644B-C4FF-187C7C007841}"/>
                </a:ext>
              </a:extLst>
            </p:cNvPr>
            <p:cNvSpPr>
              <a:spLocks/>
            </p:cNvSpPr>
            <p:nvPr/>
          </p:nvSpPr>
          <p:spPr>
            <a:xfrm>
              <a:off x="586740" y="1965960"/>
              <a:ext cx="2057400" cy="274320"/>
            </a:xfrm>
            <a:prstGeom prst="roundRect">
              <a:avLst>
                <a:gd name="adj" fmla="val 28572"/>
              </a:avLst>
            </a:prstGeom>
            <a:noFill/>
            <a:ln w="12700" cap="flat" cmpd="sng" algn="ctr">
              <a:solidFill>
                <a:schemeClr val="tx1">
                  <a:lumMod val="75000"/>
                </a:schemeClr>
              </a:solid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cs typeface="Arial" panose="020B0604020202020204" pitchFamily="34" charset="0"/>
                </a:rPr>
                <a:t>Initiative 3</a:t>
              </a:r>
            </a:p>
          </p:txBody>
        </p:sp>
        <p:sp>
          <p:nvSpPr>
            <p:cNvPr id="79" name="Oval 26">
              <a:extLst>
                <a:ext uri="{FF2B5EF4-FFF2-40B4-BE49-F238E27FC236}">
                  <a16:creationId xmlns:a16="http://schemas.microsoft.com/office/drawing/2014/main" id="{99E2C21A-65EC-4D2F-0B39-F708B8062DF4}"/>
                </a:ext>
              </a:extLst>
            </p:cNvPr>
            <p:cNvSpPr>
              <a:spLocks/>
            </p:cNvSpPr>
            <p:nvPr/>
          </p:nvSpPr>
          <p:spPr>
            <a:xfrm>
              <a:off x="586740" y="2331720"/>
              <a:ext cx="2057400" cy="274320"/>
            </a:xfrm>
            <a:prstGeom prst="roundRect">
              <a:avLst>
                <a:gd name="adj" fmla="val 28572"/>
              </a:avLst>
            </a:prstGeom>
            <a:noFill/>
            <a:ln w="12700" cap="flat" cmpd="sng" algn="ctr">
              <a:solidFill>
                <a:schemeClr val="tx1">
                  <a:lumMod val="75000"/>
                </a:schemeClr>
              </a:solid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cs typeface="Arial" panose="020B0604020202020204" pitchFamily="34" charset="0"/>
                </a:rPr>
                <a:t>Initiative </a:t>
              </a:r>
              <a:r>
                <a:rPr lang="en-US" sz="1200" kern="0">
                  <a:solidFill>
                    <a:srgbClr val="000000"/>
                  </a:solidFill>
                  <a:cs typeface="Arial" panose="020B0604020202020204" pitchFamily="34" charset="0"/>
                </a:rPr>
                <a:t>1</a:t>
              </a:r>
              <a:endParaRPr kumimoji="0" lang="en-US" sz="12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91" name="Oval 26">
              <a:extLst>
                <a:ext uri="{FF2B5EF4-FFF2-40B4-BE49-F238E27FC236}">
                  <a16:creationId xmlns:a16="http://schemas.microsoft.com/office/drawing/2014/main" id="{A4E82C01-35E0-16CE-D68B-4EAD9DD3D40A}"/>
                </a:ext>
              </a:extLst>
            </p:cNvPr>
            <p:cNvSpPr>
              <a:spLocks/>
            </p:cNvSpPr>
            <p:nvPr/>
          </p:nvSpPr>
          <p:spPr>
            <a:xfrm>
              <a:off x="586740" y="2697480"/>
              <a:ext cx="2057400" cy="274320"/>
            </a:xfrm>
            <a:prstGeom prst="roundRect">
              <a:avLst>
                <a:gd name="adj" fmla="val 28572"/>
              </a:avLst>
            </a:prstGeom>
            <a:noFill/>
            <a:ln w="12700" cap="flat" cmpd="sng" algn="ctr">
              <a:solidFill>
                <a:schemeClr val="tx1">
                  <a:lumMod val="75000"/>
                </a:schemeClr>
              </a:solid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cs typeface="Arial" panose="020B0604020202020204" pitchFamily="34" charset="0"/>
                </a:rPr>
                <a:t>Initiative 2</a:t>
              </a:r>
            </a:p>
          </p:txBody>
        </p:sp>
        <p:sp>
          <p:nvSpPr>
            <p:cNvPr id="93" name="Oval 26">
              <a:extLst>
                <a:ext uri="{FF2B5EF4-FFF2-40B4-BE49-F238E27FC236}">
                  <a16:creationId xmlns:a16="http://schemas.microsoft.com/office/drawing/2014/main" id="{BD02B5BA-333C-AF4E-CAB3-41D7A1AEE9DA}"/>
                </a:ext>
              </a:extLst>
            </p:cNvPr>
            <p:cNvSpPr>
              <a:spLocks/>
            </p:cNvSpPr>
            <p:nvPr/>
          </p:nvSpPr>
          <p:spPr>
            <a:xfrm>
              <a:off x="588868" y="3065872"/>
              <a:ext cx="2057400" cy="274320"/>
            </a:xfrm>
            <a:prstGeom prst="roundRect">
              <a:avLst>
                <a:gd name="adj" fmla="val 28572"/>
              </a:avLst>
            </a:prstGeom>
            <a:noFill/>
            <a:ln w="12700" cap="flat" cmpd="sng" algn="ctr">
              <a:solidFill>
                <a:schemeClr val="tx1">
                  <a:lumMod val="75000"/>
                </a:schemeClr>
              </a:solid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cs typeface="Arial" panose="020B0604020202020204" pitchFamily="34" charset="0"/>
                </a:rPr>
                <a:t>Initiative </a:t>
              </a:r>
              <a:r>
                <a:rPr lang="en-US" sz="1200" kern="0">
                  <a:solidFill>
                    <a:srgbClr val="000000"/>
                  </a:solidFill>
                  <a:cs typeface="Arial" panose="020B0604020202020204" pitchFamily="34" charset="0"/>
                </a:rPr>
                <a:t>5</a:t>
              </a:r>
              <a:endParaRPr kumimoji="0" lang="en-US" sz="12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95" name="Oval 26">
              <a:extLst>
                <a:ext uri="{FF2B5EF4-FFF2-40B4-BE49-F238E27FC236}">
                  <a16:creationId xmlns:a16="http://schemas.microsoft.com/office/drawing/2014/main" id="{65B3CB42-1465-DBB1-33C8-1397812EC401}"/>
                </a:ext>
              </a:extLst>
            </p:cNvPr>
            <p:cNvSpPr>
              <a:spLocks/>
            </p:cNvSpPr>
            <p:nvPr/>
          </p:nvSpPr>
          <p:spPr>
            <a:xfrm>
              <a:off x="586740" y="3431632"/>
              <a:ext cx="2057400" cy="274320"/>
            </a:xfrm>
            <a:prstGeom prst="roundRect">
              <a:avLst>
                <a:gd name="adj" fmla="val 28572"/>
              </a:avLst>
            </a:prstGeom>
            <a:noFill/>
            <a:ln w="12700" cap="flat" cmpd="sng" algn="ctr">
              <a:solidFill>
                <a:schemeClr val="tx1">
                  <a:lumMod val="75000"/>
                </a:schemeClr>
              </a:solid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cs typeface="Arial" panose="020B0604020202020204" pitchFamily="34" charset="0"/>
                </a:rPr>
                <a:t>Initiative </a:t>
              </a:r>
              <a:r>
                <a:rPr lang="en-US" sz="1200" kern="0">
                  <a:solidFill>
                    <a:srgbClr val="000000"/>
                  </a:solidFill>
                  <a:cs typeface="Arial" panose="020B0604020202020204" pitchFamily="34" charset="0"/>
                </a:rPr>
                <a:t>6</a:t>
              </a:r>
              <a:endParaRPr kumimoji="0" lang="en-US" sz="12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97" name="Oval 26">
              <a:extLst>
                <a:ext uri="{FF2B5EF4-FFF2-40B4-BE49-F238E27FC236}">
                  <a16:creationId xmlns:a16="http://schemas.microsoft.com/office/drawing/2014/main" id="{0B16CD46-2CB1-F825-0934-0E213051B698}"/>
                </a:ext>
              </a:extLst>
            </p:cNvPr>
            <p:cNvSpPr>
              <a:spLocks/>
            </p:cNvSpPr>
            <p:nvPr/>
          </p:nvSpPr>
          <p:spPr>
            <a:xfrm>
              <a:off x="586740" y="3797742"/>
              <a:ext cx="2057400" cy="274320"/>
            </a:xfrm>
            <a:prstGeom prst="roundRect">
              <a:avLst>
                <a:gd name="adj" fmla="val 28572"/>
              </a:avLst>
            </a:prstGeom>
            <a:noFill/>
            <a:ln w="12700" cap="flat" cmpd="sng" algn="ctr">
              <a:solidFill>
                <a:schemeClr val="tx1">
                  <a:lumMod val="75000"/>
                </a:schemeClr>
              </a:solid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cs typeface="Arial" panose="020B0604020202020204" pitchFamily="34" charset="0"/>
                </a:rPr>
                <a:t>Initiative </a:t>
              </a:r>
              <a:r>
                <a:rPr lang="en-US" sz="1200" kern="0">
                  <a:solidFill>
                    <a:srgbClr val="000000"/>
                  </a:solidFill>
                  <a:cs typeface="Arial" panose="020B0604020202020204" pitchFamily="34" charset="0"/>
                </a:rPr>
                <a:t>10</a:t>
              </a:r>
              <a:endParaRPr kumimoji="0" lang="en-US" sz="12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99" name="Oval 26">
              <a:extLst>
                <a:ext uri="{FF2B5EF4-FFF2-40B4-BE49-F238E27FC236}">
                  <a16:creationId xmlns:a16="http://schemas.microsoft.com/office/drawing/2014/main" id="{AF24D6E3-5E95-397C-7318-DE8207634691}"/>
                </a:ext>
              </a:extLst>
            </p:cNvPr>
            <p:cNvSpPr>
              <a:spLocks/>
            </p:cNvSpPr>
            <p:nvPr/>
          </p:nvSpPr>
          <p:spPr>
            <a:xfrm>
              <a:off x="586740" y="4163852"/>
              <a:ext cx="2057400" cy="274320"/>
            </a:xfrm>
            <a:prstGeom prst="roundRect">
              <a:avLst>
                <a:gd name="adj" fmla="val 28572"/>
              </a:avLst>
            </a:prstGeom>
            <a:noFill/>
            <a:ln w="12700" cap="flat" cmpd="sng" algn="ctr">
              <a:solidFill>
                <a:schemeClr val="tx1">
                  <a:lumMod val="75000"/>
                </a:schemeClr>
              </a:solid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cs typeface="Arial" panose="020B0604020202020204" pitchFamily="34" charset="0"/>
                </a:rPr>
                <a:t>Initiative </a:t>
              </a:r>
              <a:r>
                <a:rPr lang="en-US" sz="1200" kern="0">
                  <a:solidFill>
                    <a:srgbClr val="000000"/>
                  </a:solidFill>
                  <a:cs typeface="Arial" panose="020B0604020202020204" pitchFamily="34" charset="0"/>
                </a:rPr>
                <a:t>4</a:t>
              </a:r>
              <a:endParaRPr kumimoji="0" lang="en-US" sz="12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101" name="Oval 26">
              <a:extLst>
                <a:ext uri="{FF2B5EF4-FFF2-40B4-BE49-F238E27FC236}">
                  <a16:creationId xmlns:a16="http://schemas.microsoft.com/office/drawing/2014/main" id="{3F138A4E-92DA-3D3B-CE1D-CFB7A44E8989}"/>
                </a:ext>
              </a:extLst>
            </p:cNvPr>
            <p:cNvSpPr>
              <a:spLocks/>
            </p:cNvSpPr>
            <p:nvPr/>
          </p:nvSpPr>
          <p:spPr>
            <a:xfrm>
              <a:off x="586740" y="4529962"/>
              <a:ext cx="2057400" cy="274320"/>
            </a:xfrm>
            <a:prstGeom prst="roundRect">
              <a:avLst>
                <a:gd name="adj" fmla="val 28572"/>
              </a:avLst>
            </a:prstGeom>
            <a:noFill/>
            <a:ln w="12700" cap="flat" cmpd="sng" algn="ctr">
              <a:solidFill>
                <a:schemeClr val="tx1">
                  <a:lumMod val="75000"/>
                </a:schemeClr>
              </a:solid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cs typeface="Arial" panose="020B0604020202020204" pitchFamily="34" charset="0"/>
                </a:rPr>
                <a:t>Initiative </a:t>
              </a:r>
              <a:r>
                <a:rPr lang="en-US" sz="1200" kern="0">
                  <a:solidFill>
                    <a:srgbClr val="000000"/>
                  </a:solidFill>
                  <a:cs typeface="Arial" panose="020B0604020202020204" pitchFamily="34" charset="0"/>
                </a:rPr>
                <a:t>8</a:t>
              </a:r>
              <a:endParaRPr kumimoji="0" lang="en-US" sz="12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103" name="Oval 26">
              <a:extLst>
                <a:ext uri="{FF2B5EF4-FFF2-40B4-BE49-F238E27FC236}">
                  <a16:creationId xmlns:a16="http://schemas.microsoft.com/office/drawing/2014/main" id="{4F5409F2-0EE1-088D-77F3-372D27C10562}"/>
                </a:ext>
              </a:extLst>
            </p:cNvPr>
            <p:cNvSpPr>
              <a:spLocks/>
            </p:cNvSpPr>
            <p:nvPr/>
          </p:nvSpPr>
          <p:spPr>
            <a:xfrm>
              <a:off x="586740" y="4896072"/>
              <a:ext cx="2057400" cy="274320"/>
            </a:xfrm>
            <a:prstGeom prst="roundRect">
              <a:avLst>
                <a:gd name="adj" fmla="val 28572"/>
              </a:avLst>
            </a:prstGeom>
            <a:noFill/>
            <a:ln w="12700" cap="flat" cmpd="sng" algn="ctr">
              <a:solidFill>
                <a:schemeClr val="tx1">
                  <a:lumMod val="75000"/>
                </a:schemeClr>
              </a:solid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cs typeface="Arial" panose="020B0604020202020204" pitchFamily="34" charset="0"/>
                </a:rPr>
                <a:t>Initiative </a:t>
              </a:r>
              <a:r>
                <a:rPr lang="en-US" sz="1200" kern="0">
                  <a:solidFill>
                    <a:srgbClr val="000000"/>
                  </a:solidFill>
                  <a:cs typeface="Arial" panose="020B0604020202020204" pitchFamily="34" charset="0"/>
                </a:rPr>
                <a:t>9</a:t>
              </a:r>
              <a:endParaRPr kumimoji="0" lang="en-US" sz="12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105" name="Oval 26">
              <a:extLst>
                <a:ext uri="{FF2B5EF4-FFF2-40B4-BE49-F238E27FC236}">
                  <a16:creationId xmlns:a16="http://schemas.microsoft.com/office/drawing/2014/main" id="{E1E03D08-1E13-1295-9DF8-E0F2D741F0A4}"/>
                </a:ext>
              </a:extLst>
            </p:cNvPr>
            <p:cNvSpPr>
              <a:spLocks/>
            </p:cNvSpPr>
            <p:nvPr/>
          </p:nvSpPr>
          <p:spPr>
            <a:xfrm>
              <a:off x="586740" y="5262182"/>
              <a:ext cx="2057400" cy="274320"/>
            </a:xfrm>
            <a:prstGeom prst="roundRect">
              <a:avLst>
                <a:gd name="adj" fmla="val 28572"/>
              </a:avLst>
            </a:prstGeom>
            <a:noFill/>
            <a:ln w="12700" cap="flat" cmpd="sng" algn="ctr">
              <a:solidFill>
                <a:schemeClr val="tx1">
                  <a:lumMod val="75000"/>
                </a:schemeClr>
              </a:solid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cs typeface="Arial" panose="020B0604020202020204" pitchFamily="34" charset="0"/>
                </a:rPr>
                <a:t>Initiative </a:t>
              </a:r>
              <a:r>
                <a:rPr lang="en-US" sz="1200" kern="0">
                  <a:solidFill>
                    <a:srgbClr val="000000"/>
                  </a:solidFill>
                  <a:cs typeface="Arial" panose="020B0604020202020204" pitchFamily="34" charset="0"/>
                </a:rPr>
                <a:t>7</a:t>
              </a:r>
              <a:endParaRPr kumimoji="0" lang="en-US" sz="1200" b="0" i="0" u="none" strike="noStrike" kern="0" cap="none" spc="0" normalizeH="0" baseline="0" noProof="0">
                <a:ln>
                  <a:noFill/>
                </a:ln>
                <a:solidFill>
                  <a:srgbClr val="000000"/>
                </a:solidFill>
                <a:effectLst/>
                <a:uLnTx/>
                <a:uFillTx/>
                <a:cs typeface="Arial" panose="020B0604020202020204" pitchFamily="34" charset="0"/>
              </a:endParaRPr>
            </a:p>
          </p:txBody>
        </p:sp>
      </p:grpSp>
      <p:sp>
        <p:nvSpPr>
          <p:cNvPr id="108" name="Rectangle 107">
            <a:extLst>
              <a:ext uri="{FF2B5EF4-FFF2-40B4-BE49-F238E27FC236}">
                <a16:creationId xmlns:a16="http://schemas.microsoft.com/office/drawing/2014/main" id="{01CC8C9B-ED1F-2687-6810-F389CE811C3E}"/>
              </a:ext>
            </a:extLst>
          </p:cNvPr>
          <p:cNvSpPr/>
          <p:nvPr/>
        </p:nvSpPr>
        <p:spPr>
          <a:xfrm>
            <a:off x="3460750" y="1851660"/>
            <a:ext cx="2057400" cy="320040"/>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bg2"/>
                </a:solidFill>
                <a:effectLst/>
                <a:uLnTx/>
                <a:uFillTx/>
                <a:ea typeface="+mn-ea"/>
                <a:cs typeface="+mn-cs"/>
              </a:rPr>
              <a:t>Importance Ranking</a:t>
            </a:r>
          </a:p>
        </p:txBody>
      </p:sp>
      <p:sp>
        <p:nvSpPr>
          <p:cNvPr id="109" name="Rectangle 108">
            <a:extLst>
              <a:ext uri="{FF2B5EF4-FFF2-40B4-BE49-F238E27FC236}">
                <a16:creationId xmlns:a16="http://schemas.microsoft.com/office/drawing/2014/main" id="{4DC94148-EDD1-1F34-3293-9D43EE0938A3}"/>
              </a:ext>
            </a:extLst>
          </p:cNvPr>
          <p:cNvSpPr/>
          <p:nvPr/>
        </p:nvSpPr>
        <p:spPr>
          <a:xfrm>
            <a:off x="5975346" y="1851660"/>
            <a:ext cx="2057400" cy="320040"/>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bg2"/>
                </a:solidFill>
                <a:effectLst/>
                <a:uLnTx/>
                <a:uFillTx/>
                <a:ea typeface="+mn-ea"/>
                <a:cs typeface="+mn-cs"/>
              </a:rPr>
              <a:t>Feasibility Ranking</a:t>
            </a:r>
          </a:p>
        </p:txBody>
      </p:sp>
      <p:sp>
        <p:nvSpPr>
          <p:cNvPr id="110" name="Rectangle 109">
            <a:extLst>
              <a:ext uri="{FF2B5EF4-FFF2-40B4-BE49-F238E27FC236}">
                <a16:creationId xmlns:a16="http://schemas.microsoft.com/office/drawing/2014/main" id="{812E5A3B-351B-C1A4-370C-410C935D2D47}"/>
              </a:ext>
            </a:extLst>
          </p:cNvPr>
          <p:cNvSpPr/>
          <p:nvPr/>
        </p:nvSpPr>
        <p:spPr>
          <a:xfrm>
            <a:off x="8747759" y="1851660"/>
            <a:ext cx="2514600" cy="320040"/>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chemeClr val="bg2"/>
                </a:solidFill>
                <a:effectLst/>
                <a:uLnTx/>
                <a:uFillTx/>
                <a:ea typeface="+mn-ea"/>
                <a:cs typeface="+mn-cs"/>
              </a:rPr>
              <a:t>Roadmap Prioritization</a:t>
            </a:r>
          </a:p>
        </p:txBody>
      </p:sp>
      <p:sp>
        <p:nvSpPr>
          <p:cNvPr id="113" name="Oval 26">
            <a:extLst>
              <a:ext uri="{FF2B5EF4-FFF2-40B4-BE49-F238E27FC236}">
                <a16:creationId xmlns:a16="http://schemas.microsoft.com/office/drawing/2014/main" id="{C2F5C7DE-3994-BC86-AC97-345E2CB897DF}"/>
              </a:ext>
            </a:extLst>
          </p:cNvPr>
          <p:cNvSpPr>
            <a:spLocks/>
          </p:cNvSpPr>
          <p:nvPr/>
        </p:nvSpPr>
        <p:spPr>
          <a:xfrm>
            <a:off x="9204959" y="2286000"/>
            <a:ext cx="1600200" cy="274320"/>
          </a:xfrm>
          <a:prstGeom prst="rect">
            <a:avLst/>
          </a:prstGeom>
          <a:noFill/>
          <a:ln w="12700" cap="flat" cmpd="sng" algn="ctr">
            <a:no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dirty="0">
                <a:ln>
                  <a:noFill/>
                </a:ln>
                <a:solidFill>
                  <a:srgbClr val="C00000"/>
                </a:solidFill>
                <a:effectLst/>
                <a:uLnTx/>
                <a:uFillTx/>
                <a:cs typeface="Arial" panose="020B0604020202020204" pitchFamily="34" charset="0"/>
              </a:rPr>
              <a:t>Immediate Focus</a:t>
            </a:r>
          </a:p>
        </p:txBody>
      </p:sp>
      <p:sp>
        <p:nvSpPr>
          <p:cNvPr id="114" name="Oval 26">
            <a:extLst>
              <a:ext uri="{FF2B5EF4-FFF2-40B4-BE49-F238E27FC236}">
                <a16:creationId xmlns:a16="http://schemas.microsoft.com/office/drawing/2014/main" id="{AC688988-DD83-38D0-5768-8AE1D16F75ED}"/>
              </a:ext>
            </a:extLst>
          </p:cNvPr>
          <p:cNvSpPr>
            <a:spLocks/>
          </p:cNvSpPr>
          <p:nvPr/>
        </p:nvSpPr>
        <p:spPr>
          <a:xfrm>
            <a:off x="9204959" y="2651760"/>
            <a:ext cx="1600200" cy="274320"/>
          </a:xfrm>
          <a:prstGeom prst="rect">
            <a:avLst/>
          </a:prstGeom>
          <a:noFill/>
          <a:ln w="12700" cap="flat" cmpd="sng" algn="ctr">
            <a:no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rgbClr val="C00000"/>
                </a:solidFill>
                <a:effectLst/>
                <a:uLnTx/>
                <a:uFillTx/>
                <a:cs typeface="Arial" panose="020B0604020202020204" pitchFamily="34" charset="0"/>
              </a:rPr>
              <a:t>Immediate Focus</a:t>
            </a:r>
          </a:p>
        </p:txBody>
      </p:sp>
      <p:sp>
        <p:nvSpPr>
          <p:cNvPr id="115" name="Oval 26">
            <a:extLst>
              <a:ext uri="{FF2B5EF4-FFF2-40B4-BE49-F238E27FC236}">
                <a16:creationId xmlns:a16="http://schemas.microsoft.com/office/drawing/2014/main" id="{881CA412-7EE7-AE52-BD64-C31417579D54}"/>
              </a:ext>
            </a:extLst>
          </p:cNvPr>
          <p:cNvSpPr>
            <a:spLocks/>
          </p:cNvSpPr>
          <p:nvPr/>
        </p:nvSpPr>
        <p:spPr>
          <a:xfrm>
            <a:off x="9204959" y="3017520"/>
            <a:ext cx="1600200" cy="274320"/>
          </a:xfrm>
          <a:prstGeom prst="rect">
            <a:avLst/>
          </a:prstGeom>
          <a:noFill/>
          <a:ln w="12700" cap="flat" cmpd="sng" algn="ctr">
            <a:no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rgbClr val="C00000"/>
                </a:solidFill>
                <a:effectLst/>
                <a:uLnTx/>
                <a:uFillTx/>
                <a:cs typeface="Arial" panose="020B0604020202020204" pitchFamily="34" charset="0"/>
              </a:rPr>
              <a:t>Immediate Focus</a:t>
            </a:r>
          </a:p>
        </p:txBody>
      </p:sp>
      <p:sp>
        <p:nvSpPr>
          <p:cNvPr id="116" name="Oval 26">
            <a:extLst>
              <a:ext uri="{FF2B5EF4-FFF2-40B4-BE49-F238E27FC236}">
                <a16:creationId xmlns:a16="http://schemas.microsoft.com/office/drawing/2014/main" id="{496F554F-B8C2-0A74-A420-879B5E973030}"/>
              </a:ext>
            </a:extLst>
          </p:cNvPr>
          <p:cNvSpPr>
            <a:spLocks/>
          </p:cNvSpPr>
          <p:nvPr/>
        </p:nvSpPr>
        <p:spPr>
          <a:xfrm>
            <a:off x="9204959" y="3383280"/>
            <a:ext cx="1600200" cy="274320"/>
          </a:xfrm>
          <a:prstGeom prst="rect">
            <a:avLst/>
          </a:prstGeom>
          <a:noFill/>
          <a:ln w="12700" cap="flat" cmpd="sng" algn="ctr">
            <a:no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rgbClr val="C00000"/>
                </a:solidFill>
                <a:effectLst/>
                <a:uLnTx/>
                <a:uFillTx/>
                <a:cs typeface="Arial" panose="020B0604020202020204" pitchFamily="34" charset="0"/>
              </a:rPr>
              <a:t>Immediate Focus</a:t>
            </a:r>
          </a:p>
        </p:txBody>
      </p:sp>
      <p:sp>
        <p:nvSpPr>
          <p:cNvPr id="117" name="Oval 26">
            <a:extLst>
              <a:ext uri="{FF2B5EF4-FFF2-40B4-BE49-F238E27FC236}">
                <a16:creationId xmlns:a16="http://schemas.microsoft.com/office/drawing/2014/main" id="{4F0014D6-CF97-8D89-FA6E-4322849BC12E}"/>
              </a:ext>
            </a:extLst>
          </p:cNvPr>
          <p:cNvSpPr>
            <a:spLocks/>
          </p:cNvSpPr>
          <p:nvPr/>
        </p:nvSpPr>
        <p:spPr>
          <a:xfrm>
            <a:off x="9204959" y="3751672"/>
            <a:ext cx="1600200" cy="274320"/>
          </a:xfrm>
          <a:prstGeom prst="rect">
            <a:avLst/>
          </a:prstGeom>
          <a:noFill/>
          <a:ln w="12700" cap="flat" cmpd="sng" algn="ctr">
            <a:no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rgbClr val="C00000"/>
                </a:solidFill>
                <a:effectLst/>
                <a:uLnTx/>
                <a:uFillTx/>
                <a:cs typeface="Arial" panose="020B0604020202020204" pitchFamily="34" charset="0"/>
              </a:rPr>
              <a:t>Immediate Focus</a:t>
            </a:r>
          </a:p>
        </p:txBody>
      </p:sp>
      <p:sp>
        <p:nvSpPr>
          <p:cNvPr id="118" name="Oval 26">
            <a:extLst>
              <a:ext uri="{FF2B5EF4-FFF2-40B4-BE49-F238E27FC236}">
                <a16:creationId xmlns:a16="http://schemas.microsoft.com/office/drawing/2014/main" id="{BBF3C57B-E66D-E93D-FE23-B51E5E9EA011}"/>
              </a:ext>
            </a:extLst>
          </p:cNvPr>
          <p:cNvSpPr>
            <a:spLocks/>
          </p:cNvSpPr>
          <p:nvPr/>
        </p:nvSpPr>
        <p:spPr>
          <a:xfrm>
            <a:off x="9204959" y="4117432"/>
            <a:ext cx="1600200" cy="274320"/>
          </a:xfrm>
          <a:prstGeom prst="rect">
            <a:avLst/>
          </a:prstGeom>
          <a:noFill/>
          <a:ln w="12700" cap="flat" cmpd="sng" algn="ctr">
            <a:no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chemeClr val="accent1"/>
                </a:solidFill>
                <a:effectLst/>
                <a:uLnTx/>
                <a:uFillTx/>
                <a:cs typeface="Arial" panose="020B0604020202020204" pitchFamily="34" charset="0"/>
              </a:rPr>
              <a:t>Future Focus</a:t>
            </a:r>
          </a:p>
        </p:txBody>
      </p:sp>
      <p:sp>
        <p:nvSpPr>
          <p:cNvPr id="119" name="Oval 26">
            <a:extLst>
              <a:ext uri="{FF2B5EF4-FFF2-40B4-BE49-F238E27FC236}">
                <a16:creationId xmlns:a16="http://schemas.microsoft.com/office/drawing/2014/main" id="{3743D56B-A34C-7C7E-E595-C7F3C053AC4A}"/>
              </a:ext>
            </a:extLst>
          </p:cNvPr>
          <p:cNvSpPr>
            <a:spLocks/>
          </p:cNvSpPr>
          <p:nvPr/>
        </p:nvSpPr>
        <p:spPr>
          <a:xfrm>
            <a:off x="9204959" y="4483192"/>
            <a:ext cx="1600200" cy="274320"/>
          </a:xfrm>
          <a:prstGeom prst="rect">
            <a:avLst/>
          </a:prstGeom>
          <a:noFill/>
          <a:ln w="12700" cap="flat" cmpd="sng" algn="ctr">
            <a:no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chemeClr val="accent1"/>
                </a:solidFill>
                <a:effectLst/>
                <a:uLnTx/>
                <a:uFillTx/>
                <a:cs typeface="Arial" panose="020B0604020202020204" pitchFamily="34" charset="0"/>
              </a:rPr>
              <a:t>Future Focus</a:t>
            </a:r>
          </a:p>
        </p:txBody>
      </p:sp>
      <p:sp>
        <p:nvSpPr>
          <p:cNvPr id="120" name="Oval 26">
            <a:extLst>
              <a:ext uri="{FF2B5EF4-FFF2-40B4-BE49-F238E27FC236}">
                <a16:creationId xmlns:a16="http://schemas.microsoft.com/office/drawing/2014/main" id="{5407B868-ABB6-6B6A-A4DE-481C7DAB90B7}"/>
              </a:ext>
            </a:extLst>
          </p:cNvPr>
          <p:cNvSpPr>
            <a:spLocks/>
          </p:cNvSpPr>
          <p:nvPr/>
        </p:nvSpPr>
        <p:spPr>
          <a:xfrm>
            <a:off x="9204959" y="4848952"/>
            <a:ext cx="1600200" cy="274320"/>
          </a:xfrm>
          <a:prstGeom prst="rect">
            <a:avLst/>
          </a:prstGeom>
          <a:noFill/>
          <a:ln w="12700" cap="flat" cmpd="sng" algn="ctr">
            <a:no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chemeClr val="accent1"/>
                </a:solidFill>
                <a:effectLst/>
                <a:uLnTx/>
                <a:uFillTx/>
                <a:cs typeface="Arial" panose="020B0604020202020204" pitchFamily="34" charset="0"/>
              </a:rPr>
              <a:t>Future Focus</a:t>
            </a:r>
          </a:p>
        </p:txBody>
      </p:sp>
      <p:sp>
        <p:nvSpPr>
          <p:cNvPr id="121" name="Oval 26">
            <a:extLst>
              <a:ext uri="{FF2B5EF4-FFF2-40B4-BE49-F238E27FC236}">
                <a16:creationId xmlns:a16="http://schemas.microsoft.com/office/drawing/2014/main" id="{A8ACBBFD-F7A6-7F4B-6C19-50AA86324C08}"/>
              </a:ext>
            </a:extLst>
          </p:cNvPr>
          <p:cNvSpPr>
            <a:spLocks/>
          </p:cNvSpPr>
          <p:nvPr/>
        </p:nvSpPr>
        <p:spPr>
          <a:xfrm>
            <a:off x="9204959" y="5216112"/>
            <a:ext cx="1600200" cy="274320"/>
          </a:xfrm>
          <a:prstGeom prst="rect">
            <a:avLst/>
          </a:prstGeom>
          <a:noFill/>
          <a:ln w="12700" cap="flat" cmpd="sng" algn="ctr">
            <a:no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chemeClr val="accent1"/>
                </a:solidFill>
                <a:effectLst/>
                <a:uLnTx/>
                <a:uFillTx/>
                <a:cs typeface="Arial" panose="020B0604020202020204" pitchFamily="34" charset="0"/>
              </a:rPr>
              <a:t>Future Focus</a:t>
            </a:r>
          </a:p>
        </p:txBody>
      </p:sp>
      <p:sp>
        <p:nvSpPr>
          <p:cNvPr id="122" name="Oval 26">
            <a:extLst>
              <a:ext uri="{FF2B5EF4-FFF2-40B4-BE49-F238E27FC236}">
                <a16:creationId xmlns:a16="http://schemas.microsoft.com/office/drawing/2014/main" id="{0901AFD5-46D2-41E4-474B-FD1F47A01D0B}"/>
              </a:ext>
            </a:extLst>
          </p:cNvPr>
          <p:cNvSpPr>
            <a:spLocks/>
          </p:cNvSpPr>
          <p:nvPr/>
        </p:nvSpPr>
        <p:spPr>
          <a:xfrm>
            <a:off x="9204959" y="5581872"/>
            <a:ext cx="1600200" cy="274320"/>
          </a:xfrm>
          <a:prstGeom prst="rect">
            <a:avLst/>
          </a:prstGeom>
          <a:noFill/>
          <a:ln w="12700" cap="flat" cmpd="sng" algn="ctr">
            <a:noFill/>
            <a:prstDash val="solid"/>
          </a:ln>
          <a:effectLst/>
        </p:spPr>
        <p:txBody>
          <a:bodyPr lIns="91440" rIns="91440" rtlCol="0" anchor="ctr"/>
          <a:lstStyle/>
          <a:p>
            <a:pPr marL="0" marR="0" lvl="0" indent="0" algn="ctr" defTabSz="1031626"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chemeClr val="accent1"/>
                </a:solidFill>
                <a:effectLst/>
                <a:uLnTx/>
                <a:uFillTx/>
                <a:cs typeface="Arial" panose="020B0604020202020204" pitchFamily="34" charset="0"/>
              </a:rPr>
              <a:t>Future Focus</a:t>
            </a:r>
          </a:p>
        </p:txBody>
      </p:sp>
      <p:graphicFrame>
        <p:nvGraphicFramePr>
          <p:cNvPr id="123" name="Chart 122">
            <a:extLst>
              <a:ext uri="{FF2B5EF4-FFF2-40B4-BE49-F238E27FC236}">
                <a16:creationId xmlns:a16="http://schemas.microsoft.com/office/drawing/2014/main" id="{9F50CE3B-8B16-86E0-C538-5230D09C9E83}"/>
              </a:ext>
            </a:extLst>
          </p:cNvPr>
          <p:cNvGraphicFramePr>
            <a:graphicFrameLocks/>
          </p:cNvGraphicFramePr>
          <p:nvPr>
            <p:extLst>
              <p:ext uri="{D42A27DB-BD31-4B8C-83A1-F6EECF244321}">
                <p14:modId xmlns:p14="http://schemas.microsoft.com/office/powerpoint/2010/main" val="3076353762"/>
              </p:ext>
            </p:extLst>
          </p:nvPr>
        </p:nvGraphicFramePr>
        <p:xfrm>
          <a:off x="3913717" y="2105752"/>
          <a:ext cx="1600200" cy="393192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4" name="Chart 123">
            <a:extLst>
              <a:ext uri="{FF2B5EF4-FFF2-40B4-BE49-F238E27FC236}">
                <a16:creationId xmlns:a16="http://schemas.microsoft.com/office/drawing/2014/main" id="{A13D4085-200F-175C-3524-878F9931D78C}"/>
              </a:ext>
            </a:extLst>
          </p:cNvPr>
          <p:cNvGraphicFramePr>
            <a:graphicFrameLocks/>
          </p:cNvGraphicFramePr>
          <p:nvPr>
            <p:extLst>
              <p:ext uri="{D42A27DB-BD31-4B8C-83A1-F6EECF244321}">
                <p14:modId xmlns:p14="http://schemas.microsoft.com/office/powerpoint/2010/main" val="2590028217"/>
              </p:ext>
            </p:extLst>
          </p:nvPr>
        </p:nvGraphicFramePr>
        <p:xfrm>
          <a:off x="6432554" y="2105752"/>
          <a:ext cx="1600200" cy="3931920"/>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877242E0-6D00-508A-89F9-98E86531BAB7}"/>
              </a:ext>
            </a:extLst>
          </p:cNvPr>
          <p:cNvSpPr txBox="1"/>
          <p:nvPr/>
        </p:nvSpPr>
        <p:spPr>
          <a:xfrm>
            <a:off x="3460750" y="2286000"/>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1</a:t>
            </a:r>
            <a:r>
              <a:rPr lang="en-US" sz="1300" b="1" baseline="30000" dirty="0">
                <a:solidFill>
                  <a:schemeClr val="tx1">
                    <a:lumMod val="50000"/>
                  </a:schemeClr>
                </a:solidFill>
                <a:cs typeface="Segoe UI" panose="020B0502040204020203" pitchFamily="34" charset="0"/>
              </a:rPr>
              <a:t>st</a:t>
            </a:r>
            <a:endParaRPr lang="en-US" sz="1300" b="1" dirty="0">
              <a:solidFill>
                <a:schemeClr val="tx1">
                  <a:lumMod val="50000"/>
                </a:schemeClr>
              </a:solidFill>
              <a:cs typeface="Segoe UI" panose="020B0502040204020203" pitchFamily="34" charset="0"/>
            </a:endParaRPr>
          </a:p>
        </p:txBody>
      </p:sp>
      <p:sp>
        <p:nvSpPr>
          <p:cNvPr id="4" name="TextBox 3">
            <a:extLst>
              <a:ext uri="{FF2B5EF4-FFF2-40B4-BE49-F238E27FC236}">
                <a16:creationId xmlns:a16="http://schemas.microsoft.com/office/drawing/2014/main" id="{27D2BD7E-AEF5-E1A7-A8F2-47C654A3602D}"/>
              </a:ext>
            </a:extLst>
          </p:cNvPr>
          <p:cNvSpPr txBox="1"/>
          <p:nvPr/>
        </p:nvSpPr>
        <p:spPr>
          <a:xfrm>
            <a:off x="3459964" y="2651760"/>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2</a:t>
            </a:r>
            <a:r>
              <a:rPr lang="en-US" sz="1300" b="1" baseline="30000" dirty="0">
                <a:solidFill>
                  <a:schemeClr val="tx1">
                    <a:lumMod val="50000"/>
                  </a:schemeClr>
                </a:solidFill>
                <a:cs typeface="Segoe UI" panose="020B0502040204020203" pitchFamily="34" charset="0"/>
              </a:rPr>
              <a:t>nd</a:t>
            </a:r>
            <a:endParaRPr lang="en-US" sz="1300" b="1" dirty="0">
              <a:solidFill>
                <a:schemeClr val="tx1">
                  <a:lumMod val="50000"/>
                </a:schemeClr>
              </a:solidFill>
              <a:cs typeface="Segoe UI" panose="020B0502040204020203" pitchFamily="34" charset="0"/>
            </a:endParaRPr>
          </a:p>
        </p:txBody>
      </p:sp>
      <p:sp>
        <p:nvSpPr>
          <p:cNvPr id="7" name="TextBox 6">
            <a:extLst>
              <a:ext uri="{FF2B5EF4-FFF2-40B4-BE49-F238E27FC236}">
                <a16:creationId xmlns:a16="http://schemas.microsoft.com/office/drawing/2014/main" id="{6CA3827A-5A1E-390F-C7C0-BAAB9CA2F26A}"/>
              </a:ext>
            </a:extLst>
          </p:cNvPr>
          <p:cNvSpPr txBox="1"/>
          <p:nvPr/>
        </p:nvSpPr>
        <p:spPr>
          <a:xfrm>
            <a:off x="3459964" y="3017520"/>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3</a:t>
            </a:r>
            <a:r>
              <a:rPr lang="en-US" sz="1300" b="1" baseline="30000" dirty="0">
                <a:solidFill>
                  <a:schemeClr val="tx1">
                    <a:lumMod val="50000"/>
                  </a:schemeClr>
                </a:solidFill>
                <a:cs typeface="Segoe UI" panose="020B0502040204020203" pitchFamily="34" charset="0"/>
              </a:rPr>
              <a:t>rd</a:t>
            </a:r>
            <a:endParaRPr lang="en-US" sz="1300" b="1" dirty="0">
              <a:solidFill>
                <a:schemeClr val="tx1">
                  <a:lumMod val="50000"/>
                </a:schemeClr>
              </a:solidFill>
              <a:cs typeface="Segoe UI" panose="020B0502040204020203" pitchFamily="34" charset="0"/>
            </a:endParaRPr>
          </a:p>
        </p:txBody>
      </p:sp>
      <p:sp>
        <p:nvSpPr>
          <p:cNvPr id="9" name="TextBox 8">
            <a:extLst>
              <a:ext uri="{FF2B5EF4-FFF2-40B4-BE49-F238E27FC236}">
                <a16:creationId xmlns:a16="http://schemas.microsoft.com/office/drawing/2014/main" id="{4BB4F90C-AE4D-90C7-4D1C-4B6315C93C39}"/>
              </a:ext>
            </a:extLst>
          </p:cNvPr>
          <p:cNvSpPr txBox="1"/>
          <p:nvPr/>
        </p:nvSpPr>
        <p:spPr>
          <a:xfrm>
            <a:off x="3459964" y="3384127"/>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4</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10" name="TextBox 9">
            <a:extLst>
              <a:ext uri="{FF2B5EF4-FFF2-40B4-BE49-F238E27FC236}">
                <a16:creationId xmlns:a16="http://schemas.microsoft.com/office/drawing/2014/main" id="{816CC6A9-33FF-B86F-AA40-0BBF6403AF8F}"/>
              </a:ext>
            </a:extLst>
          </p:cNvPr>
          <p:cNvSpPr txBox="1"/>
          <p:nvPr/>
        </p:nvSpPr>
        <p:spPr>
          <a:xfrm>
            <a:off x="3459964" y="3751672"/>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5</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11" name="TextBox 10">
            <a:extLst>
              <a:ext uri="{FF2B5EF4-FFF2-40B4-BE49-F238E27FC236}">
                <a16:creationId xmlns:a16="http://schemas.microsoft.com/office/drawing/2014/main" id="{5683B8D0-C86E-AF39-2EEC-7826E94FF1D6}"/>
              </a:ext>
            </a:extLst>
          </p:cNvPr>
          <p:cNvSpPr txBox="1"/>
          <p:nvPr/>
        </p:nvSpPr>
        <p:spPr>
          <a:xfrm>
            <a:off x="3459571" y="4117432"/>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6</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12" name="TextBox 11">
            <a:extLst>
              <a:ext uri="{FF2B5EF4-FFF2-40B4-BE49-F238E27FC236}">
                <a16:creationId xmlns:a16="http://schemas.microsoft.com/office/drawing/2014/main" id="{32ABD35C-3B53-B183-A7C5-9C799EECFE74}"/>
              </a:ext>
            </a:extLst>
          </p:cNvPr>
          <p:cNvSpPr txBox="1"/>
          <p:nvPr/>
        </p:nvSpPr>
        <p:spPr>
          <a:xfrm>
            <a:off x="3458785" y="4483192"/>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7</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15" name="TextBox 14">
            <a:extLst>
              <a:ext uri="{FF2B5EF4-FFF2-40B4-BE49-F238E27FC236}">
                <a16:creationId xmlns:a16="http://schemas.microsoft.com/office/drawing/2014/main" id="{7289906B-1155-8887-DDC2-FF9C55561CB1}"/>
              </a:ext>
            </a:extLst>
          </p:cNvPr>
          <p:cNvSpPr txBox="1"/>
          <p:nvPr/>
        </p:nvSpPr>
        <p:spPr>
          <a:xfrm>
            <a:off x="3458785" y="4848952"/>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8</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16" name="TextBox 15">
            <a:extLst>
              <a:ext uri="{FF2B5EF4-FFF2-40B4-BE49-F238E27FC236}">
                <a16:creationId xmlns:a16="http://schemas.microsoft.com/office/drawing/2014/main" id="{FAE6FBE7-1A5D-E452-7081-6CA01D876001}"/>
              </a:ext>
            </a:extLst>
          </p:cNvPr>
          <p:cNvSpPr txBox="1"/>
          <p:nvPr/>
        </p:nvSpPr>
        <p:spPr>
          <a:xfrm>
            <a:off x="3458785" y="5215559"/>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9</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17" name="TextBox 16">
            <a:extLst>
              <a:ext uri="{FF2B5EF4-FFF2-40B4-BE49-F238E27FC236}">
                <a16:creationId xmlns:a16="http://schemas.microsoft.com/office/drawing/2014/main" id="{6DF2DD7A-C982-E370-906B-4B8B5BDA85EA}"/>
              </a:ext>
            </a:extLst>
          </p:cNvPr>
          <p:cNvSpPr txBox="1"/>
          <p:nvPr/>
        </p:nvSpPr>
        <p:spPr>
          <a:xfrm>
            <a:off x="3458785" y="5583104"/>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10</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19" name="TextBox 18">
            <a:extLst>
              <a:ext uri="{FF2B5EF4-FFF2-40B4-BE49-F238E27FC236}">
                <a16:creationId xmlns:a16="http://schemas.microsoft.com/office/drawing/2014/main" id="{096F3D5B-9C2C-7D59-DF60-72050AEB4F19}"/>
              </a:ext>
            </a:extLst>
          </p:cNvPr>
          <p:cNvSpPr txBox="1"/>
          <p:nvPr/>
        </p:nvSpPr>
        <p:spPr>
          <a:xfrm>
            <a:off x="5968849" y="2284768"/>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2</a:t>
            </a:r>
            <a:r>
              <a:rPr lang="en-US" sz="1300" b="1" baseline="30000" dirty="0">
                <a:solidFill>
                  <a:schemeClr val="tx1">
                    <a:lumMod val="50000"/>
                  </a:schemeClr>
                </a:solidFill>
                <a:cs typeface="Segoe UI" panose="020B0502040204020203" pitchFamily="34" charset="0"/>
              </a:rPr>
              <a:t>nd</a:t>
            </a:r>
            <a:endParaRPr lang="en-US" sz="1300" b="1" dirty="0">
              <a:solidFill>
                <a:schemeClr val="tx1">
                  <a:lumMod val="50000"/>
                </a:schemeClr>
              </a:solidFill>
              <a:cs typeface="Segoe UI" panose="020B0502040204020203" pitchFamily="34" charset="0"/>
            </a:endParaRPr>
          </a:p>
        </p:txBody>
      </p:sp>
      <p:sp>
        <p:nvSpPr>
          <p:cNvPr id="22" name="TextBox 21">
            <a:extLst>
              <a:ext uri="{FF2B5EF4-FFF2-40B4-BE49-F238E27FC236}">
                <a16:creationId xmlns:a16="http://schemas.microsoft.com/office/drawing/2014/main" id="{08E35DB9-416A-58E3-E7C1-0D5A8454ABF2}"/>
              </a:ext>
            </a:extLst>
          </p:cNvPr>
          <p:cNvSpPr txBox="1"/>
          <p:nvPr/>
        </p:nvSpPr>
        <p:spPr>
          <a:xfrm>
            <a:off x="5968063" y="2650528"/>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1</a:t>
            </a:r>
            <a:r>
              <a:rPr lang="en-US" sz="1300" b="1" baseline="30000" dirty="0">
                <a:solidFill>
                  <a:schemeClr val="tx1">
                    <a:lumMod val="50000"/>
                  </a:schemeClr>
                </a:solidFill>
                <a:cs typeface="Segoe UI" panose="020B0502040204020203" pitchFamily="34" charset="0"/>
              </a:rPr>
              <a:t>st</a:t>
            </a:r>
            <a:endParaRPr lang="en-US" sz="1300" b="1" dirty="0">
              <a:solidFill>
                <a:schemeClr val="tx1">
                  <a:lumMod val="50000"/>
                </a:schemeClr>
              </a:solidFill>
              <a:cs typeface="Segoe UI" panose="020B0502040204020203" pitchFamily="34" charset="0"/>
            </a:endParaRPr>
          </a:p>
        </p:txBody>
      </p:sp>
      <p:sp>
        <p:nvSpPr>
          <p:cNvPr id="23" name="TextBox 22">
            <a:extLst>
              <a:ext uri="{FF2B5EF4-FFF2-40B4-BE49-F238E27FC236}">
                <a16:creationId xmlns:a16="http://schemas.microsoft.com/office/drawing/2014/main" id="{2A819FEE-FD58-3523-B392-DD27E306A91E}"/>
              </a:ext>
            </a:extLst>
          </p:cNvPr>
          <p:cNvSpPr txBox="1"/>
          <p:nvPr/>
        </p:nvSpPr>
        <p:spPr>
          <a:xfrm>
            <a:off x="5968063" y="3016288"/>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5</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24" name="TextBox 23">
            <a:extLst>
              <a:ext uri="{FF2B5EF4-FFF2-40B4-BE49-F238E27FC236}">
                <a16:creationId xmlns:a16="http://schemas.microsoft.com/office/drawing/2014/main" id="{CA674192-4BC0-A626-265D-B846D88E78F5}"/>
              </a:ext>
            </a:extLst>
          </p:cNvPr>
          <p:cNvSpPr txBox="1"/>
          <p:nvPr/>
        </p:nvSpPr>
        <p:spPr>
          <a:xfrm>
            <a:off x="5968063" y="3382895"/>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9</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25" name="TextBox 24">
            <a:extLst>
              <a:ext uri="{FF2B5EF4-FFF2-40B4-BE49-F238E27FC236}">
                <a16:creationId xmlns:a16="http://schemas.microsoft.com/office/drawing/2014/main" id="{1E75293A-1705-4C75-76B4-9237335F8994}"/>
              </a:ext>
            </a:extLst>
          </p:cNvPr>
          <p:cNvSpPr txBox="1"/>
          <p:nvPr/>
        </p:nvSpPr>
        <p:spPr>
          <a:xfrm>
            <a:off x="5968063" y="3750440"/>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4</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26" name="TextBox 25">
            <a:extLst>
              <a:ext uri="{FF2B5EF4-FFF2-40B4-BE49-F238E27FC236}">
                <a16:creationId xmlns:a16="http://schemas.microsoft.com/office/drawing/2014/main" id="{B25FAA52-C89B-053C-2C42-18E063AC0BBB}"/>
              </a:ext>
            </a:extLst>
          </p:cNvPr>
          <p:cNvSpPr txBox="1"/>
          <p:nvPr/>
        </p:nvSpPr>
        <p:spPr>
          <a:xfrm>
            <a:off x="5967670" y="4116200"/>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8</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27" name="TextBox 26">
            <a:extLst>
              <a:ext uri="{FF2B5EF4-FFF2-40B4-BE49-F238E27FC236}">
                <a16:creationId xmlns:a16="http://schemas.microsoft.com/office/drawing/2014/main" id="{FB1BC485-027F-B5DD-0677-3F57FB389FB1}"/>
              </a:ext>
            </a:extLst>
          </p:cNvPr>
          <p:cNvSpPr txBox="1"/>
          <p:nvPr/>
        </p:nvSpPr>
        <p:spPr>
          <a:xfrm>
            <a:off x="5966884" y="4481960"/>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3</a:t>
            </a:r>
            <a:r>
              <a:rPr lang="en-US" sz="1300" b="1" baseline="30000" dirty="0">
                <a:solidFill>
                  <a:schemeClr val="tx1">
                    <a:lumMod val="50000"/>
                  </a:schemeClr>
                </a:solidFill>
                <a:cs typeface="Segoe UI" panose="020B0502040204020203" pitchFamily="34" charset="0"/>
              </a:rPr>
              <a:t>rd</a:t>
            </a:r>
            <a:endParaRPr lang="en-US" sz="1300" b="1" dirty="0">
              <a:solidFill>
                <a:schemeClr val="tx1">
                  <a:lumMod val="50000"/>
                </a:schemeClr>
              </a:solidFill>
              <a:cs typeface="Segoe UI" panose="020B0502040204020203" pitchFamily="34" charset="0"/>
            </a:endParaRPr>
          </a:p>
        </p:txBody>
      </p:sp>
      <p:sp>
        <p:nvSpPr>
          <p:cNvPr id="28" name="TextBox 27">
            <a:extLst>
              <a:ext uri="{FF2B5EF4-FFF2-40B4-BE49-F238E27FC236}">
                <a16:creationId xmlns:a16="http://schemas.microsoft.com/office/drawing/2014/main" id="{BD74E7FA-A50A-9B2F-98FF-FE9289FE27B5}"/>
              </a:ext>
            </a:extLst>
          </p:cNvPr>
          <p:cNvSpPr txBox="1"/>
          <p:nvPr/>
        </p:nvSpPr>
        <p:spPr>
          <a:xfrm>
            <a:off x="5966884" y="4847720"/>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10</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29" name="TextBox 28">
            <a:extLst>
              <a:ext uri="{FF2B5EF4-FFF2-40B4-BE49-F238E27FC236}">
                <a16:creationId xmlns:a16="http://schemas.microsoft.com/office/drawing/2014/main" id="{7FEA3142-3D98-B480-3ED9-EF10259D645C}"/>
              </a:ext>
            </a:extLst>
          </p:cNvPr>
          <p:cNvSpPr txBox="1"/>
          <p:nvPr/>
        </p:nvSpPr>
        <p:spPr>
          <a:xfrm>
            <a:off x="5966884" y="5214327"/>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6</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
        <p:nvSpPr>
          <p:cNvPr id="30" name="TextBox 29">
            <a:extLst>
              <a:ext uri="{FF2B5EF4-FFF2-40B4-BE49-F238E27FC236}">
                <a16:creationId xmlns:a16="http://schemas.microsoft.com/office/drawing/2014/main" id="{BD1E4BA3-EB5F-81D7-DC56-65A3227542A7}"/>
              </a:ext>
            </a:extLst>
          </p:cNvPr>
          <p:cNvSpPr txBox="1"/>
          <p:nvPr/>
        </p:nvSpPr>
        <p:spPr>
          <a:xfrm>
            <a:off x="5966884" y="5581872"/>
            <a:ext cx="457200" cy="274320"/>
          </a:xfrm>
          <a:prstGeom prst="rect">
            <a:avLst/>
          </a:prstGeom>
          <a:noFill/>
        </p:spPr>
        <p:txBody>
          <a:bodyPr wrap="square" lIns="45720" rIns="45720" rtlCol="0" anchor="ctr" anchorCtr="0">
            <a:noAutofit/>
          </a:bodyPr>
          <a:lstStyle/>
          <a:p>
            <a:pPr algn="ctr">
              <a:defRPr/>
            </a:pPr>
            <a:r>
              <a:rPr lang="en-US" sz="1300" b="1" dirty="0">
                <a:solidFill>
                  <a:schemeClr val="tx1">
                    <a:lumMod val="50000"/>
                  </a:schemeClr>
                </a:solidFill>
                <a:cs typeface="Segoe UI" panose="020B0502040204020203" pitchFamily="34" charset="0"/>
              </a:rPr>
              <a:t>7</a:t>
            </a:r>
            <a:r>
              <a:rPr lang="en-US" sz="1300" b="1" baseline="30000" dirty="0">
                <a:solidFill>
                  <a:schemeClr val="tx1">
                    <a:lumMod val="50000"/>
                  </a:schemeClr>
                </a:solidFill>
                <a:cs typeface="Segoe UI" panose="020B0502040204020203" pitchFamily="34" charset="0"/>
              </a:rPr>
              <a:t>th</a:t>
            </a:r>
            <a:endParaRPr lang="en-US" sz="1300" b="1" dirty="0">
              <a:solidFill>
                <a:schemeClr val="tx1">
                  <a:lumMod val="50000"/>
                </a:schemeClr>
              </a:solidFill>
              <a:cs typeface="Segoe UI" panose="020B0502040204020203" pitchFamily="34" charset="0"/>
            </a:endParaRPr>
          </a:p>
        </p:txBody>
      </p:sp>
    </p:spTree>
    <p:extLst>
      <p:ext uri="{BB962C8B-B14F-4D97-AF65-F5344CB8AC3E}">
        <p14:creationId xmlns:p14="http://schemas.microsoft.com/office/powerpoint/2010/main" val="57517111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C7A3BB-5CB8-DBCF-82B5-975B4D95E23F}"/>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C67D78F8-D81D-AB67-CD29-C0B0A7E8C8A6}"/>
              </a:ext>
            </a:extLst>
          </p:cNvPr>
          <p:cNvSpPr/>
          <p:nvPr/>
        </p:nvSpPr>
        <p:spPr>
          <a:xfrm>
            <a:off x="4373880" y="2514600"/>
            <a:ext cx="6400800" cy="18288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IN" sz="4000" b="1">
                <a:solidFill>
                  <a:schemeClr val="tx2"/>
                </a:solidFill>
                <a:latin typeface="+mj-lt"/>
              </a:rPr>
              <a:t>Performance Management</a:t>
            </a:r>
          </a:p>
        </p:txBody>
      </p:sp>
    </p:spTree>
    <p:extLst>
      <p:ext uri="{BB962C8B-B14F-4D97-AF65-F5344CB8AC3E}">
        <p14:creationId xmlns:p14="http://schemas.microsoft.com/office/powerpoint/2010/main" val="316348933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C71AF9-F5C5-267A-C20C-94F9470C8CB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C243224-8A4D-21B3-F9AD-596E69906FF9}"/>
              </a:ext>
            </a:extLst>
          </p:cNvPr>
          <p:cNvSpPr>
            <a:spLocks noGrp="1"/>
          </p:cNvSpPr>
          <p:nvPr>
            <p:ph type="title"/>
          </p:nvPr>
        </p:nvSpPr>
        <p:spPr>
          <a:xfrm>
            <a:off x="472440" y="274320"/>
            <a:ext cx="11247120" cy="548640"/>
          </a:xfrm>
        </p:spPr>
        <p:txBody>
          <a:bodyPr lIns="91440" tIns="45720" rIns="91440"/>
          <a:lstStyle/>
          <a:p>
            <a:pPr>
              <a:lnSpc>
                <a:spcPct val="100000"/>
              </a:lnSpc>
            </a:pPr>
            <a:r>
              <a:rPr lang="en-US" dirty="0"/>
              <a:t>KPIs for GBS performance (1/2)</a:t>
            </a:r>
            <a:endParaRPr lang="en-IN" dirty="0"/>
          </a:p>
        </p:txBody>
      </p:sp>
      <p:sp>
        <p:nvSpPr>
          <p:cNvPr id="5" name="Slide Number Placeholder 4">
            <a:extLst>
              <a:ext uri="{FF2B5EF4-FFF2-40B4-BE49-F238E27FC236}">
                <a16:creationId xmlns:a16="http://schemas.microsoft.com/office/drawing/2014/main" id="{70DCDD2E-B517-C339-2EB3-15F4FFC0527C}"/>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94FCA0F3-9F3A-694B-99BB-0E592A797735}" type="slidenum">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35</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
        <p:nvSpPr>
          <p:cNvPr id="6" name="Date Placeholder 5">
            <a:extLst>
              <a:ext uri="{FF2B5EF4-FFF2-40B4-BE49-F238E27FC236}">
                <a16:creationId xmlns:a16="http://schemas.microsoft.com/office/drawing/2014/main" id="{667F883E-A14B-579F-34FC-B75BF2BF733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3C5B36D-C464-49CA-B0F2-BE07A37CB76B}" type="datetime1">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9/19/2025</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
        <p:nvSpPr>
          <p:cNvPr id="3" name="Rectangle: Rounded Corners 2">
            <a:extLst>
              <a:ext uri="{FF2B5EF4-FFF2-40B4-BE49-F238E27FC236}">
                <a16:creationId xmlns:a16="http://schemas.microsoft.com/office/drawing/2014/main" id="{D1597DAC-7F9A-C00C-B5CA-A8D3587C38B3}"/>
              </a:ext>
            </a:extLst>
          </p:cNvPr>
          <p:cNvSpPr/>
          <p:nvPr/>
        </p:nvSpPr>
        <p:spPr>
          <a:xfrm>
            <a:off x="609600" y="960120"/>
            <a:ext cx="10972800" cy="365760"/>
          </a:xfrm>
          <a:prstGeom prst="roundRect">
            <a:avLst>
              <a:gd name="adj" fmla="val 27778"/>
            </a:avLst>
          </a:prstGeom>
          <a:solidFill>
            <a:schemeClr val="tx2"/>
          </a:solidFill>
          <a:ln w="12700" cap="flat" cmpd="sng" algn="ctr">
            <a:noFill/>
            <a:prstDash val="solid"/>
            <a:miter lim="800000"/>
          </a:ln>
          <a:effectLst/>
        </p:spPr>
        <p:txBody>
          <a:bodyPr lIns="91440"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0" cap="none" spc="0" normalizeH="0" baseline="0" noProof="0">
                <a:ln>
                  <a:noFill/>
                </a:ln>
                <a:solidFill>
                  <a:srgbClr val="1A1A24"/>
                </a:solidFill>
                <a:effectLst/>
                <a:uLnTx/>
                <a:uFillTx/>
                <a:latin typeface="EYInterstate Regular"/>
                <a:ea typeface="+mn-ea"/>
                <a:cs typeface="+mn-cs"/>
              </a:rPr>
              <a:t>GBS KPIs are more </a:t>
            </a:r>
            <a:r>
              <a:rPr kumimoji="0" lang="en-IN" sz="1500" b="1" i="0" u="none" strike="noStrike" kern="0" cap="none" spc="0" normalizeH="0" baseline="0" noProof="0">
                <a:ln>
                  <a:noFill/>
                </a:ln>
                <a:solidFill>
                  <a:srgbClr val="1A1A24"/>
                </a:solidFill>
                <a:effectLst/>
                <a:uLnTx/>
                <a:uFillTx/>
                <a:latin typeface="EYInterstate Regular"/>
                <a:ea typeface="+mn-ea"/>
                <a:cs typeface="+mn-cs"/>
              </a:rPr>
              <a:t>execution-focused</a:t>
            </a:r>
            <a:r>
              <a:rPr kumimoji="0" lang="en-IN" sz="1500" b="0" i="0" u="none" strike="noStrike" kern="0" cap="none" spc="0" normalizeH="0" baseline="0" noProof="0">
                <a:ln>
                  <a:noFill/>
                </a:ln>
                <a:solidFill>
                  <a:srgbClr val="1A1A24"/>
                </a:solidFill>
                <a:effectLst/>
                <a:uLnTx/>
                <a:uFillTx/>
                <a:latin typeface="EYInterstate Regular"/>
                <a:ea typeface="+mn-ea"/>
                <a:cs typeface="+mn-cs"/>
              </a:rPr>
              <a:t>, targeting operational efficiency, transactional accuracy, and cost-effectiveness</a:t>
            </a:r>
          </a:p>
        </p:txBody>
      </p:sp>
      <p:graphicFrame>
        <p:nvGraphicFramePr>
          <p:cNvPr id="4" name="Table 3">
            <a:extLst>
              <a:ext uri="{FF2B5EF4-FFF2-40B4-BE49-F238E27FC236}">
                <a16:creationId xmlns:a16="http://schemas.microsoft.com/office/drawing/2014/main" id="{0C30BA88-42AD-F5D3-6A92-11B2C9C7AEB0}"/>
              </a:ext>
            </a:extLst>
          </p:cNvPr>
          <p:cNvGraphicFramePr>
            <a:graphicFrameLocks noGrp="1"/>
          </p:cNvGraphicFramePr>
          <p:nvPr>
            <p:extLst>
              <p:ext uri="{D42A27DB-BD31-4B8C-83A1-F6EECF244321}">
                <p14:modId xmlns:p14="http://schemas.microsoft.com/office/powerpoint/2010/main" val="380472338"/>
              </p:ext>
            </p:extLst>
          </p:nvPr>
        </p:nvGraphicFramePr>
        <p:xfrm>
          <a:off x="472440" y="2148840"/>
          <a:ext cx="5852160" cy="4023360"/>
        </p:xfrm>
        <a:graphic>
          <a:graphicData uri="http://schemas.openxmlformats.org/drawingml/2006/table">
            <a:tbl>
              <a:tblPr/>
              <a:tblGrid>
                <a:gridCol w="1645920">
                  <a:extLst>
                    <a:ext uri="{9D8B030D-6E8A-4147-A177-3AD203B41FA5}">
                      <a16:colId xmlns:a16="http://schemas.microsoft.com/office/drawing/2014/main" val="3470923224"/>
                    </a:ext>
                  </a:extLst>
                </a:gridCol>
                <a:gridCol w="1737360">
                  <a:extLst>
                    <a:ext uri="{9D8B030D-6E8A-4147-A177-3AD203B41FA5}">
                      <a16:colId xmlns:a16="http://schemas.microsoft.com/office/drawing/2014/main" val="3159260032"/>
                    </a:ext>
                  </a:extLst>
                </a:gridCol>
                <a:gridCol w="109728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640080">
                <a:tc>
                  <a:txBody>
                    <a:bodyPr/>
                    <a:lstStyle/>
                    <a:p>
                      <a:r>
                        <a:rPr lang="en-US" sz="1100" b="1" noProof="0">
                          <a:solidFill>
                            <a:schemeClr val="bg1"/>
                          </a:solidFill>
                        </a:rPr>
                        <a:t>Days to Close </a:t>
                      </a:r>
                      <a:r>
                        <a:rPr lang="en-US" sz="1100" b="0" noProof="0">
                          <a:solidFill>
                            <a:schemeClr val="bg1"/>
                          </a:solidFill>
                        </a:rPr>
                        <a:t>(Month-End Close Cycle Time)</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Number of calendar days to complete the monthly closing process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100" b="1" noProof="0">
                          <a:solidFill>
                            <a:schemeClr val="bg1"/>
                          </a:solidFill>
                        </a:rPr>
                        <a:t>3–5 days</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World-class organizations target ≤5 days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34101916"/>
                  </a:ext>
                </a:extLst>
              </a:tr>
              <a:tr h="640080">
                <a:tc>
                  <a:txBody>
                    <a:bodyPr/>
                    <a:lstStyle/>
                    <a:p>
                      <a:r>
                        <a:rPr lang="en-US" sz="1100" b="1" noProof="0">
                          <a:solidFill>
                            <a:schemeClr val="bg1"/>
                          </a:solidFill>
                        </a:rPr>
                        <a:t>Cost per Transaction / per Report</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Total cost to perform an RTR transaction or generate a financial report</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100" b="1" noProof="0">
                          <a:solidFill>
                            <a:schemeClr val="bg1"/>
                          </a:solidFill>
                        </a:rPr>
                        <a:t>$1–$3 per transaction</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Varies based on labor arbitrage and automation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225391493"/>
                  </a:ext>
                </a:extLst>
              </a:tr>
              <a:tr h="548640">
                <a:tc>
                  <a:txBody>
                    <a:bodyPr/>
                    <a:lstStyle/>
                    <a:p>
                      <a:r>
                        <a:rPr lang="en-US" sz="1100" b="1" noProof="0">
                          <a:solidFill>
                            <a:schemeClr val="bg1"/>
                          </a:solidFill>
                        </a:rPr>
                        <a:t>Journal Entry Processing Time</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Average time taken to process journal entries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100" b="1" noProof="0">
                          <a:solidFill>
                            <a:schemeClr val="bg1"/>
                          </a:solidFill>
                        </a:rPr>
                        <a:t>&lt;4 hours per entry</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Includes validation and posting</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25228143"/>
                  </a:ext>
                </a:extLst>
              </a:tr>
              <a:tr h="640080">
                <a:tc>
                  <a:txBody>
                    <a:bodyPr/>
                    <a:lstStyle/>
                    <a:p>
                      <a:r>
                        <a:rPr lang="en-US" sz="1100" b="1" noProof="0">
                          <a:solidFill>
                            <a:schemeClr val="bg1"/>
                          </a:solidFill>
                        </a:rPr>
                        <a:t>Automated vs. Manual Journal Entry Ratio</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Proportion of journal entries posted automatically versus manually</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100" b="1" noProof="0">
                          <a:solidFill>
                            <a:schemeClr val="bg1"/>
                          </a:solidFill>
                        </a:rPr>
                        <a:t>&gt;70% automated</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RPA and ERP rules help increase this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72012867"/>
                  </a:ext>
                </a:extLst>
              </a:tr>
              <a:tr h="640080">
                <a:tc>
                  <a:txBody>
                    <a:bodyPr/>
                    <a:lstStyle/>
                    <a:p>
                      <a:r>
                        <a:rPr lang="en-US" sz="1100" b="1" noProof="0">
                          <a:solidFill>
                            <a:schemeClr val="bg1"/>
                          </a:solidFill>
                        </a:rPr>
                        <a:t>Standardization Rate</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 of RTR processes standardized across regions or BUs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100" b="1" noProof="0">
                          <a:solidFill>
                            <a:schemeClr val="bg1"/>
                          </a:solidFill>
                        </a:rPr>
                        <a:t>&gt;85%</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High-performing GBS strive for global standardization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2568794"/>
                  </a:ext>
                </a:extLst>
              </a:tr>
              <a:tr h="548640">
                <a:tc>
                  <a:txBody>
                    <a:bodyPr/>
                    <a:lstStyle/>
                    <a:p>
                      <a:r>
                        <a:rPr lang="en-US" sz="1100" b="1" noProof="0">
                          <a:solidFill>
                            <a:schemeClr val="bg1"/>
                          </a:solidFill>
                        </a:rPr>
                        <a:t>Process Automation Level</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Extent of RPA or AI integration in RTR activities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100" b="1" noProof="0">
                          <a:solidFill>
                            <a:schemeClr val="bg1"/>
                          </a:solidFill>
                        </a:rPr>
                        <a:t>40–70%</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Depends on maturity of RPA/AI initiatives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392418573"/>
                  </a:ext>
                </a:extLst>
              </a:tr>
            </a:tbl>
          </a:graphicData>
        </a:graphic>
      </p:graphicFrame>
      <p:grpSp>
        <p:nvGrpSpPr>
          <p:cNvPr id="11" name="Group 10">
            <a:extLst>
              <a:ext uri="{FF2B5EF4-FFF2-40B4-BE49-F238E27FC236}">
                <a16:creationId xmlns:a16="http://schemas.microsoft.com/office/drawing/2014/main" id="{53A01D37-8571-AD1F-0302-94D483697F27}"/>
              </a:ext>
            </a:extLst>
          </p:cNvPr>
          <p:cNvGrpSpPr/>
          <p:nvPr/>
        </p:nvGrpSpPr>
        <p:grpSpPr>
          <a:xfrm>
            <a:off x="598214" y="1508760"/>
            <a:ext cx="3063240" cy="548640"/>
            <a:chOff x="2912533" y="1720761"/>
            <a:chExt cx="3063240" cy="548640"/>
          </a:xfrm>
        </p:grpSpPr>
        <p:sp>
          <p:nvSpPr>
            <p:cNvPr id="10" name="Rectangle 9">
              <a:extLst>
                <a:ext uri="{FF2B5EF4-FFF2-40B4-BE49-F238E27FC236}">
                  <a16:creationId xmlns:a16="http://schemas.microsoft.com/office/drawing/2014/main" id="{A8FB925B-50E4-5450-A0AF-40EA12232ECA}"/>
                </a:ext>
              </a:extLst>
            </p:cNvPr>
            <p:cNvSpPr/>
            <p:nvPr/>
          </p:nvSpPr>
          <p:spPr>
            <a:xfrm>
              <a:off x="3461173" y="1812201"/>
              <a:ext cx="25146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Operational Efficiency KPIs</a:t>
              </a:r>
            </a:p>
          </p:txBody>
        </p:sp>
        <p:pic>
          <p:nvPicPr>
            <p:cNvPr id="1026" name="Picture 2" descr="Efficiency ">
              <a:extLst>
                <a:ext uri="{FF2B5EF4-FFF2-40B4-BE49-F238E27FC236}">
                  <a16:creationId xmlns:a16="http://schemas.microsoft.com/office/drawing/2014/main" id="{196576FA-DC78-AF7C-F48F-6B68450B15E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12533" y="1720761"/>
              <a:ext cx="548640" cy="548640"/>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18" name="Table 17">
            <a:extLst>
              <a:ext uri="{FF2B5EF4-FFF2-40B4-BE49-F238E27FC236}">
                <a16:creationId xmlns:a16="http://schemas.microsoft.com/office/drawing/2014/main" id="{24DC42A8-9101-2F60-8D19-C17BED0AD9EC}"/>
              </a:ext>
            </a:extLst>
          </p:cNvPr>
          <p:cNvGraphicFramePr>
            <a:graphicFrameLocks noGrp="1"/>
          </p:cNvGraphicFramePr>
          <p:nvPr>
            <p:extLst>
              <p:ext uri="{D42A27DB-BD31-4B8C-83A1-F6EECF244321}">
                <p14:modId xmlns:p14="http://schemas.microsoft.com/office/powerpoint/2010/main" val="536687379"/>
              </p:ext>
            </p:extLst>
          </p:nvPr>
        </p:nvGraphicFramePr>
        <p:xfrm>
          <a:off x="6690360" y="2149316"/>
          <a:ext cx="5029200" cy="2971800"/>
        </p:xfrm>
        <a:graphic>
          <a:graphicData uri="http://schemas.openxmlformats.org/drawingml/2006/table">
            <a:tbl>
              <a:tblPr/>
              <a:tblGrid>
                <a:gridCol w="1188720">
                  <a:extLst>
                    <a:ext uri="{9D8B030D-6E8A-4147-A177-3AD203B41FA5}">
                      <a16:colId xmlns:a16="http://schemas.microsoft.com/office/drawing/2014/main" val="3470923224"/>
                    </a:ext>
                  </a:extLst>
                </a:gridCol>
                <a:gridCol w="1463040">
                  <a:extLst>
                    <a:ext uri="{9D8B030D-6E8A-4147-A177-3AD203B41FA5}">
                      <a16:colId xmlns:a16="http://schemas.microsoft.com/office/drawing/2014/main" val="3159260032"/>
                    </a:ext>
                  </a:extLst>
                </a:gridCol>
                <a:gridCol w="1097280">
                  <a:extLst>
                    <a:ext uri="{9D8B030D-6E8A-4147-A177-3AD203B41FA5}">
                      <a16:colId xmlns:a16="http://schemas.microsoft.com/office/drawing/2014/main" val="4260416985"/>
                    </a:ext>
                  </a:extLst>
                </a:gridCol>
                <a:gridCol w="128016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640080">
                <a:tc>
                  <a:txBody>
                    <a:bodyPr/>
                    <a:lstStyle/>
                    <a:p>
                      <a:r>
                        <a:rPr lang="en-IN" sz="1100" b="1">
                          <a:solidFill>
                            <a:schemeClr val="bg1"/>
                          </a:solidFill>
                        </a:rPr>
                        <a:t>Journal Entry Accuracy Rate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 of journal entries posted without errors or rework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&gt;98%</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Less than 2% error rate is best practice</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34101916"/>
                  </a:ext>
                </a:extLst>
              </a:tr>
              <a:tr h="548640">
                <a:tc>
                  <a:txBody>
                    <a:bodyPr/>
                    <a:lstStyle/>
                    <a:p>
                      <a:r>
                        <a:rPr lang="en-IN" sz="1100" b="1">
                          <a:solidFill>
                            <a:schemeClr val="bg1"/>
                          </a:solidFill>
                        </a:rPr>
                        <a:t>Rework Rate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 of RTR transactions that require correction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&lt;2%</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Indicates strong process control</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225391493"/>
                  </a:ext>
                </a:extLst>
              </a:tr>
              <a:tr h="777240">
                <a:tc>
                  <a:txBody>
                    <a:bodyPr/>
                    <a:lstStyle/>
                    <a:p>
                      <a:r>
                        <a:rPr lang="en-IN" sz="1100" b="1">
                          <a:solidFill>
                            <a:schemeClr val="bg1"/>
                          </a:solidFill>
                        </a:rPr>
                        <a:t>Intercompany Reconciliation Accuracy</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 of matched vs. unmatched intercompany transactions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&gt;95% matched at close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Faster close cycles demand better reconciliation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25228143"/>
                  </a:ext>
                </a:extLst>
              </a:tr>
              <a:tr h="640080">
                <a:tc>
                  <a:txBody>
                    <a:bodyPr/>
                    <a:lstStyle/>
                    <a:p>
                      <a:r>
                        <a:rPr lang="en-IN" sz="1100" b="1">
                          <a:solidFill>
                            <a:schemeClr val="bg1"/>
                          </a:solidFill>
                        </a:rPr>
                        <a:t>First Pass Yield (FPY)</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 of RTR outputs completed correctly the first time</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&gt;95%</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Shows transaction quality and process effectiveness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72012867"/>
                  </a:ext>
                </a:extLst>
              </a:tr>
            </a:tbl>
          </a:graphicData>
        </a:graphic>
      </p:graphicFrame>
      <p:grpSp>
        <p:nvGrpSpPr>
          <p:cNvPr id="24" name="Group 23">
            <a:extLst>
              <a:ext uri="{FF2B5EF4-FFF2-40B4-BE49-F238E27FC236}">
                <a16:creationId xmlns:a16="http://schemas.microsoft.com/office/drawing/2014/main" id="{E6CB1A4D-4589-F4EE-A16E-7C75B5875633}"/>
              </a:ext>
            </a:extLst>
          </p:cNvPr>
          <p:cNvGrpSpPr/>
          <p:nvPr/>
        </p:nvGrpSpPr>
        <p:grpSpPr>
          <a:xfrm>
            <a:off x="6690360" y="1508760"/>
            <a:ext cx="2834640" cy="548640"/>
            <a:chOff x="6229152" y="1569403"/>
            <a:chExt cx="2834640" cy="548640"/>
          </a:xfrm>
        </p:grpSpPr>
        <p:sp>
          <p:nvSpPr>
            <p:cNvPr id="20" name="Rectangle 19">
              <a:extLst>
                <a:ext uri="{FF2B5EF4-FFF2-40B4-BE49-F238E27FC236}">
                  <a16:creationId xmlns:a16="http://schemas.microsoft.com/office/drawing/2014/main" id="{249FC3FA-3680-4BF8-A554-F1DAAF62F2BB}"/>
                </a:ext>
              </a:extLst>
            </p:cNvPr>
            <p:cNvSpPr/>
            <p:nvPr/>
          </p:nvSpPr>
          <p:spPr>
            <a:xfrm>
              <a:off x="6777792" y="1660843"/>
              <a:ext cx="22860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Quality &amp; Accuracy KPIs</a:t>
              </a:r>
            </a:p>
          </p:txBody>
        </p:sp>
        <p:pic>
          <p:nvPicPr>
            <p:cNvPr id="1028" name="Picture 4" descr="Object ">
              <a:extLst>
                <a:ext uri="{FF2B5EF4-FFF2-40B4-BE49-F238E27FC236}">
                  <a16:creationId xmlns:a16="http://schemas.microsoft.com/office/drawing/2014/main" id="{60A64804-4E04-7002-435D-867F402CA7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9152" y="1569403"/>
              <a:ext cx="548640" cy="548640"/>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400784961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4C1AB4-3C37-81F5-A2F9-77A9F7298B41}"/>
            </a:ext>
          </a:extLst>
        </p:cNvPr>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DC137C4D-D1F3-D5E4-BBBB-C478B1C8AE6A}"/>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94FCA0F3-9F3A-694B-99BB-0E592A797735}" type="slidenum">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36</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
        <p:nvSpPr>
          <p:cNvPr id="6" name="Date Placeholder 5">
            <a:extLst>
              <a:ext uri="{FF2B5EF4-FFF2-40B4-BE49-F238E27FC236}">
                <a16:creationId xmlns:a16="http://schemas.microsoft.com/office/drawing/2014/main" id="{797D5AAB-F64D-DB3B-F12D-36B669A7A30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77DC04D-7737-485A-8115-FF168397DE6A}" type="datetime1">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9/19/2025</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graphicFrame>
        <p:nvGraphicFramePr>
          <p:cNvPr id="4" name="Table 3">
            <a:extLst>
              <a:ext uri="{FF2B5EF4-FFF2-40B4-BE49-F238E27FC236}">
                <a16:creationId xmlns:a16="http://schemas.microsoft.com/office/drawing/2014/main" id="{1987D761-3617-5ED2-0733-57F4780117A0}"/>
              </a:ext>
            </a:extLst>
          </p:cNvPr>
          <p:cNvGraphicFramePr>
            <a:graphicFrameLocks noGrp="1"/>
          </p:cNvGraphicFramePr>
          <p:nvPr>
            <p:extLst>
              <p:ext uri="{D42A27DB-BD31-4B8C-83A1-F6EECF244321}">
                <p14:modId xmlns:p14="http://schemas.microsoft.com/office/powerpoint/2010/main" val="2691773099"/>
              </p:ext>
            </p:extLst>
          </p:nvPr>
        </p:nvGraphicFramePr>
        <p:xfrm>
          <a:off x="475616" y="1602669"/>
          <a:ext cx="5440680" cy="2194560"/>
        </p:xfrm>
        <a:graphic>
          <a:graphicData uri="http://schemas.openxmlformats.org/drawingml/2006/table">
            <a:tbl>
              <a:tblPr/>
              <a:tblGrid>
                <a:gridCol w="1371600">
                  <a:extLst>
                    <a:ext uri="{9D8B030D-6E8A-4147-A177-3AD203B41FA5}">
                      <a16:colId xmlns:a16="http://schemas.microsoft.com/office/drawing/2014/main" val="3470923224"/>
                    </a:ext>
                  </a:extLst>
                </a:gridCol>
                <a:gridCol w="1554480">
                  <a:extLst>
                    <a:ext uri="{9D8B030D-6E8A-4147-A177-3AD203B41FA5}">
                      <a16:colId xmlns:a16="http://schemas.microsoft.com/office/drawing/2014/main" val="3159260032"/>
                    </a:ext>
                  </a:extLst>
                </a:gridCol>
                <a:gridCol w="114300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548640">
                <a:tc>
                  <a:txBody>
                    <a:bodyPr/>
                    <a:lstStyle/>
                    <a:p>
                      <a:r>
                        <a:rPr lang="en-IN" sz="1100" b="1">
                          <a:solidFill>
                            <a:schemeClr val="bg1"/>
                          </a:solidFill>
                        </a:rPr>
                        <a:t>On-Time Delivery of Reports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 of reports delivered on or before due dates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&gt;98%</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Critical for leadership decision-making</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34101916"/>
                  </a:ext>
                </a:extLst>
              </a:tr>
              <a:tr h="640080">
                <a:tc>
                  <a:txBody>
                    <a:bodyPr/>
                    <a:lstStyle/>
                    <a:p>
                      <a:r>
                        <a:rPr lang="en-IN" sz="1100" b="1">
                          <a:solidFill>
                            <a:schemeClr val="bg1"/>
                          </a:solidFill>
                        </a:rPr>
                        <a:t>Compliance with Reporting Calendars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Adherence to internal and external reporting timelines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100%</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Reporting timelines should be strictly met</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225391493"/>
                  </a:ext>
                </a:extLst>
              </a:tr>
              <a:tr h="640080">
                <a:tc>
                  <a:txBody>
                    <a:bodyPr/>
                    <a:lstStyle/>
                    <a:p>
                      <a:r>
                        <a:rPr lang="en-IN" sz="1100" b="1">
                          <a:solidFill>
                            <a:schemeClr val="bg1"/>
                          </a:solidFill>
                        </a:rPr>
                        <a:t>Audit Request Turnaround Time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Time taken to respond to internal/external audit queries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&lt;48 hours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Best-in-class organizations aim for ≤2 days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392418573"/>
                  </a:ext>
                </a:extLst>
              </a:tr>
            </a:tbl>
          </a:graphicData>
        </a:graphic>
      </p:graphicFrame>
      <p:graphicFrame>
        <p:nvGraphicFramePr>
          <p:cNvPr id="18" name="Table 17">
            <a:extLst>
              <a:ext uri="{FF2B5EF4-FFF2-40B4-BE49-F238E27FC236}">
                <a16:creationId xmlns:a16="http://schemas.microsoft.com/office/drawing/2014/main" id="{C7E502A9-772F-A71B-6AA3-8603A4A36532}"/>
              </a:ext>
            </a:extLst>
          </p:cNvPr>
          <p:cNvGraphicFramePr>
            <a:graphicFrameLocks noGrp="1"/>
          </p:cNvGraphicFramePr>
          <p:nvPr>
            <p:extLst>
              <p:ext uri="{D42A27DB-BD31-4B8C-83A1-F6EECF244321}">
                <p14:modId xmlns:p14="http://schemas.microsoft.com/office/powerpoint/2010/main" val="1567461490"/>
              </p:ext>
            </p:extLst>
          </p:nvPr>
        </p:nvGraphicFramePr>
        <p:xfrm>
          <a:off x="6278880" y="1603336"/>
          <a:ext cx="5440680" cy="2194560"/>
        </p:xfrm>
        <a:graphic>
          <a:graphicData uri="http://schemas.openxmlformats.org/drawingml/2006/table">
            <a:tbl>
              <a:tblPr/>
              <a:tblGrid>
                <a:gridCol w="1371600">
                  <a:extLst>
                    <a:ext uri="{9D8B030D-6E8A-4147-A177-3AD203B41FA5}">
                      <a16:colId xmlns:a16="http://schemas.microsoft.com/office/drawing/2014/main" val="3470923224"/>
                    </a:ext>
                  </a:extLst>
                </a:gridCol>
                <a:gridCol w="1554480">
                  <a:extLst>
                    <a:ext uri="{9D8B030D-6E8A-4147-A177-3AD203B41FA5}">
                      <a16:colId xmlns:a16="http://schemas.microsoft.com/office/drawing/2014/main" val="3159260032"/>
                    </a:ext>
                  </a:extLst>
                </a:gridCol>
                <a:gridCol w="114300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640080">
                <a:tc>
                  <a:txBody>
                    <a:bodyPr/>
                    <a:lstStyle/>
                    <a:p>
                      <a:r>
                        <a:rPr lang="en-IN" sz="1100" b="1">
                          <a:solidFill>
                            <a:schemeClr val="bg1"/>
                          </a:solidFill>
                        </a:rPr>
                        <a:t>Number of Control Failures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Count of failed internal controls related to RTR</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0–1 per </a:t>
                      </a:r>
                      <a:br>
                        <a:rPr lang="en-IN" sz="1100" b="1">
                          <a:solidFill>
                            <a:schemeClr val="bg1"/>
                          </a:solidFill>
                        </a:rPr>
                      </a:br>
                      <a:r>
                        <a:rPr lang="en-IN" sz="1100" b="1">
                          <a:solidFill>
                            <a:schemeClr val="bg1"/>
                          </a:solidFill>
                        </a:rPr>
                        <a:t>quarter</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Zero tolerance is ideal, but occasional issues may occur</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34101916"/>
                  </a:ext>
                </a:extLst>
              </a:tr>
              <a:tr h="502920">
                <a:tc>
                  <a:txBody>
                    <a:bodyPr/>
                    <a:lstStyle/>
                    <a:p>
                      <a:r>
                        <a:rPr lang="en-IN" sz="1100" b="1">
                          <a:solidFill>
                            <a:schemeClr val="bg1"/>
                          </a:solidFill>
                        </a:rPr>
                        <a:t>Policy Adherence Rate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Compliance with global RTR policies and procedures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&gt;98%</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Ensures global consistency and risk mitigation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225391493"/>
                  </a:ext>
                </a:extLst>
              </a:tr>
              <a:tr h="640080">
                <a:tc>
                  <a:txBody>
                    <a:bodyPr/>
                    <a:lstStyle/>
                    <a:p>
                      <a:r>
                        <a:rPr lang="en-IN" sz="1100" b="1">
                          <a:solidFill>
                            <a:schemeClr val="bg1"/>
                          </a:solidFill>
                        </a:rPr>
                        <a:t>Number of Audit Findings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Audit exceptions specific to RTR processes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≤2 minor findings/year</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Minimal and non-critical findings show strong governance</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72012867"/>
                  </a:ext>
                </a:extLst>
              </a:tr>
            </a:tbl>
          </a:graphicData>
        </a:graphic>
      </p:graphicFrame>
      <p:graphicFrame>
        <p:nvGraphicFramePr>
          <p:cNvPr id="8" name="Table 7">
            <a:extLst>
              <a:ext uri="{FF2B5EF4-FFF2-40B4-BE49-F238E27FC236}">
                <a16:creationId xmlns:a16="http://schemas.microsoft.com/office/drawing/2014/main" id="{737EB2C6-DCB6-48C8-54C5-4CF609E5A423}"/>
              </a:ext>
            </a:extLst>
          </p:cNvPr>
          <p:cNvGraphicFramePr>
            <a:graphicFrameLocks noGrp="1"/>
          </p:cNvGraphicFramePr>
          <p:nvPr>
            <p:extLst>
              <p:ext uri="{D42A27DB-BD31-4B8C-83A1-F6EECF244321}">
                <p14:modId xmlns:p14="http://schemas.microsoft.com/office/powerpoint/2010/main" val="351760700"/>
              </p:ext>
            </p:extLst>
          </p:nvPr>
        </p:nvGraphicFramePr>
        <p:xfrm>
          <a:off x="472440" y="4574469"/>
          <a:ext cx="5440680" cy="1828800"/>
        </p:xfrm>
        <a:graphic>
          <a:graphicData uri="http://schemas.openxmlformats.org/drawingml/2006/table">
            <a:tbl>
              <a:tblPr/>
              <a:tblGrid>
                <a:gridCol w="1371600">
                  <a:extLst>
                    <a:ext uri="{9D8B030D-6E8A-4147-A177-3AD203B41FA5}">
                      <a16:colId xmlns:a16="http://schemas.microsoft.com/office/drawing/2014/main" val="3470923224"/>
                    </a:ext>
                  </a:extLst>
                </a:gridCol>
                <a:gridCol w="1554480">
                  <a:extLst>
                    <a:ext uri="{9D8B030D-6E8A-4147-A177-3AD203B41FA5}">
                      <a16:colId xmlns:a16="http://schemas.microsoft.com/office/drawing/2014/main" val="3159260032"/>
                    </a:ext>
                  </a:extLst>
                </a:gridCol>
                <a:gridCol w="114300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822960">
                <a:tc>
                  <a:txBody>
                    <a:bodyPr/>
                    <a:lstStyle/>
                    <a:p>
                      <a:r>
                        <a:rPr lang="en-IN" sz="1100" b="1">
                          <a:solidFill>
                            <a:schemeClr val="bg1"/>
                          </a:solidFill>
                        </a:rPr>
                        <a:t>Continuous Improvement Initiatives Implemented</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Count of Lean, Six Sigma, or transformation projects completed</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5–10 initiatives/year</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Active Kaizen or Lean projects across RTR</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34101916"/>
                  </a:ext>
                </a:extLst>
              </a:tr>
              <a:tr h="640080">
                <a:tc>
                  <a:txBody>
                    <a:bodyPr/>
                    <a:lstStyle/>
                    <a:p>
                      <a:r>
                        <a:rPr lang="en-IN" sz="1100" b="1">
                          <a:solidFill>
                            <a:schemeClr val="bg1"/>
                          </a:solidFill>
                        </a:rPr>
                        <a:t>Business Partner Satisfaction Score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Survey-based feedback from internal stakeholders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&gt;85% satisfaction</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Usually measured via surveys (CSAT or NPS)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392418573"/>
                  </a:ext>
                </a:extLst>
              </a:tr>
            </a:tbl>
          </a:graphicData>
        </a:graphic>
      </p:graphicFrame>
      <p:graphicFrame>
        <p:nvGraphicFramePr>
          <p:cNvPr id="14" name="Table 13">
            <a:extLst>
              <a:ext uri="{FF2B5EF4-FFF2-40B4-BE49-F238E27FC236}">
                <a16:creationId xmlns:a16="http://schemas.microsoft.com/office/drawing/2014/main" id="{5EC5D7DF-82D4-9C22-77AC-1ACE79688A75}"/>
              </a:ext>
            </a:extLst>
          </p:cNvPr>
          <p:cNvGraphicFramePr>
            <a:graphicFrameLocks noGrp="1"/>
          </p:cNvGraphicFramePr>
          <p:nvPr>
            <p:extLst>
              <p:ext uri="{D42A27DB-BD31-4B8C-83A1-F6EECF244321}">
                <p14:modId xmlns:p14="http://schemas.microsoft.com/office/powerpoint/2010/main" val="3888441435"/>
              </p:ext>
            </p:extLst>
          </p:nvPr>
        </p:nvGraphicFramePr>
        <p:xfrm>
          <a:off x="6278880" y="4574469"/>
          <a:ext cx="5440680" cy="1645920"/>
        </p:xfrm>
        <a:graphic>
          <a:graphicData uri="http://schemas.openxmlformats.org/drawingml/2006/table">
            <a:tbl>
              <a:tblPr/>
              <a:tblGrid>
                <a:gridCol w="1371600">
                  <a:extLst>
                    <a:ext uri="{9D8B030D-6E8A-4147-A177-3AD203B41FA5}">
                      <a16:colId xmlns:a16="http://schemas.microsoft.com/office/drawing/2014/main" val="3470923224"/>
                    </a:ext>
                  </a:extLst>
                </a:gridCol>
                <a:gridCol w="1554480">
                  <a:extLst>
                    <a:ext uri="{9D8B030D-6E8A-4147-A177-3AD203B41FA5}">
                      <a16:colId xmlns:a16="http://schemas.microsoft.com/office/drawing/2014/main" val="3159260032"/>
                    </a:ext>
                  </a:extLst>
                </a:gridCol>
                <a:gridCol w="114300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640080">
                <a:tc>
                  <a:txBody>
                    <a:bodyPr/>
                    <a:lstStyle/>
                    <a:p>
                      <a:r>
                        <a:rPr lang="en-IN" sz="1100" b="1">
                          <a:solidFill>
                            <a:schemeClr val="bg1"/>
                          </a:solidFill>
                        </a:rPr>
                        <a:t>Training Hours per FTE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Average hours of training per RTR staff member</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20–40 hours/year</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Includes compliance, tools, and soft skills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34101916"/>
                  </a:ext>
                </a:extLst>
              </a:tr>
              <a:tr h="640080">
                <a:tc>
                  <a:txBody>
                    <a:bodyPr/>
                    <a:lstStyle/>
                    <a:p>
                      <a:r>
                        <a:rPr lang="en-IN" sz="1100" b="1">
                          <a:solidFill>
                            <a:schemeClr val="bg1"/>
                          </a:solidFill>
                        </a:rPr>
                        <a:t>Attrition Rate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 of RTR staff turnover within a period</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&lt;10% annually</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Lower attrition indicates a healthy GBS environment</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72012867"/>
                  </a:ext>
                </a:extLst>
              </a:tr>
            </a:tbl>
          </a:graphicData>
        </a:graphic>
      </p:graphicFrame>
      <p:grpSp>
        <p:nvGrpSpPr>
          <p:cNvPr id="30" name="Group 29">
            <a:extLst>
              <a:ext uri="{FF2B5EF4-FFF2-40B4-BE49-F238E27FC236}">
                <a16:creationId xmlns:a16="http://schemas.microsoft.com/office/drawing/2014/main" id="{D02E66BB-977B-F885-5DC1-5F987D319EFD}"/>
              </a:ext>
            </a:extLst>
          </p:cNvPr>
          <p:cNvGrpSpPr/>
          <p:nvPr/>
        </p:nvGrpSpPr>
        <p:grpSpPr>
          <a:xfrm>
            <a:off x="472440" y="960120"/>
            <a:ext cx="2152016" cy="548640"/>
            <a:chOff x="480651" y="1018296"/>
            <a:chExt cx="2152016" cy="548640"/>
          </a:xfrm>
        </p:grpSpPr>
        <p:sp>
          <p:nvSpPr>
            <p:cNvPr id="10" name="Rectangle 9">
              <a:extLst>
                <a:ext uri="{FF2B5EF4-FFF2-40B4-BE49-F238E27FC236}">
                  <a16:creationId xmlns:a16="http://schemas.microsoft.com/office/drawing/2014/main" id="{C3F2157F-431C-E65B-CC45-FA65E0D044F2}"/>
                </a:ext>
              </a:extLst>
            </p:cNvPr>
            <p:cNvSpPr/>
            <p:nvPr/>
          </p:nvSpPr>
          <p:spPr>
            <a:xfrm>
              <a:off x="1032467" y="1112203"/>
              <a:ext cx="16002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Timeliness KPIs</a:t>
              </a:r>
            </a:p>
          </p:txBody>
        </p:sp>
        <p:pic>
          <p:nvPicPr>
            <p:cNvPr id="2050" name="Picture 2" descr="Performance ">
              <a:extLst>
                <a:ext uri="{FF2B5EF4-FFF2-40B4-BE49-F238E27FC236}">
                  <a16:creationId xmlns:a16="http://schemas.microsoft.com/office/drawing/2014/main" id="{67A09DF3-E610-9C48-A4A4-43D03F49105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0651" y="1018296"/>
              <a:ext cx="548640" cy="54864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1" name="Group 30">
            <a:extLst>
              <a:ext uri="{FF2B5EF4-FFF2-40B4-BE49-F238E27FC236}">
                <a16:creationId xmlns:a16="http://schemas.microsoft.com/office/drawing/2014/main" id="{AEF2364C-9150-8ED0-B5DE-DE9E84399642}"/>
              </a:ext>
            </a:extLst>
          </p:cNvPr>
          <p:cNvGrpSpPr/>
          <p:nvPr/>
        </p:nvGrpSpPr>
        <p:grpSpPr>
          <a:xfrm>
            <a:off x="6277292" y="960120"/>
            <a:ext cx="3064828" cy="548640"/>
            <a:chOff x="6265905" y="1017629"/>
            <a:chExt cx="3064828" cy="548640"/>
          </a:xfrm>
        </p:grpSpPr>
        <p:sp>
          <p:nvSpPr>
            <p:cNvPr id="20" name="Rectangle 19">
              <a:extLst>
                <a:ext uri="{FF2B5EF4-FFF2-40B4-BE49-F238E27FC236}">
                  <a16:creationId xmlns:a16="http://schemas.microsoft.com/office/drawing/2014/main" id="{CB139614-2885-4788-E243-61E00B1882C3}"/>
                </a:ext>
              </a:extLst>
            </p:cNvPr>
            <p:cNvSpPr/>
            <p:nvPr/>
          </p:nvSpPr>
          <p:spPr>
            <a:xfrm>
              <a:off x="6816133" y="1109736"/>
              <a:ext cx="25146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Compliance &amp; Control KPIs</a:t>
              </a:r>
            </a:p>
          </p:txBody>
        </p:sp>
        <p:pic>
          <p:nvPicPr>
            <p:cNvPr id="2052" name="Picture 4" descr="Compliant ">
              <a:extLst>
                <a:ext uri="{FF2B5EF4-FFF2-40B4-BE49-F238E27FC236}">
                  <a16:creationId xmlns:a16="http://schemas.microsoft.com/office/drawing/2014/main" id="{53402007-8B02-9232-9D9B-CA04A35742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65905" y="1017629"/>
              <a:ext cx="548640" cy="54864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5" name="Group 34">
            <a:extLst>
              <a:ext uri="{FF2B5EF4-FFF2-40B4-BE49-F238E27FC236}">
                <a16:creationId xmlns:a16="http://schemas.microsoft.com/office/drawing/2014/main" id="{1E661D07-83F0-329A-C05D-87CF5312BF88}"/>
              </a:ext>
            </a:extLst>
          </p:cNvPr>
          <p:cNvGrpSpPr/>
          <p:nvPr/>
        </p:nvGrpSpPr>
        <p:grpSpPr>
          <a:xfrm>
            <a:off x="6278880" y="3934389"/>
            <a:ext cx="2836228" cy="548640"/>
            <a:chOff x="1027703" y="4564820"/>
            <a:chExt cx="2836228" cy="548640"/>
          </a:xfrm>
        </p:grpSpPr>
        <p:sp>
          <p:nvSpPr>
            <p:cNvPr id="16" name="Rectangle 15">
              <a:extLst>
                <a:ext uri="{FF2B5EF4-FFF2-40B4-BE49-F238E27FC236}">
                  <a16:creationId xmlns:a16="http://schemas.microsoft.com/office/drawing/2014/main" id="{40215F5B-3686-8B26-22FB-48A6985F573A}"/>
                </a:ext>
              </a:extLst>
            </p:cNvPr>
            <p:cNvSpPr/>
            <p:nvPr/>
          </p:nvSpPr>
          <p:spPr>
            <a:xfrm>
              <a:off x="1577931" y="4656260"/>
              <a:ext cx="22860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Talent &amp; Capability KPIs</a:t>
              </a:r>
            </a:p>
          </p:txBody>
        </p:sp>
        <p:pic>
          <p:nvPicPr>
            <p:cNvPr id="2054" name="Picture 6" descr="Talent ">
              <a:extLst>
                <a:ext uri="{FF2B5EF4-FFF2-40B4-BE49-F238E27FC236}">
                  <a16:creationId xmlns:a16="http://schemas.microsoft.com/office/drawing/2014/main" id="{6664E483-59BD-716B-66AB-E435F0919D0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7703" y="4564820"/>
              <a:ext cx="548640" cy="54864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4" name="Group 33">
            <a:extLst>
              <a:ext uri="{FF2B5EF4-FFF2-40B4-BE49-F238E27FC236}">
                <a16:creationId xmlns:a16="http://schemas.microsoft.com/office/drawing/2014/main" id="{00213C06-A77A-CABD-F632-06851B21694B}"/>
              </a:ext>
            </a:extLst>
          </p:cNvPr>
          <p:cNvGrpSpPr/>
          <p:nvPr/>
        </p:nvGrpSpPr>
        <p:grpSpPr>
          <a:xfrm>
            <a:off x="472440" y="3934389"/>
            <a:ext cx="3293957" cy="548640"/>
            <a:chOff x="7970676" y="6690045"/>
            <a:chExt cx="3293957" cy="548640"/>
          </a:xfrm>
        </p:grpSpPr>
        <p:sp>
          <p:nvSpPr>
            <p:cNvPr id="12" name="Rectangle 11">
              <a:extLst>
                <a:ext uri="{FF2B5EF4-FFF2-40B4-BE49-F238E27FC236}">
                  <a16:creationId xmlns:a16="http://schemas.microsoft.com/office/drawing/2014/main" id="{4D5648D6-A372-0CA7-05EE-1DB7091FF522}"/>
                </a:ext>
              </a:extLst>
            </p:cNvPr>
            <p:cNvSpPr/>
            <p:nvPr/>
          </p:nvSpPr>
          <p:spPr>
            <a:xfrm>
              <a:off x="8521433" y="6781485"/>
              <a:ext cx="27432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Value-Added &amp; Strategic KPIs</a:t>
              </a:r>
            </a:p>
          </p:txBody>
        </p:sp>
        <p:pic>
          <p:nvPicPr>
            <p:cNvPr id="33" name="Picture 8" descr="Quality service">
              <a:extLst>
                <a:ext uri="{FF2B5EF4-FFF2-40B4-BE49-F238E27FC236}">
                  <a16:creationId xmlns:a16="http://schemas.microsoft.com/office/drawing/2014/main" id="{DD41B957-D28F-3668-0626-D3D97099FC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70676" y="6690045"/>
              <a:ext cx="548640" cy="548640"/>
            </a:xfrm>
            <a:prstGeom prst="rect">
              <a:avLst/>
            </a:prstGeom>
            <a:noFill/>
            <a:extLst>
              <a:ext uri="{909E8E84-426E-40DD-AFC4-6F175D3DCCD1}">
                <a14:hiddenFill xmlns:a14="http://schemas.microsoft.com/office/drawing/2010/main">
                  <a:solidFill>
                    <a:srgbClr val="FFFFFF"/>
                  </a:solidFill>
                </a14:hiddenFill>
              </a:ext>
            </a:extLst>
          </p:spPr>
        </p:pic>
      </p:grpSp>
      <p:sp>
        <p:nvSpPr>
          <p:cNvPr id="41" name="Title 1">
            <a:extLst>
              <a:ext uri="{FF2B5EF4-FFF2-40B4-BE49-F238E27FC236}">
                <a16:creationId xmlns:a16="http://schemas.microsoft.com/office/drawing/2014/main" id="{B2F71417-8097-6F61-8157-FE6F8CFE6E13}"/>
              </a:ext>
            </a:extLst>
          </p:cNvPr>
          <p:cNvSpPr>
            <a:spLocks noGrp="1"/>
          </p:cNvSpPr>
          <p:nvPr>
            <p:ph type="title"/>
          </p:nvPr>
        </p:nvSpPr>
        <p:spPr>
          <a:xfrm>
            <a:off x="472440" y="274320"/>
            <a:ext cx="11247120" cy="548640"/>
          </a:xfrm>
        </p:spPr>
        <p:txBody>
          <a:bodyPr lIns="91440" tIns="45720" rIns="91440"/>
          <a:lstStyle/>
          <a:p>
            <a:pPr>
              <a:lnSpc>
                <a:spcPct val="100000"/>
              </a:lnSpc>
            </a:pPr>
            <a:r>
              <a:rPr lang="en-US" dirty="0"/>
              <a:t>KPIs for GBS performance (2/2)</a:t>
            </a:r>
            <a:endParaRPr lang="en-IN" dirty="0"/>
          </a:p>
        </p:txBody>
      </p:sp>
    </p:spTree>
    <p:extLst>
      <p:ext uri="{BB962C8B-B14F-4D97-AF65-F5344CB8AC3E}">
        <p14:creationId xmlns:p14="http://schemas.microsoft.com/office/powerpoint/2010/main" val="309356393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D65ECD-679E-CD3A-4EE6-25B78897D99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D386604-225D-5938-7C0E-F0BBB824A306}"/>
              </a:ext>
            </a:extLst>
          </p:cNvPr>
          <p:cNvSpPr>
            <a:spLocks noGrp="1"/>
          </p:cNvSpPr>
          <p:nvPr>
            <p:ph type="title"/>
          </p:nvPr>
        </p:nvSpPr>
        <p:spPr>
          <a:xfrm>
            <a:off x="472440" y="274320"/>
            <a:ext cx="11247120" cy="548640"/>
          </a:xfrm>
        </p:spPr>
        <p:txBody>
          <a:bodyPr lIns="91440" tIns="45720" rIns="91440"/>
          <a:lstStyle/>
          <a:p>
            <a:pPr>
              <a:lnSpc>
                <a:spcPct val="100000"/>
              </a:lnSpc>
            </a:pPr>
            <a:r>
              <a:rPr lang="en-US" dirty="0"/>
              <a:t>KPIs for CoE performance (1/2)</a:t>
            </a:r>
            <a:endParaRPr lang="en-IN" dirty="0"/>
          </a:p>
        </p:txBody>
      </p:sp>
      <p:sp>
        <p:nvSpPr>
          <p:cNvPr id="5" name="Slide Number Placeholder 4">
            <a:extLst>
              <a:ext uri="{FF2B5EF4-FFF2-40B4-BE49-F238E27FC236}">
                <a16:creationId xmlns:a16="http://schemas.microsoft.com/office/drawing/2014/main" id="{DFD3836B-FBAB-B054-EA24-3D1326681701}"/>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94FCA0F3-9F3A-694B-99BB-0E592A797735}" type="slidenum">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37</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
        <p:nvSpPr>
          <p:cNvPr id="6" name="Date Placeholder 5">
            <a:extLst>
              <a:ext uri="{FF2B5EF4-FFF2-40B4-BE49-F238E27FC236}">
                <a16:creationId xmlns:a16="http://schemas.microsoft.com/office/drawing/2014/main" id="{289684B0-3F0B-245E-FFE1-4CB13C28351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CCAE8F2F-D642-4530-9464-E1E7FAC17FFA}" type="datetime1">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9/19/2025</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
        <p:nvSpPr>
          <p:cNvPr id="3" name="Rectangle: Rounded Corners 2">
            <a:extLst>
              <a:ext uri="{FF2B5EF4-FFF2-40B4-BE49-F238E27FC236}">
                <a16:creationId xmlns:a16="http://schemas.microsoft.com/office/drawing/2014/main" id="{D53AA171-93BD-114B-7B1F-72D5D8135F81}"/>
              </a:ext>
            </a:extLst>
          </p:cNvPr>
          <p:cNvSpPr/>
          <p:nvPr/>
        </p:nvSpPr>
        <p:spPr>
          <a:xfrm>
            <a:off x="609600" y="960120"/>
            <a:ext cx="10972800" cy="365760"/>
          </a:xfrm>
          <a:prstGeom prst="roundRect">
            <a:avLst>
              <a:gd name="adj" fmla="val 27778"/>
            </a:avLst>
          </a:prstGeom>
          <a:solidFill>
            <a:schemeClr val="tx2"/>
          </a:solidFill>
          <a:ln w="12700" cap="flat" cmpd="sng" algn="ctr">
            <a:noFill/>
            <a:prstDash val="solid"/>
            <a:miter lim="800000"/>
          </a:ln>
          <a:effectLst/>
        </p:spPr>
        <p:txBody>
          <a:bodyPr lIns="91440"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500" b="0" i="0" u="none" strike="noStrike" kern="0" cap="none" spc="0" normalizeH="0" baseline="0" noProof="0">
                <a:ln>
                  <a:noFill/>
                </a:ln>
                <a:solidFill>
                  <a:srgbClr val="1A1A24"/>
                </a:solidFill>
                <a:effectLst/>
                <a:uLnTx/>
                <a:uFillTx/>
                <a:latin typeface="EYInterstate Regular"/>
                <a:ea typeface="+mn-ea"/>
                <a:cs typeface="+mn-cs"/>
              </a:rPr>
              <a:t>CoE KPIs are more </a:t>
            </a:r>
            <a:r>
              <a:rPr kumimoji="0" lang="en-IN" sz="1500" b="1" i="0" u="none" strike="noStrike" kern="0" cap="none" spc="0" normalizeH="0" baseline="0" noProof="0">
                <a:ln>
                  <a:noFill/>
                </a:ln>
                <a:solidFill>
                  <a:srgbClr val="1A1A24"/>
                </a:solidFill>
                <a:effectLst/>
                <a:uLnTx/>
                <a:uFillTx/>
                <a:latin typeface="EYInterstate Regular"/>
                <a:ea typeface="+mn-ea"/>
                <a:cs typeface="+mn-cs"/>
              </a:rPr>
              <a:t>value-driven</a:t>
            </a:r>
            <a:r>
              <a:rPr kumimoji="0" lang="en-IN" sz="1500" b="0" i="0" u="none" strike="noStrike" kern="0" cap="none" spc="0" normalizeH="0" baseline="0" noProof="0">
                <a:ln>
                  <a:noFill/>
                </a:ln>
                <a:solidFill>
                  <a:srgbClr val="1A1A24"/>
                </a:solidFill>
                <a:effectLst/>
                <a:uLnTx/>
                <a:uFillTx/>
                <a:latin typeface="EYInterstate Regular"/>
                <a:ea typeface="+mn-ea"/>
                <a:cs typeface="+mn-cs"/>
              </a:rPr>
              <a:t>, focusing on analytics, compliance, standardization, and strategic impact</a:t>
            </a:r>
          </a:p>
        </p:txBody>
      </p:sp>
      <p:graphicFrame>
        <p:nvGraphicFramePr>
          <p:cNvPr id="4" name="Table 3">
            <a:extLst>
              <a:ext uri="{FF2B5EF4-FFF2-40B4-BE49-F238E27FC236}">
                <a16:creationId xmlns:a16="http://schemas.microsoft.com/office/drawing/2014/main" id="{C394798C-E124-AAF2-81C8-0BFB43C75487}"/>
              </a:ext>
            </a:extLst>
          </p:cNvPr>
          <p:cNvGraphicFramePr>
            <a:graphicFrameLocks noGrp="1"/>
          </p:cNvGraphicFramePr>
          <p:nvPr>
            <p:extLst>
              <p:ext uri="{D42A27DB-BD31-4B8C-83A1-F6EECF244321}">
                <p14:modId xmlns:p14="http://schemas.microsoft.com/office/powerpoint/2010/main" val="2499186102"/>
              </p:ext>
            </p:extLst>
          </p:nvPr>
        </p:nvGraphicFramePr>
        <p:xfrm>
          <a:off x="472440" y="2148840"/>
          <a:ext cx="5577840" cy="2286000"/>
        </p:xfrm>
        <a:graphic>
          <a:graphicData uri="http://schemas.openxmlformats.org/drawingml/2006/table">
            <a:tbl>
              <a:tblPr/>
              <a:tblGrid>
                <a:gridCol w="1371600">
                  <a:extLst>
                    <a:ext uri="{9D8B030D-6E8A-4147-A177-3AD203B41FA5}">
                      <a16:colId xmlns:a16="http://schemas.microsoft.com/office/drawing/2014/main" val="3470923224"/>
                    </a:ext>
                  </a:extLst>
                </a:gridCol>
                <a:gridCol w="1737360">
                  <a:extLst>
                    <a:ext uri="{9D8B030D-6E8A-4147-A177-3AD203B41FA5}">
                      <a16:colId xmlns:a16="http://schemas.microsoft.com/office/drawing/2014/main" val="3159260032"/>
                    </a:ext>
                  </a:extLst>
                </a:gridCol>
                <a:gridCol w="109728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640080">
                <a:tc>
                  <a:txBody>
                    <a:bodyPr/>
                    <a:lstStyle/>
                    <a:p>
                      <a:r>
                        <a:rPr lang="en-US" sz="1100" b="1" noProof="0">
                          <a:solidFill>
                            <a:schemeClr val="bg1"/>
                          </a:solidFill>
                        </a:rPr>
                        <a:t>Automated vs. Manual Journal Entry Ratio</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Proportion of journal entries posted automatically versus manually</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100" b="1" noProof="0">
                          <a:solidFill>
                            <a:schemeClr val="bg1"/>
                          </a:solidFill>
                        </a:rPr>
                        <a:t>&gt;70% automated</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RPA and ERP rules help increase this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72012867"/>
                  </a:ext>
                </a:extLst>
              </a:tr>
              <a:tr h="640080">
                <a:tc>
                  <a:txBody>
                    <a:bodyPr/>
                    <a:lstStyle/>
                    <a:p>
                      <a:r>
                        <a:rPr lang="en-US" sz="1100" b="1" noProof="0">
                          <a:solidFill>
                            <a:schemeClr val="bg1"/>
                          </a:solidFill>
                        </a:rPr>
                        <a:t>Standardization Rate</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 of RTR processes standardized across regions or BUs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100" b="1" noProof="0">
                          <a:solidFill>
                            <a:schemeClr val="bg1"/>
                          </a:solidFill>
                        </a:rPr>
                        <a:t>&gt;85%</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High-performing GBS strive for global standardization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2568794"/>
                  </a:ext>
                </a:extLst>
              </a:tr>
              <a:tr h="640080">
                <a:tc>
                  <a:txBody>
                    <a:bodyPr/>
                    <a:lstStyle/>
                    <a:p>
                      <a:r>
                        <a:rPr lang="en-US" sz="1100" b="1" noProof="0">
                          <a:solidFill>
                            <a:schemeClr val="bg1"/>
                          </a:solidFill>
                        </a:rPr>
                        <a:t>Process Automation Level</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Extent of RPA or AI integration in RTR activities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100" b="1" noProof="0">
                          <a:solidFill>
                            <a:schemeClr val="bg1"/>
                          </a:solidFill>
                        </a:rPr>
                        <a:t>40–70%</a:t>
                      </a:r>
                      <a:endParaRPr lang="en-US" sz="1100" noProof="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US" sz="1000" noProof="0">
                          <a:solidFill>
                            <a:schemeClr val="bg1"/>
                          </a:solidFill>
                        </a:rPr>
                        <a:t>Depends on maturity of RPA/AI initiatives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392418573"/>
                  </a:ext>
                </a:extLst>
              </a:tr>
            </a:tbl>
          </a:graphicData>
        </a:graphic>
      </p:graphicFrame>
      <p:grpSp>
        <p:nvGrpSpPr>
          <p:cNvPr id="11" name="Group 10">
            <a:extLst>
              <a:ext uri="{FF2B5EF4-FFF2-40B4-BE49-F238E27FC236}">
                <a16:creationId xmlns:a16="http://schemas.microsoft.com/office/drawing/2014/main" id="{E22FCC15-D3A8-227A-E416-E5874B4C6386}"/>
              </a:ext>
            </a:extLst>
          </p:cNvPr>
          <p:cNvGrpSpPr/>
          <p:nvPr/>
        </p:nvGrpSpPr>
        <p:grpSpPr>
          <a:xfrm>
            <a:off x="598214" y="1508760"/>
            <a:ext cx="3063240" cy="548640"/>
            <a:chOff x="2912533" y="1720761"/>
            <a:chExt cx="3063240" cy="548640"/>
          </a:xfrm>
        </p:grpSpPr>
        <p:sp>
          <p:nvSpPr>
            <p:cNvPr id="10" name="Rectangle 9">
              <a:extLst>
                <a:ext uri="{FF2B5EF4-FFF2-40B4-BE49-F238E27FC236}">
                  <a16:creationId xmlns:a16="http://schemas.microsoft.com/office/drawing/2014/main" id="{4AE26706-5ED9-BB94-AD24-00E47A833172}"/>
                </a:ext>
              </a:extLst>
            </p:cNvPr>
            <p:cNvSpPr/>
            <p:nvPr/>
          </p:nvSpPr>
          <p:spPr>
            <a:xfrm>
              <a:off x="3461173" y="1812201"/>
              <a:ext cx="25146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Operational Efficiency KPIs</a:t>
              </a:r>
            </a:p>
          </p:txBody>
        </p:sp>
        <p:pic>
          <p:nvPicPr>
            <p:cNvPr id="1026" name="Picture 2" descr="Efficiency ">
              <a:extLst>
                <a:ext uri="{FF2B5EF4-FFF2-40B4-BE49-F238E27FC236}">
                  <a16:creationId xmlns:a16="http://schemas.microsoft.com/office/drawing/2014/main" id="{E16A28CD-781D-8D4D-8EC8-693BD744D36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12533" y="1720761"/>
              <a:ext cx="548640" cy="548640"/>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18" name="Table 17">
            <a:extLst>
              <a:ext uri="{FF2B5EF4-FFF2-40B4-BE49-F238E27FC236}">
                <a16:creationId xmlns:a16="http://schemas.microsoft.com/office/drawing/2014/main" id="{4950E9C1-EC51-A76A-9E05-0F51219E7D9C}"/>
              </a:ext>
            </a:extLst>
          </p:cNvPr>
          <p:cNvGraphicFramePr>
            <a:graphicFrameLocks noGrp="1"/>
          </p:cNvGraphicFramePr>
          <p:nvPr>
            <p:extLst>
              <p:ext uri="{D42A27DB-BD31-4B8C-83A1-F6EECF244321}">
                <p14:modId xmlns:p14="http://schemas.microsoft.com/office/powerpoint/2010/main" val="1046065644"/>
              </p:ext>
            </p:extLst>
          </p:nvPr>
        </p:nvGraphicFramePr>
        <p:xfrm>
          <a:off x="3467100" y="5258515"/>
          <a:ext cx="5257800" cy="1005840"/>
        </p:xfrm>
        <a:graphic>
          <a:graphicData uri="http://schemas.openxmlformats.org/drawingml/2006/table">
            <a:tbl>
              <a:tblPr/>
              <a:tblGrid>
                <a:gridCol w="1280160">
                  <a:extLst>
                    <a:ext uri="{9D8B030D-6E8A-4147-A177-3AD203B41FA5}">
                      <a16:colId xmlns:a16="http://schemas.microsoft.com/office/drawing/2014/main" val="3470923224"/>
                    </a:ext>
                  </a:extLst>
                </a:gridCol>
                <a:gridCol w="1463040">
                  <a:extLst>
                    <a:ext uri="{9D8B030D-6E8A-4147-A177-3AD203B41FA5}">
                      <a16:colId xmlns:a16="http://schemas.microsoft.com/office/drawing/2014/main" val="3159260032"/>
                    </a:ext>
                  </a:extLst>
                </a:gridCol>
                <a:gridCol w="114300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640080">
                <a:tc>
                  <a:txBody>
                    <a:bodyPr/>
                    <a:lstStyle/>
                    <a:p>
                      <a:r>
                        <a:rPr lang="en-IN" sz="1100" b="1">
                          <a:solidFill>
                            <a:schemeClr val="bg1"/>
                          </a:solidFill>
                        </a:rPr>
                        <a:t>Variance Analysis Timeliness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Time taken to provide meaningful analysis on financial variances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&lt;2 business days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After close, analysis should be prompt</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72012867"/>
                  </a:ext>
                </a:extLst>
              </a:tr>
            </a:tbl>
          </a:graphicData>
        </a:graphic>
      </p:graphicFrame>
      <p:grpSp>
        <p:nvGrpSpPr>
          <p:cNvPr id="24" name="Group 23">
            <a:extLst>
              <a:ext uri="{FF2B5EF4-FFF2-40B4-BE49-F238E27FC236}">
                <a16:creationId xmlns:a16="http://schemas.microsoft.com/office/drawing/2014/main" id="{BB43628A-BB2F-9AC3-9E0F-C836557A59C3}"/>
              </a:ext>
            </a:extLst>
          </p:cNvPr>
          <p:cNvGrpSpPr/>
          <p:nvPr/>
        </p:nvGrpSpPr>
        <p:grpSpPr>
          <a:xfrm>
            <a:off x="3467100" y="4617720"/>
            <a:ext cx="2834640" cy="548640"/>
            <a:chOff x="6229152" y="1569403"/>
            <a:chExt cx="2834640" cy="548640"/>
          </a:xfrm>
        </p:grpSpPr>
        <p:sp>
          <p:nvSpPr>
            <p:cNvPr id="20" name="Rectangle 19">
              <a:extLst>
                <a:ext uri="{FF2B5EF4-FFF2-40B4-BE49-F238E27FC236}">
                  <a16:creationId xmlns:a16="http://schemas.microsoft.com/office/drawing/2014/main" id="{1FED6CDE-2229-C16A-D2B2-D851DB8DE84A}"/>
                </a:ext>
              </a:extLst>
            </p:cNvPr>
            <p:cNvSpPr/>
            <p:nvPr/>
          </p:nvSpPr>
          <p:spPr>
            <a:xfrm>
              <a:off x="6777792" y="1660843"/>
              <a:ext cx="22860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Quality &amp; Accuracy KPIs</a:t>
              </a:r>
            </a:p>
          </p:txBody>
        </p:sp>
        <p:pic>
          <p:nvPicPr>
            <p:cNvPr id="1028" name="Picture 4" descr="Object ">
              <a:extLst>
                <a:ext uri="{FF2B5EF4-FFF2-40B4-BE49-F238E27FC236}">
                  <a16:creationId xmlns:a16="http://schemas.microsoft.com/office/drawing/2014/main" id="{01E79F5D-B4D5-9311-DF21-AB0630763E0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9152" y="1569403"/>
              <a:ext cx="548640" cy="548640"/>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14" name="Table 13">
            <a:extLst>
              <a:ext uri="{FF2B5EF4-FFF2-40B4-BE49-F238E27FC236}">
                <a16:creationId xmlns:a16="http://schemas.microsoft.com/office/drawing/2014/main" id="{D7F07CC6-2081-C95D-4165-955AD53FDD32}"/>
              </a:ext>
            </a:extLst>
          </p:cNvPr>
          <p:cNvGraphicFramePr>
            <a:graphicFrameLocks noGrp="1"/>
          </p:cNvGraphicFramePr>
          <p:nvPr>
            <p:extLst>
              <p:ext uri="{D42A27DB-BD31-4B8C-83A1-F6EECF244321}">
                <p14:modId xmlns:p14="http://schemas.microsoft.com/office/powerpoint/2010/main" val="3294508462"/>
              </p:ext>
            </p:extLst>
          </p:nvPr>
        </p:nvGraphicFramePr>
        <p:xfrm>
          <a:off x="6461760" y="2148602"/>
          <a:ext cx="5257800" cy="2286000"/>
        </p:xfrm>
        <a:graphic>
          <a:graphicData uri="http://schemas.openxmlformats.org/drawingml/2006/table">
            <a:tbl>
              <a:tblPr/>
              <a:tblGrid>
                <a:gridCol w="1280160">
                  <a:extLst>
                    <a:ext uri="{9D8B030D-6E8A-4147-A177-3AD203B41FA5}">
                      <a16:colId xmlns:a16="http://schemas.microsoft.com/office/drawing/2014/main" val="3470923224"/>
                    </a:ext>
                  </a:extLst>
                </a:gridCol>
                <a:gridCol w="1463040">
                  <a:extLst>
                    <a:ext uri="{9D8B030D-6E8A-4147-A177-3AD203B41FA5}">
                      <a16:colId xmlns:a16="http://schemas.microsoft.com/office/drawing/2014/main" val="3159260032"/>
                    </a:ext>
                  </a:extLst>
                </a:gridCol>
                <a:gridCol w="114300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640080">
                <a:tc>
                  <a:txBody>
                    <a:bodyPr/>
                    <a:lstStyle/>
                    <a:p>
                      <a:r>
                        <a:rPr lang="en-IN" sz="1100" b="1">
                          <a:solidFill>
                            <a:schemeClr val="bg1"/>
                          </a:solidFill>
                        </a:rPr>
                        <a:t>Training Hours per FTE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Average hours of training per RTR staff member</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20–40 hours/year</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Includes compliance, tools, and soft skills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34101916"/>
                  </a:ext>
                </a:extLst>
              </a:tr>
              <a:tr h="640080">
                <a:tc>
                  <a:txBody>
                    <a:bodyPr/>
                    <a:lstStyle/>
                    <a:p>
                      <a:r>
                        <a:rPr lang="en-IN" sz="1100" b="1">
                          <a:solidFill>
                            <a:schemeClr val="bg1"/>
                          </a:solidFill>
                        </a:rPr>
                        <a:t>Attrition Rate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 of RTR staff turnover within a period</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&lt;10% annually</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Lower attrition indicates a healthy GBS environment</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531848680"/>
                  </a:ext>
                </a:extLst>
              </a:tr>
              <a:tr h="640080">
                <a:tc>
                  <a:txBody>
                    <a:bodyPr/>
                    <a:lstStyle/>
                    <a:p>
                      <a:r>
                        <a:rPr lang="en-IN" sz="1100" b="1">
                          <a:solidFill>
                            <a:schemeClr val="bg1"/>
                          </a:solidFill>
                        </a:rPr>
                        <a:t>Skill Readiness Score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Assessment of employee skills vs. RTR role requirements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&gt;90%</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Based on skills mapping and training completion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72012867"/>
                  </a:ext>
                </a:extLst>
              </a:tr>
            </a:tbl>
          </a:graphicData>
        </a:graphic>
      </p:graphicFrame>
      <p:grpSp>
        <p:nvGrpSpPr>
          <p:cNvPr id="35" name="Group 34">
            <a:extLst>
              <a:ext uri="{FF2B5EF4-FFF2-40B4-BE49-F238E27FC236}">
                <a16:creationId xmlns:a16="http://schemas.microsoft.com/office/drawing/2014/main" id="{B5A87AC5-AB30-D5F0-2AE3-2A996ACDFEEF}"/>
              </a:ext>
            </a:extLst>
          </p:cNvPr>
          <p:cNvGrpSpPr/>
          <p:nvPr/>
        </p:nvGrpSpPr>
        <p:grpSpPr>
          <a:xfrm>
            <a:off x="6461760" y="1508522"/>
            <a:ext cx="2836228" cy="548640"/>
            <a:chOff x="1027703" y="4564820"/>
            <a:chExt cx="2836228" cy="548640"/>
          </a:xfrm>
        </p:grpSpPr>
        <p:sp>
          <p:nvSpPr>
            <p:cNvPr id="16" name="Rectangle 15">
              <a:extLst>
                <a:ext uri="{FF2B5EF4-FFF2-40B4-BE49-F238E27FC236}">
                  <a16:creationId xmlns:a16="http://schemas.microsoft.com/office/drawing/2014/main" id="{EC1A81F7-9737-E82F-4D54-464F815E3031}"/>
                </a:ext>
              </a:extLst>
            </p:cNvPr>
            <p:cNvSpPr/>
            <p:nvPr/>
          </p:nvSpPr>
          <p:spPr>
            <a:xfrm>
              <a:off x="1577931" y="4656260"/>
              <a:ext cx="22860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Talent &amp; Capability KPIs</a:t>
              </a:r>
            </a:p>
          </p:txBody>
        </p:sp>
        <p:pic>
          <p:nvPicPr>
            <p:cNvPr id="2054" name="Picture 6" descr="Talent ">
              <a:extLst>
                <a:ext uri="{FF2B5EF4-FFF2-40B4-BE49-F238E27FC236}">
                  <a16:creationId xmlns:a16="http://schemas.microsoft.com/office/drawing/2014/main" id="{2F37A20A-B11A-27D0-530F-DC036E14A55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7703" y="4564820"/>
              <a:ext cx="548640" cy="548640"/>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63375991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88AA84-382D-A38B-D3B2-BB3373B345DA}"/>
            </a:ext>
          </a:extLst>
        </p:cNvPr>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99598CA6-668F-C619-AF2D-926E82B4A9DA}"/>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94FCA0F3-9F3A-694B-99BB-0E592A797735}" type="slidenum">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38</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
        <p:nvSpPr>
          <p:cNvPr id="6" name="Date Placeholder 5">
            <a:extLst>
              <a:ext uri="{FF2B5EF4-FFF2-40B4-BE49-F238E27FC236}">
                <a16:creationId xmlns:a16="http://schemas.microsoft.com/office/drawing/2014/main" id="{5ADDEFC5-794D-CAA1-2254-0016CEF41A6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C7E96D97-0666-4363-8539-98D16143C34B}" type="datetime1">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9/19/2025</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graphicFrame>
        <p:nvGraphicFramePr>
          <p:cNvPr id="18" name="Table 17">
            <a:extLst>
              <a:ext uri="{FF2B5EF4-FFF2-40B4-BE49-F238E27FC236}">
                <a16:creationId xmlns:a16="http://schemas.microsoft.com/office/drawing/2014/main" id="{5C154106-FD41-272F-A630-3B1B5355C1B2}"/>
              </a:ext>
            </a:extLst>
          </p:cNvPr>
          <p:cNvGraphicFramePr>
            <a:graphicFrameLocks noGrp="1"/>
          </p:cNvGraphicFramePr>
          <p:nvPr>
            <p:extLst>
              <p:ext uri="{D42A27DB-BD31-4B8C-83A1-F6EECF244321}">
                <p14:modId xmlns:p14="http://schemas.microsoft.com/office/powerpoint/2010/main" val="3166324849"/>
              </p:ext>
            </p:extLst>
          </p:nvPr>
        </p:nvGraphicFramePr>
        <p:xfrm>
          <a:off x="6278880" y="1603336"/>
          <a:ext cx="5440680" cy="2926080"/>
        </p:xfrm>
        <a:graphic>
          <a:graphicData uri="http://schemas.openxmlformats.org/drawingml/2006/table">
            <a:tbl>
              <a:tblPr/>
              <a:tblGrid>
                <a:gridCol w="1371600">
                  <a:extLst>
                    <a:ext uri="{9D8B030D-6E8A-4147-A177-3AD203B41FA5}">
                      <a16:colId xmlns:a16="http://schemas.microsoft.com/office/drawing/2014/main" val="3470923224"/>
                    </a:ext>
                  </a:extLst>
                </a:gridCol>
                <a:gridCol w="1554480">
                  <a:extLst>
                    <a:ext uri="{9D8B030D-6E8A-4147-A177-3AD203B41FA5}">
                      <a16:colId xmlns:a16="http://schemas.microsoft.com/office/drawing/2014/main" val="3159260032"/>
                    </a:ext>
                  </a:extLst>
                </a:gridCol>
                <a:gridCol w="114300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640080">
                <a:tc>
                  <a:txBody>
                    <a:bodyPr/>
                    <a:lstStyle/>
                    <a:p>
                      <a:r>
                        <a:rPr lang="en-IN" sz="1100" b="1">
                          <a:solidFill>
                            <a:schemeClr val="bg1"/>
                          </a:solidFill>
                        </a:rPr>
                        <a:t>Number of Control Failures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Count of failed internal controls related to RTR</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0–1 per </a:t>
                      </a:r>
                      <a:br>
                        <a:rPr lang="en-IN" sz="1100" b="1">
                          <a:solidFill>
                            <a:schemeClr val="bg1"/>
                          </a:solidFill>
                        </a:rPr>
                      </a:br>
                      <a:r>
                        <a:rPr lang="en-IN" sz="1100" b="1">
                          <a:solidFill>
                            <a:schemeClr val="bg1"/>
                          </a:solidFill>
                        </a:rPr>
                        <a:t>quarter</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Zero tolerance is ideal, but occasional issues may occur</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34101916"/>
                  </a:ext>
                </a:extLst>
              </a:tr>
              <a:tr h="640080">
                <a:tc>
                  <a:txBody>
                    <a:bodyPr/>
                    <a:lstStyle/>
                    <a:p>
                      <a:r>
                        <a:rPr lang="en-IN" sz="1100" b="1">
                          <a:solidFill>
                            <a:schemeClr val="bg1"/>
                          </a:solidFill>
                        </a:rPr>
                        <a:t>SOX Compliance Rate</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 compliance with SOX-relevant RTR controls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100" b="1">
                          <a:solidFill>
                            <a:schemeClr val="bg1"/>
                          </a:solidFill>
                        </a:rPr>
                        <a:t>100%</a:t>
                      </a:r>
                      <a:endParaRPr lang="en-IN" sz="1100" b="1">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Non-negotiable for publicly listed companies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079929688"/>
                  </a:ext>
                </a:extLst>
              </a:tr>
              <a:tr h="640080">
                <a:tc>
                  <a:txBody>
                    <a:bodyPr/>
                    <a:lstStyle/>
                    <a:p>
                      <a:r>
                        <a:rPr lang="en-IN" sz="1100" b="1">
                          <a:solidFill>
                            <a:schemeClr val="bg1"/>
                          </a:solidFill>
                        </a:rPr>
                        <a:t>Policy Adherence Rate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Compliance with global RTR policies and procedures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&gt;98%</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Ensures global consistency and risk mitigation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225391493"/>
                  </a:ext>
                </a:extLst>
              </a:tr>
              <a:tr h="640080">
                <a:tc>
                  <a:txBody>
                    <a:bodyPr/>
                    <a:lstStyle/>
                    <a:p>
                      <a:r>
                        <a:rPr lang="en-IN" sz="1100" b="1">
                          <a:solidFill>
                            <a:schemeClr val="bg1"/>
                          </a:solidFill>
                        </a:rPr>
                        <a:t>Number of Audit Findings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Audit exceptions specific to RTR processes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≤2 minor findings/year</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Minimal and non-critical findings show strong governance</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72012867"/>
                  </a:ext>
                </a:extLst>
              </a:tr>
            </a:tbl>
          </a:graphicData>
        </a:graphic>
      </p:graphicFrame>
      <p:graphicFrame>
        <p:nvGraphicFramePr>
          <p:cNvPr id="8" name="Table 7">
            <a:extLst>
              <a:ext uri="{FF2B5EF4-FFF2-40B4-BE49-F238E27FC236}">
                <a16:creationId xmlns:a16="http://schemas.microsoft.com/office/drawing/2014/main" id="{D5435AFD-F657-5622-14BD-2926968CDA43}"/>
              </a:ext>
            </a:extLst>
          </p:cNvPr>
          <p:cNvGraphicFramePr>
            <a:graphicFrameLocks noGrp="1"/>
          </p:cNvGraphicFramePr>
          <p:nvPr>
            <p:extLst>
              <p:ext uri="{D42A27DB-BD31-4B8C-83A1-F6EECF244321}">
                <p14:modId xmlns:p14="http://schemas.microsoft.com/office/powerpoint/2010/main" val="3565956439"/>
              </p:ext>
            </p:extLst>
          </p:nvPr>
        </p:nvGraphicFramePr>
        <p:xfrm>
          <a:off x="472440" y="1600200"/>
          <a:ext cx="5440680" cy="3108960"/>
        </p:xfrm>
        <a:graphic>
          <a:graphicData uri="http://schemas.openxmlformats.org/drawingml/2006/table">
            <a:tbl>
              <a:tblPr/>
              <a:tblGrid>
                <a:gridCol w="1371600">
                  <a:extLst>
                    <a:ext uri="{9D8B030D-6E8A-4147-A177-3AD203B41FA5}">
                      <a16:colId xmlns:a16="http://schemas.microsoft.com/office/drawing/2014/main" val="3470923224"/>
                    </a:ext>
                  </a:extLst>
                </a:gridCol>
                <a:gridCol w="1554480">
                  <a:extLst>
                    <a:ext uri="{9D8B030D-6E8A-4147-A177-3AD203B41FA5}">
                      <a16:colId xmlns:a16="http://schemas.microsoft.com/office/drawing/2014/main" val="3159260032"/>
                    </a:ext>
                  </a:extLst>
                </a:gridCol>
                <a:gridCol w="114300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640080">
                <a:tc>
                  <a:txBody>
                    <a:bodyPr/>
                    <a:lstStyle/>
                    <a:p>
                      <a:r>
                        <a:rPr lang="en-IN" sz="1100" b="1">
                          <a:solidFill>
                            <a:schemeClr val="bg1"/>
                          </a:solidFill>
                        </a:rPr>
                        <a:t>Insight-to-Action Ratio</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 of analytics reports that led to business action or decision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&gt;60%</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More than half of insights should drive real decisions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34101916"/>
                  </a:ext>
                </a:extLst>
              </a:tr>
              <a:tr h="822960">
                <a:tc>
                  <a:txBody>
                    <a:bodyPr/>
                    <a:lstStyle/>
                    <a:p>
                      <a:r>
                        <a:rPr lang="en-IN" sz="1100" b="1">
                          <a:solidFill>
                            <a:schemeClr val="bg1"/>
                          </a:solidFill>
                        </a:rPr>
                        <a:t>Continuous Improvement Initiatives Implemented</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Count of Lean, Six Sigma, or transformation projects completed</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5–10 initiatives/year</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Active Kaizen or Lean projects across RTR</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28437563"/>
                  </a:ext>
                </a:extLst>
              </a:tr>
              <a:tr h="640080">
                <a:tc>
                  <a:txBody>
                    <a:bodyPr/>
                    <a:lstStyle/>
                    <a:p>
                      <a:r>
                        <a:rPr lang="en-IN" sz="1100" b="1">
                          <a:solidFill>
                            <a:schemeClr val="bg1"/>
                          </a:solidFill>
                        </a:rPr>
                        <a:t>Business Partner Satisfaction Score</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Survey-based feedback from internal stakeholders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&gt;85% satisfaction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Usually measured via surveys (CSAT or NPS)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501059749"/>
                  </a:ext>
                </a:extLst>
              </a:tr>
              <a:tr h="640080">
                <a:tc>
                  <a:txBody>
                    <a:bodyPr/>
                    <a:lstStyle/>
                    <a:p>
                      <a:r>
                        <a:rPr lang="en-IN" sz="1100" b="1">
                          <a:solidFill>
                            <a:schemeClr val="bg1"/>
                          </a:solidFill>
                        </a:rPr>
                        <a:t>Forecast Accuracy</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Accuracy of financial forecasting versus actuals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 5–10% variance</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Depends on volatility in the business environment</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392418573"/>
                  </a:ext>
                </a:extLst>
              </a:tr>
            </a:tbl>
          </a:graphicData>
        </a:graphic>
      </p:graphicFrame>
      <p:grpSp>
        <p:nvGrpSpPr>
          <p:cNvPr id="31" name="Group 30">
            <a:extLst>
              <a:ext uri="{FF2B5EF4-FFF2-40B4-BE49-F238E27FC236}">
                <a16:creationId xmlns:a16="http://schemas.microsoft.com/office/drawing/2014/main" id="{6F33115C-4DB6-5CA8-447F-2D709839751A}"/>
              </a:ext>
            </a:extLst>
          </p:cNvPr>
          <p:cNvGrpSpPr/>
          <p:nvPr/>
        </p:nvGrpSpPr>
        <p:grpSpPr>
          <a:xfrm>
            <a:off x="6277292" y="960120"/>
            <a:ext cx="3064828" cy="548640"/>
            <a:chOff x="6265905" y="1017629"/>
            <a:chExt cx="3064828" cy="548640"/>
          </a:xfrm>
        </p:grpSpPr>
        <p:sp>
          <p:nvSpPr>
            <p:cNvPr id="20" name="Rectangle 19">
              <a:extLst>
                <a:ext uri="{FF2B5EF4-FFF2-40B4-BE49-F238E27FC236}">
                  <a16:creationId xmlns:a16="http://schemas.microsoft.com/office/drawing/2014/main" id="{AA9EAC91-2842-120A-AE84-DEF4433C85F8}"/>
                </a:ext>
              </a:extLst>
            </p:cNvPr>
            <p:cNvSpPr/>
            <p:nvPr/>
          </p:nvSpPr>
          <p:spPr>
            <a:xfrm>
              <a:off x="6816133" y="1109736"/>
              <a:ext cx="25146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Compliance &amp; Control KPIs</a:t>
              </a:r>
            </a:p>
          </p:txBody>
        </p:sp>
        <p:pic>
          <p:nvPicPr>
            <p:cNvPr id="2052" name="Picture 4" descr="Compliant ">
              <a:extLst>
                <a:ext uri="{FF2B5EF4-FFF2-40B4-BE49-F238E27FC236}">
                  <a16:creationId xmlns:a16="http://schemas.microsoft.com/office/drawing/2014/main" id="{07D6CA16-4516-EECD-43FD-5772055A206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65905" y="1017629"/>
              <a:ext cx="548640" cy="54864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4" name="Group 33">
            <a:extLst>
              <a:ext uri="{FF2B5EF4-FFF2-40B4-BE49-F238E27FC236}">
                <a16:creationId xmlns:a16="http://schemas.microsoft.com/office/drawing/2014/main" id="{37EC3FAE-87BA-DA02-3ECB-AB4DB93B34AE}"/>
              </a:ext>
            </a:extLst>
          </p:cNvPr>
          <p:cNvGrpSpPr/>
          <p:nvPr/>
        </p:nvGrpSpPr>
        <p:grpSpPr>
          <a:xfrm>
            <a:off x="472440" y="960120"/>
            <a:ext cx="3293957" cy="548640"/>
            <a:chOff x="7970676" y="6690045"/>
            <a:chExt cx="3293957" cy="548640"/>
          </a:xfrm>
        </p:grpSpPr>
        <p:sp>
          <p:nvSpPr>
            <p:cNvPr id="12" name="Rectangle 11">
              <a:extLst>
                <a:ext uri="{FF2B5EF4-FFF2-40B4-BE49-F238E27FC236}">
                  <a16:creationId xmlns:a16="http://schemas.microsoft.com/office/drawing/2014/main" id="{BC92BB1B-E987-7E61-38ED-B8DA97B57903}"/>
                </a:ext>
              </a:extLst>
            </p:cNvPr>
            <p:cNvSpPr/>
            <p:nvPr/>
          </p:nvSpPr>
          <p:spPr>
            <a:xfrm>
              <a:off x="8521433" y="6781485"/>
              <a:ext cx="27432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Value-Added &amp; Strategic KPIs</a:t>
              </a:r>
            </a:p>
          </p:txBody>
        </p:sp>
        <p:pic>
          <p:nvPicPr>
            <p:cNvPr id="33" name="Picture 8" descr="Quality service">
              <a:extLst>
                <a:ext uri="{FF2B5EF4-FFF2-40B4-BE49-F238E27FC236}">
                  <a16:creationId xmlns:a16="http://schemas.microsoft.com/office/drawing/2014/main" id="{1B7708EC-5A66-DB7B-B837-3C6844BCD7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70676" y="6690045"/>
              <a:ext cx="548640" cy="548640"/>
            </a:xfrm>
            <a:prstGeom prst="rect">
              <a:avLst/>
            </a:prstGeom>
            <a:noFill/>
            <a:extLst>
              <a:ext uri="{909E8E84-426E-40DD-AFC4-6F175D3DCCD1}">
                <a14:hiddenFill xmlns:a14="http://schemas.microsoft.com/office/drawing/2010/main">
                  <a:solidFill>
                    <a:srgbClr val="FFFFFF"/>
                  </a:solidFill>
                </a14:hiddenFill>
              </a:ext>
            </a:extLst>
          </p:spPr>
        </p:pic>
      </p:grpSp>
      <p:sp>
        <p:nvSpPr>
          <p:cNvPr id="41" name="Title 1">
            <a:extLst>
              <a:ext uri="{FF2B5EF4-FFF2-40B4-BE49-F238E27FC236}">
                <a16:creationId xmlns:a16="http://schemas.microsoft.com/office/drawing/2014/main" id="{0998868C-ABAF-E9A6-8283-0915F016EB76}"/>
              </a:ext>
            </a:extLst>
          </p:cNvPr>
          <p:cNvSpPr>
            <a:spLocks noGrp="1"/>
          </p:cNvSpPr>
          <p:nvPr>
            <p:ph type="title"/>
          </p:nvPr>
        </p:nvSpPr>
        <p:spPr>
          <a:xfrm>
            <a:off x="472440" y="274320"/>
            <a:ext cx="11247120" cy="548640"/>
          </a:xfrm>
        </p:spPr>
        <p:txBody>
          <a:bodyPr lIns="91440" tIns="45720" rIns="91440"/>
          <a:lstStyle/>
          <a:p>
            <a:pPr>
              <a:lnSpc>
                <a:spcPct val="100000"/>
              </a:lnSpc>
            </a:pPr>
            <a:r>
              <a:rPr lang="en-US" dirty="0"/>
              <a:t>KPIs for CoE performance (2/2)</a:t>
            </a:r>
            <a:endParaRPr lang="en-IN" dirty="0"/>
          </a:p>
        </p:txBody>
      </p:sp>
      <p:graphicFrame>
        <p:nvGraphicFramePr>
          <p:cNvPr id="2" name="Table 1">
            <a:extLst>
              <a:ext uri="{FF2B5EF4-FFF2-40B4-BE49-F238E27FC236}">
                <a16:creationId xmlns:a16="http://schemas.microsoft.com/office/drawing/2014/main" id="{35D5190D-8FA1-23AE-A657-4A6C1957EE6D}"/>
              </a:ext>
            </a:extLst>
          </p:cNvPr>
          <p:cNvGraphicFramePr>
            <a:graphicFrameLocks noGrp="1"/>
          </p:cNvGraphicFramePr>
          <p:nvPr>
            <p:extLst>
              <p:ext uri="{D42A27DB-BD31-4B8C-83A1-F6EECF244321}">
                <p14:modId xmlns:p14="http://schemas.microsoft.com/office/powerpoint/2010/main" val="4263970600"/>
              </p:ext>
            </p:extLst>
          </p:nvPr>
        </p:nvGraphicFramePr>
        <p:xfrm>
          <a:off x="4255008" y="4892040"/>
          <a:ext cx="5440680" cy="1554480"/>
        </p:xfrm>
        <a:graphic>
          <a:graphicData uri="http://schemas.openxmlformats.org/drawingml/2006/table">
            <a:tbl>
              <a:tblPr/>
              <a:tblGrid>
                <a:gridCol w="1371600">
                  <a:extLst>
                    <a:ext uri="{9D8B030D-6E8A-4147-A177-3AD203B41FA5}">
                      <a16:colId xmlns:a16="http://schemas.microsoft.com/office/drawing/2014/main" val="3470923224"/>
                    </a:ext>
                  </a:extLst>
                </a:gridCol>
                <a:gridCol w="1554480">
                  <a:extLst>
                    <a:ext uri="{9D8B030D-6E8A-4147-A177-3AD203B41FA5}">
                      <a16:colId xmlns:a16="http://schemas.microsoft.com/office/drawing/2014/main" val="3159260032"/>
                    </a:ext>
                  </a:extLst>
                </a:gridCol>
                <a:gridCol w="1143000">
                  <a:extLst>
                    <a:ext uri="{9D8B030D-6E8A-4147-A177-3AD203B41FA5}">
                      <a16:colId xmlns:a16="http://schemas.microsoft.com/office/drawing/2014/main" val="4260416985"/>
                    </a:ext>
                  </a:extLst>
                </a:gridCol>
                <a:gridCol w="1371600">
                  <a:extLst>
                    <a:ext uri="{9D8B030D-6E8A-4147-A177-3AD203B41FA5}">
                      <a16:colId xmlns:a16="http://schemas.microsoft.com/office/drawing/2014/main" val="3210962695"/>
                    </a:ext>
                  </a:extLst>
                </a:gridCol>
              </a:tblGrid>
              <a:tr h="365760">
                <a:tc>
                  <a:txBody>
                    <a:bodyPr/>
                    <a:lstStyle/>
                    <a:p>
                      <a:r>
                        <a:rPr lang="en-US" sz="1200" b="1" noProof="0">
                          <a:solidFill>
                            <a:schemeClr val="tx1"/>
                          </a:solidFill>
                        </a:rPr>
                        <a:t>KPI</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Description</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Benchmark</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tc>
                  <a:txBody>
                    <a:bodyPr/>
                    <a:lstStyle/>
                    <a:p>
                      <a:pPr algn="ctr"/>
                      <a:r>
                        <a:rPr lang="en-US" sz="1200" b="1" noProof="0">
                          <a:solidFill>
                            <a:schemeClr val="tx1"/>
                          </a:solidFill>
                        </a:rPr>
                        <a:t>Notes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7023484"/>
                  </a:ext>
                </a:extLst>
              </a:tr>
              <a:tr h="548640">
                <a:tc>
                  <a:txBody>
                    <a:bodyPr/>
                    <a:lstStyle/>
                    <a:p>
                      <a:r>
                        <a:rPr lang="en-IN" sz="1100" b="1">
                          <a:solidFill>
                            <a:schemeClr val="bg1"/>
                          </a:solidFill>
                        </a:rPr>
                        <a:t>On-Time Delivery of Reports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 of reports delivered on or before due dates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&gt;98%</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Critical for leadership decision-making</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34101916"/>
                  </a:ext>
                </a:extLst>
              </a:tr>
              <a:tr h="640080">
                <a:tc>
                  <a:txBody>
                    <a:bodyPr/>
                    <a:lstStyle/>
                    <a:p>
                      <a:r>
                        <a:rPr lang="en-IN" sz="1100" b="1">
                          <a:solidFill>
                            <a:schemeClr val="bg1"/>
                          </a:solidFill>
                        </a:rPr>
                        <a:t>Compliance with Reporting Calendars</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Adherence to internal and external reporting timelines</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rPr>
                        <a:t>100%</a:t>
                      </a:r>
                      <a:endParaRPr lang="en-IN" sz="1100">
                        <a:solidFill>
                          <a:schemeClr val="bg1"/>
                        </a:solidFill>
                      </a:endParaRP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r>
                        <a:rPr lang="en-IN" sz="1000">
                          <a:solidFill>
                            <a:schemeClr val="bg1"/>
                          </a:solidFill>
                        </a:rPr>
                        <a:t>Reporting timelines should be strictly met</a:t>
                      </a:r>
                    </a:p>
                  </a:txBody>
                  <a:tcPr marL="45720" marR="4572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225391493"/>
                  </a:ext>
                </a:extLst>
              </a:tr>
            </a:tbl>
          </a:graphicData>
        </a:graphic>
      </p:graphicFrame>
      <p:grpSp>
        <p:nvGrpSpPr>
          <p:cNvPr id="3" name="Group 2">
            <a:extLst>
              <a:ext uri="{FF2B5EF4-FFF2-40B4-BE49-F238E27FC236}">
                <a16:creationId xmlns:a16="http://schemas.microsoft.com/office/drawing/2014/main" id="{E6CC2F4F-062F-9B1E-100B-D91142FCE2F5}"/>
              </a:ext>
            </a:extLst>
          </p:cNvPr>
          <p:cNvGrpSpPr/>
          <p:nvPr/>
        </p:nvGrpSpPr>
        <p:grpSpPr>
          <a:xfrm>
            <a:off x="2560829" y="5208963"/>
            <a:ext cx="1600200" cy="920633"/>
            <a:chOff x="1032467" y="557330"/>
            <a:chExt cx="1600200" cy="920633"/>
          </a:xfrm>
        </p:grpSpPr>
        <p:sp>
          <p:nvSpPr>
            <p:cNvPr id="9" name="Rectangle 8">
              <a:extLst>
                <a:ext uri="{FF2B5EF4-FFF2-40B4-BE49-F238E27FC236}">
                  <a16:creationId xmlns:a16="http://schemas.microsoft.com/office/drawing/2014/main" id="{3539FCE9-A9FE-D42E-90D5-57189735A379}"/>
                </a:ext>
              </a:extLst>
            </p:cNvPr>
            <p:cNvSpPr/>
            <p:nvPr/>
          </p:nvSpPr>
          <p:spPr>
            <a:xfrm>
              <a:off x="1032467" y="1112203"/>
              <a:ext cx="1600200" cy="365760"/>
            </a:xfrm>
            <a:prstGeom prst="rect">
              <a:avLst/>
            </a:prstGeom>
            <a:noFill/>
            <a:ln w="12700" cap="flat" cmpd="sng" algn="ctr">
              <a:noFill/>
              <a:prstDash val="solid"/>
              <a:miter lim="800000"/>
            </a:ln>
            <a:effectLst/>
          </p:spPr>
          <p:txBody>
            <a:bodyPr lIns="9144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0" cap="none" spc="0" normalizeH="0" baseline="0" noProof="0">
                  <a:ln>
                    <a:noFill/>
                  </a:ln>
                  <a:solidFill>
                    <a:srgbClr val="1A1A24"/>
                  </a:solidFill>
                  <a:effectLst/>
                  <a:uLnTx/>
                  <a:uFillTx/>
                  <a:latin typeface="EYInterstate Regular"/>
                  <a:ea typeface="+mn-ea"/>
                  <a:cs typeface="+mn-cs"/>
                </a:rPr>
                <a:t>Timeliness KPIs</a:t>
              </a:r>
            </a:p>
          </p:txBody>
        </p:sp>
        <p:pic>
          <p:nvPicPr>
            <p:cNvPr id="11" name="Picture 2" descr="Performance ">
              <a:extLst>
                <a:ext uri="{FF2B5EF4-FFF2-40B4-BE49-F238E27FC236}">
                  <a16:creationId xmlns:a16="http://schemas.microsoft.com/office/drawing/2014/main" id="{F815E294-BCF1-6DF5-561C-A4A83E0FD2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8247" y="557330"/>
              <a:ext cx="548640" cy="548640"/>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62171835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11D8EF-6722-0ECD-35CC-DD3478C454AC}"/>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2A4EC845-08C5-B3DD-350B-8E9E940DE6C5}"/>
              </a:ext>
            </a:extLst>
          </p:cNvPr>
          <p:cNvSpPr/>
          <p:nvPr/>
        </p:nvSpPr>
        <p:spPr>
          <a:xfrm>
            <a:off x="4373880" y="2514600"/>
            <a:ext cx="6400800" cy="18288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IN" sz="4000" b="1">
                <a:solidFill>
                  <a:schemeClr val="tx2"/>
                </a:solidFill>
                <a:latin typeface="+mj-lt"/>
              </a:rPr>
              <a:t>Technology and Platforms</a:t>
            </a:r>
          </a:p>
        </p:txBody>
      </p:sp>
    </p:spTree>
    <p:extLst>
      <p:ext uri="{BB962C8B-B14F-4D97-AF65-F5344CB8AC3E}">
        <p14:creationId xmlns:p14="http://schemas.microsoft.com/office/powerpoint/2010/main" val="129097701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DCD0D1-901E-A397-D3A3-12F7FC682DBD}"/>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3F6579AC-93ED-D475-9487-B6A4418409D0}"/>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Record-to-Report Technology | Cloud Interface</a:t>
            </a:r>
            <a:endParaRPr lang="en-IN" dirty="0"/>
          </a:p>
        </p:txBody>
      </p:sp>
      <p:sp>
        <p:nvSpPr>
          <p:cNvPr id="6" name="Date Placeholder 5">
            <a:extLst>
              <a:ext uri="{FF2B5EF4-FFF2-40B4-BE49-F238E27FC236}">
                <a16:creationId xmlns:a16="http://schemas.microsoft.com/office/drawing/2014/main" id="{0B5972B3-3875-0893-9F02-7D583D46C5D0}"/>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0F88275C-5709-1997-B32A-7AD59878FEE4}"/>
              </a:ext>
            </a:extLst>
          </p:cNvPr>
          <p:cNvSpPr>
            <a:spLocks noGrp="1"/>
          </p:cNvSpPr>
          <p:nvPr>
            <p:ph type="sldNum" sz="quarter" idx="19"/>
          </p:nvPr>
        </p:nvSpPr>
        <p:spPr/>
        <p:txBody>
          <a:bodyPr/>
          <a:lstStyle/>
          <a:p>
            <a:fld id="{94FCA0F3-9F3A-694B-99BB-0E592A797735}" type="slidenum">
              <a:rPr lang="en-US" smtClean="0"/>
              <a:t>40</a:t>
            </a:fld>
            <a:endParaRPr lang="en-US"/>
          </a:p>
        </p:txBody>
      </p:sp>
    </p:spTree>
    <p:extLst>
      <p:ext uri="{BB962C8B-B14F-4D97-AF65-F5344CB8AC3E}">
        <p14:creationId xmlns:p14="http://schemas.microsoft.com/office/powerpoint/2010/main" val="163883518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2D7FF5-5F77-3E67-8A0C-C521CD76BE7C}"/>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CB252D88-417D-D263-6041-12F37F37F46A}"/>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Record-to-Report Technology Landscape</a:t>
            </a:r>
            <a:endParaRPr lang="en-IN" dirty="0"/>
          </a:p>
        </p:txBody>
      </p:sp>
      <p:sp>
        <p:nvSpPr>
          <p:cNvPr id="6" name="Date Placeholder 5">
            <a:extLst>
              <a:ext uri="{FF2B5EF4-FFF2-40B4-BE49-F238E27FC236}">
                <a16:creationId xmlns:a16="http://schemas.microsoft.com/office/drawing/2014/main" id="{1D3F6156-0E6D-B6E8-E03A-2899C2375E55}"/>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6108112B-AFEB-533E-B801-50F9106B84B1}"/>
              </a:ext>
            </a:extLst>
          </p:cNvPr>
          <p:cNvSpPr>
            <a:spLocks noGrp="1"/>
          </p:cNvSpPr>
          <p:nvPr>
            <p:ph type="sldNum" sz="quarter" idx="19"/>
          </p:nvPr>
        </p:nvSpPr>
        <p:spPr/>
        <p:txBody>
          <a:bodyPr/>
          <a:lstStyle/>
          <a:p>
            <a:fld id="{94FCA0F3-9F3A-694B-99BB-0E592A797735}" type="slidenum">
              <a:rPr lang="en-US" smtClean="0"/>
              <a:t>41</a:t>
            </a:fld>
            <a:endParaRPr lang="en-US"/>
          </a:p>
        </p:txBody>
      </p:sp>
    </p:spTree>
    <p:extLst>
      <p:ext uri="{BB962C8B-B14F-4D97-AF65-F5344CB8AC3E}">
        <p14:creationId xmlns:p14="http://schemas.microsoft.com/office/powerpoint/2010/main" val="93247591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D6883E-BE7D-65C1-7DA6-29F4E9F8DF1A}"/>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15D445AA-08CA-F0B4-057E-4C5A9BBD69D0}"/>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BlackLine | 1</a:t>
            </a:r>
            <a:endParaRPr lang="en-IN" dirty="0"/>
          </a:p>
        </p:txBody>
      </p:sp>
      <p:sp>
        <p:nvSpPr>
          <p:cNvPr id="6" name="Date Placeholder 5">
            <a:extLst>
              <a:ext uri="{FF2B5EF4-FFF2-40B4-BE49-F238E27FC236}">
                <a16:creationId xmlns:a16="http://schemas.microsoft.com/office/drawing/2014/main" id="{6B9EA8C1-505D-9B1C-B9AA-7E76BB29C3D1}"/>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39E0AEFF-A202-209C-9A20-62B85EB7DCF4}"/>
              </a:ext>
            </a:extLst>
          </p:cNvPr>
          <p:cNvSpPr>
            <a:spLocks noGrp="1"/>
          </p:cNvSpPr>
          <p:nvPr>
            <p:ph type="sldNum" sz="quarter" idx="19"/>
          </p:nvPr>
        </p:nvSpPr>
        <p:spPr/>
        <p:txBody>
          <a:bodyPr/>
          <a:lstStyle/>
          <a:p>
            <a:fld id="{94FCA0F3-9F3A-694B-99BB-0E592A797735}" type="slidenum">
              <a:rPr lang="en-US" smtClean="0"/>
              <a:t>42</a:t>
            </a:fld>
            <a:endParaRPr lang="en-US"/>
          </a:p>
        </p:txBody>
      </p:sp>
    </p:spTree>
    <p:extLst>
      <p:ext uri="{BB962C8B-B14F-4D97-AF65-F5344CB8AC3E}">
        <p14:creationId xmlns:p14="http://schemas.microsoft.com/office/powerpoint/2010/main" val="192871916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250A19-CC04-C8A8-BBED-0FE367D1A9C3}"/>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B93B7648-0245-CADB-9ED6-DD6922641856}"/>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BlackLine | 2</a:t>
            </a:r>
            <a:endParaRPr lang="en-IN" dirty="0"/>
          </a:p>
        </p:txBody>
      </p:sp>
      <p:sp>
        <p:nvSpPr>
          <p:cNvPr id="6" name="Date Placeholder 5">
            <a:extLst>
              <a:ext uri="{FF2B5EF4-FFF2-40B4-BE49-F238E27FC236}">
                <a16:creationId xmlns:a16="http://schemas.microsoft.com/office/drawing/2014/main" id="{A1B359D4-2609-C169-4C7F-262995FC01C3}"/>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6F19660C-B20B-11C3-E5EB-8F7317515C3D}"/>
              </a:ext>
            </a:extLst>
          </p:cNvPr>
          <p:cNvSpPr>
            <a:spLocks noGrp="1"/>
          </p:cNvSpPr>
          <p:nvPr>
            <p:ph type="sldNum" sz="quarter" idx="19"/>
          </p:nvPr>
        </p:nvSpPr>
        <p:spPr/>
        <p:txBody>
          <a:bodyPr/>
          <a:lstStyle/>
          <a:p>
            <a:fld id="{94FCA0F3-9F3A-694B-99BB-0E592A797735}" type="slidenum">
              <a:rPr lang="en-US" smtClean="0"/>
              <a:t>43</a:t>
            </a:fld>
            <a:endParaRPr lang="en-US"/>
          </a:p>
        </p:txBody>
      </p:sp>
    </p:spTree>
    <p:extLst>
      <p:ext uri="{BB962C8B-B14F-4D97-AF65-F5344CB8AC3E}">
        <p14:creationId xmlns:p14="http://schemas.microsoft.com/office/powerpoint/2010/main" val="72832338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20CB6A-43CD-3EED-4C8C-57D42A127F98}"/>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13020DF3-BC7C-3D9A-6341-572F9C531528}"/>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BlackLine | 3</a:t>
            </a:r>
            <a:endParaRPr lang="en-IN" dirty="0"/>
          </a:p>
        </p:txBody>
      </p:sp>
      <p:sp>
        <p:nvSpPr>
          <p:cNvPr id="6" name="Date Placeholder 5">
            <a:extLst>
              <a:ext uri="{FF2B5EF4-FFF2-40B4-BE49-F238E27FC236}">
                <a16:creationId xmlns:a16="http://schemas.microsoft.com/office/drawing/2014/main" id="{BEBE4E98-1EF3-E8DF-F40C-CAD8F04818C5}"/>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93C7EF45-8E73-0402-8310-BFB5FB01D41A}"/>
              </a:ext>
            </a:extLst>
          </p:cNvPr>
          <p:cNvSpPr>
            <a:spLocks noGrp="1"/>
          </p:cNvSpPr>
          <p:nvPr>
            <p:ph type="sldNum" sz="quarter" idx="19"/>
          </p:nvPr>
        </p:nvSpPr>
        <p:spPr/>
        <p:txBody>
          <a:bodyPr/>
          <a:lstStyle/>
          <a:p>
            <a:fld id="{94FCA0F3-9F3A-694B-99BB-0E592A797735}" type="slidenum">
              <a:rPr lang="en-US" smtClean="0"/>
              <a:t>44</a:t>
            </a:fld>
            <a:endParaRPr lang="en-US"/>
          </a:p>
        </p:txBody>
      </p:sp>
    </p:spTree>
    <p:extLst>
      <p:ext uri="{BB962C8B-B14F-4D97-AF65-F5344CB8AC3E}">
        <p14:creationId xmlns:p14="http://schemas.microsoft.com/office/powerpoint/2010/main" val="300655344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A9C764-8BA4-C074-3B0C-CD443B07BFFE}"/>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FFE4AC17-4354-3358-A992-AB5E7C5BDAE2}"/>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Trintech | 1</a:t>
            </a:r>
            <a:endParaRPr lang="en-IN" dirty="0"/>
          </a:p>
        </p:txBody>
      </p:sp>
      <p:sp>
        <p:nvSpPr>
          <p:cNvPr id="6" name="Date Placeholder 5">
            <a:extLst>
              <a:ext uri="{FF2B5EF4-FFF2-40B4-BE49-F238E27FC236}">
                <a16:creationId xmlns:a16="http://schemas.microsoft.com/office/drawing/2014/main" id="{18E2F32A-2093-7048-E028-72AAAE9131A7}"/>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1395FD72-7B22-7820-B88F-B2AB1B86AA8A}"/>
              </a:ext>
            </a:extLst>
          </p:cNvPr>
          <p:cNvSpPr>
            <a:spLocks noGrp="1"/>
          </p:cNvSpPr>
          <p:nvPr>
            <p:ph type="sldNum" sz="quarter" idx="19"/>
          </p:nvPr>
        </p:nvSpPr>
        <p:spPr/>
        <p:txBody>
          <a:bodyPr/>
          <a:lstStyle/>
          <a:p>
            <a:fld id="{94FCA0F3-9F3A-694B-99BB-0E592A797735}" type="slidenum">
              <a:rPr lang="en-US" smtClean="0"/>
              <a:t>45</a:t>
            </a:fld>
            <a:endParaRPr lang="en-US"/>
          </a:p>
        </p:txBody>
      </p:sp>
    </p:spTree>
    <p:extLst>
      <p:ext uri="{BB962C8B-B14F-4D97-AF65-F5344CB8AC3E}">
        <p14:creationId xmlns:p14="http://schemas.microsoft.com/office/powerpoint/2010/main" val="392870973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8A807C-2F89-38B4-8487-0AB3EB2651A6}"/>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D5D3D967-5B55-4FC3-3005-EE6D5BCC922D}"/>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Trintech | 2</a:t>
            </a:r>
            <a:endParaRPr lang="en-IN" dirty="0"/>
          </a:p>
        </p:txBody>
      </p:sp>
      <p:sp>
        <p:nvSpPr>
          <p:cNvPr id="6" name="Date Placeholder 5">
            <a:extLst>
              <a:ext uri="{FF2B5EF4-FFF2-40B4-BE49-F238E27FC236}">
                <a16:creationId xmlns:a16="http://schemas.microsoft.com/office/drawing/2014/main" id="{ECC1FF1F-86BB-0A6D-7589-7673CB31B51B}"/>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53093419-5B03-D7BC-6452-95E4DE0D47D3}"/>
              </a:ext>
            </a:extLst>
          </p:cNvPr>
          <p:cNvSpPr>
            <a:spLocks noGrp="1"/>
          </p:cNvSpPr>
          <p:nvPr>
            <p:ph type="sldNum" sz="quarter" idx="19"/>
          </p:nvPr>
        </p:nvSpPr>
        <p:spPr/>
        <p:txBody>
          <a:bodyPr/>
          <a:lstStyle/>
          <a:p>
            <a:fld id="{94FCA0F3-9F3A-694B-99BB-0E592A797735}" type="slidenum">
              <a:rPr lang="en-US" smtClean="0"/>
              <a:t>46</a:t>
            </a:fld>
            <a:endParaRPr lang="en-US"/>
          </a:p>
        </p:txBody>
      </p:sp>
    </p:spTree>
    <p:extLst>
      <p:ext uri="{BB962C8B-B14F-4D97-AF65-F5344CB8AC3E}">
        <p14:creationId xmlns:p14="http://schemas.microsoft.com/office/powerpoint/2010/main" val="373526044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D530F1-2652-4C19-72CD-91A7575832F7}"/>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615815A7-EF23-3F96-8E83-3379AD96F8CC}"/>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Trintech | 3</a:t>
            </a:r>
            <a:endParaRPr lang="en-IN" dirty="0"/>
          </a:p>
        </p:txBody>
      </p:sp>
      <p:sp>
        <p:nvSpPr>
          <p:cNvPr id="6" name="Date Placeholder 5">
            <a:extLst>
              <a:ext uri="{FF2B5EF4-FFF2-40B4-BE49-F238E27FC236}">
                <a16:creationId xmlns:a16="http://schemas.microsoft.com/office/drawing/2014/main" id="{F6095B8A-F735-3149-964D-5B6954B7D4DB}"/>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8CA6EE2E-4F6C-E4B9-5584-8027359D006C}"/>
              </a:ext>
            </a:extLst>
          </p:cNvPr>
          <p:cNvSpPr>
            <a:spLocks noGrp="1"/>
          </p:cNvSpPr>
          <p:nvPr>
            <p:ph type="sldNum" sz="quarter" idx="19"/>
          </p:nvPr>
        </p:nvSpPr>
        <p:spPr/>
        <p:txBody>
          <a:bodyPr/>
          <a:lstStyle/>
          <a:p>
            <a:fld id="{94FCA0F3-9F3A-694B-99BB-0E592A797735}" type="slidenum">
              <a:rPr lang="en-US" smtClean="0"/>
              <a:t>47</a:t>
            </a:fld>
            <a:endParaRPr lang="en-US"/>
          </a:p>
        </p:txBody>
      </p:sp>
    </p:spTree>
    <p:extLst>
      <p:ext uri="{BB962C8B-B14F-4D97-AF65-F5344CB8AC3E}">
        <p14:creationId xmlns:p14="http://schemas.microsoft.com/office/powerpoint/2010/main" val="43267278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82D025-F711-89B3-59C1-52FD6AC85400}"/>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6473A66F-89AF-58FC-567F-3F3776A9457F}"/>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ARCS | 1</a:t>
            </a:r>
            <a:endParaRPr lang="en-IN" dirty="0"/>
          </a:p>
        </p:txBody>
      </p:sp>
      <p:sp>
        <p:nvSpPr>
          <p:cNvPr id="6" name="Date Placeholder 5">
            <a:extLst>
              <a:ext uri="{FF2B5EF4-FFF2-40B4-BE49-F238E27FC236}">
                <a16:creationId xmlns:a16="http://schemas.microsoft.com/office/drawing/2014/main" id="{760B3B9B-E865-1E47-E157-ECE8F9966ABC}"/>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7431DFDB-17DF-8B12-5788-DFA850993972}"/>
              </a:ext>
            </a:extLst>
          </p:cNvPr>
          <p:cNvSpPr>
            <a:spLocks noGrp="1"/>
          </p:cNvSpPr>
          <p:nvPr>
            <p:ph type="sldNum" sz="quarter" idx="19"/>
          </p:nvPr>
        </p:nvSpPr>
        <p:spPr/>
        <p:txBody>
          <a:bodyPr/>
          <a:lstStyle/>
          <a:p>
            <a:fld id="{94FCA0F3-9F3A-694B-99BB-0E592A797735}" type="slidenum">
              <a:rPr lang="en-US" smtClean="0"/>
              <a:t>48</a:t>
            </a:fld>
            <a:endParaRPr lang="en-US"/>
          </a:p>
        </p:txBody>
      </p:sp>
    </p:spTree>
    <p:extLst>
      <p:ext uri="{BB962C8B-B14F-4D97-AF65-F5344CB8AC3E}">
        <p14:creationId xmlns:p14="http://schemas.microsoft.com/office/powerpoint/2010/main" val="423170142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FD62A6-2F64-0AC5-AFC9-4F9A762041DD}"/>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1D088A8F-448D-EECB-572C-1AB3098E1C10}"/>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ARCS | 2</a:t>
            </a:r>
            <a:endParaRPr lang="en-IN" dirty="0"/>
          </a:p>
        </p:txBody>
      </p:sp>
      <p:sp>
        <p:nvSpPr>
          <p:cNvPr id="6" name="Date Placeholder 5">
            <a:extLst>
              <a:ext uri="{FF2B5EF4-FFF2-40B4-BE49-F238E27FC236}">
                <a16:creationId xmlns:a16="http://schemas.microsoft.com/office/drawing/2014/main" id="{122A3EE7-0020-9987-0D00-0C833C2766AC}"/>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7700A2E8-D9B0-B987-D6F6-D8398E33E295}"/>
              </a:ext>
            </a:extLst>
          </p:cNvPr>
          <p:cNvSpPr>
            <a:spLocks noGrp="1"/>
          </p:cNvSpPr>
          <p:nvPr>
            <p:ph type="sldNum" sz="quarter" idx="19"/>
          </p:nvPr>
        </p:nvSpPr>
        <p:spPr/>
        <p:txBody>
          <a:bodyPr/>
          <a:lstStyle/>
          <a:p>
            <a:fld id="{94FCA0F3-9F3A-694B-99BB-0E592A797735}" type="slidenum">
              <a:rPr lang="en-US" smtClean="0"/>
              <a:t>49</a:t>
            </a:fld>
            <a:endParaRPr lang="en-US"/>
          </a:p>
        </p:txBody>
      </p:sp>
    </p:spTree>
    <p:extLst>
      <p:ext uri="{BB962C8B-B14F-4D97-AF65-F5344CB8AC3E}">
        <p14:creationId xmlns:p14="http://schemas.microsoft.com/office/powerpoint/2010/main" val="5139849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E372B9-0608-328E-0468-AB49A204D237}"/>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60159F66-9A39-2894-5EA7-6D68A51CAF06}"/>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ARCS | 3</a:t>
            </a:r>
            <a:endParaRPr lang="en-IN" dirty="0"/>
          </a:p>
        </p:txBody>
      </p:sp>
      <p:sp>
        <p:nvSpPr>
          <p:cNvPr id="6" name="Date Placeholder 5">
            <a:extLst>
              <a:ext uri="{FF2B5EF4-FFF2-40B4-BE49-F238E27FC236}">
                <a16:creationId xmlns:a16="http://schemas.microsoft.com/office/drawing/2014/main" id="{D885F856-3F82-862C-9657-F3DC9F3E2DB6}"/>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08425EE4-CE15-5009-53A7-1B0AA10DB16B}"/>
              </a:ext>
            </a:extLst>
          </p:cNvPr>
          <p:cNvSpPr>
            <a:spLocks noGrp="1"/>
          </p:cNvSpPr>
          <p:nvPr>
            <p:ph type="sldNum" sz="quarter" idx="19"/>
          </p:nvPr>
        </p:nvSpPr>
        <p:spPr/>
        <p:txBody>
          <a:bodyPr/>
          <a:lstStyle/>
          <a:p>
            <a:fld id="{94FCA0F3-9F3A-694B-99BB-0E592A797735}" type="slidenum">
              <a:rPr lang="en-US" smtClean="0"/>
              <a:t>50</a:t>
            </a:fld>
            <a:endParaRPr lang="en-US"/>
          </a:p>
        </p:txBody>
      </p:sp>
    </p:spTree>
    <p:extLst>
      <p:ext uri="{BB962C8B-B14F-4D97-AF65-F5344CB8AC3E}">
        <p14:creationId xmlns:p14="http://schemas.microsoft.com/office/powerpoint/2010/main" val="35738949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585633-6D1C-8356-CBF8-E0F194F3D87B}"/>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E2402B2B-F833-CE58-8B54-6145851B503C}"/>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Financial Consolidation &amp; Close | 1</a:t>
            </a:r>
            <a:endParaRPr lang="en-IN" dirty="0"/>
          </a:p>
        </p:txBody>
      </p:sp>
      <p:sp>
        <p:nvSpPr>
          <p:cNvPr id="6" name="Date Placeholder 5">
            <a:extLst>
              <a:ext uri="{FF2B5EF4-FFF2-40B4-BE49-F238E27FC236}">
                <a16:creationId xmlns:a16="http://schemas.microsoft.com/office/drawing/2014/main" id="{D554D2CB-D028-9A5E-9743-D6D0BB49B2B6}"/>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07976300-2D74-8E48-7055-0A59BE3DEB4F}"/>
              </a:ext>
            </a:extLst>
          </p:cNvPr>
          <p:cNvSpPr>
            <a:spLocks noGrp="1"/>
          </p:cNvSpPr>
          <p:nvPr>
            <p:ph type="sldNum" sz="quarter" idx="19"/>
          </p:nvPr>
        </p:nvSpPr>
        <p:spPr/>
        <p:txBody>
          <a:bodyPr/>
          <a:lstStyle/>
          <a:p>
            <a:fld id="{94FCA0F3-9F3A-694B-99BB-0E592A797735}" type="slidenum">
              <a:rPr lang="en-US" smtClean="0"/>
              <a:t>51</a:t>
            </a:fld>
            <a:endParaRPr lang="en-US"/>
          </a:p>
        </p:txBody>
      </p:sp>
    </p:spTree>
    <p:extLst>
      <p:ext uri="{BB962C8B-B14F-4D97-AF65-F5344CB8AC3E}">
        <p14:creationId xmlns:p14="http://schemas.microsoft.com/office/powerpoint/2010/main" val="407281014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B9430F-FD28-CDB6-022B-0CFDA8F7A568}"/>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13148369-62F4-6CB8-119A-9C45796A482F}"/>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Financial Consolidation &amp; Close | 2</a:t>
            </a:r>
            <a:endParaRPr lang="en-IN" dirty="0"/>
          </a:p>
        </p:txBody>
      </p:sp>
      <p:sp>
        <p:nvSpPr>
          <p:cNvPr id="6" name="Date Placeholder 5">
            <a:extLst>
              <a:ext uri="{FF2B5EF4-FFF2-40B4-BE49-F238E27FC236}">
                <a16:creationId xmlns:a16="http://schemas.microsoft.com/office/drawing/2014/main" id="{91159C8F-1F04-D412-D7E5-99CA62CF5D34}"/>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001D0D7A-D767-605C-12A7-B0674B317318}"/>
              </a:ext>
            </a:extLst>
          </p:cNvPr>
          <p:cNvSpPr>
            <a:spLocks noGrp="1"/>
          </p:cNvSpPr>
          <p:nvPr>
            <p:ph type="sldNum" sz="quarter" idx="19"/>
          </p:nvPr>
        </p:nvSpPr>
        <p:spPr/>
        <p:txBody>
          <a:bodyPr/>
          <a:lstStyle/>
          <a:p>
            <a:fld id="{94FCA0F3-9F3A-694B-99BB-0E592A797735}" type="slidenum">
              <a:rPr lang="en-US" smtClean="0"/>
              <a:t>52</a:t>
            </a:fld>
            <a:endParaRPr lang="en-US"/>
          </a:p>
        </p:txBody>
      </p:sp>
    </p:spTree>
    <p:extLst>
      <p:ext uri="{BB962C8B-B14F-4D97-AF65-F5344CB8AC3E}">
        <p14:creationId xmlns:p14="http://schemas.microsoft.com/office/powerpoint/2010/main" val="359194529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D2FA4D-3095-94E2-CAD8-395EB91B6FF7}"/>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9E524ECF-579F-9AD7-F5AC-CE44342BEDA7}"/>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Financial Consolidation &amp; Close | 3</a:t>
            </a:r>
            <a:endParaRPr lang="en-IN" dirty="0"/>
          </a:p>
        </p:txBody>
      </p:sp>
      <p:sp>
        <p:nvSpPr>
          <p:cNvPr id="6" name="Date Placeholder 5">
            <a:extLst>
              <a:ext uri="{FF2B5EF4-FFF2-40B4-BE49-F238E27FC236}">
                <a16:creationId xmlns:a16="http://schemas.microsoft.com/office/drawing/2014/main" id="{0BFC3BF1-DDD5-C47A-4104-67967579CA13}"/>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5B550126-9E5F-3B32-3813-FD0998976329}"/>
              </a:ext>
            </a:extLst>
          </p:cNvPr>
          <p:cNvSpPr>
            <a:spLocks noGrp="1"/>
          </p:cNvSpPr>
          <p:nvPr>
            <p:ph type="sldNum" sz="quarter" idx="19"/>
          </p:nvPr>
        </p:nvSpPr>
        <p:spPr/>
        <p:txBody>
          <a:bodyPr/>
          <a:lstStyle/>
          <a:p>
            <a:fld id="{94FCA0F3-9F3A-694B-99BB-0E592A797735}" type="slidenum">
              <a:rPr lang="en-US" smtClean="0"/>
              <a:t>53</a:t>
            </a:fld>
            <a:endParaRPr lang="en-US"/>
          </a:p>
        </p:txBody>
      </p:sp>
    </p:spTree>
    <p:extLst>
      <p:ext uri="{BB962C8B-B14F-4D97-AF65-F5344CB8AC3E}">
        <p14:creationId xmlns:p14="http://schemas.microsoft.com/office/powerpoint/2010/main" val="200619812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AF0CB5-D8B9-D397-D936-95D8EBB8745E}"/>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D291131C-923F-E38F-1D4F-3284287F5C45}"/>
              </a:ext>
            </a:extLst>
          </p:cNvPr>
          <p:cNvSpPr/>
          <p:nvPr/>
        </p:nvSpPr>
        <p:spPr>
          <a:xfrm>
            <a:off x="4373880" y="2514600"/>
            <a:ext cx="6400800" cy="18288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IN" sz="4000" b="1">
                <a:solidFill>
                  <a:schemeClr val="tx2"/>
                </a:solidFill>
                <a:latin typeface="+mj-lt"/>
              </a:rPr>
              <a:t>Governance and Change Management</a:t>
            </a:r>
          </a:p>
        </p:txBody>
      </p:sp>
    </p:spTree>
    <p:extLst>
      <p:ext uri="{BB962C8B-B14F-4D97-AF65-F5344CB8AC3E}">
        <p14:creationId xmlns:p14="http://schemas.microsoft.com/office/powerpoint/2010/main" val="89828773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53B310-408C-F0A8-4120-DA5671C5C525}"/>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52B08C78-D1AE-20D9-5A1B-600614B9C47C}"/>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GBS Governance Models</a:t>
            </a:r>
            <a:endParaRPr lang="en-IN" dirty="0"/>
          </a:p>
        </p:txBody>
      </p:sp>
      <p:sp>
        <p:nvSpPr>
          <p:cNvPr id="6" name="Date Placeholder 5">
            <a:extLst>
              <a:ext uri="{FF2B5EF4-FFF2-40B4-BE49-F238E27FC236}">
                <a16:creationId xmlns:a16="http://schemas.microsoft.com/office/drawing/2014/main" id="{B0A63A03-EFB3-91D0-FA43-31CC3296FB6C}"/>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D5468187-762A-435D-33C4-2124A4440E44}"/>
              </a:ext>
            </a:extLst>
          </p:cNvPr>
          <p:cNvSpPr>
            <a:spLocks noGrp="1"/>
          </p:cNvSpPr>
          <p:nvPr>
            <p:ph type="sldNum" sz="quarter" idx="19"/>
          </p:nvPr>
        </p:nvSpPr>
        <p:spPr/>
        <p:txBody>
          <a:bodyPr/>
          <a:lstStyle/>
          <a:p>
            <a:fld id="{94FCA0F3-9F3A-694B-99BB-0E592A797735}" type="slidenum">
              <a:rPr lang="en-US" smtClean="0"/>
              <a:t>55</a:t>
            </a:fld>
            <a:endParaRPr lang="en-US"/>
          </a:p>
        </p:txBody>
      </p:sp>
      <p:sp>
        <p:nvSpPr>
          <p:cNvPr id="231" name="TextBox 230">
            <a:extLst>
              <a:ext uri="{FF2B5EF4-FFF2-40B4-BE49-F238E27FC236}">
                <a16:creationId xmlns:a16="http://schemas.microsoft.com/office/drawing/2014/main" id="{E45113C8-9582-C8CC-0CF0-6E99AFFB3ADB}"/>
              </a:ext>
            </a:extLst>
          </p:cNvPr>
          <p:cNvSpPr txBox="1"/>
          <p:nvPr/>
        </p:nvSpPr>
        <p:spPr>
          <a:xfrm>
            <a:off x="495300" y="914400"/>
            <a:ext cx="11201400" cy="365760"/>
          </a:xfrm>
          <a:prstGeom prst="rect">
            <a:avLst/>
          </a:prstGeom>
          <a:noFill/>
        </p:spPr>
        <p:txBody>
          <a:bodyPr wrap="square" lIns="91440" tIns="45720" rIns="91440" bIns="45720" rtlCol="0" anchor="ctr" anchorCtr="0">
            <a:noAutofit/>
          </a:bodyPr>
          <a:lstStyle/>
          <a:p>
            <a:pPr marL="0" marR="0" lvl="0" indent="0" algn="l" defTabSz="914400" rtl="0" eaLnBrk="1" fontAlgn="auto" latinLnBrk="0" hangingPunct="1">
              <a:lnSpc>
                <a:spcPct val="100000"/>
              </a:lnSpc>
              <a:spcBef>
                <a:spcPts val="0"/>
              </a:spcBef>
              <a:spcAft>
                <a:spcPts val="600"/>
              </a:spcAft>
              <a:buClr>
                <a:srgbClr val="27ACAA"/>
              </a:buClr>
              <a:buSzPct val="70000"/>
              <a:buFontTx/>
              <a:buNone/>
              <a:tabLst/>
              <a:defRPr/>
            </a:pPr>
            <a:r>
              <a:rPr kumimoji="0" lang="en-IN" sz="1600" b="0" i="0" u="none" strike="noStrike" kern="1200" cap="none" spc="0" normalizeH="0" baseline="0" noProof="0" dirty="0">
                <a:ln>
                  <a:noFill/>
                </a:ln>
                <a:solidFill>
                  <a:srgbClr val="000000"/>
                </a:solidFill>
                <a:effectLst/>
                <a:uLnTx/>
                <a:uFillTx/>
                <a:ea typeface="+mn-ea"/>
                <a:cs typeface="Arial" panose="020B0604020202020204" pitchFamily="34" charset="0"/>
              </a:rPr>
              <a:t>Many companies have shifted to an </a:t>
            </a:r>
            <a:r>
              <a:rPr kumimoji="0" lang="en-IN" sz="1600" b="1" i="0" u="none" strike="noStrike" kern="1200" cap="none" spc="0" normalizeH="0" baseline="0" noProof="0" dirty="0">
                <a:ln>
                  <a:noFill/>
                </a:ln>
                <a:solidFill>
                  <a:srgbClr val="000000"/>
                </a:solidFill>
                <a:effectLst/>
                <a:uLnTx/>
                <a:uFillTx/>
                <a:ea typeface="+mn-ea"/>
                <a:cs typeface="Arial" panose="020B0604020202020204" pitchFamily="34" charset="0"/>
              </a:rPr>
              <a:t>integrated GBS Governance </a:t>
            </a:r>
            <a:r>
              <a:rPr kumimoji="0" lang="en-IN" sz="1600" b="0" i="0" u="none" strike="noStrike" kern="1200" cap="none" spc="0" normalizeH="0" baseline="0" noProof="0" dirty="0">
                <a:ln>
                  <a:noFill/>
                </a:ln>
                <a:solidFill>
                  <a:srgbClr val="000000"/>
                </a:solidFill>
                <a:effectLst/>
                <a:uLnTx/>
                <a:uFillTx/>
                <a:ea typeface="+mn-ea"/>
                <a:cs typeface="Arial" panose="020B0604020202020204" pitchFamily="34" charset="0"/>
              </a:rPr>
              <a:t>model</a:t>
            </a:r>
          </a:p>
        </p:txBody>
      </p:sp>
      <p:sp>
        <p:nvSpPr>
          <p:cNvPr id="232" name="Title 1">
            <a:extLst>
              <a:ext uri="{FF2B5EF4-FFF2-40B4-BE49-F238E27FC236}">
                <a16:creationId xmlns:a16="http://schemas.microsoft.com/office/drawing/2014/main" id="{9DFF985D-D250-67D3-E4BF-EAFE4EEE6E11}"/>
              </a:ext>
            </a:extLst>
          </p:cNvPr>
          <p:cNvSpPr txBox="1">
            <a:spLocks/>
          </p:cNvSpPr>
          <p:nvPr/>
        </p:nvSpPr>
        <p:spPr>
          <a:xfrm>
            <a:off x="495300" y="3429000"/>
            <a:ext cx="4572000" cy="2926080"/>
          </a:xfrm>
          <a:prstGeom prst="rect">
            <a:avLst/>
          </a:prstGeom>
        </p:spPr>
        <p:txBody>
          <a:bodyPr vert="horz" lIns="91440" tIns="91440" rIns="91440" bIns="0" rtlCol="0" anchor="t" anchorCtr="0">
            <a:noAutofit/>
          </a:bodyPr>
          <a:lstStyle>
            <a:lvl1pPr algn="l" defTabSz="914284" rtl="0" eaLnBrk="1" latinLnBrk="0" hangingPunct="1">
              <a:lnSpc>
                <a:spcPct val="85000"/>
              </a:lnSpc>
              <a:spcBef>
                <a:spcPct val="0"/>
              </a:spcBef>
              <a:buNone/>
              <a:defRPr sz="3000" b="1" kern="1200">
                <a:solidFill>
                  <a:schemeClr val="bg1"/>
                </a:solidFill>
                <a:latin typeface="EYInterstate Light" panose="02000506000000020004" pitchFamily="2" charset="0"/>
                <a:ea typeface="+mj-ea"/>
                <a:cs typeface="Arial" pitchFamily="34" charset="0"/>
                <a:sym typeface="EYInterstate Light" panose="02000506000000020004" pitchFamily="2" charset="0"/>
              </a:defRPr>
            </a:lvl1pPr>
          </a:lstStyle>
          <a:p>
            <a:pPr marL="0" marR="0" lvl="0" indent="0" algn="l" defTabSz="914284"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schemeClr val="bg2"/>
                </a:solidFill>
                <a:effectLst/>
                <a:uLnTx/>
                <a:uFillTx/>
                <a:latin typeface="+mn-lt"/>
                <a:sym typeface="EYInterstate Light" panose="02000506000000020004" pitchFamily="2" charset="0"/>
              </a:rPr>
              <a:t>Governance – Option 1:</a:t>
            </a:r>
          </a:p>
          <a:p>
            <a:pPr marL="0" marR="0" lvl="0" indent="0" algn="l" defTabSz="914284" rtl="0" eaLnBrk="1" fontAlgn="auto" latinLnBrk="0" hangingPunct="1">
              <a:lnSpc>
                <a:spcPct val="100000"/>
              </a:lnSpc>
              <a:spcBef>
                <a:spcPts val="600"/>
              </a:spcBef>
              <a:spcAft>
                <a:spcPts val="0"/>
              </a:spcAft>
              <a:buClrTx/>
              <a:buSzTx/>
              <a:buFontTx/>
              <a:buNone/>
              <a:tabLst/>
              <a:defRPr/>
            </a:pPr>
            <a:r>
              <a:rPr kumimoji="0" lang="en-US" sz="1200" b="0" i="0" u="none" strike="noStrike" kern="1200" cap="none" spc="0" normalizeH="0" baseline="0" noProof="0" dirty="0">
                <a:ln>
                  <a:noFill/>
                </a:ln>
                <a:solidFill>
                  <a:schemeClr val="bg2"/>
                </a:solidFill>
                <a:effectLst/>
                <a:uLnTx/>
                <a:uFillTx/>
                <a:latin typeface="+mn-lt"/>
                <a:sym typeface="EYInterstate Light" panose="02000506000000020004" pitchFamily="2" charset="0"/>
              </a:rPr>
              <a:t>GBS with independent functions based on a harmonized shared services foundation.</a:t>
            </a:r>
          </a:p>
          <a:p>
            <a:pPr marL="0" marR="0" lvl="0" indent="0" algn="l" defTabSz="914284" rtl="0" eaLnBrk="1" fontAlgn="auto" latinLnBrk="0" hangingPunct="1">
              <a:lnSpc>
                <a:spcPct val="100000"/>
              </a:lnSpc>
              <a:spcBef>
                <a:spcPts val="600"/>
              </a:spcBef>
              <a:spcAft>
                <a:spcPts val="0"/>
              </a:spcAft>
              <a:buClrTx/>
              <a:buSzTx/>
              <a:buFontTx/>
              <a:buNone/>
              <a:tabLst/>
              <a:defRPr/>
            </a:pPr>
            <a:r>
              <a:rPr kumimoji="0" lang="en-IN" sz="1200" i="0" u="none" strike="noStrike" kern="1200" cap="none" spc="0" normalizeH="0" baseline="0" noProof="0" dirty="0">
                <a:ln>
                  <a:noFill/>
                </a:ln>
                <a:solidFill>
                  <a:schemeClr val="bg2"/>
                </a:solidFill>
                <a:effectLst/>
                <a:uLnTx/>
                <a:uFillTx/>
                <a:latin typeface="+mn-lt"/>
                <a:sym typeface="EYInterstate Light" panose="02000506000000020004" pitchFamily="2" charset="0"/>
              </a:rPr>
              <a:t>Key aspects:</a:t>
            </a:r>
          </a:p>
          <a:p>
            <a:pPr marL="228600" marR="0" lvl="0" indent="-228600" algn="l" defTabSz="914284" rtl="0" eaLnBrk="1" fontAlgn="auto" latinLnBrk="0" hangingPunct="1">
              <a:lnSpc>
                <a:spcPct val="100000"/>
              </a:lnSpc>
              <a:spcBef>
                <a:spcPts val="300"/>
              </a:spcBef>
              <a:spcAft>
                <a:spcPts val="0"/>
              </a:spcAft>
              <a:buClrTx/>
              <a:buSzPct val="75000"/>
              <a:buFont typeface="Arial" panose="020B0604020202020204" pitchFamily="34" charset="0"/>
              <a:buChar char="►"/>
              <a:tabLst/>
              <a:defRPr/>
            </a:pPr>
            <a:r>
              <a:rPr lang="en-IN" sz="1200" b="0" dirty="0">
                <a:solidFill>
                  <a:schemeClr val="bg2"/>
                </a:solidFill>
                <a:latin typeface="+mn-lt"/>
                <a:ea typeface="+mn-ea"/>
              </a:rPr>
              <a:t>One common GBS strategy with a harmonized shared services foundation and a global service delivery model</a:t>
            </a:r>
          </a:p>
          <a:p>
            <a:pPr marL="228600" marR="0" lvl="0" indent="-228600" algn="l" defTabSz="914284" rtl="0" eaLnBrk="1" fontAlgn="auto" latinLnBrk="0" hangingPunct="1">
              <a:lnSpc>
                <a:spcPct val="100000"/>
              </a:lnSpc>
              <a:spcBef>
                <a:spcPts val="300"/>
              </a:spcBef>
              <a:spcAft>
                <a:spcPts val="0"/>
              </a:spcAft>
              <a:buClrTx/>
              <a:buSzPct val="75000"/>
              <a:buFont typeface="Arial" panose="020B0604020202020204" pitchFamily="34" charset="0"/>
              <a:buChar char="►"/>
              <a:tabLst/>
              <a:defRPr/>
            </a:pPr>
            <a:r>
              <a:rPr lang="en-IN" sz="1200" b="0" dirty="0">
                <a:solidFill>
                  <a:schemeClr val="bg2"/>
                </a:solidFill>
                <a:latin typeface="+mn-lt"/>
                <a:ea typeface="+mn-ea"/>
              </a:rPr>
              <a:t>Global steering board with functional owners and board representatives to leader global strategic priorities and execute GBS strategy</a:t>
            </a:r>
          </a:p>
          <a:p>
            <a:pPr marL="228600" marR="0" lvl="0" indent="-228600" algn="l" defTabSz="914284" rtl="0" eaLnBrk="1" fontAlgn="auto" latinLnBrk="0" hangingPunct="1">
              <a:lnSpc>
                <a:spcPct val="100000"/>
              </a:lnSpc>
              <a:spcBef>
                <a:spcPts val="300"/>
              </a:spcBef>
              <a:spcAft>
                <a:spcPts val="0"/>
              </a:spcAft>
              <a:buClrTx/>
              <a:buSzPct val="75000"/>
              <a:buFont typeface="Arial" panose="020B0604020202020204" pitchFamily="34" charset="0"/>
              <a:buChar char="►"/>
              <a:tabLst/>
              <a:defRPr/>
            </a:pPr>
            <a:r>
              <a:rPr lang="en-IN" sz="1200" b="0" dirty="0">
                <a:solidFill>
                  <a:schemeClr val="bg2"/>
                </a:solidFill>
                <a:latin typeface="+mn-lt"/>
                <a:ea typeface="+mn-ea"/>
              </a:rPr>
              <a:t>Functional steering by functional owners to remain functional autonomy</a:t>
            </a:r>
          </a:p>
          <a:p>
            <a:pPr marL="228600" marR="0" lvl="0" indent="-228600" algn="l" defTabSz="914284" rtl="0" eaLnBrk="1" fontAlgn="auto" latinLnBrk="0" hangingPunct="1">
              <a:lnSpc>
                <a:spcPct val="100000"/>
              </a:lnSpc>
              <a:spcBef>
                <a:spcPts val="300"/>
              </a:spcBef>
              <a:spcAft>
                <a:spcPts val="0"/>
              </a:spcAft>
              <a:buClrTx/>
              <a:buSzPct val="75000"/>
              <a:buFont typeface="Arial" panose="020B0604020202020204" pitchFamily="34" charset="0"/>
              <a:buChar char="►"/>
              <a:tabLst/>
              <a:defRPr/>
            </a:pPr>
            <a:r>
              <a:rPr lang="en-IN" sz="1200" b="0" dirty="0">
                <a:solidFill>
                  <a:schemeClr val="bg2"/>
                </a:solidFill>
                <a:latin typeface="+mn-lt"/>
                <a:ea typeface="+mn-ea"/>
              </a:rPr>
              <a:t>GBS organization as foundation (“Global service delivery network”)</a:t>
            </a:r>
            <a:endParaRPr lang="en-US" sz="1200" dirty="0">
              <a:solidFill>
                <a:schemeClr val="bg2"/>
              </a:solidFill>
              <a:latin typeface="+mn-lt"/>
              <a:ea typeface="+mn-ea"/>
            </a:endParaRPr>
          </a:p>
        </p:txBody>
      </p:sp>
      <p:sp>
        <p:nvSpPr>
          <p:cNvPr id="233" name="Title 1">
            <a:extLst>
              <a:ext uri="{FF2B5EF4-FFF2-40B4-BE49-F238E27FC236}">
                <a16:creationId xmlns:a16="http://schemas.microsoft.com/office/drawing/2014/main" id="{31736DD7-CEC1-EB11-43F5-A2E63BC32D6D}"/>
              </a:ext>
            </a:extLst>
          </p:cNvPr>
          <p:cNvSpPr txBox="1">
            <a:spLocks/>
          </p:cNvSpPr>
          <p:nvPr/>
        </p:nvSpPr>
        <p:spPr>
          <a:xfrm>
            <a:off x="5524500" y="3429000"/>
            <a:ext cx="6172200" cy="2926080"/>
          </a:xfrm>
          <a:prstGeom prst="rect">
            <a:avLst/>
          </a:prstGeom>
        </p:spPr>
        <p:txBody>
          <a:bodyPr vert="horz" lIns="91440" tIns="91440" rIns="91440" bIns="0" rtlCol="0" anchor="t" anchorCtr="0">
            <a:noAutofit/>
          </a:bodyPr>
          <a:lstStyle>
            <a:lvl1pPr algn="l" defTabSz="914284" rtl="0" eaLnBrk="1" latinLnBrk="0" hangingPunct="1">
              <a:lnSpc>
                <a:spcPct val="85000"/>
              </a:lnSpc>
              <a:spcBef>
                <a:spcPct val="0"/>
              </a:spcBef>
              <a:buNone/>
              <a:defRPr sz="3000" b="1" kern="1200">
                <a:solidFill>
                  <a:schemeClr val="bg1"/>
                </a:solidFill>
                <a:latin typeface="EYInterstate Light" panose="02000506000000020004" pitchFamily="2" charset="0"/>
                <a:ea typeface="+mj-ea"/>
                <a:cs typeface="Arial" pitchFamily="34" charset="0"/>
                <a:sym typeface="EYInterstate Light" panose="02000506000000020004" pitchFamily="2" charset="0"/>
              </a:defRPr>
            </a:lvl1pPr>
          </a:lstStyle>
          <a:p>
            <a:pPr marL="0" marR="0" lvl="0" indent="0" algn="l" defTabSz="914284" rtl="0" eaLnBrk="1" fontAlgn="auto" latinLnBrk="0" hangingPunct="1">
              <a:lnSpc>
                <a:spcPct val="100000"/>
              </a:lnSpc>
              <a:spcBef>
                <a:spcPts val="600"/>
              </a:spcBef>
              <a:spcAft>
                <a:spcPts val="0"/>
              </a:spcAft>
              <a:buClrTx/>
              <a:buSzTx/>
              <a:buFontTx/>
              <a:buNone/>
              <a:tabLst/>
              <a:defRPr/>
            </a:pPr>
            <a:r>
              <a:rPr kumimoji="0" lang="en-IN" sz="1300" b="1" i="0" u="none" strike="noStrike" kern="1200" cap="none" spc="0" normalizeH="0" baseline="0" noProof="0" dirty="0">
                <a:ln>
                  <a:noFill/>
                </a:ln>
                <a:solidFill>
                  <a:schemeClr val="bg2"/>
                </a:solidFill>
                <a:effectLst/>
                <a:uLnTx/>
                <a:uFillTx/>
                <a:latin typeface="+mn-lt"/>
                <a:sym typeface="EYInterstate Light" panose="02000506000000020004" pitchFamily="2" charset="0"/>
              </a:rPr>
              <a:t>Governance – Option 2:</a:t>
            </a:r>
          </a:p>
          <a:p>
            <a:pPr marL="0" marR="0" lvl="0" indent="0" algn="l" defTabSz="914284" rtl="0" eaLnBrk="1" fontAlgn="auto" latinLnBrk="0" hangingPunct="1">
              <a:lnSpc>
                <a:spcPct val="100000"/>
              </a:lnSpc>
              <a:spcBef>
                <a:spcPts val="600"/>
              </a:spcBef>
              <a:spcAft>
                <a:spcPts val="0"/>
              </a:spcAft>
              <a:buClrTx/>
              <a:buSzTx/>
              <a:buFontTx/>
              <a:buNone/>
              <a:tabLst/>
              <a:defRPr/>
            </a:pPr>
            <a:r>
              <a:rPr kumimoji="0" lang="en-IN" sz="1200" b="0" i="0" u="none" strike="noStrike" kern="1200" cap="none" spc="0" normalizeH="0" baseline="0" noProof="0" dirty="0">
                <a:ln>
                  <a:noFill/>
                </a:ln>
                <a:solidFill>
                  <a:schemeClr val="bg2"/>
                </a:solidFill>
                <a:effectLst/>
                <a:uLnTx/>
                <a:uFillTx/>
                <a:latin typeface="+mn-lt"/>
                <a:sym typeface="EYInterstate Light" panose="02000506000000020004" pitchFamily="2" charset="0"/>
              </a:rPr>
              <a:t>Fully integrated end-to-end global business services steered by a single head of </a:t>
            </a:r>
            <a:r>
              <a:rPr lang="en-IN" sz="1200" b="0" dirty="0">
                <a:solidFill>
                  <a:schemeClr val="bg2"/>
                </a:solidFill>
                <a:latin typeface="+mn-lt"/>
              </a:rPr>
              <a:t>GBS.</a:t>
            </a:r>
            <a:endParaRPr kumimoji="0" lang="en-IN" sz="1200" b="0" i="0" u="none" strike="noStrike" kern="1200" cap="none" spc="0" normalizeH="0" baseline="0" noProof="0" dirty="0">
              <a:ln>
                <a:noFill/>
              </a:ln>
              <a:solidFill>
                <a:schemeClr val="bg2"/>
              </a:solidFill>
              <a:effectLst/>
              <a:uLnTx/>
              <a:uFillTx/>
              <a:latin typeface="+mn-lt"/>
              <a:sym typeface="EYInterstate Light" panose="02000506000000020004" pitchFamily="2" charset="0"/>
            </a:endParaRPr>
          </a:p>
          <a:p>
            <a:pPr marL="0" marR="0" lvl="0" indent="0" algn="l" defTabSz="914284" rtl="0" eaLnBrk="1" fontAlgn="auto" latinLnBrk="0" hangingPunct="1">
              <a:lnSpc>
                <a:spcPct val="100000"/>
              </a:lnSpc>
              <a:spcBef>
                <a:spcPts val="600"/>
              </a:spcBef>
              <a:spcAft>
                <a:spcPts val="0"/>
              </a:spcAft>
              <a:buClrTx/>
              <a:buSzTx/>
              <a:buFontTx/>
              <a:buNone/>
              <a:tabLst/>
              <a:defRPr/>
            </a:pPr>
            <a:r>
              <a:rPr lang="en-IN" sz="1200" dirty="0">
                <a:solidFill>
                  <a:schemeClr val="bg2"/>
                </a:solidFill>
                <a:latin typeface="+mn-lt"/>
                <a:ea typeface="+mn-ea"/>
              </a:rPr>
              <a:t>Key aspects:</a:t>
            </a:r>
          </a:p>
          <a:p>
            <a:pPr marL="228600" indent="-228600">
              <a:lnSpc>
                <a:spcPct val="100000"/>
              </a:lnSpc>
              <a:spcBef>
                <a:spcPts val="300"/>
              </a:spcBef>
              <a:buSzPct val="75000"/>
              <a:buFont typeface="Arial" panose="020B0604020202020204" pitchFamily="34" charset="0"/>
              <a:buChar char="►"/>
              <a:defRPr/>
            </a:pPr>
            <a:r>
              <a:rPr lang="en-IN" sz="1200" b="0" dirty="0">
                <a:solidFill>
                  <a:schemeClr val="bg2"/>
                </a:solidFill>
                <a:latin typeface="+mn-lt"/>
                <a:ea typeface="+mn-ea"/>
              </a:rPr>
              <a:t>End-to-end global business services bundled within one organization as a foundation for strong governance</a:t>
            </a:r>
          </a:p>
          <a:p>
            <a:pPr marL="228600" indent="-228600">
              <a:lnSpc>
                <a:spcPct val="100000"/>
              </a:lnSpc>
              <a:spcBef>
                <a:spcPts val="300"/>
              </a:spcBef>
              <a:buSzPct val="75000"/>
              <a:buFont typeface="Arial" panose="020B0604020202020204" pitchFamily="34" charset="0"/>
              <a:buChar char="►"/>
              <a:defRPr/>
            </a:pPr>
            <a:r>
              <a:rPr lang="en-IN" sz="1200" b="0" dirty="0">
                <a:solidFill>
                  <a:schemeClr val="bg2"/>
                </a:solidFill>
                <a:latin typeface="+mn-lt"/>
                <a:ea typeface="+mn-ea"/>
              </a:rPr>
              <a:t>One common GBS strategy with global process owners, a global service delivery setup, and a global service management</a:t>
            </a:r>
          </a:p>
          <a:p>
            <a:pPr marL="228600" indent="-228600">
              <a:lnSpc>
                <a:spcPct val="100000"/>
              </a:lnSpc>
              <a:spcBef>
                <a:spcPts val="300"/>
              </a:spcBef>
              <a:buSzPct val="75000"/>
              <a:buFont typeface="Arial" panose="020B0604020202020204" pitchFamily="34" charset="0"/>
              <a:buChar char="►"/>
              <a:defRPr/>
            </a:pPr>
            <a:r>
              <a:rPr lang="en-IN" sz="1200" b="0" dirty="0">
                <a:solidFill>
                  <a:schemeClr val="bg2"/>
                </a:solidFill>
                <a:latin typeface="+mn-lt"/>
                <a:ea typeface="+mn-ea"/>
              </a:rPr>
              <a:t>The organization is headed by a single head of global business services, who reports to the C-suite or may be a member of it</a:t>
            </a:r>
          </a:p>
          <a:p>
            <a:pPr marL="228600" indent="-228600">
              <a:lnSpc>
                <a:spcPct val="100000"/>
              </a:lnSpc>
              <a:spcBef>
                <a:spcPts val="300"/>
              </a:spcBef>
              <a:buSzPct val="75000"/>
              <a:buFont typeface="Arial" panose="020B0604020202020204" pitchFamily="34" charset="0"/>
              <a:buChar char="►"/>
              <a:defRPr/>
            </a:pPr>
            <a:r>
              <a:rPr lang="en-IN" sz="1200" b="0" dirty="0">
                <a:solidFill>
                  <a:schemeClr val="bg2"/>
                </a:solidFill>
                <a:latin typeface="+mn-lt"/>
                <a:ea typeface="+mn-ea"/>
              </a:rPr>
              <a:t>Single global shared services organization operating through regional </a:t>
            </a:r>
            <a:r>
              <a:rPr lang="en-US" sz="1200" b="0" dirty="0">
                <a:solidFill>
                  <a:schemeClr val="bg2"/>
                </a:solidFill>
                <a:latin typeface="+mn-lt"/>
                <a:ea typeface="+mn-ea"/>
              </a:rPr>
              <a:t>centers</a:t>
            </a:r>
            <a:r>
              <a:rPr lang="en-IN" sz="1200" b="0" dirty="0">
                <a:solidFill>
                  <a:schemeClr val="bg2"/>
                </a:solidFill>
                <a:latin typeface="+mn-lt"/>
                <a:ea typeface="+mn-ea"/>
              </a:rPr>
              <a:t>.</a:t>
            </a:r>
          </a:p>
          <a:p>
            <a:pPr marL="228600" indent="-228600">
              <a:lnSpc>
                <a:spcPct val="100000"/>
              </a:lnSpc>
              <a:spcBef>
                <a:spcPts val="300"/>
              </a:spcBef>
              <a:buSzPct val="75000"/>
              <a:buFont typeface="Arial" panose="020B0604020202020204" pitchFamily="34" charset="0"/>
              <a:buChar char="►"/>
              <a:defRPr/>
            </a:pPr>
            <a:r>
              <a:rPr lang="en-IN" sz="1200" b="0" dirty="0">
                <a:solidFill>
                  <a:schemeClr val="bg2"/>
                </a:solidFill>
                <a:latin typeface="+mn-lt"/>
                <a:ea typeface="+mn-ea"/>
              </a:rPr>
              <a:t>Full integration of enterprise processes and complete end-to-end process integration throughout the company due to concentrating on service products instead of functions</a:t>
            </a:r>
            <a:endParaRPr lang="en-US" sz="1200" b="0" dirty="0">
              <a:solidFill>
                <a:schemeClr val="bg2"/>
              </a:solidFill>
              <a:latin typeface="+mn-lt"/>
              <a:ea typeface="+mn-ea"/>
            </a:endParaRPr>
          </a:p>
        </p:txBody>
      </p:sp>
      <p:grpSp>
        <p:nvGrpSpPr>
          <p:cNvPr id="378" name="Group 377">
            <a:extLst>
              <a:ext uri="{FF2B5EF4-FFF2-40B4-BE49-F238E27FC236}">
                <a16:creationId xmlns:a16="http://schemas.microsoft.com/office/drawing/2014/main" id="{2565EB6C-B7CE-63E2-773C-F0EC6A128DCD}"/>
              </a:ext>
            </a:extLst>
          </p:cNvPr>
          <p:cNvGrpSpPr/>
          <p:nvPr/>
        </p:nvGrpSpPr>
        <p:grpSpPr>
          <a:xfrm>
            <a:off x="9639300" y="1508085"/>
            <a:ext cx="2057400" cy="1692989"/>
            <a:chOff x="9639300" y="1530945"/>
            <a:chExt cx="2057400" cy="1692989"/>
          </a:xfrm>
        </p:grpSpPr>
        <p:cxnSp>
          <p:nvCxnSpPr>
            <p:cNvPr id="340" name="Connector: Elbow 339">
              <a:extLst>
                <a:ext uri="{FF2B5EF4-FFF2-40B4-BE49-F238E27FC236}">
                  <a16:creationId xmlns:a16="http://schemas.microsoft.com/office/drawing/2014/main" id="{D65A61D9-4A5E-E923-7B84-437EF4F7EE9B}"/>
                </a:ext>
              </a:extLst>
            </p:cNvPr>
            <p:cNvCxnSpPr>
              <a:cxnSpLocks/>
              <a:stCxn id="277" idx="2"/>
              <a:endCxn id="278" idx="0"/>
            </p:cNvCxnSpPr>
            <p:nvPr/>
          </p:nvCxnSpPr>
          <p:spPr>
            <a:xfrm rot="5400000">
              <a:off x="10270911" y="2003884"/>
              <a:ext cx="135811" cy="658368"/>
            </a:xfrm>
            <a:prstGeom prst="bentConnector3">
              <a:avLst>
                <a:gd name="adj1" fmla="val 50000"/>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3" name="Connector: Elbow 342">
              <a:extLst>
                <a:ext uri="{FF2B5EF4-FFF2-40B4-BE49-F238E27FC236}">
                  <a16:creationId xmlns:a16="http://schemas.microsoft.com/office/drawing/2014/main" id="{C8A0E38D-4486-065E-8AF2-383BD3E96C4E}"/>
                </a:ext>
              </a:extLst>
            </p:cNvPr>
            <p:cNvCxnSpPr>
              <a:cxnSpLocks/>
              <a:stCxn id="277" idx="2"/>
              <a:endCxn id="280" idx="0"/>
            </p:cNvCxnSpPr>
            <p:nvPr/>
          </p:nvCxnSpPr>
          <p:spPr>
            <a:xfrm rot="16200000" flipH="1">
              <a:off x="10929279" y="2003884"/>
              <a:ext cx="135811" cy="658368"/>
            </a:xfrm>
            <a:prstGeom prst="bentConnector3">
              <a:avLst>
                <a:gd name="adj1" fmla="val 50000"/>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4" name="Straight Arrow Connector 363">
              <a:extLst>
                <a:ext uri="{FF2B5EF4-FFF2-40B4-BE49-F238E27FC236}">
                  <a16:creationId xmlns:a16="http://schemas.microsoft.com/office/drawing/2014/main" id="{486ABA5A-80EF-AEE7-9CDB-264BEECFE8A7}"/>
                </a:ext>
              </a:extLst>
            </p:cNvPr>
            <p:cNvCxnSpPr>
              <a:cxnSpLocks/>
              <a:stCxn id="277" idx="2"/>
              <a:endCxn id="279" idx="0"/>
            </p:cNvCxnSpPr>
            <p:nvPr/>
          </p:nvCxnSpPr>
          <p:spPr>
            <a:xfrm>
              <a:off x="10668000" y="2265163"/>
              <a:ext cx="0" cy="135811"/>
            </a:xfrm>
            <a:prstGeom prst="straightConnector1">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6FC0F863-9E78-6A3F-98F3-7253F2A133A0}"/>
                </a:ext>
              </a:extLst>
            </p:cNvPr>
            <p:cNvCxnSpPr>
              <a:cxnSpLocks/>
              <a:stCxn id="280" idx="2"/>
              <a:endCxn id="281" idx="0"/>
            </p:cNvCxnSpPr>
            <p:nvPr/>
          </p:nvCxnSpPr>
          <p:spPr>
            <a:xfrm>
              <a:off x="11326368" y="2766734"/>
              <a:ext cx="0" cy="137160"/>
            </a:xfrm>
            <a:prstGeom prst="straightConnector1">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0" name="Connector: Elbow 369">
              <a:extLst>
                <a:ext uri="{FF2B5EF4-FFF2-40B4-BE49-F238E27FC236}">
                  <a16:creationId xmlns:a16="http://schemas.microsoft.com/office/drawing/2014/main" id="{728B597F-06F2-9042-760F-8442866F287C}"/>
                </a:ext>
              </a:extLst>
            </p:cNvPr>
            <p:cNvCxnSpPr>
              <a:cxnSpLocks/>
              <a:stCxn id="277" idx="2"/>
              <a:endCxn id="281" idx="1"/>
            </p:cNvCxnSpPr>
            <p:nvPr/>
          </p:nvCxnSpPr>
          <p:spPr>
            <a:xfrm rot="16200000" flipH="1">
              <a:off x="10472079" y="2461084"/>
              <a:ext cx="753031" cy="361188"/>
            </a:xfrm>
            <a:prstGeom prst="bentConnector2">
              <a:avLst/>
            </a:prstGeom>
            <a:ln w="19050">
              <a:solidFill>
                <a:schemeClr val="tx1">
                  <a:lumMod val="50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74" name="Group 273">
              <a:extLst>
                <a:ext uri="{FF2B5EF4-FFF2-40B4-BE49-F238E27FC236}">
                  <a16:creationId xmlns:a16="http://schemas.microsoft.com/office/drawing/2014/main" id="{78754DD7-3503-A850-1CF1-2E80F8A0EBD9}"/>
                </a:ext>
              </a:extLst>
            </p:cNvPr>
            <p:cNvGrpSpPr/>
            <p:nvPr/>
          </p:nvGrpSpPr>
          <p:grpSpPr>
            <a:xfrm>
              <a:off x="9639300" y="1530945"/>
              <a:ext cx="2057400" cy="1692989"/>
              <a:chOff x="2644808" y="1347391"/>
              <a:chExt cx="2057400" cy="1692989"/>
            </a:xfrm>
          </p:grpSpPr>
          <p:sp>
            <p:nvSpPr>
              <p:cNvPr id="275" name="Rectangle 274">
                <a:extLst>
                  <a:ext uri="{FF2B5EF4-FFF2-40B4-BE49-F238E27FC236}">
                    <a16:creationId xmlns:a16="http://schemas.microsoft.com/office/drawing/2014/main" id="{C7A177B0-CA0C-8F9E-8287-D78CDD113F5D}"/>
                  </a:ext>
                </a:extLst>
              </p:cNvPr>
              <p:cNvSpPr/>
              <p:nvPr/>
            </p:nvSpPr>
            <p:spPr bwMode="auto">
              <a:xfrm>
                <a:off x="2644808" y="1760220"/>
                <a:ext cx="2057400" cy="1280160"/>
              </a:xfrm>
              <a:prstGeom prst="rect">
                <a:avLst/>
              </a:prstGeom>
              <a:noFill/>
              <a:ln w="6350">
                <a:solidFill>
                  <a:schemeClr val="bg1">
                    <a:lumMod val="50000"/>
                    <a:lumOff val="50000"/>
                  </a:schemeClr>
                </a:solidFill>
                <a:prstDash val="solid"/>
                <a:round/>
                <a:headEnd/>
                <a:tailEnd/>
              </a:ln>
            </p:spPr>
            <p:txBody>
              <a:bodyPr vert="horz" wrap="square" lIns="91440" tIns="45720" rIns="91440" bIns="45720" numCol="1" rtlCol="0" anchor="ctr" anchorCtr="0" compatLnSpc="1">
                <a:prstTxWarp prst="textNoShape">
                  <a:avLst/>
                </a:prstTxWarp>
                <a:noAutofit/>
              </a:bodyPr>
              <a:lstStyle/>
              <a:p>
                <a:pPr marL="0" marR="0" lvl="0" indent="0" algn="ctr" defTabSz="914400" eaLnBrk="1" fontAlgn="base" latinLnBrk="0" hangingPunct="1">
                  <a:lnSpc>
                    <a:spcPct val="100000"/>
                  </a:lnSpc>
                  <a:spcBef>
                    <a:spcPct val="0"/>
                  </a:spcBef>
                  <a:spcAft>
                    <a:spcPts val="600"/>
                  </a:spcAft>
                  <a:buClrTx/>
                  <a:buSzTx/>
                  <a:buFontTx/>
                  <a:buNone/>
                  <a:tabLst/>
                  <a:defRPr/>
                </a:pPr>
                <a:endParaRPr kumimoji="0" lang="en-US" sz="12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endParaRPr>
              </a:p>
            </p:txBody>
          </p:sp>
          <p:sp>
            <p:nvSpPr>
              <p:cNvPr id="276" name="Rectangle 275">
                <a:extLst>
                  <a:ext uri="{FF2B5EF4-FFF2-40B4-BE49-F238E27FC236}">
                    <a16:creationId xmlns:a16="http://schemas.microsoft.com/office/drawing/2014/main" id="{C4AB1682-A07D-4521-42D8-F46FA49187B6}"/>
                  </a:ext>
                </a:extLst>
              </p:cNvPr>
              <p:cNvSpPr>
                <a:spLocks/>
              </p:cNvSpPr>
              <p:nvPr/>
            </p:nvSpPr>
            <p:spPr bwMode="auto">
              <a:xfrm>
                <a:off x="2644808" y="1347391"/>
                <a:ext cx="2057400" cy="411480"/>
              </a:xfrm>
              <a:prstGeom prst="rect">
                <a:avLst/>
              </a:prstGeom>
              <a:solidFill>
                <a:schemeClr val="tx1">
                  <a:lumMod val="50000"/>
                </a:schemeClr>
              </a:solidFill>
              <a:ln w="6350">
                <a:solidFill>
                  <a:schemeClr val="bg1">
                    <a:lumMod val="50000"/>
                    <a:lumOff val="50000"/>
                  </a:schemeClr>
                </a:solidFill>
                <a:prstDash val="solid"/>
                <a:round/>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cs typeface="Arial" panose="020B0604020202020204" pitchFamily="34" charset="0"/>
                    <a:sym typeface="EYInterstate Light" panose="02000506000000020004" pitchFamily="2" charset="0"/>
                  </a:rPr>
                  <a:t>Global Business Services</a:t>
                </a:r>
              </a:p>
              <a:p>
                <a:pPr marL="0" marR="0" lvl="0" indent="0" algn="ctr" defTabSz="914400" eaLnBrk="1" fontAlgn="base" latinLnBrk="0" hangingPunct="1">
                  <a:lnSpc>
                    <a:spcPct val="100000"/>
                  </a:lnSpc>
                  <a:spcBef>
                    <a:spcPts val="300"/>
                  </a:spcBef>
                  <a:spcAft>
                    <a:spcPts val="0"/>
                  </a:spcAft>
                  <a:buClrTx/>
                  <a:buSzTx/>
                  <a:buFontTx/>
                  <a:buNone/>
                  <a:tabLst/>
                  <a:defRPr/>
                </a:pPr>
                <a:r>
                  <a:rPr kumimoji="0" lang="en-US" sz="800" i="1" u="none" strike="noStrike" kern="0" cap="none" spc="0" normalizeH="0" baseline="0" noProof="0" dirty="0">
                    <a:ln>
                      <a:noFill/>
                    </a:ln>
                    <a:solidFill>
                      <a:srgbClr val="FFFFFF"/>
                    </a:solidFill>
                    <a:effectLst/>
                    <a:uLnTx/>
                    <a:uFillTx/>
                    <a:cs typeface="Arial" panose="020B0604020202020204" pitchFamily="34" charset="0"/>
                    <a:sym typeface="EYInterstate Light" panose="02000506000000020004" pitchFamily="2" charset="0"/>
                  </a:rPr>
                  <a:t>Central Steering</a:t>
                </a:r>
              </a:p>
            </p:txBody>
          </p:sp>
          <p:sp>
            <p:nvSpPr>
              <p:cNvPr id="277" name="Rectangle 276">
                <a:extLst>
                  <a:ext uri="{FF2B5EF4-FFF2-40B4-BE49-F238E27FC236}">
                    <a16:creationId xmlns:a16="http://schemas.microsoft.com/office/drawing/2014/main" id="{3D3B0C13-8B96-613D-30E9-F2E918C06701}"/>
                  </a:ext>
                </a:extLst>
              </p:cNvPr>
              <p:cNvSpPr/>
              <p:nvPr/>
            </p:nvSpPr>
            <p:spPr bwMode="auto">
              <a:xfrm>
                <a:off x="3376328" y="1850311"/>
                <a:ext cx="594360" cy="231298"/>
              </a:xfrm>
              <a:prstGeom prst="rect">
                <a:avLst/>
              </a:prstGeom>
              <a:solidFill>
                <a:schemeClr val="tx1">
                  <a:lumMod val="7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CEO</a:t>
                </a:r>
              </a:p>
            </p:txBody>
          </p:sp>
          <p:sp>
            <p:nvSpPr>
              <p:cNvPr id="278" name="Rectangle 277">
                <a:extLst>
                  <a:ext uri="{FF2B5EF4-FFF2-40B4-BE49-F238E27FC236}">
                    <a16:creationId xmlns:a16="http://schemas.microsoft.com/office/drawing/2014/main" id="{E4761838-0E19-2E1A-BB69-7A3ABD2C60AC}"/>
                  </a:ext>
                </a:extLst>
              </p:cNvPr>
              <p:cNvSpPr/>
              <p:nvPr/>
            </p:nvSpPr>
            <p:spPr bwMode="auto">
              <a:xfrm>
                <a:off x="2717960" y="2217420"/>
                <a:ext cx="594360" cy="365760"/>
              </a:xfrm>
              <a:prstGeom prst="rect">
                <a:avLst/>
              </a:prstGeom>
              <a:solidFill>
                <a:schemeClr val="tx1">
                  <a:lumMod val="9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Business</a:t>
                </a:r>
                <a:b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b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Units</a:t>
                </a:r>
              </a:p>
            </p:txBody>
          </p:sp>
          <p:sp>
            <p:nvSpPr>
              <p:cNvPr id="279" name="Rectangle 278">
                <a:extLst>
                  <a:ext uri="{FF2B5EF4-FFF2-40B4-BE49-F238E27FC236}">
                    <a16:creationId xmlns:a16="http://schemas.microsoft.com/office/drawing/2014/main" id="{7295A857-F17B-6FD1-B596-3E790E4CE7DE}"/>
                  </a:ext>
                </a:extLst>
              </p:cNvPr>
              <p:cNvSpPr/>
              <p:nvPr/>
            </p:nvSpPr>
            <p:spPr bwMode="auto">
              <a:xfrm>
                <a:off x="3376328" y="2217420"/>
                <a:ext cx="594360" cy="365760"/>
              </a:xfrm>
              <a:prstGeom prst="rect">
                <a:avLst/>
              </a:prstGeom>
              <a:solidFill>
                <a:schemeClr val="tx1">
                  <a:lumMod val="8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Group Functions</a:t>
                </a:r>
              </a:p>
            </p:txBody>
          </p:sp>
          <p:sp>
            <p:nvSpPr>
              <p:cNvPr id="280" name="Rectangle 279">
                <a:extLst>
                  <a:ext uri="{FF2B5EF4-FFF2-40B4-BE49-F238E27FC236}">
                    <a16:creationId xmlns:a16="http://schemas.microsoft.com/office/drawing/2014/main" id="{41DC4258-69B6-C751-90B4-4FC1569DAC33}"/>
                  </a:ext>
                </a:extLst>
              </p:cNvPr>
              <p:cNvSpPr/>
              <p:nvPr/>
            </p:nvSpPr>
            <p:spPr bwMode="auto">
              <a:xfrm>
                <a:off x="4034696" y="2217420"/>
                <a:ext cx="594360" cy="365760"/>
              </a:xfrm>
              <a:prstGeom prst="rect">
                <a:avLst/>
              </a:prstGeom>
              <a:solidFill>
                <a:schemeClr val="tx2"/>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GBS</a:t>
                </a:r>
              </a:p>
            </p:txBody>
          </p:sp>
          <p:sp>
            <p:nvSpPr>
              <p:cNvPr id="281" name="Rectangle 280">
                <a:extLst>
                  <a:ext uri="{FF2B5EF4-FFF2-40B4-BE49-F238E27FC236}">
                    <a16:creationId xmlns:a16="http://schemas.microsoft.com/office/drawing/2014/main" id="{BBF9B57C-79D6-0C9F-285B-D3BBB810E671}"/>
                  </a:ext>
                </a:extLst>
              </p:cNvPr>
              <p:cNvSpPr/>
              <p:nvPr/>
            </p:nvSpPr>
            <p:spPr bwMode="auto">
              <a:xfrm>
                <a:off x="4034696" y="2720340"/>
                <a:ext cx="594360" cy="228600"/>
              </a:xfrm>
              <a:prstGeom prst="rect">
                <a:avLst/>
              </a:prstGeom>
              <a:solidFill>
                <a:schemeClr val="tx2"/>
              </a:solidFill>
              <a:ln w="0">
                <a:noFill/>
                <a:prstDash val="solid"/>
                <a:round/>
                <a:headEnd/>
                <a:tailEnd/>
              </a:ln>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SSC</a:t>
                </a:r>
              </a:p>
            </p:txBody>
          </p:sp>
        </p:grpSp>
      </p:grpSp>
      <p:grpSp>
        <p:nvGrpSpPr>
          <p:cNvPr id="379" name="Group 378">
            <a:extLst>
              <a:ext uri="{FF2B5EF4-FFF2-40B4-BE49-F238E27FC236}">
                <a16:creationId xmlns:a16="http://schemas.microsoft.com/office/drawing/2014/main" id="{97A2D411-889B-57B0-F61D-7AD085428464}"/>
              </a:ext>
            </a:extLst>
          </p:cNvPr>
          <p:cNvGrpSpPr/>
          <p:nvPr/>
        </p:nvGrpSpPr>
        <p:grpSpPr>
          <a:xfrm>
            <a:off x="7353300" y="1508085"/>
            <a:ext cx="2057400" cy="1692989"/>
            <a:chOff x="7353300" y="1530945"/>
            <a:chExt cx="2057400" cy="1692989"/>
          </a:xfrm>
        </p:grpSpPr>
        <p:cxnSp>
          <p:nvCxnSpPr>
            <p:cNvPr id="334" name="Connector: Elbow 333">
              <a:extLst>
                <a:ext uri="{FF2B5EF4-FFF2-40B4-BE49-F238E27FC236}">
                  <a16:creationId xmlns:a16="http://schemas.microsoft.com/office/drawing/2014/main" id="{6035E8AB-F598-2612-A20E-F41C065B7242}"/>
                </a:ext>
              </a:extLst>
            </p:cNvPr>
            <p:cNvCxnSpPr>
              <a:cxnSpLocks/>
              <a:stCxn id="285" idx="2"/>
              <a:endCxn id="286" idx="0"/>
            </p:cNvCxnSpPr>
            <p:nvPr/>
          </p:nvCxnSpPr>
          <p:spPr>
            <a:xfrm rot="5400000">
              <a:off x="7984911" y="2003884"/>
              <a:ext cx="135811" cy="658368"/>
            </a:xfrm>
            <a:prstGeom prst="bentConnector3">
              <a:avLst>
                <a:gd name="adj1" fmla="val 50000"/>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7" name="Connector: Elbow 336">
              <a:extLst>
                <a:ext uri="{FF2B5EF4-FFF2-40B4-BE49-F238E27FC236}">
                  <a16:creationId xmlns:a16="http://schemas.microsoft.com/office/drawing/2014/main" id="{1D08E31A-249A-C754-F96B-40001163E411}"/>
                </a:ext>
              </a:extLst>
            </p:cNvPr>
            <p:cNvCxnSpPr>
              <a:cxnSpLocks/>
              <a:stCxn id="285" idx="2"/>
              <a:endCxn id="288" idx="0"/>
            </p:cNvCxnSpPr>
            <p:nvPr/>
          </p:nvCxnSpPr>
          <p:spPr>
            <a:xfrm rot="16200000" flipH="1">
              <a:off x="8643279" y="2003884"/>
              <a:ext cx="135811" cy="658368"/>
            </a:xfrm>
            <a:prstGeom prst="bentConnector3">
              <a:avLst>
                <a:gd name="adj1" fmla="val 50000"/>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8" name="Straight Arrow Connector 357">
              <a:extLst>
                <a:ext uri="{FF2B5EF4-FFF2-40B4-BE49-F238E27FC236}">
                  <a16:creationId xmlns:a16="http://schemas.microsoft.com/office/drawing/2014/main" id="{1EC80C5E-AC56-328A-EBD1-9A8CAD150A93}"/>
                </a:ext>
              </a:extLst>
            </p:cNvPr>
            <p:cNvCxnSpPr>
              <a:cxnSpLocks/>
              <a:stCxn id="288" idx="2"/>
              <a:endCxn id="289" idx="0"/>
            </p:cNvCxnSpPr>
            <p:nvPr/>
          </p:nvCxnSpPr>
          <p:spPr>
            <a:xfrm>
              <a:off x="9040368" y="2766734"/>
              <a:ext cx="0" cy="137160"/>
            </a:xfrm>
            <a:prstGeom prst="straightConnector1">
              <a:avLst/>
            </a:prstGeom>
            <a:ln w="19050">
              <a:solidFill>
                <a:schemeClr val="tx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3" name="Connector: Elbow 372">
              <a:extLst>
                <a:ext uri="{FF2B5EF4-FFF2-40B4-BE49-F238E27FC236}">
                  <a16:creationId xmlns:a16="http://schemas.microsoft.com/office/drawing/2014/main" id="{279E8873-99D4-5E08-CD84-69FC3B63FAF2}"/>
                </a:ext>
              </a:extLst>
            </p:cNvPr>
            <p:cNvCxnSpPr>
              <a:cxnSpLocks/>
              <a:stCxn id="285" idx="2"/>
              <a:endCxn id="289" idx="1"/>
            </p:cNvCxnSpPr>
            <p:nvPr/>
          </p:nvCxnSpPr>
          <p:spPr>
            <a:xfrm rot="16200000" flipH="1">
              <a:off x="8186079" y="2461084"/>
              <a:ext cx="753031" cy="361188"/>
            </a:xfrm>
            <a:prstGeom prst="bentConnector2">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82" name="Group 281">
              <a:extLst>
                <a:ext uri="{FF2B5EF4-FFF2-40B4-BE49-F238E27FC236}">
                  <a16:creationId xmlns:a16="http://schemas.microsoft.com/office/drawing/2014/main" id="{AA347EF7-62EF-DCB7-94A1-57AFEDED9929}"/>
                </a:ext>
              </a:extLst>
            </p:cNvPr>
            <p:cNvGrpSpPr/>
            <p:nvPr/>
          </p:nvGrpSpPr>
          <p:grpSpPr>
            <a:xfrm>
              <a:off x="7353300" y="1530945"/>
              <a:ext cx="2057400" cy="1692989"/>
              <a:chOff x="2644808" y="1347391"/>
              <a:chExt cx="2057400" cy="1692989"/>
            </a:xfrm>
          </p:grpSpPr>
          <p:sp>
            <p:nvSpPr>
              <p:cNvPr id="283" name="Rectangle 282">
                <a:extLst>
                  <a:ext uri="{FF2B5EF4-FFF2-40B4-BE49-F238E27FC236}">
                    <a16:creationId xmlns:a16="http://schemas.microsoft.com/office/drawing/2014/main" id="{40A2EE85-3F4C-9B66-C61C-31B6F64C8FE1}"/>
                  </a:ext>
                </a:extLst>
              </p:cNvPr>
              <p:cNvSpPr/>
              <p:nvPr/>
            </p:nvSpPr>
            <p:spPr bwMode="auto">
              <a:xfrm>
                <a:off x="2644808" y="1760220"/>
                <a:ext cx="2057400" cy="1280160"/>
              </a:xfrm>
              <a:prstGeom prst="rect">
                <a:avLst/>
              </a:prstGeom>
              <a:noFill/>
              <a:ln w="6350">
                <a:solidFill>
                  <a:schemeClr val="bg1">
                    <a:lumMod val="50000"/>
                    <a:lumOff val="50000"/>
                  </a:schemeClr>
                </a:solidFill>
                <a:prstDash val="solid"/>
                <a:round/>
                <a:headEnd/>
                <a:tailEnd/>
              </a:ln>
            </p:spPr>
            <p:txBody>
              <a:bodyPr vert="horz" wrap="square" lIns="91440" tIns="45720" rIns="91440" bIns="45720" numCol="1" rtlCol="0" anchor="ctr" anchorCtr="0" compatLnSpc="1">
                <a:prstTxWarp prst="textNoShape">
                  <a:avLst/>
                </a:prstTxWarp>
                <a:noAutofit/>
              </a:bodyPr>
              <a:lstStyle/>
              <a:p>
                <a:pPr marL="0" marR="0" lvl="0" indent="0" algn="ctr" defTabSz="914400" eaLnBrk="1" fontAlgn="base" latinLnBrk="0" hangingPunct="1">
                  <a:lnSpc>
                    <a:spcPct val="100000"/>
                  </a:lnSpc>
                  <a:spcBef>
                    <a:spcPct val="0"/>
                  </a:spcBef>
                  <a:spcAft>
                    <a:spcPts val="600"/>
                  </a:spcAft>
                  <a:buClrTx/>
                  <a:buSzTx/>
                  <a:buFontTx/>
                  <a:buNone/>
                  <a:tabLst/>
                  <a:defRPr/>
                </a:pPr>
                <a:endParaRPr kumimoji="0" lang="en-US" sz="12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endParaRPr>
              </a:p>
            </p:txBody>
          </p:sp>
          <p:sp>
            <p:nvSpPr>
              <p:cNvPr id="284" name="Rectangle 283">
                <a:extLst>
                  <a:ext uri="{FF2B5EF4-FFF2-40B4-BE49-F238E27FC236}">
                    <a16:creationId xmlns:a16="http://schemas.microsoft.com/office/drawing/2014/main" id="{21492A78-82E2-803F-0B3D-47EE58E5BA07}"/>
                  </a:ext>
                </a:extLst>
              </p:cNvPr>
              <p:cNvSpPr>
                <a:spLocks/>
              </p:cNvSpPr>
              <p:nvPr/>
            </p:nvSpPr>
            <p:spPr bwMode="auto">
              <a:xfrm>
                <a:off x="2644808" y="1347391"/>
                <a:ext cx="2057400" cy="411480"/>
              </a:xfrm>
              <a:prstGeom prst="rect">
                <a:avLst/>
              </a:prstGeom>
              <a:solidFill>
                <a:schemeClr val="tx1">
                  <a:lumMod val="50000"/>
                </a:schemeClr>
              </a:solidFill>
              <a:ln w="6350">
                <a:solidFill>
                  <a:schemeClr val="bg1">
                    <a:lumMod val="50000"/>
                    <a:lumOff val="50000"/>
                  </a:schemeClr>
                </a:solidFill>
                <a:prstDash val="solid"/>
                <a:round/>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cs typeface="Arial" panose="020B0604020202020204" pitchFamily="34" charset="0"/>
                    <a:sym typeface="EYInterstate Light" panose="02000506000000020004" pitchFamily="2" charset="0"/>
                  </a:rPr>
                  <a:t>Global Business Services</a:t>
                </a:r>
              </a:p>
              <a:p>
                <a:pPr marL="0" marR="0" lvl="0" indent="0" algn="ctr" defTabSz="914400" eaLnBrk="1" fontAlgn="base" latinLnBrk="0" hangingPunct="1">
                  <a:lnSpc>
                    <a:spcPct val="100000"/>
                  </a:lnSpc>
                  <a:spcBef>
                    <a:spcPts val="300"/>
                  </a:spcBef>
                  <a:spcAft>
                    <a:spcPts val="0"/>
                  </a:spcAft>
                  <a:buClrTx/>
                  <a:buSzTx/>
                  <a:buFontTx/>
                  <a:buNone/>
                  <a:tabLst/>
                  <a:defRPr/>
                </a:pPr>
                <a:r>
                  <a:rPr lang="en-US" sz="800" i="1" kern="0" dirty="0">
                    <a:solidFill>
                      <a:srgbClr val="FFFFFF"/>
                    </a:solidFill>
                    <a:cs typeface="Arial" panose="020B0604020202020204" pitchFamily="34" charset="0"/>
                    <a:sym typeface="EYInterstate Light" panose="02000506000000020004" pitchFamily="2" charset="0"/>
                  </a:rPr>
                  <a:t>Functional Steering</a:t>
                </a:r>
                <a:endParaRPr kumimoji="0" lang="en-US" sz="800" i="1" u="none" strike="noStrike" kern="0" cap="none" spc="0" normalizeH="0" baseline="0" noProof="0" dirty="0">
                  <a:ln>
                    <a:noFill/>
                  </a:ln>
                  <a:solidFill>
                    <a:srgbClr val="FFFFFF"/>
                  </a:solidFill>
                  <a:effectLst/>
                  <a:uLnTx/>
                  <a:uFillTx/>
                  <a:cs typeface="Arial" panose="020B0604020202020204" pitchFamily="34" charset="0"/>
                  <a:sym typeface="EYInterstate Light" panose="02000506000000020004" pitchFamily="2" charset="0"/>
                </a:endParaRPr>
              </a:p>
            </p:txBody>
          </p:sp>
          <p:sp>
            <p:nvSpPr>
              <p:cNvPr id="285" name="Rectangle 284">
                <a:extLst>
                  <a:ext uri="{FF2B5EF4-FFF2-40B4-BE49-F238E27FC236}">
                    <a16:creationId xmlns:a16="http://schemas.microsoft.com/office/drawing/2014/main" id="{F82CA0FA-B28A-F682-955A-BDE0BFDEE8F3}"/>
                  </a:ext>
                </a:extLst>
              </p:cNvPr>
              <p:cNvSpPr/>
              <p:nvPr/>
            </p:nvSpPr>
            <p:spPr bwMode="auto">
              <a:xfrm>
                <a:off x="3376328" y="1850311"/>
                <a:ext cx="594360" cy="231298"/>
              </a:xfrm>
              <a:prstGeom prst="rect">
                <a:avLst/>
              </a:prstGeom>
              <a:solidFill>
                <a:schemeClr val="tx1">
                  <a:lumMod val="7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CEO</a:t>
                </a:r>
              </a:p>
            </p:txBody>
          </p:sp>
          <p:sp>
            <p:nvSpPr>
              <p:cNvPr id="286" name="Rectangle 285">
                <a:extLst>
                  <a:ext uri="{FF2B5EF4-FFF2-40B4-BE49-F238E27FC236}">
                    <a16:creationId xmlns:a16="http://schemas.microsoft.com/office/drawing/2014/main" id="{17B69FA3-45C7-1AE0-87B8-4D07B16AE103}"/>
                  </a:ext>
                </a:extLst>
              </p:cNvPr>
              <p:cNvSpPr/>
              <p:nvPr/>
            </p:nvSpPr>
            <p:spPr bwMode="auto">
              <a:xfrm>
                <a:off x="2717960" y="2217420"/>
                <a:ext cx="594360" cy="365760"/>
              </a:xfrm>
              <a:prstGeom prst="rect">
                <a:avLst/>
              </a:prstGeom>
              <a:solidFill>
                <a:schemeClr val="tx1">
                  <a:lumMod val="9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Business</a:t>
                </a:r>
                <a:b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b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Units</a:t>
                </a:r>
              </a:p>
            </p:txBody>
          </p:sp>
          <p:sp>
            <p:nvSpPr>
              <p:cNvPr id="287" name="Rectangle 286">
                <a:extLst>
                  <a:ext uri="{FF2B5EF4-FFF2-40B4-BE49-F238E27FC236}">
                    <a16:creationId xmlns:a16="http://schemas.microsoft.com/office/drawing/2014/main" id="{2DBBE4A9-8068-004A-199A-287CF8A3F01A}"/>
                  </a:ext>
                </a:extLst>
              </p:cNvPr>
              <p:cNvSpPr/>
              <p:nvPr/>
            </p:nvSpPr>
            <p:spPr bwMode="auto">
              <a:xfrm>
                <a:off x="3376328" y="2217420"/>
                <a:ext cx="594360" cy="365760"/>
              </a:xfrm>
              <a:prstGeom prst="rect">
                <a:avLst/>
              </a:prstGeom>
              <a:solidFill>
                <a:schemeClr val="tx2"/>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Group Functions</a:t>
                </a:r>
              </a:p>
            </p:txBody>
          </p:sp>
          <p:sp>
            <p:nvSpPr>
              <p:cNvPr id="288" name="Rectangle 287">
                <a:extLst>
                  <a:ext uri="{FF2B5EF4-FFF2-40B4-BE49-F238E27FC236}">
                    <a16:creationId xmlns:a16="http://schemas.microsoft.com/office/drawing/2014/main" id="{136E5511-11CC-8762-E98E-FD0021FE281F}"/>
                  </a:ext>
                </a:extLst>
              </p:cNvPr>
              <p:cNvSpPr/>
              <p:nvPr/>
            </p:nvSpPr>
            <p:spPr bwMode="auto">
              <a:xfrm>
                <a:off x="4034696" y="2217420"/>
                <a:ext cx="594360" cy="365760"/>
              </a:xfrm>
              <a:prstGeom prst="rect">
                <a:avLst/>
              </a:prstGeom>
              <a:solidFill>
                <a:schemeClr val="tx1">
                  <a:lumMod val="8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GBS</a:t>
                </a:r>
              </a:p>
            </p:txBody>
          </p:sp>
          <p:sp>
            <p:nvSpPr>
              <p:cNvPr id="289" name="Rectangle 288">
                <a:extLst>
                  <a:ext uri="{FF2B5EF4-FFF2-40B4-BE49-F238E27FC236}">
                    <a16:creationId xmlns:a16="http://schemas.microsoft.com/office/drawing/2014/main" id="{4D036494-C731-4DA7-6410-3298CA465E97}"/>
                  </a:ext>
                </a:extLst>
              </p:cNvPr>
              <p:cNvSpPr/>
              <p:nvPr/>
            </p:nvSpPr>
            <p:spPr bwMode="auto">
              <a:xfrm>
                <a:off x="4034696" y="2720340"/>
                <a:ext cx="594360" cy="228600"/>
              </a:xfrm>
              <a:prstGeom prst="rect">
                <a:avLst/>
              </a:prstGeom>
              <a:solidFill>
                <a:schemeClr val="tx2"/>
              </a:solidFill>
              <a:ln w="0">
                <a:noFill/>
                <a:prstDash val="solid"/>
                <a:round/>
                <a:headEnd/>
                <a:tailEnd/>
              </a:ln>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SSC</a:t>
                </a:r>
              </a:p>
            </p:txBody>
          </p:sp>
        </p:grpSp>
      </p:grpSp>
      <p:grpSp>
        <p:nvGrpSpPr>
          <p:cNvPr id="380" name="Group 379">
            <a:extLst>
              <a:ext uri="{FF2B5EF4-FFF2-40B4-BE49-F238E27FC236}">
                <a16:creationId xmlns:a16="http://schemas.microsoft.com/office/drawing/2014/main" id="{688ECD3C-78C3-77C9-5B6C-F2127CACD5A7}"/>
              </a:ext>
            </a:extLst>
          </p:cNvPr>
          <p:cNvGrpSpPr/>
          <p:nvPr/>
        </p:nvGrpSpPr>
        <p:grpSpPr>
          <a:xfrm>
            <a:off x="5067300" y="1508085"/>
            <a:ext cx="2057400" cy="1692989"/>
            <a:chOff x="5067300" y="1530945"/>
            <a:chExt cx="2057400" cy="1692989"/>
          </a:xfrm>
        </p:grpSpPr>
        <p:cxnSp>
          <p:nvCxnSpPr>
            <p:cNvPr id="328" name="Connector: Elbow 327">
              <a:extLst>
                <a:ext uri="{FF2B5EF4-FFF2-40B4-BE49-F238E27FC236}">
                  <a16:creationId xmlns:a16="http://schemas.microsoft.com/office/drawing/2014/main" id="{E1809AF8-883F-56E4-CDAB-218DCDD56C8D}"/>
                </a:ext>
              </a:extLst>
            </p:cNvPr>
            <p:cNvCxnSpPr>
              <a:cxnSpLocks/>
              <a:stCxn id="239" idx="2"/>
              <a:endCxn id="240" idx="0"/>
            </p:cNvCxnSpPr>
            <p:nvPr/>
          </p:nvCxnSpPr>
          <p:spPr>
            <a:xfrm rot="5400000">
              <a:off x="5698911" y="2003884"/>
              <a:ext cx="135811" cy="658368"/>
            </a:xfrm>
            <a:prstGeom prst="bentConnector3">
              <a:avLst>
                <a:gd name="adj1" fmla="val 50000"/>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1" name="Connector: Elbow 330">
              <a:extLst>
                <a:ext uri="{FF2B5EF4-FFF2-40B4-BE49-F238E27FC236}">
                  <a16:creationId xmlns:a16="http://schemas.microsoft.com/office/drawing/2014/main" id="{38CCDE0B-B087-65C7-A11F-1ED6FEC02749}"/>
                </a:ext>
              </a:extLst>
            </p:cNvPr>
            <p:cNvCxnSpPr>
              <a:cxnSpLocks/>
              <a:stCxn id="239" idx="2"/>
              <a:endCxn id="242" idx="0"/>
            </p:cNvCxnSpPr>
            <p:nvPr/>
          </p:nvCxnSpPr>
          <p:spPr>
            <a:xfrm rot="16200000" flipH="1">
              <a:off x="6357279" y="2003884"/>
              <a:ext cx="135811" cy="658368"/>
            </a:xfrm>
            <a:prstGeom prst="bentConnector3">
              <a:avLst>
                <a:gd name="adj1" fmla="val 50000"/>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2" name="Straight Arrow Connector 351">
              <a:extLst>
                <a:ext uri="{FF2B5EF4-FFF2-40B4-BE49-F238E27FC236}">
                  <a16:creationId xmlns:a16="http://schemas.microsoft.com/office/drawing/2014/main" id="{77FAC8E0-A591-8A1E-30A1-24A390B46EEC}"/>
                </a:ext>
              </a:extLst>
            </p:cNvPr>
            <p:cNvCxnSpPr>
              <a:cxnSpLocks/>
              <a:stCxn id="239" idx="2"/>
              <a:endCxn id="241" idx="0"/>
            </p:cNvCxnSpPr>
            <p:nvPr/>
          </p:nvCxnSpPr>
          <p:spPr>
            <a:xfrm>
              <a:off x="6096000" y="2265163"/>
              <a:ext cx="0" cy="135811"/>
            </a:xfrm>
            <a:prstGeom prst="straightConnector1">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5" name="Straight Arrow Connector 354">
              <a:extLst>
                <a:ext uri="{FF2B5EF4-FFF2-40B4-BE49-F238E27FC236}">
                  <a16:creationId xmlns:a16="http://schemas.microsoft.com/office/drawing/2014/main" id="{6B5334C3-4E12-72DF-EA8D-958ED3B36F85}"/>
                </a:ext>
              </a:extLst>
            </p:cNvPr>
            <p:cNvCxnSpPr>
              <a:cxnSpLocks/>
              <a:stCxn id="242" idx="2"/>
              <a:endCxn id="243" idx="0"/>
            </p:cNvCxnSpPr>
            <p:nvPr/>
          </p:nvCxnSpPr>
          <p:spPr>
            <a:xfrm>
              <a:off x="6754368" y="2766734"/>
              <a:ext cx="0" cy="137160"/>
            </a:xfrm>
            <a:prstGeom prst="straightConnector1">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62" name="Group 261">
              <a:extLst>
                <a:ext uri="{FF2B5EF4-FFF2-40B4-BE49-F238E27FC236}">
                  <a16:creationId xmlns:a16="http://schemas.microsoft.com/office/drawing/2014/main" id="{CC113F2A-70CC-F8C9-F27A-70C8BA237772}"/>
                </a:ext>
              </a:extLst>
            </p:cNvPr>
            <p:cNvGrpSpPr/>
            <p:nvPr/>
          </p:nvGrpSpPr>
          <p:grpSpPr>
            <a:xfrm>
              <a:off x="5067300" y="1530945"/>
              <a:ext cx="2057400" cy="1692989"/>
              <a:chOff x="2644808" y="1347391"/>
              <a:chExt cx="2057400" cy="1692989"/>
            </a:xfrm>
          </p:grpSpPr>
          <p:sp>
            <p:nvSpPr>
              <p:cNvPr id="237" name="Rectangle 236">
                <a:extLst>
                  <a:ext uri="{FF2B5EF4-FFF2-40B4-BE49-F238E27FC236}">
                    <a16:creationId xmlns:a16="http://schemas.microsoft.com/office/drawing/2014/main" id="{A5AB03C6-34BA-42E9-75F7-0CC40FA2B4CC}"/>
                  </a:ext>
                </a:extLst>
              </p:cNvPr>
              <p:cNvSpPr/>
              <p:nvPr/>
            </p:nvSpPr>
            <p:spPr bwMode="auto">
              <a:xfrm>
                <a:off x="2644808" y="1760220"/>
                <a:ext cx="2057400" cy="1280160"/>
              </a:xfrm>
              <a:prstGeom prst="rect">
                <a:avLst/>
              </a:prstGeom>
              <a:noFill/>
              <a:ln w="6350">
                <a:solidFill>
                  <a:schemeClr val="bg1">
                    <a:lumMod val="50000"/>
                    <a:lumOff val="50000"/>
                  </a:schemeClr>
                </a:solidFill>
                <a:prstDash val="solid"/>
                <a:round/>
                <a:headEnd/>
                <a:tailEnd/>
              </a:ln>
            </p:spPr>
            <p:txBody>
              <a:bodyPr vert="horz" wrap="square" lIns="91440" tIns="45720" rIns="91440" bIns="45720" numCol="1" rtlCol="0" anchor="ctr" anchorCtr="0" compatLnSpc="1">
                <a:prstTxWarp prst="textNoShape">
                  <a:avLst/>
                </a:prstTxWarp>
                <a:noAutofit/>
              </a:bodyPr>
              <a:lstStyle/>
              <a:p>
                <a:pPr marL="0" marR="0" lvl="0" indent="0" algn="ctr" defTabSz="914400" eaLnBrk="1" fontAlgn="base" latinLnBrk="0" hangingPunct="1">
                  <a:lnSpc>
                    <a:spcPct val="100000"/>
                  </a:lnSpc>
                  <a:spcBef>
                    <a:spcPct val="0"/>
                  </a:spcBef>
                  <a:spcAft>
                    <a:spcPts val="600"/>
                  </a:spcAft>
                  <a:buClrTx/>
                  <a:buSzTx/>
                  <a:buFontTx/>
                  <a:buNone/>
                  <a:tabLst/>
                  <a:defRPr/>
                </a:pPr>
                <a:endParaRPr kumimoji="0" lang="en-US" sz="12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endParaRPr>
              </a:p>
            </p:txBody>
          </p:sp>
          <p:sp>
            <p:nvSpPr>
              <p:cNvPr id="238" name="Rectangle 237">
                <a:extLst>
                  <a:ext uri="{FF2B5EF4-FFF2-40B4-BE49-F238E27FC236}">
                    <a16:creationId xmlns:a16="http://schemas.microsoft.com/office/drawing/2014/main" id="{CD2A4CC5-2620-73AD-B89E-096D326541E1}"/>
                  </a:ext>
                </a:extLst>
              </p:cNvPr>
              <p:cNvSpPr>
                <a:spLocks/>
              </p:cNvSpPr>
              <p:nvPr/>
            </p:nvSpPr>
            <p:spPr bwMode="auto">
              <a:xfrm>
                <a:off x="2644808" y="1347391"/>
                <a:ext cx="2057400" cy="411480"/>
              </a:xfrm>
              <a:prstGeom prst="rect">
                <a:avLst/>
              </a:prstGeom>
              <a:solidFill>
                <a:schemeClr val="tx1">
                  <a:lumMod val="50000"/>
                </a:schemeClr>
              </a:solidFill>
              <a:ln w="6350">
                <a:solidFill>
                  <a:schemeClr val="bg1">
                    <a:lumMod val="50000"/>
                    <a:lumOff val="50000"/>
                  </a:schemeClr>
                </a:solidFill>
                <a:prstDash val="solid"/>
                <a:round/>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cs typeface="Arial" panose="020B0604020202020204" pitchFamily="34" charset="0"/>
                    <a:sym typeface="EYInterstate Light" panose="02000506000000020004" pitchFamily="2" charset="0"/>
                  </a:rPr>
                  <a:t>Functional SSCs</a:t>
                </a:r>
              </a:p>
            </p:txBody>
          </p:sp>
          <p:sp>
            <p:nvSpPr>
              <p:cNvPr id="239" name="Rectangle 238">
                <a:extLst>
                  <a:ext uri="{FF2B5EF4-FFF2-40B4-BE49-F238E27FC236}">
                    <a16:creationId xmlns:a16="http://schemas.microsoft.com/office/drawing/2014/main" id="{A969FE11-3DC9-7AA9-467B-3F651F65154E}"/>
                  </a:ext>
                </a:extLst>
              </p:cNvPr>
              <p:cNvSpPr/>
              <p:nvPr/>
            </p:nvSpPr>
            <p:spPr bwMode="auto">
              <a:xfrm>
                <a:off x="3376328" y="1850311"/>
                <a:ext cx="594360" cy="231298"/>
              </a:xfrm>
              <a:prstGeom prst="rect">
                <a:avLst/>
              </a:prstGeom>
              <a:solidFill>
                <a:schemeClr val="tx1">
                  <a:lumMod val="7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CEO</a:t>
                </a:r>
              </a:p>
            </p:txBody>
          </p:sp>
          <p:sp>
            <p:nvSpPr>
              <p:cNvPr id="240" name="Rectangle 239">
                <a:extLst>
                  <a:ext uri="{FF2B5EF4-FFF2-40B4-BE49-F238E27FC236}">
                    <a16:creationId xmlns:a16="http://schemas.microsoft.com/office/drawing/2014/main" id="{07F5A571-EEA9-65D5-E096-A1341CDA7D32}"/>
                  </a:ext>
                </a:extLst>
              </p:cNvPr>
              <p:cNvSpPr/>
              <p:nvPr/>
            </p:nvSpPr>
            <p:spPr bwMode="auto">
              <a:xfrm>
                <a:off x="2717960" y="2217420"/>
                <a:ext cx="594360" cy="365760"/>
              </a:xfrm>
              <a:prstGeom prst="rect">
                <a:avLst/>
              </a:prstGeom>
              <a:solidFill>
                <a:schemeClr val="tx1">
                  <a:lumMod val="9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Business</a:t>
                </a:r>
                <a:b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b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Unit </a:t>
                </a:r>
                <a:r>
                  <a:rPr lang="en-US" sz="800" b="1" kern="0" dirty="0">
                    <a:solidFill>
                      <a:srgbClr val="000000"/>
                    </a:solidFill>
                    <a:cs typeface="Arial" panose="020B0604020202020204" pitchFamily="34" charset="0"/>
                    <a:sym typeface="EYInterstate Light" panose="02000506000000020004" pitchFamily="2" charset="0"/>
                  </a:rPr>
                  <a:t>1</a:t>
                </a:r>
                <a:endPar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endParaRPr>
              </a:p>
            </p:txBody>
          </p:sp>
          <p:sp>
            <p:nvSpPr>
              <p:cNvPr id="241" name="Rectangle 240">
                <a:extLst>
                  <a:ext uri="{FF2B5EF4-FFF2-40B4-BE49-F238E27FC236}">
                    <a16:creationId xmlns:a16="http://schemas.microsoft.com/office/drawing/2014/main" id="{CFD792F3-97DE-81FF-CD17-A544BAB39AEE}"/>
                  </a:ext>
                </a:extLst>
              </p:cNvPr>
              <p:cNvSpPr/>
              <p:nvPr/>
            </p:nvSpPr>
            <p:spPr bwMode="auto">
              <a:xfrm>
                <a:off x="3376328" y="2217420"/>
                <a:ext cx="594360" cy="365760"/>
              </a:xfrm>
              <a:prstGeom prst="rect">
                <a:avLst/>
              </a:prstGeom>
              <a:solidFill>
                <a:schemeClr val="tx1">
                  <a:lumMod val="9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Business</a:t>
                </a:r>
                <a:b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b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Unit </a:t>
                </a:r>
                <a:r>
                  <a:rPr lang="en-US" sz="800" b="1" kern="0" dirty="0">
                    <a:solidFill>
                      <a:srgbClr val="000000"/>
                    </a:solidFill>
                    <a:cs typeface="Arial" panose="020B0604020202020204" pitchFamily="34" charset="0"/>
                    <a:sym typeface="EYInterstate Light" panose="02000506000000020004" pitchFamily="2" charset="0"/>
                  </a:rPr>
                  <a:t>2</a:t>
                </a:r>
                <a:endPar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endParaRPr>
              </a:p>
            </p:txBody>
          </p:sp>
          <p:sp>
            <p:nvSpPr>
              <p:cNvPr id="242" name="Rectangle 241">
                <a:extLst>
                  <a:ext uri="{FF2B5EF4-FFF2-40B4-BE49-F238E27FC236}">
                    <a16:creationId xmlns:a16="http://schemas.microsoft.com/office/drawing/2014/main" id="{B83165DB-3A48-F7CD-90D8-FCCD048E046F}"/>
                  </a:ext>
                </a:extLst>
              </p:cNvPr>
              <p:cNvSpPr/>
              <p:nvPr/>
            </p:nvSpPr>
            <p:spPr bwMode="auto">
              <a:xfrm>
                <a:off x="4034696" y="2217420"/>
                <a:ext cx="594360" cy="365760"/>
              </a:xfrm>
              <a:prstGeom prst="rect">
                <a:avLst/>
              </a:prstGeom>
              <a:solidFill>
                <a:schemeClr val="tx2"/>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Group</a:t>
                </a:r>
                <a:b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b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Function</a:t>
                </a:r>
              </a:p>
            </p:txBody>
          </p:sp>
          <p:sp>
            <p:nvSpPr>
              <p:cNvPr id="243" name="Rectangle 242">
                <a:extLst>
                  <a:ext uri="{FF2B5EF4-FFF2-40B4-BE49-F238E27FC236}">
                    <a16:creationId xmlns:a16="http://schemas.microsoft.com/office/drawing/2014/main" id="{C4BDEE6B-10A5-6317-EEDA-9ADB93CC9560}"/>
                  </a:ext>
                </a:extLst>
              </p:cNvPr>
              <p:cNvSpPr/>
              <p:nvPr/>
            </p:nvSpPr>
            <p:spPr bwMode="auto">
              <a:xfrm>
                <a:off x="4034696" y="2720340"/>
                <a:ext cx="594360" cy="228600"/>
              </a:xfrm>
              <a:prstGeom prst="rect">
                <a:avLst/>
              </a:prstGeom>
              <a:solidFill>
                <a:schemeClr val="tx2"/>
              </a:solidFill>
              <a:ln w="0">
                <a:noFill/>
                <a:prstDash val="solid"/>
                <a:round/>
                <a:headEnd/>
                <a:tailEnd/>
              </a:ln>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SSC</a:t>
                </a:r>
              </a:p>
            </p:txBody>
          </p:sp>
        </p:grpSp>
      </p:grpSp>
      <p:grpSp>
        <p:nvGrpSpPr>
          <p:cNvPr id="381" name="Group 380">
            <a:extLst>
              <a:ext uri="{FF2B5EF4-FFF2-40B4-BE49-F238E27FC236}">
                <a16:creationId xmlns:a16="http://schemas.microsoft.com/office/drawing/2014/main" id="{511AD59A-07FC-9727-CE44-5BBEC5F7B047}"/>
              </a:ext>
            </a:extLst>
          </p:cNvPr>
          <p:cNvGrpSpPr/>
          <p:nvPr/>
        </p:nvGrpSpPr>
        <p:grpSpPr>
          <a:xfrm>
            <a:off x="2781300" y="1508085"/>
            <a:ext cx="2057400" cy="1692989"/>
            <a:chOff x="2781300" y="1530945"/>
            <a:chExt cx="2057400" cy="1692989"/>
          </a:xfrm>
        </p:grpSpPr>
        <p:cxnSp>
          <p:nvCxnSpPr>
            <p:cNvPr id="322" name="Connector: Elbow 321">
              <a:extLst>
                <a:ext uri="{FF2B5EF4-FFF2-40B4-BE49-F238E27FC236}">
                  <a16:creationId xmlns:a16="http://schemas.microsoft.com/office/drawing/2014/main" id="{1FA752A8-9BF4-DF4D-FF3C-1F9C871A30AA}"/>
                </a:ext>
              </a:extLst>
            </p:cNvPr>
            <p:cNvCxnSpPr>
              <a:cxnSpLocks/>
              <a:stCxn id="293" idx="2"/>
              <a:endCxn id="296" idx="0"/>
            </p:cNvCxnSpPr>
            <p:nvPr/>
          </p:nvCxnSpPr>
          <p:spPr>
            <a:xfrm rot="16200000" flipH="1">
              <a:off x="4071279" y="2003884"/>
              <a:ext cx="135811" cy="658368"/>
            </a:xfrm>
            <a:prstGeom prst="bentConnector3">
              <a:avLst>
                <a:gd name="adj1" fmla="val 50000"/>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Connector: Elbow 324">
              <a:extLst>
                <a:ext uri="{FF2B5EF4-FFF2-40B4-BE49-F238E27FC236}">
                  <a16:creationId xmlns:a16="http://schemas.microsoft.com/office/drawing/2014/main" id="{AEE1A6F8-4A79-FEAE-BFE0-BE66852D9C96}"/>
                </a:ext>
              </a:extLst>
            </p:cNvPr>
            <p:cNvCxnSpPr>
              <a:cxnSpLocks/>
              <a:stCxn id="293" idx="2"/>
              <a:endCxn id="294" idx="0"/>
            </p:cNvCxnSpPr>
            <p:nvPr/>
          </p:nvCxnSpPr>
          <p:spPr>
            <a:xfrm rot="5400000">
              <a:off x="3412911" y="2003884"/>
              <a:ext cx="135811" cy="658368"/>
            </a:xfrm>
            <a:prstGeom prst="bentConnector3">
              <a:avLst>
                <a:gd name="adj1" fmla="val 50000"/>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6" name="Straight Arrow Connector 345">
              <a:extLst>
                <a:ext uri="{FF2B5EF4-FFF2-40B4-BE49-F238E27FC236}">
                  <a16:creationId xmlns:a16="http://schemas.microsoft.com/office/drawing/2014/main" id="{BABF99AC-E0CA-B583-E675-9C22B98DC45F}"/>
                </a:ext>
              </a:extLst>
            </p:cNvPr>
            <p:cNvCxnSpPr>
              <a:cxnSpLocks/>
              <a:stCxn id="293" idx="2"/>
              <a:endCxn id="304" idx="0"/>
            </p:cNvCxnSpPr>
            <p:nvPr/>
          </p:nvCxnSpPr>
          <p:spPr>
            <a:xfrm>
              <a:off x="3810000" y="2265163"/>
              <a:ext cx="0" cy="637382"/>
            </a:xfrm>
            <a:prstGeom prst="straightConnector1">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9" name="Straight Arrow Connector 348">
              <a:extLst>
                <a:ext uri="{FF2B5EF4-FFF2-40B4-BE49-F238E27FC236}">
                  <a16:creationId xmlns:a16="http://schemas.microsoft.com/office/drawing/2014/main" id="{DA1B236C-EB10-5152-3430-1B7D4F3C190E}"/>
                </a:ext>
              </a:extLst>
            </p:cNvPr>
            <p:cNvCxnSpPr>
              <a:cxnSpLocks/>
              <a:stCxn id="294" idx="2"/>
              <a:endCxn id="303" idx="0"/>
            </p:cNvCxnSpPr>
            <p:nvPr/>
          </p:nvCxnSpPr>
          <p:spPr>
            <a:xfrm>
              <a:off x="3151632" y="2766734"/>
              <a:ext cx="0" cy="137160"/>
            </a:xfrm>
            <a:prstGeom prst="straightConnector1">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B8219A4B-B15F-6519-3413-C2B31A73C0EF}"/>
                </a:ext>
              </a:extLst>
            </p:cNvPr>
            <p:cNvGrpSpPr/>
            <p:nvPr/>
          </p:nvGrpSpPr>
          <p:grpSpPr>
            <a:xfrm>
              <a:off x="2781300" y="1530945"/>
              <a:ext cx="2057400" cy="1692989"/>
              <a:chOff x="2644808" y="1347391"/>
              <a:chExt cx="2057400" cy="1692989"/>
            </a:xfrm>
          </p:grpSpPr>
          <p:sp>
            <p:nvSpPr>
              <p:cNvPr id="291" name="Rectangle 290">
                <a:extLst>
                  <a:ext uri="{FF2B5EF4-FFF2-40B4-BE49-F238E27FC236}">
                    <a16:creationId xmlns:a16="http://schemas.microsoft.com/office/drawing/2014/main" id="{487E3B3F-3A59-CA37-88A8-F2BCDBCF9D78}"/>
                  </a:ext>
                </a:extLst>
              </p:cNvPr>
              <p:cNvSpPr/>
              <p:nvPr/>
            </p:nvSpPr>
            <p:spPr bwMode="auto">
              <a:xfrm>
                <a:off x="2644808" y="1760220"/>
                <a:ext cx="2057400" cy="1280160"/>
              </a:xfrm>
              <a:prstGeom prst="rect">
                <a:avLst/>
              </a:prstGeom>
              <a:noFill/>
              <a:ln w="6350">
                <a:solidFill>
                  <a:schemeClr val="bg1">
                    <a:lumMod val="50000"/>
                    <a:lumOff val="50000"/>
                  </a:schemeClr>
                </a:solidFill>
                <a:prstDash val="solid"/>
                <a:round/>
                <a:headEnd/>
                <a:tailEnd/>
              </a:ln>
            </p:spPr>
            <p:txBody>
              <a:bodyPr vert="horz" wrap="square" lIns="91440" tIns="45720" rIns="91440" bIns="45720" numCol="1" rtlCol="0" anchor="ctr" anchorCtr="0" compatLnSpc="1">
                <a:prstTxWarp prst="textNoShape">
                  <a:avLst/>
                </a:prstTxWarp>
                <a:noAutofit/>
              </a:bodyPr>
              <a:lstStyle/>
              <a:p>
                <a:pPr marL="0" marR="0" lvl="0" indent="0" algn="ctr" defTabSz="914400" eaLnBrk="1" fontAlgn="base" latinLnBrk="0" hangingPunct="1">
                  <a:lnSpc>
                    <a:spcPct val="100000"/>
                  </a:lnSpc>
                  <a:spcBef>
                    <a:spcPct val="0"/>
                  </a:spcBef>
                  <a:spcAft>
                    <a:spcPts val="600"/>
                  </a:spcAft>
                  <a:buClrTx/>
                  <a:buSzTx/>
                  <a:buFontTx/>
                  <a:buNone/>
                  <a:tabLst/>
                  <a:defRPr/>
                </a:pPr>
                <a:endParaRPr kumimoji="0" lang="en-US" sz="12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endParaRPr>
              </a:p>
            </p:txBody>
          </p:sp>
          <p:sp>
            <p:nvSpPr>
              <p:cNvPr id="292" name="Rectangle 291">
                <a:extLst>
                  <a:ext uri="{FF2B5EF4-FFF2-40B4-BE49-F238E27FC236}">
                    <a16:creationId xmlns:a16="http://schemas.microsoft.com/office/drawing/2014/main" id="{33CACF70-41E0-7A22-D3FB-F0A247F49C5D}"/>
                  </a:ext>
                </a:extLst>
              </p:cNvPr>
              <p:cNvSpPr>
                <a:spLocks/>
              </p:cNvSpPr>
              <p:nvPr/>
            </p:nvSpPr>
            <p:spPr bwMode="auto">
              <a:xfrm>
                <a:off x="2644808" y="1347391"/>
                <a:ext cx="2057400" cy="411480"/>
              </a:xfrm>
              <a:prstGeom prst="rect">
                <a:avLst/>
              </a:prstGeom>
              <a:solidFill>
                <a:schemeClr val="tx1">
                  <a:lumMod val="50000"/>
                </a:schemeClr>
              </a:solidFill>
              <a:ln w="6350">
                <a:solidFill>
                  <a:schemeClr val="bg1">
                    <a:lumMod val="50000"/>
                    <a:lumOff val="50000"/>
                  </a:schemeClr>
                </a:solidFill>
                <a:prstDash val="solid"/>
                <a:round/>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cs typeface="Arial" panose="020B0604020202020204" pitchFamily="34" charset="0"/>
                    <a:sym typeface="EYInterstate Light" panose="02000506000000020004" pitchFamily="2" charset="0"/>
                  </a:rPr>
                  <a:t>Divisional SSCs</a:t>
                </a:r>
              </a:p>
            </p:txBody>
          </p:sp>
          <p:sp>
            <p:nvSpPr>
              <p:cNvPr id="293" name="Rectangle 292">
                <a:extLst>
                  <a:ext uri="{FF2B5EF4-FFF2-40B4-BE49-F238E27FC236}">
                    <a16:creationId xmlns:a16="http://schemas.microsoft.com/office/drawing/2014/main" id="{A95C5985-A4BA-4032-CF6F-A277F05B2DD1}"/>
                  </a:ext>
                </a:extLst>
              </p:cNvPr>
              <p:cNvSpPr/>
              <p:nvPr/>
            </p:nvSpPr>
            <p:spPr bwMode="auto">
              <a:xfrm>
                <a:off x="3376328" y="1850311"/>
                <a:ext cx="594360" cy="231298"/>
              </a:xfrm>
              <a:prstGeom prst="rect">
                <a:avLst/>
              </a:prstGeom>
              <a:solidFill>
                <a:schemeClr val="tx1">
                  <a:lumMod val="7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CEO</a:t>
                </a:r>
              </a:p>
            </p:txBody>
          </p:sp>
          <p:sp>
            <p:nvSpPr>
              <p:cNvPr id="294" name="Rectangle 293">
                <a:extLst>
                  <a:ext uri="{FF2B5EF4-FFF2-40B4-BE49-F238E27FC236}">
                    <a16:creationId xmlns:a16="http://schemas.microsoft.com/office/drawing/2014/main" id="{898B7618-5E39-1B89-A377-6ADD5F02D43C}"/>
                  </a:ext>
                </a:extLst>
              </p:cNvPr>
              <p:cNvSpPr/>
              <p:nvPr/>
            </p:nvSpPr>
            <p:spPr bwMode="auto">
              <a:xfrm>
                <a:off x="2717960" y="2217420"/>
                <a:ext cx="594360" cy="365760"/>
              </a:xfrm>
              <a:prstGeom prst="rect">
                <a:avLst/>
              </a:prstGeom>
              <a:solidFill>
                <a:schemeClr val="tx1">
                  <a:lumMod val="9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Business</a:t>
                </a:r>
                <a:b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b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Unit </a:t>
                </a:r>
                <a:r>
                  <a:rPr lang="en-US" sz="800" b="1" kern="0" dirty="0">
                    <a:solidFill>
                      <a:srgbClr val="000000"/>
                    </a:solidFill>
                    <a:cs typeface="Arial" panose="020B0604020202020204" pitchFamily="34" charset="0"/>
                    <a:sym typeface="EYInterstate Light" panose="02000506000000020004" pitchFamily="2" charset="0"/>
                  </a:rPr>
                  <a:t>1</a:t>
                </a:r>
                <a:endPar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endParaRPr>
              </a:p>
            </p:txBody>
          </p:sp>
          <p:sp>
            <p:nvSpPr>
              <p:cNvPr id="295" name="Rectangle 294">
                <a:extLst>
                  <a:ext uri="{FF2B5EF4-FFF2-40B4-BE49-F238E27FC236}">
                    <a16:creationId xmlns:a16="http://schemas.microsoft.com/office/drawing/2014/main" id="{0AB7106D-109F-B076-256B-BE11A9CE5BB3}"/>
                  </a:ext>
                </a:extLst>
              </p:cNvPr>
              <p:cNvSpPr/>
              <p:nvPr/>
            </p:nvSpPr>
            <p:spPr bwMode="auto">
              <a:xfrm>
                <a:off x="3376328" y="2217420"/>
                <a:ext cx="594360" cy="365760"/>
              </a:xfrm>
              <a:prstGeom prst="rect">
                <a:avLst/>
              </a:prstGeom>
              <a:solidFill>
                <a:schemeClr val="tx1">
                  <a:lumMod val="9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Business</a:t>
                </a:r>
                <a:b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b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Unit </a:t>
                </a:r>
                <a:r>
                  <a:rPr lang="en-US" sz="800" b="1" kern="0" dirty="0">
                    <a:solidFill>
                      <a:srgbClr val="000000"/>
                    </a:solidFill>
                    <a:cs typeface="Arial" panose="020B0604020202020204" pitchFamily="34" charset="0"/>
                    <a:sym typeface="EYInterstate Light" panose="02000506000000020004" pitchFamily="2" charset="0"/>
                  </a:rPr>
                  <a:t>2</a:t>
                </a:r>
                <a:endPar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endParaRPr>
              </a:p>
            </p:txBody>
          </p:sp>
          <p:sp>
            <p:nvSpPr>
              <p:cNvPr id="296" name="Rectangle 295">
                <a:extLst>
                  <a:ext uri="{FF2B5EF4-FFF2-40B4-BE49-F238E27FC236}">
                    <a16:creationId xmlns:a16="http://schemas.microsoft.com/office/drawing/2014/main" id="{DACF304F-F6CD-AD9B-5BAD-D1F01847A17A}"/>
                  </a:ext>
                </a:extLst>
              </p:cNvPr>
              <p:cNvSpPr/>
              <p:nvPr/>
            </p:nvSpPr>
            <p:spPr bwMode="auto">
              <a:xfrm>
                <a:off x="4034696" y="2217420"/>
                <a:ext cx="594360" cy="365760"/>
              </a:xfrm>
              <a:prstGeom prst="rect">
                <a:avLst/>
              </a:prstGeom>
              <a:solidFill>
                <a:schemeClr val="tx1">
                  <a:lumMod val="8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Group</a:t>
                </a:r>
                <a:b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b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Function</a:t>
                </a:r>
              </a:p>
            </p:txBody>
          </p:sp>
          <p:sp>
            <p:nvSpPr>
              <p:cNvPr id="303" name="Rectangle 302">
                <a:extLst>
                  <a:ext uri="{FF2B5EF4-FFF2-40B4-BE49-F238E27FC236}">
                    <a16:creationId xmlns:a16="http://schemas.microsoft.com/office/drawing/2014/main" id="{7281316B-8EEA-1271-F78A-ABA6BD4B4406}"/>
                  </a:ext>
                </a:extLst>
              </p:cNvPr>
              <p:cNvSpPr/>
              <p:nvPr/>
            </p:nvSpPr>
            <p:spPr bwMode="auto">
              <a:xfrm>
                <a:off x="2717960" y="2720340"/>
                <a:ext cx="594360" cy="228600"/>
              </a:xfrm>
              <a:prstGeom prst="rect">
                <a:avLst/>
              </a:prstGeom>
              <a:solidFill>
                <a:schemeClr val="tx2"/>
              </a:solidFill>
              <a:ln w="0">
                <a:noFill/>
                <a:prstDash val="solid"/>
                <a:round/>
                <a:headEnd/>
                <a:tailEnd/>
              </a:ln>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SSC</a:t>
                </a:r>
              </a:p>
            </p:txBody>
          </p:sp>
          <p:sp>
            <p:nvSpPr>
              <p:cNvPr id="304" name="Rectangle 303">
                <a:extLst>
                  <a:ext uri="{FF2B5EF4-FFF2-40B4-BE49-F238E27FC236}">
                    <a16:creationId xmlns:a16="http://schemas.microsoft.com/office/drawing/2014/main" id="{D81B8CA3-EF14-9F3E-1371-88905FA81F96}"/>
                  </a:ext>
                </a:extLst>
              </p:cNvPr>
              <p:cNvSpPr/>
              <p:nvPr/>
            </p:nvSpPr>
            <p:spPr bwMode="auto">
              <a:xfrm>
                <a:off x="3376328" y="2718991"/>
                <a:ext cx="594360" cy="228600"/>
              </a:xfrm>
              <a:prstGeom prst="rect">
                <a:avLst/>
              </a:prstGeom>
              <a:solidFill>
                <a:schemeClr val="tx2"/>
              </a:solidFill>
              <a:ln w="0">
                <a:noFill/>
                <a:prstDash val="solid"/>
                <a:round/>
                <a:headEnd/>
                <a:tailEnd/>
              </a:ln>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SSC</a:t>
                </a:r>
              </a:p>
            </p:txBody>
          </p:sp>
        </p:grpSp>
      </p:grpSp>
      <p:grpSp>
        <p:nvGrpSpPr>
          <p:cNvPr id="382" name="Group 381">
            <a:extLst>
              <a:ext uri="{FF2B5EF4-FFF2-40B4-BE49-F238E27FC236}">
                <a16:creationId xmlns:a16="http://schemas.microsoft.com/office/drawing/2014/main" id="{1F42ECF6-FA96-834C-5C08-4600531C7E62}"/>
              </a:ext>
            </a:extLst>
          </p:cNvPr>
          <p:cNvGrpSpPr/>
          <p:nvPr/>
        </p:nvGrpSpPr>
        <p:grpSpPr>
          <a:xfrm>
            <a:off x="495300" y="1508085"/>
            <a:ext cx="2057400" cy="1692989"/>
            <a:chOff x="495300" y="1530945"/>
            <a:chExt cx="2057400" cy="1692989"/>
          </a:xfrm>
        </p:grpSpPr>
        <p:cxnSp>
          <p:nvCxnSpPr>
            <p:cNvPr id="306" name="Straight Arrow Connector 305">
              <a:extLst>
                <a:ext uri="{FF2B5EF4-FFF2-40B4-BE49-F238E27FC236}">
                  <a16:creationId xmlns:a16="http://schemas.microsoft.com/office/drawing/2014/main" id="{5B389603-1598-D2C7-09D9-79869142D5ED}"/>
                </a:ext>
              </a:extLst>
            </p:cNvPr>
            <p:cNvCxnSpPr>
              <a:cxnSpLocks/>
              <a:stCxn id="269" idx="2"/>
              <a:endCxn id="301" idx="0"/>
            </p:cNvCxnSpPr>
            <p:nvPr/>
          </p:nvCxnSpPr>
          <p:spPr>
            <a:xfrm>
              <a:off x="1524000" y="2265163"/>
              <a:ext cx="0" cy="638731"/>
            </a:xfrm>
            <a:prstGeom prst="straightConnector1">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8" name="Connector: Elbow 307">
              <a:extLst>
                <a:ext uri="{FF2B5EF4-FFF2-40B4-BE49-F238E27FC236}">
                  <a16:creationId xmlns:a16="http://schemas.microsoft.com/office/drawing/2014/main" id="{AC15D1BF-56A6-8A36-660C-E653C8DE80D7}"/>
                </a:ext>
              </a:extLst>
            </p:cNvPr>
            <p:cNvCxnSpPr>
              <a:cxnSpLocks/>
              <a:stCxn id="269" idx="2"/>
              <a:endCxn id="272" idx="0"/>
            </p:cNvCxnSpPr>
            <p:nvPr/>
          </p:nvCxnSpPr>
          <p:spPr>
            <a:xfrm rot="16200000" flipH="1">
              <a:off x="1785279" y="2003884"/>
              <a:ext cx="135811" cy="658368"/>
            </a:xfrm>
            <a:prstGeom prst="bentConnector3">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9" name="Connector: Elbow 308">
              <a:extLst>
                <a:ext uri="{FF2B5EF4-FFF2-40B4-BE49-F238E27FC236}">
                  <a16:creationId xmlns:a16="http://schemas.microsoft.com/office/drawing/2014/main" id="{C39FB5F0-41FF-A569-F667-FBEB96C75371}"/>
                </a:ext>
              </a:extLst>
            </p:cNvPr>
            <p:cNvCxnSpPr>
              <a:cxnSpLocks/>
              <a:stCxn id="269" idx="2"/>
              <a:endCxn id="270" idx="0"/>
            </p:cNvCxnSpPr>
            <p:nvPr/>
          </p:nvCxnSpPr>
          <p:spPr>
            <a:xfrm rot="5400000">
              <a:off x="1126911" y="2003884"/>
              <a:ext cx="135811" cy="658368"/>
            </a:xfrm>
            <a:prstGeom prst="bentConnector3">
              <a:avLst>
                <a:gd name="adj1" fmla="val 50000"/>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Straight Arrow Connector 314">
              <a:extLst>
                <a:ext uri="{FF2B5EF4-FFF2-40B4-BE49-F238E27FC236}">
                  <a16:creationId xmlns:a16="http://schemas.microsoft.com/office/drawing/2014/main" id="{36BEBAD1-1BA7-1DC7-4717-C3EB1701DEFA}"/>
                </a:ext>
              </a:extLst>
            </p:cNvPr>
            <p:cNvCxnSpPr>
              <a:cxnSpLocks/>
              <a:stCxn id="270" idx="2"/>
              <a:endCxn id="302" idx="0"/>
            </p:cNvCxnSpPr>
            <p:nvPr/>
          </p:nvCxnSpPr>
          <p:spPr>
            <a:xfrm>
              <a:off x="865632" y="2766734"/>
              <a:ext cx="0" cy="137160"/>
            </a:xfrm>
            <a:prstGeom prst="straightConnector1">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9" name="Straight Arrow Connector 318">
              <a:extLst>
                <a:ext uri="{FF2B5EF4-FFF2-40B4-BE49-F238E27FC236}">
                  <a16:creationId xmlns:a16="http://schemas.microsoft.com/office/drawing/2014/main" id="{862BD6E0-78EB-4F3F-1A2B-C1E65F31A608}"/>
                </a:ext>
              </a:extLst>
            </p:cNvPr>
            <p:cNvCxnSpPr>
              <a:cxnSpLocks/>
              <a:stCxn id="272" idx="2"/>
              <a:endCxn id="273" idx="0"/>
            </p:cNvCxnSpPr>
            <p:nvPr/>
          </p:nvCxnSpPr>
          <p:spPr>
            <a:xfrm>
              <a:off x="2182368" y="2766734"/>
              <a:ext cx="0" cy="137160"/>
            </a:xfrm>
            <a:prstGeom prst="straightConnector1">
              <a:avLst/>
            </a:prstGeom>
            <a:ln w="19050">
              <a:solidFill>
                <a:schemeClr val="tx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66" name="Group 265">
              <a:extLst>
                <a:ext uri="{FF2B5EF4-FFF2-40B4-BE49-F238E27FC236}">
                  <a16:creationId xmlns:a16="http://schemas.microsoft.com/office/drawing/2014/main" id="{635F6D09-F4AE-F6E0-2F36-3E910E6DA06E}"/>
                </a:ext>
              </a:extLst>
            </p:cNvPr>
            <p:cNvGrpSpPr/>
            <p:nvPr/>
          </p:nvGrpSpPr>
          <p:grpSpPr>
            <a:xfrm>
              <a:off x="495300" y="1530945"/>
              <a:ext cx="2057400" cy="1692989"/>
              <a:chOff x="2644808" y="1347391"/>
              <a:chExt cx="2057400" cy="1692989"/>
            </a:xfrm>
          </p:grpSpPr>
          <p:sp>
            <p:nvSpPr>
              <p:cNvPr id="267" name="Rectangle 266">
                <a:extLst>
                  <a:ext uri="{FF2B5EF4-FFF2-40B4-BE49-F238E27FC236}">
                    <a16:creationId xmlns:a16="http://schemas.microsoft.com/office/drawing/2014/main" id="{02946E45-D6AC-9B4E-7543-37B2A9F6814E}"/>
                  </a:ext>
                </a:extLst>
              </p:cNvPr>
              <p:cNvSpPr/>
              <p:nvPr/>
            </p:nvSpPr>
            <p:spPr bwMode="auto">
              <a:xfrm>
                <a:off x="2644808" y="1760220"/>
                <a:ext cx="2057400" cy="1280160"/>
              </a:xfrm>
              <a:prstGeom prst="rect">
                <a:avLst/>
              </a:prstGeom>
              <a:noFill/>
              <a:ln w="6350">
                <a:solidFill>
                  <a:schemeClr val="bg1">
                    <a:lumMod val="50000"/>
                    <a:lumOff val="50000"/>
                  </a:schemeClr>
                </a:solidFill>
                <a:prstDash val="solid"/>
                <a:round/>
                <a:headEnd/>
                <a:tailEnd/>
              </a:ln>
            </p:spPr>
            <p:txBody>
              <a:bodyPr vert="horz" wrap="square" lIns="91440" tIns="45720" rIns="91440" bIns="45720" numCol="1" rtlCol="0" anchor="ctr" anchorCtr="0" compatLnSpc="1">
                <a:prstTxWarp prst="textNoShape">
                  <a:avLst/>
                </a:prstTxWarp>
                <a:noAutofit/>
              </a:bodyPr>
              <a:lstStyle/>
              <a:p>
                <a:pPr marL="0" marR="0" lvl="0" indent="0" algn="ctr" defTabSz="914400" eaLnBrk="1" fontAlgn="base" latinLnBrk="0" hangingPunct="1">
                  <a:lnSpc>
                    <a:spcPct val="100000"/>
                  </a:lnSpc>
                  <a:spcBef>
                    <a:spcPct val="0"/>
                  </a:spcBef>
                  <a:spcAft>
                    <a:spcPts val="600"/>
                  </a:spcAft>
                  <a:buClrTx/>
                  <a:buSzTx/>
                  <a:buFontTx/>
                  <a:buNone/>
                  <a:tabLst/>
                  <a:defRPr/>
                </a:pPr>
                <a:endParaRPr kumimoji="0" lang="en-US" sz="12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endParaRPr>
              </a:p>
            </p:txBody>
          </p:sp>
          <p:sp>
            <p:nvSpPr>
              <p:cNvPr id="268" name="Rectangle 267">
                <a:extLst>
                  <a:ext uri="{FF2B5EF4-FFF2-40B4-BE49-F238E27FC236}">
                    <a16:creationId xmlns:a16="http://schemas.microsoft.com/office/drawing/2014/main" id="{54D5EBB5-BBB2-8A51-1AB0-2FEEC62C6F6C}"/>
                  </a:ext>
                </a:extLst>
              </p:cNvPr>
              <p:cNvSpPr>
                <a:spLocks/>
              </p:cNvSpPr>
              <p:nvPr/>
            </p:nvSpPr>
            <p:spPr bwMode="auto">
              <a:xfrm>
                <a:off x="2644808" y="1347391"/>
                <a:ext cx="2057400" cy="411480"/>
              </a:xfrm>
              <a:prstGeom prst="rect">
                <a:avLst/>
              </a:prstGeom>
              <a:solidFill>
                <a:schemeClr val="tx1">
                  <a:lumMod val="50000"/>
                </a:schemeClr>
              </a:solidFill>
              <a:ln w="6350">
                <a:solidFill>
                  <a:schemeClr val="bg1">
                    <a:lumMod val="50000"/>
                    <a:lumOff val="50000"/>
                  </a:schemeClr>
                </a:solidFill>
                <a:prstDash val="solid"/>
                <a:round/>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cs typeface="Arial" panose="020B0604020202020204" pitchFamily="34" charset="0"/>
                    <a:sym typeface="EYInterstate Light" panose="02000506000000020004" pitchFamily="2" charset="0"/>
                  </a:rPr>
                  <a:t>Regional SSCs</a:t>
                </a:r>
              </a:p>
            </p:txBody>
          </p:sp>
          <p:sp>
            <p:nvSpPr>
              <p:cNvPr id="269" name="Rectangle 268">
                <a:extLst>
                  <a:ext uri="{FF2B5EF4-FFF2-40B4-BE49-F238E27FC236}">
                    <a16:creationId xmlns:a16="http://schemas.microsoft.com/office/drawing/2014/main" id="{6E28B5A8-D455-732D-E3CE-8C44CB981BBC}"/>
                  </a:ext>
                </a:extLst>
              </p:cNvPr>
              <p:cNvSpPr/>
              <p:nvPr/>
            </p:nvSpPr>
            <p:spPr bwMode="auto">
              <a:xfrm>
                <a:off x="3376328" y="1850311"/>
                <a:ext cx="594360" cy="231298"/>
              </a:xfrm>
              <a:prstGeom prst="rect">
                <a:avLst/>
              </a:prstGeom>
              <a:solidFill>
                <a:schemeClr val="tx1">
                  <a:lumMod val="7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CEO</a:t>
                </a:r>
              </a:p>
            </p:txBody>
          </p:sp>
          <p:sp>
            <p:nvSpPr>
              <p:cNvPr id="270" name="Rectangle 269">
                <a:extLst>
                  <a:ext uri="{FF2B5EF4-FFF2-40B4-BE49-F238E27FC236}">
                    <a16:creationId xmlns:a16="http://schemas.microsoft.com/office/drawing/2014/main" id="{FC7FBBF8-38C8-4484-2676-2A33DD63D1FA}"/>
                  </a:ext>
                </a:extLst>
              </p:cNvPr>
              <p:cNvSpPr/>
              <p:nvPr/>
            </p:nvSpPr>
            <p:spPr bwMode="auto">
              <a:xfrm>
                <a:off x="2717960" y="2217420"/>
                <a:ext cx="594360" cy="365760"/>
              </a:xfrm>
              <a:prstGeom prst="rect">
                <a:avLst/>
              </a:prstGeom>
              <a:solidFill>
                <a:schemeClr val="tx1">
                  <a:lumMod val="9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EU</a:t>
                </a:r>
              </a:p>
            </p:txBody>
          </p:sp>
          <p:sp>
            <p:nvSpPr>
              <p:cNvPr id="271" name="Rectangle 270">
                <a:extLst>
                  <a:ext uri="{FF2B5EF4-FFF2-40B4-BE49-F238E27FC236}">
                    <a16:creationId xmlns:a16="http://schemas.microsoft.com/office/drawing/2014/main" id="{7466CF55-1904-DA6F-0451-0F8128C57C4B}"/>
                  </a:ext>
                </a:extLst>
              </p:cNvPr>
              <p:cNvSpPr/>
              <p:nvPr/>
            </p:nvSpPr>
            <p:spPr bwMode="auto">
              <a:xfrm>
                <a:off x="3376328" y="2217420"/>
                <a:ext cx="594360" cy="365760"/>
              </a:xfrm>
              <a:prstGeom prst="rect">
                <a:avLst/>
              </a:prstGeom>
              <a:solidFill>
                <a:schemeClr val="tx1">
                  <a:lumMod val="9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lang="en-US" sz="800" b="1" kern="0" dirty="0">
                    <a:solidFill>
                      <a:srgbClr val="000000"/>
                    </a:solidFill>
                    <a:cs typeface="Arial" panose="020B0604020202020204" pitchFamily="34" charset="0"/>
                    <a:sym typeface="EYInterstate Light" panose="02000506000000020004" pitchFamily="2" charset="0"/>
                  </a:rPr>
                  <a:t>NA</a:t>
                </a:r>
                <a:endPar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endParaRPr>
              </a:p>
            </p:txBody>
          </p:sp>
          <p:sp>
            <p:nvSpPr>
              <p:cNvPr id="272" name="Rectangle 271">
                <a:extLst>
                  <a:ext uri="{FF2B5EF4-FFF2-40B4-BE49-F238E27FC236}">
                    <a16:creationId xmlns:a16="http://schemas.microsoft.com/office/drawing/2014/main" id="{5FE99FC8-8624-48AB-D0C0-27AEC8FD1F03}"/>
                  </a:ext>
                </a:extLst>
              </p:cNvPr>
              <p:cNvSpPr/>
              <p:nvPr/>
            </p:nvSpPr>
            <p:spPr bwMode="auto">
              <a:xfrm>
                <a:off x="4034696" y="2217420"/>
                <a:ext cx="594360" cy="365760"/>
              </a:xfrm>
              <a:prstGeom prst="rect">
                <a:avLst/>
              </a:prstGeom>
              <a:solidFill>
                <a:schemeClr val="tx1">
                  <a:lumMod val="95000"/>
                </a:schemeClr>
              </a:solidFill>
              <a:ln w="0">
                <a:noFill/>
                <a:prstDash val="solid"/>
                <a:round/>
                <a:headEnd/>
                <a:tailEnd/>
              </a:ln>
            </p:spPr>
            <p:txBody>
              <a:bodyPr vert="horz" wrap="square" lIns="45720" tIns="45720" rIns="4572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APAC</a:t>
                </a:r>
              </a:p>
            </p:txBody>
          </p:sp>
          <p:sp>
            <p:nvSpPr>
              <p:cNvPr id="273" name="Rectangle 272">
                <a:extLst>
                  <a:ext uri="{FF2B5EF4-FFF2-40B4-BE49-F238E27FC236}">
                    <a16:creationId xmlns:a16="http://schemas.microsoft.com/office/drawing/2014/main" id="{73F6DE07-27FF-FCD0-D5D1-D9192142356B}"/>
                  </a:ext>
                </a:extLst>
              </p:cNvPr>
              <p:cNvSpPr/>
              <p:nvPr/>
            </p:nvSpPr>
            <p:spPr bwMode="auto">
              <a:xfrm>
                <a:off x="4034696" y="2720340"/>
                <a:ext cx="594360" cy="228600"/>
              </a:xfrm>
              <a:prstGeom prst="rect">
                <a:avLst/>
              </a:prstGeom>
              <a:solidFill>
                <a:schemeClr val="tx2"/>
              </a:solidFill>
              <a:ln w="0">
                <a:noFill/>
                <a:prstDash val="solid"/>
                <a:round/>
                <a:headEnd/>
                <a:tailEnd/>
              </a:ln>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SSC</a:t>
                </a:r>
              </a:p>
            </p:txBody>
          </p:sp>
          <p:sp>
            <p:nvSpPr>
              <p:cNvPr id="301" name="Rectangle 300">
                <a:extLst>
                  <a:ext uri="{FF2B5EF4-FFF2-40B4-BE49-F238E27FC236}">
                    <a16:creationId xmlns:a16="http://schemas.microsoft.com/office/drawing/2014/main" id="{55A7BE45-F879-74C3-381A-66D04619C912}"/>
                  </a:ext>
                </a:extLst>
              </p:cNvPr>
              <p:cNvSpPr/>
              <p:nvPr/>
            </p:nvSpPr>
            <p:spPr bwMode="auto">
              <a:xfrm>
                <a:off x="3376328" y="2720340"/>
                <a:ext cx="594360" cy="228600"/>
              </a:xfrm>
              <a:prstGeom prst="rect">
                <a:avLst/>
              </a:prstGeom>
              <a:solidFill>
                <a:schemeClr val="tx2"/>
              </a:solidFill>
              <a:ln w="0">
                <a:noFill/>
                <a:prstDash val="solid"/>
                <a:round/>
                <a:headEnd/>
                <a:tailEnd/>
              </a:ln>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SSC</a:t>
                </a:r>
              </a:p>
            </p:txBody>
          </p:sp>
          <p:sp>
            <p:nvSpPr>
              <p:cNvPr id="302" name="Rectangle 301">
                <a:extLst>
                  <a:ext uri="{FF2B5EF4-FFF2-40B4-BE49-F238E27FC236}">
                    <a16:creationId xmlns:a16="http://schemas.microsoft.com/office/drawing/2014/main" id="{A7040DEC-F1E3-29CC-3990-3F9AEBD44A8E}"/>
                  </a:ext>
                </a:extLst>
              </p:cNvPr>
              <p:cNvSpPr/>
              <p:nvPr/>
            </p:nvSpPr>
            <p:spPr bwMode="auto">
              <a:xfrm>
                <a:off x="2717960" y="2720340"/>
                <a:ext cx="594360" cy="228600"/>
              </a:xfrm>
              <a:prstGeom prst="rect">
                <a:avLst/>
              </a:prstGeom>
              <a:solidFill>
                <a:schemeClr val="tx2"/>
              </a:solidFill>
              <a:ln w="0">
                <a:noFill/>
                <a:prstDash val="solid"/>
                <a:round/>
                <a:headEnd/>
                <a:tailEnd/>
              </a:ln>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buClrTx/>
                  <a:buSzTx/>
                  <a:buFontTx/>
                  <a:buNone/>
                  <a:tabLst/>
                  <a:defRPr/>
                </a:pPr>
                <a:r>
                  <a:rPr kumimoji="0" lang="en-US" sz="800" b="1" i="0" u="none" strike="noStrike" kern="0" cap="none" spc="0" normalizeH="0" baseline="0" noProof="0" dirty="0">
                    <a:ln>
                      <a:noFill/>
                    </a:ln>
                    <a:solidFill>
                      <a:srgbClr val="000000"/>
                    </a:solidFill>
                    <a:effectLst/>
                    <a:uLnTx/>
                    <a:uFillTx/>
                    <a:cs typeface="Arial" panose="020B0604020202020204" pitchFamily="34" charset="0"/>
                    <a:sym typeface="EYInterstate Light" panose="02000506000000020004" pitchFamily="2" charset="0"/>
                  </a:rPr>
                  <a:t>SSC</a:t>
                </a:r>
              </a:p>
            </p:txBody>
          </p:sp>
        </p:grpSp>
      </p:grpSp>
    </p:spTree>
    <p:extLst>
      <p:ext uri="{BB962C8B-B14F-4D97-AF65-F5344CB8AC3E}">
        <p14:creationId xmlns:p14="http://schemas.microsoft.com/office/powerpoint/2010/main" val="223052123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FB2411-56C1-4536-BE57-B34F4C70902E}"/>
            </a:ext>
          </a:extLst>
        </p:cNvPr>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514EFB82-21B8-DA6A-D798-B9B5791AE47E}"/>
              </a:ext>
            </a:extLst>
          </p:cNvPr>
          <p:cNvSpPr>
            <a:spLocks noGrp="1"/>
          </p:cNvSpPr>
          <p:nvPr>
            <p:ph type="sldNum" sz="quarter" idx="12"/>
          </p:nvPr>
        </p:nvSpPr>
        <p:spPr/>
        <p:txBody>
          <a:bodyPr/>
          <a:lstStyle/>
          <a:p>
            <a:fld id="{94FCA0F3-9F3A-694B-99BB-0E592A797735}" type="slidenum">
              <a:rPr lang="en-US" smtClean="0"/>
              <a:t>56</a:t>
            </a:fld>
            <a:endParaRPr lang="en-US"/>
          </a:p>
        </p:txBody>
      </p:sp>
      <p:sp>
        <p:nvSpPr>
          <p:cNvPr id="6" name="Date Placeholder 5">
            <a:extLst>
              <a:ext uri="{FF2B5EF4-FFF2-40B4-BE49-F238E27FC236}">
                <a16:creationId xmlns:a16="http://schemas.microsoft.com/office/drawing/2014/main" id="{6570F855-FBB1-2219-4132-6EB8C9B62E89}"/>
              </a:ext>
            </a:extLst>
          </p:cNvPr>
          <p:cNvSpPr>
            <a:spLocks noGrp="1"/>
          </p:cNvSpPr>
          <p:nvPr>
            <p:ph type="dt" sz="half" idx="10"/>
          </p:nvPr>
        </p:nvSpPr>
        <p:spPr/>
        <p:txBody>
          <a:bodyPr/>
          <a:lstStyle/>
          <a:p>
            <a:fld id="{D3F50A98-9EC2-477B-86D1-736E8292FAD4}" type="datetime1">
              <a:rPr lang="en-US" smtClean="0"/>
              <a:t>9/19/2025</a:t>
            </a:fld>
            <a:endParaRPr lang="en-US"/>
          </a:p>
        </p:txBody>
      </p:sp>
      <p:sp>
        <p:nvSpPr>
          <p:cNvPr id="115" name="TextBox 114">
            <a:extLst>
              <a:ext uri="{FF2B5EF4-FFF2-40B4-BE49-F238E27FC236}">
                <a16:creationId xmlns:a16="http://schemas.microsoft.com/office/drawing/2014/main" id="{4133DC58-9C20-F3F5-F29A-1E97E1109FF9}"/>
              </a:ext>
            </a:extLst>
          </p:cNvPr>
          <p:cNvSpPr txBox="1"/>
          <p:nvPr/>
        </p:nvSpPr>
        <p:spPr>
          <a:xfrm>
            <a:off x="3810000" y="6492240"/>
            <a:ext cx="4572000" cy="182880"/>
          </a:xfrm>
          <a:prstGeom prst="rect">
            <a:avLst/>
          </a:prstGeom>
          <a:noFill/>
        </p:spPr>
        <p:txBody>
          <a:bodyPr wrap="square" lIns="0" tIns="0" rIns="0" bIns="0" rtlCol="0" anchor="ctr" anchorCtr="0">
            <a:noAutofit/>
          </a:bodyPr>
          <a:lstStyle/>
          <a:p>
            <a:pPr marL="0" marR="0" lvl="0" indent="0" algn="ctr" defTabSz="914400" rtl="0" eaLnBrk="1" fontAlgn="auto" latinLnBrk="0" hangingPunct="1">
              <a:spcBef>
                <a:spcPts val="0"/>
              </a:spcBef>
              <a:buClr>
                <a:srgbClr val="27ACAA"/>
              </a:buClr>
              <a:buSzPct val="70000"/>
              <a:buFontTx/>
              <a:buNone/>
              <a:tabLst/>
              <a:defRPr/>
            </a:pPr>
            <a:r>
              <a:rPr lang="en-IN" sz="800" b="1" i="1" dirty="0">
                <a:solidFill>
                  <a:srgbClr val="000000"/>
                </a:solidFill>
                <a:cs typeface="Arial" panose="020B0604020202020204" pitchFamily="34" charset="0"/>
              </a:rPr>
              <a:t>F&amp;F</a:t>
            </a:r>
            <a:r>
              <a:rPr lang="en-IN" sz="800" i="1" dirty="0">
                <a:solidFill>
                  <a:srgbClr val="000000"/>
                </a:solidFill>
                <a:cs typeface="Arial" panose="020B0604020202020204" pitchFamily="34" charset="0"/>
              </a:rPr>
              <a:t>: </a:t>
            </a:r>
            <a:r>
              <a:rPr lang="en-IN" sz="800" b="0" i="1" dirty="0">
                <a:solidFill>
                  <a:srgbClr val="111111"/>
                </a:solidFill>
                <a:effectLst/>
                <a:cs typeface="Arial" panose="020B0604020202020204" pitchFamily="34" charset="0"/>
              </a:rPr>
              <a:t>Full and Final Settlement;   </a:t>
            </a:r>
            <a:r>
              <a:rPr lang="en-IN" sz="800" b="1" i="1" dirty="0">
                <a:solidFill>
                  <a:srgbClr val="111111"/>
                </a:solidFill>
                <a:effectLst/>
                <a:cs typeface="Arial" panose="020B0604020202020204" pitchFamily="34" charset="0"/>
              </a:rPr>
              <a:t>GSO</a:t>
            </a:r>
            <a:r>
              <a:rPr lang="en-IN" sz="800" b="0" i="1" dirty="0">
                <a:solidFill>
                  <a:srgbClr val="111111"/>
                </a:solidFill>
                <a:effectLst/>
                <a:cs typeface="Arial" panose="020B0604020202020204" pitchFamily="34" charset="0"/>
              </a:rPr>
              <a:t>: Global Solution Owners;   </a:t>
            </a:r>
            <a:r>
              <a:rPr lang="en-IN" sz="800" b="1" i="1" dirty="0">
                <a:solidFill>
                  <a:srgbClr val="111111"/>
                </a:solidFill>
                <a:effectLst/>
                <a:cs typeface="Arial" panose="020B0604020202020204" pitchFamily="34" charset="0"/>
              </a:rPr>
              <a:t>SLA</a:t>
            </a:r>
            <a:r>
              <a:rPr lang="en-IN" sz="800" b="0" i="1" dirty="0">
                <a:solidFill>
                  <a:srgbClr val="111111"/>
                </a:solidFill>
                <a:effectLst/>
                <a:cs typeface="Arial" panose="020B0604020202020204" pitchFamily="34" charset="0"/>
              </a:rPr>
              <a:t>: Service Level Agreement</a:t>
            </a:r>
            <a:endParaRPr kumimoji="0" lang="en-IN" sz="800" b="0" i="1" u="none" strike="noStrike" kern="1200" cap="none" spc="0" normalizeH="0" baseline="0" noProof="0" dirty="0">
              <a:ln>
                <a:noFill/>
              </a:ln>
              <a:solidFill>
                <a:srgbClr val="000000"/>
              </a:solidFill>
              <a:effectLst/>
              <a:uLnTx/>
              <a:uFillTx/>
              <a:cs typeface="Arial" panose="020B0604020202020204" pitchFamily="34" charset="0"/>
            </a:endParaRPr>
          </a:p>
        </p:txBody>
      </p:sp>
      <p:sp>
        <p:nvSpPr>
          <p:cNvPr id="117" name="TextBox 116">
            <a:extLst>
              <a:ext uri="{FF2B5EF4-FFF2-40B4-BE49-F238E27FC236}">
                <a16:creationId xmlns:a16="http://schemas.microsoft.com/office/drawing/2014/main" id="{C8ED6FCE-F05C-9C91-A354-126D5C0C76DA}"/>
              </a:ext>
            </a:extLst>
          </p:cNvPr>
          <p:cNvSpPr txBox="1"/>
          <p:nvPr/>
        </p:nvSpPr>
        <p:spPr>
          <a:xfrm>
            <a:off x="495300" y="912668"/>
            <a:ext cx="11201400" cy="365760"/>
          </a:xfrm>
          <a:prstGeom prst="rect">
            <a:avLst/>
          </a:prstGeom>
          <a:noFill/>
        </p:spPr>
        <p:txBody>
          <a:bodyPr wrap="square" lIns="91440" tIns="45720" rIns="91440" bIns="45720" rtlCol="0" anchor="ctr" anchorCtr="0">
            <a:noAutofit/>
          </a:bodyPr>
          <a:lstStyle/>
          <a:p>
            <a:pPr marL="0" marR="0" lvl="0" indent="0" algn="l" defTabSz="914400" rtl="0" eaLnBrk="1" fontAlgn="auto" latinLnBrk="0" hangingPunct="1">
              <a:lnSpc>
                <a:spcPct val="100000"/>
              </a:lnSpc>
              <a:spcBef>
                <a:spcPts val="0"/>
              </a:spcBef>
              <a:spcAft>
                <a:spcPts val="600"/>
              </a:spcAft>
              <a:buClr>
                <a:srgbClr val="27ACAA"/>
              </a:buClr>
              <a:buSzPct val="70000"/>
              <a:buFontTx/>
              <a:buNone/>
              <a:tabLst/>
              <a:defRPr/>
            </a:pPr>
            <a:r>
              <a:rPr kumimoji="0" lang="en-IN" sz="1600" b="0" i="0" u="none" strike="noStrike" kern="1200" cap="none" spc="0" normalizeH="0" baseline="0" noProof="0" dirty="0">
                <a:ln>
                  <a:noFill/>
                </a:ln>
                <a:solidFill>
                  <a:srgbClr val="000000"/>
                </a:solidFill>
                <a:effectLst/>
                <a:uLnTx/>
                <a:uFillTx/>
                <a:ea typeface="+mn-ea"/>
                <a:cs typeface="Arial" panose="020B0604020202020204" pitchFamily="34" charset="0"/>
              </a:rPr>
              <a:t>GBS governance layers need to have clearly define governance objectives, participants, and frequency of meeting</a:t>
            </a:r>
          </a:p>
        </p:txBody>
      </p:sp>
      <p:sp>
        <p:nvSpPr>
          <p:cNvPr id="7" name="Rectangle 6">
            <a:extLst>
              <a:ext uri="{FF2B5EF4-FFF2-40B4-BE49-F238E27FC236}">
                <a16:creationId xmlns:a16="http://schemas.microsoft.com/office/drawing/2014/main" id="{030E5A90-9674-64BB-4E86-17A90C6B336E}"/>
              </a:ext>
            </a:extLst>
          </p:cNvPr>
          <p:cNvSpPr/>
          <p:nvPr/>
        </p:nvSpPr>
        <p:spPr>
          <a:xfrm>
            <a:off x="10363200" y="0"/>
            <a:ext cx="1828800" cy="685800"/>
          </a:xfrm>
          <a:prstGeom prst="rect">
            <a:avLst/>
          </a:prstGeom>
          <a:solidFill>
            <a:schemeClr val="tx2"/>
          </a:solidFill>
          <a:ln w="12700" cap="flat" cmpd="sng" algn="ctr">
            <a:noFill/>
            <a:prstDash val="solid"/>
            <a:miter lim="800000"/>
            <a:headEnd type="none" w="med" len="med"/>
            <a:tailEnd type="none" w="med" len="med"/>
          </a:ln>
          <a:effectLst/>
        </p:spPr>
        <p:txBody>
          <a:bodyPr lIns="91440" tIns="91440" rIns="91440" bIns="91440" rtlCol="0" anchor="ctr" anchorCtr="0"/>
          <a:lstStyle/>
          <a:p>
            <a:pPr marR="0" algn="ctr" defTabSz="914400" eaLnBrk="1" fontAlgn="auto" latinLnBrk="0" hangingPunct="1">
              <a:lnSpc>
                <a:spcPct val="90000"/>
              </a:lnSpc>
              <a:spcBef>
                <a:spcPts val="400"/>
              </a:spcBef>
              <a:spcAft>
                <a:spcPts val="400"/>
              </a:spcAft>
              <a:buClr>
                <a:srgbClr val="FFE600"/>
              </a:buClr>
              <a:buSzTx/>
              <a:tabLst/>
            </a:pPr>
            <a:r>
              <a:rPr lang="en-US" sz="2000" b="1" kern="0" dirty="0">
                <a:solidFill>
                  <a:srgbClr val="FF0000"/>
                </a:solidFill>
              </a:rPr>
              <a:t>Baldev </a:t>
            </a:r>
            <a:endParaRPr kumimoji="0" lang="en-IN" sz="2000" b="1" i="0" u="none" strike="noStrike" kern="0" cap="none" spc="0" normalizeH="0" baseline="0" noProof="0" dirty="0">
              <a:ln>
                <a:noFill/>
              </a:ln>
              <a:solidFill>
                <a:srgbClr val="FF0000"/>
              </a:solidFill>
              <a:effectLst/>
              <a:uLnTx/>
              <a:uFillTx/>
              <a:ea typeface="+mn-ea"/>
              <a:cs typeface="+mn-cs"/>
            </a:endParaRPr>
          </a:p>
        </p:txBody>
      </p:sp>
      <p:sp>
        <p:nvSpPr>
          <p:cNvPr id="11" name="Title 7">
            <a:extLst>
              <a:ext uri="{FF2B5EF4-FFF2-40B4-BE49-F238E27FC236}">
                <a16:creationId xmlns:a16="http://schemas.microsoft.com/office/drawing/2014/main" id="{D8C2D724-3908-E13D-6F9C-D5056412DBBB}"/>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GBS Governance Layers</a:t>
            </a:r>
          </a:p>
        </p:txBody>
      </p:sp>
      <p:sp>
        <p:nvSpPr>
          <p:cNvPr id="16" name="Rectangle 15">
            <a:extLst>
              <a:ext uri="{FF2B5EF4-FFF2-40B4-BE49-F238E27FC236}">
                <a16:creationId xmlns:a16="http://schemas.microsoft.com/office/drawing/2014/main" id="{65D6B975-19E1-9895-FF99-9BC14D631DD6}"/>
              </a:ext>
            </a:extLst>
          </p:cNvPr>
          <p:cNvSpPr/>
          <p:nvPr/>
        </p:nvSpPr>
        <p:spPr>
          <a:xfrm>
            <a:off x="495300" y="1416193"/>
            <a:ext cx="3383280" cy="365760"/>
          </a:xfrm>
          <a:prstGeom prst="rect">
            <a:avLst/>
          </a:prstGeom>
          <a:solidFill>
            <a:srgbClr val="646464"/>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1" i="0" u="none" strike="noStrike" kern="0" cap="none" spc="0" normalizeH="0" baseline="0" noProof="0" dirty="0">
                <a:ln>
                  <a:noFill/>
                </a:ln>
                <a:solidFill>
                  <a:srgbClr val="FFFFFF"/>
                </a:solidFill>
                <a:effectLst/>
                <a:uLnTx/>
                <a:uFillTx/>
                <a:cs typeface="Arial" panose="020B0604020202020204" pitchFamily="34" charset="0"/>
              </a:rPr>
              <a:t>GBS Governance Layers</a:t>
            </a:r>
          </a:p>
        </p:txBody>
      </p:sp>
      <p:sp>
        <p:nvSpPr>
          <p:cNvPr id="17" name="Rectangle 16">
            <a:extLst>
              <a:ext uri="{FF2B5EF4-FFF2-40B4-BE49-F238E27FC236}">
                <a16:creationId xmlns:a16="http://schemas.microsoft.com/office/drawing/2014/main" id="{FAFC77D9-6690-2F7A-C4D4-1CBFA23A4FCA}"/>
              </a:ext>
            </a:extLst>
          </p:cNvPr>
          <p:cNvSpPr/>
          <p:nvPr/>
        </p:nvSpPr>
        <p:spPr>
          <a:xfrm>
            <a:off x="7581900" y="1416193"/>
            <a:ext cx="4114800" cy="365760"/>
          </a:xfrm>
          <a:prstGeom prst="rect">
            <a:avLst/>
          </a:prstGeom>
          <a:solidFill>
            <a:srgbClr val="646464"/>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1" i="0" u="none" strike="noStrike" kern="0" cap="none" spc="0" normalizeH="0" baseline="0" noProof="0" dirty="0">
                <a:ln>
                  <a:noFill/>
                </a:ln>
                <a:solidFill>
                  <a:srgbClr val="FFFFFF"/>
                </a:solidFill>
                <a:effectLst/>
                <a:uLnTx/>
                <a:uFillTx/>
                <a:cs typeface="Arial" panose="020B0604020202020204" pitchFamily="34" charset="0"/>
              </a:rPr>
              <a:t>Governance Objective</a:t>
            </a:r>
          </a:p>
        </p:txBody>
      </p:sp>
      <p:sp>
        <p:nvSpPr>
          <p:cNvPr id="29" name="Rectangle 28">
            <a:extLst>
              <a:ext uri="{FF2B5EF4-FFF2-40B4-BE49-F238E27FC236}">
                <a16:creationId xmlns:a16="http://schemas.microsoft.com/office/drawing/2014/main" id="{F3C2A0A3-A1C7-E7D5-6B6C-4DE7355669D0}"/>
              </a:ext>
            </a:extLst>
          </p:cNvPr>
          <p:cNvSpPr/>
          <p:nvPr/>
        </p:nvSpPr>
        <p:spPr>
          <a:xfrm>
            <a:off x="4015740" y="1416193"/>
            <a:ext cx="3429000" cy="365760"/>
          </a:xfrm>
          <a:prstGeom prst="rect">
            <a:avLst/>
          </a:prstGeom>
          <a:solidFill>
            <a:srgbClr val="646464"/>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1" i="0" u="none" strike="noStrike" kern="0" cap="none" spc="0" normalizeH="0" baseline="0" noProof="0" dirty="0">
                <a:ln>
                  <a:noFill/>
                </a:ln>
                <a:solidFill>
                  <a:srgbClr val="FFFFFF"/>
                </a:solidFill>
                <a:effectLst/>
                <a:uLnTx/>
                <a:uFillTx/>
                <a:cs typeface="Arial" panose="020B0604020202020204" pitchFamily="34" charset="0"/>
              </a:rPr>
              <a:t>Frequency/Participants</a:t>
            </a:r>
          </a:p>
        </p:txBody>
      </p:sp>
      <p:sp>
        <p:nvSpPr>
          <p:cNvPr id="31" name="Rectangle 95">
            <a:extLst>
              <a:ext uri="{FF2B5EF4-FFF2-40B4-BE49-F238E27FC236}">
                <a16:creationId xmlns:a16="http://schemas.microsoft.com/office/drawing/2014/main" id="{7F874D99-C8D2-502A-D10D-E87C2FBEDCF8}"/>
              </a:ext>
            </a:extLst>
          </p:cNvPr>
          <p:cNvSpPr>
            <a:spLocks noChangeArrowheads="1"/>
          </p:cNvSpPr>
          <p:nvPr/>
        </p:nvSpPr>
        <p:spPr bwMode="gray">
          <a:xfrm>
            <a:off x="7581900" y="1870791"/>
            <a:ext cx="4114800" cy="1146468"/>
          </a:xfrm>
          <a:prstGeom prst="rect">
            <a:avLst/>
          </a:prstGeom>
          <a:solidFill>
            <a:schemeClr val="tx1">
              <a:lumMod val="50000"/>
            </a:schemeClr>
          </a:solidFill>
          <a:ln w="9525">
            <a:noFill/>
            <a:miter lim="800000"/>
            <a:headEnd/>
            <a:tailEnd/>
          </a:ln>
        </p:spPr>
        <p:txBody>
          <a:bodyPr wrap="square" lIns="91440" tIns="91440" rIns="91440" bIns="0">
            <a:noAutofit/>
          </a:bodyPr>
          <a:lstStyle/>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Determine overall strategy and provide management oversight</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Conduct periodic review of performance</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Resolve key issues and disputes</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Approve increases in scope of operations/services</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Approve cost center expenditure plans</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Approve functional SLA targets</a:t>
            </a:r>
          </a:p>
        </p:txBody>
      </p:sp>
      <p:sp>
        <p:nvSpPr>
          <p:cNvPr id="32" name="Rectangle 95">
            <a:extLst>
              <a:ext uri="{FF2B5EF4-FFF2-40B4-BE49-F238E27FC236}">
                <a16:creationId xmlns:a16="http://schemas.microsoft.com/office/drawing/2014/main" id="{918E4AC6-3A33-91C1-69B6-E88BC322D315}"/>
              </a:ext>
            </a:extLst>
          </p:cNvPr>
          <p:cNvSpPr>
            <a:spLocks noChangeArrowheads="1"/>
          </p:cNvSpPr>
          <p:nvPr/>
        </p:nvSpPr>
        <p:spPr bwMode="gray">
          <a:xfrm>
            <a:off x="7581900" y="3090411"/>
            <a:ext cx="4114800" cy="1280160"/>
          </a:xfrm>
          <a:prstGeom prst="rect">
            <a:avLst/>
          </a:prstGeom>
          <a:solidFill>
            <a:schemeClr val="tx1">
              <a:lumMod val="50000"/>
            </a:schemeClr>
          </a:solidFill>
          <a:ln w="9525">
            <a:noFill/>
            <a:miter lim="800000"/>
            <a:headEnd/>
            <a:tailEnd/>
          </a:ln>
        </p:spPr>
        <p:txBody>
          <a:bodyPr wrap="square" lIns="91440" tIns="91440" rIns="91440" bIns="0">
            <a:noAutofit/>
          </a:bodyPr>
          <a:lstStyle/>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Establish functional SLA targets</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Review functional performance against SLAs</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Regularly review scope and prepare scope extension proposals for customer </a:t>
            </a:r>
            <a:r>
              <a:rPr lang="en-US" sz="900" kern="0" dirty="0">
                <a:solidFill>
                  <a:srgbClr val="FFFFFF"/>
                </a:solidFill>
              </a:rPr>
              <a:t>board</a:t>
            </a:r>
            <a:endParaRPr kumimoji="0" lang="en-US" sz="900" b="0" i="0" u="none" strike="noStrike" kern="0" cap="none" spc="0" normalizeH="0" baseline="0" noProof="0" dirty="0">
              <a:ln>
                <a:noFill/>
              </a:ln>
              <a:solidFill>
                <a:srgbClr val="FFFFFF"/>
              </a:solidFill>
              <a:effectLst/>
              <a:uLnTx/>
              <a:uFillTx/>
              <a:ea typeface="+mn-ea"/>
              <a:cs typeface="+mn-cs"/>
            </a:endParaRP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Identify, develop and leader business process improvement initiatives</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Identify specific service or process issues</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GB" sz="900" b="0" i="0" u="none" strike="noStrike" kern="0" cap="none" spc="0" normalizeH="0" baseline="0" noProof="0" dirty="0">
                <a:ln>
                  <a:noFill/>
                </a:ln>
                <a:solidFill>
                  <a:srgbClr val="FFFFFF"/>
                </a:solidFill>
                <a:effectLst/>
                <a:uLnTx/>
                <a:uFillTx/>
                <a:ea typeface="+mn-ea"/>
                <a:cs typeface="+mn-cs"/>
              </a:rPr>
              <a:t>Monitor process compliance</a:t>
            </a:r>
            <a:endParaRPr kumimoji="0" lang="en-US" sz="900" b="0" i="0" u="none" strike="noStrike" kern="0" cap="none" spc="0" normalizeH="0" baseline="0" noProof="0" dirty="0">
              <a:ln>
                <a:noFill/>
              </a:ln>
              <a:solidFill>
                <a:srgbClr val="FFFFFF"/>
              </a:solidFill>
              <a:effectLst/>
              <a:uLnTx/>
              <a:uFillTx/>
              <a:ea typeface="+mn-ea"/>
              <a:cs typeface="+mn-cs"/>
            </a:endParaRPr>
          </a:p>
        </p:txBody>
      </p:sp>
      <p:sp>
        <p:nvSpPr>
          <p:cNvPr id="35" name="Rectangle 95">
            <a:extLst>
              <a:ext uri="{FF2B5EF4-FFF2-40B4-BE49-F238E27FC236}">
                <a16:creationId xmlns:a16="http://schemas.microsoft.com/office/drawing/2014/main" id="{B73B73C8-A669-1ED8-7D75-C7F99493B9E5}"/>
              </a:ext>
            </a:extLst>
          </p:cNvPr>
          <p:cNvSpPr>
            <a:spLocks noChangeArrowheads="1"/>
          </p:cNvSpPr>
          <p:nvPr/>
        </p:nvSpPr>
        <p:spPr bwMode="gray">
          <a:xfrm>
            <a:off x="7581900" y="4443723"/>
            <a:ext cx="4114800" cy="1005840"/>
          </a:xfrm>
          <a:prstGeom prst="rect">
            <a:avLst/>
          </a:prstGeom>
          <a:solidFill>
            <a:schemeClr val="tx1">
              <a:lumMod val="50000"/>
            </a:schemeClr>
          </a:solidFill>
          <a:ln w="9525">
            <a:noFill/>
            <a:miter lim="800000"/>
            <a:headEnd/>
            <a:tailEnd/>
          </a:ln>
        </p:spPr>
        <p:txBody>
          <a:bodyPr wrap="square" lIns="91440" tIns="91440" rIns="91440" bIns="0">
            <a:noAutofit/>
          </a:bodyPr>
          <a:lstStyle/>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Monitor the in-scope process execution</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GB" sz="900" b="0" i="0" u="none" strike="noStrike" kern="0" cap="none" spc="0" normalizeH="0" baseline="0" noProof="0" dirty="0">
                <a:ln>
                  <a:noFill/>
                </a:ln>
                <a:solidFill>
                  <a:srgbClr val="FFFFFF"/>
                </a:solidFill>
                <a:effectLst/>
                <a:uLnTx/>
                <a:uFillTx/>
                <a:ea typeface="+mn-ea"/>
                <a:cs typeface="+mn-cs"/>
              </a:rPr>
              <a:t>Monitor local/regional performance, service quality and cost</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GB" sz="900" b="0" i="0" u="none" strike="noStrike" kern="0" cap="none" spc="0" normalizeH="0" baseline="0" noProof="0" dirty="0">
                <a:ln>
                  <a:noFill/>
                </a:ln>
                <a:solidFill>
                  <a:srgbClr val="FFFFFF"/>
                </a:solidFill>
                <a:effectLst/>
                <a:uLnTx/>
                <a:uFillTx/>
                <a:ea typeface="+mn-ea"/>
                <a:cs typeface="+mn-cs"/>
              </a:rPr>
              <a:t>Discuss and manage operational issues</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Analyze root causes of service issues or below target SLA performance</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Entry door for new requests (e.g.</a:t>
            </a:r>
            <a:r>
              <a:rPr lang="en-US" sz="900" kern="0" dirty="0">
                <a:solidFill>
                  <a:srgbClr val="FFFFFF"/>
                </a:solidFill>
              </a:rPr>
              <a:t> new</a:t>
            </a:r>
            <a:r>
              <a:rPr kumimoji="0" lang="en-US" sz="900" b="0" i="0" u="none" strike="noStrike" kern="0" cap="none" spc="0" normalizeH="0" baseline="0" noProof="0" dirty="0">
                <a:ln>
                  <a:noFill/>
                </a:ln>
                <a:solidFill>
                  <a:srgbClr val="FFFFFF"/>
                </a:solidFill>
                <a:effectLst/>
                <a:uLnTx/>
                <a:uFillTx/>
                <a:ea typeface="+mn-ea"/>
                <a:cs typeface="+mn-cs"/>
              </a:rPr>
              <a:t> entity)</a:t>
            </a:r>
          </a:p>
        </p:txBody>
      </p:sp>
      <p:sp>
        <p:nvSpPr>
          <p:cNvPr id="37" name="Rectangle 95">
            <a:extLst>
              <a:ext uri="{FF2B5EF4-FFF2-40B4-BE49-F238E27FC236}">
                <a16:creationId xmlns:a16="http://schemas.microsoft.com/office/drawing/2014/main" id="{B0EEB7CE-6A70-464E-CB1E-8A38841222CB}"/>
              </a:ext>
            </a:extLst>
          </p:cNvPr>
          <p:cNvSpPr>
            <a:spLocks noChangeArrowheads="1"/>
          </p:cNvSpPr>
          <p:nvPr/>
        </p:nvSpPr>
        <p:spPr bwMode="gray">
          <a:xfrm>
            <a:off x="7581900" y="5522715"/>
            <a:ext cx="4114800" cy="822960"/>
          </a:xfrm>
          <a:prstGeom prst="rect">
            <a:avLst/>
          </a:prstGeom>
          <a:solidFill>
            <a:schemeClr val="tx1">
              <a:lumMod val="50000"/>
            </a:schemeClr>
          </a:solidFill>
          <a:ln w="9525">
            <a:noFill/>
            <a:miter lim="800000"/>
            <a:headEnd/>
            <a:tailEnd/>
          </a:ln>
        </p:spPr>
        <p:txBody>
          <a:bodyPr wrap="square" lIns="91440" tIns="91440" rIns="91440" bIns="0">
            <a:noAutofit/>
          </a:bodyPr>
          <a:lstStyle/>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Service request and delivery</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Incident management</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Proactive and reactive problem management</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Service level management</a:t>
            </a:r>
          </a:p>
        </p:txBody>
      </p:sp>
      <p:sp>
        <p:nvSpPr>
          <p:cNvPr id="45" name="Rectangle 95">
            <a:extLst>
              <a:ext uri="{FF2B5EF4-FFF2-40B4-BE49-F238E27FC236}">
                <a16:creationId xmlns:a16="http://schemas.microsoft.com/office/drawing/2014/main" id="{2B5B707A-CCA7-3A9A-8008-9F5C35943A48}"/>
              </a:ext>
            </a:extLst>
          </p:cNvPr>
          <p:cNvSpPr>
            <a:spLocks noChangeArrowheads="1"/>
          </p:cNvSpPr>
          <p:nvPr/>
        </p:nvSpPr>
        <p:spPr bwMode="gray">
          <a:xfrm>
            <a:off x="4015740" y="1870791"/>
            <a:ext cx="3429000" cy="1146468"/>
          </a:xfrm>
          <a:prstGeom prst="rect">
            <a:avLst/>
          </a:prstGeom>
          <a:solidFill>
            <a:schemeClr val="tx1">
              <a:lumMod val="50000"/>
            </a:schemeClr>
          </a:solidFill>
          <a:ln w="9525">
            <a:noFill/>
            <a:miter lim="800000"/>
            <a:headEnd/>
            <a:tailEnd/>
          </a:ln>
        </p:spPr>
        <p:txBody>
          <a:bodyPr wrap="square" lIns="91440" tIns="91440" rIns="91440" bIns="0">
            <a:noAutofit/>
          </a:bodyPr>
          <a:lstStyle/>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E.g., quarterly during implementation, semi-annually in steady-state</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1" i="0" u="none" strike="noStrike" kern="0" cap="none" spc="0" normalizeH="0" baseline="0" noProof="0" dirty="0">
                <a:ln>
                  <a:noFill/>
                </a:ln>
                <a:solidFill>
                  <a:srgbClr val="FFFFFF"/>
                </a:solidFill>
                <a:effectLst/>
                <a:uLnTx/>
                <a:uFillTx/>
                <a:ea typeface="+mn-ea"/>
                <a:cs typeface="+mn-cs"/>
              </a:rPr>
              <a:t>Division/functions</a:t>
            </a:r>
            <a:r>
              <a:rPr kumimoji="0" lang="en-US" sz="900" b="0" i="0" u="none" strike="noStrike" kern="0" cap="none" spc="0" normalizeH="0" baseline="0" noProof="0" dirty="0">
                <a:ln>
                  <a:noFill/>
                </a:ln>
                <a:solidFill>
                  <a:srgbClr val="FFFFFF"/>
                </a:solidFill>
                <a:effectLst/>
                <a:uLnTx/>
                <a:uFillTx/>
                <a:ea typeface="+mn-ea"/>
                <a:cs typeface="+mn-cs"/>
              </a:rPr>
              <a:t>: Key representatives to ensure full mandate for strategic oversight</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1" i="0" u="none" strike="noStrike" kern="0" cap="none" spc="0" normalizeH="0" baseline="0" noProof="0" dirty="0">
                <a:ln>
                  <a:noFill/>
                </a:ln>
                <a:solidFill>
                  <a:srgbClr val="FFFFFF"/>
                </a:solidFill>
                <a:effectLst/>
                <a:uLnTx/>
                <a:uFillTx/>
                <a:ea typeface="+mn-ea"/>
                <a:cs typeface="+mn-cs"/>
              </a:rPr>
              <a:t>GBS</a:t>
            </a:r>
            <a:r>
              <a:rPr kumimoji="0" lang="en-US" sz="900" b="0" i="0" u="none" strike="noStrike" kern="0" cap="none" spc="0" normalizeH="0" baseline="0" noProof="0" dirty="0">
                <a:ln>
                  <a:noFill/>
                </a:ln>
                <a:solidFill>
                  <a:srgbClr val="FFFFFF"/>
                </a:solidFill>
                <a:effectLst/>
                <a:uLnTx/>
                <a:uFillTx/>
                <a:ea typeface="+mn-ea"/>
                <a:cs typeface="+mn-cs"/>
              </a:rPr>
              <a:t>: Head of GBS, heads of solution and delivery </a:t>
            </a:r>
            <a:r>
              <a:rPr lang="en-US" sz="900" kern="0" dirty="0">
                <a:solidFill>
                  <a:srgbClr val="FFFFFF"/>
                </a:solidFill>
              </a:rPr>
              <a:t>excellence</a:t>
            </a:r>
            <a:r>
              <a:rPr kumimoji="0" lang="en-US" sz="900" b="0" i="0" u="none" strike="noStrike" kern="0" cap="none" spc="0" normalizeH="0" baseline="0" noProof="0" dirty="0">
                <a:ln>
                  <a:noFill/>
                </a:ln>
                <a:solidFill>
                  <a:srgbClr val="FFFFFF"/>
                </a:solidFill>
                <a:effectLst/>
                <a:uLnTx/>
                <a:uFillTx/>
                <a:ea typeface="+mn-ea"/>
                <a:cs typeface="+mn-cs"/>
              </a:rPr>
              <a:t>, head of customer </a:t>
            </a:r>
            <a:r>
              <a:rPr lang="en-US" sz="900" kern="0" dirty="0">
                <a:solidFill>
                  <a:srgbClr val="FFFFFF"/>
                </a:solidFill>
              </a:rPr>
              <a:t>excellence</a:t>
            </a:r>
            <a:r>
              <a:rPr kumimoji="0" lang="en-US" sz="900" b="0" i="0" u="none" strike="noStrike" kern="0" cap="none" spc="0" normalizeH="0" baseline="0" noProof="0" dirty="0">
                <a:ln>
                  <a:noFill/>
                </a:ln>
                <a:solidFill>
                  <a:srgbClr val="FFFFFF"/>
                </a:solidFill>
                <a:effectLst/>
                <a:uLnTx/>
                <a:uFillTx/>
                <a:ea typeface="+mn-ea"/>
                <a:cs typeface="+mn-cs"/>
              </a:rPr>
              <a:t>, GBS center </a:t>
            </a:r>
            <a:r>
              <a:rPr lang="en-US" sz="900" kern="0" dirty="0">
                <a:solidFill>
                  <a:srgbClr val="FFFFFF"/>
                </a:solidFill>
              </a:rPr>
              <a:t>heads</a:t>
            </a:r>
            <a:endParaRPr kumimoji="0" lang="en-US" sz="900" b="0" i="0" u="none" strike="noStrike" kern="0" cap="none" spc="0" normalizeH="0" baseline="0" noProof="0" dirty="0">
              <a:ln>
                <a:noFill/>
              </a:ln>
              <a:solidFill>
                <a:srgbClr val="FFFFFF"/>
              </a:solidFill>
              <a:effectLst/>
              <a:uLnTx/>
              <a:uFillTx/>
              <a:ea typeface="+mn-ea"/>
              <a:cs typeface="+mn-cs"/>
            </a:endParaRPr>
          </a:p>
        </p:txBody>
      </p:sp>
      <p:sp>
        <p:nvSpPr>
          <p:cNvPr id="46" name="Rectangle 95">
            <a:extLst>
              <a:ext uri="{FF2B5EF4-FFF2-40B4-BE49-F238E27FC236}">
                <a16:creationId xmlns:a16="http://schemas.microsoft.com/office/drawing/2014/main" id="{D5BACBF6-EB68-2518-BF10-141484BBDEB1}"/>
              </a:ext>
            </a:extLst>
          </p:cNvPr>
          <p:cNvSpPr>
            <a:spLocks noChangeArrowheads="1"/>
          </p:cNvSpPr>
          <p:nvPr/>
        </p:nvSpPr>
        <p:spPr bwMode="gray">
          <a:xfrm>
            <a:off x="4015740" y="3090411"/>
            <a:ext cx="3429000" cy="1280160"/>
          </a:xfrm>
          <a:prstGeom prst="rect">
            <a:avLst/>
          </a:prstGeom>
          <a:solidFill>
            <a:schemeClr val="tx1">
              <a:lumMod val="50000"/>
            </a:schemeClr>
          </a:solidFill>
          <a:ln w="9525">
            <a:noFill/>
            <a:miter lim="800000"/>
            <a:headEnd/>
            <a:tailEnd/>
          </a:ln>
        </p:spPr>
        <p:txBody>
          <a:bodyPr wrap="square" lIns="91440" tIns="91440" rIns="91440" bIns="0">
            <a:noAutofit/>
          </a:bodyPr>
          <a:lstStyle/>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E.g., monthly during implementation, bi-monthly in steady-state</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Regular participants of </a:t>
            </a:r>
            <a:r>
              <a:rPr lang="en-US" sz="900" kern="0" dirty="0">
                <a:solidFill>
                  <a:srgbClr val="FFFFFF"/>
                </a:solidFill>
              </a:rPr>
              <a:t>Divisional</a:t>
            </a:r>
            <a:r>
              <a:rPr kumimoji="0" lang="en-US" sz="900" b="0" i="0" u="none" strike="noStrike" kern="0" cap="none" spc="0" normalizeH="0" baseline="0" noProof="0" dirty="0">
                <a:ln>
                  <a:noFill/>
                </a:ln>
                <a:solidFill>
                  <a:srgbClr val="FFFFFF"/>
                </a:solidFill>
                <a:effectLst/>
                <a:uLnTx/>
                <a:uFillTx/>
                <a:ea typeface="+mn-ea"/>
                <a:cs typeface="+mn-cs"/>
              </a:rPr>
              <a:t>/</a:t>
            </a:r>
            <a:r>
              <a:rPr lang="en-US" sz="900" kern="0" dirty="0">
                <a:solidFill>
                  <a:srgbClr val="FFFFFF"/>
                </a:solidFill>
              </a:rPr>
              <a:t>functional</a:t>
            </a:r>
            <a:r>
              <a:rPr kumimoji="0" lang="en-US" sz="900" b="0" i="0" u="none" strike="noStrike" kern="0" cap="none" spc="0" normalizeH="0" baseline="0" noProof="0" dirty="0">
                <a:ln>
                  <a:noFill/>
                </a:ln>
                <a:solidFill>
                  <a:srgbClr val="FFFFFF"/>
                </a:solidFill>
                <a:effectLst/>
                <a:uLnTx/>
                <a:uFillTx/>
                <a:ea typeface="+mn-ea"/>
                <a:cs typeface="+mn-cs"/>
              </a:rPr>
              <a:t> </a:t>
            </a:r>
            <a:r>
              <a:rPr lang="en-US" sz="900" kern="0" dirty="0">
                <a:solidFill>
                  <a:srgbClr val="FFFFFF"/>
                </a:solidFill>
              </a:rPr>
              <a:t>committee</a:t>
            </a:r>
            <a:endParaRPr kumimoji="0" lang="en-US" sz="900" b="0" i="0" u="none" strike="noStrike" kern="0" cap="none" spc="0" normalizeH="0" baseline="0" noProof="0" dirty="0">
              <a:ln>
                <a:noFill/>
              </a:ln>
              <a:solidFill>
                <a:srgbClr val="FFFFFF"/>
              </a:solidFill>
              <a:effectLst/>
              <a:uLnTx/>
              <a:uFillTx/>
              <a:ea typeface="+mn-ea"/>
              <a:cs typeface="+mn-cs"/>
            </a:endParaRP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1" i="0" u="none" strike="noStrike" kern="0" cap="none" spc="0" normalizeH="0" baseline="0" noProof="0" dirty="0">
                <a:ln>
                  <a:noFill/>
                </a:ln>
                <a:solidFill>
                  <a:srgbClr val="FFFFFF"/>
                </a:solidFill>
                <a:effectLst/>
                <a:uLnTx/>
                <a:uFillTx/>
                <a:ea typeface="+mn-ea"/>
                <a:cs typeface="+mn-cs"/>
              </a:rPr>
              <a:t>GBS</a:t>
            </a:r>
            <a:r>
              <a:rPr kumimoji="0" lang="en-US" sz="900" b="0" i="0" u="none" strike="noStrike" kern="0" cap="none" spc="0" normalizeH="0" baseline="0" noProof="0" dirty="0">
                <a:ln>
                  <a:noFill/>
                </a:ln>
                <a:solidFill>
                  <a:srgbClr val="FFFFFF"/>
                </a:solidFill>
                <a:effectLst/>
                <a:uLnTx/>
                <a:uFillTx/>
                <a:ea typeface="+mn-ea"/>
                <a:cs typeface="+mn-cs"/>
              </a:rPr>
              <a:t>: GSO, likely global and/or regional functional </a:t>
            </a:r>
            <a:r>
              <a:rPr lang="en-US" sz="900" kern="0" dirty="0">
                <a:solidFill>
                  <a:srgbClr val="FFFFFF"/>
                </a:solidFill>
              </a:rPr>
              <a:t>delivery</a:t>
            </a:r>
            <a:r>
              <a:rPr kumimoji="0" lang="en-US" sz="900" b="0" i="0" u="none" strike="noStrike" kern="0" cap="none" spc="0" normalizeH="0" baseline="0" noProof="0" dirty="0">
                <a:ln>
                  <a:noFill/>
                </a:ln>
                <a:solidFill>
                  <a:srgbClr val="FFFFFF"/>
                </a:solidFill>
                <a:effectLst/>
                <a:uLnTx/>
                <a:uFillTx/>
                <a:ea typeface="+mn-ea"/>
                <a:cs typeface="+mn-cs"/>
              </a:rPr>
              <a:t> Lead(s) optional head of solution </a:t>
            </a:r>
            <a:r>
              <a:rPr lang="en-US" sz="900" kern="0" dirty="0">
                <a:solidFill>
                  <a:srgbClr val="FFFFFF"/>
                </a:solidFill>
              </a:rPr>
              <a:t>excellence</a:t>
            </a:r>
            <a:endParaRPr kumimoji="0" lang="en-US" sz="900" b="0" i="0" u="none" strike="noStrike" kern="0" cap="none" spc="0" normalizeH="0" baseline="0" noProof="0" dirty="0">
              <a:ln>
                <a:noFill/>
              </a:ln>
              <a:solidFill>
                <a:srgbClr val="FFFFFF"/>
              </a:solidFill>
              <a:effectLst/>
              <a:uLnTx/>
              <a:uFillTx/>
              <a:ea typeface="+mn-ea"/>
              <a:cs typeface="+mn-cs"/>
            </a:endParaRPr>
          </a:p>
        </p:txBody>
      </p:sp>
      <p:sp>
        <p:nvSpPr>
          <p:cNvPr id="47" name="Rectangle 95">
            <a:extLst>
              <a:ext uri="{FF2B5EF4-FFF2-40B4-BE49-F238E27FC236}">
                <a16:creationId xmlns:a16="http://schemas.microsoft.com/office/drawing/2014/main" id="{50DBF295-C158-265B-23E1-0C6DA75B8ED3}"/>
              </a:ext>
            </a:extLst>
          </p:cNvPr>
          <p:cNvSpPr>
            <a:spLocks noChangeArrowheads="1"/>
          </p:cNvSpPr>
          <p:nvPr/>
        </p:nvSpPr>
        <p:spPr bwMode="gray">
          <a:xfrm>
            <a:off x="4015740" y="4443723"/>
            <a:ext cx="3429000" cy="1005840"/>
          </a:xfrm>
          <a:prstGeom prst="rect">
            <a:avLst/>
          </a:prstGeom>
          <a:solidFill>
            <a:schemeClr val="tx1">
              <a:lumMod val="50000"/>
            </a:schemeClr>
          </a:solidFill>
          <a:ln w="9525">
            <a:noFill/>
            <a:miter lim="800000"/>
            <a:headEnd/>
            <a:tailEnd/>
          </a:ln>
        </p:spPr>
        <p:txBody>
          <a:bodyPr wrap="square" lIns="91440" tIns="91440" rIns="91440" bIns="0">
            <a:noAutofit/>
          </a:bodyPr>
          <a:lstStyle/>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Monthly</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By region or local?</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1" i="0" u="none" strike="noStrike" kern="0" cap="none" spc="0" normalizeH="0" baseline="0" noProof="0" dirty="0">
                <a:ln>
                  <a:noFill/>
                </a:ln>
                <a:solidFill>
                  <a:srgbClr val="FFFFFF"/>
                </a:solidFill>
                <a:effectLst/>
                <a:uLnTx/>
                <a:uFillTx/>
                <a:ea typeface="+mn-ea"/>
                <a:cs typeface="+mn-cs"/>
              </a:rPr>
              <a:t>Division/functions</a:t>
            </a:r>
            <a:r>
              <a:rPr kumimoji="0" lang="en-US" sz="900" b="0" i="0" u="none" strike="noStrike" kern="0" cap="none" spc="0" normalizeH="0" baseline="0" noProof="0" dirty="0">
                <a:ln>
                  <a:noFill/>
                </a:ln>
                <a:solidFill>
                  <a:srgbClr val="FFFFFF"/>
                </a:solidFill>
                <a:effectLst/>
                <a:uLnTx/>
                <a:uFillTx/>
                <a:ea typeface="+mn-ea"/>
                <a:cs typeface="+mn-cs"/>
              </a:rPr>
              <a:t>: Regional / local / operations / commercial / functional head</a:t>
            </a:r>
          </a:p>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1" i="0" u="none" strike="noStrike" kern="0" cap="none" spc="0" normalizeH="0" baseline="0" noProof="0" dirty="0">
                <a:ln>
                  <a:noFill/>
                </a:ln>
                <a:solidFill>
                  <a:srgbClr val="FFFFFF"/>
                </a:solidFill>
                <a:effectLst/>
                <a:uLnTx/>
                <a:uFillTx/>
                <a:ea typeface="+mn-ea"/>
                <a:cs typeface="+mn-cs"/>
              </a:rPr>
              <a:t>GBS</a:t>
            </a:r>
            <a:r>
              <a:rPr kumimoji="0" lang="en-US" sz="900" b="0" i="0" u="none" strike="noStrike" kern="0" cap="none" spc="0" normalizeH="0" baseline="0" noProof="0" dirty="0">
                <a:ln>
                  <a:noFill/>
                </a:ln>
                <a:solidFill>
                  <a:srgbClr val="FFFFFF"/>
                </a:solidFill>
                <a:effectLst/>
                <a:uLnTx/>
                <a:uFillTx/>
                <a:ea typeface="+mn-ea"/>
                <a:cs typeface="+mn-cs"/>
              </a:rPr>
              <a:t>: Head of DC; functional leader; </a:t>
            </a:r>
            <a:r>
              <a:rPr lang="en-US" sz="900" kern="0" dirty="0">
                <a:solidFill>
                  <a:srgbClr val="FFFFFF"/>
                </a:solidFill>
              </a:rPr>
              <a:t>head</a:t>
            </a:r>
            <a:r>
              <a:rPr kumimoji="0" lang="en-US" sz="900" b="0" i="0" u="none" strike="noStrike" kern="0" cap="none" spc="0" normalizeH="0" baseline="0" noProof="0" dirty="0">
                <a:ln>
                  <a:noFill/>
                </a:ln>
                <a:solidFill>
                  <a:srgbClr val="FFFFFF"/>
                </a:solidFill>
                <a:effectLst/>
                <a:uLnTx/>
                <a:uFillTx/>
                <a:ea typeface="+mn-ea"/>
                <a:cs typeface="+mn-cs"/>
              </a:rPr>
              <a:t> of service </a:t>
            </a:r>
            <a:r>
              <a:rPr lang="en-US" sz="900" kern="0" dirty="0">
                <a:solidFill>
                  <a:srgbClr val="FFFFFF"/>
                </a:solidFill>
              </a:rPr>
              <a:t>mgmt.</a:t>
            </a:r>
            <a:endParaRPr kumimoji="0" lang="en-US" sz="900" b="0" i="0" u="none" strike="noStrike" kern="0" cap="none" spc="0" normalizeH="0" baseline="0" noProof="0" dirty="0">
              <a:ln>
                <a:noFill/>
              </a:ln>
              <a:solidFill>
                <a:srgbClr val="FFFFFF"/>
              </a:solidFill>
              <a:effectLst/>
              <a:uLnTx/>
              <a:uFillTx/>
              <a:ea typeface="+mn-ea"/>
              <a:cs typeface="+mn-cs"/>
            </a:endParaRPr>
          </a:p>
        </p:txBody>
      </p:sp>
      <p:sp>
        <p:nvSpPr>
          <p:cNvPr id="48" name="Rectangle 95">
            <a:extLst>
              <a:ext uri="{FF2B5EF4-FFF2-40B4-BE49-F238E27FC236}">
                <a16:creationId xmlns:a16="http://schemas.microsoft.com/office/drawing/2014/main" id="{F34515DE-9578-678E-D057-E4D80342B322}"/>
              </a:ext>
            </a:extLst>
          </p:cNvPr>
          <p:cNvSpPr>
            <a:spLocks noChangeArrowheads="1"/>
          </p:cNvSpPr>
          <p:nvPr/>
        </p:nvSpPr>
        <p:spPr bwMode="gray">
          <a:xfrm>
            <a:off x="4015740" y="5522715"/>
            <a:ext cx="3429000" cy="822960"/>
          </a:xfrm>
          <a:prstGeom prst="rect">
            <a:avLst/>
          </a:prstGeom>
          <a:solidFill>
            <a:schemeClr val="tx1">
              <a:lumMod val="50000"/>
            </a:schemeClr>
          </a:solidFill>
          <a:ln w="9525">
            <a:noFill/>
            <a:miter lim="800000"/>
            <a:headEnd/>
            <a:tailEnd/>
          </a:ln>
        </p:spPr>
        <p:txBody>
          <a:bodyPr wrap="square" lIns="91440" tIns="91440" rIns="91440" bIns="0">
            <a:noAutofit/>
          </a:bodyPr>
          <a:lstStyle/>
          <a:p>
            <a:pPr marL="137160" marR="0" lvl="1" indent="-137160" algn="l" defTabSz="914400" rtl="0" eaLnBrk="1" fontAlgn="auto" latinLnBrk="0" hangingPunct="1">
              <a:lnSpc>
                <a:spcPct val="100000"/>
              </a:lnSpc>
              <a:spcBef>
                <a:spcPts val="200"/>
              </a:spcBef>
              <a:buClr>
                <a:schemeClr val="tx2"/>
              </a:buClr>
              <a:buSzPct val="75000"/>
              <a:buFont typeface="Arial" panose="020B0604020202020204" pitchFamily="34" charset="0"/>
              <a:buChar char="►"/>
              <a:tabLst/>
              <a:defRPr/>
            </a:pPr>
            <a:r>
              <a:rPr kumimoji="0" lang="en-US" sz="900" b="0" i="0" u="none" strike="noStrike" kern="0" cap="none" spc="0" normalizeH="0" baseline="0" noProof="0" dirty="0">
                <a:ln>
                  <a:noFill/>
                </a:ln>
                <a:solidFill>
                  <a:srgbClr val="FFFFFF"/>
                </a:solidFill>
                <a:effectLst/>
                <a:uLnTx/>
                <a:uFillTx/>
                <a:ea typeface="+mn-ea"/>
                <a:cs typeface="+mn-cs"/>
              </a:rPr>
              <a:t>Daily, operational</a:t>
            </a:r>
          </a:p>
        </p:txBody>
      </p:sp>
      <p:grpSp>
        <p:nvGrpSpPr>
          <p:cNvPr id="122" name="Group 121">
            <a:extLst>
              <a:ext uri="{FF2B5EF4-FFF2-40B4-BE49-F238E27FC236}">
                <a16:creationId xmlns:a16="http://schemas.microsoft.com/office/drawing/2014/main" id="{A3ADB3B8-B936-6AB8-C075-7FC0A3D0DB73}"/>
              </a:ext>
            </a:extLst>
          </p:cNvPr>
          <p:cNvGrpSpPr/>
          <p:nvPr/>
        </p:nvGrpSpPr>
        <p:grpSpPr>
          <a:xfrm>
            <a:off x="493367" y="5522715"/>
            <a:ext cx="3385213" cy="822960"/>
            <a:chOff x="493367" y="5522715"/>
            <a:chExt cx="3385213" cy="822960"/>
          </a:xfrm>
        </p:grpSpPr>
        <p:cxnSp>
          <p:nvCxnSpPr>
            <p:cNvPr id="91" name="Straight Connector 90">
              <a:extLst>
                <a:ext uri="{FF2B5EF4-FFF2-40B4-BE49-F238E27FC236}">
                  <a16:creationId xmlns:a16="http://schemas.microsoft.com/office/drawing/2014/main" id="{DB68706E-FEEE-4FE1-F21C-4DA9B67A0338}"/>
                </a:ext>
              </a:extLst>
            </p:cNvPr>
            <p:cNvCxnSpPr>
              <a:stCxn id="78" idx="3"/>
              <a:endCxn id="73" idx="1"/>
            </p:cNvCxnSpPr>
            <p:nvPr/>
          </p:nvCxnSpPr>
          <p:spPr>
            <a:xfrm flipV="1">
              <a:off x="2047847" y="5934195"/>
              <a:ext cx="1327813" cy="1479"/>
            </a:xfrm>
            <a:prstGeom prst="line">
              <a:avLst/>
            </a:prstGeom>
            <a:ln w="19050">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sp>
          <p:nvSpPr>
            <p:cNvPr id="62" name="Rectangle 61">
              <a:extLst>
                <a:ext uri="{FF2B5EF4-FFF2-40B4-BE49-F238E27FC236}">
                  <a16:creationId xmlns:a16="http://schemas.microsoft.com/office/drawing/2014/main" id="{9E387EA7-8DEC-4648-690F-C37E20851A6B}"/>
                </a:ext>
              </a:extLst>
            </p:cNvPr>
            <p:cNvSpPr/>
            <p:nvPr/>
          </p:nvSpPr>
          <p:spPr>
            <a:xfrm rot="16200000">
              <a:off x="310487" y="5705595"/>
              <a:ext cx="822960" cy="457200"/>
            </a:xfrm>
            <a:prstGeom prst="rect">
              <a:avLst/>
            </a:prstGeom>
            <a:ln>
              <a:noFill/>
            </a:ln>
          </p:spPr>
          <p:txBody>
            <a:bodyPr wrap="square" lIns="45720" rIns="45720" anchor="ctr">
              <a:noAutofit/>
            </a:bodyPr>
            <a:lstStyle/>
            <a:p>
              <a:pPr algn="ctr"/>
              <a:r>
                <a:rPr lang="en-US" sz="1200" b="1" kern="0" dirty="0">
                  <a:solidFill>
                    <a:srgbClr val="2E2E38"/>
                  </a:solidFill>
                  <a:cs typeface="Arial" panose="020B0604020202020204" pitchFamily="34" charset="0"/>
                </a:rPr>
                <a:t>Service </a:t>
              </a:r>
            </a:p>
            <a:p>
              <a:pPr algn="ctr"/>
              <a:r>
                <a:rPr lang="en-US" sz="1200" b="1" kern="0" dirty="0">
                  <a:solidFill>
                    <a:srgbClr val="2E2E38"/>
                  </a:solidFill>
                  <a:cs typeface="Arial" panose="020B0604020202020204" pitchFamily="34" charset="0"/>
                </a:rPr>
                <a:t>Mgmt.</a:t>
              </a:r>
              <a:endParaRPr lang="de-DE" sz="1200" b="1" kern="0" dirty="0">
                <a:solidFill>
                  <a:srgbClr val="2E2E38"/>
                </a:solidFill>
                <a:cs typeface="Arial" panose="020B0604020202020204" pitchFamily="34" charset="0"/>
              </a:endParaRPr>
            </a:p>
          </p:txBody>
        </p:sp>
        <p:sp>
          <p:nvSpPr>
            <p:cNvPr id="73" name="Rounded Rectangle 38">
              <a:extLst>
                <a:ext uri="{FF2B5EF4-FFF2-40B4-BE49-F238E27FC236}">
                  <a16:creationId xmlns:a16="http://schemas.microsoft.com/office/drawing/2014/main" id="{4D1AD1CF-8BD9-836E-CA6D-D8C89D698EA0}"/>
                </a:ext>
              </a:extLst>
            </p:cNvPr>
            <p:cNvSpPr/>
            <p:nvPr/>
          </p:nvSpPr>
          <p:spPr bwMode="auto">
            <a:xfrm>
              <a:off x="3375660" y="5682735"/>
              <a:ext cx="502920" cy="502920"/>
            </a:xfrm>
            <a:prstGeom prst="roundRect">
              <a:avLst>
                <a:gd name="adj" fmla="val 16628"/>
              </a:avLst>
            </a:prstGeom>
            <a:solidFill>
              <a:srgbClr val="646464"/>
            </a:solidFill>
            <a:ln w="9525" cap="flat" cmpd="sng" algn="ctr">
              <a:noFill/>
              <a:prstDash val="solid"/>
            </a:ln>
            <a:effectLst/>
          </p:spPr>
          <p:txBody>
            <a:bodyPr vert="horz"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t>F&amp;F</a:t>
              </a:r>
            </a:p>
          </p:txBody>
        </p:sp>
        <p:sp>
          <p:nvSpPr>
            <p:cNvPr id="77" name="Rounded Rectangle 40">
              <a:extLst>
                <a:ext uri="{FF2B5EF4-FFF2-40B4-BE49-F238E27FC236}">
                  <a16:creationId xmlns:a16="http://schemas.microsoft.com/office/drawing/2014/main" id="{5D505235-2EEE-95B5-F2CF-5718D1301B3D}"/>
                </a:ext>
              </a:extLst>
            </p:cNvPr>
            <p:cNvSpPr/>
            <p:nvPr/>
          </p:nvSpPr>
          <p:spPr>
            <a:xfrm>
              <a:off x="2254553" y="5615634"/>
              <a:ext cx="914400" cy="640080"/>
            </a:xfrm>
            <a:prstGeom prst="roundRect">
              <a:avLst>
                <a:gd name="adj" fmla="val 13988"/>
              </a:avLst>
            </a:prstGeom>
            <a:solidFill>
              <a:srgbClr val="646464"/>
            </a:solidFill>
            <a:ln w="25400" cap="flat" cmpd="sng" algn="ctr">
              <a:noFill/>
              <a:prstDash val="solid"/>
            </a:ln>
            <a:effectLst/>
          </p:spPr>
          <p:txBody>
            <a:bodyPr vert="horz" lIns="45720" tIns="45720" rIns="4572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FFFFFF"/>
                  </a:solidFill>
                  <a:effectLst/>
                  <a:uLnTx/>
                  <a:uFillTx/>
                  <a:ea typeface="+mn-ea"/>
                  <a:cs typeface="+mn-cs"/>
                </a:rPr>
                <a:t>Service Management</a:t>
              </a:r>
              <a:br>
                <a:rPr kumimoji="0" lang="en-US" sz="900" b="1" i="0" u="none" strike="noStrike" kern="0" cap="none" spc="0" normalizeH="0" baseline="0" noProof="0" dirty="0">
                  <a:ln>
                    <a:noFill/>
                  </a:ln>
                  <a:solidFill>
                    <a:srgbClr val="FFFFFF"/>
                  </a:solidFill>
                  <a:effectLst/>
                  <a:uLnTx/>
                  <a:uFillTx/>
                  <a:ea typeface="+mn-ea"/>
                  <a:cs typeface="+mn-cs"/>
                </a:rPr>
              </a:br>
              <a:r>
                <a:rPr kumimoji="0" lang="en-US" sz="900" b="1" i="0" u="none" strike="noStrike" kern="0" cap="none" spc="0" normalizeH="0" baseline="0" noProof="0" dirty="0">
                  <a:ln>
                    <a:noFill/>
                  </a:ln>
                  <a:solidFill>
                    <a:srgbClr val="FFFFFF"/>
                  </a:solidFill>
                  <a:effectLst/>
                  <a:uLnTx/>
                  <a:uFillTx/>
                  <a:ea typeface="+mn-ea"/>
                  <a:cs typeface="+mn-cs"/>
                </a:rPr>
                <a:t>Channels</a:t>
              </a:r>
            </a:p>
          </p:txBody>
        </p:sp>
        <p:sp>
          <p:nvSpPr>
            <p:cNvPr id="78" name="Rounded Rectangle 37">
              <a:extLst>
                <a:ext uri="{FF2B5EF4-FFF2-40B4-BE49-F238E27FC236}">
                  <a16:creationId xmlns:a16="http://schemas.microsoft.com/office/drawing/2014/main" id="{CE57E726-1208-4DFF-2DDF-5B415C286ECA}"/>
                </a:ext>
              </a:extLst>
            </p:cNvPr>
            <p:cNvSpPr/>
            <p:nvPr/>
          </p:nvSpPr>
          <p:spPr>
            <a:xfrm>
              <a:off x="1042007" y="5615634"/>
              <a:ext cx="1005840" cy="640080"/>
            </a:xfrm>
            <a:prstGeom prst="rect">
              <a:avLst/>
            </a:prstGeom>
            <a:solidFill>
              <a:srgbClr val="FFE600"/>
            </a:solidFill>
            <a:ln w="25400" cap="flat" cmpd="sng" algn="ctr">
              <a:noFill/>
              <a:prstDash val="solid"/>
            </a:ln>
            <a:effectLst/>
          </p:spPr>
          <p:txBody>
            <a:bodyPr vert="horz" lIns="0" tIns="45720" rIns="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ea typeface="+mn-ea"/>
                  <a:cs typeface="+mn-cs"/>
                </a:rPr>
                <a:t>Service Management</a:t>
              </a:r>
              <a:br>
                <a:rPr kumimoji="0" lang="en-US" sz="1100" b="1" i="0" u="none" strike="noStrike" kern="0" cap="none" spc="0" normalizeH="0" baseline="0" noProof="0" dirty="0">
                  <a:ln>
                    <a:noFill/>
                  </a:ln>
                  <a:solidFill>
                    <a:srgbClr val="000000"/>
                  </a:solidFill>
                  <a:effectLst/>
                  <a:uLnTx/>
                  <a:uFillTx/>
                  <a:ea typeface="+mn-ea"/>
                  <a:cs typeface="+mn-cs"/>
                </a:rPr>
              </a:br>
              <a:r>
                <a:rPr kumimoji="0" lang="en-US" sz="1100" b="1" i="0" u="none" strike="noStrike" kern="0" cap="none" spc="0" normalizeH="0" baseline="0" noProof="0" dirty="0">
                  <a:ln>
                    <a:noFill/>
                  </a:ln>
                  <a:solidFill>
                    <a:srgbClr val="000000"/>
                  </a:solidFill>
                  <a:effectLst/>
                  <a:uLnTx/>
                  <a:uFillTx/>
                  <a:ea typeface="+mn-ea"/>
                  <a:cs typeface="+mn-cs"/>
                </a:rPr>
                <a:t>Lead</a:t>
              </a:r>
            </a:p>
          </p:txBody>
        </p:sp>
      </p:grpSp>
      <p:grpSp>
        <p:nvGrpSpPr>
          <p:cNvPr id="121" name="Group 120">
            <a:extLst>
              <a:ext uri="{FF2B5EF4-FFF2-40B4-BE49-F238E27FC236}">
                <a16:creationId xmlns:a16="http://schemas.microsoft.com/office/drawing/2014/main" id="{20D6D31E-C96A-B557-5FD6-F2F03BBF9C1B}"/>
              </a:ext>
            </a:extLst>
          </p:cNvPr>
          <p:cNvGrpSpPr/>
          <p:nvPr/>
        </p:nvGrpSpPr>
        <p:grpSpPr>
          <a:xfrm>
            <a:off x="493367" y="4443723"/>
            <a:ext cx="3385213" cy="1005840"/>
            <a:chOff x="493367" y="4443723"/>
            <a:chExt cx="3385213" cy="1005840"/>
          </a:xfrm>
        </p:grpSpPr>
        <p:sp>
          <p:nvSpPr>
            <p:cNvPr id="60" name="Rectangle 59">
              <a:extLst>
                <a:ext uri="{FF2B5EF4-FFF2-40B4-BE49-F238E27FC236}">
                  <a16:creationId xmlns:a16="http://schemas.microsoft.com/office/drawing/2014/main" id="{EFA61A4F-F2FE-1392-605B-07A38FDA24C9}"/>
                </a:ext>
              </a:extLst>
            </p:cNvPr>
            <p:cNvSpPr/>
            <p:nvPr/>
          </p:nvSpPr>
          <p:spPr>
            <a:xfrm rot="16200000">
              <a:off x="219047" y="4718043"/>
              <a:ext cx="1005840" cy="457200"/>
            </a:xfrm>
            <a:prstGeom prst="rect">
              <a:avLst/>
            </a:prstGeom>
            <a:ln>
              <a:noFill/>
            </a:ln>
          </p:spPr>
          <p:txBody>
            <a:bodyPr wrap="square" lIns="45720" r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2E2E38"/>
                  </a:solidFill>
                  <a:effectLst/>
                  <a:uLnTx/>
                  <a:uFillTx/>
                  <a:ea typeface="+mn-ea"/>
                  <a:cs typeface="Arial" panose="020B0604020202020204" pitchFamily="34" charset="0"/>
                </a:rPr>
                <a:t>Operational</a:t>
              </a:r>
              <a:endParaRPr kumimoji="0" lang="de-DE" sz="1200" b="1" i="0" u="none" strike="noStrike" kern="0" cap="none" spc="0" normalizeH="0" baseline="0" noProof="0">
                <a:ln>
                  <a:noFill/>
                </a:ln>
                <a:solidFill>
                  <a:srgbClr val="2E2E38"/>
                </a:solidFill>
                <a:effectLst/>
                <a:uLnTx/>
                <a:uFillTx/>
                <a:ea typeface="+mn-ea"/>
                <a:cs typeface="Arial" panose="020B0604020202020204" pitchFamily="34" charset="0"/>
              </a:endParaRPr>
            </a:p>
          </p:txBody>
        </p:sp>
        <p:sp>
          <p:nvSpPr>
            <p:cNvPr id="76" name="Rounded Rectangle 25">
              <a:extLst>
                <a:ext uri="{FF2B5EF4-FFF2-40B4-BE49-F238E27FC236}">
                  <a16:creationId xmlns:a16="http://schemas.microsoft.com/office/drawing/2014/main" id="{28C28CCA-6FC7-5206-37D9-1DB2617F0697}"/>
                </a:ext>
              </a:extLst>
            </p:cNvPr>
            <p:cNvSpPr/>
            <p:nvPr/>
          </p:nvSpPr>
          <p:spPr bwMode="auto">
            <a:xfrm>
              <a:off x="2278380" y="4535163"/>
              <a:ext cx="1600200" cy="548640"/>
            </a:xfrm>
            <a:prstGeom prst="roundRect">
              <a:avLst/>
            </a:prstGeom>
            <a:solidFill>
              <a:srgbClr val="646464"/>
            </a:solidFill>
            <a:ln w="9525" cap="flat" cmpd="sng" algn="ctr">
              <a:noFill/>
              <a:prstDash val="solid"/>
            </a:ln>
            <a:effectLst/>
          </p:spPr>
          <p:txBody>
            <a:bodyPr vert="horz"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FFFFFF"/>
                  </a:solidFill>
                  <a:effectLst/>
                  <a:uLnTx/>
                  <a:uFillTx/>
                  <a:ea typeface="+mn-ea"/>
                  <a:cs typeface="+mn-cs"/>
                  <a:sym typeface="Wingdings" panose="05000000000000000000" pitchFamily="2" charset="2"/>
                </a:rPr>
                <a:t>Operational Lead</a:t>
              </a:r>
              <a:br>
                <a:rPr kumimoji="0" lang="en-US" sz="900" b="1" i="0" u="none" strike="noStrike" kern="0" cap="none" spc="0" normalizeH="0" baseline="0" noProof="0" dirty="0">
                  <a:ln>
                    <a:noFill/>
                  </a:ln>
                  <a:solidFill>
                    <a:srgbClr val="FFFFFF"/>
                  </a:solidFill>
                  <a:effectLst/>
                  <a:uLnTx/>
                  <a:uFillTx/>
                  <a:ea typeface="+mn-ea"/>
                  <a:cs typeface="+mn-cs"/>
                  <a:sym typeface="Wingdings" panose="05000000000000000000" pitchFamily="2" charset="2"/>
                </a:rPr>
              </a:br>
              <a:r>
                <a:rPr kumimoji="0" lang="en-US" sz="900" b="1" i="0" u="none" strike="noStrike" kern="0" cap="none" spc="0" normalizeH="0" baseline="0" noProof="0" dirty="0">
                  <a:ln>
                    <a:noFill/>
                  </a:ln>
                  <a:solidFill>
                    <a:srgbClr val="FFFFFF"/>
                  </a:solidFill>
                  <a:effectLst/>
                  <a:uLnTx/>
                  <a:uFillTx/>
                  <a:ea typeface="+mn-ea"/>
                  <a:cs typeface="+mn-cs"/>
                  <a:sym typeface="Wingdings" panose="05000000000000000000" pitchFamily="2" charset="2"/>
                </a:rPr>
                <a:t>Division/Function</a:t>
              </a:r>
            </a:p>
          </p:txBody>
        </p:sp>
        <p:sp>
          <p:nvSpPr>
            <p:cNvPr id="93" name="Rounded Rectangle 37">
              <a:extLst>
                <a:ext uri="{FF2B5EF4-FFF2-40B4-BE49-F238E27FC236}">
                  <a16:creationId xmlns:a16="http://schemas.microsoft.com/office/drawing/2014/main" id="{E118DC66-B459-BCCA-5197-F74F4FF567EC}"/>
                </a:ext>
              </a:extLst>
            </p:cNvPr>
            <p:cNvSpPr/>
            <p:nvPr/>
          </p:nvSpPr>
          <p:spPr>
            <a:xfrm>
              <a:off x="1040565" y="4991022"/>
              <a:ext cx="914400" cy="365760"/>
            </a:xfrm>
            <a:prstGeom prst="rect">
              <a:avLst/>
            </a:prstGeom>
            <a:solidFill>
              <a:srgbClr val="FFE600"/>
            </a:solidFill>
            <a:ln w="25400" cap="flat" cmpd="sng" algn="ctr">
              <a:noFill/>
              <a:prstDash val="solid"/>
            </a:ln>
            <a:effectLst/>
          </p:spPr>
          <p:txBody>
            <a:bodyPr vert="horz" lIns="45720" tIns="45720" rIns="4572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ea typeface="+mn-ea"/>
                  <a:cs typeface="+mn-cs"/>
                </a:rPr>
                <a:t>HFD</a:t>
              </a:r>
            </a:p>
          </p:txBody>
        </p:sp>
        <p:cxnSp>
          <p:nvCxnSpPr>
            <p:cNvPr id="102" name="Connector: Elbow 101">
              <a:extLst>
                <a:ext uri="{FF2B5EF4-FFF2-40B4-BE49-F238E27FC236}">
                  <a16:creationId xmlns:a16="http://schemas.microsoft.com/office/drawing/2014/main" id="{15A7F47D-5116-0F8C-292F-15F058D0C735}"/>
                </a:ext>
              </a:extLst>
            </p:cNvPr>
            <p:cNvCxnSpPr>
              <a:stCxn id="93" idx="0"/>
              <a:endCxn id="76" idx="1"/>
            </p:cNvCxnSpPr>
            <p:nvPr/>
          </p:nvCxnSpPr>
          <p:spPr>
            <a:xfrm rot="5400000" flipH="1" flipV="1">
              <a:off x="1797303" y="4509946"/>
              <a:ext cx="181539" cy="780615"/>
            </a:xfrm>
            <a:prstGeom prst="bentConnector2">
              <a:avLst/>
            </a:prstGeom>
            <a:ln w="19050">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grpSp>
      <p:grpSp>
        <p:nvGrpSpPr>
          <p:cNvPr id="118" name="Group 117">
            <a:extLst>
              <a:ext uri="{FF2B5EF4-FFF2-40B4-BE49-F238E27FC236}">
                <a16:creationId xmlns:a16="http://schemas.microsoft.com/office/drawing/2014/main" id="{3F9371DD-C44C-49AF-69C6-56500183EA79}"/>
              </a:ext>
            </a:extLst>
          </p:cNvPr>
          <p:cNvGrpSpPr/>
          <p:nvPr/>
        </p:nvGrpSpPr>
        <p:grpSpPr>
          <a:xfrm>
            <a:off x="495300" y="1874259"/>
            <a:ext cx="3383280" cy="1143000"/>
            <a:chOff x="495300" y="1874259"/>
            <a:chExt cx="3383280" cy="1143000"/>
          </a:xfrm>
        </p:grpSpPr>
        <p:sp>
          <p:nvSpPr>
            <p:cNvPr id="57" name="Rectangle 56">
              <a:extLst>
                <a:ext uri="{FF2B5EF4-FFF2-40B4-BE49-F238E27FC236}">
                  <a16:creationId xmlns:a16="http://schemas.microsoft.com/office/drawing/2014/main" id="{9EEADD96-DCA1-8360-0E46-3F6733BD1D8B}"/>
                </a:ext>
              </a:extLst>
            </p:cNvPr>
            <p:cNvSpPr/>
            <p:nvPr/>
          </p:nvSpPr>
          <p:spPr>
            <a:xfrm rot="16200000">
              <a:off x="152400" y="2217159"/>
              <a:ext cx="1143000" cy="457200"/>
            </a:xfrm>
            <a:prstGeom prst="rect">
              <a:avLst/>
            </a:prstGeom>
            <a:ln>
              <a:noFill/>
            </a:ln>
          </p:spPr>
          <p:txBody>
            <a:bodyPr wrap="square" lIns="45720" r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200" b="1" i="0" u="none" strike="noStrike" kern="0" cap="none" spc="0" normalizeH="0" baseline="0" noProof="0">
                  <a:ln>
                    <a:noFill/>
                  </a:ln>
                  <a:solidFill>
                    <a:srgbClr val="2E2E38"/>
                  </a:solidFill>
                  <a:effectLst/>
                  <a:uLnTx/>
                  <a:uFillTx/>
                  <a:ea typeface="+mn-ea"/>
                  <a:cs typeface="Arial" panose="020B0604020202020204" pitchFamily="34" charset="0"/>
                </a:rPr>
                <a:t>Corporate</a:t>
              </a:r>
            </a:p>
          </p:txBody>
        </p:sp>
        <p:sp>
          <p:nvSpPr>
            <p:cNvPr id="74" name="Rounded Rectangle 13">
              <a:extLst>
                <a:ext uri="{FF2B5EF4-FFF2-40B4-BE49-F238E27FC236}">
                  <a16:creationId xmlns:a16="http://schemas.microsoft.com/office/drawing/2014/main" id="{507A4A7A-5C66-C286-04EE-F9E771B1E872}"/>
                </a:ext>
              </a:extLst>
            </p:cNvPr>
            <p:cNvSpPr/>
            <p:nvPr/>
          </p:nvSpPr>
          <p:spPr bwMode="auto">
            <a:xfrm>
              <a:off x="2278380" y="1962231"/>
              <a:ext cx="1600200" cy="640080"/>
            </a:xfrm>
            <a:prstGeom prst="roundRect">
              <a:avLst/>
            </a:prstGeom>
            <a:solidFill>
              <a:srgbClr val="646464"/>
            </a:solidFill>
            <a:ln w="9525" cap="flat" cmpd="sng" algn="ctr">
              <a:noFill/>
              <a:prstDash val="solid"/>
            </a:ln>
            <a:effectLst/>
          </p:spPr>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FFFFFF"/>
                  </a:solidFill>
                  <a:effectLst/>
                  <a:uLnTx/>
                  <a:uFillTx/>
                  <a:ea typeface="+mn-ea"/>
                  <a:cs typeface="+mn-cs"/>
                  <a:sym typeface="Wingdings" panose="05000000000000000000" pitchFamily="2" charset="2"/>
                </a:rPr>
                <a:t>Customer Board</a:t>
              </a:r>
              <a:br>
                <a:rPr kumimoji="0" lang="en-US" sz="900" b="1" i="0" u="none" strike="noStrike" kern="0" cap="none" spc="0" normalizeH="0" baseline="0" noProof="0" dirty="0">
                  <a:ln>
                    <a:noFill/>
                  </a:ln>
                  <a:solidFill>
                    <a:srgbClr val="FFFFFF"/>
                  </a:solidFill>
                  <a:effectLst/>
                  <a:uLnTx/>
                  <a:uFillTx/>
                  <a:ea typeface="+mn-ea"/>
                  <a:cs typeface="+mn-cs"/>
                  <a:sym typeface="Wingdings" panose="05000000000000000000" pitchFamily="2" charset="2"/>
                </a:rPr>
              </a:br>
              <a:r>
                <a:rPr kumimoji="0" lang="en-US" sz="900" b="1" i="0" u="none" strike="noStrike" kern="0" cap="none" spc="0" normalizeH="0" baseline="0" noProof="0" dirty="0">
                  <a:ln>
                    <a:noFill/>
                  </a:ln>
                  <a:solidFill>
                    <a:srgbClr val="FFFFFF"/>
                  </a:solidFill>
                  <a:effectLst/>
                  <a:uLnTx/>
                  <a:uFillTx/>
                  <a:ea typeface="+mn-ea"/>
                  <a:cs typeface="+mn-cs"/>
                  <a:sym typeface="Wingdings" panose="05000000000000000000" pitchFamily="2" charset="2"/>
                </a:rPr>
                <a:t>(representing functions/divisions)</a:t>
              </a:r>
            </a:p>
          </p:txBody>
        </p:sp>
        <p:sp>
          <p:nvSpPr>
            <p:cNvPr id="97" name="Rounded Rectangle 37">
              <a:extLst>
                <a:ext uri="{FF2B5EF4-FFF2-40B4-BE49-F238E27FC236}">
                  <a16:creationId xmlns:a16="http://schemas.microsoft.com/office/drawing/2014/main" id="{F46B9986-672C-5710-16A5-9D420C01CA23}"/>
                </a:ext>
              </a:extLst>
            </p:cNvPr>
            <p:cNvSpPr/>
            <p:nvPr/>
          </p:nvSpPr>
          <p:spPr>
            <a:xfrm>
              <a:off x="1040565" y="2466025"/>
              <a:ext cx="914400" cy="457200"/>
            </a:xfrm>
            <a:prstGeom prst="rect">
              <a:avLst/>
            </a:prstGeom>
            <a:solidFill>
              <a:srgbClr val="FFE600"/>
            </a:solidFill>
            <a:ln w="25400" cap="flat" cmpd="sng" algn="ctr">
              <a:noFill/>
              <a:prstDash val="solid"/>
            </a:ln>
            <a:effectLst/>
          </p:spPr>
          <p:txBody>
            <a:bodyPr vert="horz"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ea typeface="+mn-ea"/>
                  <a:cs typeface="+mn-cs"/>
                </a:rPr>
                <a:t>Head of GBS</a:t>
              </a:r>
            </a:p>
          </p:txBody>
        </p:sp>
        <p:cxnSp>
          <p:nvCxnSpPr>
            <p:cNvPr id="110" name="Connector: Elbow 109">
              <a:extLst>
                <a:ext uri="{FF2B5EF4-FFF2-40B4-BE49-F238E27FC236}">
                  <a16:creationId xmlns:a16="http://schemas.microsoft.com/office/drawing/2014/main" id="{613BDCE4-8019-8FCD-E7D5-571AE03F53F9}"/>
                </a:ext>
              </a:extLst>
            </p:cNvPr>
            <p:cNvCxnSpPr>
              <a:cxnSpLocks/>
              <a:stCxn id="97" idx="0"/>
              <a:endCxn id="74" idx="1"/>
            </p:cNvCxnSpPr>
            <p:nvPr/>
          </p:nvCxnSpPr>
          <p:spPr>
            <a:xfrm rot="5400000" flipH="1" flipV="1">
              <a:off x="1796195" y="1983841"/>
              <a:ext cx="183754" cy="780615"/>
            </a:xfrm>
            <a:prstGeom prst="bentConnector2">
              <a:avLst/>
            </a:prstGeom>
            <a:ln w="19050">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70AE6FE-9FD8-1EA5-2E15-AACC6DFF77C1}"/>
              </a:ext>
            </a:extLst>
          </p:cNvPr>
          <p:cNvGrpSpPr/>
          <p:nvPr/>
        </p:nvGrpSpPr>
        <p:grpSpPr>
          <a:xfrm>
            <a:off x="493367" y="3090411"/>
            <a:ext cx="3385213" cy="1280160"/>
            <a:chOff x="493367" y="3090411"/>
            <a:chExt cx="3385213" cy="1280160"/>
          </a:xfrm>
        </p:grpSpPr>
        <p:sp>
          <p:nvSpPr>
            <p:cNvPr id="59" name="Rectangle 58">
              <a:extLst>
                <a:ext uri="{FF2B5EF4-FFF2-40B4-BE49-F238E27FC236}">
                  <a16:creationId xmlns:a16="http://schemas.microsoft.com/office/drawing/2014/main" id="{E4C3BA21-3B56-C543-D243-A561A184F9E6}"/>
                </a:ext>
              </a:extLst>
            </p:cNvPr>
            <p:cNvSpPr/>
            <p:nvPr/>
          </p:nvSpPr>
          <p:spPr>
            <a:xfrm rot="16200000">
              <a:off x="81887" y="3501891"/>
              <a:ext cx="1280160" cy="457200"/>
            </a:xfrm>
            <a:prstGeom prst="rect">
              <a:avLst/>
            </a:prstGeom>
            <a:ln>
              <a:noFill/>
            </a:ln>
          </p:spPr>
          <p:txBody>
            <a:bodyPr wrap="square" lIns="45720" r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2E2E38"/>
                  </a:solidFill>
                  <a:effectLst/>
                  <a:uLnTx/>
                  <a:uFillTx/>
                  <a:ea typeface="+mn-ea"/>
                  <a:cs typeface="Arial" panose="020B0604020202020204" pitchFamily="34" charset="0"/>
                </a:rPr>
                <a:t>Functional</a:t>
              </a:r>
              <a:endParaRPr kumimoji="0" lang="de-DE" sz="1200" b="1" i="0" u="none" strike="noStrike" kern="0" cap="none" spc="0" normalizeH="0" baseline="0" noProof="0" dirty="0">
                <a:ln>
                  <a:noFill/>
                </a:ln>
                <a:solidFill>
                  <a:srgbClr val="2E2E38"/>
                </a:solidFill>
                <a:effectLst/>
                <a:uLnTx/>
                <a:uFillTx/>
                <a:ea typeface="+mn-ea"/>
                <a:cs typeface="Arial" panose="020B0604020202020204" pitchFamily="34" charset="0"/>
              </a:endParaRPr>
            </a:p>
          </p:txBody>
        </p:sp>
        <p:sp>
          <p:nvSpPr>
            <p:cNvPr id="75" name="Rounded Rectangle 20">
              <a:extLst>
                <a:ext uri="{FF2B5EF4-FFF2-40B4-BE49-F238E27FC236}">
                  <a16:creationId xmlns:a16="http://schemas.microsoft.com/office/drawing/2014/main" id="{8FBCCF65-ED7F-C06B-BEA8-D41089D90634}"/>
                </a:ext>
              </a:extLst>
            </p:cNvPr>
            <p:cNvSpPr/>
            <p:nvPr/>
          </p:nvSpPr>
          <p:spPr bwMode="auto">
            <a:xfrm>
              <a:off x="2278380" y="3179724"/>
              <a:ext cx="1600200" cy="640080"/>
            </a:xfrm>
            <a:prstGeom prst="roundRect">
              <a:avLst/>
            </a:prstGeom>
            <a:solidFill>
              <a:srgbClr val="646464"/>
            </a:solidFill>
            <a:ln w="9525" cap="flat" cmpd="sng" algn="ctr">
              <a:noFill/>
              <a:prstDash val="solid"/>
            </a:ln>
            <a:effectLst/>
          </p:spPr>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FFFFFF"/>
                  </a:solidFill>
                  <a:effectLst/>
                  <a:uLnTx/>
                  <a:uFillTx/>
                  <a:ea typeface="+mn-ea"/>
                  <a:cs typeface="+mn-cs"/>
                  <a:sym typeface="Wingdings" panose="05000000000000000000" pitchFamily="2" charset="2"/>
                </a:rPr>
                <a:t>Division/Functional Governance Committee </a:t>
              </a:r>
              <a:br>
                <a:rPr kumimoji="0" lang="en-US" sz="900" b="1" i="0" u="none" strike="noStrike" kern="0" cap="none" spc="0" normalizeH="0" baseline="0" noProof="0" dirty="0">
                  <a:ln>
                    <a:noFill/>
                  </a:ln>
                  <a:solidFill>
                    <a:srgbClr val="FFFFFF"/>
                  </a:solidFill>
                  <a:effectLst/>
                  <a:uLnTx/>
                  <a:uFillTx/>
                  <a:ea typeface="+mn-ea"/>
                  <a:cs typeface="+mn-cs"/>
                  <a:sym typeface="Wingdings" panose="05000000000000000000" pitchFamily="2" charset="2"/>
                </a:rPr>
              </a:br>
              <a:r>
                <a:rPr kumimoji="0" lang="en-US" sz="900" b="1" i="0" u="none" strike="noStrike" kern="0" cap="none" spc="0" normalizeH="0" baseline="0" noProof="0" dirty="0">
                  <a:ln>
                    <a:noFill/>
                  </a:ln>
                  <a:solidFill>
                    <a:srgbClr val="FFFFFF"/>
                  </a:solidFill>
                  <a:effectLst/>
                  <a:uLnTx/>
                  <a:uFillTx/>
                  <a:ea typeface="+mn-ea"/>
                  <a:cs typeface="+mn-cs"/>
                  <a:sym typeface="Wingdings" panose="05000000000000000000" pitchFamily="2" charset="2"/>
                </a:rPr>
                <a:t>(e.g., GHR)</a:t>
              </a:r>
            </a:p>
          </p:txBody>
        </p:sp>
        <p:sp>
          <p:nvSpPr>
            <p:cNvPr id="96" name="Rounded Rectangle 37">
              <a:extLst>
                <a:ext uri="{FF2B5EF4-FFF2-40B4-BE49-F238E27FC236}">
                  <a16:creationId xmlns:a16="http://schemas.microsoft.com/office/drawing/2014/main" id="{0539BC77-8F53-7A5E-7527-E17F34842EBA}"/>
                </a:ext>
              </a:extLst>
            </p:cNvPr>
            <p:cNvSpPr/>
            <p:nvPr/>
          </p:nvSpPr>
          <p:spPr>
            <a:xfrm>
              <a:off x="1040565" y="3912505"/>
              <a:ext cx="914400" cy="365760"/>
            </a:xfrm>
            <a:prstGeom prst="rect">
              <a:avLst/>
            </a:prstGeom>
            <a:solidFill>
              <a:srgbClr val="FFE600"/>
            </a:solidFill>
            <a:ln w="25400" cap="flat" cmpd="sng" algn="ctr">
              <a:noFill/>
              <a:prstDash val="solid"/>
            </a:ln>
            <a:effectLst/>
          </p:spPr>
          <p:txBody>
            <a:bodyPr vert="horz" lIns="45720" tIns="45720" rIns="4572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ea typeface="+mn-ea"/>
                  <a:cs typeface="+mn-cs"/>
                </a:rPr>
                <a:t>GSO</a:t>
              </a:r>
            </a:p>
          </p:txBody>
        </p:sp>
        <p:cxnSp>
          <p:nvCxnSpPr>
            <p:cNvPr id="103" name="Connector: Elbow 102">
              <a:extLst>
                <a:ext uri="{FF2B5EF4-FFF2-40B4-BE49-F238E27FC236}">
                  <a16:creationId xmlns:a16="http://schemas.microsoft.com/office/drawing/2014/main" id="{09F973C3-B265-7180-EF95-E755CB98A7CA}"/>
                </a:ext>
              </a:extLst>
            </p:cNvPr>
            <p:cNvCxnSpPr>
              <a:cxnSpLocks/>
              <a:stCxn id="96" idx="3"/>
              <a:endCxn id="75" idx="1"/>
            </p:cNvCxnSpPr>
            <p:nvPr/>
          </p:nvCxnSpPr>
          <p:spPr>
            <a:xfrm flipV="1">
              <a:off x="1954965" y="3499764"/>
              <a:ext cx="323415" cy="595621"/>
            </a:xfrm>
            <a:prstGeom prst="bentConnector3">
              <a:avLst>
                <a:gd name="adj1" fmla="val 50000"/>
              </a:avLst>
            </a:prstGeom>
            <a:ln w="19050">
              <a:solidFill>
                <a:schemeClr val="tx1">
                  <a:lumMod val="7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107" name="Connector: Elbow 106">
              <a:extLst>
                <a:ext uri="{FF2B5EF4-FFF2-40B4-BE49-F238E27FC236}">
                  <a16:creationId xmlns:a16="http://schemas.microsoft.com/office/drawing/2014/main" id="{11E5B2A7-C6F1-009C-7BF2-52B2E08A054B}"/>
                </a:ext>
              </a:extLst>
            </p:cNvPr>
            <p:cNvCxnSpPr>
              <a:cxnSpLocks/>
              <a:stCxn id="96" idx="0"/>
              <a:endCxn id="75" idx="1"/>
            </p:cNvCxnSpPr>
            <p:nvPr/>
          </p:nvCxnSpPr>
          <p:spPr>
            <a:xfrm rot="5400000" flipH="1" flipV="1">
              <a:off x="1681702" y="3315828"/>
              <a:ext cx="412741" cy="780615"/>
            </a:xfrm>
            <a:prstGeom prst="bentConnector2">
              <a:avLst/>
            </a:prstGeom>
            <a:ln w="19050">
              <a:solidFill>
                <a:schemeClr val="tx1">
                  <a:lumMod val="75000"/>
                </a:schemeClr>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13" name="Rectangle 112">
              <a:extLst>
                <a:ext uri="{FF2B5EF4-FFF2-40B4-BE49-F238E27FC236}">
                  <a16:creationId xmlns:a16="http://schemas.microsoft.com/office/drawing/2014/main" id="{25A62D74-AB15-46D5-C383-F4622E81D33E}"/>
                </a:ext>
              </a:extLst>
            </p:cNvPr>
            <p:cNvSpPr/>
            <p:nvPr/>
          </p:nvSpPr>
          <p:spPr>
            <a:xfrm>
              <a:off x="1040564" y="3225443"/>
              <a:ext cx="914400" cy="274320"/>
            </a:xfrm>
            <a:prstGeom prst="rect">
              <a:avLst/>
            </a:prstGeom>
          </p:spPr>
          <p:txBody>
            <a:bodyPr wrap="square" lIns="45720" rIns="4572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solidFill>
                    <a:sysClr val="windowText" lastClr="000000"/>
                  </a:solidFill>
                  <a:effectLst/>
                  <a:uLnTx/>
                  <a:uFillTx/>
                  <a:ea typeface="+mn-ea"/>
                  <a:cs typeface="+mn-cs"/>
                </a:rPr>
                <a:t>Participation</a:t>
              </a:r>
              <a:endParaRPr kumimoji="0" lang="de-DE" sz="900" b="0" i="0" u="none" strike="noStrike" kern="0" cap="none" spc="0" normalizeH="0" baseline="0" noProof="0" dirty="0">
                <a:ln>
                  <a:noFill/>
                </a:ln>
                <a:solidFill>
                  <a:sysClr val="windowText" lastClr="000000"/>
                </a:solidFill>
                <a:effectLst/>
                <a:uLnTx/>
                <a:uFillTx/>
                <a:ea typeface="+mn-ea"/>
                <a:cs typeface="+mn-cs"/>
              </a:endParaRPr>
            </a:p>
          </p:txBody>
        </p:sp>
      </p:grpSp>
    </p:spTree>
    <p:extLst>
      <p:ext uri="{BB962C8B-B14F-4D97-AF65-F5344CB8AC3E}">
        <p14:creationId xmlns:p14="http://schemas.microsoft.com/office/powerpoint/2010/main" val="847240635"/>
      </p:ext>
    </p:extLst>
  </p:cSld>
  <p:clrMapOvr>
    <a:masterClrMapping/>
  </p:clrMapOvr>
  <p:extLst>
    <p:ext uri="{6950BFC3-D8DA-4A85-94F7-54DA5524770B}">
      <p188:commentRel xmlns:p188="http://schemas.microsoft.com/office/powerpoint/2018/8/main" r:id="rId2"/>
    </p:ext>
  </p:extLs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9BADBA-AF78-A3D5-89DF-C10BC4B540F3}"/>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176FAB48-F788-1BB5-8A62-457150534BD9}"/>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Governance &amp; Accountability Framework</a:t>
            </a:r>
            <a:endParaRPr lang="en-IN" dirty="0"/>
          </a:p>
        </p:txBody>
      </p:sp>
      <p:sp>
        <p:nvSpPr>
          <p:cNvPr id="6" name="Date Placeholder 5">
            <a:extLst>
              <a:ext uri="{FF2B5EF4-FFF2-40B4-BE49-F238E27FC236}">
                <a16:creationId xmlns:a16="http://schemas.microsoft.com/office/drawing/2014/main" id="{48546B2F-4419-9FE0-DFCB-F83159EAEC45}"/>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D144ADF8-9509-D185-01F0-ADB851539933}"/>
              </a:ext>
            </a:extLst>
          </p:cNvPr>
          <p:cNvSpPr>
            <a:spLocks noGrp="1"/>
          </p:cNvSpPr>
          <p:nvPr>
            <p:ph type="sldNum" sz="quarter" idx="19"/>
          </p:nvPr>
        </p:nvSpPr>
        <p:spPr/>
        <p:txBody>
          <a:bodyPr/>
          <a:lstStyle/>
          <a:p>
            <a:fld id="{94FCA0F3-9F3A-694B-99BB-0E592A797735}" type="slidenum">
              <a:rPr lang="en-US" smtClean="0"/>
              <a:t>57</a:t>
            </a:fld>
            <a:endParaRPr lang="en-US"/>
          </a:p>
        </p:txBody>
      </p:sp>
      <p:sp>
        <p:nvSpPr>
          <p:cNvPr id="10" name="Rectangle 9">
            <a:extLst>
              <a:ext uri="{FF2B5EF4-FFF2-40B4-BE49-F238E27FC236}">
                <a16:creationId xmlns:a16="http://schemas.microsoft.com/office/drawing/2014/main" id="{16DB0107-AB16-B0AF-072F-5D939E4A4944}"/>
              </a:ext>
            </a:extLst>
          </p:cNvPr>
          <p:cNvSpPr/>
          <p:nvPr/>
        </p:nvSpPr>
        <p:spPr>
          <a:xfrm>
            <a:off x="4381500" y="4297678"/>
            <a:ext cx="3429000" cy="2011680"/>
          </a:xfrm>
          <a:prstGeom prst="rect">
            <a:avLst/>
          </a:prstGeom>
          <a:solidFill>
            <a:srgbClr val="646464"/>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spcBef>
                <a:spcPts val="0"/>
              </a:spcBef>
              <a:spcAft>
                <a:spcPts val="0"/>
              </a:spcAft>
              <a:buClrTx/>
              <a:buSzTx/>
              <a:buFontTx/>
              <a:buNone/>
              <a:tabLst/>
              <a:defRPr/>
            </a:pPr>
            <a:r>
              <a:rPr kumimoji="0" lang="en-US" sz="1200" b="1" i="0" u="none" strike="noStrike" kern="0" cap="none" spc="0" normalizeH="0" baseline="0" noProof="0" dirty="0">
                <a:ln>
                  <a:noFill/>
                </a:ln>
                <a:solidFill>
                  <a:srgbClr val="FFE600"/>
                </a:solidFill>
                <a:effectLst/>
                <a:uLnTx/>
                <a:uFillTx/>
              </a:rPr>
              <a:t>Insights to Value</a:t>
            </a:r>
          </a:p>
          <a:p>
            <a:pPr marL="182880" lvl="1" indent="-182880">
              <a:spcBef>
                <a:spcPts val="900"/>
              </a:spcBef>
              <a:spcAft>
                <a:spcPts val="0"/>
              </a:spcAft>
              <a:buClr>
                <a:schemeClr val="tx2"/>
              </a:buClr>
              <a:buSzPct val="75000"/>
              <a:buFont typeface="Arial" panose="020B0604020202020204" pitchFamily="34" charset="0"/>
              <a:buChar char="►"/>
              <a:defRPr/>
            </a:pPr>
            <a:r>
              <a:rPr lang="en-US" sz="1000" kern="0" dirty="0">
                <a:solidFill>
                  <a:srgbClr val="FFFFFF"/>
                </a:solidFill>
              </a:rPr>
              <a:t>Corporate steering models translate the value narrative into key performance indicator</a:t>
            </a:r>
          </a:p>
          <a:p>
            <a:pPr marL="182880" lvl="1" indent="-182880">
              <a:spcBef>
                <a:spcPts val="900"/>
              </a:spcBef>
              <a:spcAft>
                <a:spcPts val="0"/>
              </a:spcAft>
              <a:buClr>
                <a:schemeClr val="tx2"/>
              </a:buClr>
              <a:buSzPct val="75000"/>
              <a:buFont typeface="Arial" panose="020B0604020202020204" pitchFamily="34" charset="0"/>
              <a:buChar char="►"/>
              <a:defRPr/>
            </a:pPr>
            <a:r>
              <a:rPr lang="en-US" sz="1000" kern="0" dirty="0">
                <a:solidFill>
                  <a:srgbClr val="FFFFFF"/>
                </a:solidFill>
              </a:rPr>
              <a:t>KPI &amp; Analytics needs to be structured along value flows to create impact and support business in decision taking</a:t>
            </a:r>
          </a:p>
          <a:p>
            <a:pPr marL="182880" lvl="1" indent="-182880">
              <a:spcBef>
                <a:spcPts val="900"/>
              </a:spcBef>
              <a:spcAft>
                <a:spcPts val="0"/>
              </a:spcAft>
              <a:buClr>
                <a:schemeClr val="tx2"/>
              </a:buClr>
              <a:buSzPct val="75000"/>
              <a:buFont typeface="Arial" panose="020B0604020202020204" pitchFamily="34" charset="0"/>
              <a:buChar char="►"/>
              <a:defRPr/>
            </a:pPr>
            <a:r>
              <a:rPr lang="en-US" sz="1000" kern="0" dirty="0">
                <a:solidFill>
                  <a:srgbClr val="FFFFFF"/>
                </a:solidFill>
              </a:rPr>
              <a:t>Simulation and prediction models will enable business to see the impact of their decision on the consolidated long term value report</a:t>
            </a:r>
          </a:p>
        </p:txBody>
      </p:sp>
      <p:sp>
        <p:nvSpPr>
          <p:cNvPr id="12" name="Rectangle 11">
            <a:extLst>
              <a:ext uri="{FF2B5EF4-FFF2-40B4-BE49-F238E27FC236}">
                <a16:creationId xmlns:a16="http://schemas.microsoft.com/office/drawing/2014/main" id="{71236E89-5986-215C-E42B-C02C0913E400}"/>
              </a:ext>
            </a:extLst>
          </p:cNvPr>
          <p:cNvSpPr/>
          <p:nvPr/>
        </p:nvSpPr>
        <p:spPr>
          <a:xfrm>
            <a:off x="8267700" y="4297678"/>
            <a:ext cx="3429000" cy="2011680"/>
          </a:xfrm>
          <a:prstGeom prst="rect">
            <a:avLst/>
          </a:prstGeom>
          <a:solidFill>
            <a:srgbClr val="646464"/>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spcBef>
                <a:spcPts val="0"/>
              </a:spcBef>
              <a:spcAft>
                <a:spcPts val="0"/>
              </a:spcAft>
              <a:buClrTx/>
              <a:buSzTx/>
              <a:buFontTx/>
              <a:buNone/>
              <a:tabLst/>
              <a:defRPr/>
            </a:pPr>
            <a:r>
              <a:rPr kumimoji="0" lang="en-US" sz="1200" b="1" i="0" u="none" strike="noStrike" kern="0" cap="none" spc="0" normalizeH="0" baseline="0" noProof="0" dirty="0">
                <a:ln>
                  <a:noFill/>
                </a:ln>
                <a:solidFill>
                  <a:srgbClr val="FFE600"/>
                </a:solidFill>
                <a:effectLst/>
                <a:uLnTx/>
                <a:uFillTx/>
              </a:rPr>
              <a:t>Data to Insights</a:t>
            </a:r>
          </a:p>
          <a:p>
            <a:pPr marL="182880" lvl="1" indent="-182880">
              <a:spcBef>
                <a:spcPts val="600"/>
              </a:spcBef>
              <a:spcAft>
                <a:spcPts val="0"/>
              </a:spcAft>
              <a:buClr>
                <a:schemeClr val="tx2"/>
              </a:buClr>
              <a:buSzPct val="75000"/>
              <a:buFont typeface="Arial" panose="020B0604020202020204" pitchFamily="34" charset="0"/>
              <a:buChar char="►"/>
              <a:defRPr/>
            </a:pPr>
            <a:r>
              <a:rPr lang="en-US" sz="1000" kern="0" dirty="0">
                <a:solidFill>
                  <a:srgbClr val="FFFFFF"/>
                </a:solidFill>
              </a:rPr>
              <a:t>Data to insights will require analytics capabilities enabled by artificial intelligence</a:t>
            </a:r>
          </a:p>
          <a:p>
            <a:pPr marL="182880" lvl="1" indent="-182880">
              <a:spcBef>
                <a:spcPts val="600"/>
              </a:spcBef>
              <a:spcAft>
                <a:spcPts val="0"/>
              </a:spcAft>
              <a:buClr>
                <a:schemeClr val="tx2"/>
              </a:buClr>
              <a:buSzPct val="75000"/>
              <a:buFont typeface="Arial" panose="020B0604020202020204" pitchFamily="34" charset="0"/>
              <a:buChar char="►"/>
              <a:defRPr/>
            </a:pPr>
            <a:r>
              <a:rPr lang="en-US" sz="1000" kern="0" dirty="0">
                <a:solidFill>
                  <a:srgbClr val="FFFFFF"/>
                </a:solidFill>
              </a:rPr>
              <a:t>Multiple data sources will be utilized to fulfill the new reporting requirements. ERP, Blockchain, IoT etc. will play a more important role in creating real time data.</a:t>
            </a:r>
          </a:p>
          <a:p>
            <a:pPr marL="182880" lvl="1" indent="-182880">
              <a:spcBef>
                <a:spcPts val="600"/>
              </a:spcBef>
              <a:spcAft>
                <a:spcPts val="0"/>
              </a:spcAft>
              <a:buClr>
                <a:schemeClr val="tx2"/>
              </a:buClr>
              <a:buSzPct val="75000"/>
              <a:buFont typeface="Arial" panose="020B0604020202020204" pitchFamily="34" charset="0"/>
              <a:buChar char="►"/>
              <a:defRPr/>
            </a:pPr>
            <a:r>
              <a:rPr lang="en-US" sz="1000" kern="0" dirty="0">
                <a:solidFill>
                  <a:srgbClr val="FFFFFF"/>
                </a:solidFill>
              </a:rPr>
              <a:t>Integration of the various data resources requires a data model and technology solutions, that provide the necessary flexibility</a:t>
            </a:r>
          </a:p>
        </p:txBody>
      </p:sp>
      <p:sp>
        <p:nvSpPr>
          <p:cNvPr id="14" name="Rectangle 13">
            <a:extLst>
              <a:ext uri="{FF2B5EF4-FFF2-40B4-BE49-F238E27FC236}">
                <a16:creationId xmlns:a16="http://schemas.microsoft.com/office/drawing/2014/main" id="{4941FD85-B673-4E6C-EDA2-3BD991E7BE91}"/>
              </a:ext>
            </a:extLst>
          </p:cNvPr>
          <p:cNvSpPr/>
          <p:nvPr/>
        </p:nvSpPr>
        <p:spPr>
          <a:xfrm>
            <a:off x="495300" y="4297678"/>
            <a:ext cx="3429000" cy="2011680"/>
          </a:xfrm>
          <a:prstGeom prst="rect">
            <a:avLst/>
          </a:prstGeom>
          <a:solidFill>
            <a:srgbClr val="646464"/>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spcBef>
                <a:spcPts val="0"/>
              </a:spcBef>
              <a:spcAft>
                <a:spcPts val="0"/>
              </a:spcAft>
              <a:buClrTx/>
              <a:buSzTx/>
              <a:buFontTx/>
              <a:buNone/>
              <a:tabLst/>
              <a:defRPr/>
            </a:pPr>
            <a:r>
              <a:rPr kumimoji="0" lang="en-US" sz="1200" b="1" i="0" u="none" strike="noStrike" kern="0" cap="none" spc="0" normalizeH="0" baseline="0" noProof="0" dirty="0">
                <a:ln>
                  <a:noFill/>
                </a:ln>
                <a:solidFill>
                  <a:srgbClr val="FFE600"/>
                </a:solidFill>
                <a:effectLst/>
                <a:uLnTx/>
                <a:uFillTx/>
              </a:rPr>
              <a:t>Value to Stakeholder</a:t>
            </a:r>
          </a:p>
          <a:p>
            <a:pPr marL="182880" lvl="1" indent="-182880">
              <a:spcBef>
                <a:spcPts val="600"/>
              </a:spcBef>
              <a:spcAft>
                <a:spcPts val="0"/>
              </a:spcAft>
              <a:buClr>
                <a:schemeClr val="tx2"/>
              </a:buClr>
              <a:buSzPct val="75000"/>
              <a:buFont typeface="Arial" panose="020B0604020202020204" pitchFamily="34" charset="0"/>
              <a:buChar char="►"/>
              <a:defRPr/>
            </a:pPr>
            <a:r>
              <a:rPr lang="en-IN" sz="1000" kern="0" dirty="0">
                <a:solidFill>
                  <a:srgbClr val="FFFFFF"/>
                </a:solidFill>
              </a:rPr>
              <a:t>High number of external reports can lead to inconsistent information and has limited value impact</a:t>
            </a:r>
          </a:p>
          <a:p>
            <a:pPr marL="182880" lvl="1" indent="-182880">
              <a:spcBef>
                <a:spcPts val="600"/>
              </a:spcBef>
              <a:spcAft>
                <a:spcPts val="0"/>
              </a:spcAft>
              <a:buClr>
                <a:schemeClr val="tx2"/>
              </a:buClr>
              <a:buSzPct val="75000"/>
              <a:buFont typeface="Arial" panose="020B0604020202020204" pitchFamily="34" charset="0"/>
              <a:buChar char="►"/>
              <a:defRPr/>
            </a:pPr>
            <a:r>
              <a:rPr lang="en-IN" sz="1000" kern="0" dirty="0">
                <a:solidFill>
                  <a:srgbClr val="FFFFFF"/>
                </a:solidFill>
              </a:rPr>
              <a:t>Translating the different reports into one integrated value narrative ensures consistent information sharing along core value driver </a:t>
            </a:r>
          </a:p>
          <a:p>
            <a:pPr marL="182880" lvl="1" indent="-182880">
              <a:spcBef>
                <a:spcPts val="600"/>
              </a:spcBef>
              <a:spcAft>
                <a:spcPts val="0"/>
              </a:spcAft>
              <a:buClr>
                <a:schemeClr val="tx2"/>
              </a:buClr>
              <a:buSzPct val="75000"/>
              <a:buFont typeface="Arial" panose="020B0604020202020204" pitchFamily="34" charset="0"/>
              <a:buChar char="►"/>
              <a:defRPr/>
            </a:pPr>
            <a:r>
              <a:rPr lang="en-IN" sz="1000" kern="0" dirty="0">
                <a:solidFill>
                  <a:srgbClr val="FFFFFF"/>
                </a:solidFill>
              </a:rPr>
              <a:t>Communication channels change from classic reports to apps, digital tagging and modern forms of content visualization. </a:t>
            </a:r>
          </a:p>
        </p:txBody>
      </p:sp>
      <p:grpSp>
        <p:nvGrpSpPr>
          <p:cNvPr id="307" name="Group 306">
            <a:extLst>
              <a:ext uri="{FF2B5EF4-FFF2-40B4-BE49-F238E27FC236}">
                <a16:creationId xmlns:a16="http://schemas.microsoft.com/office/drawing/2014/main" id="{2D0B0E29-5FDD-16B0-4631-84FAADB9F191}"/>
              </a:ext>
            </a:extLst>
          </p:cNvPr>
          <p:cNvGrpSpPr/>
          <p:nvPr/>
        </p:nvGrpSpPr>
        <p:grpSpPr>
          <a:xfrm>
            <a:off x="495300" y="914399"/>
            <a:ext cx="3429000" cy="3200400"/>
            <a:chOff x="495300" y="914399"/>
            <a:chExt cx="3429000" cy="3200400"/>
          </a:xfrm>
        </p:grpSpPr>
        <p:sp>
          <p:nvSpPr>
            <p:cNvPr id="2" name="Rectangle 1">
              <a:extLst>
                <a:ext uri="{FF2B5EF4-FFF2-40B4-BE49-F238E27FC236}">
                  <a16:creationId xmlns:a16="http://schemas.microsoft.com/office/drawing/2014/main" id="{C4D0842F-8560-2D9F-E575-AFDF66AD3598}"/>
                </a:ext>
              </a:extLst>
            </p:cNvPr>
            <p:cNvSpPr/>
            <p:nvPr/>
          </p:nvSpPr>
          <p:spPr>
            <a:xfrm>
              <a:off x="495300" y="914399"/>
              <a:ext cx="3429000" cy="3200400"/>
            </a:xfrm>
            <a:prstGeom prst="rect">
              <a:avLst/>
            </a:prstGeom>
            <a:noFill/>
            <a:ln w="9525" cap="sq" cmpd="sng" algn="ctr">
              <a:solidFill>
                <a:schemeClr val="bg1"/>
              </a:solidFill>
              <a:prstDash val="solid"/>
              <a:miter lim="800000"/>
              <a:tailEnd type="none"/>
            </a:ln>
            <a:effectLst/>
          </p:spPr>
          <p:txBody>
            <a:bodyPr rot="0" spcFirstLastPara="0" vertOverflow="overflow" horzOverflow="overflow" vert="horz" wrap="square" lIns="91392" tIns="91440" rIns="91392" bIns="0" numCol="1" spcCol="0" rtlCol="0" fromWordArt="0" anchor="t"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bg1"/>
                  </a:solidFill>
                  <a:effectLst/>
                  <a:uLnTx/>
                  <a:uFillTx/>
                </a:rPr>
                <a:t>Stakeholder Value &amp; Communication</a:t>
              </a:r>
            </a:p>
          </p:txBody>
        </p:sp>
        <p:sp>
          <p:nvSpPr>
            <p:cNvPr id="60" name="Rectangle 59">
              <a:extLst>
                <a:ext uri="{FF2B5EF4-FFF2-40B4-BE49-F238E27FC236}">
                  <a16:creationId xmlns:a16="http://schemas.microsoft.com/office/drawing/2014/main" id="{696F7CE8-A5FF-F523-E4C8-351338C14BB9}"/>
                </a:ext>
              </a:extLst>
            </p:cNvPr>
            <p:cNvSpPr/>
            <p:nvPr/>
          </p:nvSpPr>
          <p:spPr>
            <a:xfrm>
              <a:off x="2838450" y="1923624"/>
              <a:ext cx="914400" cy="155448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Real Time</a:t>
              </a:r>
            </a:p>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Information Portal</a:t>
              </a:r>
            </a:p>
          </p:txBody>
        </p:sp>
        <p:sp>
          <p:nvSpPr>
            <p:cNvPr id="204" name="Rectangle 203">
              <a:extLst>
                <a:ext uri="{FF2B5EF4-FFF2-40B4-BE49-F238E27FC236}">
                  <a16:creationId xmlns:a16="http://schemas.microsoft.com/office/drawing/2014/main" id="{80DC73E7-6649-CCDA-320C-EBE4AC9B6819}"/>
                </a:ext>
              </a:extLst>
            </p:cNvPr>
            <p:cNvSpPr/>
            <p:nvPr/>
          </p:nvSpPr>
          <p:spPr>
            <a:xfrm>
              <a:off x="1752600" y="2633474"/>
              <a:ext cx="914400" cy="301752"/>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YouTube</a:t>
              </a:r>
            </a:p>
          </p:txBody>
        </p:sp>
        <p:sp>
          <p:nvSpPr>
            <p:cNvPr id="205" name="Rectangle 204">
              <a:extLst>
                <a:ext uri="{FF2B5EF4-FFF2-40B4-BE49-F238E27FC236}">
                  <a16:creationId xmlns:a16="http://schemas.microsoft.com/office/drawing/2014/main" id="{8D4FB28B-39D7-3063-562D-529514E77C66}"/>
                </a:ext>
              </a:extLst>
            </p:cNvPr>
            <p:cNvSpPr/>
            <p:nvPr/>
          </p:nvSpPr>
          <p:spPr>
            <a:xfrm>
              <a:off x="1752600" y="1828800"/>
              <a:ext cx="914400" cy="41148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Marketing Campaigns</a:t>
              </a:r>
            </a:p>
          </p:txBody>
        </p:sp>
        <p:sp>
          <p:nvSpPr>
            <p:cNvPr id="206" name="Rectangle 205">
              <a:extLst>
                <a:ext uri="{FF2B5EF4-FFF2-40B4-BE49-F238E27FC236}">
                  <a16:creationId xmlns:a16="http://schemas.microsoft.com/office/drawing/2014/main" id="{BE15E9E7-31DD-CC14-1A8A-86195FA53E73}"/>
                </a:ext>
              </a:extLst>
            </p:cNvPr>
            <p:cNvSpPr/>
            <p:nvPr/>
          </p:nvSpPr>
          <p:spPr>
            <a:xfrm>
              <a:off x="1752600" y="1371599"/>
              <a:ext cx="914400" cy="41148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Product Labels</a:t>
              </a:r>
            </a:p>
          </p:txBody>
        </p:sp>
        <p:sp>
          <p:nvSpPr>
            <p:cNvPr id="208" name="Rectangle 207">
              <a:extLst>
                <a:ext uri="{FF2B5EF4-FFF2-40B4-BE49-F238E27FC236}">
                  <a16:creationId xmlns:a16="http://schemas.microsoft.com/office/drawing/2014/main" id="{86A920DE-B625-3667-B1D4-B19EA94D8A1C}"/>
                </a:ext>
              </a:extLst>
            </p:cNvPr>
            <p:cNvSpPr/>
            <p:nvPr/>
          </p:nvSpPr>
          <p:spPr>
            <a:xfrm>
              <a:off x="1747897" y="3683995"/>
              <a:ext cx="914400" cy="301752"/>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a:t>
              </a:r>
            </a:p>
          </p:txBody>
        </p:sp>
        <p:sp>
          <p:nvSpPr>
            <p:cNvPr id="211" name="Rectangle 210">
              <a:extLst>
                <a:ext uri="{FF2B5EF4-FFF2-40B4-BE49-F238E27FC236}">
                  <a16:creationId xmlns:a16="http://schemas.microsoft.com/office/drawing/2014/main" id="{BDC2EDDC-E2B5-2E2F-F880-5DCF0AB3D3C9}"/>
                </a:ext>
              </a:extLst>
            </p:cNvPr>
            <p:cNvSpPr/>
            <p:nvPr/>
          </p:nvSpPr>
          <p:spPr>
            <a:xfrm>
              <a:off x="1752600" y="2286001"/>
              <a:ext cx="914400" cy="301752"/>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Apps</a:t>
              </a:r>
            </a:p>
          </p:txBody>
        </p:sp>
        <p:sp>
          <p:nvSpPr>
            <p:cNvPr id="212" name="Rectangle 211">
              <a:extLst>
                <a:ext uri="{FF2B5EF4-FFF2-40B4-BE49-F238E27FC236}">
                  <a16:creationId xmlns:a16="http://schemas.microsoft.com/office/drawing/2014/main" id="{D476847B-8A1E-7037-634A-C9BB98384BBF}"/>
                </a:ext>
              </a:extLst>
            </p:cNvPr>
            <p:cNvSpPr/>
            <p:nvPr/>
          </p:nvSpPr>
          <p:spPr>
            <a:xfrm>
              <a:off x="1747897" y="2984998"/>
              <a:ext cx="914400" cy="301752"/>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Website</a:t>
              </a:r>
            </a:p>
          </p:txBody>
        </p:sp>
        <p:sp>
          <p:nvSpPr>
            <p:cNvPr id="213" name="Rectangle 212">
              <a:extLst>
                <a:ext uri="{FF2B5EF4-FFF2-40B4-BE49-F238E27FC236}">
                  <a16:creationId xmlns:a16="http://schemas.microsoft.com/office/drawing/2014/main" id="{50EB785B-C5A7-E8F6-FD4E-2476B8AE718A}"/>
                </a:ext>
              </a:extLst>
            </p:cNvPr>
            <p:cNvSpPr/>
            <p:nvPr/>
          </p:nvSpPr>
          <p:spPr>
            <a:xfrm>
              <a:off x="1747897" y="3332471"/>
              <a:ext cx="914400" cy="301752"/>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API</a:t>
              </a:r>
            </a:p>
          </p:txBody>
        </p:sp>
        <p:sp>
          <p:nvSpPr>
            <p:cNvPr id="216" name="Rectangle 215">
              <a:extLst>
                <a:ext uri="{FF2B5EF4-FFF2-40B4-BE49-F238E27FC236}">
                  <a16:creationId xmlns:a16="http://schemas.microsoft.com/office/drawing/2014/main" id="{91563F01-3FFD-B2AB-FFB5-8E34A232E274}"/>
                </a:ext>
              </a:extLst>
            </p:cNvPr>
            <p:cNvSpPr/>
            <p:nvPr/>
          </p:nvSpPr>
          <p:spPr>
            <a:xfrm>
              <a:off x="669102" y="2633474"/>
              <a:ext cx="914400" cy="301752"/>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Talent</a:t>
              </a:r>
            </a:p>
          </p:txBody>
        </p:sp>
        <p:sp>
          <p:nvSpPr>
            <p:cNvPr id="217" name="Rectangle 216">
              <a:extLst>
                <a:ext uri="{FF2B5EF4-FFF2-40B4-BE49-F238E27FC236}">
                  <a16:creationId xmlns:a16="http://schemas.microsoft.com/office/drawing/2014/main" id="{542A632C-9EB0-5DBA-5EC6-E2F47CE56AFE}"/>
                </a:ext>
              </a:extLst>
            </p:cNvPr>
            <p:cNvSpPr/>
            <p:nvPr/>
          </p:nvSpPr>
          <p:spPr>
            <a:xfrm>
              <a:off x="669102" y="1828800"/>
              <a:ext cx="914400" cy="41148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Investors</a:t>
              </a:r>
            </a:p>
          </p:txBody>
        </p:sp>
        <p:sp>
          <p:nvSpPr>
            <p:cNvPr id="218" name="Rectangle 217">
              <a:extLst>
                <a:ext uri="{FF2B5EF4-FFF2-40B4-BE49-F238E27FC236}">
                  <a16:creationId xmlns:a16="http://schemas.microsoft.com/office/drawing/2014/main" id="{9812087C-2BF0-411C-8E0E-7C5B436A217F}"/>
                </a:ext>
              </a:extLst>
            </p:cNvPr>
            <p:cNvSpPr/>
            <p:nvPr/>
          </p:nvSpPr>
          <p:spPr>
            <a:xfrm>
              <a:off x="669102" y="1371599"/>
              <a:ext cx="914400" cy="41148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Customer</a:t>
              </a:r>
            </a:p>
          </p:txBody>
        </p:sp>
        <p:sp>
          <p:nvSpPr>
            <p:cNvPr id="219" name="Rectangle 218">
              <a:extLst>
                <a:ext uri="{FF2B5EF4-FFF2-40B4-BE49-F238E27FC236}">
                  <a16:creationId xmlns:a16="http://schemas.microsoft.com/office/drawing/2014/main" id="{B30F4680-6E4B-4EEC-E91A-68FABE1EF724}"/>
                </a:ext>
              </a:extLst>
            </p:cNvPr>
            <p:cNvSpPr/>
            <p:nvPr/>
          </p:nvSpPr>
          <p:spPr>
            <a:xfrm>
              <a:off x="664399" y="3683995"/>
              <a:ext cx="914400" cy="301752"/>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a:t>
              </a:r>
            </a:p>
          </p:txBody>
        </p:sp>
        <p:sp>
          <p:nvSpPr>
            <p:cNvPr id="220" name="Rectangle 219">
              <a:extLst>
                <a:ext uri="{FF2B5EF4-FFF2-40B4-BE49-F238E27FC236}">
                  <a16:creationId xmlns:a16="http://schemas.microsoft.com/office/drawing/2014/main" id="{2BF15FC5-E52D-ABF5-E4FA-4CFE9E1BCA75}"/>
                </a:ext>
              </a:extLst>
            </p:cNvPr>
            <p:cNvSpPr/>
            <p:nvPr/>
          </p:nvSpPr>
          <p:spPr>
            <a:xfrm>
              <a:off x="669102" y="2286001"/>
              <a:ext cx="914400" cy="301752"/>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Activists</a:t>
              </a:r>
            </a:p>
          </p:txBody>
        </p:sp>
        <p:sp>
          <p:nvSpPr>
            <p:cNvPr id="221" name="Rectangle 220">
              <a:extLst>
                <a:ext uri="{FF2B5EF4-FFF2-40B4-BE49-F238E27FC236}">
                  <a16:creationId xmlns:a16="http://schemas.microsoft.com/office/drawing/2014/main" id="{7E04721D-5A9F-4ED2-0344-B055D0BF722B}"/>
                </a:ext>
              </a:extLst>
            </p:cNvPr>
            <p:cNvSpPr/>
            <p:nvPr/>
          </p:nvSpPr>
          <p:spPr>
            <a:xfrm>
              <a:off x="664399" y="2984998"/>
              <a:ext cx="914400" cy="301752"/>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Regulator</a:t>
              </a:r>
            </a:p>
          </p:txBody>
        </p:sp>
        <p:sp>
          <p:nvSpPr>
            <p:cNvPr id="222" name="Rectangle 221">
              <a:extLst>
                <a:ext uri="{FF2B5EF4-FFF2-40B4-BE49-F238E27FC236}">
                  <a16:creationId xmlns:a16="http://schemas.microsoft.com/office/drawing/2014/main" id="{C37B3C3A-868E-2D62-F274-6411C64D6EA8}"/>
                </a:ext>
              </a:extLst>
            </p:cNvPr>
            <p:cNvSpPr/>
            <p:nvPr/>
          </p:nvSpPr>
          <p:spPr>
            <a:xfrm>
              <a:off x="664399" y="3332471"/>
              <a:ext cx="914400" cy="301752"/>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Alliances</a:t>
              </a:r>
            </a:p>
          </p:txBody>
        </p:sp>
      </p:grpSp>
      <p:sp>
        <p:nvSpPr>
          <p:cNvPr id="224" name="Arrow: Chevron 223">
            <a:extLst>
              <a:ext uri="{FF2B5EF4-FFF2-40B4-BE49-F238E27FC236}">
                <a16:creationId xmlns:a16="http://schemas.microsoft.com/office/drawing/2014/main" id="{841B6D2D-8E9E-AD1D-380C-47A3095B3180}"/>
              </a:ext>
            </a:extLst>
          </p:cNvPr>
          <p:cNvSpPr/>
          <p:nvPr/>
        </p:nvSpPr>
        <p:spPr>
          <a:xfrm flipH="1">
            <a:off x="4038600" y="2286001"/>
            <a:ext cx="228600" cy="457200"/>
          </a:xfrm>
          <a:prstGeom prst="chevron">
            <a:avLst/>
          </a:prstGeom>
          <a:solidFill>
            <a:schemeClr val="tx2"/>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2E2E38"/>
              </a:solidFill>
              <a:effectLst/>
              <a:uLnTx/>
              <a:uFillTx/>
            </a:endParaRPr>
          </a:p>
        </p:txBody>
      </p:sp>
      <p:sp>
        <p:nvSpPr>
          <p:cNvPr id="227" name="Arrow: Chevron 226">
            <a:extLst>
              <a:ext uri="{FF2B5EF4-FFF2-40B4-BE49-F238E27FC236}">
                <a16:creationId xmlns:a16="http://schemas.microsoft.com/office/drawing/2014/main" id="{35BFF2AF-16B9-08A4-6F96-AD6DE786C971}"/>
              </a:ext>
            </a:extLst>
          </p:cNvPr>
          <p:cNvSpPr/>
          <p:nvPr/>
        </p:nvSpPr>
        <p:spPr>
          <a:xfrm flipH="1">
            <a:off x="7924800" y="1600200"/>
            <a:ext cx="228600" cy="457200"/>
          </a:xfrm>
          <a:prstGeom prst="chevron">
            <a:avLst/>
          </a:prstGeom>
          <a:solidFill>
            <a:schemeClr val="tx2"/>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2E2E38"/>
              </a:solidFill>
              <a:effectLst/>
              <a:uLnTx/>
              <a:uFillTx/>
            </a:endParaRPr>
          </a:p>
        </p:txBody>
      </p:sp>
      <p:sp>
        <p:nvSpPr>
          <p:cNvPr id="230" name="Arrow: Chevron 229">
            <a:extLst>
              <a:ext uri="{FF2B5EF4-FFF2-40B4-BE49-F238E27FC236}">
                <a16:creationId xmlns:a16="http://schemas.microsoft.com/office/drawing/2014/main" id="{FD5A00F5-7539-40ED-11A9-8D6B104C8D0E}"/>
              </a:ext>
            </a:extLst>
          </p:cNvPr>
          <p:cNvSpPr/>
          <p:nvPr/>
        </p:nvSpPr>
        <p:spPr>
          <a:xfrm flipH="1">
            <a:off x="7924800" y="2970957"/>
            <a:ext cx="228600" cy="457200"/>
          </a:xfrm>
          <a:prstGeom prst="chevron">
            <a:avLst/>
          </a:prstGeom>
          <a:solidFill>
            <a:schemeClr val="tx2"/>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2E2E38"/>
              </a:solidFill>
              <a:effectLst/>
              <a:uLnTx/>
              <a:uFillTx/>
            </a:endParaRPr>
          </a:p>
        </p:txBody>
      </p:sp>
      <p:grpSp>
        <p:nvGrpSpPr>
          <p:cNvPr id="304" name="Group 303">
            <a:extLst>
              <a:ext uri="{FF2B5EF4-FFF2-40B4-BE49-F238E27FC236}">
                <a16:creationId xmlns:a16="http://schemas.microsoft.com/office/drawing/2014/main" id="{37ED1D5F-F7FD-A066-121A-5626788535BF}"/>
              </a:ext>
            </a:extLst>
          </p:cNvPr>
          <p:cNvGrpSpPr/>
          <p:nvPr/>
        </p:nvGrpSpPr>
        <p:grpSpPr>
          <a:xfrm>
            <a:off x="8267700" y="914399"/>
            <a:ext cx="3429000" cy="3200400"/>
            <a:chOff x="8267700" y="914399"/>
            <a:chExt cx="3429000" cy="3200400"/>
          </a:xfrm>
        </p:grpSpPr>
        <p:cxnSp>
          <p:nvCxnSpPr>
            <p:cNvPr id="261" name="Connector: Elbow 260">
              <a:extLst>
                <a:ext uri="{FF2B5EF4-FFF2-40B4-BE49-F238E27FC236}">
                  <a16:creationId xmlns:a16="http://schemas.microsoft.com/office/drawing/2014/main" id="{E5D53FEE-F804-5104-8107-2CE00F98E3E0}"/>
                </a:ext>
              </a:extLst>
            </p:cNvPr>
            <p:cNvCxnSpPr>
              <a:cxnSpLocks/>
              <a:stCxn id="19" idx="3"/>
              <a:endCxn id="20" idx="1"/>
            </p:cNvCxnSpPr>
            <p:nvPr/>
          </p:nvCxnSpPr>
          <p:spPr>
            <a:xfrm flipV="1">
              <a:off x="10439400" y="1874519"/>
              <a:ext cx="171450" cy="822961"/>
            </a:xfrm>
            <a:prstGeom prst="bentConnector3">
              <a:avLst>
                <a:gd name="adj1" fmla="val 50000"/>
              </a:avLst>
            </a:prstGeom>
            <a:ln w="12700">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5" name="Connector: Elbow 264">
              <a:extLst>
                <a:ext uri="{FF2B5EF4-FFF2-40B4-BE49-F238E27FC236}">
                  <a16:creationId xmlns:a16="http://schemas.microsoft.com/office/drawing/2014/main" id="{393588E6-22F6-CFF3-5B85-1B2CECFBE6F5}"/>
                </a:ext>
              </a:extLst>
            </p:cNvPr>
            <p:cNvCxnSpPr>
              <a:cxnSpLocks/>
              <a:stCxn id="19" idx="3"/>
              <a:endCxn id="22" idx="1"/>
            </p:cNvCxnSpPr>
            <p:nvPr/>
          </p:nvCxnSpPr>
          <p:spPr>
            <a:xfrm>
              <a:off x="10439400" y="2697480"/>
              <a:ext cx="171450" cy="822959"/>
            </a:xfrm>
            <a:prstGeom prst="bentConnector3">
              <a:avLst>
                <a:gd name="adj1" fmla="val 50000"/>
              </a:avLst>
            </a:prstGeom>
            <a:ln w="12700">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2" name="Straight Connector 301">
              <a:extLst>
                <a:ext uri="{FF2B5EF4-FFF2-40B4-BE49-F238E27FC236}">
                  <a16:creationId xmlns:a16="http://schemas.microsoft.com/office/drawing/2014/main" id="{2F73347E-43C4-C9C5-FADA-194CD2B0C586}"/>
                </a:ext>
              </a:extLst>
            </p:cNvPr>
            <p:cNvCxnSpPr>
              <a:stCxn id="18" idx="3"/>
              <a:endCxn id="21" idx="1"/>
            </p:cNvCxnSpPr>
            <p:nvPr/>
          </p:nvCxnSpPr>
          <p:spPr>
            <a:xfrm>
              <a:off x="9353550" y="2697479"/>
              <a:ext cx="1257300" cy="0"/>
            </a:xfrm>
            <a:prstGeom prst="line">
              <a:avLst/>
            </a:prstGeom>
            <a:ln w="12700">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3" name="Group 302">
              <a:extLst>
                <a:ext uri="{FF2B5EF4-FFF2-40B4-BE49-F238E27FC236}">
                  <a16:creationId xmlns:a16="http://schemas.microsoft.com/office/drawing/2014/main" id="{EEFB9197-78DE-17E4-7C9E-79DF446E0C85}"/>
                </a:ext>
              </a:extLst>
            </p:cNvPr>
            <p:cNvGrpSpPr/>
            <p:nvPr/>
          </p:nvGrpSpPr>
          <p:grpSpPr>
            <a:xfrm>
              <a:off x="8267700" y="914399"/>
              <a:ext cx="3429000" cy="3200400"/>
              <a:chOff x="8267700" y="914399"/>
              <a:chExt cx="3429000" cy="3200400"/>
            </a:xfrm>
          </p:grpSpPr>
          <p:sp>
            <p:nvSpPr>
              <p:cNvPr id="4" name="Rectangle 3">
                <a:extLst>
                  <a:ext uri="{FF2B5EF4-FFF2-40B4-BE49-F238E27FC236}">
                    <a16:creationId xmlns:a16="http://schemas.microsoft.com/office/drawing/2014/main" id="{D6F08BCB-BB26-655C-9F06-C35650EF62D1}"/>
                  </a:ext>
                </a:extLst>
              </p:cNvPr>
              <p:cNvSpPr/>
              <p:nvPr/>
            </p:nvSpPr>
            <p:spPr>
              <a:xfrm>
                <a:off x="8267700" y="914399"/>
                <a:ext cx="3429000" cy="3200400"/>
              </a:xfrm>
              <a:prstGeom prst="rect">
                <a:avLst/>
              </a:prstGeom>
              <a:noFill/>
              <a:ln w="9525" cap="sq" cmpd="sng" algn="ctr">
                <a:solidFill>
                  <a:schemeClr val="bg1"/>
                </a:solidFill>
                <a:prstDash val="solid"/>
                <a:miter lim="800000"/>
                <a:tailEnd type="none"/>
              </a:ln>
              <a:effectLst/>
            </p:spPr>
            <p:txBody>
              <a:bodyPr rot="0" spcFirstLastPara="0" vertOverflow="overflow" horzOverflow="overflow" vert="horz" wrap="square" lIns="91392" tIns="91440" rIns="91392" bIns="0" numCol="1" spcCol="0" rtlCol="0" fromWordArt="0" anchor="t"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bg1"/>
                    </a:solidFill>
                    <a:effectLst/>
                    <a:uLnTx/>
                    <a:uFillTx/>
                  </a:rPr>
                  <a:t>Data Model &amp; Analytics</a:t>
                </a:r>
              </a:p>
            </p:txBody>
          </p:sp>
          <p:sp>
            <p:nvSpPr>
              <p:cNvPr id="18" name="Rectangle 17">
                <a:extLst>
                  <a:ext uri="{FF2B5EF4-FFF2-40B4-BE49-F238E27FC236}">
                    <a16:creationId xmlns:a16="http://schemas.microsoft.com/office/drawing/2014/main" id="{F21081A6-77B3-6C5E-0701-F5E6D03B6EA5}"/>
                  </a:ext>
                </a:extLst>
              </p:cNvPr>
              <p:cNvSpPr/>
              <p:nvPr/>
            </p:nvSpPr>
            <p:spPr>
              <a:xfrm>
                <a:off x="8439150" y="1508759"/>
                <a:ext cx="914400" cy="237744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Integrated Data &amp; Analytics Layer</a:t>
                </a:r>
              </a:p>
            </p:txBody>
          </p:sp>
          <p:sp>
            <p:nvSpPr>
              <p:cNvPr id="19" name="Rectangle 18">
                <a:extLst>
                  <a:ext uri="{FF2B5EF4-FFF2-40B4-BE49-F238E27FC236}">
                    <a16:creationId xmlns:a16="http://schemas.microsoft.com/office/drawing/2014/main" id="{A6866F7E-7970-9CE4-59C2-F3955076A07B}"/>
                  </a:ext>
                </a:extLst>
              </p:cNvPr>
              <p:cNvSpPr/>
              <p:nvPr/>
            </p:nvSpPr>
            <p:spPr>
              <a:xfrm>
                <a:off x="9525000" y="1508760"/>
                <a:ext cx="914400" cy="237744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Data Model</a:t>
                </a:r>
              </a:p>
            </p:txBody>
          </p:sp>
          <p:sp>
            <p:nvSpPr>
              <p:cNvPr id="20" name="Rectangle 19">
                <a:extLst>
                  <a:ext uri="{FF2B5EF4-FFF2-40B4-BE49-F238E27FC236}">
                    <a16:creationId xmlns:a16="http://schemas.microsoft.com/office/drawing/2014/main" id="{D8174B8F-D390-BCDD-B1EF-F88352C6A022}"/>
                  </a:ext>
                </a:extLst>
              </p:cNvPr>
              <p:cNvSpPr/>
              <p:nvPr/>
            </p:nvSpPr>
            <p:spPr>
              <a:xfrm>
                <a:off x="10610850" y="1508759"/>
                <a:ext cx="914400" cy="73152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Financial Data Sources</a:t>
                </a:r>
              </a:p>
            </p:txBody>
          </p:sp>
          <p:sp>
            <p:nvSpPr>
              <p:cNvPr id="21" name="Rectangle 20">
                <a:extLst>
                  <a:ext uri="{FF2B5EF4-FFF2-40B4-BE49-F238E27FC236}">
                    <a16:creationId xmlns:a16="http://schemas.microsoft.com/office/drawing/2014/main" id="{A3FA47BB-F419-6A8D-D284-87ECF586A68F}"/>
                  </a:ext>
                </a:extLst>
              </p:cNvPr>
              <p:cNvSpPr/>
              <p:nvPr/>
            </p:nvSpPr>
            <p:spPr>
              <a:xfrm>
                <a:off x="10610850" y="2331719"/>
                <a:ext cx="914400" cy="73152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Business Data Sources</a:t>
                </a:r>
              </a:p>
            </p:txBody>
          </p:sp>
          <p:sp>
            <p:nvSpPr>
              <p:cNvPr id="22" name="Rectangle 21">
                <a:extLst>
                  <a:ext uri="{FF2B5EF4-FFF2-40B4-BE49-F238E27FC236}">
                    <a16:creationId xmlns:a16="http://schemas.microsoft.com/office/drawing/2014/main" id="{C599F36D-A515-A397-E155-871BB806F88B}"/>
                  </a:ext>
                </a:extLst>
              </p:cNvPr>
              <p:cNvSpPr/>
              <p:nvPr/>
            </p:nvSpPr>
            <p:spPr>
              <a:xfrm>
                <a:off x="10610850" y="3154679"/>
                <a:ext cx="914400" cy="73152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External Data Sources</a:t>
                </a:r>
              </a:p>
            </p:txBody>
          </p:sp>
        </p:grpSp>
      </p:grpSp>
      <p:grpSp>
        <p:nvGrpSpPr>
          <p:cNvPr id="306" name="Group 305">
            <a:extLst>
              <a:ext uri="{FF2B5EF4-FFF2-40B4-BE49-F238E27FC236}">
                <a16:creationId xmlns:a16="http://schemas.microsoft.com/office/drawing/2014/main" id="{42834BC1-D14B-CE2D-3EE8-0CCD19E912B0}"/>
              </a:ext>
            </a:extLst>
          </p:cNvPr>
          <p:cNvGrpSpPr/>
          <p:nvPr/>
        </p:nvGrpSpPr>
        <p:grpSpPr>
          <a:xfrm>
            <a:off x="4381500" y="914400"/>
            <a:ext cx="3429000" cy="3200400"/>
            <a:chOff x="4381500" y="914400"/>
            <a:chExt cx="3429000" cy="3200400"/>
          </a:xfrm>
        </p:grpSpPr>
        <p:cxnSp>
          <p:nvCxnSpPr>
            <p:cNvPr id="245" name="Connector: Elbow 244">
              <a:extLst>
                <a:ext uri="{FF2B5EF4-FFF2-40B4-BE49-F238E27FC236}">
                  <a16:creationId xmlns:a16="http://schemas.microsoft.com/office/drawing/2014/main" id="{C039559D-FCBA-0BCD-9718-2AB0E9DEC5DD}"/>
                </a:ext>
              </a:extLst>
            </p:cNvPr>
            <p:cNvCxnSpPr>
              <a:stCxn id="52" idx="3"/>
              <a:endCxn id="46" idx="1"/>
            </p:cNvCxnSpPr>
            <p:nvPr/>
          </p:nvCxnSpPr>
          <p:spPr>
            <a:xfrm flipV="1">
              <a:off x="5467350" y="1714499"/>
              <a:ext cx="171450" cy="986365"/>
            </a:xfrm>
            <a:prstGeom prst="bentConnector3">
              <a:avLst/>
            </a:prstGeom>
            <a:ln w="12700">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Connector: Elbow 245">
              <a:extLst>
                <a:ext uri="{FF2B5EF4-FFF2-40B4-BE49-F238E27FC236}">
                  <a16:creationId xmlns:a16="http://schemas.microsoft.com/office/drawing/2014/main" id="{9BD04CE3-2318-D982-F55F-EFDA5305BC5D}"/>
                </a:ext>
              </a:extLst>
            </p:cNvPr>
            <p:cNvCxnSpPr>
              <a:cxnSpLocks/>
              <a:stCxn id="52" idx="3"/>
              <a:endCxn id="43" idx="1"/>
            </p:cNvCxnSpPr>
            <p:nvPr/>
          </p:nvCxnSpPr>
          <p:spPr>
            <a:xfrm>
              <a:off x="5467350" y="2700864"/>
              <a:ext cx="171450" cy="974514"/>
            </a:xfrm>
            <a:prstGeom prst="bentConnector3">
              <a:avLst>
                <a:gd name="adj1" fmla="val 50000"/>
              </a:avLst>
            </a:prstGeom>
            <a:ln w="12700">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Connector: Elbow 248">
              <a:extLst>
                <a:ext uri="{FF2B5EF4-FFF2-40B4-BE49-F238E27FC236}">
                  <a16:creationId xmlns:a16="http://schemas.microsoft.com/office/drawing/2014/main" id="{75B0717D-D728-09EE-6E0E-16990EFF033D}"/>
                </a:ext>
              </a:extLst>
            </p:cNvPr>
            <p:cNvCxnSpPr>
              <a:cxnSpLocks/>
              <a:stCxn id="52" idx="3"/>
              <a:endCxn id="42" idx="1"/>
            </p:cNvCxnSpPr>
            <p:nvPr/>
          </p:nvCxnSpPr>
          <p:spPr>
            <a:xfrm>
              <a:off x="5467350" y="2700864"/>
              <a:ext cx="171450" cy="476675"/>
            </a:xfrm>
            <a:prstGeom prst="bentConnector3">
              <a:avLst>
                <a:gd name="adj1" fmla="val 50000"/>
              </a:avLst>
            </a:prstGeom>
            <a:ln w="12700">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2" name="Connector: Elbow 251">
              <a:extLst>
                <a:ext uri="{FF2B5EF4-FFF2-40B4-BE49-F238E27FC236}">
                  <a16:creationId xmlns:a16="http://schemas.microsoft.com/office/drawing/2014/main" id="{53BAEB6F-64BF-3040-ED03-067CF95C6A1A}"/>
                </a:ext>
              </a:extLst>
            </p:cNvPr>
            <p:cNvCxnSpPr>
              <a:cxnSpLocks/>
              <a:stCxn id="41" idx="3"/>
              <a:endCxn id="51" idx="1"/>
            </p:cNvCxnSpPr>
            <p:nvPr/>
          </p:nvCxnSpPr>
          <p:spPr>
            <a:xfrm>
              <a:off x="6553200" y="2606040"/>
              <a:ext cx="171450" cy="497838"/>
            </a:xfrm>
            <a:prstGeom prst="bentConnector3">
              <a:avLst>
                <a:gd name="adj1" fmla="val 50000"/>
              </a:avLst>
            </a:prstGeom>
            <a:ln w="12700">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5" name="Connector: Elbow 254">
              <a:extLst>
                <a:ext uri="{FF2B5EF4-FFF2-40B4-BE49-F238E27FC236}">
                  <a16:creationId xmlns:a16="http://schemas.microsoft.com/office/drawing/2014/main" id="{03D63394-8F4C-0505-E307-BB4F0FB3F4D3}"/>
                </a:ext>
              </a:extLst>
            </p:cNvPr>
            <p:cNvCxnSpPr>
              <a:cxnSpLocks/>
              <a:stCxn id="42" idx="3"/>
              <a:endCxn id="51" idx="1"/>
            </p:cNvCxnSpPr>
            <p:nvPr/>
          </p:nvCxnSpPr>
          <p:spPr>
            <a:xfrm flipV="1">
              <a:off x="6553200" y="3103878"/>
              <a:ext cx="171450" cy="73661"/>
            </a:xfrm>
            <a:prstGeom prst="bentConnector3">
              <a:avLst>
                <a:gd name="adj1" fmla="val 50000"/>
              </a:avLst>
            </a:prstGeom>
            <a:ln w="12700">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8" name="Connector: Elbow 257">
              <a:extLst>
                <a:ext uri="{FF2B5EF4-FFF2-40B4-BE49-F238E27FC236}">
                  <a16:creationId xmlns:a16="http://schemas.microsoft.com/office/drawing/2014/main" id="{7E6EFFCE-84DD-19A7-F3D7-88F8AD804340}"/>
                </a:ext>
              </a:extLst>
            </p:cNvPr>
            <p:cNvCxnSpPr>
              <a:cxnSpLocks/>
              <a:stCxn id="43" idx="3"/>
              <a:endCxn id="51" idx="1"/>
            </p:cNvCxnSpPr>
            <p:nvPr/>
          </p:nvCxnSpPr>
          <p:spPr>
            <a:xfrm flipV="1">
              <a:off x="6553200" y="3103878"/>
              <a:ext cx="171450" cy="571500"/>
            </a:xfrm>
            <a:prstGeom prst="bentConnector3">
              <a:avLst>
                <a:gd name="adj1" fmla="val 50000"/>
              </a:avLst>
            </a:prstGeom>
            <a:ln w="12700">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5" name="Group 304">
              <a:extLst>
                <a:ext uri="{FF2B5EF4-FFF2-40B4-BE49-F238E27FC236}">
                  <a16:creationId xmlns:a16="http://schemas.microsoft.com/office/drawing/2014/main" id="{3D763EB2-BABD-A568-9A53-97E65DD4ED3D}"/>
                </a:ext>
              </a:extLst>
            </p:cNvPr>
            <p:cNvGrpSpPr/>
            <p:nvPr/>
          </p:nvGrpSpPr>
          <p:grpSpPr>
            <a:xfrm>
              <a:off x="4381500" y="914400"/>
              <a:ext cx="3429000" cy="3200400"/>
              <a:chOff x="4381500" y="914400"/>
              <a:chExt cx="3429000" cy="3200400"/>
            </a:xfrm>
          </p:grpSpPr>
          <p:sp>
            <p:nvSpPr>
              <p:cNvPr id="3" name="Rectangle 2">
                <a:extLst>
                  <a:ext uri="{FF2B5EF4-FFF2-40B4-BE49-F238E27FC236}">
                    <a16:creationId xmlns:a16="http://schemas.microsoft.com/office/drawing/2014/main" id="{7BDC316F-1CEC-BACE-5C7A-3E7F88467FDC}"/>
                  </a:ext>
                </a:extLst>
              </p:cNvPr>
              <p:cNvSpPr/>
              <p:nvPr/>
            </p:nvSpPr>
            <p:spPr>
              <a:xfrm>
                <a:off x="4381500" y="914400"/>
                <a:ext cx="3429000" cy="3200400"/>
              </a:xfrm>
              <a:prstGeom prst="rect">
                <a:avLst/>
              </a:prstGeom>
              <a:noFill/>
              <a:ln w="9525" cap="sq" cmpd="sng" algn="ctr">
                <a:solidFill>
                  <a:schemeClr val="bg1"/>
                </a:solidFill>
                <a:prstDash val="solid"/>
                <a:miter lim="800000"/>
                <a:tailEnd type="none"/>
              </a:ln>
              <a:effectLst/>
            </p:spPr>
            <p:txBody>
              <a:bodyPr rot="0" spcFirstLastPara="0" vertOverflow="overflow" horzOverflow="overflow" vert="horz" wrap="square" lIns="91392" tIns="91440" rIns="91392" bIns="0" numCol="1" spcCol="0" rtlCol="0" fromWordArt="0" anchor="t"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bg1"/>
                    </a:solidFill>
                    <a:effectLst/>
                    <a:uLnTx/>
                    <a:uFillTx/>
                  </a:rPr>
                  <a:t>Reporting &amp; Steering</a:t>
                </a:r>
              </a:p>
            </p:txBody>
          </p:sp>
          <p:sp>
            <p:nvSpPr>
              <p:cNvPr id="41" name="Rectangle 40">
                <a:extLst>
                  <a:ext uri="{FF2B5EF4-FFF2-40B4-BE49-F238E27FC236}">
                    <a16:creationId xmlns:a16="http://schemas.microsoft.com/office/drawing/2014/main" id="{558A7764-F110-594A-BD3A-42A3674D17F4}"/>
                  </a:ext>
                </a:extLst>
              </p:cNvPr>
              <p:cNvSpPr/>
              <p:nvPr/>
            </p:nvSpPr>
            <p:spPr>
              <a:xfrm>
                <a:off x="5638800" y="2331720"/>
                <a:ext cx="914400" cy="54864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Financial Statement</a:t>
                </a:r>
              </a:p>
            </p:txBody>
          </p:sp>
          <p:sp>
            <p:nvSpPr>
              <p:cNvPr id="42" name="Rectangle 41">
                <a:extLst>
                  <a:ext uri="{FF2B5EF4-FFF2-40B4-BE49-F238E27FC236}">
                    <a16:creationId xmlns:a16="http://schemas.microsoft.com/office/drawing/2014/main" id="{DB491A60-0B21-6548-6582-D7C5AF23ECE3}"/>
                  </a:ext>
                </a:extLst>
              </p:cNvPr>
              <p:cNvSpPr/>
              <p:nvPr/>
            </p:nvSpPr>
            <p:spPr>
              <a:xfrm>
                <a:off x="5638800" y="2971799"/>
                <a:ext cx="914400" cy="41148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ESG</a:t>
                </a:r>
              </a:p>
            </p:txBody>
          </p:sp>
          <p:sp>
            <p:nvSpPr>
              <p:cNvPr id="43" name="Rectangle 42">
                <a:extLst>
                  <a:ext uri="{FF2B5EF4-FFF2-40B4-BE49-F238E27FC236}">
                    <a16:creationId xmlns:a16="http://schemas.microsoft.com/office/drawing/2014/main" id="{41A1D95C-CE0C-4145-737D-5F174D989FFC}"/>
                  </a:ext>
                </a:extLst>
              </p:cNvPr>
              <p:cNvSpPr/>
              <p:nvPr/>
            </p:nvSpPr>
            <p:spPr>
              <a:xfrm>
                <a:off x="5638800" y="3469638"/>
                <a:ext cx="914400" cy="41148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Other</a:t>
                </a:r>
              </a:p>
            </p:txBody>
          </p:sp>
          <p:sp>
            <p:nvSpPr>
              <p:cNvPr id="46" name="Rectangle 45">
                <a:extLst>
                  <a:ext uri="{FF2B5EF4-FFF2-40B4-BE49-F238E27FC236}">
                    <a16:creationId xmlns:a16="http://schemas.microsoft.com/office/drawing/2014/main" id="{C56F3304-52BD-B254-7005-D4A1DCC74521}"/>
                  </a:ext>
                </a:extLst>
              </p:cNvPr>
              <p:cNvSpPr/>
              <p:nvPr/>
            </p:nvSpPr>
            <p:spPr>
              <a:xfrm>
                <a:off x="5638800" y="1508759"/>
                <a:ext cx="2000250" cy="41148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Operative Steering Model</a:t>
                </a:r>
              </a:p>
            </p:txBody>
          </p:sp>
          <p:sp>
            <p:nvSpPr>
              <p:cNvPr id="51" name="Rectangle 50">
                <a:extLst>
                  <a:ext uri="{FF2B5EF4-FFF2-40B4-BE49-F238E27FC236}">
                    <a16:creationId xmlns:a16="http://schemas.microsoft.com/office/drawing/2014/main" id="{C9B7FE8D-6DDD-8F68-8678-B8B1074BD523}"/>
                  </a:ext>
                </a:extLst>
              </p:cNvPr>
              <p:cNvSpPr/>
              <p:nvPr/>
            </p:nvSpPr>
            <p:spPr>
              <a:xfrm>
                <a:off x="6724650" y="2326638"/>
                <a:ext cx="914400" cy="155448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Consolidation Engine</a:t>
                </a:r>
              </a:p>
            </p:txBody>
          </p:sp>
          <p:sp>
            <p:nvSpPr>
              <p:cNvPr id="52" name="Rectangle 51">
                <a:extLst>
                  <a:ext uri="{FF2B5EF4-FFF2-40B4-BE49-F238E27FC236}">
                    <a16:creationId xmlns:a16="http://schemas.microsoft.com/office/drawing/2014/main" id="{0683A777-8D77-7B24-10C9-15CC2AE84C89}"/>
                  </a:ext>
                </a:extLst>
              </p:cNvPr>
              <p:cNvSpPr/>
              <p:nvPr/>
            </p:nvSpPr>
            <p:spPr>
              <a:xfrm>
                <a:off x="4552950" y="1923624"/>
                <a:ext cx="914400" cy="1554480"/>
              </a:xfrm>
              <a:prstGeom prst="rect">
                <a:avLst/>
              </a:prstGeom>
              <a:solidFill>
                <a:schemeClr val="bg1">
                  <a:lumMod val="75000"/>
                  <a:lumOff val="25000"/>
                </a:schemeClr>
              </a:solidFill>
              <a:ln w="12700" cap="sq" cmpd="sng" algn="ctr">
                <a:noFill/>
                <a:prstDash val="solid"/>
                <a:miter lim="800000"/>
                <a:tailEnd type="none"/>
              </a:ln>
              <a:effectLst/>
            </p:spPr>
            <p:txBody>
              <a:bodyPr rot="0" spcFirstLastPara="0" vertOverflow="overflow" horzOverflow="overflow" vert="horz" wrap="square" lIns="45720" tIns="45696" rIns="45720"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LTV</a:t>
                </a:r>
              </a:p>
              <a:p>
                <a:pPr marL="0" marR="0" lvl="0" indent="0" algn="ctr" defTabSz="913943" eaLnBrk="1" fontAlgn="auto" latinLnBrk="0" hangingPunct="1">
                  <a:lnSpc>
                    <a:spcPct val="110000"/>
                  </a:lnSpc>
                  <a:spcBef>
                    <a:spcPts val="0"/>
                  </a:spcBef>
                  <a:spcAft>
                    <a:spcPts val="0"/>
                  </a:spcAft>
                  <a:buClrTx/>
                  <a:buSzTx/>
                  <a:buFontTx/>
                  <a:buNone/>
                  <a:tabLst/>
                  <a:defRPr/>
                </a:pPr>
                <a:r>
                  <a:rPr kumimoji="0" lang="en-US" sz="999" b="0" i="0" u="none" strike="noStrike" kern="0" cap="none" spc="0" normalizeH="0" baseline="0" noProof="0" dirty="0">
                    <a:ln>
                      <a:noFill/>
                    </a:ln>
                    <a:solidFill>
                      <a:prstClr val="white"/>
                    </a:solidFill>
                    <a:effectLst/>
                    <a:uLnTx/>
                    <a:uFillTx/>
                  </a:rPr>
                  <a:t>Value Narrative</a:t>
                </a:r>
              </a:p>
            </p:txBody>
          </p:sp>
        </p:grpSp>
      </p:grpSp>
      <p:cxnSp>
        <p:nvCxnSpPr>
          <p:cNvPr id="308" name="Straight Connector 307">
            <a:extLst>
              <a:ext uri="{FF2B5EF4-FFF2-40B4-BE49-F238E27FC236}">
                <a16:creationId xmlns:a16="http://schemas.microsoft.com/office/drawing/2014/main" id="{878EA880-B8B7-8239-4450-6F61EF07C5EA}"/>
              </a:ext>
            </a:extLst>
          </p:cNvPr>
          <p:cNvCxnSpPr>
            <a:cxnSpLocks/>
            <a:stCxn id="206" idx="3"/>
            <a:endCxn id="60" idx="1"/>
          </p:cNvCxnSpPr>
          <p:nvPr/>
        </p:nvCxnSpPr>
        <p:spPr>
          <a:xfrm>
            <a:off x="2667000" y="1577339"/>
            <a:ext cx="171450" cy="1123525"/>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B6373590-0C2D-CD8E-1A60-3F2809CA9DE5}"/>
              </a:ext>
            </a:extLst>
          </p:cNvPr>
          <p:cNvCxnSpPr>
            <a:cxnSpLocks/>
            <a:stCxn id="205" idx="3"/>
            <a:endCxn id="60" idx="1"/>
          </p:cNvCxnSpPr>
          <p:nvPr/>
        </p:nvCxnSpPr>
        <p:spPr>
          <a:xfrm>
            <a:off x="2667000" y="2034540"/>
            <a:ext cx="171450" cy="666324"/>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75497A7B-C60C-4ED7-EBF9-2CD60B76B055}"/>
              </a:ext>
            </a:extLst>
          </p:cNvPr>
          <p:cNvCxnSpPr>
            <a:cxnSpLocks/>
            <a:stCxn id="212" idx="3"/>
            <a:endCxn id="60" idx="1"/>
          </p:cNvCxnSpPr>
          <p:nvPr/>
        </p:nvCxnSpPr>
        <p:spPr>
          <a:xfrm flipV="1">
            <a:off x="2662297" y="2700864"/>
            <a:ext cx="176153" cy="435010"/>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DBE83E2B-DADD-7FBF-28FA-A5E486D98D63}"/>
              </a:ext>
            </a:extLst>
          </p:cNvPr>
          <p:cNvCxnSpPr>
            <a:cxnSpLocks/>
            <a:stCxn id="213" idx="3"/>
            <a:endCxn id="60" idx="1"/>
          </p:cNvCxnSpPr>
          <p:nvPr/>
        </p:nvCxnSpPr>
        <p:spPr>
          <a:xfrm flipV="1">
            <a:off x="2662297" y="2700864"/>
            <a:ext cx="176153" cy="782483"/>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D5E19CB-200C-D9B0-925D-F1FBEF8D4B82}"/>
              </a:ext>
            </a:extLst>
          </p:cNvPr>
          <p:cNvCxnSpPr>
            <a:cxnSpLocks/>
            <a:stCxn id="208" idx="3"/>
            <a:endCxn id="60" idx="1"/>
          </p:cNvCxnSpPr>
          <p:nvPr/>
        </p:nvCxnSpPr>
        <p:spPr>
          <a:xfrm flipV="1">
            <a:off x="2662297" y="2700864"/>
            <a:ext cx="176153" cy="1134007"/>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AFAA7585-DA5A-0381-C3FF-FE80A6B5858D}"/>
              </a:ext>
            </a:extLst>
          </p:cNvPr>
          <p:cNvCxnSpPr>
            <a:cxnSpLocks/>
            <a:stCxn id="204" idx="3"/>
            <a:endCxn id="60" idx="1"/>
          </p:cNvCxnSpPr>
          <p:nvPr/>
        </p:nvCxnSpPr>
        <p:spPr>
          <a:xfrm flipV="1">
            <a:off x="2667000" y="2700864"/>
            <a:ext cx="171450" cy="83486"/>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5ED5B8EC-244A-C01B-B875-9F3306C88349}"/>
              </a:ext>
            </a:extLst>
          </p:cNvPr>
          <p:cNvCxnSpPr>
            <a:cxnSpLocks/>
            <a:stCxn id="211" idx="3"/>
            <a:endCxn id="60" idx="1"/>
          </p:cNvCxnSpPr>
          <p:nvPr/>
        </p:nvCxnSpPr>
        <p:spPr>
          <a:xfrm>
            <a:off x="2667000" y="2436877"/>
            <a:ext cx="171450" cy="263987"/>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5174C584-32E1-E9A4-377D-257F8129A88A}"/>
              </a:ext>
            </a:extLst>
          </p:cNvPr>
          <p:cNvCxnSpPr>
            <a:cxnSpLocks/>
            <a:stCxn id="218" idx="3"/>
            <a:endCxn id="206" idx="1"/>
          </p:cNvCxnSpPr>
          <p:nvPr/>
        </p:nvCxnSpPr>
        <p:spPr>
          <a:xfrm>
            <a:off x="1583502" y="1577339"/>
            <a:ext cx="169098" cy="0"/>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AAD5A822-46FB-3D11-6BD8-09B82D46A236}"/>
              </a:ext>
            </a:extLst>
          </p:cNvPr>
          <p:cNvCxnSpPr>
            <a:cxnSpLocks/>
            <a:stCxn id="217" idx="3"/>
            <a:endCxn id="205" idx="1"/>
          </p:cNvCxnSpPr>
          <p:nvPr/>
        </p:nvCxnSpPr>
        <p:spPr>
          <a:xfrm>
            <a:off x="1583502" y="2034540"/>
            <a:ext cx="169098" cy="0"/>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E903EB94-0A5D-87A0-45A2-3586771CB00F}"/>
              </a:ext>
            </a:extLst>
          </p:cNvPr>
          <p:cNvCxnSpPr>
            <a:cxnSpLocks/>
            <a:stCxn id="220" idx="3"/>
            <a:endCxn id="211" idx="1"/>
          </p:cNvCxnSpPr>
          <p:nvPr/>
        </p:nvCxnSpPr>
        <p:spPr>
          <a:xfrm>
            <a:off x="1583502" y="2436877"/>
            <a:ext cx="169098" cy="0"/>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74D22ACC-A693-21E2-2EF2-AB0099722AA3}"/>
              </a:ext>
            </a:extLst>
          </p:cNvPr>
          <p:cNvCxnSpPr>
            <a:cxnSpLocks/>
            <a:stCxn id="216" idx="3"/>
            <a:endCxn id="204" idx="1"/>
          </p:cNvCxnSpPr>
          <p:nvPr/>
        </p:nvCxnSpPr>
        <p:spPr>
          <a:xfrm>
            <a:off x="1583502" y="2784350"/>
            <a:ext cx="169098" cy="0"/>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103E8DA8-EEE8-0BBC-9B30-F7BC45DA05EC}"/>
              </a:ext>
            </a:extLst>
          </p:cNvPr>
          <p:cNvCxnSpPr>
            <a:cxnSpLocks/>
            <a:stCxn id="221" idx="3"/>
            <a:endCxn id="212" idx="1"/>
          </p:cNvCxnSpPr>
          <p:nvPr/>
        </p:nvCxnSpPr>
        <p:spPr>
          <a:xfrm>
            <a:off x="1578799" y="3135874"/>
            <a:ext cx="169098" cy="0"/>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D69235D8-C930-935F-18D4-67C5B7D83795}"/>
              </a:ext>
            </a:extLst>
          </p:cNvPr>
          <p:cNvCxnSpPr>
            <a:cxnSpLocks/>
            <a:stCxn id="222" idx="3"/>
            <a:endCxn id="213" idx="1"/>
          </p:cNvCxnSpPr>
          <p:nvPr/>
        </p:nvCxnSpPr>
        <p:spPr>
          <a:xfrm>
            <a:off x="1578799" y="3483347"/>
            <a:ext cx="169098" cy="0"/>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1E50A99A-DC8E-CE17-CC9F-697A56986C01}"/>
              </a:ext>
            </a:extLst>
          </p:cNvPr>
          <p:cNvCxnSpPr>
            <a:cxnSpLocks/>
            <a:stCxn id="219" idx="3"/>
            <a:endCxn id="208" idx="1"/>
          </p:cNvCxnSpPr>
          <p:nvPr/>
        </p:nvCxnSpPr>
        <p:spPr>
          <a:xfrm>
            <a:off x="1578799" y="3834871"/>
            <a:ext cx="169098" cy="0"/>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90CC18DC-AD0B-AA14-FAC6-7B4FFF594633}"/>
              </a:ext>
            </a:extLst>
          </p:cNvPr>
          <p:cNvCxnSpPr>
            <a:cxnSpLocks/>
            <a:stCxn id="218" idx="3"/>
            <a:endCxn id="205" idx="1"/>
          </p:cNvCxnSpPr>
          <p:nvPr/>
        </p:nvCxnSpPr>
        <p:spPr>
          <a:xfrm>
            <a:off x="1583502" y="1577339"/>
            <a:ext cx="169098" cy="457201"/>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F2B3E33A-13D7-379F-6772-4EA914521FAA}"/>
              </a:ext>
            </a:extLst>
          </p:cNvPr>
          <p:cNvCxnSpPr>
            <a:cxnSpLocks/>
            <a:stCxn id="218" idx="3"/>
            <a:endCxn id="211" idx="1"/>
          </p:cNvCxnSpPr>
          <p:nvPr/>
        </p:nvCxnSpPr>
        <p:spPr>
          <a:xfrm>
            <a:off x="1583502" y="1577339"/>
            <a:ext cx="169098" cy="859538"/>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47A442C-4A86-BB11-5305-114F4FE170DA}"/>
              </a:ext>
            </a:extLst>
          </p:cNvPr>
          <p:cNvCxnSpPr>
            <a:cxnSpLocks/>
            <a:stCxn id="218" idx="3"/>
            <a:endCxn id="204" idx="1"/>
          </p:cNvCxnSpPr>
          <p:nvPr/>
        </p:nvCxnSpPr>
        <p:spPr>
          <a:xfrm>
            <a:off x="1583502" y="1577339"/>
            <a:ext cx="169098" cy="1207011"/>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58852554-1BD6-1E79-1216-B271525739C4}"/>
              </a:ext>
            </a:extLst>
          </p:cNvPr>
          <p:cNvCxnSpPr>
            <a:cxnSpLocks/>
            <a:stCxn id="218" idx="3"/>
            <a:endCxn id="212" idx="1"/>
          </p:cNvCxnSpPr>
          <p:nvPr/>
        </p:nvCxnSpPr>
        <p:spPr>
          <a:xfrm>
            <a:off x="1583502" y="1577339"/>
            <a:ext cx="164395" cy="1558535"/>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DC45D8EF-068E-91C2-438E-4466D7235923}"/>
              </a:ext>
            </a:extLst>
          </p:cNvPr>
          <p:cNvCxnSpPr>
            <a:cxnSpLocks/>
            <a:stCxn id="218" idx="3"/>
            <a:endCxn id="213" idx="1"/>
          </p:cNvCxnSpPr>
          <p:nvPr/>
        </p:nvCxnSpPr>
        <p:spPr>
          <a:xfrm>
            <a:off x="1583502" y="1577339"/>
            <a:ext cx="164395" cy="1906008"/>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641ECC93-97F7-69E4-1231-21925880AE54}"/>
              </a:ext>
            </a:extLst>
          </p:cNvPr>
          <p:cNvCxnSpPr>
            <a:cxnSpLocks/>
            <a:stCxn id="218" idx="3"/>
            <a:endCxn id="208" idx="1"/>
          </p:cNvCxnSpPr>
          <p:nvPr/>
        </p:nvCxnSpPr>
        <p:spPr>
          <a:xfrm>
            <a:off x="1583502" y="1577339"/>
            <a:ext cx="164395" cy="2257532"/>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9EF9B7B4-20D6-2E85-C141-F9CDC4B5AE01}"/>
              </a:ext>
            </a:extLst>
          </p:cNvPr>
          <p:cNvCxnSpPr>
            <a:cxnSpLocks/>
            <a:stCxn id="216" idx="3"/>
            <a:endCxn id="206" idx="1"/>
          </p:cNvCxnSpPr>
          <p:nvPr/>
        </p:nvCxnSpPr>
        <p:spPr>
          <a:xfrm flipV="1">
            <a:off x="1583502" y="1577339"/>
            <a:ext cx="169098" cy="1207011"/>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F5AB425-A879-4517-ABF4-842C2C9B2E6B}"/>
              </a:ext>
            </a:extLst>
          </p:cNvPr>
          <p:cNvCxnSpPr>
            <a:cxnSpLocks/>
            <a:stCxn id="216" idx="3"/>
            <a:endCxn id="205" idx="1"/>
          </p:cNvCxnSpPr>
          <p:nvPr/>
        </p:nvCxnSpPr>
        <p:spPr>
          <a:xfrm flipV="1">
            <a:off x="1583502" y="2034540"/>
            <a:ext cx="169098" cy="749810"/>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1" name="Straight Connector 380">
            <a:extLst>
              <a:ext uri="{FF2B5EF4-FFF2-40B4-BE49-F238E27FC236}">
                <a16:creationId xmlns:a16="http://schemas.microsoft.com/office/drawing/2014/main" id="{3809A003-23ED-23AF-B7FD-053713064245}"/>
              </a:ext>
            </a:extLst>
          </p:cNvPr>
          <p:cNvCxnSpPr>
            <a:cxnSpLocks/>
            <a:stCxn id="216" idx="3"/>
            <a:endCxn id="211" idx="1"/>
          </p:cNvCxnSpPr>
          <p:nvPr/>
        </p:nvCxnSpPr>
        <p:spPr>
          <a:xfrm flipV="1">
            <a:off x="1583502" y="2436877"/>
            <a:ext cx="169098" cy="347473"/>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4" name="Straight Connector 383">
            <a:extLst>
              <a:ext uri="{FF2B5EF4-FFF2-40B4-BE49-F238E27FC236}">
                <a16:creationId xmlns:a16="http://schemas.microsoft.com/office/drawing/2014/main" id="{C8E6C0C4-8974-D278-CF29-DAE9DB802280}"/>
              </a:ext>
            </a:extLst>
          </p:cNvPr>
          <p:cNvCxnSpPr>
            <a:cxnSpLocks/>
            <a:stCxn id="216" idx="3"/>
            <a:endCxn id="212" idx="1"/>
          </p:cNvCxnSpPr>
          <p:nvPr/>
        </p:nvCxnSpPr>
        <p:spPr>
          <a:xfrm>
            <a:off x="1583502" y="2784350"/>
            <a:ext cx="164395" cy="351524"/>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70E3E5D5-BDE4-38E9-9185-34CAC80D2EA1}"/>
              </a:ext>
            </a:extLst>
          </p:cNvPr>
          <p:cNvCxnSpPr>
            <a:cxnSpLocks/>
            <a:stCxn id="216" idx="3"/>
            <a:endCxn id="213" idx="1"/>
          </p:cNvCxnSpPr>
          <p:nvPr/>
        </p:nvCxnSpPr>
        <p:spPr>
          <a:xfrm>
            <a:off x="1583502" y="2784350"/>
            <a:ext cx="164395" cy="698997"/>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0" name="Straight Connector 389">
            <a:extLst>
              <a:ext uri="{FF2B5EF4-FFF2-40B4-BE49-F238E27FC236}">
                <a16:creationId xmlns:a16="http://schemas.microsoft.com/office/drawing/2014/main" id="{5EA62D37-4707-E52F-8BD4-81ADD46F90B6}"/>
              </a:ext>
            </a:extLst>
          </p:cNvPr>
          <p:cNvCxnSpPr>
            <a:cxnSpLocks/>
            <a:stCxn id="216" idx="3"/>
            <a:endCxn id="208" idx="1"/>
          </p:cNvCxnSpPr>
          <p:nvPr/>
        </p:nvCxnSpPr>
        <p:spPr>
          <a:xfrm>
            <a:off x="1583502" y="2784350"/>
            <a:ext cx="164395" cy="1050521"/>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DA2EAD74-3077-40BA-5200-DC73EDA7E069}"/>
              </a:ext>
            </a:extLst>
          </p:cNvPr>
          <p:cNvCxnSpPr>
            <a:cxnSpLocks/>
            <a:stCxn id="219" idx="3"/>
            <a:endCxn id="213" idx="1"/>
          </p:cNvCxnSpPr>
          <p:nvPr/>
        </p:nvCxnSpPr>
        <p:spPr>
          <a:xfrm flipV="1">
            <a:off x="1578799" y="3483347"/>
            <a:ext cx="169098" cy="351524"/>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8532BFF7-7A42-C5DE-AB08-4FFE2681492D}"/>
              </a:ext>
            </a:extLst>
          </p:cNvPr>
          <p:cNvCxnSpPr>
            <a:cxnSpLocks/>
            <a:stCxn id="219" idx="3"/>
            <a:endCxn id="212" idx="1"/>
          </p:cNvCxnSpPr>
          <p:nvPr/>
        </p:nvCxnSpPr>
        <p:spPr>
          <a:xfrm flipV="1">
            <a:off x="1578799" y="3135874"/>
            <a:ext cx="169098" cy="698997"/>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7FAEFEF6-439B-C70D-F19A-3B86DDDA22D5}"/>
              </a:ext>
            </a:extLst>
          </p:cNvPr>
          <p:cNvCxnSpPr>
            <a:cxnSpLocks/>
            <a:stCxn id="219" idx="3"/>
            <a:endCxn id="204" idx="1"/>
          </p:cNvCxnSpPr>
          <p:nvPr/>
        </p:nvCxnSpPr>
        <p:spPr>
          <a:xfrm flipV="1">
            <a:off x="1578799" y="2784350"/>
            <a:ext cx="173801" cy="1050521"/>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43549EC1-1B40-4C81-CA11-37D173500CA0}"/>
              </a:ext>
            </a:extLst>
          </p:cNvPr>
          <p:cNvCxnSpPr>
            <a:cxnSpLocks/>
            <a:stCxn id="219" idx="3"/>
            <a:endCxn id="211" idx="1"/>
          </p:cNvCxnSpPr>
          <p:nvPr/>
        </p:nvCxnSpPr>
        <p:spPr>
          <a:xfrm flipV="1">
            <a:off x="1578799" y="2436877"/>
            <a:ext cx="173801" cy="1397994"/>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666DC911-0CFE-4769-E992-2BCB9208CB3E}"/>
              </a:ext>
            </a:extLst>
          </p:cNvPr>
          <p:cNvCxnSpPr>
            <a:cxnSpLocks/>
            <a:stCxn id="219" idx="3"/>
            <a:endCxn id="205" idx="1"/>
          </p:cNvCxnSpPr>
          <p:nvPr/>
        </p:nvCxnSpPr>
        <p:spPr>
          <a:xfrm flipV="1">
            <a:off x="1578799" y="2034540"/>
            <a:ext cx="173801" cy="1800331"/>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EE270F9F-1E8A-1D34-0376-D9AF3AFEF5B2}"/>
              </a:ext>
            </a:extLst>
          </p:cNvPr>
          <p:cNvCxnSpPr>
            <a:cxnSpLocks/>
            <a:stCxn id="219" idx="3"/>
            <a:endCxn id="206" idx="1"/>
          </p:cNvCxnSpPr>
          <p:nvPr/>
        </p:nvCxnSpPr>
        <p:spPr>
          <a:xfrm flipV="1">
            <a:off x="1578799" y="1577339"/>
            <a:ext cx="173801" cy="2257532"/>
          </a:xfrm>
          <a:prstGeom prst="line">
            <a:avLst/>
          </a:prstGeom>
          <a:ln w="9525">
            <a:solidFill>
              <a:schemeClr val="tx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537950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EAFCD3-7E00-F936-E8BB-8E057A89883A}"/>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57D3824E-7E06-BA21-34C7-CFC3FC1DD66E}"/>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RACI Definitions and Rules</a:t>
            </a:r>
            <a:endParaRPr lang="en-IN" dirty="0"/>
          </a:p>
        </p:txBody>
      </p:sp>
      <p:sp>
        <p:nvSpPr>
          <p:cNvPr id="6" name="Date Placeholder 5">
            <a:extLst>
              <a:ext uri="{FF2B5EF4-FFF2-40B4-BE49-F238E27FC236}">
                <a16:creationId xmlns:a16="http://schemas.microsoft.com/office/drawing/2014/main" id="{A1A47A81-E1BD-C96D-C7F7-FB5D570372CB}"/>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F83DF17D-E343-BC4D-F3B4-29005053EDE1}"/>
              </a:ext>
            </a:extLst>
          </p:cNvPr>
          <p:cNvSpPr>
            <a:spLocks noGrp="1"/>
          </p:cNvSpPr>
          <p:nvPr>
            <p:ph type="sldNum" sz="quarter" idx="19"/>
          </p:nvPr>
        </p:nvSpPr>
        <p:spPr/>
        <p:txBody>
          <a:bodyPr/>
          <a:lstStyle/>
          <a:p>
            <a:fld id="{94FCA0F3-9F3A-694B-99BB-0E592A797735}" type="slidenum">
              <a:rPr lang="en-US" smtClean="0"/>
              <a:t>58</a:t>
            </a:fld>
            <a:endParaRPr lang="en-US"/>
          </a:p>
        </p:txBody>
      </p:sp>
      <p:sp>
        <p:nvSpPr>
          <p:cNvPr id="68" name="Rectangle 67">
            <a:extLst>
              <a:ext uri="{FF2B5EF4-FFF2-40B4-BE49-F238E27FC236}">
                <a16:creationId xmlns:a16="http://schemas.microsoft.com/office/drawing/2014/main" id="{C37FC057-3138-C18F-399A-82CA4BEAA916}"/>
              </a:ext>
            </a:extLst>
          </p:cNvPr>
          <p:cNvSpPr/>
          <p:nvPr/>
        </p:nvSpPr>
        <p:spPr>
          <a:xfrm>
            <a:off x="2781300" y="910516"/>
            <a:ext cx="2743200" cy="365760"/>
          </a:xfrm>
          <a:prstGeom prst="rect">
            <a:avLst/>
          </a:prstGeom>
          <a:noFill/>
          <a:ln w="9525" cap="flat" cmpd="sng" algn="ctr">
            <a:noFill/>
            <a:prstDash val="solid"/>
          </a:ln>
          <a:effectLst/>
        </p:spPr>
        <p:txBody>
          <a:bodyPr lIns="91440" tIns="45720" rIns="91440" bIns="4572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1A1A24"/>
                </a:solidFill>
                <a:effectLst/>
                <a:uLnTx/>
                <a:uFillTx/>
                <a:ea typeface="+mn-ea"/>
                <a:cs typeface="+mn-cs"/>
              </a:rPr>
              <a:t>SHORT</a:t>
            </a:r>
          </a:p>
        </p:txBody>
      </p:sp>
      <p:sp>
        <p:nvSpPr>
          <p:cNvPr id="76" name="Rectangle 75">
            <a:extLst>
              <a:ext uri="{FF2B5EF4-FFF2-40B4-BE49-F238E27FC236}">
                <a16:creationId xmlns:a16="http://schemas.microsoft.com/office/drawing/2014/main" id="{250BC42D-EC34-9786-2AD4-064CEE31480A}"/>
              </a:ext>
            </a:extLst>
          </p:cNvPr>
          <p:cNvSpPr/>
          <p:nvPr/>
        </p:nvSpPr>
        <p:spPr>
          <a:xfrm>
            <a:off x="5524500" y="910516"/>
            <a:ext cx="6172200" cy="365760"/>
          </a:xfrm>
          <a:prstGeom prst="rect">
            <a:avLst/>
          </a:prstGeom>
          <a:noFill/>
          <a:ln w="9525" cap="flat" cmpd="sng" algn="ctr">
            <a:noFill/>
            <a:prstDash val="solid"/>
          </a:ln>
          <a:effectLst/>
        </p:spPr>
        <p:txBody>
          <a:bodyPr lIns="91440" tIns="45720" rIns="91440" bIns="4572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1A1A24"/>
                </a:solidFill>
                <a:effectLst/>
                <a:uLnTx/>
                <a:uFillTx/>
                <a:ea typeface="+mn-ea"/>
                <a:cs typeface="+mn-cs"/>
              </a:rPr>
              <a:t>LONG</a:t>
            </a:r>
          </a:p>
        </p:txBody>
      </p:sp>
      <p:cxnSp>
        <p:nvCxnSpPr>
          <p:cNvPr id="135" name="Straight Connector 134">
            <a:extLst>
              <a:ext uri="{FF2B5EF4-FFF2-40B4-BE49-F238E27FC236}">
                <a16:creationId xmlns:a16="http://schemas.microsoft.com/office/drawing/2014/main" id="{AB75C277-CEC8-79C4-8DEE-F4A343A46944}"/>
              </a:ext>
            </a:extLst>
          </p:cNvPr>
          <p:cNvCxnSpPr>
            <a:cxnSpLocks/>
          </p:cNvCxnSpPr>
          <p:nvPr/>
        </p:nvCxnSpPr>
        <p:spPr>
          <a:xfrm>
            <a:off x="7924800" y="1276276"/>
            <a:ext cx="1371600" cy="0"/>
          </a:xfrm>
          <a:prstGeom prst="line">
            <a:avLst/>
          </a:prstGeom>
          <a:ln w="9525">
            <a:solidFill>
              <a:schemeClr val="bg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7DD10AA-F853-0632-7670-4E72B7670B07}"/>
              </a:ext>
            </a:extLst>
          </p:cNvPr>
          <p:cNvCxnSpPr>
            <a:cxnSpLocks/>
          </p:cNvCxnSpPr>
          <p:nvPr/>
        </p:nvCxnSpPr>
        <p:spPr>
          <a:xfrm>
            <a:off x="3467100" y="1276276"/>
            <a:ext cx="1371600" cy="0"/>
          </a:xfrm>
          <a:prstGeom prst="line">
            <a:avLst/>
          </a:prstGeom>
          <a:ln w="9525">
            <a:solidFill>
              <a:schemeClr val="bg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149" name="Rectangle 148">
            <a:extLst>
              <a:ext uri="{FF2B5EF4-FFF2-40B4-BE49-F238E27FC236}">
                <a16:creationId xmlns:a16="http://schemas.microsoft.com/office/drawing/2014/main" id="{A07AC503-3A80-75DE-234D-5E75D32ABEAE}"/>
              </a:ext>
            </a:extLst>
          </p:cNvPr>
          <p:cNvSpPr/>
          <p:nvPr/>
        </p:nvSpPr>
        <p:spPr>
          <a:xfrm>
            <a:off x="495300" y="3940037"/>
            <a:ext cx="2971800" cy="2286000"/>
          </a:xfrm>
          <a:prstGeom prst="rect">
            <a:avLst/>
          </a:prstGeom>
          <a:noFill/>
          <a:ln w="9525" cap="flat" cmpd="sng" algn="ctr">
            <a:solidFill>
              <a:schemeClr val="tx1">
                <a:lumMod val="50000"/>
              </a:schemeClr>
            </a:solidFill>
            <a:prstDash val="solid"/>
          </a:ln>
          <a:effectLst/>
        </p:spPr>
        <p:txBody>
          <a:bodyPr wrap="square" lIns="137160" rIns="137160" rtlCol="0" anchor="ctr" anchorCtr="0"/>
          <a:lstStyle/>
          <a:p>
            <a:pPr marL="0" marR="0" lvl="0" indent="0" algn="ctr" defTabSz="914400" rtl="0" eaLnBrk="1" fontAlgn="auto" latinLnBrk="0" hangingPunct="1">
              <a:lnSpc>
                <a:spcPct val="100000"/>
              </a:lnSpc>
              <a:buClr>
                <a:srgbClr val="1A9AFA"/>
              </a:buClr>
              <a:buSzPct val="75000"/>
              <a:buFontTx/>
              <a:buNone/>
              <a:tabLst/>
              <a:defRPr/>
            </a:pPr>
            <a:r>
              <a:rPr kumimoji="0" lang="en-US" sz="1400" b="1" i="0" u="sng" strike="noStrike" kern="0" cap="none" spc="0" normalizeH="0" baseline="0" noProof="0" dirty="0">
                <a:ln>
                  <a:noFill/>
                </a:ln>
                <a:solidFill>
                  <a:srgbClr val="1A1A24"/>
                </a:solidFill>
                <a:effectLst/>
                <a:uLnTx/>
                <a:uFillTx/>
                <a:ea typeface="+mn-ea"/>
                <a:cs typeface="+mn-cs"/>
              </a:rPr>
              <a:t>RULES</a:t>
            </a:r>
            <a:endParaRPr kumimoji="0" lang="en-US" sz="1400" b="1" i="0" u="none" strike="noStrike" kern="0" cap="none" spc="0" normalizeH="0" baseline="0" noProof="0" dirty="0">
              <a:ln>
                <a:noFill/>
              </a:ln>
              <a:solidFill>
                <a:srgbClr val="1A1A24"/>
              </a:solidFill>
              <a:effectLst/>
              <a:uLnTx/>
              <a:uFillTx/>
              <a:ea typeface="+mn-ea"/>
              <a:cs typeface="+mn-cs"/>
            </a:endParaRPr>
          </a:p>
          <a:p>
            <a:pPr marL="228600" marR="0" lvl="0" indent="-228600" algn="l" defTabSz="914400" rtl="0" eaLnBrk="1" fontAlgn="auto" latinLnBrk="0" hangingPunct="1">
              <a:lnSpc>
                <a:spcPct val="100000"/>
              </a:lnSpc>
              <a:spcBef>
                <a:spcPts val="1200"/>
              </a:spcBef>
              <a:spcAft>
                <a:spcPts val="0"/>
              </a:spcAft>
              <a:buClr>
                <a:schemeClr val="tx2"/>
              </a:buClr>
              <a:buSzPct val="80000"/>
              <a:buFont typeface="Wingdings 3" panose="05040102010807070707" pitchFamily="18" charset="2"/>
              <a:buChar char=""/>
              <a:tabLst/>
              <a:defRPr/>
            </a:pPr>
            <a:r>
              <a:rPr kumimoji="0" lang="en-US" sz="1200" b="1" i="0" u="none" strike="noStrike" kern="0" cap="none" spc="0" normalizeH="0" baseline="0" noProof="0" dirty="0">
                <a:ln>
                  <a:noFill/>
                </a:ln>
                <a:solidFill>
                  <a:srgbClr val="0070C0"/>
                </a:solidFill>
                <a:effectLst/>
                <a:uLnTx/>
                <a:uFillTx/>
                <a:ea typeface="+mn-ea"/>
                <a:cs typeface="+mn-cs"/>
              </a:rPr>
              <a:t>A</a:t>
            </a:r>
            <a:r>
              <a:rPr kumimoji="0" lang="en-US" sz="1200" b="1" i="0" u="none" strike="noStrike" kern="0" cap="none" spc="0" normalizeH="0" baseline="0" noProof="0" dirty="0">
                <a:ln>
                  <a:noFill/>
                </a:ln>
                <a:solidFill>
                  <a:srgbClr val="2A9DFF"/>
                </a:solidFill>
                <a:effectLst/>
                <a:uLnTx/>
                <a:uFillTx/>
                <a:ea typeface="+mn-ea"/>
                <a:cs typeface="+mn-cs"/>
              </a:rPr>
              <a:t> </a:t>
            </a:r>
            <a:r>
              <a:rPr kumimoji="0" lang="en-US" sz="1200" b="1" i="0" u="none" strike="noStrike" kern="0" cap="none" spc="0" normalizeH="0" baseline="0" noProof="0" dirty="0">
                <a:ln>
                  <a:noFill/>
                </a:ln>
                <a:solidFill>
                  <a:srgbClr val="1A1A24"/>
                </a:solidFill>
                <a:effectLst/>
                <a:uLnTx/>
                <a:uFillTx/>
                <a:ea typeface="+mn-ea"/>
                <a:cs typeface="+mn-cs"/>
              </a:rPr>
              <a:t>can only be used once</a:t>
            </a:r>
            <a:br>
              <a:rPr kumimoji="0" lang="en-US" sz="1200" b="1" i="0" u="none" strike="noStrike" kern="0" cap="none" spc="0" normalizeH="0" baseline="0" noProof="0" dirty="0">
                <a:ln>
                  <a:noFill/>
                </a:ln>
                <a:solidFill>
                  <a:srgbClr val="1A1A24"/>
                </a:solidFill>
                <a:effectLst/>
                <a:uLnTx/>
                <a:uFillTx/>
                <a:ea typeface="+mn-ea"/>
                <a:cs typeface="+mn-cs"/>
              </a:rPr>
            </a:br>
            <a:r>
              <a:rPr kumimoji="0" lang="en-US" sz="1200" b="0" i="0" u="none" strike="noStrike" kern="0" cap="none" spc="0" normalizeH="0" baseline="0" noProof="0" dirty="0">
                <a:ln>
                  <a:noFill/>
                </a:ln>
                <a:solidFill>
                  <a:srgbClr val="1A1A24"/>
                </a:solidFill>
                <a:effectLst/>
                <a:uLnTx/>
                <a:uFillTx/>
                <a:ea typeface="+mn-ea"/>
                <a:cs typeface="+mn-cs"/>
              </a:rPr>
              <a:t>(ultimate owner of the step)</a:t>
            </a:r>
          </a:p>
          <a:p>
            <a:pPr marL="228600" marR="0" lvl="0" indent="-228600" algn="l" defTabSz="914400" rtl="0" eaLnBrk="1" fontAlgn="auto" latinLnBrk="0" hangingPunct="1">
              <a:lnSpc>
                <a:spcPct val="100000"/>
              </a:lnSpc>
              <a:spcBef>
                <a:spcPts val="1200"/>
              </a:spcBef>
              <a:spcAft>
                <a:spcPts val="0"/>
              </a:spcAft>
              <a:buClr>
                <a:schemeClr val="tx2"/>
              </a:buClr>
              <a:buSzPct val="80000"/>
              <a:buFont typeface="Wingdings 3" panose="05040102010807070707" pitchFamily="18" charset="2"/>
              <a:buChar char=""/>
              <a:tabLst/>
              <a:defRPr/>
            </a:pPr>
            <a:r>
              <a:rPr kumimoji="0" lang="en-US" sz="1200" b="1" i="0" u="none" strike="noStrike" kern="0" cap="none" spc="0" normalizeH="0" baseline="0" noProof="0" dirty="0">
                <a:ln>
                  <a:noFill/>
                </a:ln>
                <a:solidFill>
                  <a:srgbClr val="0070C0"/>
                </a:solidFill>
                <a:effectLst/>
                <a:uLnTx/>
                <a:uFillTx/>
                <a:ea typeface="+mn-ea"/>
                <a:cs typeface="+mn-cs"/>
              </a:rPr>
              <a:t>A</a:t>
            </a:r>
            <a:r>
              <a:rPr kumimoji="0" lang="en-US" sz="1200" b="1" i="0" u="none" strike="noStrike" kern="0" cap="none" spc="0" normalizeH="0" baseline="0" noProof="0" dirty="0">
                <a:ln>
                  <a:noFill/>
                </a:ln>
                <a:solidFill>
                  <a:srgbClr val="2A9DFF"/>
                </a:solidFill>
                <a:effectLst/>
                <a:uLnTx/>
                <a:uFillTx/>
                <a:ea typeface="+mn-ea"/>
                <a:cs typeface="+mn-cs"/>
              </a:rPr>
              <a:t> </a:t>
            </a:r>
            <a:r>
              <a:rPr kumimoji="0" lang="en-US" sz="1200" b="1" i="0" u="none" strike="noStrike" kern="0" cap="none" spc="0" normalizeH="0" baseline="0" noProof="0" dirty="0">
                <a:ln>
                  <a:noFill/>
                </a:ln>
                <a:solidFill>
                  <a:srgbClr val="1A1A24"/>
                </a:solidFill>
                <a:effectLst/>
                <a:uLnTx/>
                <a:uFillTx/>
                <a:ea typeface="+mn-ea"/>
                <a:cs typeface="+mn-cs"/>
              </a:rPr>
              <a:t>and </a:t>
            </a:r>
            <a:r>
              <a:rPr kumimoji="0" lang="en-US" sz="1200" b="1" i="0" u="none" strike="noStrike" kern="0" cap="none" spc="0" normalizeH="0" baseline="0" noProof="0" dirty="0">
                <a:ln>
                  <a:noFill/>
                </a:ln>
                <a:solidFill>
                  <a:srgbClr val="0070C0"/>
                </a:solidFill>
                <a:effectLst/>
                <a:uLnTx/>
                <a:uFillTx/>
                <a:ea typeface="+mn-ea"/>
                <a:cs typeface="+mn-cs"/>
              </a:rPr>
              <a:t>R</a:t>
            </a:r>
            <a:r>
              <a:rPr kumimoji="0" lang="en-US" sz="1200" b="1" i="0" u="none" strike="noStrike" kern="0" cap="none" spc="0" normalizeH="0" baseline="0" noProof="0" dirty="0">
                <a:ln>
                  <a:noFill/>
                </a:ln>
                <a:solidFill>
                  <a:srgbClr val="1A1A24"/>
                </a:solidFill>
                <a:effectLst/>
                <a:uLnTx/>
                <a:uFillTx/>
                <a:ea typeface="+mn-ea"/>
                <a:cs typeface="+mn-cs"/>
              </a:rPr>
              <a:t> can be the same </a:t>
            </a:r>
            <a:r>
              <a:rPr kumimoji="0" lang="en-US" sz="1200" b="0" i="0" u="none" strike="noStrike" kern="0" cap="none" spc="0" normalizeH="0" baseline="0" noProof="0" dirty="0">
                <a:ln>
                  <a:noFill/>
                </a:ln>
                <a:solidFill>
                  <a:srgbClr val="1A1A24"/>
                </a:solidFill>
                <a:effectLst/>
                <a:uLnTx/>
                <a:uFillTx/>
                <a:ea typeface="+mn-ea"/>
                <a:cs typeface="+mn-cs"/>
              </a:rPr>
              <a:t>on a function level, on a person level it would usually be different</a:t>
            </a:r>
          </a:p>
          <a:p>
            <a:pPr marL="228600" marR="0" lvl="0" indent="-228600" algn="l" defTabSz="914400" rtl="0" eaLnBrk="1" fontAlgn="auto" latinLnBrk="0" hangingPunct="1">
              <a:lnSpc>
                <a:spcPct val="100000"/>
              </a:lnSpc>
              <a:spcBef>
                <a:spcPts val="1200"/>
              </a:spcBef>
              <a:spcAft>
                <a:spcPts val="0"/>
              </a:spcAft>
              <a:buClr>
                <a:schemeClr val="tx2"/>
              </a:buClr>
              <a:buSzPct val="80000"/>
              <a:buFont typeface="Wingdings 3" panose="05040102010807070707" pitchFamily="18" charset="2"/>
              <a:buChar char=""/>
              <a:tabLst/>
              <a:defRPr/>
            </a:pPr>
            <a:r>
              <a:rPr kumimoji="0" lang="en-US" sz="1200" b="1" i="0" u="none" strike="noStrike" kern="0" cap="none" spc="0" normalizeH="0" baseline="0" noProof="0" dirty="0">
                <a:ln>
                  <a:noFill/>
                </a:ln>
                <a:solidFill>
                  <a:srgbClr val="0070C0"/>
                </a:solidFill>
                <a:effectLst/>
                <a:uLnTx/>
                <a:uFillTx/>
                <a:ea typeface="+mn-ea"/>
                <a:cs typeface="+mn-cs"/>
              </a:rPr>
              <a:t>R/C/I</a:t>
            </a:r>
            <a:r>
              <a:rPr kumimoji="0" lang="en-US" sz="1200" b="1" i="0" u="none" strike="noStrike" kern="0" cap="none" spc="0" normalizeH="0" baseline="0" noProof="0" dirty="0">
                <a:ln>
                  <a:noFill/>
                </a:ln>
                <a:solidFill>
                  <a:srgbClr val="2A9DFF"/>
                </a:solidFill>
                <a:effectLst/>
                <a:uLnTx/>
                <a:uFillTx/>
                <a:ea typeface="+mn-ea"/>
                <a:cs typeface="+mn-cs"/>
              </a:rPr>
              <a:t> </a:t>
            </a:r>
            <a:r>
              <a:rPr kumimoji="0" lang="en-US" sz="1200" b="0" i="0" u="none" strike="noStrike" kern="0" cap="none" spc="0" normalizeH="0" baseline="0" noProof="0" dirty="0">
                <a:ln>
                  <a:noFill/>
                </a:ln>
                <a:solidFill>
                  <a:srgbClr val="1A1A24"/>
                </a:solidFill>
                <a:effectLst/>
                <a:uLnTx/>
                <a:uFillTx/>
                <a:ea typeface="+mn-ea"/>
                <a:cs typeface="+mn-cs"/>
              </a:rPr>
              <a:t>can be used several times per step</a:t>
            </a:r>
          </a:p>
        </p:txBody>
      </p:sp>
      <p:sp>
        <p:nvSpPr>
          <p:cNvPr id="150" name="TextBox 149">
            <a:extLst>
              <a:ext uri="{FF2B5EF4-FFF2-40B4-BE49-F238E27FC236}">
                <a16:creationId xmlns:a16="http://schemas.microsoft.com/office/drawing/2014/main" id="{18E5B109-BE6A-5679-9943-829C173E4D9E}"/>
              </a:ext>
            </a:extLst>
          </p:cNvPr>
          <p:cNvSpPr txBox="1"/>
          <p:nvPr/>
        </p:nvSpPr>
        <p:spPr>
          <a:xfrm>
            <a:off x="3694642" y="3940037"/>
            <a:ext cx="8001000" cy="2286000"/>
          </a:xfrm>
          <a:prstGeom prst="rect">
            <a:avLst/>
          </a:prstGeom>
          <a:noFill/>
          <a:ln>
            <a:solidFill>
              <a:schemeClr val="tx1">
                <a:lumMod val="50000"/>
              </a:schemeClr>
            </a:solidFill>
            <a:prstDash val="solid"/>
          </a:ln>
        </p:spPr>
        <p:txBody>
          <a:bodyPr wrap="square" lIns="137160" rIns="137160" anchor="ctr" anchorCtr="0">
            <a:noAutofit/>
          </a:bodyPr>
          <a:lstStyle/>
          <a:p>
            <a:pPr marL="0" marR="0" lvl="0" indent="0" algn="l" defTabSz="914400" rtl="0" eaLnBrk="1" fontAlgn="auto" latinLnBrk="0" hangingPunct="1">
              <a:lnSpc>
                <a:spcPct val="100000"/>
              </a:lnSpc>
              <a:spcAft>
                <a:spcPts val="300"/>
              </a:spcAft>
              <a:buClrTx/>
              <a:buSzTx/>
              <a:buFontTx/>
              <a:buNone/>
              <a:tabLst/>
              <a:defRPr/>
            </a:pPr>
            <a:r>
              <a:rPr kumimoji="0" lang="en-IN" sz="1400" b="1" i="0" u="none" strike="noStrike" kern="1200" cap="none" spc="0" normalizeH="0" baseline="0" noProof="0" dirty="0">
                <a:ln>
                  <a:noFill/>
                </a:ln>
                <a:solidFill>
                  <a:srgbClr val="1A1A24"/>
                </a:solidFill>
                <a:effectLst/>
                <a:uLnTx/>
                <a:uFillTx/>
                <a:ea typeface="+mn-ea"/>
                <a:cs typeface="+mn-cs"/>
              </a:rPr>
              <a:t>Role Mapping Assumptions</a:t>
            </a:r>
          </a:p>
          <a:p>
            <a:pPr marL="228600" indent="-228600" fontAlgn="base">
              <a:spcBef>
                <a:spcPts val="900"/>
              </a:spcBef>
              <a:spcAft>
                <a:spcPct val="0"/>
              </a:spcAft>
              <a:buClr>
                <a:schemeClr val="tx2"/>
              </a:buClr>
              <a:buSzPct val="80000"/>
              <a:buFont typeface="Arial" panose="020B0604020202020204" pitchFamily="34" charset="0"/>
              <a:buChar char="►"/>
              <a:defRPr/>
            </a:pPr>
            <a:r>
              <a:rPr lang="en-IN" sz="1200" b="1" kern="0" dirty="0">
                <a:solidFill>
                  <a:srgbClr val="1A1A24"/>
                </a:solidFill>
              </a:rPr>
              <a:t>GBS </a:t>
            </a:r>
            <a:r>
              <a:rPr lang="en-IN" sz="1200" kern="0" dirty="0">
                <a:solidFill>
                  <a:srgbClr val="1A1A24"/>
                </a:solidFill>
              </a:rPr>
              <a:t>→ Primary executor for operational accounting steps (journal entries, reconciliations, MDM, etc.)</a:t>
            </a:r>
          </a:p>
          <a:p>
            <a:pPr marL="228600" indent="-228600" fontAlgn="base">
              <a:spcBef>
                <a:spcPts val="900"/>
              </a:spcBef>
              <a:spcAft>
                <a:spcPct val="0"/>
              </a:spcAft>
              <a:buClr>
                <a:schemeClr val="tx2"/>
              </a:buClr>
              <a:buSzPct val="80000"/>
              <a:buFont typeface="Arial" panose="020B0604020202020204" pitchFamily="34" charset="0"/>
              <a:buChar char="►"/>
              <a:defRPr/>
            </a:pPr>
            <a:r>
              <a:rPr lang="en-IN" sz="1200" b="1" kern="0" dirty="0">
                <a:solidFill>
                  <a:srgbClr val="1A1A24"/>
                </a:solidFill>
              </a:rPr>
              <a:t>Corp Finance </a:t>
            </a:r>
            <a:r>
              <a:rPr lang="en-IN" sz="1200" kern="0" dirty="0">
                <a:solidFill>
                  <a:srgbClr val="1A1A24"/>
                </a:solidFill>
              </a:rPr>
              <a:t>→ Accountable for policy, governance, and consolidated group reporting</a:t>
            </a:r>
          </a:p>
          <a:p>
            <a:pPr marL="228600" indent="-228600" fontAlgn="base">
              <a:spcBef>
                <a:spcPts val="900"/>
              </a:spcBef>
              <a:spcAft>
                <a:spcPct val="0"/>
              </a:spcAft>
              <a:buClr>
                <a:schemeClr val="tx2"/>
              </a:buClr>
              <a:buSzPct val="80000"/>
              <a:buFont typeface="Arial" panose="020B0604020202020204" pitchFamily="34" charset="0"/>
              <a:buChar char="►"/>
              <a:defRPr/>
            </a:pPr>
            <a:r>
              <a:rPr lang="en-IN" sz="1200" b="1" kern="0" dirty="0">
                <a:solidFill>
                  <a:srgbClr val="1A1A24"/>
                </a:solidFill>
              </a:rPr>
              <a:t>Regional Finance </a:t>
            </a:r>
            <a:r>
              <a:rPr lang="en-IN" sz="1200" kern="0" dirty="0">
                <a:solidFill>
                  <a:srgbClr val="1A1A24"/>
                </a:solidFill>
              </a:rPr>
              <a:t>→ Accountable for regional adjustments, reporting, and allocations</a:t>
            </a:r>
          </a:p>
          <a:p>
            <a:pPr marL="228600" indent="-228600" fontAlgn="base">
              <a:spcBef>
                <a:spcPts val="900"/>
              </a:spcBef>
              <a:spcAft>
                <a:spcPct val="0"/>
              </a:spcAft>
              <a:buClr>
                <a:schemeClr val="tx2"/>
              </a:buClr>
              <a:buSzPct val="80000"/>
              <a:buFont typeface="Arial" panose="020B0604020202020204" pitchFamily="34" charset="0"/>
              <a:buChar char="►"/>
              <a:defRPr/>
            </a:pPr>
            <a:r>
              <a:rPr lang="en-IN" sz="1200" b="1" kern="0" dirty="0">
                <a:solidFill>
                  <a:srgbClr val="1A1A24"/>
                </a:solidFill>
              </a:rPr>
              <a:t>Commercial Finance </a:t>
            </a:r>
            <a:r>
              <a:rPr lang="en-IN" sz="1200" kern="0" dirty="0">
                <a:solidFill>
                  <a:srgbClr val="1A1A24"/>
                </a:solidFill>
              </a:rPr>
              <a:t>→ Responsible/Consulted for business insights, project financials</a:t>
            </a:r>
          </a:p>
          <a:p>
            <a:pPr marL="228600" indent="-228600" fontAlgn="base">
              <a:spcBef>
                <a:spcPts val="900"/>
              </a:spcBef>
              <a:spcAft>
                <a:spcPct val="0"/>
              </a:spcAft>
              <a:buClr>
                <a:schemeClr val="tx2"/>
              </a:buClr>
              <a:buSzPct val="80000"/>
              <a:buFont typeface="Arial" panose="020B0604020202020204" pitchFamily="34" charset="0"/>
              <a:buChar char="►"/>
              <a:defRPr/>
            </a:pPr>
            <a:r>
              <a:rPr lang="en-IN" sz="1200" b="1" kern="0" dirty="0" err="1">
                <a:solidFill>
                  <a:srgbClr val="1A1A24"/>
                </a:solidFill>
              </a:rPr>
              <a:t>CoE</a:t>
            </a:r>
            <a:r>
              <a:rPr lang="en-IN" sz="1200" b="1" kern="0" dirty="0">
                <a:solidFill>
                  <a:srgbClr val="1A1A24"/>
                </a:solidFill>
              </a:rPr>
              <a:t> </a:t>
            </a:r>
            <a:r>
              <a:rPr lang="en-IN" sz="1200" kern="0" dirty="0">
                <a:solidFill>
                  <a:srgbClr val="1A1A24"/>
                </a:solidFill>
              </a:rPr>
              <a:t>→ Accountable for technical/specialized areas (e.g., fixed assets, cost management)</a:t>
            </a:r>
          </a:p>
          <a:p>
            <a:pPr marL="228600" indent="-228600" fontAlgn="base">
              <a:spcBef>
                <a:spcPts val="900"/>
              </a:spcBef>
              <a:spcAft>
                <a:spcPct val="0"/>
              </a:spcAft>
              <a:buClr>
                <a:schemeClr val="tx2"/>
              </a:buClr>
              <a:buSzPct val="80000"/>
              <a:buFont typeface="Arial" panose="020B0604020202020204" pitchFamily="34" charset="0"/>
              <a:buChar char="►"/>
              <a:defRPr/>
            </a:pPr>
            <a:r>
              <a:rPr lang="en-IN" sz="1200" b="1" kern="0" dirty="0">
                <a:solidFill>
                  <a:srgbClr val="1A1A24"/>
                </a:solidFill>
              </a:rPr>
              <a:t>Sales </a:t>
            </a:r>
            <a:r>
              <a:rPr lang="en-IN" sz="1200" kern="0" dirty="0">
                <a:solidFill>
                  <a:srgbClr val="1A1A24"/>
                </a:solidFill>
              </a:rPr>
              <a:t>→ Consulted/Informed for data inputs, rarely accountable</a:t>
            </a:r>
          </a:p>
        </p:txBody>
      </p:sp>
      <p:sp>
        <p:nvSpPr>
          <p:cNvPr id="186" name="Rectangle 185">
            <a:extLst>
              <a:ext uri="{FF2B5EF4-FFF2-40B4-BE49-F238E27FC236}">
                <a16:creationId xmlns:a16="http://schemas.microsoft.com/office/drawing/2014/main" id="{8DC682CE-711F-5630-89AB-736FFDD1DA7D}"/>
              </a:ext>
            </a:extLst>
          </p:cNvPr>
          <p:cNvSpPr/>
          <p:nvPr/>
        </p:nvSpPr>
        <p:spPr>
          <a:xfrm>
            <a:off x="5524500" y="1416293"/>
            <a:ext cx="6172200" cy="502920"/>
          </a:xfrm>
          <a:prstGeom prst="rect">
            <a:avLst/>
          </a:prstGeom>
          <a:noFill/>
          <a:ln w="9525" cap="flat" cmpd="sng" algn="ctr">
            <a:noFill/>
            <a:prstDash val="solid"/>
            <a:miter lim="800000"/>
          </a:ln>
          <a:effectLst/>
        </p:spPr>
        <p:txBody>
          <a:bodyPr rot="0" spcFirstLastPara="0" vertOverflow="overflow" horzOverflow="overflow" vert="horz" wrap="square" lIns="137160" tIns="45720" rIns="137160" bIns="45720" numCol="1" spcCol="0" rtlCol="0" fromWordArt="0" anchor="ctr" anchorCtr="0" forceAA="0" compatLnSpc="1">
            <a:prstTxWarp prst="textNoShape">
              <a:avLst/>
            </a:prstTxWarp>
            <a:noAutofit/>
          </a:bodyPr>
          <a:lstStyle/>
          <a:p>
            <a:pPr marL="228600" marR="0" lvl="0" indent="-228600" algn="l" defTabSz="914400" rtl="0" eaLnBrk="1" fontAlgn="base" latinLnBrk="0" hangingPunct="1">
              <a:lnSpc>
                <a:spcPct val="100000"/>
              </a:lnSpc>
              <a:spcAft>
                <a:spcPct val="0"/>
              </a:spcAft>
              <a:buClr>
                <a:schemeClr val="tx2"/>
              </a:buClr>
              <a:buSzPct val="80000"/>
              <a:buFont typeface="Arial" panose="020B0604020202020204" pitchFamily="34" charset="0"/>
              <a:buChar char="►"/>
              <a:tabLst/>
              <a:defRPr/>
            </a:pPr>
            <a:r>
              <a:rPr kumimoji="0" lang="en-US" sz="1200" b="0" i="0" u="none" strike="noStrike" kern="0" cap="none" spc="0" normalizeH="0" baseline="0" noProof="0" dirty="0">
                <a:ln>
                  <a:noFill/>
                </a:ln>
                <a:solidFill>
                  <a:srgbClr val="1A1A24"/>
                </a:solidFill>
                <a:effectLst/>
                <a:uLnTx/>
                <a:uFillTx/>
                <a:ea typeface="+mn-ea"/>
                <a:cs typeface="+mn-cs"/>
                <a:sym typeface="Wingdings" panose="05000000000000000000" pitchFamily="2" charset="2"/>
              </a:rPr>
              <a:t>Stakeholders who do the work – either complete the task or make the decision</a:t>
            </a:r>
          </a:p>
        </p:txBody>
      </p:sp>
      <p:sp>
        <p:nvSpPr>
          <p:cNvPr id="187" name="Rectangle 186">
            <a:extLst>
              <a:ext uri="{FF2B5EF4-FFF2-40B4-BE49-F238E27FC236}">
                <a16:creationId xmlns:a16="http://schemas.microsoft.com/office/drawing/2014/main" id="{400E2351-83C8-E80E-3D5E-F339EB67ECFC}"/>
              </a:ext>
            </a:extLst>
          </p:cNvPr>
          <p:cNvSpPr/>
          <p:nvPr/>
        </p:nvSpPr>
        <p:spPr>
          <a:xfrm>
            <a:off x="5524500" y="2028941"/>
            <a:ext cx="6172200" cy="502920"/>
          </a:xfrm>
          <a:prstGeom prst="rect">
            <a:avLst/>
          </a:prstGeom>
          <a:noFill/>
          <a:ln w="9525" cap="flat" cmpd="sng" algn="ctr">
            <a:noFill/>
            <a:prstDash val="solid"/>
            <a:miter lim="800000"/>
          </a:ln>
          <a:effectLst/>
        </p:spPr>
        <p:txBody>
          <a:bodyPr rot="0" spcFirstLastPara="0" vertOverflow="overflow" horzOverflow="overflow" vert="horz" wrap="square" lIns="137160" tIns="45720" rIns="137160" bIns="45720" numCol="1" spcCol="0" rtlCol="0" fromWordArt="0" anchor="ctr" anchorCtr="0" forceAA="0" compatLnSpc="1">
            <a:prstTxWarp prst="textNoShape">
              <a:avLst/>
            </a:prstTxWarp>
            <a:noAutofit/>
          </a:bodyPr>
          <a:lstStyle/>
          <a:p>
            <a:pPr marL="228600" marR="0" lvl="0" indent="-228600" algn="l" defTabSz="914400" rtl="0" eaLnBrk="1" fontAlgn="base" latinLnBrk="0" hangingPunct="1">
              <a:lnSpc>
                <a:spcPct val="100000"/>
              </a:lnSpc>
              <a:spcBef>
                <a:spcPts val="0"/>
              </a:spcBef>
              <a:spcAft>
                <a:spcPct val="0"/>
              </a:spcAft>
              <a:buClr>
                <a:schemeClr val="tx2"/>
              </a:buClr>
              <a:buSzPct val="80000"/>
              <a:buFont typeface="Arial" panose="020B0604020202020204" pitchFamily="34" charset="0"/>
              <a:buChar char="►"/>
              <a:tabLst/>
              <a:defRPr/>
            </a:pPr>
            <a:r>
              <a:rPr kumimoji="0" lang="en-US" altLang="en-US" sz="1200" b="0" i="0" u="none" strike="noStrike" kern="0" cap="none" spc="0" normalizeH="0" baseline="0" noProof="0" dirty="0">
                <a:ln>
                  <a:noFill/>
                </a:ln>
                <a:solidFill>
                  <a:srgbClr val="1A1A24"/>
                </a:solidFill>
                <a:effectLst/>
                <a:uLnTx/>
                <a:uFillTx/>
                <a:ea typeface="+mn-ea"/>
                <a:cs typeface="+mn-cs"/>
              </a:rPr>
              <a:t>Stakeholders who is the ‘owner’ of the work – signs off or approves when the task, objective or decision is complete</a:t>
            </a:r>
          </a:p>
        </p:txBody>
      </p:sp>
      <p:sp>
        <p:nvSpPr>
          <p:cNvPr id="188" name="Rectangle 187">
            <a:extLst>
              <a:ext uri="{FF2B5EF4-FFF2-40B4-BE49-F238E27FC236}">
                <a16:creationId xmlns:a16="http://schemas.microsoft.com/office/drawing/2014/main" id="{AB0A9C83-8FE6-9836-8A43-4662BE20AA60}"/>
              </a:ext>
            </a:extLst>
          </p:cNvPr>
          <p:cNvSpPr/>
          <p:nvPr/>
        </p:nvSpPr>
        <p:spPr>
          <a:xfrm>
            <a:off x="5524500" y="2641589"/>
            <a:ext cx="6172200" cy="502920"/>
          </a:xfrm>
          <a:prstGeom prst="rect">
            <a:avLst/>
          </a:prstGeom>
          <a:noFill/>
          <a:ln w="9525" cap="flat" cmpd="sng" algn="ctr">
            <a:noFill/>
            <a:prstDash val="solid"/>
            <a:miter lim="800000"/>
          </a:ln>
          <a:effectLst/>
        </p:spPr>
        <p:txBody>
          <a:bodyPr rot="0" spcFirstLastPara="0" vertOverflow="overflow" horzOverflow="overflow" vert="horz" wrap="square" lIns="137160" tIns="45720" rIns="137160" bIns="45720" numCol="1" spcCol="0" rtlCol="0" fromWordArt="0" anchor="ctr" anchorCtr="0" forceAA="0" compatLnSpc="1">
            <a:prstTxWarp prst="textNoShape">
              <a:avLst/>
            </a:prstTxWarp>
            <a:noAutofit/>
          </a:bodyPr>
          <a:lstStyle/>
          <a:p>
            <a:pPr marL="228600" marR="0" lvl="0" indent="-228600" algn="l" defTabSz="914400" rtl="0" eaLnBrk="1" fontAlgn="base" latinLnBrk="0" hangingPunct="1">
              <a:lnSpc>
                <a:spcPct val="100000"/>
              </a:lnSpc>
              <a:spcBef>
                <a:spcPts val="0"/>
              </a:spcBef>
              <a:spcAft>
                <a:spcPct val="0"/>
              </a:spcAft>
              <a:buClr>
                <a:schemeClr val="tx2"/>
              </a:buClr>
              <a:buSzPct val="80000"/>
              <a:buFont typeface="Arial" panose="020B0604020202020204" pitchFamily="34" charset="0"/>
              <a:buChar char="►"/>
              <a:tabLst/>
              <a:defRPr/>
            </a:pPr>
            <a:r>
              <a:rPr kumimoji="0" lang="en-US" sz="1200" b="0" i="0" u="none" strike="noStrike" kern="0" cap="none" spc="0" normalizeH="0" baseline="0" noProof="0" dirty="0">
                <a:ln>
                  <a:noFill/>
                </a:ln>
                <a:solidFill>
                  <a:srgbClr val="1A1A24"/>
                </a:solidFill>
                <a:effectLst/>
                <a:uLnTx/>
                <a:uFillTx/>
                <a:ea typeface="+mn-ea"/>
                <a:cs typeface="+mn-cs"/>
                <a:sym typeface="Wingdings" pitchFamily="2" charset="2"/>
              </a:rPr>
              <a:t>Stakeholders who need to give input before the work can be done and signed-off on. They are active participants.</a:t>
            </a:r>
          </a:p>
        </p:txBody>
      </p:sp>
      <p:sp>
        <p:nvSpPr>
          <p:cNvPr id="189" name="Rectangle 188">
            <a:extLst>
              <a:ext uri="{FF2B5EF4-FFF2-40B4-BE49-F238E27FC236}">
                <a16:creationId xmlns:a16="http://schemas.microsoft.com/office/drawing/2014/main" id="{AF5169BF-321F-75A8-636D-6166AEB659B9}"/>
              </a:ext>
            </a:extLst>
          </p:cNvPr>
          <p:cNvSpPr/>
          <p:nvPr/>
        </p:nvSpPr>
        <p:spPr>
          <a:xfrm>
            <a:off x="5523442" y="3254237"/>
            <a:ext cx="6172200" cy="502920"/>
          </a:xfrm>
          <a:prstGeom prst="rect">
            <a:avLst/>
          </a:prstGeom>
          <a:noFill/>
          <a:ln w="9525" cap="flat" cmpd="sng" algn="ctr">
            <a:noFill/>
            <a:prstDash val="solid"/>
            <a:miter lim="800000"/>
          </a:ln>
          <a:effectLst/>
        </p:spPr>
        <p:txBody>
          <a:bodyPr rot="0" spcFirstLastPara="0" vertOverflow="overflow" horzOverflow="overflow" vert="horz" wrap="square" lIns="137160" tIns="45720" rIns="137160" bIns="45720" numCol="1" spcCol="0" rtlCol="0" fromWordArt="0" anchor="ctr" anchorCtr="0" forceAA="0" compatLnSpc="1">
            <a:prstTxWarp prst="textNoShape">
              <a:avLst/>
            </a:prstTxWarp>
            <a:noAutofit/>
          </a:bodyPr>
          <a:lstStyle/>
          <a:p>
            <a:pPr marL="228600" marR="0" lvl="0" indent="-228600" algn="l" defTabSz="914400" rtl="0" eaLnBrk="1" fontAlgn="base" latinLnBrk="0" hangingPunct="1">
              <a:lnSpc>
                <a:spcPct val="100000"/>
              </a:lnSpc>
              <a:spcBef>
                <a:spcPts val="0"/>
              </a:spcBef>
              <a:spcAft>
                <a:spcPct val="0"/>
              </a:spcAft>
              <a:buClr>
                <a:schemeClr val="tx2"/>
              </a:buClr>
              <a:buSzPct val="80000"/>
              <a:buFont typeface="Arial" panose="020B0604020202020204" pitchFamily="34" charset="0"/>
              <a:buChar char="►"/>
              <a:tabLst/>
              <a:defRPr/>
            </a:pPr>
            <a:r>
              <a:rPr kumimoji="0" lang="en-US" sz="1200" b="0" i="0" u="none" strike="noStrike" kern="0" cap="none" spc="0" normalizeH="0" baseline="0" noProof="0" dirty="0">
                <a:ln>
                  <a:noFill/>
                </a:ln>
                <a:solidFill>
                  <a:srgbClr val="1A1A24"/>
                </a:solidFill>
                <a:effectLst/>
                <a:uLnTx/>
                <a:uFillTx/>
                <a:ea typeface="+mn-ea"/>
                <a:cs typeface="+mn-cs"/>
              </a:rPr>
              <a:t>They receive information, but neither need to be formally consulted, nor contribute to or influence the step</a:t>
            </a:r>
          </a:p>
        </p:txBody>
      </p:sp>
      <p:sp>
        <p:nvSpPr>
          <p:cNvPr id="191" name="Rectangle 190">
            <a:extLst>
              <a:ext uri="{FF2B5EF4-FFF2-40B4-BE49-F238E27FC236}">
                <a16:creationId xmlns:a16="http://schemas.microsoft.com/office/drawing/2014/main" id="{6ED3A0DF-7668-7DDB-1D0E-90A4069FB4CF}"/>
              </a:ext>
            </a:extLst>
          </p:cNvPr>
          <p:cNvSpPr/>
          <p:nvPr/>
        </p:nvSpPr>
        <p:spPr>
          <a:xfrm>
            <a:off x="3009900" y="1418685"/>
            <a:ext cx="2286000" cy="502920"/>
          </a:xfrm>
          <a:prstGeom prst="rect">
            <a:avLst/>
          </a:prstGeom>
          <a:noFill/>
          <a:ln w="9525" cap="flat" cmpd="sng" algn="ctr">
            <a:noFill/>
            <a:prstDash val="solid"/>
            <a:miter lim="800000"/>
          </a:ln>
          <a:effectLst/>
        </p:spPr>
        <p:txBody>
          <a:bodyPr rot="0" spcFirstLastPara="0" vertOverflow="overflow" horzOverflow="overflow" vert="horz" wrap="square" lIns="137160" tIns="45720" rIns="137160" bIns="45720"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ts val="0"/>
              </a:spcBef>
              <a:spcAft>
                <a:spcPct val="0"/>
              </a:spcAft>
              <a:buClr>
                <a:srgbClr val="FFB500"/>
              </a:buClr>
              <a:buSzPct val="75000"/>
              <a:buFontTx/>
              <a:buNone/>
              <a:tabLst/>
              <a:defRPr/>
            </a:pPr>
            <a:r>
              <a:rPr kumimoji="0" lang="en-US" sz="1300" b="1" i="0" u="none" strike="noStrike" kern="0" cap="none" spc="0" normalizeH="0" baseline="0" noProof="0" dirty="0">
                <a:ln>
                  <a:noFill/>
                </a:ln>
                <a:solidFill>
                  <a:srgbClr val="1A1A24"/>
                </a:solidFill>
                <a:effectLst/>
                <a:uLnTx/>
                <a:uFillTx/>
                <a:ea typeface="+mn-ea"/>
                <a:cs typeface="+mn-cs"/>
                <a:sym typeface="Wingdings" panose="05000000000000000000" pitchFamily="2" charset="2"/>
              </a:rPr>
              <a:t>Does the work</a:t>
            </a:r>
          </a:p>
        </p:txBody>
      </p:sp>
      <p:sp>
        <p:nvSpPr>
          <p:cNvPr id="192" name="Rectangle 191">
            <a:extLst>
              <a:ext uri="{FF2B5EF4-FFF2-40B4-BE49-F238E27FC236}">
                <a16:creationId xmlns:a16="http://schemas.microsoft.com/office/drawing/2014/main" id="{72F2EF5C-F9C8-7524-213D-5ADDE150C2C6}"/>
              </a:ext>
            </a:extLst>
          </p:cNvPr>
          <p:cNvSpPr/>
          <p:nvPr/>
        </p:nvSpPr>
        <p:spPr>
          <a:xfrm>
            <a:off x="3009900" y="2028941"/>
            <a:ext cx="2286000" cy="502920"/>
          </a:xfrm>
          <a:prstGeom prst="rect">
            <a:avLst/>
          </a:prstGeom>
          <a:noFill/>
          <a:ln w="9525" cap="flat" cmpd="sng" algn="ctr">
            <a:noFill/>
            <a:prstDash val="solid"/>
            <a:miter lim="800000"/>
          </a:ln>
          <a:effectLst/>
        </p:spPr>
        <p:txBody>
          <a:bodyPr rot="0" spcFirstLastPara="0" vertOverflow="overflow" horzOverflow="overflow" vert="horz" wrap="square" lIns="137160" tIns="45720" rIns="137160" bIns="45720"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ts val="0"/>
              </a:spcBef>
              <a:spcAft>
                <a:spcPct val="0"/>
              </a:spcAft>
              <a:buClr>
                <a:srgbClr val="FFB500"/>
              </a:buClr>
              <a:buSzPct val="75000"/>
              <a:buFontTx/>
              <a:buNone/>
              <a:tabLst/>
              <a:defRPr/>
            </a:pPr>
            <a:r>
              <a:rPr kumimoji="0" lang="en-US" altLang="en-US" sz="1300" b="1" i="0" u="none" strike="noStrike" kern="0" cap="none" spc="0" normalizeH="0" baseline="0" noProof="0" dirty="0">
                <a:ln>
                  <a:noFill/>
                </a:ln>
                <a:solidFill>
                  <a:srgbClr val="1A1A24"/>
                </a:solidFill>
                <a:effectLst/>
                <a:uLnTx/>
                <a:uFillTx/>
                <a:ea typeface="+mn-ea"/>
                <a:cs typeface="+mn-cs"/>
              </a:rPr>
              <a:t>Is accountable for outcomes</a:t>
            </a:r>
          </a:p>
        </p:txBody>
      </p:sp>
      <p:sp>
        <p:nvSpPr>
          <p:cNvPr id="193" name="Rectangle 192">
            <a:extLst>
              <a:ext uri="{FF2B5EF4-FFF2-40B4-BE49-F238E27FC236}">
                <a16:creationId xmlns:a16="http://schemas.microsoft.com/office/drawing/2014/main" id="{439F77F7-D769-479E-0A76-78702D2CA500}"/>
              </a:ext>
            </a:extLst>
          </p:cNvPr>
          <p:cNvSpPr/>
          <p:nvPr/>
        </p:nvSpPr>
        <p:spPr>
          <a:xfrm>
            <a:off x="3009900" y="2639197"/>
            <a:ext cx="2286000" cy="502920"/>
          </a:xfrm>
          <a:prstGeom prst="rect">
            <a:avLst/>
          </a:prstGeom>
          <a:noFill/>
          <a:ln w="9525" cap="flat" cmpd="sng" algn="ctr">
            <a:noFill/>
            <a:prstDash val="solid"/>
            <a:miter lim="800000"/>
          </a:ln>
          <a:effectLst/>
        </p:spPr>
        <p:txBody>
          <a:bodyPr rot="0" spcFirstLastPara="0" vertOverflow="overflow" horzOverflow="overflow" vert="horz" wrap="square" lIns="137160" tIns="45720" rIns="137160" bIns="45720"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ts val="0"/>
              </a:spcBef>
              <a:spcAft>
                <a:spcPct val="0"/>
              </a:spcAft>
              <a:buClr>
                <a:srgbClr val="FFB500"/>
              </a:buClr>
              <a:buSzPct val="75000"/>
              <a:buFontTx/>
              <a:buNone/>
              <a:tabLst/>
              <a:defRPr/>
            </a:pPr>
            <a:r>
              <a:rPr kumimoji="0" lang="en-US" sz="1300" b="1" i="0" u="none" strike="noStrike" kern="0" cap="none" spc="0" normalizeH="0" baseline="0" noProof="0" dirty="0">
                <a:ln>
                  <a:noFill/>
                </a:ln>
                <a:solidFill>
                  <a:srgbClr val="1A1A24"/>
                </a:solidFill>
                <a:effectLst/>
                <a:uLnTx/>
                <a:uFillTx/>
                <a:ea typeface="+mn-ea"/>
                <a:cs typeface="+mn-cs"/>
                <a:sym typeface="Wingdings" pitchFamily="2" charset="2"/>
              </a:rPr>
              <a:t>Gives input and influences the output</a:t>
            </a:r>
          </a:p>
        </p:txBody>
      </p:sp>
      <p:sp>
        <p:nvSpPr>
          <p:cNvPr id="194" name="Rectangle 193">
            <a:extLst>
              <a:ext uri="{FF2B5EF4-FFF2-40B4-BE49-F238E27FC236}">
                <a16:creationId xmlns:a16="http://schemas.microsoft.com/office/drawing/2014/main" id="{47F12FFA-7C27-4A6F-351D-1369E749785B}"/>
              </a:ext>
            </a:extLst>
          </p:cNvPr>
          <p:cNvSpPr/>
          <p:nvPr/>
        </p:nvSpPr>
        <p:spPr>
          <a:xfrm>
            <a:off x="3009900" y="3254533"/>
            <a:ext cx="2286000" cy="502920"/>
          </a:xfrm>
          <a:prstGeom prst="rect">
            <a:avLst/>
          </a:prstGeom>
          <a:noFill/>
          <a:ln w="9525" cap="flat" cmpd="sng" algn="ctr">
            <a:noFill/>
            <a:prstDash val="solid"/>
            <a:miter lim="800000"/>
          </a:ln>
          <a:effectLst/>
        </p:spPr>
        <p:txBody>
          <a:bodyPr rot="0" spcFirstLastPara="0" vertOverflow="overflow" horzOverflow="overflow" vert="horz" wrap="square" lIns="137160" tIns="45720" rIns="137160" bIns="45720"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ts val="0"/>
              </a:spcBef>
              <a:spcAft>
                <a:spcPct val="0"/>
              </a:spcAft>
              <a:buClr>
                <a:srgbClr val="FFB500"/>
              </a:buClr>
              <a:buSzPct val="75000"/>
              <a:buFontTx/>
              <a:buNone/>
              <a:tabLst/>
              <a:defRPr/>
            </a:pPr>
            <a:r>
              <a:rPr kumimoji="0" lang="en-US" sz="1300" b="1" i="0" u="none" strike="noStrike" kern="0" cap="none" spc="0" normalizeH="0" baseline="0" noProof="0" dirty="0">
                <a:ln>
                  <a:noFill/>
                </a:ln>
                <a:solidFill>
                  <a:srgbClr val="1A1A24"/>
                </a:solidFill>
                <a:effectLst/>
                <a:uLnTx/>
                <a:uFillTx/>
                <a:ea typeface="+mn-ea"/>
                <a:cs typeface="+mn-cs"/>
              </a:rPr>
              <a:t>Receives the output</a:t>
            </a:r>
          </a:p>
        </p:txBody>
      </p:sp>
      <p:grpSp>
        <p:nvGrpSpPr>
          <p:cNvPr id="204" name="Group 203">
            <a:extLst>
              <a:ext uri="{FF2B5EF4-FFF2-40B4-BE49-F238E27FC236}">
                <a16:creationId xmlns:a16="http://schemas.microsoft.com/office/drawing/2014/main" id="{AD226E0A-C1D9-9305-4A43-32DAEB8CBF31}"/>
              </a:ext>
            </a:extLst>
          </p:cNvPr>
          <p:cNvGrpSpPr/>
          <p:nvPr/>
        </p:nvGrpSpPr>
        <p:grpSpPr>
          <a:xfrm>
            <a:off x="649708" y="1484873"/>
            <a:ext cx="1965960" cy="365760"/>
            <a:chOff x="-727261" y="2182872"/>
            <a:chExt cx="1965960" cy="457680"/>
          </a:xfrm>
        </p:grpSpPr>
        <p:sp>
          <p:nvSpPr>
            <p:cNvPr id="205" name="Rectangle 204">
              <a:extLst>
                <a:ext uri="{FF2B5EF4-FFF2-40B4-BE49-F238E27FC236}">
                  <a16:creationId xmlns:a16="http://schemas.microsoft.com/office/drawing/2014/main" id="{8D515818-1A98-536A-681E-06FFF24A6A74}"/>
                </a:ext>
              </a:extLst>
            </p:cNvPr>
            <p:cNvSpPr/>
            <p:nvPr/>
          </p:nvSpPr>
          <p:spPr>
            <a:xfrm>
              <a:off x="-361501" y="2182872"/>
              <a:ext cx="1600200" cy="457200"/>
            </a:xfrm>
            <a:prstGeom prst="rect">
              <a:avLst/>
            </a:prstGeom>
            <a:no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ts val="0"/>
                </a:spcBef>
                <a:spcAft>
                  <a:spcPct val="0"/>
                </a:spcAft>
                <a:buClr>
                  <a:srgbClr val="FFB500"/>
                </a:buClr>
                <a:buSzPct val="75000"/>
                <a:buFontTx/>
                <a:buNone/>
                <a:tabLst/>
                <a:defRPr/>
              </a:pPr>
              <a:r>
                <a:rPr kumimoji="0" lang="en-US" sz="1400" b="0" i="0" u="none" strike="noStrike" kern="1200" cap="none" spc="0" normalizeH="0" baseline="0" noProof="0" dirty="0">
                  <a:ln>
                    <a:noFill/>
                  </a:ln>
                  <a:solidFill>
                    <a:srgbClr val="1A1A24"/>
                  </a:solidFill>
                  <a:effectLst/>
                  <a:uLnTx/>
                  <a:uFillTx/>
                  <a:ea typeface="+mn-ea"/>
                  <a:cs typeface="+mn-cs"/>
                </a:rPr>
                <a:t>Responsible</a:t>
              </a:r>
            </a:p>
          </p:txBody>
        </p:sp>
        <p:sp>
          <p:nvSpPr>
            <p:cNvPr id="206" name="Rectangle 205">
              <a:extLst>
                <a:ext uri="{FF2B5EF4-FFF2-40B4-BE49-F238E27FC236}">
                  <a16:creationId xmlns:a16="http://schemas.microsoft.com/office/drawing/2014/main" id="{580B9981-2BBD-B0D4-4BF9-E44D7BB506C4}"/>
                </a:ext>
              </a:extLst>
            </p:cNvPr>
            <p:cNvSpPr/>
            <p:nvPr/>
          </p:nvSpPr>
          <p:spPr>
            <a:xfrm>
              <a:off x="-727261" y="2183352"/>
              <a:ext cx="365760" cy="457200"/>
            </a:xfrm>
            <a:prstGeom prst="rect">
              <a:avLst/>
            </a:prstGeom>
            <a:noFill/>
            <a:ln w="9525" cap="flat" cmpd="sng" algn="ctr">
              <a:noFill/>
              <a:prstDash val="solid"/>
              <a:miter lim="800000"/>
            </a:ln>
            <a:effectLst/>
          </p:spPr>
          <p:txBody>
            <a:bodyPr rot="0" spcFirstLastPara="0" vertOverflow="overflow" horzOverflow="overflow" vert="horz" wrap="square" lIns="182880" tIns="45720" rIns="182880" bIns="45720" numCol="1" spcCol="0" rtlCol="0" fromWordArt="0" anchor="ctr" anchorCtr="0" forceAA="0" compatLnSpc="1">
              <a:prstTxWarp prst="textNoShape">
                <a:avLst/>
              </a:prstTxWarp>
              <a:noAutofit/>
            </a:bodyPr>
            <a:lstStyle/>
            <a:p>
              <a:pPr marL="0" marR="0" lvl="0" indent="0" algn="ctr" defTabSz="914400" rtl="0" eaLnBrk="1" fontAlgn="base" latinLnBrk="0" hangingPunct="1">
                <a:lnSpc>
                  <a:spcPct val="100000"/>
                </a:lnSpc>
                <a:spcBef>
                  <a:spcPts val="0"/>
                </a:spcBef>
                <a:spcAft>
                  <a:spcPct val="0"/>
                </a:spcAft>
                <a:buClr>
                  <a:srgbClr val="FFB500"/>
                </a:buClr>
                <a:buSzPct val="75000"/>
                <a:buFontTx/>
                <a:buNone/>
                <a:tabLst/>
                <a:defRPr/>
              </a:pPr>
              <a:r>
                <a:rPr kumimoji="0" lang="en-US" b="1" i="0" u="none" strike="noStrike" kern="1200" cap="none" spc="0" normalizeH="0" baseline="0" noProof="0" dirty="0">
                  <a:ln>
                    <a:noFill/>
                  </a:ln>
                  <a:solidFill>
                    <a:srgbClr val="0070C0"/>
                  </a:solidFill>
                  <a:effectLst/>
                  <a:uLnTx/>
                  <a:uFillTx/>
                  <a:ea typeface="+mn-ea"/>
                  <a:cs typeface="+mn-cs"/>
                </a:rPr>
                <a:t>R</a:t>
              </a:r>
            </a:p>
          </p:txBody>
        </p:sp>
      </p:grpSp>
      <p:grpSp>
        <p:nvGrpSpPr>
          <p:cNvPr id="207" name="Group 206">
            <a:extLst>
              <a:ext uri="{FF2B5EF4-FFF2-40B4-BE49-F238E27FC236}">
                <a16:creationId xmlns:a16="http://schemas.microsoft.com/office/drawing/2014/main" id="{23E7AB51-8CD7-E230-A960-5FC73065CE0A}"/>
              </a:ext>
            </a:extLst>
          </p:cNvPr>
          <p:cNvGrpSpPr/>
          <p:nvPr/>
        </p:nvGrpSpPr>
        <p:grpSpPr>
          <a:xfrm>
            <a:off x="649708" y="2097521"/>
            <a:ext cx="1965960" cy="365760"/>
            <a:chOff x="-604268" y="3249856"/>
            <a:chExt cx="1965960" cy="457200"/>
          </a:xfrm>
        </p:grpSpPr>
        <p:sp>
          <p:nvSpPr>
            <p:cNvPr id="208" name="Rectangle 207">
              <a:extLst>
                <a:ext uri="{FF2B5EF4-FFF2-40B4-BE49-F238E27FC236}">
                  <a16:creationId xmlns:a16="http://schemas.microsoft.com/office/drawing/2014/main" id="{3C85CD1E-F8D0-B2D3-D4F4-C76A0C8F4A42}"/>
                </a:ext>
              </a:extLst>
            </p:cNvPr>
            <p:cNvSpPr/>
            <p:nvPr/>
          </p:nvSpPr>
          <p:spPr>
            <a:xfrm>
              <a:off x="-238508" y="3249856"/>
              <a:ext cx="1600200" cy="457200"/>
            </a:xfrm>
            <a:prstGeom prst="rect">
              <a:avLst/>
            </a:prstGeom>
            <a:no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ts val="0"/>
                </a:spcBef>
                <a:spcAft>
                  <a:spcPct val="0"/>
                </a:spcAft>
                <a:buClr>
                  <a:srgbClr val="FFB500"/>
                </a:buClr>
                <a:buSzPct val="75000"/>
                <a:buFontTx/>
                <a:buNone/>
                <a:tabLst/>
                <a:defRPr/>
              </a:pPr>
              <a:r>
                <a:rPr kumimoji="0" lang="en-US" sz="1400" b="0" i="0" u="none" strike="noStrike" kern="1200" cap="none" spc="0" normalizeH="0" baseline="0" noProof="0" dirty="0">
                  <a:ln>
                    <a:noFill/>
                  </a:ln>
                  <a:solidFill>
                    <a:srgbClr val="1A1A24"/>
                  </a:solidFill>
                  <a:effectLst/>
                  <a:uLnTx/>
                  <a:uFillTx/>
                  <a:ea typeface="+mn-ea"/>
                  <a:cs typeface="+mn-cs"/>
                </a:rPr>
                <a:t>Accountable</a:t>
              </a:r>
            </a:p>
          </p:txBody>
        </p:sp>
        <p:sp>
          <p:nvSpPr>
            <p:cNvPr id="209" name="Rectangle 208">
              <a:extLst>
                <a:ext uri="{FF2B5EF4-FFF2-40B4-BE49-F238E27FC236}">
                  <a16:creationId xmlns:a16="http://schemas.microsoft.com/office/drawing/2014/main" id="{EB28DBE3-ABCE-FB4F-337D-1720B163ED89}"/>
                </a:ext>
              </a:extLst>
            </p:cNvPr>
            <p:cNvSpPr/>
            <p:nvPr/>
          </p:nvSpPr>
          <p:spPr>
            <a:xfrm>
              <a:off x="-604268" y="3249856"/>
              <a:ext cx="365760" cy="457200"/>
            </a:xfrm>
            <a:prstGeom prst="rect">
              <a:avLst/>
            </a:prstGeom>
            <a:noFill/>
            <a:ln w="9525" cap="flat" cmpd="sng" algn="ctr">
              <a:noFill/>
              <a:prstDash val="solid"/>
              <a:miter lim="800000"/>
            </a:ln>
            <a:effectLst/>
          </p:spPr>
          <p:txBody>
            <a:bodyPr rot="0" spcFirstLastPara="0" vertOverflow="overflow" horzOverflow="overflow" vert="horz" wrap="square" lIns="182880" tIns="45720" rIns="182880" bIns="45720" numCol="1" spcCol="0" rtlCol="0" fromWordArt="0" anchor="ctr" anchorCtr="0" forceAA="0" compatLnSpc="1">
              <a:prstTxWarp prst="textNoShape">
                <a:avLst/>
              </a:prstTxWarp>
              <a:noAutofit/>
            </a:bodyPr>
            <a:lstStyle/>
            <a:p>
              <a:pPr marL="0" marR="0" lvl="0" indent="0" algn="ctr" defTabSz="914400" rtl="0" eaLnBrk="1" fontAlgn="base" latinLnBrk="0" hangingPunct="1">
                <a:lnSpc>
                  <a:spcPct val="100000"/>
                </a:lnSpc>
                <a:spcBef>
                  <a:spcPts val="0"/>
                </a:spcBef>
                <a:spcAft>
                  <a:spcPct val="0"/>
                </a:spcAft>
                <a:buClr>
                  <a:srgbClr val="FFB500"/>
                </a:buClr>
                <a:buSzPct val="75000"/>
                <a:buFontTx/>
                <a:buNone/>
                <a:tabLst/>
                <a:defRPr/>
              </a:pPr>
              <a:r>
                <a:rPr kumimoji="0" lang="en-US" b="1" i="0" u="none" strike="noStrike" kern="1200" cap="none" spc="0" normalizeH="0" baseline="0" noProof="0" dirty="0">
                  <a:ln>
                    <a:noFill/>
                  </a:ln>
                  <a:solidFill>
                    <a:schemeClr val="tx2"/>
                  </a:solidFill>
                  <a:effectLst/>
                  <a:uLnTx/>
                  <a:uFillTx/>
                  <a:ea typeface="+mn-ea"/>
                  <a:cs typeface="+mn-cs"/>
                </a:rPr>
                <a:t>A</a:t>
              </a:r>
            </a:p>
          </p:txBody>
        </p:sp>
      </p:grpSp>
      <p:grpSp>
        <p:nvGrpSpPr>
          <p:cNvPr id="210" name="Group 209">
            <a:extLst>
              <a:ext uri="{FF2B5EF4-FFF2-40B4-BE49-F238E27FC236}">
                <a16:creationId xmlns:a16="http://schemas.microsoft.com/office/drawing/2014/main" id="{19DEC8C0-7FC3-098C-C358-D6E2757C9B6D}"/>
              </a:ext>
            </a:extLst>
          </p:cNvPr>
          <p:cNvGrpSpPr/>
          <p:nvPr/>
        </p:nvGrpSpPr>
        <p:grpSpPr>
          <a:xfrm>
            <a:off x="649708" y="2710169"/>
            <a:ext cx="1965960" cy="365760"/>
            <a:chOff x="-553071" y="4045704"/>
            <a:chExt cx="1965960" cy="460669"/>
          </a:xfrm>
        </p:grpSpPr>
        <p:sp>
          <p:nvSpPr>
            <p:cNvPr id="211" name="Rectangle 210">
              <a:extLst>
                <a:ext uri="{FF2B5EF4-FFF2-40B4-BE49-F238E27FC236}">
                  <a16:creationId xmlns:a16="http://schemas.microsoft.com/office/drawing/2014/main" id="{975EA445-D47F-3784-BBFE-E82533F922C6}"/>
                </a:ext>
              </a:extLst>
            </p:cNvPr>
            <p:cNvSpPr/>
            <p:nvPr/>
          </p:nvSpPr>
          <p:spPr>
            <a:xfrm>
              <a:off x="-187311" y="4045704"/>
              <a:ext cx="1600200" cy="457200"/>
            </a:xfrm>
            <a:prstGeom prst="rect">
              <a:avLst/>
            </a:prstGeom>
            <a:no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ts val="0"/>
                </a:spcBef>
                <a:spcAft>
                  <a:spcPct val="0"/>
                </a:spcAft>
                <a:buClr>
                  <a:srgbClr val="FFB500"/>
                </a:buClr>
                <a:buSzPct val="75000"/>
                <a:buFontTx/>
                <a:buNone/>
                <a:tabLst/>
                <a:defRPr/>
              </a:pPr>
              <a:r>
                <a:rPr kumimoji="0" lang="en-US" sz="1400" b="0" i="0" u="none" strike="noStrike" kern="1200" cap="none" spc="0" normalizeH="0" baseline="0" noProof="0" dirty="0">
                  <a:ln>
                    <a:noFill/>
                  </a:ln>
                  <a:solidFill>
                    <a:srgbClr val="1A1A24"/>
                  </a:solidFill>
                  <a:effectLst/>
                  <a:uLnTx/>
                  <a:uFillTx/>
                  <a:ea typeface="+mn-ea"/>
                  <a:cs typeface="+mn-cs"/>
                </a:rPr>
                <a:t>Consulted</a:t>
              </a:r>
            </a:p>
          </p:txBody>
        </p:sp>
        <p:sp>
          <p:nvSpPr>
            <p:cNvPr id="212" name="Rectangle 211">
              <a:extLst>
                <a:ext uri="{FF2B5EF4-FFF2-40B4-BE49-F238E27FC236}">
                  <a16:creationId xmlns:a16="http://schemas.microsoft.com/office/drawing/2014/main" id="{769E069D-DC21-E231-FF86-1E27AEC08843}"/>
                </a:ext>
              </a:extLst>
            </p:cNvPr>
            <p:cNvSpPr/>
            <p:nvPr/>
          </p:nvSpPr>
          <p:spPr>
            <a:xfrm>
              <a:off x="-553071" y="4049173"/>
              <a:ext cx="365760" cy="457200"/>
            </a:xfrm>
            <a:prstGeom prst="rect">
              <a:avLst/>
            </a:prstGeom>
            <a:noFill/>
            <a:ln w="9525" cap="flat" cmpd="sng" algn="ctr">
              <a:noFill/>
              <a:prstDash val="solid"/>
              <a:miter lim="800000"/>
            </a:ln>
            <a:effectLst/>
          </p:spPr>
          <p:txBody>
            <a:bodyPr rot="0" spcFirstLastPara="0" vertOverflow="overflow" horzOverflow="overflow" vert="horz" wrap="square" lIns="182880" tIns="45720" rIns="182880" bIns="45720" numCol="1" spcCol="0" rtlCol="0" fromWordArt="0" anchor="ctr" anchorCtr="0" forceAA="0" compatLnSpc="1">
              <a:prstTxWarp prst="textNoShape">
                <a:avLst/>
              </a:prstTxWarp>
              <a:noAutofit/>
            </a:bodyPr>
            <a:lstStyle/>
            <a:p>
              <a:pPr marL="0" marR="0" lvl="0" indent="0" algn="ctr" defTabSz="914400" rtl="0" eaLnBrk="1" fontAlgn="base" latinLnBrk="0" hangingPunct="1">
                <a:lnSpc>
                  <a:spcPct val="100000"/>
                </a:lnSpc>
                <a:spcBef>
                  <a:spcPts val="0"/>
                </a:spcBef>
                <a:spcAft>
                  <a:spcPct val="0"/>
                </a:spcAft>
                <a:buClr>
                  <a:srgbClr val="FFB500"/>
                </a:buClr>
                <a:buSzPct val="75000"/>
                <a:buFontTx/>
                <a:buNone/>
                <a:tabLst/>
                <a:defRPr/>
              </a:pPr>
              <a:r>
                <a:rPr kumimoji="0" lang="en-US" b="1" i="0" u="none" strike="noStrike" kern="1200" cap="none" spc="0" normalizeH="0" baseline="0" noProof="0" dirty="0">
                  <a:ln>
                    <a:noFill/>
                  </a:ln>
                  <a:solidFill>
                    <a:srgbClr val="0070C0"/>
                  </a:solidFill>
                  <a:effectLst/>
                  <a:uLnTx/>
                  <a:uFillTx/>
                  <a:ea typeface="+mn-ea"/>
                  <a:cs typeface="+mn-cs"/>
                </a:rPr>
                <a:t>C</a:t>
              </a:r>
            </a:p>
          </p:txBody>
        </p:sp>
      </p:grpSp>
      <p:grpSp>
        <p:nvGrpSpPr>
          <p:cNvPr id="213" name="Group 212">
            <a:extLst>
              <a:ext uri="{FF2B5EF4-FFF2-40B4-BE49-F238E27FC236}">
                <a16:creationId xmlns:a16="http://schemas.microsoft.com/office/drawing/2014/main" id="{AA466A12-259B-AF8D-D2B1-92B741A63C5F}"/>
              </a:ext>
            </a:extLst>
          </p:cNvPr>
          <p:cNvGrpSpPr/>
          <p:nvPr/>
        </p:nvGrpSpPr>
        <p:grpSpPr>
          <a:xfrm>
            <a:off x="649708" y="3322817"/>
            <a:ext cx="1965960" cy="365760"/>
            <a:chOff x="-544381" y="4903111"/>
            <a:chExt cx="1965960" cy="460669"/>
          </a:xfrm>
        </p:grpSpPr>
        <p:sp>
          <p:nvSpPr>
            <p:cNvPr id="214" name="Rectangle 213">
              <a:extLst>
                <a:ext uri="{FF2B5EF4-FFF2-40B4-BE49-F238E27FC236}">
                  <a16:creationId xmlns:a16="http://schemas.microsoft.com/office/drawing/2014/main" id="{3FA70B4E-FCAE-4216-246B-2F0C5C747FEB}"/>
                </a:ext>
              </a:extLst>
            </p:cNvPr>
            <p:cNvSpPr/>
            <p:nvPr/>
          </p:nvSpPr>
          <p:spPr>
            <a:xfrm>
              <a:off x="-178621" y="4903111"/>
              <a:ext cx="1600200" cy="457200"/>
            </a:xfrm>
            <a:prstGeom prst="rect">
              <a:avLst/>
            </a:prstGeom>
            <a:noFill/>
            <a:ln w="9525"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ts val="0"/>
                </a:spcBef>
                <a:spcAft>
                  <a:spcPct val="0"/>
                </a:spcAft>
                <a:buClr>
                  <a:srgbClr val="FFB500"/>
                </a:buClr>
                <a:buSzPct val="75000"/>
                <a:buFontTx/>
                <a:buNone/>
                <a:tabLst/>
                <a:defRPr/>
              </a:pPr>
              <a:r>
                <a:rPr kumimoji="0" lang="en-US" sz="1400" b="0" i="0" u="none" strike="noStrike" kern="1200" cap="none" spc="0" normalizeH="0" baseline="0" noProof="0" dirty="0">
                  <a:ln>
                    <a:noFill/>
                  </a:ln>
                  <a:solidFill>
                    <a:srgbClr val="1A1A24"/>
                  </a:solidFill>
                  <a:effectLst/>
                  <a:uLnTx/>
                  <a:uFillTx/>
                  <a:ea typeface="+mn-ea"/>
                  <a:cs typeface="+mn-cs"/>
                </a:rPr>
                <a:t>Informed</a:t>
              </a:r>
            </a:p>
          </p:txBody>
        </p:sp>
        <p:sp>
          <p:nvSpPr>
            <p:cNvPr id="215" name="Rectangle 214">
              <a:extLst>
                <a:ext uri="{FF2B5EF4-FFF2-40B4-BE49-F238E27FC236}">
                  <a16:creationId xmlns:a16="http://schemas.microsoft.com/office/drawing/2014/main" id="{0B45F91C-6972-4406-AA22-7037C8666ECC}"/>
                </a:ext>
              </a:extLst>
            </p:cNvPr>
            <p:cNvSpPr/>
            <p:nvPr/>
          </p:nvSpPr>
          <p:spPr>
            <a:xfrm>
              <a:off x="-544381" y="4906580"/>
              <a:ext cx="365760" cy="457200"/>
            </a:xfrm>
            <a:prstGeom prst="rect">
              <a:avLst/>
            </a:prstGeom>
            <a:noFill/>
            <a:ln w="9525" cap="flat" cmpd="sng" algn="ctr">
              <a:noFill/>
              <a:prstDash val="solid"/>
              <a:miter lim="800000"/>
            </a:ln>
            <a:effectLst/>
          </p:spPr>
          <p:txBody>
            <a:bodyPr rot="0" spcFirstLastPara="0" vertOverflow="overflow" horzOverflow="overflow" vert="horz" wrap="square" lIns="182880" tIns="45720" rIns="182880" bIns="45720" numCol="1" spcCol="0" rtlCol="0" fromWordArt="0" anchor="ctr" anchorCtr="0" forceAA="0" compatLnSpc="1">
              <a:prstTxWarp prst="textNoShape">
                <a:avLst/>
              </a:prstTxWarp>
              <a:noAutofit/>
            </a:bodyPr>
            <a:lstStyle/>
            <a:p>
              <a:pPr marL="0" marR="0" lvl="0" indent="0" algn="ctr" defTabSz="914400" rtl="0" eaLnBrk="1" fontAlgn="base" latinLnBrk="0" hangingPunct="1">
                <a:lnSpc>
                  <a:spcPct val="100000"/>
                </a:lnSpc>
                <a:spcBef>
                  <a:spcPts val="0"/>
                </a:spcBef>
                <a:spcAft>
                  <a:spcPct val="0"/>
                </a:spcAft>
                <a:buClr>
                  <a:srgbClr val="FFB500"/>
                </a:buClr>
                <a:buSzPct val="75000"/>
                <a:buFontTx/>
                <a:buNone/>
                <a:tabLst/>
                <a:defRPr/>
              </a:pPr>
              <a:r>
                <a:rPr kumimoji="0" lang="en-US" b="1" i="0" u="none" strike="noStrike" kern="1200" cap="none" spc="0" normalizeH="0" baseline="0" noProof="0" dirty="0">
                  <a:ln>
                    <a:noFill/>
                  </a:ln>
                  <a:solidFill>
                    <a:srgbClr val="0070C0"/>
                  </a:solidFill>
                  <a:effectLst/>
                  <a:uLnTx/>
                  <a:uFillTx/>
                  <a:ea typeface="+mn-ea"/>
                  <a:cs typeface="+mn-cs"/>
                </a:rPr>
                <a:t>I</a:t>
              </a:r>
            </a:p>
          </p:txBody>
        </p:sp>
      </p:grpSp>
      <p:cxnSp>
        <p:nvCxnSpPr>
          <p:cNvPr id="216" name="Straight Connector 215">
            <a:extLst>
              <a:ext uri="{FF2B5EF4-FFF2-40B4-BE49-F238E27FC236}">
                <a16:creationId xmlns:a16="http://schemas.microsoft.com/office/drawing/2014/main" id="{0D5E6967-29F6-693C-D7AC-F3CD128BC3B0}"/>
              </a:ext>
            </a:extLst>
          </p:cNvPr>
          <p:cNvCxnSpPr>
            <a:cxnSpLocks/>
          </p:cNvCxnSpPr>
          <p:nvPr/>
        </p:nvCxnSpPr>
        <p:spPr>
          <a:xfrm>
            <a:off x="2781300" y="1430044"/>
            <a:ext cx="0" cy="2331720"/>
          </a:xfrm>
          <a:prstGeom prst="line">
            <a:avLst/>
          </a:prstGeom>
          <a:ln w="12700">
            <a:solidFill>
              <a:schemeClr val="bg1"/>
            </a:soli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969481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5367DE-19D4-BC39-85F0-3B003B0A9749}"/>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B60D380A-9FA9-D801-0371-DD729F0D9CA1}"/>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Record-to-Report | RACI Matrix (1/3)</a:t>
            </a:r>
            <a:endParaRPr lang="en-IN" dirty="0"/>
          </a:p>
        </p:txBody>
      </p:sp>
      <p:sp>
        <p:nvSpPr>
          <p:cNvPr id="6" name="Date Placeholder 5">
            <a:extLst>
              <a:ext uri="{FF2B5EF4-FFF2-40B4-BE49-F238E27FC236}">
                <a16:creationId xmlns:a16="http://schemas.microsoft.com/office/drawing/2014/main" id="{479399D2-F3C3-80AA-9373-D4D18F3DECE3}"/>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C940A3D5-34F4-BE00-FC86-0524C0D543C8}"/>
              </a:ext>
            </a:extLst>
          </p:cNvPr>
          <p:cNvSpPr>
            <a:spLocks noGrp="1"/>
          </p:cNvSpPr>
          <p:nvPr>
            <p:ph type="sldNum" sz="quarter" idx="19"/>
          </p:nvPr>
        </p:nvSpPr>
        <p:spPr/>
        <p:txBody>
          <a:bodyPr/>
          <a:lstStyle/>
          <a:p>
            <a:fld id="{94FCA0F3-9F3A-694B-99BB-0E592A797735}" type="slidenum">
              <a:rPr lang="en-US" smtClean="0"/>
              <a:t>59</a:t>
            </a:fld>
            <a:endParaRPr lang="en-US"/>
          </a:p>
        </p:txBody>
      </p:sp>
      <p:graphicFrame>
        <p:nvGraphicFramePr>
          <p:cNvPr id="34" name="Table 33">
            <a:extLst>
              <a:ext uri="{FF2B5EF4-FFF2-40B4-BE49-F238E27FC236}">
                <a16:creationId xmlns:a16="http://schemas.microsoft.com/office/drawing/2014/main" id="{361D8DA2-4E1B-F0CE-A749-D1B2547089C6}"/>
              </a:ext>
            </a:extLst>
          </p:cNvPr>
          <p:cNvGraphicFramePr>
            <a:graphicFrameLocks noGrp="1"/>
          </p:cNvGraphicFramePr>
          <p:nvPr>
            <p:extLst>
              <p:ext uri="{D42A27DB-BD31-4B8C-83A1-F6EECF244321}">
                <p14:modId xmlns:p14="http://schemas.microsoft.com/office/powerpoint/2010/main" val="456895847"/>
              </p:ext>
            </p:extLst>
          </p:nvPr>
        </p:nvGraphicFramePr>
        <p:xfrm>
          <a:off x="495300" y="914400"/>
          <a:ext cx="11201400" cy="5321808"/>
        </p:xfrm>
        <a:graphic>
          <a:graphicData uri="http://schemas.openxmlformats.org/drawingml/2006/table">
            <a:tbl>
              <a:tblPr/>
              <a:tblGrid>
                <a:gridCol w="5486400">
                  <a:extLst>
                    <a:ext uri="{9D8B030D-6E8A-4147-A177-3AD203B41FA5}">
                      <a16:colId xmlns:a16="http://schemas.microsoft.com/office/drawing/2014/main" val="3470923224"/>
                    </a:ext>
                  </a:extLst>
                </a:gridCol>
                <a:gridCol w="914400">
                  <a:extLst>
                    <a:ext uri="{9D8B030D-6E8A-4147-A177-3AD203B41FA5}">
                      <a16:colId xmlns:a16="http://schemas.microsoft.com/office/drawing/2014/main" val="3159260032"/>
                    </a:ext>
                  </a:extLst>
                </a:gridCol>
                <a:gridCol w="914400">
                  <a:extLst>
                    <a:ext uri="{9D8B030D-6E8A-4147-A177-3AD203B41FA5}">
                      <a16:colId xmlns:a16="http://schemas.microsoft.com/office/drawing/2014/main" val="1587623123"/>
                    </a:ext>
                  </a:extLst>
                </a:gridCol>
                <a:gridCol w="960120">
                  <a:extLst>
                    <a:ext uri="{9D8B030D-6E8A-4147-A177-3AD203B41FA5}">
                      <a16:colId xmlns:a16="http://schemas.microsoft.com/office/drawing/2014/main" val="2768751536"/>
                    </a:ext>
                  </a:extLst>
                </a:gridCol>
                <a:gridCol w="1051560">
                  <a:extLst>
                    <a:ext uri="{9D8B030D-6E8A-4147-A177-3AD203B41FA5}">
                      <a16:colId xmlns:a16="http://schemas.microsoft.com/office/drawing/2014/main" val="540288641"/>
                    </a:ext>
                  </a:extLst>
                </a:gridCol>
                <a:gridCol w="960120">
                  <a:extLst>
                    <a:ext uri="{9D8B030D-6E8A-4147-A177-3AD203B41FA5}">
                      <a16:colId xmlns:a16="http://schemas.microsoft.com/office/drawing/2014/main" val="800495708"/>
                    </a:ext>
                  </a:extLst>
                </a:gridCol>
                <a:gridCol w="914400">
                  <a:extLst>
                    <a:ext uri="{9D8B030D-6E8A-4147-A177-3AD203B41FA5}">
                      <a16:colId xmlns:a16="http://schemas.microsoft.com/office/drawing/2014/main" val="4260416985"/>
                    </a:ext>
                  </a:extLst>
                </a:gridCol>
              </a:tblGrid>
              <a:tr h="457200">
                <a:tc>
                  <a:txBody>
                    <a:bodyPr/>
                    <a:lstStyle/>
                    <a:p>
                      <a:r>
                        <a:rPr lang="en-IN" sz="1200" b="1" dirty="0">
                          <a:solidFill>
                            <a:schemeClr val="tx2"/>
                          </a:solidFill>
                          <a:latin typeface="+mn-lt"/>
                        </a:rPr>
                        <a:t>Process Step</a:t>
                      </a:r>
                    </a:p>
                  </a:txBody>
                  <a:tcPr marT="18288" marB="18288" anchor="ctr">
                    <a:lnL w="12700" cap="flat" cmpd="sng" algn="ctr">
                      <a:solidFill>
                        <a:schemeClr val="bg1">
                          <a:lumMod val="50000"/>
                          <a:lumOff val="50000"/>
                        </a:schemeClr>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Sales</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GBS</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Regional Finance</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Commercial Finance</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Corporate Finance</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err="1">
                          <a:solidFill>
                            <a:schemeClr val="tx2"/>
                          </a:solidFill>
                          <a:latin typeface="+mn-lt"/>
                        </a:rPr>
                        <a:t>CoE</a:t>
                      </a:r>
                      <a:endParaRPr lang="en-IN" sz="1200" b="1" dirty="0">
                        <a:solidFill>
                          <a:schemeClr val="tx2"/>
                        </a:solidFill>
                        <a:latin typeface="+mn-lt"/>
                      </a:endParaRPr>
                    </a:p>
                  </a:txBody>
                  <a:tcPr marT="18288" marB="18288" anchor="ctr">
                    <a:lnL w="6350" cap="flat" cmpd="sng" algn="ctr">
                      <a:solidFill>
                        <a:schemeClr val="tx1"/>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extLst>
                  <a:ext uri="{0D108BD9-81ED-4DB2-BD59-A6C34878D82A}">
                    <a16:rowId xmlns:a16="http://schemas.microsoft.com/office/drawing/2014/main" val="3507023484"/>
                  </a:ext>
                </a:extLst>
              </a:tr>
              <a:tr h="274320">
                <a:tc>
                  <a:txBody>
                    <a:bodyPr/>
                    <a:lstStyle/>
                    <a:p>
                      <a:r>
                        <a:rPr lang="en-IN" sz="1100" b="1" dirty="0">
                          <a:solidFill>
                            <a:schemeClr val="bg1"/>
                          </a:solidFill>
                          <a:latin typeface="+mn-lt"/>
                        </a:rPr>
                        <a:t>Maintain accounting master data</a:t>
                      </a: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1021392822"/>
                  </a:ext>
                </a:extLst>
              </a:tr>
              <a:tr h="237744">
                <a:tc>
                  <a:txBody>
                    <a:bodyPr/>
                    <a:lstStyle/>
                    <a:p>
                      <a:r>
                        <a:rPr lang="en-IN" sz="1050" dirty="0">
                          <a:solidFill>
                            <a:schemeClr val="bg1"/>
                          </a:solidFill>
                          <a:latin typeface="+mn-lt"/>
                        </a:rPr>
                        <a:t>Design accounting master data structure</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16970981"/>
                  </a:ext>
                </a:extLst>
              </a:tr>
              <a:tr h="237744">
                <a:tc>
                  <a:txBody>
                    <a:bodyPr/>
                    <a:lstStyle/>
                    <a:p>
                      <a:r>
                        <a:rPr lang="en-IN" sz="1050" dirty="0">
                          <a:solidFill>
                            <a:schemeClr val="bg1"/>
                          </a:solidFill>
                          <a:latin typeface="+mn-lt"/>
                        </a:rPr>
                        <a:t>Establish, maintain, and communicate accounting master data policies &amp; procedures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941502698"/>
                  </a:ext>
                </a:extLst>
              </a:tr>
              <a:tr h="237744">
                <a:tc>
                  <a:txBody>
                    <a:bodyPr/>
                    <a:lstStyle/>
                    <a:p>
                      <a:r>
                        <a:rPr lang="en-IN" sz="1050" dirty="0">
                          <a:solidFill>
                            <a:schemeClr val="bg1"/>
                          </a:solidFill>
                          <a:latin typeface="+mn-lt"/>
                        </a:rPr>
                        <a:t>Update / maintain accounting master data</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A/R</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667121962"/>
                  </a:ext>
                </a:extLst>
              </a:tr>
              <a:tr h="274320">
                <a:tc>
                  <a:txBody>
                    <a:bodyPr/>
                    <a:lstStyle/>
                    <a:p>
                      <a:r>
                        <a:rPr lang="en-IN" sz="1200" b="1" dirty="0">
                          <a:solidFill>
                            <a:schemeClr val="bg1"/>
                          </a:solidFill>
                          <a:latin typeface="+mn-lt"/>
                        </a:rPr>
                        <a:t>Manage policy &amp; procedures</a:t>
                      </a:r>
                      <a:endParaRPr lang="en-IN" sz="12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3243312635"/>
                  </a:ext>
                </a:extLst>
              </a:tr>
              <a:tr h="237744">
                <a:tc>
                  <a:txBody>
                    <a:bodyPr/>
                    <a:lstStyle/>
                    <a:p>
                      <a:r>
                        <a:rPr lang="en-IN" sz="1050" dirty="0">
                          <a:solidFill>
                            <a:schemeClr val="bg1"/>
                          </a:solidFill>
                          <a:latin typeface="+mn-lt"/>
                        </a:rPr>
                        <a:t>Negotiate service-level agreements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A/R</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997202429"/>
                  </a:ext>
                </a:extLst>
              </a:tr>
              <a:tr h="237744">
                <a:tc>
                  <a:txBody>
                    <a:bodyPr/>
                    <a:lstStyle/>
                    <a:p>
                      <a:r>
                        <a:rPr lang="en-IN" sz="1050" dirty="0">
                          <a:solidFill>
                            <a:schemeClr val="bg1"/>
                          </a:solidFill>
                          <a:latin typeface="+mn-lt"/>
                        </a:rPr>
                        <a:t>Establish accounting policies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218855944"/>
                  </a:ext>
                </a:extLst>
              </a:tr>
              <a:tr h="237744">
                <a:tc>
                  <a:txBody>
                    <a:bodyPr/>
                    <a:lstStyle/>
                    <a:p>
                      <a:r>
                        <a:rPr lang="en-IN" sz="1050" dirty="0">
                          <a:solidFill>
                            <a:schemeClr val="bg1"/>
                          </a:solidFill>
                          <a:latin typeface="+mn-lt"/>
                        </a:rPr>
                        <a:t>Publish accounting policies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641880745"/>
                  </a:ext>
                </a:extLst>
              </a:tr>
              <a:tr h="237744">
                <a:tc>
                  <a:txBody>
                    <a:bodyPr/>
                    <a:lstStyle/>
                    <a:p>
                      <a:r>
                        <a:rPr lang="en-IN" sz="1050" dirty="0">
                          <a:solidFill>
                            <a:schemeClr val="bg1"/>
                          </a:solidFill>
                          <a:latin typeface="+mn-lt"/>
                        </a:rPr>
                        <a:t>Set and enforce approval limits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840619712"/>
                  </a:ext>
                </a:extLst>
              </a:tr>
              <a:tr h="237744">
                <a:tc>
                  <a:txBody>
                    <a:bodyPr/>
                    <a:lstStyle/>
                    <a:p>
                      <a:r>
                        <a:rPr lang="en-IN" sz="1050" dirty="0">
                          <a:solidFill>
                            <a:schemeClr val="bg1"/>
                          </a:solidFill>
                          <a:latin typeface="+mn-lt"/>
                        </a:rPr>
                        <a:t>Establish common financial systems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430682294"/>
                  </a:ext>
                </a:extLst>
              </a:tr>
              <a:tr h="274320">
                <a:tc>
                  <a:txBody>
                    <a:bodyPr/>
                    <a:lstStyle/>
                    <a:p>
                      <a:r>
                        <a:rPr lang="en-IN" sz="1100" b="1" dirty="0">
                          <a:solidFill>
                            <a:schemeClr val="bg1"/>
                          </a:solidFill>
                          <a:latin typeface="+mn-lt"/>
                        </a:rPr>
                        <a:t>Perform general accounting</a:t>
                      </a: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1634101916"/>
                  </a:ext>
                </a:extLst>
              </a:tr>
              <a:tr h="237744">
                <a:tc>
                  <a:txBody>
                    <a:bodyPr/>
                    <a:lstStyle/>
                    <a:p>
                      <a:r>
                        <a:rPr lang="en-IN" sz="1050" dirty="0">
                          <a:solidFill>
                            <a:schemeClr val="bg1"/>
                          </a:solidFill>
                          <a:latin typeface="+mn-lt"/>
                        </a:rPr>
                        <a:t>Maintain chart of accounts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A/R</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002395822"/>
                  </a:ext>
                </a:extLst>
              </a:tr>
              <a:tr h="237744">
                <a:tc>
                  <a:txBody>
                    <a:bodyPr/>
                    <a:lstStyle/>
                    <a:p>
                      <a:r>
                        <a:rPr lang="en-IN" sz="1050" dirty="0">
                          <a:solidFill>
                            <a:schemeClr val="bg1"/>
                          </a:solidFill>
                          <a:latin typeface="+mn-lt"/>
                        </a:rPr>
                        <a:t>Process journal entries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A/R</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260171008"/>
                  </a:ext>
                </a:extLst>
              </a:tr>
              <a:tr h="237744">
                <a:tc>
                  <a:txBody>
                    <a:bodyPr/>
                    <a:lstStyle/>
                    <a:p>
                      <a:r>
                        <a:rPr lang="en-IN" sz="1050" dirty="0">
                          <a:solidFill>
                            <a:schemeClr val="bg1"/>
                          </a:solidFill>
                          <a:latin typeface="+mn-lt"/>
                        </a:rPr>
                        <a:t>Provide inputs for updating allocations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518166779"/>
                  </a:ext>
                </a:extLst>
              </a:tr>
              <a:tr h="237744">
                <a:tc>
                  <a:txBody>
                    <a:bodyPr/>
                    <a:lstStyle/>
                    <a:p>
                      <a:r>
                        <a:rPr lang="en-IN" sz="1050">
                          <a:solidFill>
                            <a:schemeClr val="bg1"/>
                          </a:solidFill>
                          <a:latin typeface="+mn-lt"/>
                        </a:rPr>
                        <a:t>Process allocations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595444092"/>
                  </a:ext>
                </a:extLst>
              </a:tr>
              <a:tr h="237744">
                <a:tc>
                  <a:txBody>
                    <a:bodyPr/>
                    <a:lstStyle/>
                    <a:p>
                      <a:r>
                        <a:rPr lang="en-IN" sz="1050" dirty="0">
                          <a:solidFill>
                            <a:schemeClr val="bg1"/>
                          </a:solidFill>
                          <a:latin typeface="+mn-lt"/>
                        </a:rPr>
                        <a:t>Provide inputs for period-end adjustments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670511971"/>
                  </a:ext>
                </a:extLst>
              </a:tr>
              <a:tr h="237744">
                <a:tc>
                  <a:txBody>
                    <a:bodyPr/>
                    <a:lstStyle/>
                    <a:p>
                      <a:r>
                        <a:rPr lang="en-IN" sz="1050">
                          <a:solidFill>
                            <a:schemeClr val="bg1"/>
                          </a:solidFill>
                          <a:latin typeface="+mn-lt"/>
                        </a:rPr>
                        <a:t>Process period-end adjustments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090894237"/>
                  </a:ext>
                </a:extLst>
              </a:tr>
              <a:tr h="237744">
                <a:tc>
                  <a:txBody>
                    <a:bodyPr/>
                    <a:lstStyle/>
                    <a:p>
                      <a:r>
                        <a:rPr lang="en-IN" sz="1050" dirty="0">
                          <a:solidFill>
                            <a:schemeClr val="bg1"/>
                          </a:solidFill>
                          <a:latin typeface="+mn-lt"/>
                        </a:rPr>
                        <a:t>Post &amp; reconcile intercompany transactions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A/R</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163292918"/>
                  </a:ext>
                </a:extLst>
              </a:tr>
              <a:tr h="237744">
                <a:tc>
                  <a:txBody>
                    <a:bodyPr/>
                    <a:lstStyle/>
                    <a:p>
                      <a:r>
                        <a:rPr lang="en-IN" sz="1050" dirty="0">
                          <a:solidFill>
                            <a:schemeClr val="bg1"/>
                          </a:solidFill>
                          <a:latin typeface="+mn-lt"/>
                        </a:rPr>
                        <a:t>Reconcile general ledger accounts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A/R</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50586224"/>
                  </a:ext>
                </a:extLst>
              </a:tr>
              <a:tr h="237744">
                <a:tc>
                  <a:txBody>
                    <a:bodyPr/>
                    <a:lstStyle/>
                    <a:p>
                      <a:r>
                        <a:rPr lang="en-IN" sz="1050" dirty="0">
                          <a:solidFill>
                            <a:schemeClr val="bg1"/>
                          </a:solidFill>
                          <a:latin typeface="+mn-lt"/>
                        </a:rPr>
                        <a:t>Perform consolidations and process eliminations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540904170"/>
                  </a:ext>
                </a:extLst>
              </a:tr>
            </a:tbl>
          </a:graphicData>
        </a:graphic>
      </p:graphicFrame>
    </p:spTree>
    <p:extLst>
      <p:ext uri="{BB962C8B-B14F-4D97-AF65-F5344CB8AC3E}">
        <p14:creationId xmlns:p14="http://schemas.microsoft.com/office/powerpoint/2010/main" val="406211948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142ACB-CB29-A70A-5EB3-BB01F3EE14C0}"/>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F0149789-6904-B449-5105-BA47619F130E}"/>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Record-to-Report | RACI Matrix (2/3)</a:t>
            </a:r>
            <a:endParaRPr lang="en-IN" dirty="0"/>
          </a:p>
        </p:txBody>
      </p:sp>
      <p:sp>
        <p:nvSpPr>
          <p:cNvPr id="6" name="Date Placeholder 5">
            <a:extLst>
              <a:ext uri="{FF2B5EF4-FFF2-40B4-BE49-F238E27FC236}">
                <a16:creationId xmlns:a16="http://schemas.microsoft.com/office/drawing/2014/main" id="{0432D74A-5F68-565A-D0AB-BE5AF31B2B34}"/>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FE09A345-6079-1F64-B8BD-C7622DE36CE2}"/>
              </a:ext>
            </a:extLst>
          </p:cNvPr>
          <p:cNvSpPr>
            <a:spLocks noGrp="1"/>
          </p:cNvSpPr>
          <p:nvPr>
            <p:ph type="sldNum" sz="quarter" idx="19"/>
          </p:nvPr>
        </p:nvSpPr>
        <p:spPr/>
        <p:txBody>
          <a:bodyPr/>
          <a:lstStyle/>
          <a:p>
            <a:fld id="{94FCA0F3-9F3A-694B-99BB-0E592A797735}" type="slidenum">
              <a:rPr lang="en-US" smtClean="0"/>
              <a:t>60</a:t>
            </a:fld>
            <a:endParaRPr lang="en-US"/>
          </a:p>
        </p:txBody>
      </p:sp>
      <p:graphicFrame>
        <p:nvGraphicFramePr>
          <p:cNvPr id="2" name="Table 1">
            <a:extLst>
              <a:ext uri="{FF2B5EF4-FFF2-40B4-BE49-F238E27FC236}">
                <a16:creationId xmlns:a16="http://schemas.microsoft.com/office/drawing/2014/main" id="{CE909F8F-CE78-38BA-0BC3-12BB144546CC}"/>
              </a:ext>
            </a:extLst>
          </p:cNvPr>
          <p:cNvGraphicFramePr>
            <a:graphicFrameLocks noGrp="1"/>
          </p:cNvGraphicFramePr>
          <p:nvPr>
            <p:extLst>
              <p:ext uri="{D42A27DB-BD31-4B8C-83A1-F6EECF244321}">
                <p14:modId xmlns:p14="http://schemas.microsoft.com/office/powerpoint/2010/main" val="1567784515"/>
              </p:ext>
            </p:extLst>
          </p:nvPr>
        </p:nvGraphicFramePr>
        <p:xfrm>
          <a:off x="495300" y="914400"/>
          <a:ext cx="11201400" cy="5321808"/>
        </p:xfrm>
        <a:graphic>
          <a:graphicData uri="http://schemas.openxmlformats.org/drawingml/2006/table">
            <a:tbl>
              <a:tblPr/>
              <a:tblGrid>
                <a:gridCol w="5486400">
                  <a:extLst>
                    <a:ext uri="{9D8B030D-6E8A-4147-A177-3AD203B41FA5}">
                      <a16:colId xmlns:a16="http://schemas.microsoft.com/office/drawing/2014/main" val="3470923224"/>
                    </a:ext>
                  </a:extLst>
                </a:gridCol>
                <a:gridCol w="914400">
                  <a:extLst>
                    <a:ext uri="{9D8B030D-6E8A-4147-A177-3AD203B41FA5}">
                      <a16:colId xmlns:a16="http://schemas.microsoft.com/office/drawing/2014/main" val="3159260032"/>
                    </a:ext>
                  </a:extLst>
                </a:gridCol>
                <a:gridCol w="914400">
                  <a:extLst>
                    <a:ext uri="{9D8B030D-6E8A-4147-A177-3AD203B41FA5}">
                      <a16:colId xmlns:a16="http://schemas.microsoft.com/office/drawing/2014/main" val="1587623123"/>
                    </a:ext>
                  </a:extLst>
                </a:gridCol>
                <a:gridCol w="960120">
                  <a:extLst>
                    <a:ext uri="{9D8B030D-6E8A-4147-A177-3AD203B41FA5}">
                      <a16:colId xmlns:a16="http://schemas.microsoft.com/office/drawing/2014/main" val="2768751536"/>
                    </a:ext>
                  </a:extLst>
                </a:gridCol>
                <a:gridCol w="1051560">
                  <a:extLst>
                    <a:ext uri="{9D8B030D-6E8A-4147-A177-3AD203B41FA5}">
                      <a16:colId xmlns:a16="http://schemas.microsoft.com/office/drawing/2014/main" val="540288641"/>
                    </a:ext>
                  </a:extLst>
                </a:gridCol>
                <a:gridCol w="960120">
                  <a:extLst>
                    <a:ext uri="{9D8B030D-6E8A-4147-A177-3AD203B41FA5}">
                      <a16:colId xmlns:a16="http://schemas.microsoft.com/office/drawing/2014/main" val="800495708"/>
                    </a:ext>
                  </a:extLst>
                </a:gridCol>
                <a:gridCol w="914400">
                  <a:extLst>
                    <a:ext uri="{9D8B030D-6E8A-4147-A177-3AD203B41FA5}">
                      <a16:colId xmlns:a16="http://schemas.microsoft.com/office/drawing/2014/main" val="4260416985"/>
                    </a:ext>
                  </a:extLst>
                </a:gridCol>
              </a:tblGrid>
              <a:tr h="457200">
                <a:tc>
                  <a:txBody>
                    <a:bodyPr/>
                    <a:lstStyle/>
                    <a:p>
                      <a:r>
                        <a:rPr lang="en-IN" sz="1200" b="1" dirty="0">
                          <a:solidFill>
                            <a:schemeClr val="tx2"/>
                          </a:solidFill>
                          <a:latin typeface="+mn-lt"/>
                        </a:rPr>
                        <a:t>Process Step</a:t>
                      </a:r>
                    </a:p>
                  </a:txBody>
                  <a:tcPr marT="18288" marB="18288" anchor="ctr">
                    <a:lnL w="12700" cap="flat" cmpd="sng" algn="ctr">
                      <a:solidFill>
                        <a:schemeClr val="bg1">
                          <a:lumMod val="50000"/>
                          <a:lumOff val="50000"/>
                        </a:schemeClr>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Sales</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GBS</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Regional Finance</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Commercial Finance</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Corporate Finance</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err="1">
                          <a:solidFill>
                            <a:schemeClr val="tx2"/>
                          </a:solidFill>
                          <a:latin typeface="+mn-lt"/>
                        </a:rPr>
                        <a:t>CoE</a:t>
                      </a:r>
                      <a:endParaRPr lang="en-IN" sz="1200" b="1" dirty="0">
                        <a:solidFill>
                          <a:schemeClr val="tx2"/>
                        </a:solidFill>
                        <a:latin typeface="+mn-lt"/>
                      </a:endParaRPr>
                    </a:p>
                  </a:txBody>
                  <a:tcPr marT="18288" marB="18288" anchor="ctr">
                    <a:lnL w="6350" cap="flat" cmpd="sng" algn="ctr">
                      <a:solidFill>
                        <a:schemeClr val="tx1"/>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extLst>
                  <a:ext uri="{0D108BD9-81ED-4DB2-BD59-A6C34878D82A}">
                    <a16:rowId xmlns:a16="http://schemas.microsoft.com/office/drawing/2014/main" val="3507023484"/>
                  </a:ext>
                </a:extLst>
              </a:tr>
              <a:tr h="274320">
                <a:tc>
                  <a:txBody>
                    <a:bodyPr/>
                    <a:lstStyle/>
                    <a:p>
                      <a:r>
                        <a:rPr lang="en-IN" sz="1100" b="1" dirty="0">
                          <a:solidFill>
                            <a:schemeClr val="bg1"/>
                          </a:solidFill>
                          <a:latin typeface="+mn-lt"/>
                        </a:rPr>
                        <a:t>Perform general accounting</a:t>
                      </a: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1634101916"/>
                  </a:ext>
                </a:extLst>
              </a:tr>
              <a:tr h="237744">
                <a:tc>
                  <a:txBody>
                    <a:bodyPr/>
                    <a:lstStyle/>
                    <a:p>
                      <a:r>
                        <a:rPr lang="en-IN" sz="1050" dirty="0">
                          <a:solidFill>
                            <a:schemeClr val="bg1"/>
                          </a:solidFill>
                          <a:latin typeface="+mn-lt"/>
                        </a:rPr>
                        <a:t>Prepare trial balance</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A/R</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225391493"/>
                  </a:ext>
                </a:extLst>
              </a:tr>
              <a:tr h="237744">
                <a:tc>
                  <a:txBody>
                    <a:bodyPr/>
                    <a:lstStyle/>
                    <a:p>
                      <a:r>
                        <a:rPr lang="en-IN" sz="1050" dirty="0">
                          <a:solidFill>
                            <a:schemeClr val="bg1"/>
                          </a:solidFill>
                          <a:latin typeface="+mn-lt"/>
                        </a:rPr>
                        <a:t>Prepare and post management adjustments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25228143"/>
                  </a:ext>
                </a:extLst>
              </a:tr>
              <a:tr h="274320">
                <a:tc>
                  <a:txBody>
                    <a:bodyPr/>
                    <a:lstStyle/>
                    <a:p>
                      <a:r>
                        <a:rPr lang="en-IN" sz="1100" b="1" dirty="0">
                          <a:solidFill>
                            <a:schemeClr val="bg1"/>
                          </a:solidFill>
                          <a:latin typeface="+mn-lt"/>
                        </a:rPr>
                        <a:t>Perform fixed asset accounting</a:t>
                      </a: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2872012867"/>
                  </a:ext>
                </a:extLst>
              </a:tr>
              <a:tr h="237744">
                <a:tc>
                  <a:txBody>
                    <a:bodyPr/>
                    <a:lstStyle/>
                    <a:p>
                      <a:r>
                        <a:rPr lang="en-IN" sz="1050" dirty="0">
                          <a:solidFill>
                            <a:schemeClr val="bg1"/>
                          </a:solidFill>
                          <a:latin typeface="+mn-lt"/>
                        </a:rPr>
                        <a:t>Establish fixed-asset policies &amp; procedures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2568794"/>
                  </a:ext>
                </a:extLst>
              </a:tr>
              <a:tr h="237744">
                <a:tc>
                  <a:txBody>
                    <a:bodyPr/>
                    <a:lstStyle/>
                    <a:p>
                      <a:r>
                        <a:rPr lang="en-IN" sz="1050" dirty="0">
                          <a:solidFill>
                            <a:schemeClr val="bg1"/>
                          </a:solidFill>
                          <a:latin typeface="+mn-lt"/>
                        </a:rPr>
                        <a:t>Establish (tax and book) depreciation policies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392418573"/>
                  </a:ext>
                </a:extLst>
              </a:tr>
              <a:tr h="237744">
                <a:tc>
                  <a:txBody>
                    <a:bodyPr/>
                    <a:lstStyle/>
                    <a:p>
                      <a:r>
                        <a:rPr lang="en-IN" sz="1050" dirty="0">
                          <a:solidFill>
                            <a:schemeClr val="bg1"/>
                          </a:solidFill>
                          <a:latin typeface="+mn-lt"/>
                        </a:rPr>
                        <a:t>Maintain fixed-asset master data files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A/R</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191237892"/>
                  </a:ext>
                </a:extLst>
              </a:tr>
              <a:tr h="237744">
                <a:tc>
                  <a:txBody>
                    <a:bodyPr/>
                    <a:lstStyle/>
                    <a:p>
                      <a:r>
                        <a:rPr lang="en-IN" sz="1050" dirty="0">
                          <a:solidFill>
                            <a:schemeClr val="bg1"/>
                          </a:solidFill>
                          <a:latin typeface="+mn-lt"/>
                        </a:rPr>
                        <a:t>Process and record fixed-asset additions and retires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950060112"/>
                  </a:ext>
                </a:extLst>
              </a:tr>
              <a:tr h="237744">
                <a:tc>
                  <a:txBody>
                    <a:bodyPr/>
                    <a:lstStyle/>
                    <a:p>
                      <a:r>
                        <a:rPr lang="en-IN" sz="1050" dirty="0">
                          <a:solidFill>
                            <a:schemeClr val="bg1"/>
                          </a:solidFill>
                          <a:latin typeface="+mn-lt"/>
                        </a:rPr>
                        <a:t>Process and record fixed-asset adjustments/enhancements/revaluations/transfers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122803313"/>
                  </a:ext>
                </a:extLst>
              </a:tr>
              <a:tr h="237744">
                <a:tc>
                  <a:txBody>
                    <a:bodyPr/>
                    <a:lstStyle/>
                    <a:p>
                      <a:r>
                        <a:rPr lang="en-IN" sz="1050" dirty="0">
                          <a:solidFill>
                            <a:schemeClr val="bg1"/>
                          </a:solidFill>
                          <a:latin typeface="+mn-lt"/>
                        </a:rPr>
                        <a:t>Process and record fixed-asset maintenance &amp; repair expenses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38619106"/>
                  </a:ext>
                </a:extLst>
              </a:tr>
              <a:tr h="237744">
                <a:tc>
                  <a:txBody>
                    <a:bodyPr/>
                    <a:lstStyle/>
                    <a:p>
                      <a:r>
                        <a:rPr lang="en-IN" sz="1050" dirty="0">
                          <a:solidFill>
                            <a:schemeClr val="bg1"/>
                          </a:solidFill>
                          <a:latin typeface="+mn-lt"/>
                        </a:rPr>
                        <a:t>Calculate and record depreciation expense</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790130372"/>
                  </a:ext>
                </a:extLst>
              </a:tr>
              <a:tr h="237744">
                <a:tc>
                  <a:txBody>
                    <a:bodyPr/>
                    <a:lstStyle/>
                    <a:p>
                      <a:r>
                        <a:rPr lang="en-IN" sz="1050" dirty="0">
                          <a:solidFill>
                            <a:schemeClr val="bg1"/>
                          </a:solidFill>
                          <a:latin typeface="+mn-lt"/>
                        </a:rPr>
                        <a:t>Reconcile fixed-asset ledger</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19473626"/>
                  </a:ext>
                </a:extLst>
              </a:tr>
              <a:tr h="237744">
                <a:tc>
                  <a:txBody>
                    <a:bodyPr/>
                    <a:lstStyle/>
                    <a:p>
                      <a:r>
                        <a:rPr lang="en-IN" sz="1050" dirty="0">
                          <a:solidFill>
                            <a:schemeClr val="bg1"/>
                          </a:solidFill>
                          <a:latin typeface="+mn-lt"/>
                        </a:rPr>
                        <a:t>Track fixed assets incl. physical inventory</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291276196"/>
                  </a:ext>
                </a:extLst>
              </a:tr>
              <a:tr h="237744">
                <a:tc>
                  <a:txBody>
                    <a:bodyPr/>
                    <a:lstStyle/>
                    <a:p>
                      <a:r>
                        <a:rPr lang="en-IN" sz="1050" dirty="0">
                          <a:solidFill>
                            <a:schemeClr val="bg1"/>
                          </a:solidFill>
                          <a:latin typeface="+mn-lt"/>
                        </a:rPr>
                        <a:t>Provide fixed-asset data for reporting</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612787121"/>
                  </a:ext>
                </a:extLst>
              </a:tr>
              <a:tr h="274320">
                <a:tc>
                  <a:txBody>
                    <a:bodyPr/>
                    <a:lstStyle/>
                    <a:p>
                      <a:r>
                        <a:rPr lang="en-IN" sz="1100" b="1" dirty="0">
                          <a:solidFill>
                            <a:schemeClr val="bg1"/>
                          </a:solidFill>
                          <a:latin typeface="+mn-lt"/>
                        </a:rPr>
                        <a:t>Perform cost management &amp; control</a:t>
                      </a: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457985155"/>
                  </a:ext>
                </a:extLst>
              </a:tr>
              <a:tr h="237744">
                <a:tc>
                  <a:txBody>
                    <a:bodyPr/>
                    <a:lstStyle/>
                    <a:p>
                      <a:r>
                        <a:rPr lang="en-IN" sz="1050" dirty="0">
                          <a:solidFill>
                            <a:schemeClr val="bg1"/>
                          </a:solidFill>
                          <a:latin typeface="+mn-lt"/>
                        </a:rPr>
                        <a:t>Determine key cost drivers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279986393"/>
                  </a:ext>
                </a:extLst>
              </a:tr>
              <a:tr h="237744">
                <a:tc>
                  <a:txBody>
                    <a:bodyPr/>
                    <a:lstStyle/>
                    <a:p>
                      <a:r>
                        <a:rPr lang="en-IN" sz="1050" dirty="0">
                          <a:solidFill>
                            <a:schemeClr val="bg1"/>
                          </a:solidFill>
                          <a:latin typeface="+mn-lt"/>
                        </a:rPr>
                        <a:t>Measure cost drivers for non-recurring activities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375063635"/>
                  </a:ext>
                </a:extLst>
              </a:tr>
              <a:tr h="237744">
                <a:tc>
                  <a:txBody>
                    <a:bodyPr/>
                    <a:lstStyle/>
                    <a:p>
                      <a:r>
                        <a:rPr lang="en-IN" sz="1050" dirty="0">
                          <a:solidFill>
                            <a:schemeClr val="bg1"/>
                          </a:solidFill>
                          <a:latin typeface="+mn-lt"/>
                        </a:rPr>
                        <a:t>Measure cost drivers for recurring activities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984115325"/>
                  </a:ext>
                </a:extLst>
              </a:tr>
              <a:tr h="237744">
                <a:tc>
                  <a:txBody>
                    <a:bodyPr/>
                    <a:lstStyle/>
                    <a:p>
                      <a:r>
                        <a:rPr lang="en-IN" sz="1050" dirty="0">
                          <a:solidFill>
                            <a:schemeClr val="bg1"/>
                          </a:solidFill>
                          <a:latin typeface="+mn-lt"/>
                        </a:rPr>
                        <a:t>Determine non-recurring critical activities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164523171"/>
                  </a:ext>
                </a:extLst>
              </a:tr>
              <a:tr h="237744">
                <a:tc>
                  <a:txBody>
                    <a:bodyPr/>
                    <a:lstStyle/>
                    <a:p>
                      <a:r>
                        <a:rPr lang="en-IN" sz="1050" dirty="0">
                          <a:solidFill>
                            <a:schemeClr val="bg1"/>
                          </a:solidFill>
                          <a:latin typeface="+mn-lt"/>
                        </a:rPr>
                        <a:t>Manage asset resource deployment &amp; utilization</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581399592"/>
                  </a:ext>
                </a:extLst>
              </a:tr>
            </a:tbl>
          </a:graphicData>
        </a:graphic>
      </p:graphicFrame>
    </p:spTree>
    <p:extLst>
      <p:ext uri="{BB962C8B-B14F-4D97-AF65-F5344CB8AC3E}">
        <p14:creationId xmlns:p14="http://schemas.microsoft.com/office/powerpoint/2010/main" val="188929794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367F0F-D1C5-DCA8-1EFB-25A718AD7D7B}"/>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523B23C2-E34C-15F4-5336-80AA15047F55}"/>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Record-to-Report | RACI Matrix (3/3)</a:t>
            </a:r>
            <a:endParaRPr lang="en-IN" dirty="0"/>
          </a:p>
        </p:txBody>
      </p:sp>
      <p:sp>
        <p:nvSpPr>
          <p:cNvPr id="6" name="Date Placeholder 5">
            <a:extLst>
              <a:ext uri="{FF2B5EF4-FFF2-40B4-BE49-F238E27FC236}">
                <a16:creationId xmlns:a16="http://schemas.microsoft.com/office/drawing/2014/main" id="{595A87D5-A76B-E218-1596-688E1EB7C8C4}"/>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AFCBA549-4D04-3F14-A8BE-FC0BDAE3CA60}"/>
              </a:ext>
            </a:extLst>
          </p:cNvPr>
          <p:cNvSpPr>
            <a:spLocks noGrp="1"/>
          </p:cNvSpPr>
          <p:nvPr>
            <p:ph type="sldNum" sz="quarter" idx="19"/>
          </p:nvPr>
        </p:nvSpPr>
        <p:spPr/>
        <p:txBody>
          <a:bodyPr/>
          <a:lstStyle/>
          <a:p>
            <a:fld id="{94FCA0F3-9F3A-694B-99BB-0E592A797735}" type="slidenum">
              <a:rPr lang="en-US" smtClean="0"/>
              <a:t>61</a:t>
            </a:fld>
            <a:endParaRPr lang="en-US"/>
          </a:p>
        </p:txBody>
      </p:sp>
      <p:graphicFrame>
        <p:nvGraphicFramePr>
          <p:cNvPr id="34" name="Table 33">
            <a:extLst>
              <a:ext uri="{FF2B5EF4-FFF2-40B4-BE49-F238E27FC236}">
                <a16:creationId xmlns:a16="http://schemas.microsoft.com/office/drawing/2014/main" id="{929578F1-5B38-4512-E51C-F9E1C34E4CA3}"/>
              </a:ext>
            </a:extLst>
          </p:cNvPr>
          <p:cNvGraphicFramePr>
            <a:graphicFrameLocks noGrp="1"/>
          </p:cNvGraphicFramePr>
          <p:nvPr>
            <p:extLst>
              <p:ext uri="{D42A27DB-BD31-4B8C-83A1-F6EECF244321}">
                <p14:modId xmlns:p14="http://schemas.microsoft.com/office/powerpoint/2010/main" val="818848068"/>
              </p:ext>
            </p:extLst>
          </p:nvPr>
        </p:nvGraphicFramePr>
        <p:xfrm>
          <a:off x="495300" y="914400"/>
          <a:ext cx="11201400" cy="5047488"/>
        </p:xfrm>
        <a:graphic>
          <a:graphicData uri="http://schemas.openxmlformats.org/drawingml/2006/table">
            <a:tbl>
              <a:tblPr/>
              <a:tblGrid>
                <a:gridCol w="5486400">
                  <a:extLst>
                    <a:ext uri="{9D8B030D-6E8A-4147-A177-3AD203B41FA5}">
                      <a16:colId xmlns:a16="http://schemas.microsoft.com/office/drawing/2014/main" val="3470923224"/>
                    </a:ext>
                  </a:extLst>
                </a:gridCol>
                <a:gridCol w="914400">
                  <a:extLst>
                    <a:ext uri="{9D8B030D-6E8A-4147-A177-3AD203B41FA5}">
                      <a16:colId xmlns:a16="http://schemas.microsoft.com/office/drawing/2014/main" val="3159260032"/>
                    </a:ext>
                  </a:extLst>
                </a:gridCol>
                <a:gridCol w="914400">
                  <a:extLst>
                    <a:ext uri="{9D8B030D-6E8A-4147-A177-3AD203B41FA5}">
                      <a16:colId xmlns:a16="http://schemas.microsoft.com/office/drawing/2014/main" val="1587623123"/>
                    </a:ext>
                  </a:extLst>
                </a:gridCol>
                <a:gridCol w="960120">
                  <a:extLst>
                    <a:ext uri="{9D8B030D-6E8A-4147-A177-3AD203B41FA5}">
                      <a16:colId xmlns:a16="http://schemas.microsoft.com/office/drawing/2014/main" val="2768751536"/>
                    </a:ext>
                  </a:extLst>
                </a:gridCol>
                <a:gridCol w="1051560">
                  <a:extLst>
                    <a:ext uri="{9D8B030D-6E8A-4147-A177-3AD203B41FA5}">
                      <a16:colId xmlns:a16="http://schemas.microsoft.com/office/drawing/2014/main" val="540288641"/>
                    </a:ext>
                  </a:extLst>
                </a:gridCol>
                <a:gridCol w="960120">
                  <a:extLst>
                    <a:ext uri="{9D8B030D-6E8A-4147-A177-3AD203B41FA5}">
                      <a16:colId xmlns:a16="http://schemas.microsoft.com/office/drawing/2014/main" val="800495708"/>
                    </a:ext>
                  </a:extLst>
                </a:gridCol>
                <a:gridCol w="914400">
                  <a:extLst>
                    <a:ext uri="{9D8B030D-6E8A-4147-A177-3AD203B41FA5}">
                      <a16:colId xmlns:a16="http://schemas.microsoft.com/office/drawing/2014/main" val="4260416985"/>
                    </a:ext>
                  </a:extLst>
                </a:gridCol>
              </a:tblGrid>
              <a:tr h="457200">
                <a:tc>
                  <a:txBody>
                    <a:bodyPr/>
                    <a:lstStyle/>
                    <a:p>
                      <a:r>
                        <a:rPr lang="en-IN" sz="1200" b="1" dirty="0">
                          <a:solidFill>
                            <a:schemeClr val="tx2"/>
                          </a:solidFill>
                          <a:latin typeface="+mn-lt"/>
                        </a:rPr>
                        <a:t>Process Step</a:t>
                      </a:r>
                    </a:p>
                  </a:txBody>
                  <a:tcPr marT="18288" marB="18288" anchor="ctr">
                    <a:lnL w="12700" cap="flat" cmpd="sng" algn="ctr">
                      <a:solidFill>
                        <a:schemeClr val="bg1">
                          <a:lumMod val="50000"/>
                          <a:lumOff val="50000"/>
                        </a:schemeClr>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Sales</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GBS</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Regional Finance</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Commercial Finance</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a:solidFill>
                            <a:schemeClr val="tx2"/>
                          </a:solidFill>
                          <a:latin typeface="+mn-lt"/>
                        </a:rPr>
                        <a:t>Corporate Finance</a:t>
                      </a:r>
                    </a:p>
                  </a:txBody>
                  <a:tcPr marT="18288" marB="18288"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tc>
                  <a:txBody>
                    <a:bodyPr/>
                    <a:lstStyle/>
                    <a:p>
                      <a:pPr algn="ctr"/>
                      <a:r>
                        <a:rPr lang="en-IN" sz="1200" b="1" dirty="0" err="1">
                          <a:solidFill>
                            <a:schemeClr val="tx2"/>
                          </a:solidFill>
                          <a:latin typeface="+mn-lt"/>
                        </a:rPr>
                        <a:t>CoE</a:t>
                      </a:r>
                      <a:endParaRPr lang="en-IN" sz="1200" b="1" dirty="0">
                        <a:solidFill>
                          <a:schemeClr val="tx2"/>
                        </a:solidFill>
                        <a:latin typeface="+mn-lt"/>
                      </a:endParaRPr>
                    </a:p>
                  </a:txBody>
                  <a:tcPr marT="18288" marB="18288" anchor="ctr">
                    <a:lnL w="6350" cap="flat" cmpd="sng" algn="ctr">
                      <a:solidFill>
                        <a:schemeClr val="tx1"/>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chemeClr val="tx1">
                        <a:lumMod val="50000"/>
                      </a:schemeClr>
                    </a:solidFill>
                  </a:tcPr>
                </a:tc>
                <a:extLst>
                  <a:ext uri="{0D108BD9-81ED-4DB2-BD59-A6C34878D82A}">
                    <a16:rowId xmlns:a16="http://schemas.microsoft.com/office/drawing/2014/main" val="3507023484"/>
                  </a:ext>
                </a:extLst>
              </a:tr>
              <a:tr h="274320">
                <a:tc>
                  <a:txBody>
                    <a:bodyPr/>
                    <a:lstStyle/>
                    <a:p>
                      <a:r>
                        <a:rPr lang="en-IN" sz="1100" b="1" dirty="0">
                          <a:solidFill>
                            <a:schemeClr val="bg1"/>
                          </a:solidFill>
                          <a:latin typeface="+mn-lt"/>
                        </a:rPr>
                        <a:t>Perform financial reporting</a:t>
                      </a: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3103189955"/>
                  </a:ext>
                </a:extLst>
              </a:tr>
              <a:tr h="237744">
                <a:tc>
                  <a:txBody>
                    <a:bodyPr/>
                    <a:lstStyle/>
                    <a:p>
                      <a:r>
                        <a:rPr lang="en-IN" sz="1050" dirty="0">
                          <a:solidFill>
                            <a:schemeClr val="bg1"/>
                          </a:solidFill>
                          <a:latin typeface="+mn-lt"/>
                        </a:rPr>
                        <a:t>Prepare business unit financial statements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5671582"/>
                  </a:ext>
                </a:extLst>
              </a:tr>
              <a:tr h="237744">
                <a:tc>
                  <a:txBody>
                    <a:bodyPr/>
                    <a:lstStyle/>
                    <a:p>
                      <a:r>
                        <a:rPr lang="en-IN" sz="1050" dirty="0">
                          <a:solidFill>
                            <a:schemeClr val="bg1"/>
                          </a:solidFill>
                          <a:latin typeface="+mn-lt"/>
                        </a:rPr>
                        <a:t>Prepare consolidated financial statements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318439984"/>
                  </a:ext>
                </a:extLst>
              </a:tr>
              <a:tr h="237744">
                <a:tc>
                  <a:txBody>
                    <a:bodyPr/>
                    <a:lstStyle/>
                    <a:p>
                      <a:r>
                        <a:rPr lang="en-IN" sz="1050" dirty="0">
                          <a:solidFill>
                            <a:schemeClr val="bg1"/>
                          </a:solidFill>
                          <a:latin typeface="+mn-lt"/>
                        </a:rPr>
                        <a:t>Perform business unit reporting/review</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273756106"/>
                  </a:ext>
                </a:extLst>
              </a:tr>
              <a:tr h="237744">
                <a:tc>
                  <a:txBody>
                    <a:bodyPr/>
                    <a:lstStyle/>
                    <a:p>
                      <a:r>
                        <a:rPr lang="en-IN" sz="1050">
                          <a:solidFill>
                            <a:schemeClr val="bg1"/>
                          </a:solidFill>
                          <a:latin typeface="+mn-lt"/>
                        </a:rPr>
                        <a:t>Perform consolidated reporting/review of cost management reports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68010020"/>
                  </a:ext>
                </a:extLst>
              </a:tr>
              <a:tr h="237744">
                <a:tc>
                  <a:txBody>
                    <a:bodyPr/>
                    <a:lstStyle/>
                    <a:p>
                      <a:r>
                        <a:rPr lang="en-IN" sz="1050" dirty="0">
                          <a:solidFill>
                            <a:schemeClr val="bg1"/>
                          </a:solidFill>
                          <a:latin typeface="+mn-lt"/>
                        </a:rPr>
                        <a:t>Prepare statements for board review</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767500826"/>
                  </a:ext>
                </a:extLst>
              </a:tr>
              <a:tr h="237744">
                <a:tc>
                  <a:txBody>
                    <a:bodyPr/>
                    <a:lstStyle/>
                    <a:p>
                      <a:r>
                        <a:rPr lang="en-IN" sz="1050" dirty="0">
                          <a:solidFill>
                            <a:schemeClr val="bg1"/>
                          </a:solidFill>
                          <a:latin typeface="+mn-lt"/>
                        </a:rPr>
                        <a:t>Produce quarterly/annual filings &amp; shareholder reports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161343576"/>
                  </a:ext>
                </a:extLst>
              </a:tr>
              <a:tr h="237744">
                <a:tc>
                  <a:txBody>
                    <a:bodyPr/>
                    <a:lstStyle/>
                    <a:p>
                      <a:r>
                        <a:rPr lang="en-IN" sz="1050">
                          <a:solidFill>
                            <a:schemeClr val="bg1"/>
                          </a:solidFill>
                          <a:latin typeface="+mn-lt"/>
                        </a:rPr>
                        <a:t>Produce regulatory reports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18300224"/>
                  </a:ext>
                </a:extLst>
              </a:tr>
              <a:tr h="237744">
                <a:tc>
                  <a:txBody>
                    <a:bodyPr/>
                    <a:lstStyle/>
                    <a:p>
                      <a:r>
                        <a:rPr lang="en-IN" sz="1050">
                          <a:solidFill>
                            <a:schemeClr val="bg1"/>
                          </a:solidFill>
                          <a:latin typeface="+mn-lt"/>
                        </a:rPr>
                        <a:t>Perform legal and management consolidation</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154826800"/>
                  </a:ext>
                </a:extLst>
              </a:tr>
              <a:tr h="274320">
                <a:tc>
                  <a:txBody>
                    <a:bodyPr/>
                    <a:lstStyle/>
                    <a:p>
                      <a:r>
                        <a:rPr lang="en-IN" sz="1100" b="1" dirty="0">
                          <a:solidFill>
                            <a:schemeClr val="bg1"/>
                          </a:solidFill>
                          <a:latin typeface="+mn-lt"/>
                        </a:rPr>
                        <a:t>Manage project accounting</a:t>
                      </a:r>
                      <a:endParaRPr lang="en-IN" sz="1100" dirty="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a:solidFill>
                          <a:schemeClr val="bg1"/>
                        </a:solidFill>
                        <a:latin typeface="+mn-lt"/>
                      </a:endParaRP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tc>
                  <a:txBody>
                    <a:bodyPr/>
                    <a:lstStyle/>
                    <a:p>
                      <a:pPr algn="ctr"/>
                      <a:endParaRPr lang="en-IN" sz="1100" dirty="0">
                        <a:solidFill>
                          <a:schemeClr val="bg1"/>
                        </a:solidFill>
                        <a:latin typeface="+mn-lt"/>
                      </a:endParaRPr>
                    </a:p>
                  </a:txBody>
                  <a:tcPr marT="18288" marB="18288" anchor="ctr">
                    <a:lnL w="3175" cap="flat" cmpd="sng" algn="ctr">
                      <a:no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1484119733"/>
                  </a:ext>
                </a:extLst>
              </a:tr>
              <a:tr h="237744">
                <a:tc>
                  <a:txBody>
                    <a:bodyPr/>
                    <a:lstStyle/>
                    <a:p>
                      <a:r>
                        <a:rPr lang="en-IN" sz="1050" dirty="0">
                          <a:solidFill>
                            <a:schemeClr val="bg1"/>
                          </a:solidFill>
                          <a:latin typeface="+mn-lt"/>
                        </a:rPr>
                        <a:t>Develop capital investment policies &amp; procedures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805051"/>
                  </a:ext>
                </a:extLst>
              </a:tr>
              <a:tr h="237744">
                <a:tc>
                  <a:txBody>
                    <a:bodyPr/>
                    <a:lstStyle/>
                    <a:p>
                      <a:r>
                        <a:rPr lang="en-IN" sz="1050" dirty="0">
                          <a:solidFill>
                            <a:schemeClr val="bg1"/>
                          </a:solidFill>
                          <a:latin typeface="+mn-lt"/>
                        </a:rPr>
                        <a:t>Develop &amp; approve capital expenditure plans &amp; budgets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537673070"/>
                  </a:ext>
                </a:extLst>
              </a:tr>
              <a:tr h="237744">
                <a:tc>
                  <a:txBody>
                    <a:bodyPr/>
                    <a:lstStyle/>
                    <a:p>
                      <a:r>
                        <a:rPr lang="en-IN" sz="1050" dirty="0">
                          <a:solidFill>
                            <a:schemeClr val="bg1"/>
                          </a:solidFill>
                          <a:latin typeface="+mn-lt"/>
                        </a:rPr>
                        <a:t>Review &amp; approve capital projects and acquisitions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91355279"/>
                  </a:ext>
                </a:extLst>
              </a:tr>
              <a:tr h="237744">
                <a:tc>
                  <a:txBody>
                    <a:bodyPr/>
                    <a:lstStyle/>
                    <a:p>
                      <a:r>
                        <a:rPr lang="en-IN" sz="1050">
                          <a:solidFill>
                            <a:schemeClr val="bg1"/>
                          </a:solidFill>
                          <a:latin typeface="+mn-lt"/>
                        </a:rPr>
                        <a:t>Conduct financial justification for project approval</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505939150"/>
                  </a:ext>
                </a:extLst>
              </a:tr>
              <a:tr h="237744">
                <a:tc>
                  <a:txBody>
                    <a:bodyPr/>
                    <a:lstStyle/>
                    <a:p>
                      <a:r>
                        <a:rPr lang="en-IN" sz="1050" dirty="0">
                          <a:solidFill>
                            <a:schemeClr val="bg1"/>
                          </a:solidFill>
                          <a:latin typeface="+mn-lt"/>
                        </a:rPr>
                        <a:t>Create project account codes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A/R</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809889003"/>
                  </a:ext>
                </a:extLst>
              </a:tr>
              <a:tr h="237744">
                <a:tc>
                  <a:txBody>
                    <a:bodyPr/>
                    <a:lstStyle/>
                    <a:p>
                      <a:r>
                        <a:rPr lang="en-IN" sz="1050">
                          <a:solidFill>
                            <a:schemeClr val="bg1"/>
                          </a:solidFill>
                          <a:latin typeface="+mn-lt"/>
                        </a:rPr>
                        <a:t>Record project-related transactions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A/R</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69024978"/>
                  </a:ext>
                </a:extLst>
              </a:tr>
              <a:tr h="237744">
                <a:tc>
                  <a:txBody>
                    <a:bodyPr/>
                    <a:lstStyle/>
                    <a:p>
                      <a:r>
                        <a:rPr lang="en-IN" sz="1050">
                          <a:solidFill>
                            <a:schemeClr val="bg1"/>
                          </a:solidFill>
                          <a:latin typeface="+mn-lt"/>
                        </a:rPr>
                        <a:t>Monitor &amp; track capital projects and budget spending</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73379563"/>
                  </a:ext>
                </a:extLst>
              </a:tr>
              <a:tr h="237744">
                <a:tc>
                  <a:txBody>
                    <a:bodyPr/>
                    <a:lstStyle/>
                    <a:p>
                      <a:r>
                        <a:rPr lang="en-IN" sz="1050">
                          <a:solidFill>
                            <a:schemeClr val="bg1"/>
                          </a:solidFill>
                          <a:latin typeface="+mn-lt"/>
                        </a:rPr>
                        <a:t>Close/capitalize projects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a:solidFill>
                            <a:schemeClr val="bg1"/>
                          </a:solidFill>
                          <a:latin typeface="+mn-lt"/>
                        </a:rPr>
                        <a:t>A/R</a:t>
                      </a:r>
                      <a:endParaRPr lang="en-IN" sz="110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875755960"/>
                  </a:ext>
                </a:extLst>
              </a:tr>
              <a:tr h="237744">
                <a:tc>
                  <a:txBody>
                    <a:bodyPr/>
                    <a:lstStyle/>
                    <a:p>
                      <a:r>
                        <a:rPr lang="en-IN" sz="1050">
                          <a:solidFill>
                            <a:schemeClr val="bg1"/>
                          </a:solidFill>
                          <a:latin typeface="+mn-lt"/>
                        </a:rPr>
                        <a:t>Measure financial returns on completed projects</a:t>
                      </a:r>
                    </a:p>
                  </a:txBody>
                  <a:tcPr marT="18288" marB="18288"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C</a:t>
                      </a:r>
                    </a:p>
                  </a:txBody>
                  <a:tcPr marT="18288" marB="18288" anchor="ctr">
                    <a:lnL w="12700"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a:solidFill>
                            <a:schemeClr val="bg1"/>
                          </a:solidFill>
                          <a:latin typeface="+mn-lt"/>
                        </a:rPr>
                        <a:t>R</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b="1" dirty="0">
                          <a:solidFill>
                            <a:schemeClr val="bg1"/>
                          </a:solidFill>
                          <a:latin typeface="+mn-lt"/>
                        </a:rPr>
                        <a:t>A</a:t>
                      </a:r>
                      <a:endParaRPr lang="en-IN" sz="1100" dirty="0">
                        <a:solidFill>
                          <a:schemeClr val="bg1"/>
                        </a:solidFill>
                        <a:latin typeface="+mn-lt"/>
                      </a:endParaRP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I</a:t>
                      </a:r>
                    </a:p>
                  </a:txBody>
                  <a:tcPr marT="18288" marB="18288"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tc>
                  <a:txBody>
                    <a:bodyPr/>
                    <a:lstStyle/>
                    <a:p>
                      <a:pPr algn="ctr"/>
                      <a:r>
                        <a:rPr lang="en-IN" sz="1100" dirty="0">
                          <a:solidFill>
                            <a:schemeClr val="bg1"/>
                          </a:solidFill>
                          <a:latin typeface="+mn-lt"/>
                        </a:rPr>
                        <a:t>C</a:t>
                      </a:r>
                    </a:p>
                  </a:txBody>
                  <a:tcPr marT="18288" marB="18288" anchor="ctr">
                    <a:lnL w="3175"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382783377"/>
                  </a:ext>
                </a:extLst>
              </a:tr>
            </a:tbl>
          </a:graphicData>
        </a:graphic>
      </p:graphicFrame>
    </p:spTree>
    <p:extLst>
      <p:ext uri="{BB962C8B-B14F-4D97-AF65-F5344CB8AC3E}">
        <p14:creationId xmlns:p14="http://schemas.microsoft.com/office/powerpoint/2010/main" val="324659425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E2286E-5D56-92DA-AAD9-0009218CD163}"/>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718CA96C-8841-8B01-E0DA-8D314B57EA52}"/>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Change Impact Analysis (1/2)</a:t>
            </a:r>
            <a:endParaRPr lang="en-IN" dirty="0"/>
          </a:p>
        </p:txBody>
      </p:sp>
      <p:sp>
        <p:nvSpPr>
          <p:cNvPr id="6" name="Date Placeholder 5">
            <a:extLst>
              <a:ext uri="{FF2B5EF4-FFF2-40B4-BE49-F238E27FC236}">
                <a16:creationId xmlns:a16="http://schemas.microsoft.com/office/drawing/2014/main" id="{E84BFB73-2D4E-EE75-30F0-70E03D2F92E5}"/>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81F7E101-761C-B35C-5DEA-200FDD50032C}"/>
              </a:ext>
            </a:extLst>
          </p:cNvPr>
          <p:cNvSpPr>
            <a:spLocks noGrp="1"/>
          </p:cNvSpPr>
          <p:nvPr>
            <p:ph type="sldNum" sz="quarter" idx="19"/>
          </p:nvPr>
        </p:nvSpPr>
        <p:spPr/>
        <p:txBody>
          <a:bodyPr/>
          <a:lstStyle/>
          <a:p>
            <a:fld id="{94FCA0F3-9F3A-694B-99BB-0E592A797735}" type="slidenum">
              <a:rPr lang="en-US" smtClean="0"/>
              <a:t>62</a:t>
            </a:fld>
            <a:endParaRPr lang="en-US"/>
          </a:p>
        </p:txBody>
      </p:sp>
    </p:spTree>
    <p:extLst>
      <p:ext uri="{BB962C8B-B14F-4D97-AF65-F5344CB8AC3E}">
        <p14:creationId xmlns:p14="http://schemas.microsoft.com/office/powerpoint/2010/main" val="305868278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6B9493-5BFC-BDA1-4D8A-247E106297AB}"/>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BB851DF3-6D3D-0216-D281-19F94E93C0E4}"/>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Change Impact Analysis (2/2)</a:t>
            </a:r>
            <a:endParaRPr lang="en-IN" dirty="0"/>
          </a:p>
        </p:txBody>
      </p:sp>
      <p:sp>
        <p:nvSpPr>
          <p:cNvPr id="6" name="Date Placeholder 5">
            <a:extLst>
              <a:ext uri="{FF2B5EF4-FFF2-40B4-BE49-F238E27FC236}">
                <a16:creationId xmlns:a16="http://schemas.microsoft.com/office/drawing/2014/main" id="{AC6AF0C0-4C90-24C6-932C-7AEA71FAED10}"/>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94240F76-6D58-4EB8-4174-B837F170DCBE}"/>
              </a:ext>
            </a:extLst>
          </p:cNvPr>
          <p:cNvSpPr>
            <a:spLocks noGrp="1"/>
          </p:cNvSpPr>
          <p:nvPr>
            <p:ph type="sldNum" sz="quarter" idx="19"/>
          </p:nvPr>
        </p:nvSpPr>
        <p:spPr/>
        <p:txBody>
          <a:bodyPr/>
          <a:lstStyle/>
          <a:p>
            <a:fld id="{94FCA0F3-9F3A-694B-99BB-0E592A797735}" type="slidenum">
              <a:rPr lang="en-US" smtClean="0"/>
              <a:t>63</a:t>
            </a:fld>
            <a:endParaRPr lang="en-US"/>
          </a:p>
        </p:txBody>
      </p:sp>
    </p:spTree>
    <p:extLst>
      <p:ext uri="{BB962C8B-B14F-4D97-AF65-F5344CB8AC3E}">
        <p14:creationId xmlns:p14="http://schemas.microsoft.com/office/powerpoint/2010/main" val="151170463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D2EA06-6E94-8115-5033-A47ADC8158B3}"/>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3D5A7B73-0B10-D60C-184A-1C769FA6C625}"/>
              </a:ext>
            </a:extLst>
          </p:cNvPr>
          <p:cNvSpPr/>
          <p:nvPr/>
        </p:nvSpPr>
        <p:spPr>
          <a:xfrm>
            <a:off x="4373880" y="2514600"/>
            <a:ext cx="6400800" cy="18288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IN" sz="4000" b="1">
                <a:solidFill>
                  <a:schemeClr val="tx2"/>
                </a:solidFill>
                <a:latin typeface="+mj-lt"/>
              </a:rPr>
              <a:t>Client Credentials and Case Studies</a:t>
            </a:r>
          </a:p>
        </p:txBody>
      </p:sp>
    </p:spTree>
    <p:extLst>
      <p:ext uri="{BB962C8B-B14F-4D97-AF65-F5344CB8AC3E}">
        <p14:creationId xmlns:p14="http://schemas.microsoft.com/office/powerpoint/2010/main" val="287486831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46D479-7DAF-959E-14B9-A1C0179E71AD}"/>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E951411F-825E-5B1D-097A-1691EC2C508C}"/>
              </a:ext>
            </a:extLst>
          </p:cNvPr>
          <p:cNvSpPr>
            <a:spLocks noGrp="1"/>
          </p:cNvSpPr>
          <p:nvPr>
            <p:ph type="title"/>
          </p:nvPr>
        </p:nvSpPr>
        <p:spPr>
          <a:xfrm>
            <a:off x="495300" y="228600"/>
            <a:ext cx="11201400" cy="548640"/>
          </a:xfrm>
        </p:spPr>
        <p:txBody>
          <a:bodyPr lIns="91440" tIns="45720" rIns="91440"/>
          <a:lstStyle/>
          <a:p>
            <a:pPr>
              <a:lnSpc>
                <a:spcPct val="100000"/>
              </a:lnSpc>
            </a:pPr>
            <a:r>
              <a:rPr lang="en-US" dirty="0"/>
              <a:t>Client Credentials</a:t>
            </a:r>
            <a:endParaRPr lang="en-IN" dirty="0"/>
          </a:p>
        </p:txBody>
      </p:sp>
      <p:sp>
        <p:nvSpPr>
          <p:cNvPr id="6" name="Date Placeholder 5">
            <a:extLst>
              <a:ext uri="{FF2B5EF4-FFF2-40B4-BE49-F238E27FC236}">
                <a16:creationId xmlns:a16="http://schemas.microsoft.com/office/drawing/2014/main" id="{29EE5770-D76A-F7DC-D3F3-F5DB27A5DC08}"/>
              </a:ext>
            </a:extLst>
          </p:cNvPr>
          <p:cNvSpPr>
            <a:spLocks noGrp="1"/>
          </p:cNvSpPr>
          <p:nvPr>
            <p:ph type="dt" sz="half" idx="17"/>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345C9E22-11CE-425B-9864-64378F237137}" type="datetime1">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9/19/2025</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
        <p:nvSpPr>
          <p:cNvPr id="5" name="Slide Number Placeholder 4">
            <a:extLst>
              <a:ext uri="{FF2B5EF4-FFF2-40B4-BE49-F238E27FC236}">
                <a16:creationId xmlns:a16="http://schemas.microsoft.com/office/drawing/2014/main" id="{54741DBA-8B0E-6EC9-9829-F9B682DD9315}"/>
              </a:ext>
            </a:extLst>
          </p:cNvPr>
          <p:cNvSpPr>
            <a:spLocks noGrp="1"/>
          </p:cNvSpPr>
          <p:nvPr>
            <p:ph type="sldNum" sz="quarter" idx="19"/>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94FCA0F3-9F3A-694B-99BB-0E592A797735}" type="slidenum">
              <a:rPr kumimoji="0" lang="en-US" sz="800" b="0" i="0" u="none" strike="noStrike" kern="1200" cap="none" spc="0" normalizeH="0" baseline="0" noProof="0" smtClean="0">
                <a:ln>
                  <a:noFill/>
                </a:ln>
                <a:solidFill>
                  <a:srgbClr val="1A1A24"/>
                </a:solidFill>
                <a:effectLst/>
                <a:uLnTx/>
                <a:uFillTx/>
                <a:latin typeface="EYInterstate Ligh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65</a:t>
            </a:fld>
            <a:endParaRPr kumimoji="0" lang="en-US" sz="800" b="0" i="0" u="none" strike="noStrike" kern="1200" cap="none" spc="0" normalizeH="0" baseline="0" noProof="0">
              <a:ln>
                <a:noFill/>
              </a:ln>
              <a:solidFill>
                <a:srgbClr val="1A1A24"/>
              </a:solidFill>
              <a:effectLst/>
              <a:uLnTx/>
              <a:uFillTx/>
              <a:latin typeface="EYInterstate Light"/>
              <a:ea typeface="+mn-ea"/>
              <a:cs typeface="+mn-cs"/>
            </a:endParaRPr>
          </a:p>
        </p:txBody>
      </p:sp>
    </p:spTree>
    <p:extLst>
      <p:ext uri="{BB962C8B-B14F-4D97-AF65-F5344CB8AC3E}">
        <p14:creationId xmlns:p14="http://schemas.microsoft.com/office/powerpoint/2010/main" val="156210008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BC2276-770F-8334-EC16-EE8FC84E1645}"/>
            </a:ext>
          </a:extLst>
        </p:cNvPr>
        <p:cNvGrpSpPr/>
        <p:nvPr/>
      </p:nvGrpSpPr>
      <p:grpSpPr>
        <a:xfrm>
          <a:off x="0" y="0"/>
          <a:ext cx="0" cy="0"/>
          <a:chOff x="0" y="0"/>
          <a:chExt cx="0" cy="0"/>
        </a:xfrm>
      </p:grpSpPr>
      <p:cxnSp>
        <p:nvCxnSpPr>
          <p:cNvPr id="102" name="Connector: Elbow 101">
            <a:extLst>
              <a:ext uri="{FF2B5EF4-FFF2-40B4-BE49-F238E27FC236}">
                <a16:creationId xmlns:a16="http://schemas.microsoft.com/office/drawing/2014/main" id="{AA792E7C-71CE-8931-94DE-F031FBB592FC}"/>
              </a:ext>
            </a:extLst>
          </p:cNvPr>
          <p:cNvCxnSpPr>
            <a:cxnSpLocks/>
          </p:cNvCxnSpPr>
          <p:nvPr/>
        </p:nvCxnSpPr>
        <p:spPr>
          <a:xfrm rot="5400000" flipH="1" flipV="1">
            <a:off x="2417874" y="4374876"/>
            <a:ext cx="1691640" cy="457202"/>
          </a:xfrm>
          <a:prstGeom prst="bentConnector4">
            <a:avLst>
              <a:gd name="adj1" fmla="val 39275"/>
              <a:gd name="adj2" fmla="val -116"/>
            </a:avLst>
          </a:prstGeom>
          <a:ln w="12700">
            <a:solidFill>
              <a:srgbClr val="FFE600"/>
            </a:solidFill>
            <a:tailEnd type="triangle"/>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7D97D262-28DC-D4EC-3A32-D99150CD4C73}"/>
              </a:ext>
            </a:extLst>
          </p:cNvPr>
          <p:cNvSpPr/>
          <p:nvPr/>
        </p:nvSpPr>
        <p:spPr>
          <a:xfrm>
            <a:off x="609600" y="182879"/>
            <a:ext cx="10972800" cy="918301"/>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2400" b="1" i="0" u="none" strike="noStrike" kern="1200" cap="none" spc="0" normalizeH="0" baseline="0" noProof="0">
                <a:ln>
                  <a:noFill/>
                </a:ln>
                <a:solidFill>
                  <a:srgbClr val="FFE600"/>
                </a:solidFill>
                <a:effectLst/>
                <a:uLnTx/>
                <a:uFillTx/>
                <a:latin typeface="EYInterstate Light"/>
                <a:ea typeface="+mn-ea"/>
                <a:cs typeface="+mn-cs"/>
              </a:rPr>
              <a:t>Key decisions will need to be addressed to determine the appropriate service delivery model</a:t>
            </a:r>
          </a:p>
        </p:txBody>
      </p:sp>
      <p:sp>
        <p:nvSpPr>
          <p:cNvPr id="5" name="AutoShape 15">
            <a:extLst>
              <a:ext uri="{FF2B5EF4-FFF2-40B4-BE49-F238E27FC236}">
                <a16:creationId xmlns:a16="http://schemas.microsoft.com/office/drawing/2014/main" id="{6574F669-F0BA-0744-79AF-9E6A14589F79}"/>
              </a:ext>
            </a:extLst>
          </p:cNvPr>
          <p:cNvSpPr>
            <a:spLocks noChangeArrowheads="1"/>
          </p:cNvSpPr>
          <p:nvPr/>
        </p:nvSpPr>
        <p:spPr bwMode="auto">
          <a:xfrm>
            <a:off x="3672840" y="1284060"/>
            <a:ext cx="4937760" cy="365760"/>
          </a:xfrm>
          <a:prstGeom prst="chevron">
            <a:avLst>
              <a:gd name="adj" fmla="val 37754"/>
            </a:avLst>
          </a:prstGeom>
          <a:solidFill>
            <a:schemeClr val="tx2">
              <a:lumMod val="60000"/>
              <a:lumOff val="40000"/>
            </a:schemeClr>
          </a:solidFill>
          <a:ln w="25400" cap="flat" cmpd="sng" algn="ctr">
            <a:noFill/>
            <a:prstDash val="solid"/>
            <a:headEnd/>
            <a:tailEnd/>
          </a:ln>
          <a:effectLst/>
        </p:spPr>
        <p:txBody>
          <a:bodyPr lIns="91440" tIns="45720" rIns="91440" bIns="45720" anchor="ctr"/>
          <a:lstStyle/>
          <a:p>
            <a:pPr marL="0" marR="0" lvl="0" indent="0" algn="ctr" defTabSz="904693" rtl="0" eaLnBrk="1" fontAlgn="base" latinLnBrk="0" hangingPunct="1">
              <a:lnSpc>
                <a:spcPct val="100000"/>
              </a:lnSpc>
              <a:spcBef>
                <a:spcPts val="0"/>
              </a:spcBef>
              <a:spcAft>
                <a:spcPct val="0"/>
              </a:spcAft>
              <a:buClrTx/>
              <a:buSzTx/>
              <a:buFontTx/>
              <a:buNone/>
              <a:tabLst/>
              <a:defRPr/>
            </a:pPr>
            <a:r>
              <a:rPr kumimoji="0" lang="en-US" sz="1300" b="1" i="0" u="none" strike="noStrike" kern="0" cap="none" spc="0" normalizeH="0" baseline="0" noProof="0">
                <a:ln>
                  <a:noFill/>
                </a:ln>
                <a:solidFill>
                  <a:sysClr val="windowText" lastClr="000000"/>
                </a:solidFill>
                <a:effectLst/>
                <a:uLnTx/>
                <a:uFillTx/>
                <a:latin typeface="EYInterstate Light"/>
                <a:ea typeface="+mn-ea"/>
                <a:cs typeface="+mn-cs"/>
              </a:rPr>
              <a:t>Service Delivery Model Selection</a:t>
            </a:r>
          </a:p>
        </p:txBody>
      </p:sp>
      <p:sp>
        <p:nvSpPr>
          <p:cNvPr id="7" name="AutoShape 15">
            <a:extLst>
              <a:ext uri="{FF2B5EF4-FFF2-40B4-BE49-F238E27FC236}">
                <a16:creationId xmlns:a16="http://schemas.microsoft.com/office/drawing/2014/main" id="{2470E273-665D-6625-4957-91042DC5EB19}"/>
              </a:ext>
            </a:extLst>
          </p:cNvPr>
          <p:cNvSpPr>
            <a:spLocks noChangeArrowheads="1"/>
          </p:cNvSpPr>
          <p:nvPr/>
        </p:nvSpPr>
        <p:spPr bwMode="auto">
          <a:xfrm>
            <a:off x="8610600" y="1284060"/>
            <a:ext cx="2971800" cy="365760"/>
          </a:xfrm>
          <a:prstGeom prst="chevron">
            <a:avLst>
              <a:gd name="adj" fmla="val 37754"/>
            </a:avLst>
          </a:prstGeom>
          <a:solidFill>
            <a:srgbClr val="FFE600"/>
          </a:solidFill>
          <a:ln w="25400" cap="flat" cmpd="sng" algn="ctr">
            <a:noFill/>
            <a:prstDash val="solid"/>
            <a:headEnd/>
            <a:tailEnd/>
          </a:ln>
          <a:effectLst/>
        </p:spPr>
        <p:txBody>
          <a:bodyPr lIns="91440" tIns="45720" rIns="91440" bIns="45720" anchor="ctr"/>
          <a:lstStyle/>
          <a:p>
            <a:pPr marL="0" marR="0" lvl="0" indent="0" algn="ctr" defTabSz="904693" rtl="0" eaLnBrk="1" fontAlgn="base" latinLnBrk="0" hangingPunct="1">
              <a:lnSpc>
                <a:spcPct val="100000"/>
              </a:lnSpc>
              <a:spcBef>
                <a:spcPts val="0"/>
              </a:spcBef>
              <a:spcAft>
                <a:spcPct val="0"/>
              </a:spcAft>
              <a:buClrTx/>
              <a:buSzTx/>
              <a:buFontTx/>
              <a:buNone/>
              <a:tabLst/>
              <a:defRPr/>
            </a:pPr>
            <a:r>
              <a:rPr kumimoji="0" lang="en-US" sz="1300" b="1" i="0" u="none" strike="noStrike" kern="0" cap="none" spc="0" normalizeH="0" baseline="0" noProof="0">
                <a:ln>
                  <a:noFill/>
                </a:ln>
                <a:solidFill>
                  <a:sysClr val="windowText" lastClr="000000"/>
                </a:solidFill>
                <a:effectLst/>
                <a:uLnTx/>
                <a:uFillTx/>
                <a:latin typeface="EYInterstate Light"/>
                <a:ea typeface="+mn-ea"/>
                <a:cs typeface="+mn-cs"/>
              </a:rPr>
              <a:t>Selected Service Delivery Model</a:t>
            </a:r>
          </a:p>
        </p:txBody>
      </p:sp>
      <p:sp>
        <p:nvSpPr>
          <p:cNvPr id="8" name="AutoShape 15">
            <a:extLst>
              <a:ext uri="{FF2B5EF4-FFF2-40B4-BE49-F238E27FC236}">
                <a16:creationId xmlns:a16="http://schemas.microsoft.com/office/drawing/2014/main" id="{A566129D-E943-EB5B-19D3-18DDD6548566}"/>
              </a:ext>
            </a:extLst>
          </p:cNvPr>
          <p:cNvSpPr>
            <a:spLocks noChangeArrowheads="1"/>
          </p:cNvSpPr>
          <p:nvPr/>
        </p:nvSpPr>
        <p:spPr bwMode="auto">
          <a:xfrm>
            <a:off x="609600" y="1284060"/>
            <a:ext cx="2286000" cy="365760"/>
          </a:xfrm>
          <a:prstGeom prst="chevron">
            <a:avLst>
              <a:gd name="adj" fmla="val 37754"/>
            </a:avLst>
          </a:prstGeom>
          <a:solidFill>
            <a:schemeClr val="tx2">
              <a:lumMod val="40000"/>
              <a:lumOff val="60000"/>
            </a:schemeClr>
          </a:solidFill>
          <a:ln w="25400" cap="flat" cmpd="sng" algn="ctr">
            <a:noFill/>
            <a:prstDash val="solid"/>
            <a:headEnd/>
            <a:tailEnd/>
          </a:ln>
          <a:effectLst/>
        </p:spPr>
        <p:txBody>
          <a:bodyPr lIns="91440" tIns="45720" rIns="91440" bIns="45720" anchor="ctr"/>
          <a:lstStyle/>
          <a:p>
            <a:pPr marL="0" marR="0" lvl="0" indent="0" algn="ctr" defTabSz="904693" rtl="0" eaLnBrk="1" fontAlgn="base" latinLnBrk="0" hangingPunct="1">
              <a:lnSpc>
                <a:spcPct val="100000"/>
              </a:lnSpc>
              <a:spcBef>
                <a:spcPts val="0"/>
              </a:spcBef>
              <a:spcAft>
                <a:spcPct val="0"/>
              </a:spcAft>
              <a:buClrTx/>
              <a:buSzTx/>
              <a:buFontTx/>
              <a:buNone/>
              <a:tabLst/>
              <a:defRPr/>
            </a:pPr>
            <a:r>
              <a:rPr kumimoji="0" lang="en-US" sz="1300" b="1" i="0" u="none" strike="noStrike" kern="0" cap="none" spc="0" normalizeH="0" baseline="0" noProof="0">
                <a:ln>
                  <a:noFill/>
                </a:ln>
                <a:solidFill>
                  <a:sysClr val="windowText" lastClr="000000"/>
                </a:solidFill>
                <a:effectLst/>
                <a:uLnTx/>
                <a:uFillTx/>
                <a:latin typeface="EYInterstate Light"/>
                <a:ea typeface="+mn-ea"/>
                <a:cs typeface="+mn-cs"/>
              </a:rPr>
              <a:t>Current State</a:t>
            </a:r>
          </a:p>
        </p:txBody>
      </p:sp>
      <p:sp>
        <p:nvSpPr>
          <p:cNvPr id="10" name="Text Box 3">
            <a:extLst>
              <a:ext uri="{FF2B5EF4-FFF2-40B4-BE49-F238E27FC236}">
                <a16:creationId xmlns:a16="http://schemas.microsoft.com/office/drawing/2014/main" id="{B2EEB811-F91A-B48D-43D5-8F117B22A0F3}"/>
              </a:ext>
            </a:extLst>
          </p:cNvPr>
          <p:cNvSpPr txBox="1">
            <a:spLocks noChangeArrowheads="1"/>
          </p:cNvSpPr>
          <p:nvPr/>
        </p:nvSpPr>
        <p:spPr bwMode="auto">
          <a:xfrm>
            <a:off x="5730240" y="1741260"/>
            <a:ext cx="2514600" cy="320040"/>
          </a:xfrm>
          <a:prstGeom prst="rect">
            <a:avLst/>
          </a:prstGeom>
          <a:noFill/>
          <a:ln w="9525">
            <a:noFill/>
            <a:miter lim="800000"/>
            <a:headEnd/>
            <a:tailEnd/>
          </a:ln>
        </p:spPr>
        <p:txBody>
          <a:bodyPr wrap="square" lIns="91440" tIns="45720" rIns="91440" bIns="45720" anchor="ctr" anchorCtr="0">
            <a:noAutofit/>
          </a:bodyPr>
          <a:lstStyle/>
          <a:p>
            <a:pPr marL="0" marR="0" lvl="0" indent="0" algn="ctr" defTabSz="904693" rtl="0" eaLnBrk="1" fontAlgn="base" latinLnBrk="0" hangingPunct="1">
              <a:lnSpc>
                <a:spcPct val="100000"/>
              </a:lnSpc>
              <a:spcBef>
                <a:spcPct val="0"/>
              </a:spcBef>
              <a:spcAft>
                <a:spcPct val="0"/>
              </a:spcAft>
              <a:buClrTx/>
              <a:buSzTx/>
              <a:buFontTx/>
              <a:buNone/>
              <a:tabLst/>
              <a:defRPr/>
            </a:pPr>
            <a:r>
              <a:rPr kumimoji="0" lang="en-US" sz="1300" b="1" i="0" u="none" strike="noStrike" kern="0" cap="none" spc="0" normalizeH="0" baseline="0" noProof="0">
                <a:ln>
                  <a:noFill/>
                </a:ln>
                <a:solidFill>
                  <a:prstClr val="white"/>
                </a:solidFill>
                <a:uLnTx/>
                <a:uFillTx/>
                <a:latin typeface="EYInterstate Light"/>
                <a:ea typeface="+mn-ea"/>
                <a:cs typeface="Arial" charset="0"/>
              </a:rPr>
              <a:t>Models / Options</a:t>
            </a:r>
            <a:r>
              <a:rPr kumimoji="0" lang="en-US" sz="1300" b="1" i="1" u="none" strike="noStrike" kern="0" cap="none" spc="0" normalizeH="0" baseline="0" noProof="0">
                <a:ln>
                  <a:noFill/>
                </a:ln>
                <a:solidFill>
                  <a:prstClr val="white"/>
                </a:solidFill>
                <a:uLnTx/>
                <a:uFillTx/>
                <a:latin typeface="EYInterstate Light"/>
                <a:ea typeface="+mn-ea"/>
                <a:cs typeface="Arial" charset="0"/>
              </a:rPr>
              <a:t> </a:t>
            </a:r>
          </a:p>
        </p:txBody>
      </p:sp>
      <p:sp>
        <p:nvSpPr>
          <p:cNvPr id="11" name="Text Box 3">
            <a:extLst>
              <a:ext uri="{FF2B5EF4-FFF2-40B4-BE49-F238E27FC236}">
                <a16:creationId xmlns:a16="http://schemas.microsoft.com/office/drawing/2014/main" id="{6280FA20-BDA8-E2BC-48A6-1666A982D488}"/>
              </a:ext>
            </a:extLst>
          </p:cNvPr>
          <p:cNvSpPr txBox="1">
            <a:spLocks noChangeArrowheads="1"/>
          </p:cNvSpPr>
          <p:nvPr/>
        </p:nvSpPr>
        <p:spPr bwMode="auto">
          <a:xfrm>
            <a:off x="3672840" y="1741260"/>
            <a:ext cx="2057400" cy="320040"/>
          </a:xfrm>
          <a:prstGeom prst="rect">
            <a:avLst/>
          </a:prstGeom>
          <a:noFill/>
          <a:ln w="9525">
            <a:noFill/>
            <a:miter lim="800000"/>
            <a:headEnd/>
            <a:tailEnd/>
          </a:ln>
        </p:spPr>
        <p:txBody>
          <a:bodyPr wrap="square" lIns="91440" tIns="45720" rIns="91440" bIns="45720" anchor="ctr" anchorCtr="0">
            <a:noAutofit/>
          </a:bodyPr>
          <a:lstStyle/>
          <a:p>
            <a:pPr marL="0" marR="0" lvl="0" indent="0" algn="ctr" defTabSz="904693" rtl="0" eaLnBrk="1" fontAlgn="base" latinLnBrk="0" hangingPunct="1">
              <a:lnSpc>
                <a:spcPct val="100000"/>
              </a:lnSpc>
              <a:spcBef>
                <a:spcPct val="0"/>
              </a:spcBef>
              <a:spcAft>
                <a:spcPct val="0"/>
              </a:spcAft>
              <a:buClrTx/>
              <a:buSzTx/>
              <a:buFontTx/>
              <a:buNone/>
              <a:tabLst/>
              <a:defRPr/>
            </a:pPr>
            <a:r>
              <a:rPr kumimoji="0" lang="en-US" sz="1300" b="1" i="0" u="none" strike="noStrike" kern="0" cap="none" spc="0" normalizeH="0" baseline="0" noProof="0">
                <a:ln>
                  <a:noFill/>
                </a:ln>
                <a:solidFill>
                  <a:prstClr val="white"/>
                </a:solidFill>
                <a:uLnTx/>
                <a:uFillTx/>
                <a:latin typeface="EYInterstate Light"/>
                <a:ea typeface="+mn-ea"/>
                <a:cs typeface="Arial" charset="0"/>
              </a:rPr>
              <a:t>Decision Criteria</a:t>
            </a:r>
          </a:p>
        </p:txBody>
      </p:sp>
      <p:sp>
        <p:nvSpPr>
          <p:cNvPr id="12" name="Text Box 3">
            <a:extLst>
              <a:ext uri="{FF2B5EF4-FFF2-40B4-BE49-F238E27FC236}">
                <a16:creationId xmlns:a16="http://schemas.microsoft.com/office/drawing/2014/main" id="{05746D73-E12B-F644-B825-A62EC6909C2F}"/>
              </a:ext>
            </a:extLst>
          </p:cNvPr>
          <p:cNvSpPr txBox="1">
            <a:spLocks noChangeArrowheads="1"/>
          </p:cNvSpPr>
          <p:nvPr/>
        </p:nvSpPr>
        <p:spPr bwMode="auto">
          <a:xfrm>
            <a:off x="609600" y="1741260"/>
            <a:ext cx="1143000" cy="320040"/>
          </a:xfrm>
          <a:prstGeom prst="rect">
            <a:avLst/>
          </a:prstGeom>
          <a:noFill/>
          <a:ln w="9525">
            <a:noFill/>
            <a:miter lim="800000"/>
            <a:headEnd/>
            <a:tailEnd/>
          </a:ln>
        </p:spPr>
        <p:txBody>
          <a:bodyPr wrap="square" lIns="91440" tIns="45720" rIns="91440" bIns="45720" anchor="ctr" anchorCtr="0">
            <a:noAutofit/>
          </a:bodyPr>
          <a:lstStyle/>
          <a:p>
            <a:pPr marL="0" marR="0" lvl="0" indent="0" algn="ctr" defTabSz="904693" rtl="0" eaLnBrk="1" fontAlgn="base" latinLnBrk="0" hangingPunct="1">
              <a:lnSpc>
                <a:spcPct val="100000"/>
              </a:lnSpc>
              <a:spcBef>
                <a:spcPct val="0"/>
              </a:spcBef>
              <a:spcAft>
                <a:spcPts val="0"/>
              </a:spcAft>
              <a:buClrTx/>
              <a:buSzTx/>
              <a:buFontTx/>
              <a:buNone/>
              <a:tabLst/>
              <a:defRPr/>
            </a:pPr>
            <a:r>
              <a:rPr kumimoji="0" lang="en-US" sz="1300" b="1" i="0" u="none" strike="noStrike" kern="0" cap="none" spc="0" normalizeH="0" baseline="0" noProof="0">
                <a:ln>
                  <a:noFill/>
                </a:ln>
                <a:solidFill>
                  <a:prstClr val="white"/>
                </a:solidFill>
                <a:uLnTx/>
                <a:uFillTx/>
                <a:latin typeface="EYInterstate Light"/>
                <a:ea typeface="+mn-ea"/>
                <a:cs typeface="Arial" charset="0"/>
              </a:rPr>
              <a:t>Processes</a:t>
            </a:r>
          </a:p>
        </p:txBody>
      </p:sp>
      <p:sp>
        <p:nvSpPr>
          <p:cNvPr id="13" name="Pentagon 55">
            <a:extLst>
              <a:ext uri="{FF2B5EF4-FFF2-40B4-BE49-F238E27FC236}">
                <a16:creationId xmlns:a16="http://schemas.microsoft.com/office/drawing/2014/main" id="{7547B322-3CBD-8F5D-FAA7-727BCACC6D2B}"/>
              </a:ext>
            </a:extLst>
          </p:cNvPr>
          <p:cNvSpPr/>
          <p:nvPr/>
        </p:nvSpPr>
        <p:spPr bwMode="auto">
          <a:xfrm>
            <a:off x="609599" y="5641653"/>
            <a:ext cx="10058400" cy="320040"/>
          </a:xfrm>
          <a:prstGeom prst="homePlate">
            <a:avLst/>
          </a:prstGeom>
          <a:solidFill>
            <a:schemeClr val="tx1">
              <a:lumMod val="60000"/>
              <a:lumOff val="40000"/>
            </a:schemeClr>
          </a:solidFill>
          <a:ln w="9525" cap="flat" cmpd="sng" algn="ctr">
            <a:noFill/>
            <a:prstDash val="soli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04693" rtl="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prstClr val="white"/>
                </a:solidFill>
                <a:uLnTx/>
                <a:uFillTx/>
                <a:latin typeface="EYInterstate Light"/>
                <a:ea typeface="+mn-ea"/>
                <a:cs typeface="Arial" charset="0"/>
              </a:rPr>
              <a:t>Program Management</a:t>
            </a:r>
          </a:p>
        </p:txBody>
      </p:sp>
      <p:sp>
        <p:nvSpPr>
          <p:cNvPr id="14" name="Rectangle 3">
            <a:extLst>
              <a:ext uri="{FF2B5EF4-FFF2-40B4-BE49-F238E27FC236}">
                <a16:creationId xmlns:a16="http://schemas.microsoft.com/office/drawing/2014/main" id="{0CFCBD86-645E-C730-9F11-F23F6929DED5}"/>
              </a:ext>
            </a:extLst>
          </p:cNvPr>
          <p:cNvSpPr>
            <a:spLocks noChangeArrowheads="1"/>
          </p:cNvSpPr>
          <p:nvPr/>
        </p:nvSpPr>
        <p:spPr bwMode="auto">
          <a:xfrm>
            <a:off x="609599" y="6061281"/>
            <a:ext cx="10058400" cy="548640"/>
          </a:xfrm>
          <a:prstGeom prst="rect">
            <a:avLst/>
          </a:prstGeom>
          <a:solidFill>
            <a:srgbClr val="FFE600"/>
          </a:solidFill>
          <a:ln w="12700">
            <a:noFill/>
            <a:miter lim="800000"/>
            <a:headEnd/>
            <a:tailEnd/>
          </a:ln>
          <a:effectLst/>
        </p:spPr>
        <p:txBody>
          <a:bodyPr wrap="square" lIns="137160" tIns="45720" rIns="137160" bIns="4572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a:ln>
                  <a:noFill/>
                </a:ln>
                <a:solidFill>
                  <a:srgbClr val="2E2E38"/>
                </a:solidFill>
                <a:effectLst/>
                <a:uLnTx/>
                <a:uFillTx/>
                <a:latin typeface="EYInterstate Light"/>
                <a:ea typeface="+mn-ea"/>
                <a:cs typeface="+mn-cs"/>
              </a:rPr>
              <a:t>High level approach to evaluating and developing the appropriate Operating Model.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a:ln>
                  <a:noFill/>
                </a:ln>
                <a:solidFill>
                  <a:srgbClr val="2E2E38"/>
                </a:solidFill>
                <a:effectLst/>
                <a:uLnTx/>
                <a:uFillTx/>
                <a:latin typeface="EYInterstate Light"/>
                <a:ea typeface="+mn-ea"/>
                <a:cs typeface="+mn-cs"/>
              </a:rPr>
              <a:t>Based on decisions made by the client, we would develop an appropriate service delivery model and transition plan</a:t>
            </a:r>
            <a:endParaRPr kumimoji="0" lang="en-US" sz="1300" b="1" i="0" u="none" strike="noStrike" kern="1200" cap="none" spc="0" normalizeH="0" baseline="0" noProof="0">
              <a:ln>
                <a:noFill/>
              </a:ln>
              <a:solidFill>
                <a:srgbClr val="2E2E38"/>
              </a:solidFill>
              <a:effectLst/>
              <a:uLnTx/>
              <a:uFillTx/>
              <a:latin typeface="EYInterstate Light"/>
              <a:ea typeface="+mn-ea"/>
              <a:cs typeface="+mn-cs"/>
              <a:sym typeface="EYInterstate Light"/>
            </a:endParaRPr>
          </a:p>
        </p:txBody>
      </p:sp>
      <p:sp>
        <p:nvSpPr>
          <p:cNvPr id="15" name="Rectangle 48">
            <a:extLst>
              <a:ext uri="{FF2B5EF4-FFF2-40B4-BE49-F238E27FC236}">
                <a16:creationId xmlns:a16="http://schemas.microsoft.com/office/drawing/2014/main" id="{97FA7819-AA64-0364-7174-9FF990BFC1EF}"/>
              </a:ext>
            </a:extLst>
          </p:cNvPr>
          <p:cNvSpPr/>
          <p:nvPr/>
        </p:nvSpPr>
        <p:spPr>
          <a:xfrm>
            <a:off x="609599" y="2148773"/>
            <a:ext cx="1143000" cy="320040"/>
          </a:xfrm>
          <a:prstGeom prst="rect">
            <a:avLst/>
          </a:prstGeom>
          <a:solidFill>
            <a:schemeClr val="bg1">
              <a:lumMod val="50000"/>
            </a:schemeClr>
          </a:solidFill>
          <a:ln w="25400" cap="flat" cmpd="sng" algn="ctr">
            <a:noFill/>
            <a:prstDash val="solid"/>
          </a:ln>
          <a:effectLst/>
        </p:spPr>
        <p:txBody>
          <a:bodyPr lIns="91440" tIns="45221" rIns="91440" bIns="45221" rtlCol="0" anchor="ctr"/>
          <a:lstStyle/>
          <a:p>
            <a:pPr marL="0" marR="0" lvl="0" indent="0" algn="ctr" defTabSz="904693" rtl="0" eaLnBrk="1" fontAlgn="base" latinLnBrk="0" hangingPunct="1">
              <a:lnSpc>
                <a:spcPct val="100000"/>
              </a:lnSpc>
              <a:spcBef>
                <a:spcPct val="0"/>
              </a:spcBef>
              <a:spcAft>
                <a:spcPct val="0"/>
              </a:spcAft>
              <a:buClr>
                <a:srgbClr val="646464"/>
              </a:buClr>
              <a:buSzTx/>
              <a:buFontTx/>
              <a:buNone/>
              <a:tabLst/>
              <a:defRPr/>
            </a:pPr>
            <a:r>
              <a:rPr kumimoji="0" lang="en-US" sz="1200" b="1" i="0" u="none" strike="noStrike" kern="0" cap="none" spc="0" normalizeH="0" baseline="0" noProof="0">
                <a:ln>
                  <a:noFill/>
                </a:ln>
                <a:solidFill>
                  <a:srgbClr val="FFE600"/>
                </a:solidFill>
                <a:effectLst/>
                <a:uLnTx/>
                <a:uFillTx/>
                <a:latin typeface="EYInterstate Light"/>
                <a:ea typeface="+mn-ea"/>
                <a:cs typeface="+mn-cs"/>
              </a:rPr>
              <a:t>Finance</a:t>
            </a:r>
          </a:p>
        </p:txBody>
      </p:sp>
      <p:sp>
        <p:nvSpPr>
          <p:cNvPr id="17" name="Rectangle 48">
            <a:extLst>
              <a:ext uri="{FF2B5EF4-FFF2-40B4-BE49-F238E27FC236}">
                <a16:creationId xmlns:a16="http://schemas.microsoft.com/office/drawing/2014/main" id="{8C0D2D24-42EF-79F7-4C13-4BA087BD8ECD}"/>
              </a:ext>
            </a:extLst>
          </p:cNvPr>
          <p:cNvSpPr/>
          <p:nvPr/>
        </p:nvSpPr>
        <p:spPr>
          <a:xfrm>
            <a:off x="609599" y="2560253"/>
            <a:ext cx="1143000" cy="320040"/>
          </a:xfrm>
          <a:prstGeom prst="rect">
            <a:avLst/>
          </a:prstGeom>
          <a:solidFill>
            <a:schemeClr val="bg1">
              <a:lumMod val="50000"/>
            </a:schemeClr>
          </a:solidFill>
          <a:ln w="25400" cap="flat" cmpd="sng" algn="ctr">
            <a:noFill/>
            <a:prstDash val="solid"/>
          </a:ln>
          <a:effectLst/>
        </p:spPr>
        <p:txBody>
          <a:bodyPr lIns="91440" tIns="45221" rIns="91440" bIns="45221" rtlCol="0" anchor="ctr"/>
          <a:lstStyle/>
          <a:p>
            <a:pPr marL="0" marR="0" lvl="0" indent="0" algn="ctr" defTabSz="904693" rtl="0" eaLnBrk="1" fontAlgn="base" latinLnBrk="0" hangingPunct="1">
              <a:lnSpc>
                <a:spcPct val="100000"/>
              </a:lnSpc>
              <a:spcBef>
                <a:spcPct val="0"/>
              </a:spcBef>
              <a:spcAft>
                <a:spcPct val="0"/>
              </a:spcAft>
              <a:buClr>
                <a:srgbClr val="646464"/>
              </a:buClr>
              <a:buSzTx/>
              <a:buFontTx/>
              <a:buNone/>
              <a:tabLst/>
              <a:defRPr/>
            </a:pPr>
            <a:r>
              <a:rPr kumimoji="0" lang="en-US" sz="1200" b="1" i="0" u="none" strike="noStrike" kern="0" cap="none" spc="0" normalizeH="0" baseline="0" noProof="0">
                <a:ln>
                  <a:noFill/>
                </a:ln>
                <a:solidFill>
                  <a:srgbClr val="FFE600"/>
                </a:solidFill>
                <a:effectLst/>
                <a:uLnTx/>
                <a:uFillTx/>
                <a:latin typeface="EYInterstate Light"/>
                <a:ea typeface="+mn-ea"/>
                <a:cs typeface="+mn-cs"/>
              </a:rPr>
              <a:t>Procurement</a:t>
            </a:r>
          </a:p>
        </p:txBody>
      </p:sp>
      <p:sp>
        <p:nvSpPr>
          <p:cNvPr id="18" name="Rectangle 48">
            <a:extLst>
              <a:ext uri="{FF2B5EF4-FFF2-40B4-BE49-F238E27FC236}">
                <a16:creationId xmlns:a16="http://schemas.microsoft.com/office/drawing/2014/main" id="{608BC596-583D-EB8B-8756-325C726DEA80}"/>
              </a:ext>
            </a:extLst>
          </p:cNvPr>
          <p:cNvSpPr/>
          <p:nvPr/>
        </p:nvSpPr>
        <p:spPr>
          <a:xfrm>
            <a:off x="609599" y="2975767"/>
            <a:ext cx="1143000" cy="320040"/>
          </a:xfrm>
          <a:prstGeom prst="rect">
            <a:avLst/>
          </a:prstGeom>
          <a:solidFill>
            <a:schemeClr val="bg1">
              <a:lumMod val="50000"/>
            </a:schemeClr>
          </a:solidFill>
          <a:ln w="25400" cap="flat" cmpd="sng" algn="ctr">
            <a:noFill/>
            <a:prstDash val="solid"/>
          </a:ln>
          <a:effectLst/>
        </p:spPr>
        <p:txBody>
          <a:bodyPr lIns="91440" tIns="45221" rIns="91440" bIns="45221" rtlCol="0" anchor="ctr"/>
          <a:lstStyle/>
          <a:p>
            <a:pPr marL="0" marR="0" lvl="0" indent="0" algn="ctr" defTabSz="904693" rtl="0" eaLnBrk="1" fontAlgn="base" latinLnBrk="0" hangingPunct="1">
              <a:lnSpc>
                <a:spcPct val="100000"/>
              </a:lnSpc>
              <a:spcBef>
                <a:spcPct val="0"/>
              </a:spcBef>
              <a:spcAft>
                <a:spcPct val="0"/>
              </a:spcAft>
              <a:buClr>
                <a:srgbClr val="646464"/>
              </a:buClr>
              <a:buSzTx/>
              <a:buFontTx/>
              <a:buNone/>
              <a:tabLst/>
              <a:defRPr/>
            </a:pPr>
            <a:r>
              <a:rPr kumimoji="0" lang="en-US" sz="1200" b="1" i="0" u="none" strike="noStrike" kern="0" cap="none" spc="0" normalizeH="0" baseline="0" noProof="0">
                <a:ln>
                  <a:noFill/>
                </a:ln>
                <a:solidFill>
                  <a:srgbClr val="FFE600"/>
                </a:solidFill>
                <a:effectLst/>
                <a:uLnTx/>
                <a:uFillTx/>
                <a:latin typeface="EYInterstate Light"/>
                <a:ea typeface="+mn-ea"/>
                <a:cs typeface="+mn-cs"/>
              </a:rPr>
              <a:t>HR</a:t>
            </a:r>
          </a:p>
        </p:txBody>
      </p:sp>
      <p:sp>
        <p:nvSpPr>
          <p:cNvPr id="24" name="Rectangle 48">
            <a:extLst>
              <a:ext uri="{FF2B5EF4-FFF2-40B4-BE49-F238E27FC236}">
                <a16:creationId xmlns:a16="http://schemas.microsoft.com/office/drawing/2014/main" id="{3911CB64-B6FC-18FB-EDC0-88BA5A6F1D54}"/>
              </a:ext>
            </a:extLst>
          </p:cNvPr>
          <p:cNvSpPr/>
          <p:nvPr/>
        </p:nvSpPr>
        <p:spPr>
          <a:xfrm>
            <a:off x="609599" y="3391281"/>
            <a:ext cx="1143000" cy="320040"/>
          </a:xfrm>
          <a:prstGeom prst="rect">
            <a:avLst/>
          </a:prstGeom>
          <a:solidFill>
            <a:schemeClr val="bg1">
              <a:lumMod val="50000"/>
            </a:schemeClr>
          </a:solidFill>
          <a:ln w="25400" cap="flat" cmpd="sng" algn="ctr">
            <a:noFill/>
            <a:prstDash val="solid"/>
          </a:ln>
          <a:effectLst/>
        </p:spPr>
        <p:txBody>
          <a:bodyPr lIns="91440" tIns="45221" rIns="91440" bIns="45221" rtlCol="0" anchor="ctr"/>
          <a:lstStyle/>
          <a:p>
            <a:pPr marL="0" marR="0" lvl="0" indent="0" algn="ctr" defTabSz="904693" rtl="0" eaLnBrk="1" fontAlgn="base" latinLnBrk="0" hangingPunct="1">
              <a:lnSpc>
                <a:spcPct val="100000"/>
              </a:lnSpc>
              <a:spcBef>
                <a:spcPct val="0"/>
              </a:spcBef>
              <a:spcAft>
                <a:spcPct val="0"/>
              </a:spcAft>
              <a:buClr>
                <a:srgbClr val="646464"/>
              </a:buClr>
              <a:buSzTx/>
              <a:buFontTx/>
              <a:buNone/>
              <a:tabLst/>
              <a:defRPr/>
            </a:pPr>
            <a:r>
              <a:rPr kumimoji="0" lang="en-US" sz="1200" b="1" i="0" u="none" strike="noStrike" kern="0" cap="none" spc="0" normalizeH="0" baseline="0" noProof="0">
                <a:ln>
                  <a:noFill/>
                </a:ln>
                <a:solidFill>
                  <a:srgbClr val="FFE600"/>
                </a:solidFill>
                <a:effectLst/>
                <a:uLnTx/>
                <a:uFillTx/>
                <a:latin typeface="EYInterstate Light"/>
                <a:ea typeface="+mn-ea"/>
                <a:cs typeface="+mn-cs"/>
              </a:rPr>
              <a:t>IT</a:t>
            </a:r>
          </a:p>
        </p:txBody>
      </p:sp>
      <p:sp>
        <p:nvSpPr>
          <p:cNvPr id="25" name="Rectangle 48">
            <a:extLst>
              <a:ext uri="{FF2B5EF4-FFF2-40B4-BE49-F238E27FC236}">
                <a16:creationId xmlns:a16="http://schemas.microsoft.com/office/drawing/2014/main" id="{171D8B73-26FC-0402-B1B2-64F0AC80A879}"/>
              </a:ext>
            </a:extLst>
          </p:cNvPr>
          <p:cNvSpPr/>
          <p:nvPr/>
        </p:nvSpPr>
        <p:spPr>
          <a:xfrm>
            <a:off x="609599" y="3806795"/>
            <a:ext cx="1143000" cy="320040"/>
          </a:xfrm>
          <a:prstGeom prst="rect">
            <a:avLst/>
          </a:prstGeom>
          <a:solidFill>
            <a:schemeClr val="bg1">
              <a:lumMod val="50000"/>
            </a:schemeClr>
          </a:solidFill>
          <a:ln w="25400" cap="flat" cmpd="sng" algn="ctr">
            <a:noFill/>
            <a:prstDash val="solid"/>
          </a:ln>
          <a:effectLst/>
        </p:spPr>
        <p:txBody>
          <a:bodyPr lIns="91440" tIns="45221" rIns="91440" bIns="45221" rtlCol="0" anchor="ctr"/>
          <a:lstStyle/>
          <a:p>
            <a:pPr marL="0" marR="0" lvl="0" indent="0" algn="ctr" defTabSz="904693" rtl="0" eaLnBrk="1" fontAlgn="base" latinLnBrk="0" hangingPunct="1">
              <a:lnSpc>
                <a:spcPct val="100000"/>
              </a:lnSpc>
              <a:spcBef>
                <a:spcPct val="0"/>
              </a:spcBef>
              <a:spcAft>
                <a:spcPct val="0"/>
              </a:spcAft>
              <a:buClr>
                <a:srgbClr val="646464"/>
              </a:buClr>
              <a:buSzTx/>
              <a:buFontTx/>
              <a:buNone/>
              <a:tabLst/>
              <a:defRPr/>
            </a:pPr>
            <a:r>
              <a:rPr kumimoji="0" lang="en-US" sz="1200" b="1" i="0" u="none" strike="noStrike" kern="0" cap="none" spc="0" normalizeH="0" baseline="0" noProof="0">
                <a:ln>
                  <a:noFill/>
                </a:ln>
                <a:solidFill>
                  <a:srgbClr val="FFE600"/>
                </a:solidFill>
                <a:effectLst/>
                <a:uLnTx/>
                <a:uFillTx/>
                <a:latin typeface="EYInterstate Light"/>
                <a:ea typeface="+mn-ea"/>
                <a:cs typeface="+mn-cs"/>
              </a:rPr>
              <a:t>Marketing</a:t>
            </a:r>
          </a:p>
        </p:txBody>
      </p:sp>
      <p:sp>
        <p:nvSpPr>
          <p:cNvPr id="26" name="Rectangle 48">
            <a:extLst>
              <a:ext uri="{FF2B5EF4-FFF2-40B4-BE49-F238E27FC236}">
                <a16:creationId xmlns:a16="http://schemas.microsoft.com/office/drawing/2014/main" id="{7F08DACE-3542-7F67-C77F-1843BFA44EA4}"/>
              </a:ext>
            </a:extLst>
          </p:cNvPr>
          <p:cNvSpPr/>
          <p:nvPr/>
        </p:nvSpPr>
        <p:spPr>
          <a:xfrm>
            <a:off x="609599" y="4226044"/>
            <a:ext cx="1143000" cy="411480"/>
          </a:xfrm>
          <a:prstGeom prst="rect">
            <a:avLst/>
          </a:prstGeom>
          <a:solidFill>
            <a:schemeClr val="bg1">
              <a:lumMod val="50000"/>
            </a:schemeClr>
          </a:solidFill>
          <a:ln w="25400" cap="flat" cmpd="sng" algn="ctr">
            <a:noFill/>
            <a:prstDash val="solid"/>
          </a:ln>
          <a:effectLst/>
        </p:spPr>
        <p:txBody>
          <a:bodyPr lIns="91440" tIns="45221" rIns="91440" bIns="45221" rtlCol="0" anchor="ctr"/>
          <a:lstStyle/>
          <a:p>
            <a:pPr marL="0" marR="0" lvl="0" indent="0" algn="ctr" defTabSz="904693" rtl="0" eaLnBrk="1" fontAlgn="base" latinLnBrk="0" hangingPunct="1">
              <a:lnSpc>
                <a:spcPct val="90000"/>
              </a:lnSpc>
              <a:spcBef>
                <a:spcPct val="0"/>
              </a:spcBef>
              <a:spcAft>
                <a:spcPct val="0"/>
              </a:spcAft>
              <a:buClr>
                <a:srgbClr val="646464"/>
              </a:buClr>
              <a:buSzTx/>
              <a:buFontTx/>
              <a:buNone/>
              <a:tabLst/>
              <a:defRPr/>
            </a:pPr>
            <a:r>
              <a:rPr kumimoji="0" lang="en-US" sz="1200" b="1" i="0" u="none" strike="noStrike" kern="0" cap="none" spc="0" normalizeH="0" baseline="0" noProof="0">
                <a:ln>
                  <a:noFill/>
                </a:ln>
                <a:solidFill>
                  <a:srgbClr val="FFE600"/>
                </a:solidFill>
                <a:effectLst/>
                <a:uLnTx/>
                <a:uFillTx/>
                <a:latin typeface="EYInterstate Light"/>
                <a:ea typeface="+mn-ea"/>
                <a:cs typeface="+mn-cs"/>
              </a:rPr>
              <a:t>Sales &amp; Commercial</a:t>
            </a:r>
          </a:p>
        </p:txBody>
      </p:sp>
      <p:sp>
        <p:nvSpPr>
          <p:cNvPr id="33" name="Rectangle 48">
            <a:extLst>
              <a:ext uri="{FF2B5EF4-FFF2-40B4-BE49-F238E27FC236}">
                <a16:creationId xmlns:a16="http://schemas.microsoft.com/office/drawing/2014/main" id="{D2E6C4A0-2E19-083E-79D9-FFE37DE825D1}"/>
              </a:ext>
            </a:extLst>
          </p:cNvPr>
          <p:cNvSpPr/>
          <p:nvPr/>
        </p:nvSpPr>
        <p:spPr>
          <a:xfrm>
            <a:off x="609599" y="4736733"/>
            <a:ext cx="1143000" cy="320040"/>
          </a:xfrm>
          <a:prstGeom prst="rect">
            <a:avLst/>
          </a:prstGeom>
          <a:solidFill>
            <a:schemeClr val="bg1">
              <a:lumMod val="50000"/>
            </a:schemeClr>
          </a:solidFill>
          <a:ln w="25400" cap="flat" cmpd="sng" algn="ctr">
            <a:noFill/>
            <a:prstDash val="solid"/>
          </a:ln>
          <a:effectLst/>
        </p:spPr>
        <p:txBody>
          <a:bodyPr lIns="91440" tIns="45221" rIns="91440" bIns="45221" rtlCol="0" anchor="ctr"/>
          <a:lstStyle/>
          <a:p>
            <a:pPr marL="0" marR="0" lvl="0" indent="0" algn="ctr" defTabSz="904693" rtl="0" eaLnBrk="1" fontAlgn="base" latinLnBrk="0" hangingPunct="1">
              <a:lnSpc>
                <a:spcPct val="100000"/>
              </a:lnSpc>
              <a:spcBef>
                <a:spcPct val="0"/>
              </a:spcBef>
              <a:spcAft>
                <a:spcPct val="0"/>
              </a:spcAft>
              <a:buClr>
                <a:srgbClr val="646464"/>
              </a:buClr>
              <a:buSzTx/>
              <a:buFontTx/>
              <a:buNone/>
              <a:tabLst/>
              <a:defRPr/>
            </a:pPr>
            <a:r>
              <a:rPr kumimoji="0" lang="en-US" sz="1200" b="1" i="0" u="none" strike="noStrike" kern="0" cap="none" spc="0" normalizeH="0" baseline="0" noProof="0">
                <a:ln>
                  <a:noFill/>
                </a:ln>
                <a:solidFill>
                  <a:srgbClr val="FFE600"/>
                </a:solidFill>
                <a:effectLst/>
                <a:uLnTx/>
                <a:uFillTx/>
                <a:latin typeface="EYInterstate Light"/>
                <a:ea typeface="+mn-ea"/>
                <a:cs typeface="+mn-cs"/>
              </a:rPr>
              <a:t>Supply Chain</a:t>
            </a:r>
          </a:p>
        </p:txBody>
      </p:sp>
      <p:sp>
        <p:nvSpPr>
          <p:cNvPr id="34" name="Rectangle 48">
            <a:extLst>
              <a:ext uri="{FF2B5EF4-FFF2-40B4-BE49-F238E27FC236}">
                <a16:creationId xmlns:a16="http://schemas.microsoft.com/office/drawing/2014/main" id="{6AC621D2-CEB7-8183-6C8C-8455106BBBB9}"/>
              </a:ext>
            </a:extLst>
          </p:cNvPr>
          <p:cNvSpPr/>
          <p:nvPr/>
        </p:nvSpPr>
        <p:spPr>
          <a:xfrm>
            <a:off x="609599" y="5152247"/>
            <a:ext cx="1143000" cy="320040"/>
          </a:xfrm>
          <a:prstGeom prst="rect">
            <a:avLst/>
          </a:prstGeom>
          <a:solidFill>
            <a:schemeClr val="bg1">
              <a:lumMod val="50000"/>
            </a:schemeClr>
          </a:solidFill>
          <a:ln w="25400" cap="flat" cmpd="sng" algn="ctr">
            <a:noFill/>
            <a:prstDash val="solid"/>
          </a:ln>
          <a:effectLst/>
        </p:spPr>
        <p:txBody>
          <a:bodyPr lIns="91440" tIns="45221" rIns="91440" bIns="45221" rtlCol="0" anchor="ctr"/>
          <a:lstStyle/>
          <a:p>
            <a:pPr marL="0" marR="0" lvl="0" indent="0" algn="ctr" defTabSz="904693" rtl="0" eaLnBrk="1" fontAlgn="base" latinLnBrk="0" hangingPunct="1">
              <a:lnSpc>
                <a:spcPct val="100000"/>
              </a:lnSpc>
              <a:spcBef>
                <a:spcPct val="0"/>
              </a:spcBef>
              <a:spcAft>
                <a:spcPct val="0"/>
              </a:spcAft>
              <a:buClr>
                <a:srgbClr val="646464"/>
              </a:buClr>
              <a:buSzTx/>
              <a:buFontTx/>
              <a:buNone/>
              <a:tabLst/>
              <a:defRPr/>
            </a:pPr>
            <a:r>
              <a:rPr kumimoji="0" lang="en-US" sz="1200" b="1" i="0" u="none" strike="noStrike" kern="0" cap="none" spc="0" normalizeH="0" baseline="0" noProof="0">
                <a:ln>
                  <a:noFill/>
                </a:ln>
                <a:solidFill>
                  <a:srgbClr val="FFE600"/>
                </a:solidFill>
                <a:effectLst/>
                <a:uLnTx/>
                <a:uFillTx/>
                <a:latin typeface="EYInterstate Light"/>
                <a:ea typeface="+mn-ea"/>
                <a:cs typeface="+mn-cs"/>
              </a:rPr>
              <a:t>R&amp;D</a:t>
            </a:r>
          </a:p>
        </p:txBody>
      </p:sp>
      <p:sp>
        <p:nvSpPr>
          <p:cNvPr id="37" name="Rectangle 44">
            <a:extLst>
              <a:ext uri="{FF2B5EF4-FFF2-40B4-BE49-F238E27FC236}">
                <a16:creationId xmlns:a16="http://schemas.microsoft.com/office/drawing/2014/main" id="{4AAE164B-B0CE-FFE6-CE1C-894BEFBCB445}"/>
              </a:ext>
            </a:extLst>
          </p:cNvPr>
          <p:cNvSpPr/>
          <p:nvPr/>
        </p:nvSpPr>
        <p:spPr bwMode="auto">
          <a:xfrm>
            <a:off x="9067800" y="2549495"/>
            <a:ext cx="2057400" cy="2514600"/>
          </a:xfrm>
          <a:prstGeom prst="rect">
            <a:avLst/>
          </a:prstGeom>
          <a:noFill/>
          <a:ln w="19050" cap="flat" cmpd="sng" algn="ctr">
            <a:solidFill>
              <a:srgbClr val="FFE600"/>
            </a:solidFill>
            <a:prstDash val="solid"/>
          </a:ln>
          <a:effectLst/>
        </p:spPr>
        <p:txBody>
          <a:bodyPr lIns="137160" tIns="91440" rIns="137160" bIns="91440" anchor="ctr" anchorCtr="0"/>
          <a:lstStyle/>
          <a:p>
            <a:pPr marL="0" marR="0" lvl="0" indent="0" algn="ctr" defTabSz="904693" rtl="0" eaLnBrk="1" fontAlgn="base" latinLnBrk="0" hangingPunct="1">
              <a:lnSpc>
                <a:spcPct val="100000"/>
              </a:lnSpc>
              <a:spcBef>
                <a:spcPts val="0"/>
              </a:spcBef>
              <a:spcAft>
                <a:spcPts val="600"/>
              </a:spcAft>
              <a:buClrTx/>
              <a:buSzTx/>
              <a:buFontTx/>
              <a:buNone/>
              <a:tabLst/>
              <a:defRPr/>
            </a:pPr>
            <a:r>
              <a:rPr kumimoji="0" lang="en-US" sz="1300" b="1" i="0" u="none" strike="noStrike" kern="0" cap="none" spc="0" normalizeH="0" baseline="0" noProof="0">
                <a:ln>
                  <a:noFill/>
                </a:ln>
                <a:solidFill>
                  <a:prstClr val="white"/>
                </a:solidFill>
                <a:uLnTx/>
                <a:uFillTx/>
                <a:latin typeface="EYInterstate Light"/>
                <a:ea typeface="+mn-ea"/>
                <a:cs typeface="Arial" charset="0"/>
              </a:rPr>
              <a:t>Global Service Delivery Model</a:t>
            </a:r>
          </a:p>
          <a:p>
            <a:pPr marL="182880" marR="0" lvl="0" indent="-182880" algn="l" defTabSz="904693" rtl="0" eaLnBrk="1" fontAlgn="base" latinLnBrk="0" hangingPunct="1">
              <a:lnSpc>
                <a:spcPct val="100000"/>
              </a:lnSpc>
              <a:spcBef>
                <a:spcPts val="900"/>
              </a:spcBef>
              <a:spcAft>
                <a:spcPts val="0"/>
              </a:spcAft>
              <a:buClr>
                <a:srgbClr val="FFE600"/>
              </a:buClr>
              <a:buSzTx/>
              <a:buFont typeface="EYInterstate" pitchFamily="2" charset="0"/>
              <a:buChar char="•"/>
              <a:tabLst/>
              <a:defRPr/>
            </a:pPr>
            <a:r>
              <a:rPr kumimoji="0" lang="en-US" sz="1100" b="0" i="0" u="none" strike="noStrike" kern="0" cap="none" spc="0" normalizeH="0" baseline="0" noProof="0">
                <a:ln>
                  <a:noFill/>
                </a:ln>
                <a:solidFill>
                  <a:prstClr val="white"/>
                </a:solidFill>
                <a:uLnTx/>
                <a:uFillTx/>
                <a:latin typeface="EYInterstate Light"/>
                <a:ea typeface="+mn-ea"/>
                <a:cs typeface="Arial" charset="0"/>
              </a:rPr>
              <a:t>Identification of processes and activities to be retained vs. in the center – process, activity splits</a:t>
            </a:r>
          </a:p>
          <a:p>
            <a:pPr marL="182880" marR="0" lvl="0" indent="-182880" algn="l" defTabSz="904693" rtl="0" eaLnBrk="1" fontAlgn="base" latinLnBrk="0" hangingPunct="1">
              <a:lnSpc>
                <a:spcPct val="100000"/>
              </a:lnSpc>
              <a:spcBef>
                <a:spcPts val="900"/>
              </a:spcBef>
              <a:spcAft>
                <a:spcPts val="0"/>
              </a:spcAft>
              <a:buClr>
                <a:srgbClr val="FFE600"/>
              </a:buClr>
              <a:buSzTx/>
              <a:buFont typeface="EYInterstate" pitchFamily="2" charset="0"/>
              <a:buChar char="•"/>
              <a:tabLst/>
              <a:defRPr/>
            </a:pPr>
            <a:r>
              <a:rPr kumimoji="0" lang="en-US" sz="1100" b="0" i="0" u="none" strike="noStrike" kern="0" cap="none" spc="0" normalizeH="0" baseline="0" noProof="0">
                <a:ln>
                  <a:noFill/>
                </a:ln>
                <a:solidFill>
                  <a:prstClr val="white"/>
                </a:solidFill>
                <a:uLnTx/>
                <a:uFillTx/>
                <a:latin typeface="EYInterstate Light"/>
                <a:ea typeface="+mn-ea"/>
                <a:cs typeface="Arial" charset="0"/>
              </a:rPr>
              <a:t>Number of centers </a:t>
            </a:r>
          </a:p>
          <a:p>
            <a:pPr marL="182880" marR="0" lvl="0" indent="-182880" algn="l" defTabSz="904693" rtl="0" eaLnBrk="1" fontAlgn="base" latinLnBrk="0" hangingPunct="1">
              <a:lnSpc>
                <a:spcPct val="100000"/>
              </a:lnSpc>
              <a:spcBef>
                <a:spcPts val="900"/>
              </a:spcBef>
              <a:spcAft>
                <a:spcPts val="0"/>
              </a:spcAft>
              <a:buClr>
                <a:srgbClr val="FFE600"/>
              </a:buClr>
              <a:buSzTx/>
              <a:buFont typeface="EYInterstate" pitchFamily="2" charset="0"/>
              <a:buChar char="•"/>
              <a:tabLst/>
              <a:defRPr/>
            </a:pPr>
            <a:r>
              <a:rPr kumimoji="0" lang="en-US" sz="1100" b="0" i="0" u="none" strike="noStrike" kern="0" cap="none" spc="0" normalizeH="0" baseline="0" noProof="0">
                <a:ln>
                  <a:noFill/>
                </a:ln>
                <a:solidFill>
                  <a:prstClr val="white"/>
                </a:solidFill>
                <a:uLnTx/>
                <a:uFillTx/>
                <a:latin typeface="EYInterstate Light"/>
                <a:ea typeface="+mn-ea"/>
                <a:cs typeface="Arial" charset="0"/>
              </a:rPr>
              <a:t>Processes by location – what goes where</a:t>
            </a:r>
          </a:p>
        </p:txBody>
      </p:sp>
      <p:sp>
        <p:nvSpPr>
          <p:cNvPr id="81" name="Text Box 3">
            <a:extLst>
              <a:ext uri="{FF2B5EF4-FFF2-40B4-BE49-F238E27FC236}">
                <a16:creationId xmlns:a16="http://schemas.microsoft.com/office/drawing/2014/main" id="{19F16C44-E9D3-9A4E-7E70-D9587AC0E05E}"/>
              </a:ext>
            </a:extLst>
          </p:cNvPr>
          <p:cNvSpPr txBox="1">
            <a:spLocks noChangeArrowheads="1"/>
          </p:cNvSpPr>
          <p:nvPr/>
        </p:nvSpPr>
        <p:spPr bwMode="auto">
          <a:xfrm rot="16200000">
            <a:off x="6918960" y="3628323"/>
            <a:ext cx="3337560" cy="365760"/>
          </a:xfrm>
          <a:prstGeom prst="rect">
            <a:avLst/>
          </a:prstGeom>
          <a:solidFill>
            <a:schemeClr val="bg1">
              <a:lumMod val="85000"/>
            </a:schemeClr>
          </a:solidFill>
          <a:ln w="9525">
            <a:noFill/>
            <a:miter lim="800000"/>
            <a:headEnd/>
            <a:tailEnd/>
          </a:ln>
        </p:spPr>
        <p:txBody>
          <a:bodyPr wrap="square" lIns="182880" tIns="91440" rIns="182880" bIns="91440" anchor="ctr" anchorCtr="0">
            <a:noAutofit/>
          </a:bodyPr>
          <a:lstStyle/>
          <a:p>
            <a:pPr marL="0" marR="0" lvl="0" indent="0" algn="ctr" defTabSz="904693" rtl="0" eaLnBrk="1" fontAlgn="base" latinLnBrk="0" hangingPunct="1">
              <a:lnSpc>
                <a:spcPct val="100000"/>
              </a:lnSpc>
              <a:spcBef>
                <a:spcPct val="0"/>
              </a:spcBef>
              <a:spcAft>
                <a:spcPct val="0"/>
              </a:spcAft>
              <a:buClrTx/>
              <a:buSzTx/>
              <a:buFontTx/>
              <a:buNone/>
              <a:tabLst/>
              <a:defRPr/>
            </a:pPr>
            <a:r>
              <a:rPr kumimoji="0" lang="en-US" sz="1200" b="1" i="0" u="none" strike="noStrike" kern="0" cap="none" spc="0" normalizeH="0" baseline="0" noProof="0">
                <a:ln>
                  <a:noFill/>
                </a:ln>
                <a:solidFill>
                  <a:srgbClr val="2E2E38"/>
                </a:solidFill>
                <a:effectLst/>
                <a:uLnTx/>
                <a:uFillTx/>
                <a:latin typeface="EYInterstate Light"/>
                <a:ea typeface="+mn-ea"/>
                <a:cs typeface="Arial" charset="0"/>
              </a:rPr>
              <a:t>Key Outputs of Analysis</a:t>
            </a:r>
            <a:endParaRPr kumimoji="0" lang="en-US" sz="1200" b="0" i="0" u="none" strike="noStrike" kern="0" cap="none" spc="0" normalizeH="0" baseline="0" noProof="0">
              <a:ln>
                <a:noFill/>
              </a:ln>
              <a:solidFill>
                <a:srgbClr val="2E2E38"/>
              </a:solidFill>
              <a:effectLst/>
              <a:uLnTx/>
              <a:uFillTx/>
              <a:latin typeface="EYInterstate Light"/>
              <a:ea typeface="+mn-ea"/>
              <a:cs typeface="Arial" charset="0"/>
            </a:endParaRPr>
          </a:p>
        </p:txBody>
      </p:sp>
      <p:sp>
        <p:nvSpPr>
          <p:cNvPr id="82" name="Isosceles Triangle 69">
            <a:extLst>
              <a:ext uri="{FF2B5EF4-FFF2-40B4-BE49-F238E27FC236}">
                <a16:creationId xmlns:a16="http://schemas.microsoft.com/office/drawing/2014/main" id="{786525EF-BE60-E078-9446-129F639F4F39}"/>
              </a:ext>
            </a:extLst>
          </p:cNvPr>
          <p:cNvSpPr/>
          <p:nvPr/>
        </p:nvSpPr>
        <p:spPr>
          <a:xfrm rot="5400000">
            <a:off x="8519160" y="3709005"/>
            <a:ext cx="685800" cy="182880"/>
          </a:xfrm>
          <a:prstGeom prst="triangle">
            <a:avLst/>
          </a:prstGeom>
          <a:solidFill>
            <a:schemeClr val="bg1">
              <a:lumMod val="85000"/>
            </a:schemeClr>
          </a:solidFill>
          <a:ln w="25400" cap="flat" cmpd="sng" algn="ctr">
            <a:noFill/>
            <a:prstDash val="solid"/>
          </a:ln>
          <a:effectLst/>
        </p:spPr>
        <p:txBody>
          <a:bodyPr rtlCol="0" anchor="ctr"/>
          <a:lstStyle/>
          <a:p>
            <a:pPr marL="0" marR="0" lvl="0" indent="0" algn="ctr" defTabSz="904693" rtl="0" eaLnBrk="1" fontAlgn="base" latinLnBrk="0" hangingPunct="1">
              <a:lnSpc>
                <a:spcPct val="100000"/>
              </a:lnSpc>
              <a:spcBef>
                <a:spcPct val="0"/>
              </a:spcBef>
              <a:spcAft>
                <a:spcPct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EYInterstate Light"/>
              <a:ea typeface="+mn-ea"/>
              <a:cs typeface="Arial" charset="0"/>
            </a:endParaRPr>
          </a:p>
        </p:txBody>
      </p:sp>
      <p:cxnSp>
        <p:nvCxnSpPr>
          <p:cNvPr id="88" name="Straight Arrow Connector 87">
            <a:extLst>
              <a:ext uri="{FF2B5EF4-FFF2-40B4-BE49-F238E27FC236}">
                <a16:creationId xmlns:a16="http://schemas.microsoft.com/office/drawing/2014/main" id="{5F6CF8FC-5C9E-DAC8-E4CF-8C9FBBF4255A}"/>
              </a:ext>
            </a:extLst>
          </p:cNvPr>
          <p:cNvCxnSpPr>
            <a:cxnSpLocks/>
          </p:cNvCxnSpPr>
          <p:nvPr/>
        </p:nvCxnSpPr>
        <p:spPr>
          <a:xfrm flipV="1">
            <a:off x="2300819" y="2142423"/>
            <a:ext cx="0" cy="3337560"/>
          </a:xfrm>
          <a:prstGeom prst="straightConnector1">
            <a:avLst/>
          </a:prstGeom>
          <a:ln w="12700">
            <a:solidFill>
              <a:srgbClr val="FFE600"/>
            </a:solidFill>
            <a:tailEnd type="triangle"/>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8E7F1B3C-6D1B-92FD-252F-C79D55B11A66}"/>
              </a:ext>
            </a:extLst>
          </p:cNvPr>
          <p:cNvCxnSpPr>
            <a:cxnSpLocks/>
          </p:cNvCxnSpPr>
          <p:nvPr/>
        </p:nvCxnSpPr>
        <p:spPr>
          <a:xfrm>
            <a:off x="3036150" y="2140441"/>
            <a:ext cx="0" cy="3337560"/>
          </a:xfrm>
          <a:prstGeom prst="straightConnector1">
            <a:avLst/>
          </a:prstGeom>
          <a:ln w="12700">
            <a:solidFill>
              <a:srgbClr val="FFE600"/>
            </a:solidFill>
            <a:tailEnd type="triangle"/>
          </a:ln>
        </p:spPr>
        <p:style>
          <a:lnRef idx="1">
            <a:schemeClr val="accent1"/>
          </a:lnRef>
          <a:fillRef idx="0">
            <a:schemeClr val="accent1"/>
          </a:fillRef>
          <a:effectRef idx="0">
            <a:schemeClr val="accent1"/>
          </a:effectRef>
          <a:fontRef idx="minor">
            <a:schemeClr val="tx1"/>
          </a:fontRef>
        </p:style>
      </p:cxnSp>
      <p:sp>
        <p:nvSpPr>
          <p:cNvPr id="83" name="Text Box 3">
            <a:extLst>
              <a:ext uri="{FF2B5EF4-FFF2-40B4-BE49-F238E27FC236}">
                <a16:creationId xmlns:a16="http://schemas.microsoft.com/office/drawing/2014/main" id="{4C68E88C-8D29-CA5B-D64C-4480E66F1D3B}"/>
              </a:ext>
            </a:extLst>
          </p:cNvPr>
          <p:cNvSpPr txBox="1">
            <a:spLocks noChangeArrowheads="1"/>
          </p:cNvSpPr>
          <p:nvPr/>
        </p:nvSpPr>
        <p:spPr bwMode="auto">
          <a:xfrm rot="16200000">
            <a:off x="929219" y="3576175"/>
            <a:ext cx="2743200" cy="365760"/>
          </a:xfrm>
          <a:prstGeom prst="rect">
            <a:avLst/>
          </a:prstGeom>
          <a:solidFill>
            <a:schemeClr val="bg1">
              <a:lumMod val="85000"/>
            </a:schemeClr>
          </a:solidFill>
          <a:ln w="9525">
            <a:noFill/>
            <a:miter lim="800000"/>
            <a:headEnd/>
            <a:tailEnd/>
          </a:ln>
        </p:spPr>
        <p:txBody>
          <a:bodyPr wrap="square" lIns="182880" tIns="91440" rIns="182880" bIns="91440" anchor="ctr" anchorCtr="0">
            <a:noAutofit/>
          </a:bodyPr>
          <a:lstStyle/>
          <a:p>
            <a:pPr marL="0" marR="0" lvl="0" indent="0" algn="ctr" defTabSz="904693" rtl="0" eaLnBrk="1" fontAlgn="base" latinLnBrk="0" hangingPunct="1">
              <a:lnSpc>
                <a:spcPct val="100000"/>
              </a:lnSpc>
              <a:spcBef>
                <a:spcPct val="0"/>
              </a:spcBef>
              <a:spcAft>
                <a:spcPct val="0"/>
              </a:spcAft>
              <a:buClrTx/>
              <a:buSzTx/>
              <a:buFontTx/>
              <a:buNone/>
              <a:tabLst/>
              <a:defRPr/>
            </a:pPr>
            <a:r>
              <a:rPr kumimoji="0" lang="en-US" sz="1200" b="1" i="0" u="none" strike="noStrike" kern="0" cap="none" spc="0" normalizeH="0" baseline="0" noProof="0">
                <a:ln>
                  <a:noFill/>
                </a:ln>
                <a:solidFill>
                  <a:srgbClr val="2E2E38"/>
                </a:solidFill>
                <a:effectLst/>
                <a:uLnTx/>
                <a:uFillTx/>
                <a:latin typeface="EYInterstate Light"/>
                <a:ea typeface="+mn-ea"/>
                <a:cs typeface="Arial" charset="0"/>
              </a:rPr>
              <a:t>Activity Automation Assessment</a:t>
            </a:r>
          </a:p>
        </p:txBody>
      </p:sp>
      <p:sp>
        <p:nvSpPr>
          <p:cNvPr id="86" name="Text Box 3">
            <a:extLst>
              <a:ext uri="{FF2B5EF4-FFF2-40B4-BE49-F238E27FC236}">
                <a16:creationId xmlns:a16="http://schemas.microsoft.com/office/drawing/2014/main" id="{B647DC6D-0CC1-06D8-6DB3-02C37285626E}"/>
              </a:ext>
            </a:extLst>
          </p:cNvPr>
          <p:cNvSpPr txBox="1">
            <a:spLocks noChangeArrowheads="1"/>
          </p:cNvSpPr>
          <p:nvPr/>
        </p:nvSpPr>
        <p:spPr bwMode="auto">
          <a:xfrm rot="16200000">
            <a:off x="1660320" y="3578874"/>
            <a:ext cx="2743200" cy="365760"/>
          </a:xfrm>
          <a:prstGeom prst="rect">
            <a:avLst/>
          </a:prstGeom>
          <a:solidFill>
            <a:schemeClr val="bg1">
              <a:lumMod val="85000"/>
            </a:schemeClr>
          </a:solidFill>
          <a:ln w="9525">
            <a:noFill/>
            <a:miter lim="800000"/>
            <a:headEnd/>
            <a:tailEnd/>
          </a:ln>
        </p:spPr>
        <p:txBody>
          <a:bodyPr wrap="square" lIns="182880" tIns="91440" rIns="182880" bIns="91440" anchor="ctr" anchorCtr="0">
            <a:noAutofit/>
          </a:bodyPr>
          <a:lstStyle/>
          <a:p>
            <a:pPr marL="0" marR="0" lvl="0" indent="0" algn="ctr" defTabSz="904693" rtl="0" eaLnBrk="1" fontAlgn="base" latinLnBrk="0" hangingPunct="1">
              <a:lnSpc>
                <a:spcPct val="100000"/>
              </a:lnSpc>
              <a:spcBef>
                <a:spcPct val="0"/>
              </a:spcBef>
              <a:spcAft>
                <a:spcPct val="0"/>
              </a:spcAft>
              <a:buClrTx/>
              <a:buSzTx/>
              <a:buFontTx/>
              <a:buNone/>
              <a:tabLst/>
              <a:defRPr/>
            </a:pPr>
            <a:r>
              <a:rPr kumimoji="0" lang="en-US" sz="1200" b="1" i="0" u="none" strike="noStrike" kern="0" cap="none" spc="0" normalizeH="0" baseline="0" noProof="0">
                <a:ln>
                  <a:noFill/>
                </a:ln>
                <a:solidFill>
                  <a:srgbClr val="2E2E38"/>
                </a:solidFill>
                <a:effectLst/>
                <a:uLnTx/>
                <a:uFillTx/>
                <a:latin typeface="EYInterstate Light"/>
                <a:ea typeface="+mn-ea"/>
                <a:cs typeface="Arial" charset="0"/>
              </a:rPr>
              <a:t>Activity Assessment</a:t>
            </a:r>
          </a:p>
        </p:txBody>
      </p:sp>
      <p:sp>
        <p:nvSpPr>
          <p:cNvPr id="114" name="Text Box 3">
            <a:extLst>
              <a:ext uri="{FF2B5EF4-FFF2-40B4-BE49-F238E27FC236}">
                <a16:creationId xmlns:a16="http://schemas.microsoft.com/office/drawing/2014/main" id="{356B5D0D-F49C-3355-0A6E-0C6E7A48AE9F}"/>
              </a:ext>
            </a:extLst>
          </p:cNvPr>
          <p:cNvSpPr txBox="1">
            <a:spLocks noChangeArrowheads="1"/>
          </p:cNvSpPr>
          <p:nvPr/>
        </p:nvSpPr>
        <p:spPr bwMode="auto">
          <a:xfrm>
            <a:off x="3672420" y="2148773"/>
            <a:ext cx="2057400" cy="3337560"/>
          </a:xfrm>
          <a:prstGeom prst="rect">
            <a:avLst/>
          </a:prstGeom>
          <a:solidFill>
            <a:srgbClr val="D9D9D9"/>
          </a:solidFill>
          <a:ln w="9525" cap="flat" cmpd="sng" algn="ctr">
            <a:noFill/>
            <a:prstDash val="solid"/>
            <a:headEnd/>
            <a:tailEnd/>
          </a:ln>
          <a:effectLst/>
        </p:spPr>
        <p:txBody>
          <a:bodyPr wrap="square" lIns="91440" tIns="45720" rIns="91440" bIns="45720" anchor="ctr">
            <a:noAutofit/>
          </a:bodyPr>
          <a:lstStyle/>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Current operating model and shared services locations</a:t>
            </a:r>
          </a:p>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Local practices and business requirements</a:t>
            </a:r>
          </a:p>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Response time requirements of work</a:t>
            </a:r>
            <a:endParaRPr kumimoji="0" lang="en-US" sz="1000" b="0" i="1" u="none" strike="noStrike" kern="0" cap="none" spc="0" normalizeH="0" baseline="0" noProof="0">
              <a:ln>
                <a:noFill/>
              </a:ln>
              <a:solidFill>
                <a:srgbClr val="2E2E38"/>
              </a:solidFill>
              <a:effectLst/>
              <a:uLnTx/>
              <a:uFillTx/>
              <a:latin typeface="EYInterstate Light"/>
              <a:ea typeface="+mn-ea"/>
              <a:cs typeface="Arial" charset="0"/>
            </a:endParaRPr>
          </a:p>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Degree of management control</a:t>
            </a:r>
          </a:p>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Scalability requirements</a:t>
            </a:r>
          </a:p>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Cost considerations</a:t>
            </a:r>
          </a:p>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Speed to implementation and degree of change required</a:t>
            </a:r>
          </a:p>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Acceptable level of risk</a:t>
            </a:r>
          </a:p>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Complexity vs. standardization</a:t>
            </a:r>
          </a:p>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Tools and application enablers</a:t>
            </a:r>
          </a:p>
          <a:p>
            <a:pPr marL="137160" marR="0" lvl="0" indent="-137160" algn="l" defTabSz="904693" rtl="0" eaLnBrk="1" fontAlgn="base" latinLnBrk="0" hangingPunct="1">
              <a:lnSpc>
                <a:spcPct val="100000"/>
              </a:lnSpc>
              <a:spcBef>
                <a:spcPct val="0"/>
              </a:spcBef>
              <a:spcAft>
                <a:spcPts val="300"/>
              </a:spcAft>
              <a:buClr>
                <a:srgbClr val="2E2E38"/>
              </a:buClr>
              <a:buSzTx/>
              <a:buFont typeface="EYInterstate" pitchFamily="2" charset="0"/>
              <a:buChar char="•"/>
              <a:tabLst/>
              <a:defRPr/>
            </a:pPr>
            <a:r>
              <a:rPr kumimoji="0" lang="en-US" sz="1000" b="0" i="0" u="none" strike="noStrike" kern="0" cap="none" spc="0" normalizeH="0" baseline="0" noProof="0">
                <a:ln>
                  <a:noFill/>
                </a:ln>
                <a:solidFill>
                  <a:srgbClr val="2E2E38"/>
                </a:solidFill>
                <a:effectLst/>
                <a:uLnTx/>
                <a:uFillTx/>
                <a:latin typeface="EYInterstate Light"/>
                <a:ea typeface="+mn-ea"/>
                <a:cs typeface="Arial" charset="0"/>
              </a:rPr>
              <a:t>Governance model</a:t>
            </a:r>
          </a:p>
        </p:txBody>
      </p:sp>
      <p:sp>
        <p:nvSpPr>
          <p:cNvPr id="115" name="Rectangle 44">
            <a:extLst>
              <a:ext uri="{FF2B5EF4-FFF2-40B4-BE49-F238E27FC236}">
                <a16:creationId xmlns:a16="http://schemas.microsoft.com/office/drawing/2014/main" id="{184B58CF-DF23-AFCF-7832-CC385ABC0338}"/>
              </a:ext>
            </a:extLst>
          </p:cNvPr>
          <p:cNvSpPr/>
          <p:nvPr/>
        </p:nvSpPr>
        <p:spPr bwMode="auto">
          <a:xfrm>
            <a:off x="5844540" y="2146769"/>
            <a:ext cx="2377440" cy="274320"/>
          </a:xfrm>
          <a:prstGeom prst="rect">
            <a:avLst/>
          </a:prstGeom>
          <a:noFill/>
          <a:ln w="12700" cap="flat" cmpd="sng" algn="ctr">
            <a:solidFill>
              <a:schemeClr val="bg1">
                <a:lumMod val="65000"/>
              </a:schemeClr>
            </a:solidFill>
            <a:prstDash val="solid"/>
          </a:ln>
          <a:effectLst/>
        </p:spPr>
        <p:txBody>
          <a:bodyPr lIns="91440" tIns="91440" rIns="91440" bIns="91440" anchor="ctr" anchorCtr="0"/>
          <a:lstStyle/>
          <a:p>
            <a:pPr marL="0" marR="0" lvl="0" indent="0" algn="ctr" defTabSz="904693" rtl="0" eaLnBrk="1" fontAlgn="base" latinLnBrk="0" hangingPunct="1">
              <a:lnSpc>
                <a:spcPct val="100000"/>
              </a:lnSpc>
              <a:spcBef>
                <a:spcPts val="0"/>
              </a:spcBef>
              <a:spcAft>
                <a:spcPts val="600"/>
              </a:spcAft>
              <a:buClrTx/>
              <a:buSzTx/>
              <a:buFontTx/>
              <a:buNone/>
              <a:tabLst/>
              <a:defRPr/>
            </a:pPr>
            <a:r>
              <a:rPr kumimoji="0" lang="en-US" sz="1050" b="1" i="0" u="none" strike="noStrike" kern="0" cap="none" spc="0" normalizeH="0" baseline="0" noProof="0">
                <a:ln>
                  <a:noFill/>
                </a:ln>
                <a:solidFill>
                  <a:prstClr val="white"/>
                </a:solidFill>
                <a:uLnTx/>
                <a:uFillTx/>
                <a:latin typeface="EYInterstate Light"/>
                <a:ea typeface="+mn-ea"/>
                <a:cs typeface="Arial" charset="0"/>
              </a:rPr>
              <a:t>Local / Region / Global</a:t>
            </a:r>
          </a:p>
        </p:txBody>
      </p:sp>
      <p:sp>
        <p:nvSpPr>
          <p:cNvPr id="117" name="Rectangle 44">
            <a:extLst>
              <a:ext uri="{FF2B5EF4-FFF2-40B4-BE49-F238E27FC236}">
                <a16:creationId xmlns:a16="http://schemas.microsoft.com/office/drawing/2014/main" id="{85D51518-13CF-6BE8-5D85-02575BE7F294}"/>
              </a:ext>
            </a:extLst>
          </p:cNvPr>
          <p:cNvSpPr/>
          <p:nvPr/>
        </p:nvSpPr>
        <p:spPr bwMode="auto">
          <a:xfrm>
            <a:off x="5848770" y="4937693"/>
            <a:ext cx="2377440" cy="548640"/>
          </a:xfrm>
          <a:prstGeom prst="rect">
            <a:avLst/>
          </a:prstGeom>
          <a:noFill/>
          <a:ln w="12700" cap="flat" cmpd="sng" algn="ctr">
            <a:solidFill>
              <a:schemeClr val="bg1">
                <a:lumMod val="65000"/>
              </a:schemeClr>
            </a:solidFill>
            <a:prstDash val="solid"/>
          </a:ln>
          <a:effectLst/>
        </p:spPr>
        <p:txBody>
          <a:bodyPr lIns="91440" tIns="91440" rIns="91440" bIns="91440" anchor="ctr" anchorCtr="0"/>
          <a:lstStyle/>
          <a:p>
            <a:pPr marL="0" marR="0" lvl="0" indent="0" algn="ctr" defTabSz="904693" rtl="0" eaLnBrk="1" fontAlgn="base"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prstClr val="white"/>
                </a:solidFill>
                <a:uLnTx/>
                <a:uFillTx/>
                <a:latin typeface="EYInterstate Light"/>
                <a:ea typeface="+mn-ea"/>
                <a:cs typeface="Arial" charset="0"/>
              </a:rPr>
              <a:t>Governance</a:t>
            </a:r>
          </a:p>
          <a:p>
            <a:pPr marL="137160" marR="0" lvl="0" indent="-137160" algn="l" defTabSz="904693" rtl="0" eaLnBrk="1" fontAlgn="base" latinLnBrk="0" hangingPunct="1">
              <a:lnSpc>
                <a:spcPct val="100000"/>
              </a:lnSpc>
              <a:spcBef>
                <a:spcPts val="200"/>
              </a:spcBef>
              <a:spcAft>
                <a:spcPts val="0"/>
              </a:spcAft>
              <a:buClr>
                <a:srgbClr val="FFE600"/>
              </a:buClr>
              <a:buSzTx/>
              <a:buFont typeface="EYInterstate" pitchFamily="2" charset="0"/>
              <a:buChar char="•"/>
              <a:tabLst/>
              <a:defRPr/>
            </a:pPr>
            <a:r>
              <a:rPr kumimoji="0" lang="en-US" sz="800" b="0" i="0" u="none" strike="noStrike" kern="0" cap="none" spc="0" normalizeH="0" baseline="0" noProof="0">
                <a:ln>
                  <a:noFill/>
                </a:ln>
                <a:solidFill>
                  <a:prstClr val="white"/>
                </a:solidFill>
                <a:uLnTx/>
                <a:uFillTx/>
                <a:latin typeface="EYInterstate Light"/>
                <a:ea typeface="+mn-ea"/>
                <a:cs typeface="Arial" charset="0"/>
              </a:rPr>
              <a:t>Key processes</a:t>
            </a:r>
          </a:p>
          <a:p>
            <a:pPr marL="137160" marR="0" lvl="0" indent="-137160" algn="l" defTabSz="904693" rtl="0" eaLnBrk="1" fontAlgn="base" latinLnBrk="0" hangingPunct="1">
              <a:lnSpc>
                <a:spcPct val="100000"/>
              </a:lnSpc>
              <a:spcBef>
                <a:spcPts val="200"/>
              </a:spcBef>
              <a:spcAft>
                <a:spcPts val="0"/>
              </a:spcAft>
              <a:buClr>
                <a:srgbClr val="FFE600"/>
              </a:buClr>
              <a:buSzTx/>
              <a:buFont typeface="EYInterstate" pitchFamily="2" charset="0"/>
              <a:buChar char="•"/>
              <a:tabLst/>
              <a:defRPr/>
            </a:pPr>
            <a:r>
              <a:rPr kumimoji="0" lang="en-US" sz="800" b="0" i="0" u="none" strike="noStrike" kern="0" cap="none" spc="0" normalizeH="0" baseline="0" noProof="0">
                <a:ln>
                  <a:noFill/>
                </a:ln>
                <a:solidFill>
                  <a:prstClr val="white"/>
                </a:solidFill>
                <a:uLnTx/>
                <a:uFillTx/>
                <a:latin typeface="EYInterstate Light"/>
                <a:ea typeface="+mn-ea"/>
                <a:cs typeface="Arial" charset="0"/>
              </a:rPr>
              <a:t>Organizational alternatives</a:t>
            </a:r>
          </a:p>
        </p:txBody>
      </p:sp>
      <p:sp>
        <p:nvSpPr>
          <p:cNvPr id="118" name="Rectangle 44">
            <a:extLst>
              <a:ext uri="{FF2B5EF4-FFF2-40B4-BE49-F238E27FC236}">
                <a16:creationId xmlns:a16="http://schemas.microsoft.com/office/drawing/2014/main" id="{0D354C51-3F6D-B25A-69A2-6DE80EC81718}"/>
              </a:ext>
            </a:extLst>
          </p:cNvPr>
          <p:cNvSpPr/>
          <p:nvPr/>
        </p:nvSpPr>
        <p:spPr bwMode="auto">
          <a:xfrm>
            <a:off x="5844540" y="4345378"/>
            <a:ext cx="2377440" cy="502920"/>
          </a:xfrm>
          <a:prstGeom prst="rect">
            <a:avLst/>
          </a:prstGeom>
          <a:noFill/>
          <a:ln w="12700" cap="flat" cmpd="sng" algn="ctr">
            <a:solidFill>
              <a:schemeClr val="bg1">
                <a:lumMod val="65000"/>
              </a:schemeClr>
            </a:solidFill>
            <a:prstDash val="solid"/>
          </a:ln>
          <a:effectLst/>
        </p:spPr>
        <p:txBody>
          <a:bodyPr lIns="91440" tIns="91440" rIns="91440" bIns="91440" anchor="ctr" anchorCtr="0"/>
          <a:lstStyle/>
          <a:p>
            <a:pPr marL="0" marR="0" lvl="0" indent="0" algn="ctr" defTabSz="904693" rtl="0" eaLnBrk="1" fontAlgn="base"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prstClr val="white"/>
                </a:solidFill>
                <a:uLnTx/>
                <a:uFillTx/>
                <a:latin typeface="EYInterstate Light"/>
                <a:ea typeface="+mn-ea"/>
                <a:cs typeface="Arial" charset="0"/>
              </a:rPr>
              <a:t>Hybrid</a:t>
            </a:r>
          </a:p>
          <a:p>
            <a:pPr marL="0" marR="0" lvl="0" indent="0" algn="ctr" defTabSz="904693" rtl="0" eaLnBrk="1" fontAlgn="base" latinLnBrk="0" hangingPunct="1">
              <a:lnSpc>
                <a:spcPct val="100000"/>
              </a:lnSpc>
              <a:spcBef>
                <a:spcPts val="200"/>
              </a:spcBef>
              <a:spcAft>
                <a:spcPts val="0"/>
              </a:spcAft>
              <a:buClrTx/>
              <a:buSzTx/>
              <a:buFontTx/>
              <a:buNone/>
              <a:tabLst/>
              <a:defRPr/>
            </a:pPr>
            <a:r>
              <a:rPr kumimoji="0" lang="en-IN" sz="700" b="0" i="1" u="none" strike="noStrike" kern="0" cap="none" spc="0" normalizeH="0" baseline="0" noProof="0">
                <a:ln>
                  <a:noFill/>
                </a:ln>
                <a:solidFill>
                  <a:prstClr val="white"/>
                </a:solidFill>
                <a:uLnTx/>
                <a:uFillTx/>
                <a:latin typeface="EYInterstate Light"/>
                <a:ea typeface="+mn-ea"/>
                <a:cs typeface="Arial" charset="0"/>
              </a:rPr>
              <a:t>(a combination of local in country, </a:t>
            </a:r>
            <a:br>
              <a:rPr kumimoji="0" lang="en-IN" sz="700" b="0" i="1" u="none" strike="noStrike" kern="0" cap="none" spc="0" normalizeH="0" baseline="0" noProof="0">
                <a:ln>
                  <a:noFill/>
                </a:ln>
                <a:solidFill>
                  <a:prstClr val="white"/>
                </a:solidFill>
                <a:uLnTx/>
                <a:uFillTx/>
                <a:latin typeface="EYInterstate Light"/>
                <a:ea typeface="+mn-ea"/>
                <a:cs typeface="Arial" charset="0"/>
              </a:rPr>
            </a:br>
            <a:r>
              <a:rPr kumimoji="0" lang="en-IN" sz="700" b="0" i="1" u="none" strike="noStrike" kern="0" cap="none" spc="0" normalizeH="0" baseline="0" noProof="0">
                <a:ln>
                  <a:noFill/>
                </a:ln>
                <a:solidFill>
                  <a:prstClr val="white"/>
                </a:solidFill>
                <a:uLnTx/>
                <a:uFillTx/>
                <a:latin typeface="EYInterstate Light"/>
                <a:ea typeface="+mn-ea"/>
                <a:cs typeface="Arial" charset="0"/>
              </a:rPr>
              <a:t>captive and outsourcing)</a:t>
            </a:r>
          </a:p>
        </p:txBody>
      </p:sp>
      <p:sp>
        <p:nvSpPr>
          <p:cNvPr id="120" name="Rectangle 48">
            <a:extLst>
              <a:ext uri="{FF2B5EF4-FFF2-40B4-BE49-F238E27FC236}">
                <a16:creationId xmlns:a16="http://schemas.microsoft.com/office/drawing/2014/main" id="{B2269F6C-3D34-FABA-E84C-0C7B26718C57}"/>
              </a:ext>
            </a:extLst>
          </p:cNvPr>
          <p:cNvSpPr/>
          <p:nvPr/>
        </p:nvSpPr>
        <p:spPr>
          <a:xfrm>
            <a:off x="5848770" y="2518624"/>
            <a:ext cx="2377440" cy="1737360"/>
          </a:xfrm>
          <a:prstGeom prst="rect">
            <a:avLst/>
          </a:prstGeom>
          <a:solidFill>
            <a:schemeClr val="bg1">
              <a:lumMod val="50000"/>
            </a:schemeClr>
          </a:solidFill>
          <a:ln w="25400" cap="flat" cmpd="sng" algn="ctr">
            <a:noFill/>
            <a:prstDash val="solid"/>
          </a:ln>
          <a:effectLst/>
        </p:spPr>
        <p:txBody>
          <a:bodyPr lIns="91440" tIns="64008" rIns="91440" bIns="0" rtlCol="0" anchor="t" anchorCtr="0"/>
          <a:lstStyle/>
          <a:p>
            <a:pPr marL="0" marR="0" lvl="0" indent="0" algn="ctr" defTabSz="904693" rtl="0" eaLnBrk="1" fontAlgn="base" latinLnBrk="0" hangingPunct="1">
              <a:lnSpc>
                <a:spcPct val="100000"/>
              </a:lnSpc>
              <a:spcBef>
                <a:spcPct val="0"/>
              </a:spcBef>
              <a:spcAft>
                <a:spcPct val="0"/>
              </a:spcAft>
              <a:buClr>
                <a:srgbClr val="646464"/>
              </a:buClr>
              <a:buSzTx/>
              <a:buFontTx/>
              <a:buNone/>
              <a:tabLst/>
              <a:defRPr/>
            </a:pPr>
            <a:r>
              <a:rPr kumimoji="0" lang="en-US" sz="1100" b="1" i="0" u="none" strike="noStrike" kern="0" cap="none" spc="0" normalizeH="0" baseline="0" noProof="0">
                <a:ln>
                  <a:noFill/>
                </a:ln>
                <a:solidFill>
                  <a:srgbClr val="FFE600"/>
                </a:solidFill>
                <a:effectLst/>
                <a:uLnTx/>
                <a:uFillTx/>
                <a:latin typeface="EYInterstate Light"/>
                <a:ea typeface="+mn-ea"/>
                <a:cs typeface="+mn-cs"/>
              </a:rPr>
              <a:t>Centralized Services</a:t>
            </a:r>
          </a:p>
        </p:txBody>
      </p:sp>
      <p:sp>
        <p:nvSpPr>
          <p:cNvPr id="123" name="Rectangle 44">
            <a:extLst>
              <a:ext uri="{FF2B5EF4-FFF2-40B4-BE49-F238E27FC236}">
                <a16:creationId xmlns:a16="http://schemas.microsoft.com/office/drawing/2014/main" id="{6438B05B-6CEB-3200-A300-181848CD1F7B}"/>
              </a:ext>
            </a:extLst>
          </p:cNvPr>
          <p:cNvSpPr/>
          <p:nvPr/>
        </p:nvSpPr>
        <p:spPr bwMode="auto">
          <a:xfrm>
            <a:off x="5981700" y="2838919"/>
            <a:ext cx="2103120" cy="548640"/>
          </a:xfrm>
          <a:prstGeom prst="rect">
            <a:avLst/>
          </a:prstGeom>
          <a:noFill/>
          <a:ln w="12700" cap="flat" cmpd="sng" algn="ctr">
            <a:solidFill>
              <a:srgbClr val="D9D9D9"/>
            </a:solidFill>
            <a:prstDash val="solid"/>
          </a:ln>
          <a:effectLst/>
        </p:spPr>
        <p:txBody>
          <a:bodyPr lIns="91440" tIns="91440" rIns="91440" bIns="91440" anchor="ctr" anchorCtr="0"/>
          <a:lstStyle/>
          <a:p>
            <a:pPr marL="0" marR="0" lvl="0" indent="0" algn="ctr" defTabSz="904693" rtl="0" eaLnBrk="1" fontAlgn="base"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prstClr val="white"/>
                </a:solidFill>
                <a:uLnTx/>
                <a:uFillTx/>
                <a:latin typeface="EYInterstate Light"/>
                <a:ea typeface="+mn-ea"/>
                <a:cs typeface="Arial" charset="0"/>
              </a:rPr>
              <a:t>Captive Cent. Services</a:t>
            </a:r>
          </a:p>
          <a:p>
            <a:pPr marL="137160" marR="0" lvl="0" indent="-137160" algn="l" defTabSz="904693" rtl="0" eaLnBrk="1" fontAlgn="base" latinLnBrk="0" hangingPunct="1">
              <a:lnSpc>
                <a:spcPct val="100000"/>
              </a:lnSpc>
              <a:spcBef>
                <a:spcPts val="200"/>
              </a:spcBef>
              <a:spcAft>
                <a:spcPts val="0"/>
              </a:spcAft>
              <a:buClr>
                <a:srgbClr val="FFE600"/>
              </a:buClr>
              <a:buSzTx/>
              <a:buFont typeface="EYInterstate" pitchFamily="2" charset="0"/>
              <a:buChar char="•"/>
              <a:tabLst/>
              <a:defRPr/>
            </a:pPr>
            <a:r>
              <a:rPr kumimoji="0" lang="en-IN" sz="800" b="0" i="0" u="none" strike="noStrike" kern="0" cap="none" spc="0" normalizeH="0" baseline="0" noProof="0">
                <a:ln>
                  <a:noFill/>
                </a:ln>
                <a:solidFill>
                  <a:prstClr val="white"/>
                </a:solidFill>
                <a:uLnTx/>
                <a:uFillTx/>
                <a:latin typeface="EYInterstate Light"/>
                <a:ea typeface="+mn-ea"/>
                <a:cs typeface="Arial" charset="0"/>
              </a:rPr>
              <a:t>Onshore vs. Offshore</a:t>
            </a:r>
          </a:p>
          <a:p>
            <a:pPr marL="137160" marR="0" lvl="0" indent="-137160" algn="l" defTabSz="904693" rtl="0" eaLnBrk="1" fontAlgn="base" latinLnBrk="0" hangingPunct="1">
              <a:lnSpc>
                <a:spcPct val="100000"/>
              </a:lnSpc>
              <a:spcBef>
                <a:spcPts val="200"/>
              </a:spcBef>
              <a:spcAft>
                <a:spcPts val="0"/>
              </a:spcAft>
              <a:buClr>
                <a:srgbClr val="FFE600"/>
              </a:buClr>
              <a:buSzTx/>
              <a:buFont typeface="EYInterstate" pitchFamily="2" charset="0"/>
              <a:buChar char="•"/>
              <a:tabLst/>
              <a:defRPr/>
            </a:pPr>
            <a:r>
              <a:rPr kumimoji="0" lang="en-IN" sz="800" b="0" i="0" u="none" strike="noStrike" kern="0" cap="none" spc="0" normalizeH="0" baseline="0" noProof="0">
                <a:ln>
                  <a:noFill/>
                </a:ln>
                <a:solidFill>
                  <a:prstClr val="white"/>
                </a:solidFill>
                <a:uLnTx/>
                <a:uFillTx/>
                <a:latin typeface="EYInterstate Light"/>
                <a:ea typeface="+mn-ea"/>
                <a:cs typeface="Arial" charset="0"/>
              </a:rPr>
              <a:t>Sites / Locations</a:t>
            </a:r>
          </a:p>
        </p:txBody>
      </p:sp>
      <p:sp>
        <p:nvSpPr>
          <p:cNvPr id="125" name="Rectangle 44">
            <a:extLst>
              <a:ext uri="{FF2B5EF4-FFF2-40B4-BE49-F238E27FC236}">
                <a16:creationId xmlns:a16="http://schemas.microsoft.com/office/drawing/2014/main" id="{552404BF-9810-8DB7-1DD1-5EF93E92F91C}"/>
              </a:ext>
            </a:extLst>
          </p:cNvPr>
          <p:cNvSpPr/>
          <p:nvPr/>
        </p:nvSpPr>
        <p:spPr bwMode="auto">
          <a:xfrm>
            <a:off x="5981700" y="3484751"/>
            <a:ext cx="2103120" cy="685800"/>
          </a:xfrm>
          <a:prstGeom prst="rect">
            <a:avLst/>
          </a:prstGeom>
          <a:noFill/>
          <a:ln w="12700" cap="flat" cmpd="sng" algn="ctr">
            <a:solidFill>
              <a:srgbClr val="D9D9D9"/>
            </a:solidFill>
            <a:prstDash val="solid"/>
          </a:ln>
          <a:effectLst/>
        </p:spPr>
        <p:txBody>
          <a:bodyPr lIns="91440" tIns="91440" rIns="91440" bIns="91440" anchor="ctr" anchorCtr="0"/>
          <a:lstStyle/>
          <a:p>
            <a:pPr marL="0" marR="0" lvl="0" indent="0" algn="ctr" defTabSz="904693" rtl="0" eaLnBrk="1" fontAlgn="base"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prstClr val="white"/>
                </a:solidFill>
                <a:uLnTx/>
                <a:uFillTx/>
                <a:latin typeface="EYInterstate Light"/>
                <a:ea typeface="+mn-ea"/>
                <a:cs typeface="Arial" charset="0"/>
              </a:rPr>
              <a:t>CoE</a:t>
            </a:r>
          </a:p>
          <a:p>
            <a:pPr marL="137160" marR="0" lvl="0" indent="-137160" algn="l" defTabSz="904693" rtl="0" eaLnBrk="1" fontAlgn="base" latinLnBrk="0" hangingPunct="1">
              <a:lnSpc>
                <a:spcPct val="100000"/>
              </a:lnSpc>
              <a:spcBef>
                <a:spcPts val="200"/>
              </a:spcBef>
              <a:spcAft>
                <a:spcPts val="0"/>
              </a:spcAft>
              <a:buClr>
                <a:srgbClr val="FFE600"/>
              </a:buClr>
              <a:buSzTx/>
              <a:buFont typeface="EYInterstate" pitchFamily="2" charset="0"/>
              <a:buChar char="•"/>
              <a:tabLst/>
              <a:defRPr/>
            </a:pPr>
            <a:r>
              <a:rPr kumimoji="0" lang="en-IN" sz="800" b="0" i="0" u="none" strike="noStrike" kern="0" cap="none" spc="0" normalizeH="0" baseline="0" noProof="0" dirty="0">
                <a:ln>
                  <a:noFill/>
                </a:ln>
                <a:solidFill>
                  <a:prstClr val="white"/>
                </a:solidFill>
                <a:uLnTx/>
                <a:uFillTx/>
                <a:latin typeface="EYInterstate Light"/>
                <a:ea typeface="+mn-ea"/>
                <a:cs typeface="Arial" charset="0"/>
              </a:rPr>
              <a:t>Onshore vs. Offshore</a:t>
            </a:r>
          </a:p>
          <a:p>
            <a:pPr marL="137160" marR="0" lvl="0" indent="-137160" algn="l" defTabSz="904693" rtl="0" eaLnBrk="1" fontAlgn="base" latinLnBrk="0" hangingPunct="1">
              <a:lnSpc>
                <a:spcPct val="100000"/>
              </a:lnSpc>
              <a:spcBef>
                <a:spcPts val="200"/>
              </a:spcBef>
              <a:spcAft>
                <a:spcPts val="0"/>
              </a:spcAft>
              <a:buClr>
                <a:srgbClr val="FFE600"/>
              </a:buClr>
              <a:buSzTx/>
              <a:buFont typeface="EYInterstate" pitchFamily="2" charset="0"/>
              <a:buChar char="•"/>
              <a:tabLst/>
              <a:defRPr/>
            </a:pPr>
            <a:r>
              <a:rPr kumimoji="0" lang="en-IN" sz="800" b="0" i="0" u="none" strike="noStrike" kern="0" cap="none" spc="0" normalizeH="0" baseline="0" noProof="0" dirty="0">
                <a:ln>
                  <a:noFill/>
                </a:ln>
                <a:solidFill>
                  <a:prstClr val="white"/>
                </a:solidFill>
                <a:uLnTx/>
                <a:uFillTx/>
                <a:latin typeface="EYInterstate Light"/>
                <a:ea typeface="+mn-ea"/>
                <a:cs typeface="Arial" charset="0"/>
              </a:rPr>
              <a:t>Locations</a:t>
            </a:r>
          </a:p>
          <a:p>
            <a:pPr marL="137160" marR="0" lvl="0" indent="-137160" algn="l" defTabSz="904693" rtl="0" eaLnBrk="1" fontAlgn="base" latinLnBrk="0" hangingPunct="1">
              <a:lnSpc>
                <a:spcPct val="100000"/>
              </a:lnSpc>
              <a:spcBef>
                <a:spcPts val="200"/>
              </a:spcBef>
              <a:spcAft>
                <a:spcPts val="0"/>
              </a:spcAft>
              <a:buClr>
                <a:srgbClr val="FFE600"/>
              </a:buClr>
              <a:buSzTx/>
              <a:buFont typeface="EYInterstate" pitchFamily="2" charset="0"/>
              <a:buChar char="•"/>
              <a:tabLst/>
              <a:defRPr/>
            </a:pPr>
            <a:r>
              <a:rPr kumimoji="0" lang="en-IN" sz="800" b="0" i="0" u="none" strike="noStrike" kern="0" cap="none" spc="0" normalizeH="0" baseline="0" noProof="0" dirty="0">
                <a:ln>
                  <a:noFill/>
                </a:ln>
                <a:solidFill>
                  <a:prstClr val="white"/>
                </a:solidFill>
                <a:uLnTx/>
                <a:uFillTx/>
                <a:latin typeface="EYInterstate Light"/>
                <a:ea typeface="+mn-ea"/>
                <a:cs typeface="Arial" charset="0"/>
              </a:rPr>
              <a:t>Specialized Capabilities</a:t>
            </a:r>
          </a:p>
        </p:txBody>
      </p:sp>
    </p:spTree>
    <p:extLst>
      <p:ext uri="{BB962C8B-B14F-4D97-AF65-F5344CB8AC3E}">
        <p14:creationId xmlns:p14="http://schemas.microsoft.com/office/powerpoint/2010/main" val="382939553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57C9AE-E550-AABB-6DDE-87F50816A18C}"/>
              </a:ext>
            </a:extLst>
          </p:cNvPr>
          <p:cNvSpPr>
            <a:spLocks noGrp="1"/>
          </p:cNvSpPr>
          <p:nvPr>
            <p:ph type="title"/>
          </p:nvPr>
        </p:nvSpPr>
        <p:spPr/>
        <p:txBody>
          <a:bodyPr/>
          <a:lstStyle/>
          <a:p>
            <a:r>
              <a:rPr lang="en-US"/>
              <a:t>RTR Process Taxonomy</a:t>
            </a:r>
            <a:endParaRPr lang="en-IN"/>
          </a:p>
        </p:txBody>
      </p:sp>
      <p:sp>
        <p:nvSpPr>
          <p:cNvPr id="5" name="Slide Number Placeholder 4">
            <a:extLst>
              <a:ext uri="{FF2B5EF4-FFF2-40B4-BE49-F238E27FC236}">
                <a16:creationId xmlns:a16="http://schemas.microsoft.com/office/drawing/2014/main" id="{1D8CA921-86C3-E45E-FA08-9EB7F8E37C6E}"/>
              </a:ext>
            </a:extLst>
          </p:cNvPr>
          <p:cNvSpPr>
            <a:spLocks noGrp="1"/>
          </p:cNvSpPr>
          <p:nvPr>
            <p:ph type="sldNum" sz="quarter" idx="12"/>
          </p:nvPr>
        </p:nvSpPr>
        <p:spPr/>
        <p:txBody>
          <a:bodyPr/>
          <a:lstStyle/>
          <a:p>
            <a:fld id="{94FCA0F3-9F3A-694B-99BB-0E592A797735}" type="slidenum">
              <a:rPr lang="en-US" smtClean="0"/>
              <a:t>67</a:t>
            </a:fld>
            <a:endParaRPr lang="en-US"/>
          </a:p>
        </p:txBody>
      </p:sp>
      <p:sp>
        <p:nvSpPr>
          <p:cNvPr id="6" name="Date Placeholder 5">
            <a:extLst>
              <a:ext uri="{FF2B5EF4-FFF2-40B4-BE49-F238E27FC236}">
                <a16:creationId xmlns:a16="http://schemas.microsoft.com/office/drawing/2014/main" id="{A986F216-BE2F-4B65-626F-77BFE3D95597}"/>
              </a:ext>
            </a:extLst>
          </p:cNvPr>
          <p:cNvSpPr>
            <a:spLocks noGrp="1"/>
          </p:cNvSpPr>
          <p:nvPr>
            <p:ph type="dt" sz="half" idx="10"/>
          </p:nvPr>
        </p:nvSpPr>
        <p:spPr/>
        <p:txBody>
          <a:bodyPr/>
          <a:lstStyle/>
          <a:p>
            <a:fld id="{35DE80A4-11C3-4773-BF21-728A0EFCA188}" type="datetime1">
              <a:rPr lang="en-US" smtClean="0"/>
              <a:t>9/19/2025</a:t>
            </a:fld>
            <a:endParaRPr lang="en-US"/>
          </a:p>
        </p:txBody>
      </p:sp>
      <p:sp>
        <p:nvSpPr>
          <p:cNvPr id="8" name="SmartArt Placeholder 7">
            <a:extLst>
              <a:ext uri="{FF2B5EF4-FFF2-40B4-BE49-F238E27FC236}">
                <a16:creationId xmlns:a16="http://schemas.microsoft.com/office/drawing/2014/main" id="{CF1070EE-5D9C-C050-3AD4-541ECE90BF62}"/>
              </a:ext>
            </a:extLst>
          </p:cNvPr>
          <p:cNvSpPr>
            <a:spLocks noGrp="1"/>
          </p:cNvSpPr>
          <p:nvPr>
            <p:ph type="dgm" sz="quarter" idx="17"/>
          </p:nvPr>
        </p:nvSpPr>
        <p:spPr/>
        <p:txBody>
          <a:bodyPr/>
          <a:lstStyle/>
          <a:p>
            <a:endParaRPr lang="en-IN"/>
          </a:p>
        </p:txBody>
      </p:sp>
      <p:sp>
        <p:nvSpPr>
          <p:cNvPr id="9" name="Rectangle: Top Corners Rounded 8">
            <a:extLst>
              <a:ext uri="{FF2B5EF4-FFF2-40B4-BE49-F238E27FC236}">
                <a16:creationId xmlns:a16="http://schemas.microsoft.com/office/drawing/2014/main" id="{849ACC79-50CB-E12F-EE11-9944BE27E6D1}"/>
              </a:ext>
            </a:extLst>
          </p:cNvPr>
          <p:cNvSpPr/>
          <p:nvPr/>
        </p:nvSpPr>
        <p:spPr>
          <a:xfrm>
            <a:off x="1003679" y="1469407"/>
            <a:ext cx="10515600" cy="555396"/>
          </a:xfrm>
          <a:prstGeom prst="round2SameRect">
            <a:avLst/>
          </a:prstGeom>
          <a:solidFill>
            <a:srgbClr val="2CAB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a:ln>
                <a:noFill/>
              </a:ln>
              <a:solidFill>
                <a:srgbClr val="FFFFFF"/>
              </a:solidFill>
              <a:effectLst/>
              <a:uLnTx/>
              <a:uFillTx/>
              <a:latin typeface="Arial" panose="020B0604020202020204"/>
              <a:ea typeface="+mn-ea"/>
              <a:cs typeface="+mn-cs"/>
              <a:sym typeface="+mn-lt"/>
            </a:endParaRPr>
          </a:p>
        </p:txBody>
      </p:sp>
      <p:graphicFrame>
        <p:nvGraphicFramePr>
          <p:cNvPr id="10" name="Table 9">
            <a:extLst>
              <a:ext uri="{FF2B5EF4-FFF2-40B4-BE49-F238E27FC236}">
                <a16:creationId xmlns:a16="http://schemas.microsoft.com/office/drawing/2014/main" id="{F90C637D-E0F1-ECEC-5691-60211FC6ADCB}"/>
              </a:ext>
            </a:extLst>
          </p:cNvPr>
          <p:cNvGraphicFramePr>
            <a:graphicFrameLocks noGrp="1"/>
          </p:cNvGraphicFramePr>
          <p:nvPr>
            <p:extLst>
              <p:ext uri="{D42A27DB-BD31-4B8C-83A1-F6EECF244321}">
                <p14:modId xmlns:p14="http://schemas.microsoft.com/office/powerpoint/2010/main" val="1767897499"/>
              </p:ext>
            </p:extLst>
          </p:nvPr>
        </p:nvGraphicFramePr>
        <p:xfrm>
          <a:off x="1006640" y="1522650"/>
          <a:ext cx="10515603" cy="4431307"/>
        </p:xfrm>
        <a:graphic>
          <a:graphicData uri="http://schemas.openxmlformats.org/drawingml/2006/table">
            <a:tbl>
              <a:tblPr bandRow="1"/>
              <a:tblGrid>
                <a:gridCol w="1502229">
                  <a:extLst>
                    <a:ext uri="{9D8B030D-6E8A-4147-A177-3AD203B41FA5}">
                      <a16:colId xmlns:a16="http://schemas.microsoft.com/office/drawing/2014/main" val="1306297417"/>
                    </a:ext>
                  </a:extLst>
                </a:gridCol>
                <a:gridCol w="1502229">
                  <a:extLst>
                    <a:ext uri="{9D8B030D-6E8A-4147-A177-3AD203B41FA5}">
                      <a16:colId xmlns:a16="http://schemas.microsoft.com/office/drawing/2014/main" val="4279304755"/>
                    </a:ext>
                  </a:extLst>
                </a:gridCol>
                <a:gridCol w="1502229">
                  <a:extLst>
                    <a:ext uri="{9D8B030D-6E8A-4147-A177-3AD203B41FA5}">
                      <a16:colId xmlns:a16="http://schemas.microsoft.com/office/drawing/2014/main" val="1105175285"/>
                    </a:ext>
                  </a:extLst>
                </a:gridCol>
                <a:gridCol w="1502229">
                  <a:extLst>
                    <a:ext uri="{9D8B030D-6E8A-4147-A177-3AD203B41FA5}">
                      <a16:colId xmlns:a16="http://schemas.microsoft.com/office/drawing/2014/main" val="1455867694"/>
                    </a:ext>
                  </a:extLst>
                </a:gridCol>
                <a:gridCol w="1502229">
                  <a:extLst>
                    <a:ext uri="{9D8B030D-6E8A-4147-A177-3AD203B41FA5}">
                      <a16:colId xmlns:a16="http://schemas.microsoft.com/office/drawing/2014/main" val="3663436454"/>
                    </a:ext>
                  </a:extLst>
                </a:gridCol>
                <a:gridCol w="1502229">
                  <a:extLst>
                    <a:ext uri="{9D8B030D-6E8A-4147-A177-3AD203B41FA5}">
                      <a16:colId xmlns:a16="http://schemas.microsoft.com/office/drawing/2014/main" val="1380378398"/>
                    </a:ext>
                  </a:extLst>
                </a:gridCol>
                <a:gridCol w="1502229">
                  <a:extLst>
                    <a:ext uri="{9D8B030D-6E8A-4147-A177-3AD203B41FA5}">
                      <a16:colId xmlns:a16="http://schemas.microsoft.com/office/drawing/2014/main" val="2077521732"/>
                    </a:ext>
                  </a:extLst>
                </a:gridCol>
              </a:tblGrid>
              <a:tr h="512064">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fontAlgn="b"/>
                      <a:r>
                        <a:rPr lang="en-US" sz="900" b="1" i="0" u="none" strike="noStrike">
                          <a:solidFill>
                            <a:schemeClr val="bg1"/>
                          </a:solidFill>
                          <a:effectLst/>
                          <a:latin typeface="+mn-lt"/>
                        </a:rPr>
                        <a:t>Maintain accounting master data</a:t>
                      </a:r>
                    </a:p>
                  </a:txBody>
                  <a:tcPr marL="6350" marR="6350" marT="6350" marB="0" anchor="ctr">
                    <a:lnL w="3175" cap="flat" cmpd="sng" algn="ctr">
                      <a:no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3175" cap="flat" cmpd="sng" algn="ctr">
                      <a:noFill/>
                      <a:prstDash val="solid"/>
                      <a:round/>
                      <a:headEnd type="none" w="med" len="med"/>
                      <a:tailEnd type="none" w="med" len="med"/>
                    </a:lnT>
                    <a:lnB w="12700"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fontAlgn="b"/>
                      <a:r>
                        <a:rPr lang="en-US" sz="900" b="1" i="0" u="none" strike="noStrike">
                          <a:solidFill>
                            <a:schemeClr val="bg1"/>
                          </a:solidFill>
                          <a:effectLst/>
                          <a:latin typeface="+mn-lt"/>
                        </a:rPr>
                        <a:t>Manage policy &amp; procedures </a:t>
                      </a:r>
                    </a:p>
                  </a:txBody>
                  <a:tcPr marL="6350" marR="6350" marT="6350" marB="0" anchor="ctr">
                    <a:lnL w="12700" cap="flat" cmpd="sng" algn="ctr">
                      <a:solidFill>
                        <a:srgbClr val="FFFFFF">
                          <a:lumMod val="85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3175" cap="flat" cmpd="sng" algn="ctr">
                      <a:noFill/>
                      <a:prstDash val="solid"/>
                      <a:round/>
                      <a:headEnd type="none" w="med" len="med"/>
                      <a:tailEnd type="none" w="med" len="med"/>
                    </a:lnT>
                    <a:lnB w="12700"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fontAlgn="b"/>
                      <a:r>
                        <a:rPr lang="en-US" sz="900" b="1" i="0" u="none" strike="noStrike">
                          <a:solidFill>
                            <a:schemeClr val="bg1"/>
                          </a:solidFill>
                          <a:effectLst/>
                          <a:latin typeface="+mn-lt"/>
                        </a:rPr>
                        <a:t>Perform general accounting</a:t>
                      </a:r>
                    </a:p>
                  </a:txBody>
                  <a:tcPr marL="6350" marR="6350" marT="6350" marB="0" anchor="ctr">
                    <a:lnL w="12700" cap="flat" cmpd="sng" algn="ctr">
                      <a:solidFill>
                        <a:srgbClr val="FFFFFF">
                          <a:lumMod val="85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3175" cap="flat" cmpd="sng" algn="ctr">
                      <a:noFill/>
                      <a:prstDash val="solid"/>
                      <a:round/>
                      <a:headEnd type="none" w="med" len="med"/>
                      <a:tailEnd type="none" w="med" len="med"/>
                    </a:lnT>
                    <a:lnB w="12700"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fontAlgn="b"/>
                      <a:r>
                        <a:rPr lang="en-US" sz="900" b="1" i="0" u="none" strike="noStrike">
                          <a:solidFill>
                            <a:schemeClr val="bg1"/>
                          </a:solidFill>
                          <a:effectLst/>
                          <a:latin typeface="+mn-lt"/>
                        </a:rPr>
                        <a:t>Perform fixed asset accounting </a:t>
                      </a:r>
                    </a:p>
                  </a:txBody>
                  <a:tcPr marL="6350" marR="6350" marT="6350" marB="0" anchor="ctr">
                    <a:lnL w="12700" cap="flat" cmpd="sng" algn="ctr">
                      <a:solidFill>
                        <a:srgbClr val="FFFFFF">
                          <a:lumMod val="85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3175" cap="flat" cmpd="sng" algn="ctr">
                      <a:noFill/>
                      <a:prstDash val="solid"/>
                      <a:round/>
                      <a:headEnd type="none" w="med" len="med"/>
                      <a:tailEnd type="none" w="med" len="med"/>
                    </a:lnT>
                    <a:lnB w="12700"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fontAlgn="b"/>
                      <a:r>
                        <a:rPr lang="en-US" sz="900" b="1" i="0" u="none" strike="noStrike">
                          <a:solidFill>
                            <a:schemeClr val="bg1"/>
                          </a:solidFill>
                          <a:effectLst/>
                          <a:latin typeface="+mn-lt"/>
                        </a:rPr>
                        <a:t>Perform cost management &amp; control </a:t>
                      </a:r>
                    </a:p>
                  </a:txBody>
                  <a:tcPr marL="6350" marR="6350" marT="6350" marB="0" anchor="ctr">
                    <a:lnL w="12700" cap="flat" cmpd="sng" algn="ctr">
                      <a:solidFill>
                        <a:srgbClr val="FFFFFF">
                          <a:lumMod val="85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3175" cap="flat" cmpd="sng" algn="ctr">
                      <a:noFill/>
                      <a:prstDash val="solid"/>
                      <a:round/>
                      <a:headEnd type="none" w="med" len="med"/>
                      <a:tailEnd type="none" w="med" len="med"/>
                    </a:lnT>
                    <a:lnB w="12700"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fontAlgn="b"/>
                      <a:r>
                        <a:rPr lang="en-US" sz="900" b="1" i="0" u="none" strike="noStrike">
                          <a:solidFill>
                            <a:schemeClr val="bg1"/>
                          </a:solidFill>
                          <a:effectLst/>
                          <a:latin typeface="+mn-lt"/>
                        </a:rPr>
                        <a:t>Perform financial </a:t>
                      </a:r>
                    </a:p>
                    <a:p>
                      <a:pPr algn="ctr" fontAlgn="b"/>
                      <a:r>
                        <a:rPr lang="en-US" sz="900" b="1" i="0" u="none" strike="noStrike">
                          <a:solidFill>
                            <a:schemeClr val="bg1"/>
                          </a:solidFill>
                          <a:effectLst/>
                          <a:latin typeface="+mn-lt"/>
                        </a:rPr>
                        <a:t>reporting</a:t>
                      </a:r>
                    </a:p>
                  </a:txBody>
                  <a:tcPr marL="6350" marR="6350" marT="6350" marB="0" anchor="ctr">
                    <a:lnL w="12700" cap="flat" cmpd="sng" algn="ctr">
                      <a:solidFill>
                        <a:srgbClr val="FFFFFF">
                          <a:lumMod val="85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3175" cap="flat" cmpd="sng" algn="ctr">
                      <a:noFill/>
                      <a:prstDash val="solid"/>
                      <a:round/>
                      <a:headEnd type="none" w="med" len="med"/>
                      <a:tailEnd type="none" w="med" len="med"/>
                    </a:lnT>
                    <a:lnB w="12700"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fontAlgn="b"/>
                      <a:r>
                        <a:rPr lang="en-US" sz="900" b="1" i="0" u="none" strike="noStrike">
                          <a:solidFill>
                            <a:schemeClr val="bg1"/>
                          </a:solidFill>
                          <a:effectLst/>
                          <a:latin typeface="+mn-lt"/>
                        </a:rPr>
                        <a:t>Manage project </a:t>
                      </a:r>
                    </a:p>
                    <a:p>
                      <a:pPr algn="ctr" fontAlgn="b"/>
                      <a:r>
                        <a:rPr lang="en-US" sz="900" b="1" i="0" u="none" strike="noStrike">
                          <a:solidFill>
                            <a:schemeClr val="bg1"/>
                          </a:solidFill>
                          <a:effectLst/>
                          <a:latin typeface="+mn-lt"/>
                        </a:rPr>
                        <a:t>accounting</a:t>
                      </a:r>
                    </a:p>
                  </a:txBody>
                  <a:tcPr marL="6350" marR="6350" marT="6350" marB="0" anchor="ctr">
                    <a:lnL w="12700" cap="flat" cmpd="sng" algn="ctr">
                      <a:solidFill>
                        <a:srgbClr val="FFFFFF">
                          <a:lumMod val="85000"/>
                        </a:srgbClr>
                      </a:solid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2379125"/>
                  </a:ext>
                </a:extLst>
              </a:tr>
              <a:tr h="3919243">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ctr" defTabSz="685434" rtl="0" eaLnBrk="1" fontAlgn="b" latinLnBrk="0" hangingPunct="1"/>
                      <a:endParaRPr lang="en-US" sz="1000" b="0" i="0" u="none" strike="noStrike" kern="1200">
                        <a:solidFill>
                          <a:schemeClr val="tx1"/>
                        </a:solidFill>
                        <a:effectLst/>
                        <a:latin typeface="+mn-lt"/>
                        <a:ea typeface="+mn-ea"/>
                        <a:cs typeface="+mn-cs"/>
                      </a:endParaRPr>
                    </a:p>
                  </a:txBody>
                  <a:tcPr marL="6350" marR="6350" marT="6350" marB="0">
                    <a:lnL w="3175" cap="flat" cmpd="sng" algn="ctr">
                      <a:no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12700" cap="flat" cmpd="sng" algn="ctr">
                      <a:solidFill>
                        <a:srgbClr val="FFFFFF">
                          <a:lumMod val="85000"/>
                        </a:srgb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ctr" defTabSz="685434" rtl="0" eaLnBrk="1" fontAlgn="b" latinLnBrk="0" hangingPunct="1"/>
                      <a:endParaRPr lang="en-US" sz="1000" b="0" i="0" u="none" strike="noStrike" kern="1200">
                        <a:solidFill>
                          <a:schemeClr val="tx1"/>
                        </a:solidFill>
                        <a:effectLst/>
                        <a:latin typeface="+mn-lt"/>
                        <a:ea typeface="+mn-ea"/>
                        <a:cs typeface="+mn-cs"/>
                      </a:endParaRPr>
                    </a:p>
                  </a:txBody>
                  <a:tcPr marL="6350" marR="6350" marT="6350" marB="0">
                    <a:lnL w="12700" cap="flat" cmpd="sng" algn="ctr">
                      <a:solidFill>
                        <a:srgbClr val="FFFFFF">
                          <a:lumMod val="85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12700" cap="flat" cmpd="sng" algn="ctr">
                      <a:solidFill>
                        <a:srgbClr val="FFFFFF">
                          <a:lumMod val="85000"/>
                        </a:srgb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ctr" defTabSz="685434" rtl="0" eaLnBrk="1" fontAlgn="b" latinLnBrk="0" hangingPunct="1"/>
                      <a:endParaRPr lang="en-US" sz="1000" b="0" i="0" u="none" strike="noStrike" kern="1200">
                        <a:solidFill>
                          <a:schemeClr val="tx1"/>
                        </a:solidFill>
                        <a:effectLst/>
                        <a:latin typeface="+mn-lt"/>
                        <a:ea typeface="+mn-ea"/>
                        <a:cs typeface="+mn-cs"/>
                      </a:endParaRPr>
                    </a:p>
                  </a:txBody>
                  <a:tcPr marL="6350" marR="6350" marT="6350" marB="0">
                    <a:lnL w="12700" cap="flat" cmpd="sng" algn="ctr">
                      <a:solidFill>
                        <a:srgbClr val="FFFFFF">
                          <a:lumMod val="85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12700" cap="flat" cmpd="sng" algn="ctr">
                      <a:solidFill>
                        <a:srgbClr val="FFFFFF">
                          <a:lumMod val="85000"/>
                        </a:srgb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ctr" defTabSz="685434" rtl="0" eaLnBrk="1" fontAlgn="b" latinLnBrk="0" hangingPunct="1"/>
                      <a:endParaRPr lang="en-US" sz="1000" b="0" i="0" u="none" strike="noStrike" kern="1200">
                        <a:solidFill>
                          <a:schemeClr val="tx1"/>
                        </a:solidFill>
                        <a:effectLst/>
                        <a:latin typeface="+mn-lt"/>
                        <a:ea typeface="+mn-ea"/>
                        <a:cs typeface="+mn-cs"/>
                      </a:endParaRPr>
                    </a:p>
                  </a:txBody>
                  <a:tcPr marL="6350" marR="6350" marT="6350" marB="0">
                    <a:lnL w="12700" cap="flat" cmpd="sng" algn="ctr">
                      <a:solidFill>
                        <a:srgbClr val="FFFFFF">
                          <a:lumMod val="85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12700" cap="flat" cmpd="sng" algn="ctr">
                      <a:solidFill>
                        <a:srgbClr val="FFFFFF">
                          <a:lumMod val="85000"/>
                        </a:srgb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ctr" defTabSz="685434" rtl="0" eaLnBrk="1" fontAlgn="b" latinLnBrk="0" hangingPunct="1"/>
                      <a:endParaRPr lang="en-US" sz="1000" b="0" i="0" u="none" strike="noStrike" kern="1200">
                        <a:solidFill>
                          <a:schemeClr val="tx1"/>
                        </a:solidFill>
                        <a:effectLst/>
                        <a:latin typeface="+mn-lt"/>
                        <a:ea typeface="+mn-ea"/>
                        <a:cs typeface="+mn-cs"/>
                      </a:endParaRPr>
                    </a:p>
                  </a:txBody>
                  <a:tcPr marL="6350" marR="6350" marT="6350" marB="0">
                    <a:lnL w="12700" cap="flat" cmpd="sng" algn="ctr">
                      <a:solidFill>
                        <a:srgbClr val="FFFFFF">
                          <a:lumMod val="85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12700" cap="flat" cmpd="sng" algn="ctr">
                      <a:solidFill>
                        <a:srgbClr val="FFFFFF">
                          <a:lumMod val="85000"/>
                        </a:srgb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ctr" defTabSz="685434" rtl="0" eaLnBrk="1" fontAlgn="b" latinLnBrk="0" hangingPunct="1"/>
                      <a:endParaRPr lang="en-US" sz="1000" b="0" i="0" u="none" strike="noStrike" kern="1200">
                        <a:solidFill>
                          <a:schemeClr val="tx1"/>
                        </a:solidFill>
                        <a:effectLst/>
                        <a:latin typeface="+mn-lt"/>
                        <a:ea typeface="+mn-ea"/>
                        <a:cs typeface="+mn-cs"/>
                      </a:endParaRPr>
                    </a:p>
                  </a:txBody>
                  <a:tcPr marL="6350" marR="6350" marT="6350" marB="0">
                    <a:lnL w="12700" cap="flat" cmpd="sng" algn="ctr">
                      <a:solidFill>
                        <a:srgbClr val="FFFFFF">
                          <a:lumMod val="85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12700" cap="flat" cmpd="sng" algn="ctr">
                      <a:solidFill>
                        <a:srgbClr val="FFFFFF">
                          <a:lumMod val="85000"/>
                        </a:srgb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ctr" defTabSz="685434" rtl="0" eaLnBrk="1" fontAlgn="b" latinLnBrk="0" hangingPunct="1"/>
                      <a:endParaRPr lang="en-US" sz="1000" b="0" i="0" u="none" strike="noStrike" kern="1200">
                        <a:solidFill>
                          <a:schemeClr val="tx1"/>
                        </a:solidFill>
                        <a:effectLst/>
                        <a:latin typeface="+mn-lt"/>
                        <a:ea typeface="+mn-ea"/>
                        <a:cs typeface="+mn-cs"/>
                      </a:endParaRPr>
                    </a:p>
                  </a:txBody>
                  <a:tcPr marL="6350" marR="6350" marT="6350" marB="0">
                    <a:lnL w="12700" cap="flat" cmpd="sng" algn="ctr">
                      <a:solidFill>
                        <a:srgbClr val="FFFFFF">
                          <a:lumMod val="85000"/>
                        </a:srgb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lumMod val="85000"/>
                        </a:srgb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8770295"/>
                  </a:ext>
                </a:extLst>
              </a:tr>
            </a:tbl>
          </a:graphicData>
        </a:graphic>
      </p:graphicFrame>
      <p:sp>
        <p:nvSpPr>
          <p:cNvPr id="11" name="TextBox 10">
            <a:extLst>
              <a:ext uri="{FF2B5EF4-FFF2-40B4-BE49-F238E27FC236}">
                <a16:creationId xmlns:a16="http://schemas.microsoft.com/office/drawing/2014/main" id="{02F4CEAA-9397-01A3-4F95-515022D74A00}"/>
              </a:ext>
            </a:extLst>
          </p:cNvPr>
          <p:cNvSpPr txBox="1"/>
          <p:nvPr/>
        </p:nvSpPr>
        <p:spPr>
          <a:xfrm>
            <a:off x="279362" y="1443240"/>
            <a:ext cx="365760" cy="548640"/>
          </a:xfrm>
          <a:prstGeom prst="rect">
            <a:avLst/>
          </a:prstGeom>
          <a:solidFill>
            <a:srgbClr val="2CABFF"/>
          </a:solidFill>
          <a:ln>
            <a:noFill/>
          </a:ln>
        </p:spPr>
        <p:txBody>
          <a:bodyPr wrap="square" rtlCol="0" anchor="ctr" anchorCtr="0">
            <a:noAutofit/>
          </a:bodyPr>
          <a:lstStyle/>
          <a:p>
            <a:pPr algn="ctr">
              <a:defRPr/>
            </a:pPr>
            <a:r>
              <a:rPr lang="en-US" sz="1200" b="1">
                <a:solidFill>
                  <a:srgbClr val="FFFFFF"/>
                </a:solidFill>
                <a:latin typeface="Arial" panose="020B0604020202020204"/>
              </a:rPr>
              <a:t>L3</a:t>
            </a:r>
          </a:p>
        </p:txBody>
      </p:sp>
      <p:sp>
        <p:nvSpPr>
          <p:cNvPr id="12" name="Rectangle 58">
            <a:extLst>
              <a:ext uri="{FF2B5EF4-FFF2-40B4-BE49-F238E27FC236}">
                <a16:creationId xmlns:a16="http://schemas.microsoft.com/office/drawing/2014/main" id="{3C7866E1-1929-FA97-389C-730BA5AA4C35}"/>
              </a:ext>
            </a:extLst>
          </p:cNvPr>
          <p:cNvSpPr>
            <a:spLocks/>
          </p:cNvSpPr>
          <p:nvPr/>
        </p:nvSpPr>
        <p:spPr bwMode="auto">
          <a:xfrm>
            <a:off x="1077982" y="207242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Design accounting master data structure</a:t>
            </a:r>
          </a:p>
        </p:txBody>
      </p:sp>
      <p:sp>
        <p:nvSpPr>
          <p:cNvPr id="13" name="Rectangle 58">
            <a:extLst>
              <a:ext uri="{FF2B5EF4-FFF2-40B4-BE49-F238E27FC236}">
                <a16:creationId xmlns:a16="http://schemas.microsoft.com/office/drawing/2014/main" id="{98B3960F-C8D1-6EFA-9BCE-046CDC66854D}"/>
              </a:ext>
            </a:extLst>
          </p:cNvPr>
          <p:cNvSpPr>
            <a:spLocks/>
          </p:cNvSpPr>
          <p:nvPr/>
        </p:nvSpPr>
        <p:spPr bwMode="auto">
          <a:xfrm>
            <a:off x="1077982" y="245069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Establish, maintain, and communicate accounting master data policies and procedures</a:t>
            </a:r>
          </a:p>
        </p:txBody>
      </p:sp>
      <p:sp>
        <p:nvSpPr>
          <p:cNvPr id="14" name="Rectangle 58">
            <a:extLst>
              <a:ext uri="{FF2B5EF4-FFF2-40B4-BE49-F238E27FC236}">
                <a16:creationId xmlns:a16="http://schemas.microsoft.com/office/drawing/2014/main" id="{C6F497FF-917D-5B63-4000-AB067DB8FB10}"/>
              </a:ext>
            </a:extLst>
          </p:cNvPr>
          <p:cNvSpPr>
            <a:spLocks/>
          </p:cNvSpPr>
          <p:nvPr/>
        </p:nvSpPr>
        <p:spPr bwMode="auto">
          <a:xfrm>
            <a:off x="1077982" y="2828968"/>
            <a:ext cx="1342946" cy="301307"/>
          </a:xfrm>
          <a:prstGeom prst="rect">
            <a:avLst/>
          </a:prstGeom>
          <a:solidFill>
            <a:srgbClr val="0090A0"/>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Update / maintain accounting master data</a:t>
            </a:r>
          </a:p>
        </p:txBody>
      </p:sp>
      <p:sp>
        <p:nvSpPr>
          <p:cNvPr id="15" name="Rectangle 58">
            <a:extLst>
              <a:ext uri="{FF2B5EF4-FFF2-40B4-BE49-F238E27FC236}">
                <a16:creationId xmlns:a16="http://schemas.microsoft.com/office/drawing/2014/main" id="{273C65CE-CD0B-39BB-AAA3-4259CB35AFDC}"/>
              </a:ext>
            </a:extLst>
          </p:cNvPr>
          <p:cNvSpPr>
            <a:spLocks/>
          </p:cNvSpPr>
          <p:nvPr/>
        </p:nvSpPr>
        <p:spPr bwMode="auto">
          <a:xfrm>
            <a:off x="2600649" y="207242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Negotiate service-level agreements</a:t>
            </a:r>
          </a:p>
        </p:txBody>
      </p:sp>
      <p:sp>
        <p:nvSpPr>
          <p:cNvPr id="16" name="Rectangle 58">
            <a:extLst>
              <a:ext uri="{FF2B5EF4-FFF2-40B4-BE49-F238E27FC236}">
                <a16:creationId xmlns:a16="http://schemas.microsoft.com/office/drawing/2014/main" id="{BE0B62AD-75A1-1471-196C-173B175F4973}"/>
              </a:ext>
            </a:extLst>
          </p:cNvPr>
          <p:cNvSpPr>
            <a:spLocks/>
          </p:cNvSpPr>
          <p:nvPr/>
        </p:nvSpPr>
        <p:spPr bwMode="auto">
          <a:xfrm>
            <a:off x="2600649" y="245069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Establish accounting policies</a:t>
            </a:r>
          </a:p>
        </p:txBody>
      </p:sp>
      <p:sp>
        <p:nvSpPr>
          <p:cNvPr id="17" name="Rectangle 58">
            <a:extLst>
              <a:ext uri="{FF2B5EF4-FFF2-40B4-BE49-F238E27FC236}">
                <a16:creationId xmlns:a16="http://schemas.microsoft.com/office/drawing/2014/main" id="{B4A9400A-3CCC-81F0-1C17-68FAFF8D5489}"/>
              </a:ext>
            </a:extLst>
          </p:cNvPr>
          <p:cNvSpPr>
            <a:spLocks/>
          </p:cNvSpPr>
          <p:nvPr/>
        </p:nvSpPr>
        <p:spPr bwMode="auto">
          <a:xfrm>
            <a:off x="2600649" y="282896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Publish accounting policies</a:t>
            </a:r>
          </a:p>
        </p:txBody>
      </p:sp>
      <p:sp>
        <p:nvSpPr>
          <p:cNvPr id="18" name="Rectangle 58">
            <a:extLst>
              <a:ext uri="{FF2B5EF4-FFF2-40B4-BE49-F238E27FC236}">
                <a16:creationId xmlns:a16="http://schemas.microsoft.com/office/drawing/2014/main" id="{B452DC4C-87FC-12DC-D446-DE8DFAA3A9F4}"/>
              </a:ext>
            </a:extLst>
          </p:cNvPr>
          <p:cNvSpPr>
            <a:spLocks/>
          </p:cNvSpPr>
          <p:nvPr/>
        </p:nvSpPr>
        <p:spPr bwMode="auto">
          <a:xfrm>
            <a:off x="2600649" y="3207238"/>
            <a:ext cx="1342946" cy="301307"/>
          </a:xfrm>
          <a:prstGeom prst="rect">
            <a:avLst/>
          </a:prstGeom>
          <a:solidFill>
            <a:srgbClr val="005F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Set and enforce approval limits</a:t>
            </a:r>
          </a:p>
        </p:txBody>
      </p:sp>
      <p:sp>
        <p:nvSpPr>
          <p:cNvPr id="19" name="Rectangle 58">
            <a:extLst>
              <a:ext uri="{FF2B5EF4-FFF2-40B4-BE49-F238E27FC236}">
                <a16:creationId xmlns:a16="http://schemas.microsoft.com/office/drawing/2014/main" id="{F99AA433-06A5-7BE3-4F74-224ECD1FA743}"/>
              </a:ext>
            </a:extLst>
          </p:cNvPr>
          <p:cNvSpPr>
            <a:spLocks/>
          </p:cNvSpPr>
          <p:nvPr/>
        </p:nvSpPr>
        <p:spPr bwMode="auto">
          <a:xfrm>
            <a:off x="2600649" y="3585508"/>
            <a:ext cx="1342946" cy="301307"/>
          </a:xfrm>
          <a:prstGeom prst="rect">
            <a:avLst/>
          </a:prstGeom>
          <a:solidFill>
            <a:srgbClr val="0090A0"/>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Establish common financial systems</a:t>
            </a:r>
          </a:p>
        </p:txBody>
      </p:sp>
      <p:sp>
        <p:nvSpPr>
          <p:cNvPr id="20" name="Rectangle 58">
            <a:extLst>
              <a:ext uri="{FF2B5EF4-FFF2-40B4-BE49-F238E27FC236}">
                <a16:creationId xmlns:a16="http://schemas.microsoft.com/office/drawing/2014/main" id="{5DB98843-E58E-F445-FFEC-9CEA148B5D5E}"/>
              </a:ext>
            </a:extLst>
          </p:cNvPr>
          <p:cNvSpPr>
            <a:spLocks/>
          </p:cNvSpPr>
          <p:nvPr/>
        </p:nvSpPr>
        <p:spPr bwMode="auto">
          <a:xfrm>
            <a:off x="4086947" y="2072428"/>
            <a:ext cx="1342946" cy="301307"/>
          </a:xfrm>
          <a:prstGeom prst="rect">
            <a:avLst/>
          </a:prstGeom>
          <a:solidFill>
            <a:srgbClr val="0090A0"/>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Maintain chart of accounts</a:t>
            </a:r>
          </a:p>
        </p:txBody>
      </p:sp>
      <p:sp>
        <p:nvSpPr>
          <p:cNvPr id="21" name="Rectangle 58">
            <a:extLst>
              <a:ext uri="{FF2B5EF4-FFF2-40B4-BE49-F238E27FC236}">
                <a16:creationId xmlns:a16="http://schemas.microsoft.com/office/drawing/2014/main" id="{FC1CCF3D-56C3-4063-7920-EA39CA8890BE}"/>
              </a:ext>
            </a:extLst>
          </p:cNvPr>
          <p:cNvSpPr>
            <a:spLocks/>
          </p:cNvSpPr>
          <p:nvPr/>
        </p:nvSpPr>
        <p:spPr bwMode="auto">
          <a:xfrm>
            <a:off x="4086947" y="2450698"/>
            <a:ext cx="1342946" cy="301307"/>
          </a:xfrm>
          <a:prstGeom prst="rect">
            <a:avLst/>
          </a:prstGeom>
          <a:solidFill>
            <a:srgbClr val="0090A0"/>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Process journal entries</a:t>
            </a:r>
          </a:p>
        </p:txBody>
      </p:sp>
      <p:sp>
        <p:nvSpPr>
          <p:cNvPr id="22" name="Rectangle 58">
            <a:extLst>
              <a:ext uri="{FF2B5EF4-FFF2-40B4-BE49-F238E27FC236}">
                <a16:creationId xmlns:a16="http://schemas.microsoft.com/office/drawing/2014/main" id="{FD6F9B05-7442-907C-E0F4-AB83D90182F4}"/>
              </a:ext>
            </a:extLst>
          </p:cNvPr>
          <p:cNvSpPr>
            <a:spLocks/>
          </p:cNvSpPr>
          <p:nvPr/>
        </p:nvSpPr>
        <p:spPr bwMode="auto">
          <a:xfrm>
            <a:off x="4086947" y="282896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Provide inputs for updating allocations</a:t>
            </a:r>
          </a:p>
        </p:txBody>
      </p:sp>
      <p:sp>
        <p:nvSpPr>
          <p:cNvPr id="23" name="Rectangle 58">
            <a:extLst>
              <a:ext uri="{FF2B5EF4-FFF2-40B4-BE49-F238E27FC236}">
                <a16:creationId xmlns:a16="http://schemas.microsoft.com/office/drawing/2014/main" id="{A505686A-2FC1-A1B4-8A19-88A648DFA3AD}"/>
              </a:ext>
            </a:extLst>
          </p:cNvPr>
          <p:cNvSpPr>
            <a:spLocks/>
          </p:cNvSpPr>
          <p:nvPr/>
        </p:nvSpPr>
        <p:spPr bwMode="auto">
          <a:xfrm>
            <a:off x="4086947" y="3207238"/>
            <a:ext cx="1342946" cy="301307"/>
          </a:xfrm>
          <a:prstGeom prst="rect">
            <a:avLst/>
          </a:prstGeom>
          <a:solidFill>
            <a:srgbClr val="005F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Process allocations</a:t>
            </a:r>
          </a:p>
        </p:txBody>
      </p:sp>
      <p:sp>
        <p:nvSpPr>
          <p:cNvPr id="24" name="Rectangle 58">
            <a:extLst>
              <a:ext uri="{FF2B5EF4-FFF2-40B4-BE49-F238E27FC236}">
                <a16:creationId xmlns:a16="http://schemas.microsoft.com/office/drawing/2014/main" id="{C52C4141-E291-398F-44B4-669563A8340C}"/>
              </a:ext>
            </a:extLst>
          </p:cNvPr>
          <p:cNvSpPr>
            <a:spLocks/>
          </p:cNvSpPr>
          <p:nvPr/>
        </p:nvSpPr>
        <p:spPr bwMode="auto">
          <a:xfrm>
            <a:off x="4086947" y="3585508"/>
            <a:ext cx="1342946" cy="301307"/>
          </a:xfrm>
          <a:prstGeom prst="rect">
            <a:avLst/>
          </a:prstGeom>
          <a:solidFill>
            <a:srgbClr val="0090A0"/>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Provide inputs for appropriate period end adjustments needed</a:t>
            </a:r>
          </a:p>
        </p:txBody>
      </p:sp>
      <p:sp>
        <p:nvSpPr>
          <p:cNvPr id="25" name="Rectangle 58">
            <a:extLst>
              <a:ext uri="{FF2B5EF4-FFF2-40B4-BE49-F238E27FC236}">
                <a16:creationId xmlns:a16="http://schemas.microsoft.com/office/drawing/2014/main" id="{64F203E4-BAAF-7F86-4742-F75E8177FA97}"/>
              </a:ext>
            </a:extLst>
          </p:cNvPr>
          <p:cNvSpPr>
            <a:spLocks/>
          </p:cNvSpPr>
          <p:nvPr/>
        </p:nvSpPr>
        <p:spPr bwMode="auto">
          <a:xfrm>
            <a:off x="4086947" y="3963778"/>
            <a:ext cx="1342946" cy="301307"/>
          </a:xfrm>
          <a:prstGeom prst="rect">
            <a:avLst/>
          </a:prstGeom>
          <a:solidFill>
            <a:srgbClr val="005F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Process period end adjustments</a:t>
            </a:r>
          </a:p>
        </p:txBody>
      </p:sp>
      <p:sp>
        <p:nvSpPr>
          <p:cNvPr id="26" name="Rectangle 58">
            <a:extLst>
              <a:ext uri="{FF2B5EF4-FFF2-40B4-BE49-F238E27FC236}">
                <a16:creationId xmlns:a16="http://schemas.microsoft.com/office/drawing/2014/main" id="{6591ABDD-55C9-51BD-7990-D045C682595D}"/>
              </a:ext>
            </a:extLst>
          </p:cNvPr>
          <p:cNvSpPr>
            <a:spLocks/>
          </p:cNvSpPr>
          <p:nvPr/>
        </p:nvSpPr>
        <p:spPr bwMode="auto">
          <a:xfrm>
            <a:off x="4086947" y="4342048"/>
            <a:ext cx="1342946" cy="301307"/>
          </a:xfrm>
          <a:prstGeom prst="rect">
            <a:avLst/>
          </a:prstGeom>
          <a:solidFill>
            <a:srgbClr val="005F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Post and reconcile intercompany transactions</a:t>
            </a:r>
          </a:p>
        </p:txBody>
      </p:sp>
      <p:sp>
        <p:nvSpPr>
          <p:cNvPr id="27" name="Rectangle 58">
            <a:extLst>
              <a:ext uri="{FF2B5EF4-FFF2-40B4-BE49-F238E27FC236}">
                <a16:creationId xmlns:a16="http://schemas.microsoft.com/office/drawing/2014/main" id="{FA527536-96D2-1D52-AC82-E9FD5FFE8108}"/>
              </a:ext>
            </a:extLst>
          </p:cNvPr>
          <p:cNvSpPr>
            <a:spLocks/>
          </p:cNvSpPr>
          <p:nvPr/>
        </p:nvSpPr>
        <p:spPr bwMode="auto">
          <a:xfrm>
            <a:off x="4086947" y="4720318"/>
            <a:ext cx="1342946" cy="301307"/>
          </a:xfrm>
          <a:prstGeom prst="rect">
            <a:avLst/>
          </a:prstGeom>
          <a:solidFill>
            <a:srgbClr val="0090A0"/>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Reconcile general ledger accounts</a:t>
            </a:r>
          </a:p>
        </p:txBody>
      </p:sp>
      <p:sp>
        <p:nvSpPr>
          <p:cNvPr id="28" name="Rectangle 58">
            <a:extLst>
              <a:ext uri="{FF2B5EF4-FFF2-40B4-BE49-F238E27FC236}">
                <a16:creationId xmlns:a16="http://schemas.microsoft.com/office/drawing/2014/main" id="{1DE99B9B-35C8-FF73-FED7-C455162659CB}"/>
              </a:ext>
            </a:extLst>
          </p:cNvPr>
          <p:cNvSpPr>
            <a:spLocks/>
          </p:cNvSpPr>
          <p:nvPr/>
        </p:nvSpPr>
        <p:spPr bwMode="auto">
          <a:xfrm>
            <a:off x="4086947" y="5098588"/>
            <a:ext cx="1342946" cy="301307"/>
          </a:xfrm>
          <a:prstGeom prst="rect">
            <a:avLst/>
          </a:prstGeom>
          <a:solidFill>
            <a:srgbClr val="005F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Perform consolidations and process eliminations</a:t>
            </a:r>
          </a:p>
        </p:txBody>
      </p:sp>
      <p:sp>
        <p:nvSpPr>
          <p:cNvPr id="29" name="Rectangle 58">
            <a:extLst>
              <a:ext uri="{FF2B5EF4-FFF2-40B4-BE49-F238E27FC236}">
                <a16:creationId xmlns:a16="http://schemas.microsoft.com/office/drawing/2014/main" id="{EB4AF370-6F28-0E15-9758-3B5254128778}"/>
              </a:ext>
            </a:extLst>
          </p:cNvPr>
          <p:cNvSpPr>
            <a:spLocks/>
          </p:cNvSpPr>
          <p:nvPr/>
        </p:nvSpPr>
        <p:spPr bwMode="auto">
          <a:xfrm>
            <a:off x="5573246" y="207242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Establish fixed-asset policies and procedures</a:t>
            </a:r>
          </a:p>
        </p:txBody>
      </p:sp>
      <p:sp>
        <p:nvSpPr>
          <p:cNvPr id="30" name="Rectangle 58">
            <a:extLst>
              <a:ext uri="{FF2B5EF4-FFF2-40B4-BE49-F238E27FC236}">
                <a16:creationId xmlns:a16="http://schemas.microsoft.com/office/drawing/2014/main" id="{3C93F796-6CE5-EDCE-59B5-BBB9AE97FFED}"/>
              </a:ext>
            </a:extLst>
          </p:cNvPr>
          <p:cNvSpPr>
            <a:spLocks/>
          </p:cNvSpPr>
          <p:nvPr/>
        </p:nvSpPr>
        <p:spPr bwMode="auto">
          <a:xfrm>
            <a:off x="5573246" y="245069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Establish (tax and book) depreciation policies</a:t>
            </a:r>
          </a:p>
        </p:txBody>
      </p:sp>
      <p:sp>
        <p:nvSpPr>
          <p:cNvPr id="31" name="Rectangle 58">
            <a:extLst>
              <a:ext uri="{FF2B5EF4-FFF2-40B4-BE49-F238E27FC236}">
                <a16:creationId xmlns:a16="http://schemas.microsoft.com/office/drawing/2014/main" id="{F15FAC3B-D663-9CB2-1AE8-BDC997B79591}"/>
              </a:ext>
            </a:extLst>
          </p:cNvPr>
          <p:cNvSpPr>
            <a:spLocks/>
          </p:cNvSpPr>
          <p:nvPr/>
        </p:nvSpPr>
        <p:spPr bwMode="auto">
          <a:xfrm>
            <a:off x="5573246" y="282896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Maintain fixed-asset master data files</a:t>
            </a:r>
          </a:p>
        </p:txBody>
      </p:sp>
      <p:sp>
        <p:nvSpPr>
          <p:cNvPr id="32" name="Rectangle 58">
            <a:extLst>
              <a:ext uri="{FF2B5EF4-FFF2-40B4-BE49-F238E27FC236}">
                <a16:creationId xmlns:a16="http://schemas.microsoft.com/office/drawing/2014/main" id="{33558AD9-E3F6-8C96-8897-0469000C5564}"/>
              </a:ext>
            </a:extLst>
          </p:cNvPr>
          <p:cNvSpPr>
            <a:spLocks/>
          </p:cNvSpPr>
          <p:nvPr/>
        </p:nvSpPr>
        <p:spPr bwMode="auto">
          <a:xfrm>
            <a:off x="5573246" y="3207238"/>
            <a:ext cx="1342946" cy="301307"/>
          </a:xfrm>
          <a:prstGeom prst="rect">
            <a:avLst/>
          </a:prstGeom>
          <a:solidFill>
            <a:srgbClr val="0090A0"/>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Process and record fixed-asset additions and retires</a:t>
            </a:r>
          </a:p>
        </p:txBody>
      </p:sp>
      <p:sp>
        <p:nvSpPr>
          <p:cNvPr id="33" name="Rectangle 58">
            <a:extLst>
              <a:ext uri="{FF2B5EF4-FFF2-40B4-BE49-F238E27FC236}">
                <a16:creationId xmlns:a16="http://schemas.microsoft.com/office/drawing/2014/main" id="{1CEBEE1E-2486-4BE8-3C7A-501524F635D7}"/>
              </a:ext>
            </a:extLst>
          </p:cNvPr>
          <p:cNvSpPr>
            <a:spLocks/>
          </p:cNvSpPr>
          <p:nvPr/>
        </p:nvSpPr>
        <p:spPr bwMode="auto">
          <a:xfrm>
            <a:off x="5573246" y="3585508"/>
            <a:ext cx="1342946" cy="301307"/>
          </a:xfrm>
          <a:prstGeom prst="rect">
            <a:avLst/>
          </a:prstGeom>
          <a:solidFill>
            <a:srgbClr val="0090A0"/>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Process and record fixed-asset adjustments, enhancements, revaluations, and transfers</a:t>
            </a:r>
          </a:p>
        </p:txBody>
      </p:sp>
      <p:sp>
        <p:nvSpPr>
          <p:cNvPr id="34" name="Rectangle 58">
            <a:extLst>
              <a:ext uri="{FF2B5EF4-FFF2-40B4-BE49-F238E27FC236}">
                <a16:creationId xmlns:a16="http://schemas.microsoft.com/office/drawing/2014/main" id="{4AE098A2-B404-9697-932E-BF45A4333BCD}"/>
              </a:ext>
            </a:extLst>
          </p:cNvPr>
          <p:cNvSpPr>
            <a:spLocks/>
          </p:cNvSpPr>
          <p:nvPr/>
        </p:nvSpPr>
        <p:spPr bwMode="auto">
          <a:xfrm>
            <a:off x="5573246" y="396377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Process and record fixed-asset maintenance and repair expenses</a:t>
            </a:r>
          </a:p>
        </p:txBody>
      </p:sp>
      <p:sp>
        <p:nvSpPr>
          <p:cNvPr id="35" name="Rectangle 58">
            <a:extLst>
              <a:ext uri="{FF2B5EF4-FFF2-40B4-BE49-F238E27FC236}">
                <a16:creationId xmlns:a16="http://schemas.microsoft.com/office/drawing/2014/main" id="{BAC81150-E774-4391-317C-33AD872A9C7C}"/>
              </a:ext>
            </a:extLst>
          </p:cNvPr>
          <p:cNvSpPr>
            <a:spLocks/>
          </p:cNvSpPr>
          <p:nvPr/>
        </p:nvSpPr>
        <p:spPr bwMode="auto">
          <a:xfrm>
            <a:off x="5573246" y="434204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Calculate and record depreciation expense</a:t>
            </a:r>
          </a:p>
        </p:txBody>
      </p:sp>
      <p:sp>
        <p:nvSpPr>
          <p:cNvPr id="36" name="Rectangle 58">
            <a:extLst>
              <a:ext uri="{FF2B5EF4-FFF2-40B4-BE49-F238E27FC236}">
                <a16:creationId xmlns:a16="http://schemas.microsoft.com/office/drawing/2014/main" id="{35BFA31D-3A26-6FFE-B8B4-8F6BC2C8E8F3}"/>
              </a:ext>
            </a:extLst>
          </p:cNvPr>
          <p:cNvSpPr>
            <a:spLocks/>
          </p:cNvSpPr>
          <p:nvPr/>
        </p:nvSpPr>
        <p:spPr bwMode="auto">
          <a:xfrm>
            <a:off x="5573246" y="4720318"/>
            <a:ext cx="1342946" cy="301307"/>
          </a:xfrm>
          <a:prstGeom prst="rect">
            <a:avLst/>
          </a:prstGeom>
          <a:solidFill>
            <a:srgbClr val="005F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Reconcile fixed-asset ledger</a:t>
            </a:r>
          </a:p>
        </p:txBody>
      </p:sp>
      <p:sp>
        <p:nvSpPr>
          <p:cNvPr id="37" name="Rectangle 58">
            <a:extLst>
              <a:ext uri="{FF2B5EF4-FFF2-40B4-BE49-F238E27FC236}">
                <a16:creationId xmlns:a16="http://schemas.microsoft.com/office/drawing/2014/main" id="{DEB31DD0-4A4B-4B17-FF0A-138A5D913CDE}"/>
              </a:ext>
            </a:extLst>
          </p:cNvPr>
          <p:cNvSpPr>
            <a:spLocks/>
          </p:cNvSpPr>
          <p:nvPr/>
        </p:nvSpPr>
        <p:spPr bwMode="auto">
          <a:xfrm>
            <a:off x="5573246" y="509858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Track fixed-assets including physical inventory</a:t>
            </a:r>
          </a:p>
        </p:txBody>
      </p:sp>
      <p:sp>
        <p:nvSpPr>
          <p:cNvPr id="38" name="Rectangle 58">
            <a:extLst>
              <a:ext uri="{FF2B5EF4-FFF2-40B4-BE49-F238E27FC236}">
                <a16:creationId xmlns:a16="http://schemas.microsoft.com/office/drawing/2014/main" id="{44F5B9E6-75EF-DBC3-5050-3C4E1D9E9D76}"/>
              </a:ext>
            </a:extLst>
          </p:cNvPr>
          <p:cNvSpPr>
            <a:spLocks/>
          </p:cNvSpPr>
          <p:nvPr/>
        </p:nvSpPr>
        <p:spPr bwMode="auto">
          <a:xfrm>
            <a:off x="5573246" y="547685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Provide fixed-asset data to support tax, statutory, and regulatory reporting</a:t>
            </a:r>
          </a:p>
        </p:txBody>
      </p:sp>
      <p:sp>
        <p:nvSpPr>
          <p:cNvPr id="39" name="Rectangle 58">
            <a:extLst>
              <a:ext uri="{FF2B5EF4-FFF2-40B4-BE49-F238E27FC236}">
                <a16:creationId xmlns:a16="http://schemas.microsoft.com/office/drawing/2014/main" id="{D491C063-66CB-192F-B3BE-CE5FA7F78CB3}"/>
              </a:ext>
            </a:extLst>
          </p:cNvPr>
          <p:cNvSpPr>
            <a:spLocks/>
          </p:cNvSpPr>
          <p:nvPr/>
        </p:nvSpPr>
        <p:spPr bwMode="auto">
          <a:xfrm>
            <a:off x="7059544" y="207242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Determine key cost drivers (capacity planning , labor, energy, raw materials etc. ) </a:t>
            </a:r>
          </a:p>
        </p:txBody>
      </p:sp>
      <p:sp>
        <p:nvSpPr>
          <p:cNvPr id="40" name="Rectangle 58">
            <a:extLst>
              <a:ext uri="{FF2B5EF4-FFF2-40B4-BE49-F238E27FC236}">
                <a16:creationId xmlns:a16="http://schemas.microsoft.com/office/drawing/2014/main" id="{583DA0CA-2A7C-567D-DB49-77B60CD8D8F3}"/>
              </a:ext>
            </a:extLst>
          </p:cNvPr>
          <p:cNvSpPr>
            <a:spLocks/>
          </p:cNvSpPr>
          <p:nvPr/>
        </p:nvSpPr>
        <p:spPr bwMode="auto">
          <a:xfrm>
            <a:off x="7059544" y="245069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Measure cost drivers for non-recurring activities</a:t>
            </a:r>
          </a:p>
        </p:txBody>
      </p:sp>
      <p:sp>
        <p:nvSpPr>
          <p:cNvPr id="41" name="Rectangle 58">
            <a:extLst>
              <a:ext uri="{FF2B5EF4-FFF2-40B4-BE49-F238E27FC236}">
                <a16:creationId xmlns:a16="http://schemas.microsoft.com/office/drawing/2014/main" id="{0149DE53-B286-A61C-32A4-A1BA5DC53900}"/>
              </a:ext>
            </a:extLst>
          </p:cNvPr>
          <p:cNvSpPr>
            <a:spLocks/>
          </p:cNvSpPr>
          <p:nvPr/>
        </p:nvSpPr>
        <p:spPr bwMode="auto">
          <a:xfrm>
            <a:off x="7059544" y="282896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Measure cost drivers for recurring activities </a:t>
            </a:r>
          </a:p>
        </p:txBody>
      </p:sp>
      <p:sp>
        <p:nvSpPr>
          <p:cNvPr id="42" name="Rectangle 58">
            <a:extLst>
              <a:ext uri="{FF2B5EF4-FFF2-40B4-BE49-F238E27FC236}">
                <a16:creationId xmlns:a16="http://schemas.microsoft.com/office/drawing/2014/main" id="{28CCEB19-673D-D3C6-9B14-B3623F229703}"/>
              </a:ext>
            </a:extLst>
          </p:cNvPr>
          <p:cNvSpPr>
            <a:spLocks/>
          </p:cNvSpPr>
          <p:nvPr/>
        </p:nvSpPr>
        <p:spPr bwMode="auto">
          <a:xfrm>
            <a:off x="7059544" y="320723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Determine non- recurring  critical activities</a:t>
            </a:r>
          </a:p>
        </p:txBody>
      </p:sp>
      <p:sp>
        <p:nvSpPr>
          <p:cNvPr id="43" name="Rectangle 58">
            <a:extLst>
              <a:ext uri="{FF2B5EF4-FFF2-40B4-BE49-F238E27FC236}">
                <a16:creationId xmlns:a16="http://schemas.microsoft.com/office/drawing/2014/main" id="{949746AE-4E32-158D-3F16-78D19BCFA3A4}"/>
              </a:ext>
            </a:extLst>
          </p:cNvPr>
          <p:cNvSpPr>
            <a:spLocks/>
          </p:cNvSpPr>
          <p:nvPr/>
        </p:nvSpPr>
        <p:spPr bwMode="auto">
          <a:xfrm>
            <a:off x="7059544" y="358550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Determine critical recurring activities </a:t>
            </a:r>
          </a:p>
        </p:txBody>
      </p:sp>
      <p:sp>
        <p:nvSpPr>
          <p:cNvPr id="44" name="Rectangle 58">
            <a:extLst>
              <a:ext uri="{FF2B5EF4-FFF2-40B4-BE49-F238E27FC236}">
                <a16:creationId xmlns:a16="http://schemas.microsoft.com/office/drawing/2014/main" id="{881AEDEA-5A6A-6422-60F2-EA64E173629F}"/>
              </a:ext>
            </a:extLst>
          </p:cNvPr>
          <p:cNvSpPr>
            <a:spLocks/>
          </p:cNvSpPr>
          <p:nvPr/>
        </p:nvSpPr>
        <p:spPr bwMode="auto">
          <a:xfrm>
            <a:off x="7059544" y="396377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Manage asset resource deployment and utilization</a:t>
            </a:r>
          </a:p>
        </p:txBody>
      </p:sp>
      <p:sp>
        <p:nvSpPr>
          <p:cNvPr id="45" name="Rectangle 58">
            <a:extLst>
              <a:ext uri="{FF2B5EF4-FFF2-40B4-BE49-F238E27FC236}">
                <a16:creationId xmlns:a16="http://schemas.microsoft.com/office/drawing/2014/main" id="{5710DF4C-A828-A330-9AC3-3F598E385259}"/>
              </a:ext>
            </a:extLst>
          </p:cNvPr>
          <p:cNvSpPr>
            <a:spLocks/>
          </p:cNvSpPr>
          <p:nvPr/>
        </p:nvSpPr>
        <p:spPr bwMode="auto">
          <a:xfrm>
            <a:off x="8577130" y="2072428"/>
            <a:ext cx="1342946" cy="301307"/>
          </a:xfrm>
          <a:prstGeom prst="rect">
            <a:avLst/>
          </a:prstGeom>
          <a:solidFill>
            <a:srgbClr val="005F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Prepare business unit financial statements</a:t>
            </a:r>
          </a:p>
        </p:txBody>
      </p:sp>
      <p:sp>
        <p:nvSpPr>
          <p:cNvPr id="46" name="Rectangle 58">
            <a:extLst>
              <a:ext uri="{FF2B5EF4-FFF2-40B4-BE49-F238E27FC236}">
                <a16:creationId xmlns:a16="http://schemas.microsoft.com/office/drawing/2014/main" id="{A5E1D17F-2B68-73DB-BB41-E82BC83284A8}"/>
              </a:ext>
            </a:extLst>
          </p:cNvPr>
          <p:cNvSpPr>
            <a:spLocks/>
          </p:cNvSpPr>
          <p:nvPr/>
        </p:nvSpPr>
        <p:spPr bwMode="auto">
          <a:xfrm>
            <a:off x="8577130" y="2450698"/>
            <a:ext cx="1342946" cy="301307"/>
          </a:xfrm>
          <a:prstGeom prst="rect">
            <a:avLst/>
          </a:prstGeom>
          <a:solidFill>
            <a:srgbClr val="005F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Prepare consolidated financial statements</a:t>
            </a:r>
          </a:p>
        </p:txBody>
      </p:sp>
      <p:sp>
        <p:nvSpPr>
          <p:cNvPr id="47" name="Rectangle 58">
            <a:extLst>
              <a:ext uri="{FF2B5EF4-FFF2-40B4-BE49-F238E27FC236}">
                <a16:creationId xmlns:a16="http://schemas.microsoft.com/office/drawing/2014/main" id="{BCB14E0C-8A8E-B2C9-FC23-58642D2F1529}"/>
              </a:ext>
            </a:extLst>
          </p:cNvPr>
          <p:cNvSpPr>
            <a:spLocks/>
          </p:cNvSpPr>
          <p:nvPr/>
        </p:nvSpPr>
        <p:spPr bwMode="auto">
          <a:xfrm>
            <a:off x="8577130" y="2828968"/>
            <a:ext cx="1342946" cy="301307"/>
          </a:xfrm>
          <a:prstGeom prst="rect">
            <a:avLst/>
          </a:prstGeom>
          <a:solidFill>
            <a:srgbClr val="0090A0"/>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Perform business unit reporting/review management reports</a:t>
            </a:r>
          </a:p>
        </p:txBody>
      </p:sp>
      <p:sp>
        <p:nvSpPr>
          <p:cNvPr id="48" name="Rectangle 58">
            <a:extLst>
              <a:ext uri="{FF2B5EF4-FFF2-40B4-BE49-F238E27FC236}">
                <a16:creationId xmlns:a16="http://schemas.microsoft.com/office/drawing/2014/main" id="{80F343A4-65E3-F9D7-AEC1-3F95C53D45F1}"/>
              </a:ext>
            </a:extLst>
          </p:cNvPr>
          <p:cNvSpPr>
            <a:spLocks/>
          </p:cNvSpPr>
          <p:nvPr/>
        </p:nvSpPr>
        <p:spPr bwMode="auto">
          <a:xfrm>
            <a:off x="8577130" y="3207238"/>
            <a:ext cx="1342946" cy="301307"/>
          </a:xfrm>
          <a:prstGeom prst="rect">
            <a:avLst/>
          </a:prstGeom>
          <a:solidFill>
            <a:srgbClr val="005F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Perform consolidated reporting/review of cost management reports</a:t>
            </a:r>
          </a:p>
        </p:txBody>
      </p:sp>
      <p:sp>
        <p:nvSpPr>
          <p:cNvPr id="49" name="Rectangle 58">
            <a:extLst>
              <a:ext uri="{FF2B5EF4-FFF2-40B4-BE49-F238E27FC236}">
                <a16:creationId xmlns:a16="http://schemas.microsoft.com/office/drawing/2014/main" id="{51723A71-E618-BDC1-E826-20D3C81B5B6A}"/>
              </a:ext>
            </a:extLst>
          </p:cNvPr>
          <p:cNvSpPr>
            <a:spLocks/>
          </p:cNvSpPr>
          <p:nvPr/>
        </p:nvSpPr>
        <p:spPr bwMode="auto">
          <a:xfrm>
            <a:off x="8577130" y="358550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Prepare statements for board review</a:t>
            </a:r>
          </a:p>
        </p:txBody>
      </p:sp>
      <p:sp>
        <p:nvSpPr>
          <p:cNvPr id="50" name="Rectangle 58">
            <a:extLst>
              <a:ext uri="{FF2B5EF4-FFF2-40B4-BE49-F238E27FC236}">
                <a16:creationId xmlns:a16="http://schemas.microsoft.com/office/drawing/2014/main" id="{46201C55-CBC7-76CD-69E4-CA45FD122A2C}"/>
              </a:ext>
            </a:extLst>
          </p:cNvPr>
          <p:cNvSpPr>
            <a:spLocks/>
          </p:cNvSpPr>
          <p:nvPr/>
        </p:nvSpPr>
        <p:spPr bwMode="auto">
          <a:xfrm>
            <a:off x="10075802" y="207242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Develop capital investment policies and procedures</a:t>
            </a:r>
          </a:p>
        </p:txBody>
      </p:sp>
      <p:sp>
        <p:nvSpPr>
          <p:cNvPr id="51" name="Rectangle 58">
            <a:extLst>
              <a:ext uri="{FF2B5EF4-FFF2-40B4-BE49-F238E27FC236}">
                <a16:creationId xmlns:a16="http://schemas.microsoft.com/office/drawing/2014/main" id="{4C1BB82D-6B76-D5BE-7E09-A6CDB1E2BFC8}"/>
              </a:ext>
            </a:extLst>
          </p:cNvPr>
          <p:cNvSpPr>
            <a:spLocks/>
          </p:cNvSpPr>
          <p:nvPr/>
        </p:nvSpPr>
        <p:spPr bwMode="auto">
          <a:xfrm>
            <a:off x="10075802" y="245069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Develop and approve capital expenditure plans and budgets</a:t>
            </a:r>
          </a:p>
        </p:txBody>
      </p:sp>
      <p:sp>
        <p:nvSpPr>
          <p:cNvPr id="52" name="Rectangle 58">
            <a:extLst>
              <a:ext uri="{FF2B5EF4-FFF2-40B4-BE49-F238E27FC236}">
                <a16:creationId xmlns:a16="http://schemas.microsoft.com/office/drawing/2014/main" id="{40719843-9876-0E8F-86E5-FEC66C6BAF03}"/>
              </a:ext>
            </a:extLst>
          </p:cNvPr>
          <p:cNvSpPr>
            <a:spLocks/>
          </p:cNvSpPr>
          <p:nvPr/>
        </p:nvSpPr>
        <p:spPr bwMode="auto">
          <a:xfrm>
            <a:off x="10075802" y="282896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Review and approve capital projects and fixed-asset acquisitions</a:t>
            </a:r>
          </a:p>
        </p:txBody>
      </p:sp>
      <p:sp>
        <p:nvSpPr>
          <p:cNvPr id="53" name="Rectangle 58">
            <a:extLst>
              <a:ext uri="{FF2B5EF4-FFF2-40B4-BE49-F238E27FC236}">
                <a16:creationId xmlns:a16="http://schemas.microsoft.com/office/drawing/2014/main" id="{910575A4-5E13-420E-490C-5F7BB04FD0B8}"/>
              </a:ext>
            </a:extLst>
          </p:cNvPr>
          <p:cNvSpPr>
            <a:spLocks/>
          </p:cNvSpPr>
          <p:nvPr/>
        </p:nvSpPr>
        <p:spPr bwMode="auto">
          <a:xfrm>
            <a:off x="10075802" y="320723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Conduct financial justification for project approval</a:t>
            </a:r>
          </a:p>
        </p:txBody>
      </p:sp>
      <p:sp>
        <p:nvSpPr>
          <p:cNvPr id="54" name="Rectangle 58">
            <a:extLst>
              <a:ext uri="{FF2B5EF4-FFF2-40B4-BE49-F238E27FC236}">
                <a16:creationId xmlns:a16="http://schemas.microsoft.com/office/drawing/2014/main" id="{17C09979-B078-9AAD-30BD-CB6F782CD2A8}"/>
              </a:ext>
            </a:extLst>
          </p:cNvPr>
          <p:cNvSpPr>
            <a:spLocks/>
          </p:cNvSpPr>
          <p:nvPr/>
        </p:nvSpPr>
        <p:spPr bwMode="auto">
          <a:xfrm>
            <a:off x="10075802" y="358550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Create project account codes</a:t>
            </a:r>
          </a:p>
        </p:txBody>
      </p:sp>
      <p:sp>
        <p:nvSpPr>
          <p:cNvPr id="55" name="Rectangle 58">
            <a:extLst>
              <a:ext uri="{FF2B5EF4-FFF2-40B4-BE49-F238E27FC236}">
                <a16:creationId xmlns:a16="http://schemas.microsoft.com/office/drawing/2014/main" id="{C42C383F-EFA9-F14F-E266-70C7212BA23E}"/>
              </a:ext>
            </a:extLst>
          </p:cNvPr>
          <p:cNvSpPr>
            <a:spLocks/>
          </p:cNvSpPr>
          <p:nvPr/>
        </p:nvSpPr>
        <p:spPr bwMode="auto">
          <a:xfrm>
            <a:off x="10075802" y="396377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Record project-related transactions</a:t>
            </a:r>
          </a:p>
        </p:txBody>
      </p:sp>
      <p:sp>
        <p:nvSpPr>
          <p:cNvPr id="56" name="Rectangle 58">
            <a:extLst>
              <a:ext uri="{FF2B5EF4-FFF2-40B4-BE49-F238E27FC236}">
                <a16:creationId xmlns:a16="http://schemas.microsoft.com/office/drawing/2014/main" id="{E276D3E4-6F99-B604-2AF7-AD6CFD64107E}"/>
              </a:ext>
            </a:extLst>
          </p:cNvPr>
          <p:cNvSpPr>
            <a:spLocks/>
          </p:cNvSpPr>
          <p:nvPr/>
        </p:nvSpPr>
        <p:spPr bwMode="auto">
          <a:xfrm>
            <a:off x="4086947" y="547685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Prepare trial balance</a:t>
            </a:r>
          </a:p>
        </p:txBody>
      </p:sp>
      <p:sp>
        <p:nvSpPr>
          <p:cNvPr id="57" name="Rectangle 58">
            <a:extLst>
              <a:ext uri="{FF2B5EF4-FFF2-40B4-BE49-F238E27FC236}">
                <a16:creationId xmlns:a16="http://schemas.microsoft.com/office/drawing/2014/main" id="{F15657DD-0A9F-F7C1-73D5-CA2DC1EF1C00}"/>
              </a:ext>
            </a:extLst>
          </p:cNvPr>
          <p:cNvSpPr>
            <a:spLocks/>
          </p:cNvSpPr>
          <p:nvPr/>
        </p:nvSpPr>
        <p:spPr bwMode="auto">
          <a:xfrm>
            <a:off x="4086947" y="585512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Prepare and post management adjustments</a:t>
            </a:r>
          </a:p>
        </p:txBody>
      </p:sp>
      <p:sp>
        <p:nvSpPr>
          <p:cNvPr id="58" name="Rectangle 58">
            <a:extLst>
              <a:ext uri="{FF2B5EF4-FFF2-40B4-BE49-F238E27FC236}">
                <a16:creationId xmlns:a16="http://schemas.microsoft.com/office/drawing/2014/main" id="{883D1E94-18B7-0EA7-2644-6D35656FB9C9}"/>
              </a:ext>
            </a:extLst>
          </p:cNvPr>
          <p:cNvSpPr>
            <a:spLocks/>
          </p:cNvSpPr>
          <p:nvPr/>
        </p:nvSpPr>
        <p:spPr bwMode="auto">
          <a:xfrm>
            <a:off x="8577130" y="396377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Produce quarterly/annual filings and shareholder reports</a:t>
            </a:r>
          </a:p>
        </p:txBody>
      </p:sp>
      <p:sp>
        <p:nvSpPr>
          <p:cNvPr id="59" name="Rectangle 58">
            <a:extLst>
              <a:ext uri="{FF2B5EF4-FFF2-40B4-BE49-F238E27FC236}">
                <a16:creationId xmlns:a16="http://schemas.microsoft.com/office/drawing/2014/main" id="{E2E0D423-FA96-705F-A0F8-0DAD8B51FE23}"/>
              </a:ext>
            </a:extLst>
          </p:cNvPr>
          <p:cNvSpPr>
            <a:spLocks/>
          </p:cNvSpPr>
          <p:nvPr/>
        </p:nvSpPr>
        <p:spPr bwMode="auto">
          <a:xfrm>
            <a:off x="8577130" y="434204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Produce regulatory reports</a:t>
            </a:r>
          </a:p>
        </p:txBody>
      </p:sp>
      <p:sp>
        <p:nvSpPr>
          <p:cNvPr id="60" name="Rectangle 58">
            <a:extLst>
              <a:ext uri="{FF2B5EF4-FFF2-40B4-BE49-F238E27FC236}">
                <a16:creationId xmlns:a16="http://schemas.microsoft.com/office/drawing/2014/main" id="{5AA3EC5D-A5FA-BD19-B0D3-DDB35DCE9F6A}"/>
              </a:ext>
            </a:extLst>
          </p:cNvPr>
          <p:cNvSpPr>
            <a:spLocks/>
          </p:cNvSpPr>
          <p:nvPr/>
        </p:nvSpPr>
        <p:spPr bwMode="auto">
          <a:xfrm>
            <a:off x="8577130" y="4720318"/>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Perform legal and management consolidation</a:t>
            </a:r>
          </a:p>
        </p:txBody>
      </p:sp>
      <p:sp>
        <p:nvSpPr>
          <p:cNvPr id="61" name="Rectangle 58">
            <a:extLst>
              <a:ext uri="{FF2B5EF4-FFF2-40B4-BE49-F238E27FC236}">
                <a16:creationId xmlns:a16="http://schemas.microsoft.com/office/drawing/2014/main" id="{DD73A387-5F56-5BBB-B6C1-4CB67584EFF1}"/>
              </a:ext>
            </a:extLst>
          </p:cNvPr>
          <p:cNvSpPr>
            <a:spLocks/>
          </p:cNvSpPr>
          <p:nvPr/>
        </p:nvSpPr>
        <p:spPr bwMode="auto">
          <a:xfrm>
            <a:off x="10075802" y="4338844"/>
            <a:ext cx="1342946" cy="301307"/>
          </a:xfrm>
          <a:prstGeom prst="rect">
            <a:avLst/>
          </a:prstGeom>
          <a:solidFill>
            <a:srgbClr val="0090A0"/>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Monitor and track capital projects and budget spending</a:t>
            </a:r>
          </a:p>
        </p:txBody>
      </p:sp>
      <p:sp>
        <p:nvSpPr>
          <p:cNvPr id="62" name="Rectangle 58">
            <a:extLst>
              <a:ext uri="{FF2B5EF4-FFF2-40B4-BE49-F238E27FC236}">
                <a16:creationId xmlns:a16="http://schemas.microsoft.com/office/drawing/2014/main" id="{46C1685C-D81E-D5EE-306C-B0A135B91FEC}"/>
              </a:ext>
            </a:extLst>
          </p:cNvPr>
          <p:cNvSpPr>
            <a:spLocks/>
          </p:cNvSpPr>
          <p:nvPr/>
        </p:nvSpPr>
        <p:spPr bwMode="auto">
          <a:xfrm>
            <a:off x="10075802" y="4717114"/>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Close/capitalize projects</a:t>
            </a:r>
          </a:p>
        </p:txBody>
      </p:sp>
      <p:sp>
        <p:nvSpPr>
          <p:cNvPr id="63" name="Rectangle 58">
            <a:extLst>
              <a:ext uri="{FF2B5EF4-FFF2-40B4-BE49-F238E27FC236}">
                <a16:creationId xmlns:a16="http://schemas.microsoft.com/office/drawing/2014/main" id="{6DB162B5-7AAA-9DBF-ECD0-82137831023C}"/>
              </a:ext>
            </a:extLst>
          </p:cNvPr>
          <p:cNvSpPr>
            <a:spLocks/>
          </p:cNvSpPr>
          <p:nvPr/>
        </p:nvSpPr>
        <p:spPr bwMode="auto">
          <a:xfrm>
            <a:off x="10075802" y="5095384"/>
            <a:ext cx="1342946" cy="301307"/>
          </a:xfrm>
          <a:prstGeom prst="rect">
            <a:avLst/>
          </a:prstGeom>
          <a:solidFill>
            <a:srgbClr val="00629E"/>
          </a:solidFill>
          <a:ln w="19050" algn="ctr">
            <a:noFill/>
            <a:miter lim="800000"/>
            <a:headEnd/>
            <a:tailEnd/>
          </a:ln>
          <a:effectLst/>
        </p:spPr>
        <p:txBody>
          <a:bodyPr vert="horz" wrap="square" lIns="45720" tIns="45720" rIns="45720" bIns="45720" numCol="1" rtlCol="0" anchor="ctr" anchorCtr="0" compatLnSpc="1">
            <a:prstTxWarp prst="textNoShape">
              <a:avLst/>
            </a:prstTxWarp>
          </a:bodyPr>
          <a:lstStyle/>
          <a:p>
            <a:pPr algn="ctr">
              <a:defRPr/>
            </a:pPr>
            <a:r>
              <a:rPr lang="en-US" sz="600" kern="0">
                <a:solidFill>
                  <a:srgbClr val="FFFFFF"/>
                </a:solidFill>
                <a:latin typeface="Arial" panose="020B0604020202020204"/>
                <a:ea typeface="+mn-lt"/>
                <a:cs typeface="Arial" panose="020B0604020202020204"/>
                <a:sym typeface="+mn-lt"/>
              </a:rPr>
              <a:t>Measure financial returns on completed capital projects</a:t>
            </a:r>
          </a:p>
        </p:txBody>
      </p:sp>
      <p:sp>
        <p:nvSpPr>
          <p:cNvPr id="64" name="TextBox 63">
            <a:extLst>
              <a:ext uri="{FF2B5EF4-FFF2-40B4-BE49-F238E27FC236}">
                <a16:creationId xmlns:a16="http://schemas.microsoft.com/office/drawing/2014/main" id="{950CD25C-7699-EEE4-57F5-5506964087F2}"/>
              </a:ext>
            </a:extLst>
          </p:cNvPr>
          <p:cNvSpPr txBox="1"/>
          <p:nvPr/>
        </p:nvSpPr>
        <p:spPr>
          <a:xfrm>
            <a:off x="282323" y="2069431"/>
            <a:ext cx="365760" cy="4087004"/>
          </a:xfrm>
          <a:prstGeom prst="rect">
            <a:avLst/>
          </a:prstGeom>
          <a:solidFill>
            <a:srgbClr val="0083D3">
              <a:lumMod val="75000"/>
            </a:srgbClr>
          </a:solidFill>
          <a:ln>
            <a:noFill/>
          </a:ln>
        </p:spPr>
        <p:txBody>
          <a:bodyPr wrap="square" rtlCol="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Arial" panose="020B0604020202020204"/>
              </a:rPr>
              <a:t>L4</a:t>
            </a:r>
          </a:p>
        </p:txBody>
      </p:sp>
    </p:spTree>
    <p:extLst>
      <p:ext uri="{BB962C8B-B14F-4D97-AF65-F5344CB8AC3E}">
        <p14:creationId xmlns:p14="http://schemas.microsoft.com/office/powerpoint/2010/main" val="310831521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BBFB43-DC34-ED11-201A-759D9CFA45DF}"/>
              </a:ext>
            </a:extLst>
          </p:cNvPr>
          <p:cNvSpPr>
            <a:spLocks noGrp="1"/>
          </p:cNvSpPr>
          <p:nvPr>
            <p:ph type="title"/>
          </p:nvPr>
        </p:nvSpPr>
        <p:spPr/>
        <p:txBody>
          <a:bodyPr/>
          <a:lstStyle/>
          <a:p>
            <a:r>
              <a:rPr lang="en-IN"/>
              <a:t>RTR Contextual Models (1/2)</a:t>
            </a:r>
          </a:p>
        </p:txBody>
      </p:sp>
      <p:sp>
        <p:nvSpPr>
          <p:cNvPr id="5" name="Slide Number Placeholder 4">
            <a:extLst>
              <a:ext uri="{FF2B5EF4-FFF2-40B4-BE49-F238E27FC236}">
                <a16:creationId xmlns:a16="http://schemas.microsoft.com/office/drawing/2014/main" id="{C50D98F8-8AFF-9C86-685A-1D1D2E2A5955}"/>
              </a:ext>
            </a:extLst>
          </p:cNvPr>
          <p:cNvSpPr>
            <a:spLocks noGrp="1"/>
          </p:cNvSpPr>
          <p:nvPr>
            <p:ph type="sldNum" sz="quarter" idx="12"/>
          </p:nvPr>
        </p:nvSpPr>
        <p:spPr/>
        <p:txBody>
          <a:bodyPr/>
          <a:lstStyle/>
          <a:p>
            <a:fld id="{94FCA0F3-9F3A-694B-99BB-0E592A797735}" type="slidenum">
              <a:rPr lang="en-US" smtClean="0"/>
              <a:t>68</a:t>
            </a:fld>
            <a:endParaRPr lang="en-US"/>
          </a:p>
        </p:txBody>
      </p:sp>
      <p:sp>
        <p:nvSpPr>
          <p:cNvPr id="6" name="Date Placeholder 5">
            <a:extLst>
              <a:ext uri="{FF2B5EF4-FFF2-40B4-BE49-F238E27FC236}">
                <a16:creationId xmlns:a16="http://schemas.microsoft.com/office/drawing/2014/main" id="{2F05AD51-5460-5860-1483-81E8E94E1A23}"/>
              </a:ext>
            </a:extLst>
          </p:cNvPr>
          <p:cNvSpPr>
            <a:spLocks noGrp="1"/>
          </p:cNvSpPr>
          <p:nvPr>
            <p:ph type="dt" sz="half" idx="10"/>
          </p:nvPr>
        </p:nvSpPr>
        <p:spPr/>
        <p:txBody>
          <a:bodyPr/>
          <a:lstStyle/>
          <a:p>
            <a:fld id="{53AF9F93-AB08-4108-8F95-37C07EA52D4E}" type="datetime1">
              <a:rPr lang="en-US" smtClean="0"/>
              <a:t>9/19/2025</a:t>
            </a:fld>
            <a:endParaRPr lang="en-US"/>
          </a:p>
        </p:txBody>
      </p:sp>
      <p:sp>
        <p:nvSpPr>
          <p:cNvPr id="8" name="SmartArt Placeholder 7">
            <a:extLst>
              <a:ext uri="{FF2B5EF4-FFF2-40B4-BE49-F238E27FC236}">
                <a16:creationId xmlns:a16="http://schemas.microsoft.com/office/drawing/2014/main" id="{2C874A98-A66B-D479-1047-984025F2E199}"/>
              </a:ext>
            </a:extLst>
          </p:cNvPr>
          <p:cNvSpPr>
            <a:spLocks noGrp="1"/>
          </p:cNvSpPr>
          <p:nvPr>
            <p:ph type="dgm" sz="quarter" idx="17"/>
          </p:nvPr>
        </p:nvSpPr>
        <p:spPr/>
        <p:txBody>
          <a:bodyPr/>
          <a:lstStyle/>
          <a:p>
            <a:endParaRPr lang="en-IN"/>
          </a:p>
        </p:txBody>
      </p:sp>
      <p:graphicFrame>
        <p:nvGraphicFramePr>
          <p:cNvPr id="9" name="Table 9">
            <a:extLst>
              <a:ext uri="{FF2B5EF4-FFF2-40B4-BE49-F238E27FC236}">
                <a16:creationId xmlns:a16="http://schemas.microsoft.com/office/drawing/2014/main" id="{BD9DF310-7223-E327-3A90-7E56FDC0200E}"/>
              </a:ext>
            </a:extLst>
          </p:cNvPr>
          <p:cNvGraphicFramePr>
            <a:graphicFrameLocks noGrp="1"/>
          </p:cNvGraphicFramePr>
          <p:nvPr>
            <p:extLst>
              <p:ext uri="{D42A27DB-BD31-4B8C-83A1-F6EECF244321}">
                <p14:modId xmlns:p14="http://schemas.microsoft.com/office/powerpoint/2010/main" val="2338508714"/>
              </p:ext>
            </p:extLst>
          </p:nvPr>
        </p:nvGraphicFramePr>
        <p:xfrm>
          <a:off x="1580459" y="1128459"/>
          <a:ext cx="10012680" cy="335280"/>
        </p:xfrm>
        <a:graphic>
          <a:graphicData uri="http://schemas.openxmlformats.org/drawingml/2006/table">
            <a:tbl>
              <a:tblPr firstRow="1" bandRow="1">
                <a:effectLst/>
              </a:tblPr>
              <a:tblGrid>
                <a:gridCol w="1251585">
                  <a:extLst>
                    <a:ext uri="{9D8B030D-6E8A-4147-A177-3AD203B41FA5}">
                      <a16:colId xmlns:a16="http://schemas.microsoft.com/office/drawing/2014/main" val="511786146"/>
                    </a:ext>
                  </a:extLst>
                </a:gridCol>
                <a:gridCol w="1251585">
                  <a:extLst>
                    <a:ext uri="{9D8B030D-6E8A-4147-A177-3AD203B41FA5}">
                      <a16:colId xmlns:a16="http://schemas.microsoft.com/office/drawing/2014/main" val="1197635612"/>
                    </a:ext>
                  </a:extLst>
                </a:gridCol>
                <a:gridCol w="1251585">
                  <a:extLst>
                    <a:ext uri="{9D8B030D-6E8A-4147-A177-3AD203B41FA5}">
                      <a16:colId xmlns:a16="http://schemas.microsoft.com/office/drawing/2014/main" val="1555891671"/>
                    </a:ext>
                  </a:extLst>
                </a:gridCol>
                <a:gridCol w="1251585">
                  <a:extLst>
                    <a:ext uri="{9D8B030D-6E8A-4147-A177-3AD203B41FA5}">
                      <a16:colId xmlns:a16="http://schemas.microsoft.com/office/drawing/2014/main" val="3146287799"/>
                    </a:ext>
                  </a:extLst>
                </a:gridCol>
                <a:gridCol w="1251585">
                  <a:extLst>
                    <a:ext uri="{9D8B030D-6E8A-4147-A177-3AD203B41FA5}">
                      <a16:colId xmlns:a16="http://schemas.microsoft.com/office/drawing/2014/main" val="3117916854"/>
                    </a:ext>
                  </a:extLst>
                </a:gridCol>
                <a:gridCol w="1251585">
                  <a:extLst>
                    <a:ext uri="{9D8B030D-6E8A-4147-A177-3AD203B41FA5}">
                      <a16:colId xmlns:a16="http://schemas.microsoft.com/office/drawing/2014/main" val="2557838168"/>
                    </a:ext>
                  </a:extLst>
                </a:gridCol>
                <a:gridCol w="1251585">
                  <a:extLst>
                    <a:ext uri="{9D8B030D-6E8A-4147-A177-3AD203B41FA5}">
                      <a16:colId xmlns:a16="http://schemas.microsoft.com/office/drawing/2014/main" val="2406676485"/>
                    </a:ext>
                  </a:extLst>
                </a:gridCol>
                <a:gridCol w="1251585">
                  <a:extLst>
                    <a:ext uri="{9D8B030D-6E8A-4147-A177-3AD203B41FA5}">
                      <a16:colId xmlns:a16="http://schemas.microsoft.com/office/drawing/2014/main" val="1272745427"/>
                    </a:ext>
                  </a:extLst>
                </a:gridCol>
              </a:tblGrid>
              <a:tr h="271384">
                <a:tc>
                  <a:txBody>
                    <a:bodyPr/>
                    <a:lstStyle>
                      <a:lvl1pPr marL="0" algn="l" defTabSz="913943" rtl="0" eaLnBrk="1" latinLnBrk="0" hangingPunct="1">
                        <a:defRPr sz="1099" kern="1200">
                          <a:solidFill>
                            <a:schemeClr val="tx1"/>
                          </a:solidFill>
                          <a:latin typeface="Arial" panose="020B0604020202020204"/>
                        </a:defRPr>
                      </a:lvl1pPr>
                      <a:lvl2pPr marL="456971" algn="l" defTabSz="913943" rtl="0" eaLnBrk="1" latinLnBrk="0" hangingPunct="1">
                        <a:defRPr sz="1099" kern="1200">
                          <a:solidFill>
                            <a:schemeClr val="tx1"/>
                          </a:solidFill>
                          <a:latin typeface="Arial" panose="020B0604020202020204"/>
                        </a:defRPr>
                      </a:lvl2pPr>
                      <a:lvl3pPr marL="913943" algn="l" defTabSz="913943" rtl="0" eaLnBrk="1" latinLnBrk="0" hangingPunct="1">
                        <a:defRPr sz="1099" kern="1200">
                          <a:solidFill>
                            <a:schemeClr val="tx1"/>
                          </a:solidFill>
                          <a:latin typeface="Arial" panose="020B0604020202020204"/>
                        </a:defRPr>
                      </a:lvl3pPr>
                      <a:lvl4pPr marL="1370914" algn="l" defTabSz="913943" rtl="0" eaLnBrk="1" latinLnBrk="0" hangingPunct="1">
                        <a:defRPr sz="1099" kern="1200">
                          <a:solidFill>
                            <a:schemeClr val="tx1"/>
                          </a:solidFill>
                          <a:latin typeface="Arial" panose="020B0604020202020204"/>
                        </a:defRPr>
                      </a:lvl4pPr>
                      <a:lvl5pPr marL="1827886" algn="l" defTabSz="913943" rtl="0" eaLnBrk="1" latinLnBrk="0" hangingPunct="1">
                        <a:defRPr sz="1099" kern="1200">
                          <a:solidFill>
                            <a:schemeClr val="tx1"/>
                          </a:solidFill>
                          <a:latin typeface="Arial" panose="020B0604020202020204"/>
                        </a:defRPr>
                      </a:lvl5pPr>
                      <a:lvl6pPr marL="2284857" algn="l" defTabSz="913943" rtl="0" eaLnBrk="1" latinLnBrk="0" hangingPunct="1">
                        <a:defRPr sz="1099" kern="1200">
                          <a:solidFill>
                            <a:schemeClr val="tx1"/>
                          </a:solidFill>
                          <a:latin typeface="Arial" panose="020B0604020202020204"/>
                        </a:defRPr>
                      </a:lvl6pPr>
                      <a:lvl7pPr marL="2741828" algn="l" defTabSz="913943" rtl="0" eaLnBrk="1" latinLnBrk="0" hangingPunct="1">
                        <a:defRPr sz="1099" kern="1200">
                          <a:solidFill>
                            <a:schemeClr val="tx1"/>
                          </a:solidFill>
                          <a:latin typeface="Arial" panose="020B0604020202020204"/>
                        </a:defRPr>
                      </a:lvl7pPr>
                      <a:lvl8pPr marL="3198800" algn="l" defTabSz="913943" rtl="0" eaLnBrk="1" latinLnBrk="0" hangingPunct="1">
                        <a:defRPr sz="1099" kern="1200">
                          <a:solidFill>
                            <a:schemeClr val="tx1"/>
                          </a:solidFill>
                          <a:latin typeface="Arial" panose="020B0604020202020204"/>
                        </a:defRPr>
                      </a:lvl8pPr>
                      <a:lvl9pPr marL="3655771" algn="l" defTabSz="913943" rtl="0" eaLnBrk="1" latinLnBrk="0" hangingPunct="1">
                        <a:defRPr sz="1099" kern="1200">
                          <a:solidFill>
                            <a:schemeClr val="tx1"/>
                          </a:solidFill>
                          <a:latin typeface="Arial" panose="020B0604020202020204"/>
                        </a:defRPr>
                      </a:lvl9pPr>
                    </a:lstStyle>
                    <a:p>
                      <a:pPr marL="57785" lvl="0" indent="0" algn="ctr">
                        <a:lnSpc>
                          <a:spcPct val="100000"/>
                        </a:lnSpc>
                        <a:buNone/>
                      </a:pPr>
                      <a:r>
                        <a:rPr kumimoji="0" lang="en-US" sz="800" b="0" i="0" u="none" strike="noStrike" kern="0" cap="none" spc="0" normalizeH="0" baseline="0" noProof="0">
                          <a:ln>
                            <a:noFill/>
                          </a:ln>
                          <a:solidFill>
                            <a:srgbClr val="FFFFFF"/>
                          </a:solidFill>
                          <a:effectLst/>
                          <a:uLnTx/>
                          <a:uFillTx/>
                          <a:latin typeface="Arial"/>
                        </a:rPr>
                        <a:t>Maintain </a:t>
                      </a:r>
                      <a:r>
                        <a:rPr lang="en-US" sz="800" b="0" i="0" u="none" strike="noStrike" kern="0" cap="none" spc="0" normalizeH="0" baseline="0" noProof="0">
                          <a:ln>
                            <a:noFill/>
                          </a:ln>
                          <a:solidFill>
                            <a:srgbClr val="FFFFFF"/>
                          </a:solidFill>
                          <a:effectLst/>
                          <a:uLnTx/>
                          <a:uFillTx/>
                          <a:latin typeface="Arial"/>
                        </a:rPr>
                        <a:t>account. master data</a:t>
                      </a:r>
                    </a:p>
                  </a:txBody>
                  <a:tcPr marL="45720" marR="4572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1A9AFA"/>
                    </a:solidFill>
                  </a:tcPr>
                </a:tc>
                <a:tc>
                  <a:txBody>
                    <a:bodyPr/>
                    <a:lstStyle>
                      <a:lvl1pPr marL="0" algn="l" defTabSz="913943" rtl="0" eaLnBrk="1" latinLnBrk="0" hangingPunct="1">
                        <a:defRPr sz="1099" kern="1200">
                          <a:solidFill>
                            <a:schemeClr val="tx1"/>
                          </a:solidFill>
                          <a:latin typeface="Arial" panose="020B0604020202020204"/>
                        </a:defRPr>
                      </a:lvl1pPr>
                      <a:lvl2pPr marL="456971" algn="l" defTabSz="913943" rtl="0" eaLnBrk="1" latinLnBrk="0" hangingPunct="1">
                        <a:defRPr sz="1099" kern="1200">
                          <a:solidFill>
                            <a:schemeClr val="tx1"/>
                          </a:solidFill>
                          <a:latin typeface="Arial" panose="020B0604020202020204"/>
                        </a:defRPr>
                      </a:lvl2pPr>
                      <a:lvl3pPr marL="913943" algn="l" defTabSz="913943" rtl="0" eaLnBrk="1" latinLnBrk="0" hangingPunct="1">
                        <a:defRPr sz="1099" kern="1200">
                          <a:solidFill>
                            <a:schemeClr val="tx1"/>
                          </a:solidFill>
                          <a:latin typeface="Arial" panose="020B0604020202020204"/>
                        </a:defRPr>
                      </a:lvl3pPr>
                      <a:lvl4pPr marL="1370914" algn="l" defTabSz="913943" rtl="0" eaLnBrk="1" latinLnBrk="0" hangingPunct="1">
                        <a:defRPr sz="1099" kern="1200">
                          <a:solidFill>
                            <a:schemeClr val="tx1"/>
                          </a:solidFill>
                          <a:latin typeface="Arial" panose="020B0604020202020204"/>
                        </a:defRPr>
                      </a:lvl4pPr>
                      <a:lvl5pPr marL="1827886" algn="l" defTabSz="913943" rtl="0" eaLnBrk="1" latinLnBrk="0" hangingPunct="1">
                        <a:defRPr sz="1099" kern="1200">
                          <a:solidFill>
                            <a:schemeClr val="tx1"/>
                          </a:solidFill>
                          <a:latin typeface="Arial" panose="020B0604020202020204"/>
                        </a:defRPr>
                      </a:lvl5pPr>
                      <a:lvl6pPr marL="2284857" algn="l" defTabSz="913943" rtl="0" eaLnBrk="1" latinLnBrk="0" hangingPunct="1">
                        <a:defRPr sz="1099" kern="1200">
                          <a:solidFill>
                            <a:schemeClr val="tx1"/>
                          </a:solidFill>
                          <a:latin typeface="Arial" panose="020B0604020202020204"/>
                        </a:defRPr>
                      </a:lvl6pPr>
                      <a:lvl7pPr marL="2741828" algn="l" defTabSz="913943" rtl="0" eaLnBrk="1" latinLnBrk="0" hangingPunct="1">
                        <a:defRPr sz="1099" kern="1200">
                          <a:solidFill>
                            <a:schemeClr val="tx1"/>
                          </a:solidFill>
                          <a:latin typeface="Arial" panose="020B0604020202020204"/>
                        </a:defRPr>
                      </a:lvl7pPr>
                      <a:lvl8pPr marL="3198800" algn="l" defTabSz="913943" rtl="0" eaLnBrk="1" latinLnBrk="0" hangingPunct="1">
                        <a:defRPr sz="1099" kern="1200">
                          <a:solidFill>
                            <a:schemeClr val="tx1"/>
                          </a:solidFill>
                          <a:latin typeface="Arial" panose="020B0604020202020204"/>
                        </a:defRPr>
                      </a:lvl8pPr>
                      <a:lvl9pPr marL="3655771" algn="l" defTabSz="913943" rtl="0" eaLnBrk="1" latinLnBrk="0" hangingPunct="1">
                        <a:defRPr sz="1099" kern="1200">
                          <a:solidFill>
                            <a:schemeClr val="tx1"/>
                          </a:solidFill>
                          <a:latin typeface="Arial" panose="020B0604020202020204"/>
                        </a:defRPr>
                      </a:lvl9pPr>
                    </a:lstStyle>
                    <a:p>
                      <a:pPr marL="0" lvl="0" indent="0" algn="ctr">
                        <a:lnSpc>
                          <a:spcPct val="100000"/>
                        </a:lnSpc>
                        <a:buNone/>
                      </a:pPr>
                      <a:r>
                        <a:rPr lang="en-US" sz="800" b="0" i="0" u="none" strike="noStrike" kern="0" cap="none" spc="0" normalizeH="0" baseline="0" noProof="0">
                          <a:ln>
                            <a:noFill/>
                          </a:ln>
                          <a:solidFill>
                            <a:srgbClr val="FFFFFF"/>
                          </a:solidFill>
                          <a:effectLst/>
                          <a:uLnTx/>
                          <a:uFillTx/>
                          <a:latin typeface="Arial"/>
                        </a:rPr>
                        <a:t>Manage policy &amp; procedures</a:t>
                      </a:r>
                    </a:p>
                  </a:txBody>
                  <a:tcPr marL="45720" marR="4572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1A9AFA"/>
                    </a:solidFill>
                  </a:tcPr>
                </a:tc>
                <a:tc>
                  <a:txBody>
                    <a:bodyPr/>
                    <a:lstStyle>
                      <a:lvl1pPr marL="0" algn="l" defTabSz="913943" rtl="0" eaLnBrk="1" latinLnBrk="0" hangingPunct="1">
                        <a:defRPr sz="1099" kern="1200">
                          <a:solidFill>
                            <a:schemeClr val="tx1"/>
                          </a:solidFill>
                          <a:latin typeface="Arial" panose="020B0604020202020204"/>
                        </a:defRPr>
                      </a:lvl1pPr>
                      <a:lvl2pPr marL="456971" algn="l" defTabSz="913943" rtl="0" eaLnBrk="1" latinLnBrk="0" hangingPunct="1">
                        <a:defRPr sz="1099" kern="1200">
                          <a:solidFill>
                            <a:schemeClr val="tx1"/>
                          </a:solidFill>
                          <a:latin typeface="Arial" panose="020B0604020202020204"/>
                        </a:defRPr>
                      </a:lvl2pPr>
                      <a:lvl3pPr marL="913943" algn="l" defTabSz="913943" rtl="0" eaLnBrk="1" latinLnBrk="0" hangingPunct="1">
                        <a:defRPr sz="1099" kern="1200">
                          <a:solidFill>
                            <a:schemeClr val="tx1"/>
                          </a:solidFill>
                          <a:latin typeface="Arial" panose="020B0604020202020204"/>
                        </a:defRPr>
                      </a:lvl3pPr>
                      <a:lvl4pPr marL="1370914" algn="l" defTabSz="913943" rtl="0" eaLnBrk="1" latinLnBrk="0" hangingPunct="1">
                        <a:defRPr sz="1099" kern="1200">
                          <a:solidFill>
                            <a:schemeClr val="tx1"/>
                          </a:solidFill>
                          <a:latin typeface="Arial" panose="020B0604020202020204"/>
                        </a:defRPr>
                      </a:lvl4pPr>
                      <a:lvl5pPr marL="1827886" algn="l" defTabSz="913943" rtl="0" eaLnBrk="1" latinLnBrk="0" hangingPunct="1">
                        <a:defRPr sz="1099" kern="1200">
                          <a:solidFill>
                            <a:schemeClr val="tx1"/>
                          </a:solidFill>
                          <a:latin typeface="Arial" panose="020B0604020202020204"/>
                        </a:defRPr>
                      </a:lvl5pPr>
                      <a:lvl6pPr marL="2284857" algn="l" defTabSz="913943" rtl="0" eaLnBrk="1" latinLnBrk="0" hangingPunct="1">
                        <a:defRPr sz="1099" kern="1200">
                          <a:solidFill>
                            <a:schemeClr val="tx1"/>
                          </a:solidFill>
                          <a:latin typeface="Arial" panose="020B0604020202020204"/>
                        </a:defRPr>
                      </a:lvl6pPr>
                      <a:lvl7pPr marL="2741828" algn="l" defTabSz="913943" rtl="0" eaLnBrk="1" latinLnBrk="0" hangingPunct="1">
                        <a:defRPr sz="1099" kern="1200">
                          <a:solidFill>
                            <a:schemeClr val="tx1"/>
                          </a:solidFill>
                          <a:latin typeface="Arial" panose="020B0604020202020204"/>
                        </a:defRPr>
                      </a:lvl7pPr>
                      <a:lvl8pPr marL="3198800" algn="l" defTabSz="913943" rtl="0" eaLnBrk="1" latinLnBrk="0" hangingPunct="1">
                        <a:defRPr sz="1099" kern="1200">
                          <a:solidFill>
                            <a:schemeClr val="tx1"/>
                          </a:solidFill>
                          <a:latin typeface="Arial" panose="020B0604020202020204"/>
                        </a:defRPr>
                      </a:lvl8pPr>
                      <a:lvl9pPr marL="3655771" algn="l" defTabSz="913943" rtl="0" eaLnBrk="1" latinLnBrk="0" hangingPunct="1">
                        <a:defRPr sz="1099" kern="1200">
                          <a:solidFill>
                            <a:schemeClr val="tx1"/>
                          </a:solidFill>
                          <a:latin typeface="Arial" panose="020B0604020202020204"/>
                        </a:defRPr>
                      </a:lvl9pPr>
                    </a:lstStyle>
                    <a:p>
                      <a:pPr marL="57785" lvl="0" indent="0" algn="ctr">
                        <a:lnSpc>
                          <a:spcPct val="100000"/>
                        </a:lnSpc>
                        <a:buNone/>
                      </a:pPr>
                      <a:r>
                        <a:rPr lang="en-US" sz="800" b="0" i="0" u="none" strike="noStrike" kern="0" cap="none" spc="0" normalizeH="0" baseline="0" noProof="0">
                          <a:ln>
                            <a:noFill/>
                          </a:ln>
                          <a:solidFill>
                            <a:srgbClr val="FFFFFF"/>
                          </a:solidFill>
                          <a:effectLst/>
                          <a:uLnTx/>
                          <a:uFillTx/>
                          <a:latin typeface="Arial"/>
                        </a:rPr>
                        <a:t>Perform general accounting</a:t>
                      </a:r>
                    </a:p>
                  </a:txBody>
                  <a:tcPr marL="45720" marR="4572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1A9AFA"/>
                    </a:solidFill>
                  </a:tcPr>
                </a:tc>
                <a:tc>
                  <a:txBody>
                    <a:bodyPr/>
                    <a:lstStyle>
                      <a:lvl1pPr marL="0" algn="l" defTabSz="913943" rtl="0" eaLnBrk="1" latinLnBrk="0" hangingPunct="1">
                        <a:defRPr sz="1099" kern="1200">
                          <a:solidFill>
                            <a:schemeClr val="tx1"/>
                          </a:solidFill>
                          <a:latin typeface="Arial" panose="020B0604020202020204"/>
                        </a:defRPr>
                      </a:lvl1pPr>
                      <a:lvl2pPr marL="456971" algn="l" defTabSz="913943" rtl="0" eaLnBrk="1" latinLnBrk="0" hangingPunct="1">
                        <a:defRPr sz="1099" kern="1200">
                          <a:solidFill>
                            <a:schemeClr val="tx1"/>
                          </a:solidFill>
                          <a:latin typeface="Arial" panose="020B0604020202020204"/>
                        </a:defRPr>
                      </a:lvl2pPr>
                      <a:lvl3pPr marL="913943" algn="l" defTabSz="913943" rtl="0" eaLnBrk="1" latinLnBrk="0" hangingPunct="1">
                        <a:defRPr sz="1099" kern="1200">
                          <a:solidFill>
                            <a:schemeClr val="tx1"/>
                          </a:solidFill>
                          <a:latin typeface="Arial" panose="020B0604020202020204"/>
                        </a:defRPr>
                      </a:lvl3pPr>
                      <a:lvl4pPr marL="1370914" algn="l" defTabSz="913943" rtl="0" eaLnBrk="1" latinLnBrk="0" hangingPunct="1">
                        <a:defRPr sz="1099" kern="1200">
                          <a:solidFill>
                            <a:schemeClr val="tx1"/>
                          </a:solidFill>
                          <a:latin typeface="Arial" panose="020B0604020202020204"/>
                        </a:defRPr>
                      </a:lvl4pPr>
                      <a:lvl5pPr marL="1827886" algn="l" defTabSz="913943" rtl="0" eaLnBrk="1" latinLnBrk="0" hangingPunct="1">
                        <a:defRPr sz="1099" kern="1200">
                          <a:solidFill>
                            <a:schemeClr val="tx1"/>
                          </a:solidFill>
                          <a:latin typeface="Arial" panose="020B0604020202020204"/>
                        </a:defRPr>
                      </a:lvl5pPr>
                      <a:lvl6pPr marL="2284857" algn="l" defTabSz="913943" rtl="0" eaLnBrk="1" latinLnBrk="0" hangingPunct="1">
                        <a:defRPr sz="1099" kern="1200">
                          <a:solidFill>
                            <a:schemeClr val="tx1"/>
                          </a:solidFill>
                          <a:latin typeface="Arial" panose="020B0604020202020204"/>
                        </a:defRPr>
                      </a:lvl6pPr>
                      <a:lvl7pPr marL="2741828" algn="l" defTabSz="913943" rtl="0" eaLnBrk="1" latinLnBrk="0" hangingPunct="1">
                        <a:defRPr sz="1099" kern="1200">
                          <a:solidFill>
                            <a:schemeClr val="tx1"/>
                          </a:solidFill>
                          <a:latin typeface="Arial" panose="020B0604020202020204"/>
                        </a:defRPr>
                      </a:lvl7pPr>
                      <a:lvl8pPr marL="3198800" algn="l" defTabSz="913943" rtl="0" eaLnBrk="1" latinLnBrk="0" hangingPunct="1">
                        <a:defRPr sz="1099" kern="1200">
                          <a:solidFill>
                            <a:schemeClr val="tx1"/>
                          </a:solidFill>
                          <a:latin typeface="Arial" panose="020B0604020202020204"/>
                        </a:defRPr>
                      </a:lvl8pPr>
                      <a:lvl9pPr marL="3655771" algn="l" defTabSz="913943" rtl="0" eaLnBrk="1" latinLnBrk="0" hangingPunct="1">
                        <a:defRPr sz="1099" kern="1200">
                          <a:solidFill>
                            <a:schemeClr val="tx1"/>
                          </a:solidFill>
                          <a:latin typeface="Arial" panose="020B0604020202020204"/>
                        </a:defRPr>
                      </a:lvl9pPr>
                    </a:lstStyle>
                    <a:p>
                      <a:pPr marL="57785" lvl="0" indent="0" algn="ctr">
                        <a:lnSpc>
                          <a:spcPct val="100000"/>
                        </a:lnSpc>
                        <a:buNone/>
                      </a:pPr>
                      <a:r>
                        <a:rPr lang="en-US" sz="800" b="0" i="0" u="none" strike="noStrike" kern="0" cap="none" spc="0" normalizeH="0" baseline="0" noProof="0">
                          <a:ln>
                            <a:noFill/>
                          </a:ln>
                          <a:solidFill>
                            <a:srgbClr val="FFFFFF"/>
                          </a:solidFill>
                          <a:effectLst/>
                          <a:uLnTx/>
                          <a:uFillTx/>
                          <a:latin typeface="Arial"/>
                        </a:rPr>
                        <a:t>Perform fixed asset accounting</a:t>
                      </a:r>
                    </a:p>
                  </a:txBody>
                  <a:tcPr marL="45720" marR="4572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1A9AFA"/>
                    </a:solidFill>
                  </a:tcPr>
                </a:tc>
                <a:tc>
                  <a:txBody>
                    <a:bodyPr/>
                    <a:lstStyle>
                      <a:lvl1pPr marL="0" algn="l" defTabSz="913943" rtl="0" eaLnBrk="1" latinLnBrk="0" hangingPunct="1">
                        <a:defRPr sz="1099" kern="1200">
                          <a:solidFill>
                            <a:schemeClr val="tx1"/>
                          </a:solidFill>
                          <a:latin typeface="Arial" panose="020B0604020202020204"/>
                        </a:defRPr>
                      </a:lvl1pPr>
                      <a:lvl2pPr marL="456971" algn="l" defTabSz="913943" rtl="0" eaLnBrk="1" latinLnBrk="0" hangingPunct="1">
                        <a:defRPr sz="1099" kern="1200">
                          <a:solidFill>
                            <a:schemeClr val="tx1"/>
                          </a:solidFill>
                          <a:latin typeface="Arial" panose="020B0604020202020204"/>
                        </a:defRPr>
                      </a:lvl2pPr>
                      <a:lvl3pPr marL="913943" algn="l" defTabSz="913943" rtl="0" eaLnBrk="1" latinLnBrk="0" hangingPunct="1">
                        <a:defRPr sz="1099" kern="1200">
                          <a:solidFill>
                            <a:schemeClr val="tx1"/>
                          </a:solidFill>
                          <a:latin typeface="Arial" panose="020B0604020202020204"/>
                        </a:defRPr>
                      </a:lvl3pPr>
                      <a:lvl4pPr marL="1370914" algn="l" defTabSz="913943" rtl="0" eaLnBrk="1" latinLnBrk="0" hangingPunct="1">
                        <a:defRPr sz="1099" kern="1200">
                          <a:solidFill>
                            <a:schemeClr val="tx1"/>
                          </a:solidFill>
                          <a:latin typeface="Arial" panose="020B0604020202020204"/>
                        </a:defRPr>
                      </a:lvl4pPr>
                      <a:lvl5pPr marL="1827886" algn="l" defTabSz="913943" rtl="0" eaLnBrk="1" latinLnBrk="0" hangingPunct="1">
                        <a:defRPr sz="1099" kern="1200">
                          <a:solidFill>
                            <a:schemeClr val="tx1"/>
                          </a:solidFill>
                          <a:latin typeface="Arial" panose="020B0604020202020204"/>
                        </a:defRPr>
                      </a:lvl5pPr>
                      <a:lvl6pPr marL="2284857" algn="l" defTabSz="913943" rtl="0" eaLnBrk="1" latinLnBrk="0" hangingPunct="1">
                        <a:defRPr sz="1099" kern="1200">
                          <a:solidFill>
                            <a:schemeClr val="tx1"/>
                          </a:solidFill>
                          <a:latin typeface="Arial" panose="020B0604020202020204"/>
                        </a:defRPr>
                      </a:lvl6pPr>
                      <a:lvl7pPr marL="2741828" algn="l" defTabSz="913943" rtl="0" eaLnBrk="1" latinLnBrk="0" hangingPunct="1">
                        <a:defRPr sz="1099" kern="1200">
                          <a:solidFill>
                            <a:schemeClr val="tx1"/>
                          </a:solidFill>
                          <a:latin typeface="Arial" panose="020B0604020202020204"/>
                        </a:defRPr>
                      </a:lvl7pPr>
                      <a:lvl8pPr marL="3198800" algn="l" defTabSz="913943" rtl="0" eaLnBrk="1" latinLnBrk="0" hangingPunct="1">
                        <a:defRPr sz="1099" kern="1200">
                          <a:solidFill>
                            <a:schemeClr val="tx1"/>
                          </a:solidFill>
                          <a:latin typeface="Arial" panose="020B0604020202020204"/>
                        </a:defRPr>
                      </a:lvl8pPr>
                      <a:lvl9pPr marL="3655771" algn="l" defTabSz="913943" rtl="0" eaLnBrk="1" latinLnBrk="0" hangingPunct="1">
                        <a:defRPr sz="1099" kern="1200">
                          <a:solidFill>
                            <a:schemeClr val="tx1"/>
                          </a:solidFill>
                          <a:latin typeface="Arial" panose="020B0604020202020204"/>
                        </a:defRPr>
                      </a:lvl9pPr>
                    </a:lstStyle>
                    <a:p>
                      <a:pPr marL="57785" lvl="0" indent="0" algn="ctr">
                        <a:lnSpc>
                          <a:spcPct val="100000"/>
                        </a:lnSpc>
                        <a:buNone/>
                      </a:pPr>
                      <a:r>
                        <a:rPr lang="en-US" sz="800" b="0" i="0" u="none" strike="noStrike" kern="0" cap="none" spc="0" normalizeH="0" baseline="0" noProof="0">
                          <a:ln>
                            <a:noFill/>
                          </a:ln>
                          <a:solidFill>
                            <a:srgbClr val="FFFFFF"/>
                          </a:solidFill>
                          <a:effectLst/>
                          <a:uLnTx/>
                          <a:uFillTx/>
                          <a:latin typeface="Arial"/>
                        </a:rPr>
                        <a:t>Manage capital accounting</a:t>
                      </a:r>
                    </a:p>
                  </a:txBody>
                  <a:tcPr marL="45720" marR="4572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1A9AFA"/>
                    </a:solidFill>
                  </a:tcPr>
                </a:tc>
                <a:tc>
                  <a:txBody>
                    <a:bodyPr/>
                    <a:lstStyle>
                      <a:lvl1pPr marL="0" algn="l" defTabSz="913943" rtl="0" eaLnBrk="1" latinLnBrk="0" hangingPunct="1">
                        <a:defRPr sz="1099" kern="1200">
                          <a:solidFill>
                            <a:schemeClr val="tx1"/>
                          </a:solidFill>
                          <a:latin typeface="Arial" panose="020B0604020202020204"/>
                        </a:defRPr>
                      </a:lvl1pPr>
                      <a:lvl2pPr marL="456971" algn="l" defTabSz="913943" rtl="0" eaLnBrk="1" latinLnBrk="0" hangingPunct="1">
                        <a:defRPr sz="1099" kern="1200">
                          <a:solidFill>
                            <a:schemeClr val="tx1"/>
                          </a:solidFill>
                          <a:latin typeface="Arial" panose="020B0604020202020204"/>
                        </a:defRPr>
                      </a:lvl2pPr>
                      <a:lvl3pPr marL="913943" algn="l" defTabSz="913943" rtl="0" eaLnBrk="1" latinLnBrk="0" hangingPunct="1">
                        <a:defRPr sz="1099" kern="1200">
                          <a:solidFill>
                            <a:schemeClr val="tx1"/>
                          </a:solidFill>
                          <a:latin typeface="Arial" panose="020B0604020202020204"/>
                        </a:defRPr>
                      </a:lvl3pPr>
                      <a:lvl4pPr marL="1370914" algn="l" defTabSz="913943" rtl="0" eaLnBrk="1" latinLnBrk="0" hangingPunct="1">
                        <a:defRPr sz="1099" kern="1200">
                          <a:solidFill>
                            <a:schemeClr val="tx1"/>
                          </a:solidFill>
                          <a:latin typeface="Arial" panose="020B0604020202020204"/>
                        </a:defRPr>
                      </a:lvl4pPr>
                      <a:lvl5pPr marL="1827886" algn="l" defTabSz="913943" rtl="0" eaLnBrk="1" latinLnBrk="0" hangingPunct="1">
                        <a:defRPr sz="1099" kern="1200">
                          <a:solidFill>
                            <a:schemeClr val="tx1"/>
                          </a:solidFill>
                          <a:latin typeface="Arial" panose="020B0604020202020204"/>
                        </a:defRPr>
                      </a:lvl5pPr>
                      <a:lvl6pPr marL="2284857" algn="l" defTabSz="913943" rtl="0" eaLnBrk="1" latinLnBrk="0" hangingPunct="1">
                        <a:defRPr sz="1099" kern="1200">
                          <a:solidFill>
                            <a:schemeClr val="tx1"/>
                          </a:solidFill>
                          <a:latin typeface="Arial" panose="020B0604020202020204"/>
                        </a:defRPr>
                      </a:lvl6pPr>
                      <a:lvl7pPr marL="2741828" algn="l" defTabSz="913943" rtl="0" eaLnBrk="1" latinLnBrk="0" hangingPunct="1">
                        <a:defRPr sz="1099" kern="1200">
                          <a:solidFill>
                            <a:schemeClr val="tx1"/>
                          </a:solidFill>
                          <a:latin typeface="Arial" panose="020B0604020202020204"/>
                        </a:defRPr>
                      </a:lvl7pPr>
                      <a:lvl8pPr marL="3198800" algn="l" defTabSz="913943" rtl="0" eaLnBrk="1" latinLnBrk="0" hangingPunct="1">
                        <a:defRPr sz="1099" kern="1200">
                          <a:solidFill>
                            <a:schemeClr val="tx1"/>
                          </a:solidFill>
                          <a:latin typeface="Arial" panose="020B0604020202020204"/>
                        </a:defRPr>
                      </a:lvl8pPr>
                      <a:lvl9pPr marL="3655771" algn="l" defTabSz="913943" rtl="0" eaLnBrk="1" latinLnBrk="0" hangingPunct="1">
                        <a:defRPr sz="1099" kern="1200">
                          <a:solidFill>
                            <a:schemeClr val="tx1"/>
                          </a:solidFill>
                          <a:latin typeface="Arial" panose="020B0604020202020204"/>
                        </a:defRPr>
                      </a:lvl9pPr>
                    </a:lstStyle>
                    <a:p>
                      <a:pPr marL="57785" lvl="0" indent="0" algn="ctr">
                        <a:lnSpc>
                          <a:spcPct val="100000"/>
                        </a:lnSpc>
                        <a:buNone/>
                      </a:pPr>
                      <a:r>
                        <a:rPr kumimoji="0" lang="en-US" sz="800" b="0" i="0" u="none" strike="noStrike" kern="0" cap="none" spc="0" normalizeH="0" baseline="0" noProof="0">
                          <a:ln>
                            <a:noFill/>
                          </a:ln>
                          <a:solidFill>
                            <a:srgbClr val="FFFFFF"/>
                          </a:solidFill>
                          <a:effectLst/>
                          <a:uLnTx/>
                          <a:uFillTx/>
                          <a:latin typeface="Arial"/>
                        </a:rPr>
                        <a:t>Perform </a:t>
                      </a:r>
                      <a:r>
                        <a:rPr lang="en-US" sz="800" b="0" i="0" u="none" strike="noStrike" kern="0" cap="none" spc="0" normalizeH="0" baseline="0" noProof="0">
                          <a:ln>
                            <a:noFill/>
                          </a:ln>
                          <a:solidFill>
                            <a:srgbClr val="FFFFFF"/>
                          </a:solidFill>
                          <a:effectLst/>
                          <a:uLnTx/>
                          <a:uFillTx/>
                          <a:latin typeface="Arial"/>
                        </a:rPr>
                        <a:t>plant cost accounting</a:t>
                      </a:r>
                      <a:endParaRPr kumimoji="0" lang="en-US" sz="800" b="0" i="0" u="none" strike="noStrike" kern="0" cap="none" spc="0" normalizeH="0" baseline="0" noProof="0">
                        <a:ln>
                          <a:noFill/>
                        </a:ln>
                        <a:solidFill>
                          <a:srgbClr val="FFFFFF"/>
                        </a:solidFill>
                        <a:effectLst/>
                        <a:uLnTx/>
                        <a:uFillTx/>
                        <a:latin typeface="Arial"/>
                      </a:endParaRPr>
                    </a:p>
                  </a:txBody>
                  <a:tcPr marL="45720" marR="4572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1A9AFA"/>
                    </a:solidFill>
                  </a:tcPr>
                </a:tc>
                <a:tc>
                  <a:txBody>
                    <a:bodyPr/>
                    <a:lstStyle>
                      <a:lvl1pPr marL="0" algn="l" defTabSz="913943" rtl="0" eaLnBrk="1" latinLnBrk="0" hangingPunct="1">
                        <a:defRPr sz="1099" kern="1200">
                          <a:solidFill>
                            <a:schemeClr val="tx1"/>
                          </a:solidFill>
                          <a:latin typeface="Arial" panose="020B0604020202020204"/>
                        </a:defRPr>
                      </a:lvl1pPr>
                      <a:lvl2pPr marL="456971" algn="l" defTabSz="913943" rtl="0" eaLnBrk="1" latinLnBrk="0" hangingPunct="1">
                        <a:defRPr sz="1099" kern="1200">
                          <a:solidFill>
                            <a:schemeClr val="tx1"/>
                          </a:solidFill>
                          <a:latin typeface="Arial" panose="020B0604020202020204"/>
                        </a:defRPr>
                      </a:lvl2pPr>
                      <a:lvl3pPr marL="913943" algn="l" defTabSz="913943" rtl="0" eaLnBrk="1" latinLnBrk="0" hangingPunct="1">
                        <a:defRPr sz="1099" kern="1200">
                          <a:solidFill>
                            <a:schemeClr val="tx1"/>
                          </a:solidFill>
                          <a:latin typeface="Arial" panose="020B0604020202020204"/>
                        </a:defRPr>
                      </a:lvl3pPr>
                      <a:lvl4pPr marL="1370914" algn="l" defTabSz="913943" rtl="0" eaLnBrk="1" latinLnBrk="0" hangingPunct="1">
                        <a:defRPr sz="1099" kern="1200">
                          <a:solidFill>
                            <a:schemeClr val="tx1"/>
                          </a:solidFill>
                          <a:latin typeface="Arial" panose="020B0604020202020204"/>
                        </a:defRPr>
                      </a:lvl4pPr>
                      <a:lvl5pPr marL="1827886" algn="l" defTabSz="913943" rtl="0" eaLnBrk="1" latinLnBrk="0" hangingPunct="1">
                        <a:defRPr sz="1099" kern="1200">
                          <a:solidFill>
                            <a:schemeClr val="tx1"/>
                          </a:solidFill>
                          <a:latin typeface="Arial" panose="020B0604020202020204"/>
                        </a:defRPr>
                      </a:lvl5pPr>
                      <a:lvl6pPr marL="2284857" algn="l" defTabSz="913943" rtl="0" eaLnBrk="1" latinLnBrk="0" hangingPunct="1">
                        <a:defRPr sz="1099" kern="1200">
                          <a:solidFill>
                            <a:schemeClr val="tx1"/>
                          </a:solidFill>
                          <a:latin typeface="Arial" panose="020B0604020202020204"/>
                        </a:defRPr>
                      </a:lvl6pPr>
                      <a:lvl7pPr marL="2741828" algn="l" defTabSz="913943" rtl="0" eaLnBrk="1" latinLnBrk="0" hangingPunct="1">
                        <a:defRPr sz="1099" kern="1200">
                          <a:solidFill>
                            <a:schemeClr val="tx1"/>
                          </a:solidFill>
                          <a:latin typeface="Arial" panose="020B0604020202020204"/>
                        </a:defRPr>
                      </a:lvl7pPr>
                      <a:lvl8pPr marL="3198800" algn="l" defTabSz="913943" rtl="0" eaLnBrk="1" latinLnBrk="0" hangingPunct="1">
                        <a:defRPr sz="1099" kern="1200">
                          <a:solidFill>
                            <a:schemeClr val="tx1"/>
                          </a:solidFill>
                          <a:latin typeface="Arial" panose="020B0604020202020204"/>
                        </a:defRPr>
                      </a:lvl8pPr>
                      <a:lvl9pPr marL="3655771" algn="l" defTabSz="913943" rtl="0" eaLnBrk="1" latinLnBrk="0" hangingPunct="1">
                        <a:defRPr sz="1099" kern="1200">
                          <a:solidFill>
                            <a:schemeClr val="tx1"/>
                          </a:solidFill>
                          <a:latin typeface="Arial" panose="020B0604020202020204"/>
                        </a:defRPr>
                      </a:lvl9pPr>
                    </a:lstStyle>
                    <a:p>
                      <a:pPr marL="57785" lvl="0" indent="0" algn="ctr">
                        <a:lnSpc>
                          <a:spcPct val="100000"/>
                        </a:lnSpc>
                        <a:buNone/>
                      </a:pPr>
                      <a:r>
                        <a:rPr lang="en-US" sz="800" b="0" i="0" u="none" strike="noStrike" kern="0" cap="none" spc="0" normalizeH="0" baseline="0" noProof="0">
                          <a:ln>
                            <a:noFill/>
                          </a:ln>
                          <a:solidFill>
                            <a:srgbClr val="FFFFFF"/>
                          </a:solidFill>
                          <a:effectLst/>
                          <a:uLnTx/>
                          <a:uFillTx/>
                          <a:latin typeface="Arial"/>
                        </a:rPr>
                        <a:t>Perform cost mgmt. &amp; control </a:t>
                      </a:r>
                      <a:endParaRPr kumimoji="0" lang="en-US" sz="800" b="0" i="0" u="none" strike="noStrike" kern="0" cap="none" spc="0" normalizeH="0" baseline="0" noProof="0">
                        <a:ln>
                          <a:noFill/>
                        </a:ln>
                        <a:solidFill>
                          <a:srgbClr val="FFFFFF"/>
                        </a:solidFill>
                        <a:effectLst/>
                        <a:uLnTx/>
                        <a:uFillTx/>
                        <a:latin typeface="Arial"/>
                      </a:endParaRPr>
                    </a:p>
                  </a:txBody>
                  <a:tcPr marL="45720" marR="4572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1A9AFA"/>
                    </a:solidFill>
                  </a:tcPr>
                </a:tc>
                <a:tc>
                  <a:txBody>
                    <a:bodyPr/>
                    <a:lstStyle>
                      <a:lvl1pPr marL="0" algn="l" defTabSz="913943" rtl="0" eaLnBrk="1" latinLnBrk="0" hangingPunct="1">
                        <a:defRPr sz="1099" kern="1200">
                          <a:solidFill>
                            <a:schemeClr val="tx1"/>
                          </a:solidFill>
                          <a:latin typeface="Arial" panose="020B0604020202020204"/>
                        </a:defRPr>
                      </a:lvl1pPr>
                      <a:lvl2pPr marL="456971" algn="l" defTabSz="913943" rtl="0" eaLnBrk="1" latinLnBrk="0" hangingPunct="1">
                        <a:defRPr sz="1099" kern="1200">
                          <a:solidFill>
                            <a:schemeClr val="tx1"/>
                          </a:solidFill>
                          <a:latin typeface="Arial" panose="020B0604020202020204"/>
                        </a:defRPr>
                      </a:lvl2pPr>
                      <a:lvl3pPr marL="913943" algn="l" defTabSz="913943" rtl="0" eaLnBrk="1" latinLnBrk="0" hangingPunct="1">
                        <a:defRPr sz="1099" kern="1200">
                          <a:solidFill>
                            <a:schemeClr val="tx1"/>
                          </a:solidFill>
                          <a:latin typeface="Arial" panose="020B0604020202020204"/>
                        </a:defRPr>
                      </a:lvl3pPr>
                      <a:lvl4pPr marL="1370914" algn="l" defTabSz="913943" rtl="0" eaLnBrk="1" latinLnBrk="0" hangingPunct="1">
                        <a:defRPr sz="1099" kern="1200">
                          <a:solidFill>
                            <a:schemeClr val="tx1"/>
                          </a:solidFill>
                          <a:latin typeface="Arial" panose="020B0604020202020204"/>
                        </a:defRPr>
                      </a:lvl4pPr>
                      <a:lvl5pPr marL="1827886" algn="l" defTabSz="913943" rtl="0" eaLnBrk="1" latinLnBrk="0" hangingPunct="1">
                        <a:defRPr sz="1099" kern="1200">
                          <a:solidFill>
                            <a:schemeClr val="tx1"/>
                          </a:solidFill>
                          <a:latin typeface="Arial" panose="020B0604020202020204"/>
                        </a:defRPr>
                      </a:lvl5pPr>
                      <a:lvl6pPr marL="2284857" algn="l" defTabSz="913943" rtl="0" eaLnBrk="1" latinLnBrk="0" hangingPunct="1">
                        <a:defRPr sz="1099" kern="1200">
                          <a:solidFill>
                            <a:schemeClr val="tx1"/>
                          </a:solidFill>
                          <a:latin typeface="Arial" panose="020B0604020202020204"/>
                        </a:defRPr>
                      </a:lvl6pPr>
                      <a:lvl7pPr marL="2741828" algn="l" defTabSz="913943" rtl="0" eaLnBrk="1" latinLnBrk="0" hangingPunct="1">
                        <a:defRPr sz="1099" kern="1200">
                          <a:solidFill>
                            <a:schemeClr val="tx1"/>
                          </a:solidFill>
                          <a:latin typeface="Arial" panose="020B0604020202020204"/>
                        </a:defRPr>
                      </a:lvl7pPr>
                      <a:lvl8pPr marL="3198800" algn="l" defTabSz="913943" rtl="0" eaLnBrk="1" latinLnBrk="0" hangingPunct="1">
                        <a:defRPr sz="1099" kern="1200">
                          <a:solidFill>
                            <a:schemeClr val="tx1"/>
                          </a:solidFill>
                          <a:latin typeface="Arial" panose="020B0604020202020204"/>
                        </a:defRPr>
                      </a:lvl8pPr>
                      <a:lvl9pPr marL="3655771" algn="l" defTabSz="913943" rtl="0" eaLnBrk="1" latinLnBrk="0" hangingPunct="1">
                        <a:defRPr sz="1099" kern="1200">
                          <a:solidFill>
                            <a:schemeClr val="tx1"/>
                          </a:solidFill>
                          <a:latin typeface="Arial" panose="020B0604020202020204"/>
                        </a:defRPr>
                      </a:lvl9pPr>
                    </a:lstStyle>
                    <a:p>
                      <a:pPr marL="0" lvl="0" indent="0" algn="ctr">
                        <a:lnSpc>
                          <a:spcPct val="100000"/>
                        </a:lnSpc>
                        <a:buNone/>
                      </a:pPr>
                      <a:r>
                        <a:rPr kumimoji="0" lang="en-US" sz="800" b="0" i="0" u="none" strike="noStrike" kern="0" cap="none" spc="0" normalizeH="0" baseline="0" noProof="0">
                          <a:ln>
                            <a:noFill/>
                          </a:ln>
                          <a:solidFill>
                            <a:srgbClr val="FFFFFF"/>
                          </a:solidFill>
                          <a:effectLst/>
                          <a:uLnTx/>
                          <a:uFillTx/>
                          <a:latin typeface="Arial"/>
                        </a:rPr>
                        <a:t>Perform </a:t>
                      </a:r>
                      <a:r>
                        <a:rPr lang="en-US" sz="800" b="0" i="0" u="none" strike="noStrike" kern="0" cap="none" spc="0" normalizeH="0" baseline="0" noProof="0">
                          <a:ln>
                            <a:noFill/>
                          </a:ln>
                          <a:solidFill>
                            <a:srgbClr val="FFFFFF"/>
                          </a:solidFill>
                          <a:effectLst/>
                          <a:uLnTx/>
                          <a:uFillTx/>
                          <a:latin typeface="Arial"/>
                        </a:rPr>
                        <a:t>financial </a:t>
                      </a:r>
                      <a:r>
                        <a:rPr kumimoji="0" lang="en-US" sz="800" b="0" i="0" u="none" strike="noStrike" kern="0" cap="none" spc="0" normalizeH="0" baseline="0" noProof="0">
                          <a:ln>
                            <a:noFill/>
                          </a:ln>
                          <a:solidFill>
                            <a:srgbClr val="FFFFFF"/>
                          </a:solidFill>
                          <a:effectLst/>
                          <a:uLnTx/>
                          <a:uFillTx/>
                          <a:latin typeface="Arial"/>
                        </a:rPr>
                        <a:t>reporting</a:t>
                      </a:r>
                      <a:endParaRPr lang="en-US" sz="800" b="0" i="0" u="none" strike="noStrike" kern="0" cap="none" spc="0" normalizeH="0" baseline="0" noProof="0">
                        <a:ln>
                          <a:noFill/>
                        </a:ln>
                        <a:solidFill>
                          <a:srgbClr val="FFFFFF"/>
                        </a:solidFill>
                        <a:effectLst/>
                        <a:uLnTx/>
                        <a:uFillTx/>
                        <a:latin typeface="Arial"/>
                      </a:endParaRPr>
                    </a:p>
                  </a:txBody>
                  <a:tcPr marL="45720" marR="4572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1A9AFA"/>
                    </a:solidFill>
                  </a:tcPr>
                </a:tc>
                <a:extLst>
                  <a:ext uri="{0D108BD9-81ED-4DB2-BD59-A6C34878D82A}">
                    <a16:rowId xmlns:a16="http://schemas.microsoft.com/office/drawing/2014/main" val="3936717017"/>
                  </a:ext>
                </a:extLst>
              </a:tr>
            </a:tbl>
          </a:graphicData>
        </a:graphic>
      </p:graphicFrame>
      <p:sp>
        <p:nvSpPr>
          <p:cNvPr id="10" name="Rectangle: Rounded Corners 18">
            <a:extLst>
              <a:ext uri="{FF2B5EF4-FFF2-40B4-BE49-F238E27FC236}">
                <a16:creationId xmlns:a16="http://schemas.microsoft.com/office/drawing/2014/main" id="{F78DDF39-9803-26F3-E684-04FE96158041}"/>
              </a:ext>
            </a:extLst>
          </p:cNvPr>
          <p:cNvSpPr/>
          <p:nvPr/>
        </p:nvSpPr>
        <p:spPr>
          <a:xfrm>
            <a:off x="609600" y="4114800"/>
            <a:ext cx="10972800" cy="1771650"/>
          </a:xfrm>
          <a:prstGeom prst="rect">
            <a:avLst/>
          </a:prstGeom>
          <a:noFill/>
          <a:ln w="6350" cap="flat" cmpd="sng" algn="ctr">
            <a:solidFill>
              <a:srgbClr val="747480"/>
            </a:solidFill>
            <a:prstDash val="solid"/>
            <a:miter lim="800000"/>
          </a:ln>
          <a:effectLst/>
        </p:spPr>
        <p:txBody>
          <a:bodyPr rtlCol="0" anchor="t">
            <a:noAutofit/>
          </a:bodyPr>
          <a:lstStyle/>
          <a:p>
            <a:pPr>
              <a:defRPr/>
            </a:pPr>
            <a:r>
              <a:rPr lang="en-US" sz="900" b="1" kern="0">
                <a:solidFill>
                  <a:srgbClr val="2E2E38"/>
                </a:solidFill>
                <a:latin typeface="Arial" panose="020B0604020202020204"/>
              </a:rPr>
              <a:t>Pain Pts</a:t>
            </a:r>
          </a:p>
        </p:txBody>
      </p:sp>
      <p:sp>
        <p:nvSpPr>
          <p:cNvPr id="11" name="Rectangle: Rounded Corners 18">
            <a:extLst>
              <a:ext uri="{FF2B5EF4-FFF2-40B4-BE49-F238E27FC236}">
                <a16:creationId xmlns:a16="http://schemas.microsoft.com/office/drawing/2014/main" id="{21A74342-719E-B8D9-9F68-971E4C3131D5}"/>
              </a:ext>
            </a:extLst>
          </p:cNvPr>
          <p:cNvSpPr/>
          <p:nvPr/>
        </p:nvSpPr>
        <p:spPr>
          <a:xfrm>
            <a:off x="609600" y="3331306"/>
            <a:ext cx="10972800" cy="697770"/>
          </a:xfrm>
          <a:prstGeom prst="rect">
            <a:avLst/>
          </a:prstGeom>
          <a:noFill/>
          <a:ln w="6350" cap="flat" cmpd="sng" algn="ctr">
            <a:solidFill>
              <a:srgbClr val="747480"/>
            </a:solidFill>
            <a:prstDash val="solid"/>
            <a:miter lim="800000"/>
          </a:ln>
          <a:effectLst/>
        </p:spPr>
        <p:txBody>
          <a:bodyPr rtlCol="0" anchor="t">
            <a:noAutofit/>
          </a:bodyPr>
          <a:lstStyle/>
          <a:p>
            <a:pPr>
              <a:defRPr/>
            </a:pPr>
            <a:r>
              <a:rPr lang="en-US" sz="900" b="1" kern="0">
                <a:solidFill>
                  <a:srgbClr val="2E2E38"/>
                </a:solidFill>
                <a:latin typeface="Arial" panose="020B0604020202020204"/>
              </a:rPr>
              <a:t>Teams</a:t>
            </a:r>
          </a:p>
        </p:txBody>
      </p:sp>
      <p:sp>
        <p:nvSpPr>
          <p:cNvPr id="12" name="Rectangle: Rounded Corners 6">
            <a:extLst>
              <a:ext uri="{FF2B5EF4-FFF2-40B4-BE49-F238E27FC236}">
                <a16:creationId xmlns:a16="http://schemas.microsoft.com/office/drawing/2014/main" id="{FF3657C5-108A-C60C-0BE7-6D08D276DFE3}"/>
              </a:ext>
            </a:extLst>
          </p:cNvPr>
          <p:cNvSpPr/>
          <p:nvPr/>
        </p:nvSpPr>
        <p:spPr>
          <a:xfrm>
            <a:off x="609600" y="1894401"/>
            <a:ext cx="10972800" cy="1363149"/>
          </a:xfrm>
          <a:prstGeom prst="rect">
            <a:avLst/>
          </a:prstGeom>
          <a:noFill/>
          <a:ln w="6350" cap="flat" cmpd="sng" algn="ctr">
            <a:solidFill>
              <a:srgbClr val="747480"/>
            </a:solidFill>
            <a:prstDash val="solid"/>
            <a:miter lim="800000"/>
          </a:ln>
          <a:effectLst/>
        </p:spPr>
        <p:txBody>
          <a:bodyPr rtlCol="0" anchor="t">
            <a:noAutofit/>
          </a:bodyPr>
          <a:lstStyle/>
          <a:p>
            <a:pPr>
              <a:defRPr/>
            </a:pPr>
            <a:r>
              <a:rPr lang="en-US" sz="900" b="1" kern="0">
                <a:solidFill>
                  <a:srgbClr val="2E2E38"/>
                </a:solidFill>
                <a:latin typeface="Arial" panose="020B0604020202020204"/>
              </a:rPr>
              <a:t>Systems</a:t>
            </a:r>
          </a:p>
        </p:txBody>
      </p:sp>
      <p:sp>
        <p:nvSpPr>
          <p:cNvPr id="13" name="TextBox 12">
            <a:extLst>
              <a:ext uri="{FF2B5EF4-FFF2-40B4-BE49-F238E27FC236}">
                <a16:creationId xmlns:a16="http://schemas.microsoft.com/office/drawing/2014/main" id="{5AE807D0-94E4-81DA-CBA5-697FE30DB250}"/>
              </a:ext>
            </a:extLst>
          </p:cNvPr>
          <p:cNvSpPr txBox="1"/>
          <p:nvPr/>
        </p:nvSpPr>
        <p:spPr>
          <a:xfrm>
            <a:off x="9093251" y="4183540"/>
            <a:ext cx="1132461" cy="822455"/>
          </a:xfrm>
          <a:prstGeom prst="rect">
            <a:avLst/>
          </a:prstGeom>
          <a:noFill/>
        </p:spPr>
        <p:txBody>
          <a:bodyPr wrap="square" lIns="0" tIns="0" rIns="0" bIns="0">
            <a:noAutofit/>
          </a:bodyPr>
          <a:lstStyle/>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Absence of automated cost management reports</a:t>
            </a:r>
          </a:p>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Month-end delays in receiving load files from BUs</a:t>
            </a:r>
          </a:p>
        </p:txBody>
      </p:sp>
      <p:sp>
        <p:nvSpPr>
          <p:cNvPr id="14" name="TextBox 13">
            <a:extLst>
              <a:ext uri="{FF2B5EF4-FFF2-40B4-BE49-F238E27FC236}">
                <a16:creationId xmlns:a16="http://schemas.microsoft.com/office/drawing/2014/main" id="{903BEFF0-7294-CA1C-9B65-3AB8845E4673}"/>
              </a:ext>
            </a:extLst>
          </p:cNvPr>
          <p:cNvSpPr txBox="1"/>
          <p:nvPr/>
        </p:nvSpPr>
        <p:spPr>
          <a:xfrm>
            <a:off x="6603755" y="4183540"/>
            <a:ext cx="1092446" cy="1404478"/>
          </a:xfrm>
          <a:prstGeom prst="rect">
            <a:avLst/>
          </a:prstGeom>
          <a:noFill/>
        </p:spPr>
        <p:txBody>
          <a:bodyPr wrap="square" lIns="0" tIns="0" rIns="0" bIns="0" rtlCol="0">
            <a:noAutofit/>
          </a:bodyPr>
          <a:lstStyle/>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Manual capital closeout process with multiple approvals and no real-time tracking </a:t>
            </a:r>
          </a:p>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Lack of a dedicated system for capitalized invoices and manual amortization management </a:t>
            </a:r>
          </a:p>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Timing variations in asset service initiation across businesses</a:t>
            </a:r>
          </a:p>
        </p:txBody>
      </p:sp>
      <p:sp>
        <p:nvSpPr>
          <p:cNvPr id="15" name="TextBox 14">
            <a:extLst>
              <a:ext uri="{FF2B5EF4-FFF2-40B4-BE49-F238E27FC236}">
                <a16:creationId xmlns:a16="http://schemas.microsoft.com/office/drawing/2014/main" id="{A121E5D2-D187-209B-338E-601803E83F8F}"/>
              </a:ext>
            </a:extLst>
          </p:cNvPr>
          <p:cNvSpPr txBox="1"/>
          <p:nvPr/>
        </p:nvSpPr>
        <p:spPr>
          <a:xfrm>
            <a:off x="10348369" y="4183540"/>
            <a:ext cx="1132461" cy="1058489"/>
          </a:xfrm>
          <a:prstGeom prst="rect">
            <a:avLst/>
          </a:prstGeom>
          <a:noFill/>
        </p:spPr>
        <p:txBody>
          <a:bodyPr wrap="square" lIns="0" tIns="0" rIns="0" bIns="0">
            <a:noAutofit/>
          </a:bodyPr>
          <a:lstStyle/>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Manual data upload of financials to Planful</a:t>
            </a:r>
          </a:p>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Planful Trading Partner config</a:t>
            </a:r>
          </a:p>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GL rec. issues with </a:t>
            </a:r>
            <a:r>
              <a:rPr lang="en-US" sz="700" err="1">
                <a:solidFill>
                  <a:srgbClr val="2E2E38"/>
                </a:solidFill>
                <a:latin typeface="Arial" panose="020B0604020202020204"/>
              </a:rPr>
              <a:t>HighJump</a:t>
            </a:r>
            <a:r>
              <a:rPr lang="en-US" sz="700">
                <a:solidFill>
                  <a:srgbClr val="2E2E38"/>
                </a:solidFill>
                <a:latin typeface="Arial" panose="020B0604020202020204"/>
              </a:rPr>
              <a:t> &amp; </a:t>
            </a:r>
            <a:r>
              <a:rPr lang="en-US" sz="700" err="1">
                <a:solidFill>
                  <a:srgbClr val="2E2E38"/>
                </a:solidFill>
                <a:latin typeface="Arial" panose="020B0604020202020204"/>
              </a:rPr>
              <a:t>corp</a:t>
            </a:r>
            <a:r>
              <a:rPr lang="en-US" sz="700">
                <a:solidFill>
                  <a:srgbClr val="2E2E38"/>
                </a:solidFill>
                <a:latin typeface="Arial" panose="020B0604020202020204"/>
              </a:rPr>
              <a:t> sales tax</a:t>
            </a:r>
          </a:p>
        </p:txBody>
      </p:sp>
      <p:sp>
        <p:nvSpPr>
          <p:cNvPr id="16" name="TextBox 15">
            <a:extLst>
              <a:ext uri="{FF2B5EF4-FFF2-40B4-BE49-F238E27FC236}">
                <a16:creationId xmlns:a16="http://schemas.microsoft.com/office/drawing/2014/main" id="{A726848D-F75A-30D6-9D2A-3704B1E86476}"/>
              </a:ext>
            </a:extLst>
          </p:cNvPr>
          <p:cNvSpPr txBox="1"/>
          <p:nvPr/>
        </p:nvSpPr>
        <p:spPr>
          <a:xfrm>
            <a:off x="7751021" y="4183540"/>
            <a:ext cx="1132461" cy="906021"/>
          </a:xfrm>
          <a:prstGeom prst="rect">
            <a:avLst/>
          </a:prstGeom>
          <a:noFill/>
        </p:spPr>
        <p:txBody>
          <a:bodyPr wrap="square" lIns="0" tIns="0" rIns="0" bIns="0" rtlCol="0">
            <a:noAutofit/>
          </a:bodyPr>
          <a:lstStyle/>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Onerous std cost revaluation process</a:t>
            </a:r>
          </a:p>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Inconsistent in transit inventory tracking across ERP systems</a:t>
            </a:r>
          </a:p>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Overlooked initial freight costs for new SKUs(valuation gaps) </a:t>
            </a:r>
          </a:p>
        </p:txBody>
      </p:sp>
      <p:sp>
        <p:nvSpPr>
          <p:cNvPr id="17" name="TextBox 16">
            <a:extLst>
              <a:ext uri="{FF2B5EF4-FFF2-40B4-BE49-F238E27FC236}">
                <a16:creationId xmlns:a16="http://schemas.microsoft.com/office/drawing/2014/main" id="{0D3F296D-2274-F90D-2688-651F3C44D821}"/>
              </a:ext>
            </a:extLst>
          </p:cNvPr>
          <p:cNvSpPr txBox="1"/>
          <p:nvPr/>
        </p:nvSpPr>
        <p:spPr>
          <a:xfrm>
            <a:off x="1475601" y="4183540"/>
            <a:ext cx="1132461" cy="932409"/>
          </a:xfrm>
          <a:prstGeom prst="rect">
            <a:avLst/>
          </a:prstGeom>
          <a:noFill/>
        </p:spPr>
        <p:txBody>
          <a:bodyPr wrap="square" lIns="0" tIns="0" rIns="0" bIns="0" rtlCol="0">
            <a:noAutofit/>
          </a:bodyPr>
          <a:lstStyle/>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Manual updates and corporate approvals across multiple systems, along with an outdated legacy chart of accounts and lack of seamless ERP integration, create inefficiencies.</a:t>
            </a:r>
          </a:p>
        </p:txBody>
      </p:sp>
      <p:sp>
        <p:nvSpPr>
          <p:cNvPr id="18" name="TextBox 17">
            <a:extLst>
              <a:ext uri="{FF2B5EF4-FFF2-40B4-BE49-F238E27FC236}">
                <a16:creationId xmlns:a16="http://schemas.microsoft.com/office/drawing/2014/main" id="{12D521B4-0E25-36F4-7509-B47B45DB7E63}"/>
              </a:ext>
            </a:extLst>
          </p:cNvPr>
          <p:cNvSpPr txBox="1"/>
          <p:nvPr/>
        </p:nvSpPr>
        <p:spPr>
          <a:xfrm>
            <a:off x="4039724" y="4183540"/>
            <a:ext cx="1132369" cy="1577472"/>
          </a:xfrm>
          <a:prstGeom prst="rect">
            <a:avLst/>
          </a:prstGeom>
          <a:noFill/>
        </p:spPr>
        <p:txBody>
          <a:bodyPr wrap="square" lIns="0" tIns="0" rIns="0" bIns="0" rtlCol="0">
            <a:noAutofit/>
          </a:bodyPr>
          <a:lstStyle/>
          <a:p>
            <a:pPr marL="171450" indent="-171450">
              <a:spcAft>
                <a:spcPts val="300"/>
              </a:spcAft>
              <a:buClr>
                <a:srgbClr val="1A9AFA"/>
              </a:buClr>
              <a:buSzPct val="75000"/>
              <a:buFont typeface="Arial" panose="020B0604020202020204" pitchFamily="34" charset="0"/>
              <a:buChar char="►"/>
              <a:defRPr/>
            </a:pPr>
            <a:r>
              <a:rPr lang="en-US" sz="700" dirty="0">
                <a:solidFill>
                  <a:srgbClr val="2E2E38"/>
                </a:solidFill>
                <a:latin typeface="Arial" panose="020B0604020202020204"/>
              </a:rPr>
              <a:t>Lack of automation for JE creation including reversal of accruals and automated calcs </a:t>
            </a:r>
          </a:p>
          <a:p>
            <a:pPr marL="171450" indent="-171450">
              <a:spcAft>
                <a:spcPts val="300"/>
              </a:spcAft>
              <a:buClr>
                <a:srgbClr val="1A9AFA"/>
              </a:buClr>
              <a:buSzPct val="75000"/>
              <a:buFont typeface="Arial" panose="020B0604020202020204" pitchFamily="34" charset="0"/>
              <a:buChar char="►"/>
              <a:defRPr/>
            </a:pPr>
            <a:r>
              <a:rPr lang="en-US" sz="700" dirty="0">
                <a:solidFill>
                  <a:srgbClr val="2E2E38"/>
                </a:solidFill>
                <a:latin typeface="Arial" panose="020B0604020202020204"/>
              </a:rPr>
              <a:t>Volume of passed adjustments</a:t>
            </a:r>
          </a:p>
          <a:p>
            <a:pPr marL="171450" indent="-171450">
              <a:spcAft>
                <a:spcPts val="300"/>
              </a:spcAft>
              <a:buClr>
                <a:srgbClr val="1A9AFA"/>
              </a:buClr>
              <a:buSzPct val="75000"/>
              <a:buFont typeface="Arial" panose="020B0604020202020204" pitchFamily="34" charset="0"/>
              <a:buChar char="►"/>
              <a:defRPr/>
            </a:pPr>
            <a:r>
              <a:rPr lang="en-US" sz="700" dirty="0">
                <a:solidFill>
                  <a:srgbClr val="2E2E38"/>
                </a:solidFill>
                <a:latin typeface="Arial" panose="020B0604020202020204"/>
              </a:rPr>
              <a:t>Iterative IDT requires multiple cycles from acct teams</a:t>
            </a:r>
          </a:p>
          <a:p>
            <a:pPr marL="171450" indent="-171450">
              <a:spcAft>
                <a:spcPts val="300"/>
              </a:spcAft>
              <a:buClr>
                <a:srgbClr val="1A9AFA"/>
              </a:buClr>
              <a:buSzPct val="75000"/>
              <a:buFont typeface="Arial" panose="020B0604020202020204" pitchFamily="34" charset="0"/>
              <a:buChar char="►"/>
              <a:defRPr/>
            </a:pPr>
            <a:r>
              <a:rPr lang="en-US" sz="700" dirty="0">
                <a:solidFill>
                  <a:srgbClr val="2E2E38"/>
                </a:solidFill>
                <a:latin typeface="Arial" panose="020B0604020202020204"/>
              </a:rPr>
              <a:t>Most brands do not have direct integration with BlackLine</a:t>
            </a:r>
          </a:p>
          <a:p>
            <a:pPr marL="171450" indent="-171450">
              <a:spcAft>
                <a:spcPts val="300"/>
              </a:spcAft>
              <a:buClr>
                <a:srgbClr val="1A9AFA"/>
              </a:buClr>
              <a:buSzPct val="75000"/>
              <a:buFont typeface="Arial" panose="020B0604020202020204" pitchFamily="34" charset="0"/>
              <a:buChar char="►"/>
              <a:defRPr/>
            </a:pPr>
            <a:r>
              <a:rPr lang="en-US" sz="700" dirty="0">
                <a:solidFill>
                  <a:srgbClr val="2E2E38"/>
                </a:solidFill>
                <a:latin typeface="Arial" panose="020B0604020202020204"/>
              </a:rPr>
              <a:t>Payroll automated reporting broken</a:t>
            </a:r>
          </a:p>
        </p:txBody>
      </p:sp>
      <p:sp>
        <p:nvSpPr>
          <p:cNvPr id="19" name="TextBox 18">
            <a:extLst>
              <a:ext uri="{FF2B5EF4-FFF2-40B4-BE49-F238E27FC236}">
                <a16:creationId xmlns:a16="http://schemas.microsoft.com/office/drawing/2014/main" id="{EFA6CF4D-EF61-A820-1D77-A0C759DD0B7C}"/>
              </a:ext>
            </a:extLst>
          </p:cNvPr>
          <p:cNvSpPr txBox="1"/>
          <p:nvPr/>
        </p:nvSpPr>
        <p:spPr>
          <a:xfrm>
            <a:off x="5321693" y="4183540"/>
            <a:ext cx="1132461" cy="1304787"/>
          </a:xfrm>
          <a:prstGeom prst="rect">
            <a:avLst/>
          </a:prstGeom>
          <a:noFill/>
        </p:spPr>
        <p:txBody>
          <a:bodyPr wrap="square" lIns="0" tIns="0" rIns="0" bIns="0" rtlCol="0">
            <a:noAutofit/>
          </a:bodyPr>
          <a:lstStyle/>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Lack of standardized cost allocation for overseas assets</a:t>
            </a:r>
          </a:p>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Absence of automated postings to ERPs in asset accounting </a:t>
            </a:r>
          </a:p>
          <a:p>
            <a:pPr marL="171450" indent="-171450">
              <a:spcAft>
                <a:spcPts val="300"/>
              </a:spcAft>
              <a:buClr>
                <a:srgbClr val="1A9AFA"/>
              </a:buClr>
              <a:buSzPct val="75000"/>
              <a:buFont typeface="Arial" panose="020B0604020202020204" pitchFamily="34" charset="0"/>
              <a:buChar char="►"/>
              <a:defRPr/>
            </a:pPr>
            <a:r>
              <a:rPr lang="en-US" sz="700">
                <a:solidFill>
                  <a:srgbClr val="2E2E38"/>
                </a:solidFill>
                <a:latin typeface="Arial" panose="020B0604020202020204"/>
              </a:rPr>
              <a:t>Asset management delays arise from reliance on specific project owners for BNA data inputs.</a:t>
            </a:r>
          </a:p>
        </p:txBody>
      </p:sp>
      <p:sp>
        <p:nvSpPr>
          <p:cNvPr id="20" name="Rectangle: Rounded Corners 81">
            <a:extLst>
              <a:ext uri="{FF2B5EF4-FFF2-40B4-BE49-F238E27FC236}">
                <a16:creationId xmlns:a16="http://schemas.microsoft.com/office/drawing/2014/main" id="{90EBD9CA-47B9-3CDC-9ED6-92842922E806}"/>
              </a:ext>
            </a:extLst>
          </p:cNvPr>
          <p:cNvSpPr/>
          <p:nvPr/>
        </p:nvSpPr>
        <p:spPr>
          <a:xfrm>
            <a:off x="1533018" y="3806048"/>
            <a:ext cx="1219574" cy="165514"/>
          </a:xfrm>
          <a:prstGeom prst="rect">
            <a:avLst/>
          </a:prstGeom>
          <a:solidFill>
            <a:srgbClr val="FFE600">
              <a:lumMod val="75000"/>
            </a:srgbClr>
          </a:solidFill>
          <a:ln w="12700" cap="flat" cmpd="sng" algn="ctr">
            <a:noFill/>
            <a:prstDash val="solid"/>
            <a:miter lim="800000"/>
          </a:ln>
          <a:effectLst/>
        </p:spPr>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prstClr val="white"/>
                </a:solidFill>
                <a:effectLst/>
                <a:uLnTx/>
                <a:uFillTx/>
                <a:latin typeface="Arial" panose="020B0604020202020204"/>
              </a:rPr>
              <a:t>IT Team</a:t>
            </a:r>
          </a:p>
        </p:txBody>
      </p:sp>
      <p:sp>
        <p:nvSpPr>
          <p:cNvPr id="21" name="Rectangle: Rounded Corners 81">
            <a:extLst>
              <a:ext uri="{FF2B5EF4-FFF2-40B4-BE49-F238E27FC236}">
                <a16:creationId xmlns:a16="http://schemas.microsoft.com/office/drawing/2014/main" id="{5885B6D4-1941-7B21-1F08-E184ECEDBCEA}"/>
              </a:ext>
            </a:extLst>
          </p:cNvPr>
          <p:cNvSpPr/>
          <p:nvPr/>
        </p:nvSpPr>
        <p:spPr>
          <a:xfrm>
            <a:off x="1533018" y="3604881"/>
            <a:ext cx="2460501" cy="165514"/>
          </a:xfrm>
          <a:prstGeom prst="rect">
            <a:avLst/>
          </a:prstGeom>
          <a:solidFill>
            <a:srgbClr val="FFE600">
              <a:lumMod val="75000"/>
            </a:srgbClr>
          </a:solidFill>
          <a:ln w="12700" cap="flat" cmpd="sng" algn="ctr">
            <a:noFill/>
            <a:prstDash val="solid"/>
            <a:miter lim="800000"/>
          </a:ln>
          <a:effectLst/>
        </p:spPr>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prstClr val="white"/>
                </a:solidFill>
                <a:effectLst/>
                <a:uLnTx/>
                <a:uFillTx/>
                <a:latin typeface="Arial" panose="020B0604020202020204"/>
              </a:rPr>
              <a:t>Corporate Team (H/S/G, Eagle, Camp Chef, Adv Sport)</a:t>
            </a:r>
          </a:p>
        </p:txBody>
      </p:sp>
      <p:sp>
        <p:nvSpPr>
          <p:cNvPr id="22" name="Rectangle: Rounded Corners 81">
            <a:extLst>
              <a:ext uri="{FF2B5EF4-FFF2-40B4-BE49-F238E27FC236}">
                <a16:creationId xmlns:a16="http://schemas.microsoft.com/office/drawing/2014/main" id="{5A2160D3-C95C-F325-52B7-34B328F3D2AB}"/>
              </a:ext>
            </a:extLst>
          </p:cNvPr>
          <p:cNvSpPr/>
          <p:nvPr/>
        </p:nvSpPr>
        <p:spPr>
          <a:xfrm>
            <a:off x="4014870" y="3604881"/>
            <a:ext cx="2460501" cy="165514"/>
          </a:xfrm>
          <a:prstGeom prst="rect">
            <a:avLst/>
          </a:prstGeom>
          <a:solidFill>
            <a:srgbClr val="FFE600">
              <a:lumMod val="75000"/>
            </a:srgbClr>
          </a:solidFill>
          <a:ln w="12700" cap="flat" cmpd="sng" algn="ctr">
            <a:noFill/>
            <a:prstDash val="solid"/>
            <a:miter lim="800000"/>
          </a:ln>
          <a:effectLst/>
        </p:spPr>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prstClr val="white"/>
                </a:solidFill>
                <a:effectLst/>
                <a:uLnTx/>
                <a:uFillTx/>
                <a:latin typeface="Arial" panose="020B0604020202020204"/>
              </a:rPr>
              <a:t>Corp Acct</a:t>
            </a:r>
          </a:p>
        </p:txBody>
      </p:sp>
      <p:sp>
        <p:nvSpPr>
          <p:cNvPr id="23" name="Rectangle: Rounded Corners 81">
            <a:extLst>
              <a:ext uri="{FF2B5EF4-FFF2-40B4-BE49-F238E27FC236}">
                <a16:creationId xmlns:a16="http://schemas.microsoft.com/office/drawing/2014/main" id="{C7B22DB8-A573-083A-48E3-1028817E1FAA}"/>
              </a:ext>
            </a:extLst>
          </p:cNvPr>
          <p:cNvSpPr/>
          <p:nvPr/>
        </p:nvSpPr>
        <p:spPr>
          <a:xfrm>
            <a:off x="6506924" y="3604881"/>
            <a:ext cx="1150761" cy="165514"/>
          </a:xfrm>
          <a:prstGeom prst="rect">
            <a:avLst/>
          </a:prstGeom>
          <a:solidFill>
            <a:srgbClr val="FFE600">
              <a:lumMod val="75000"/>
            </a:srgbClr>
          </a:solidFill>
          <a:ln w="12700" cap="flat" cmpd="sng" algn="ctr">
            <a:noFill/>
            <a:prstDash val="solid"/>
            <a:miter lim="800000"/>
          </a:ln>
          <a:effectLst/>
        </p:spPr>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prstClr val="white"/>
                </a:solidFill>
                <a:effectLst/>
                <a:uLnTx/>
                <a:uFillTx/>
                <a:latin typeface="Arial" panose="020B0604020202020204"/>
              </a:rPr>
              <a:t>FP&amp;A </a:t>
            </a:r>
          </a:p>
        </p:txBody>
      </p:sp>
      <p:sp>
        <p:nvSpPr>
          <p:cNvPr id="24" name="Rectangle: Rounded Corners 81">
            <a:extLst>
              <a:ext uri="{FF2B5EF4-FFF2-40B4-BE49-F238E27FC236}">
                <a16:creationId xmlns:a16="http://schemas.microsoft.com/office/drawing/2014/main" id="{5F933059-07C1-F315-66A1-FDDD07B36FD9}"/>
              </a:ext>
            </a:extLst>
          </p:cNvPr>
          <p:cNvSpPr/>
          <p:nvPr/>
        </p:nvSpPr>
        <p:spPr>
          <a:xfrm>
            <a:off x="10261256" y="3604881"/>
            <a:ext cx="1219574" cy="165514"/>
          </a:xfrm>
          <a:prstGeom prst="rect">
            <a:avLst/>
          </a:prstGeom>
          <a:solidFill>
            <a:srgbClr val="FFE600">
              <a:lumMod val="75000"/>
            </a:srgbClr>
          </a:solidFill>
          <a:ln w="12700" cap="flat" cmpd="sng" algn="ctr">
            <a:noFill/>
            <a:prstDash val="solid"/>
            <a:miter lim="800000"/>
          </a:ln>
          <a:effectLst/>
        </p:spPr>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prstClr val="white"/>
                </a:solidFill>
                <a:effectLst/>
                <a:uLnTx/>
                <a:uFillTx/>
                <a:latin typeface="Arial" panose="020B0604020202020204"/>
              </a:rPr>
              <a:t>External Reporting</a:t>
            </a:r>
          </a:p>
        </p:txBody>
      </p:sp>
      <p:sp>
        <p:nvSpPr>
          <p:cNvPr id="25" name="Rectangle: Rounded Corners 81">
            <a:extLst>
              <a:ext uri="{FF2B5EF4-FFF2-40B4-BE49-F238E27FC236}">
                <a16:creationId xmlns:a16="http://schemas.microsoft.com/office/drawing/2014/main" id="{F3A6066F-33A4-0239-3DAE-BDDDE4F441DE}"/>
              </a:ext>
            </a:extLst>
          </p:cNvPr>
          <p:cNvSpPr/>
          <p:nvPr/>
        </p:nvSpPr>
        <p:spPr>
          <a:xfrm>
            <a:off x="10261256" y="3806048"/>
            <a:ext cx="1219574" cy="165514"/>
          </a:xfrm>
          <a:prstGeom prst="rect">
            <a:avLst/>
          </a:prstGeom>
          <a:solidFill>
            <a:srgbClr val="FFE600">
              <a:lumMod val="75000"/>
            </a:srgbClr>
          </a:solidFill>
          <a:ln w="12700" cap="flat" cmpd="sng" algn="ctr">
            <a:noFill/>
            <a:prstDash val="solid"/>
            <a:miter lim="800000"/>
          </a:ln>
          <a:effectLst/>
        </p:spPr>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prstClr val="white"/>
                </a:solidFill>
                <a:effectLst/>
                <a:uLnTx/>
                <a:uFillTx/>
                <a:latin typeface="Arial" panose="020B0604020202020204"/>
              </a:rPr>
              <a:t>FP&amp;A</a:t>
            </a:r>
          </a:p>
        </p:txBody>
      </p:sp>
      <p:sp>
        <p:nvSpPr>
          <p:cNvPr id="26" name="Rectangle: Rounded Corners 81">
            <a:extLst>
              <a:ext uri="{FF2B5EF4-FFF2-40B4-BE49-F238E27FC236}">
                <a16:creationId xmlns:a16="http://schemas.microsoft.com/office/drawing/2014/main" id="{0BC18C1E-A957-A604-DE91-A2AFAA3F2715}"/>
              </a:ext>
            </a:extLst>
          </p:cNvPr>
          <p:cNvSpPr/>
          <p:nvPr/>
        </p:nvSpPr>
        <p:spPr>
          <a:xfrm>
            <a:off x="1533019" y="3403713"/>
            <a:ext cx="9947810" cy="165514"/>
          </a:xfrm>
          <a:prstGeom prst="rect">
            <a:avLst/>
          </a:prstGeom>
          <a:solidFill>
            <a:srgbClr val="FFE600">
              <a:lumMod val="75000"/>
            </a:srgbClr>
          </a:solidFill>
          <a:ln w="12700" cap="flat" cmpd="sng" algn="ctr">
            <a:noFill/>
            <a:prstDash val="solid"/>
            <a:miter lim="800000"/>
          </a:ln>
          <a:effectLst/>
        </p:spPr>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prstClr val="white"/>
                </a:solidFill>
                <a:effectLst/>
                <a:uLnTx/>
                <a:uFillTx/>
                <a:latin typeface="Arial" panose="020B0604020202020204"/>
              </a:rPr>
              <a:t>Various Platform/Brand Acct Teams (incl. AP &amp; AR accruals, and GL)</a:t>
            </a:r>
          </a:p>
        </p:txBody>
      </p:sp>
      <p:sp>
        <p:nvSpPr>
          <p:cNvPr id="27" name="Rectangle: Rounded Corners 81">
            <a:extLst>
              <a:ext uri="{FF2B5EF4-FFF2-40B4-BE49-F238E27FC236}">
                <a16:creationId xmlns:a16="http://schemas.microsoft.com/office/drawing/2014/main" id="{A87F1132-6608-2CA9-A2C8-461A75E09F77}"/>
              </a:ext>
            </a:extLst>
          </p:cNvPr>
          <p:cNvSpPr/>
          <p:nvPr/>
        </p:nvSpPr>
        <p:spPr>
          <a:xfrm>
            <a:off x="10261256" y="2171827"/>
            <a:ext cx="1219574" cy="174225"/>
          </a:xfrm>
          <a:prstGeom prst="rect">
            <a:avLst/>
          </a:prstGeom>
          <a:solidFill>
            <a:srgbClr val="8BD3E6"/>
          </a:solidFill>
          <a:ln w="12700" cap="flat" cmpd="sng" algn="ctr">
            <a:noFill/>
            <a:prstDash val="solid"/>
            <a:miter lim="800000"/>
          </a:ln>
          <a:effectLst/>
        </p:spPr>
        <p:txBody>
          <a:bodyPr rtlCol="0" anchor="ctr">
            <a:noAutofit/>
          </a:bodyPr>
          <a:lstStyle/>
          <a:p>
            <a:pPr algn="ctr">
              <a:defRPr/>
            </a:pPr>
            <a:r>
              <a:rPr lang="en-US" sz="700" kern="0">
                <a:solidFill>
                  <a:srgbClr val="000000"/>
                </a:solidFill>
                <a:latin typeface="Arial" panose="020B0604020202020204"/>
              </a:rPr>
              <a:t>Alteryx (Simms)</a:t>
            </a:r>
            <a:endParaRPr lang="en-US" sz="700" kern="0">
              <a:solidFill>
                <a:srgbClr val="2E2E38"/>
              </a:solidFill>
              <a:latin typeface="Arial" panose="020B0604020202020204"/>
            </a:endParaRPr>
          </a:p>
        </p:txBody>
      </p:sp>
      <p:sp>
        <p:nvSpPr>
          <p:cNvPr id="28" name="Rectangle: Rounded Corners 81">
            <a:extLst>
              <a:ext uri="{FF2B5EF4-FFF2-40B4-BE49-F238E27FC236}">
                <a16:creationId xmlns:a16="http://schemas.microsoft.com/office/drawing/2014/main" id="{7770F61D-EB41-3778-7ECC-E76D6724C9EE}"/>
              </a:ext>
            </a:extLst>
          </p:cNvPr>
          <p:cNvSpPr/>
          <p:nvPr/>
        </p:nvSpPr>
        <p:spPr>
          <a:xfrm>
            <a:off x="4014871" y="2171827"/>
            <a:ext cx="1219574" cy="174225"/>
          </a:xfrm>
          <a:prstGeom prst="rect">
            <a:avLst/>
          </a:prstGeom>
          <a:solidFill>
            <a:srgbClr val="8BD3E6"/>
          </a:solidFill>
          <a:ln w="12700" cap="flat" cmpd="sng" algn="ctr">
            <a:noFill/>
            <a:prstDash val="solid"/>
            <a:miter lim="800000"/>
          </a:ln>
          <a:effectLst/>
        </p:spPr>
        <p:txBody>
          <a:bodyPr lIns="0" rIns="0" rtlCol="0" anchor="ctr">
            <a:noAutofit/>
          </a:bodyPr>
          <a:lstStyle/>
          <a:p>
            <a:pPr algn="ctr">
              <a:defRPr/>
            </a:pPr>
            <a:r>
              <a:rPr lang="en-US" sz="700" kern="0">
                <a:solidFill>
                  <a:srgbClr val="000000"/>
                </a:solidFill>
                <a:latin typeface="Arial" panose="020B0604020202020204"/>
              </a:rPr>
              <a:t>IDT SharePoint </a:t>
            </a:r>
          </a:p>
        </p:txBody>
      </p:sp>
      <p:sp>
        <p:nvSpPr>
          <p:cNvPr id="29" name="Rectangle: Rounded Corners 81">
            <a:extLst>
              <a:ext uri="{FF2B5EF4-FFF2-40B4-BE49-F238E27FC236}">
                <a16:creationId xmlns:a16="http://schemas.microsoft.com/office/drawing/2014/main" id="{48B814B4-4A10-3BFE-B8F4-EF346D52A2F1}"/>
              </a:ext>
            </a:extLst>
          </p:cNvPr>
          <p:cNvSpPr/>
          <p:nvPr/>
        </p:nvSpPr>
        <p:spPr>
          <a:xfrm>
            <a:off x="5255797" y="2171827"/>
            <a:ext cx="1219574" cy="174225"/>
          </a:xfrm>
          <a:prstGeom prst="rect">
            <a:avLst/>
          </a:prstGeom>
          <a:solidFill>
            <a:srgbClr val="8BD3E6"/>
          </a:solidFill>
          <a:ln w="12700" cap="flat" cmpd="sng" algn="ctr">
            <a:noFill/>
            <a:prstDash val="solid"/>
            <a:miter lim="800000"/>
          </a:ln>
          <a:effectLst/>
        </p:spPr>
        <p:txBody>
          <a:bodyPr rtlCol="0" anchor="ctr">
            <a:noAutofit/>
          </a:bodyPr>
          <a:lstStyle/>
          <a:p>
            <a:pPr algn="ctr">
              <a:defRPr/>
            </a:pPr>
            <a:r>
              <a:rPr lang="en-US" sz="700" kern="0">
                <a:solidFill>
                  <a:srgbClr val="000000"/>
                </a:solidFill>
                <a:latin typeface="Arial" panose="020B0604020202020204"/>
              </a:rPr>
              <a:t>Virtual Lease </a:t>
            </a:r>
          </a:p>
        </p:txBody>
      </p:sp>
      <p:sp>
        <p:nvSpPr>
          <p:cNvPr id="30" name="Rectangle: Rounded Corners 81">
            <a:extLst>
              <a:ext uri="{FF2B5EF4-FFF2-40B4-BE49-F238E27FC236}">
                <a16:creationId xmlns:a16="http://schemas.microsoft.com/office/drawing/2014/main" id="{45FA2C1A-4281-EA3D-929C-91E2B6F1D5ED}"/>
              </a:ext>
            </a:extLst>
          </p:cNvPr>
          <p:cNvSpPr/>
          <p:nvPr/>
        </p:nvSpPr>
        <p:spPr>
          <a:xfrm>
            <a:off x="10261256" y="2387135"/>
            <a:ext cx="1219574" cy="174225"/>
          </a:xfrm>
          <a:prstGeom prst="rect">
            <a:avLst/>
          </a:prstGeom>
          <a:solidFill>
            <a:srgbClr val="8BD3E6"/>
          </a:solidFill>
          <a:ln w="12700" cap="flat" cmpd="sng" algn="ctr">
            <a:noFill/>
            <a:prstDash val="solid"/>
            <a:miter lim="800000"/>
          </a:ln>
          <a:effectLst/>
        </p:spPr>
        <p:txBody>
          <a:bodyPr rtlCol="0" anchor="ctr">
            <a:noAutofit/>
          </a:bodyPr>
          <a:lstStyle/>
          <a:p>
            <a:pPr algn="ctr">
              <a:defRPr/>
            </a:pPr>
            <a:r>
              <a:rPr lang="en-US" sz="700" kern="0">
                <a:solidFill>
                  <a:srgbClr val="000000"/>
                </a:solidFill>
                <a:latin typeface="Arial" panose="020B0604020202020204"/>
              </a:rPr>
              <a:t>Planful </a:t>
            </a:r>
          </a:p>
        </p:txBody>
      </p:sp>
      <p:sp>
        <p:nvSpPr>
          <p:cNvPr id="31" name="Rectangle: Rounded Corners 81">
            <a:extLst>
              <a:ext uri="{FF2B5EF4-FFF2-40B4-BE49-F238E27FC236}">
                <a16:creationId xmlns:a16="http://schemas.microsoft.com/office/drawing/2014/main" id="{D20CC986-69A2-F92A-6486-C7193F2BDE2B}"/>
              </a:ext>
            </a:extLst>
          </p:cNvPr>
          <p:cNvSpPr/>
          <p:nvPr/>
        </p:nvSpPr>
        <p:spPr>
          <a:xfrm>
            <a:off x="4014871" y="2387135"/>
            <a:ext cx="1219574" cy="174225"/>
          </a:xfrm>
          <a:prstGeom prst="rect">
            <a:avLst/>
          </a:prstGeom>
          <a:solidFill>
            <a:srgbClr val="8BD3E6"/>
          </a:solidFill>
          <a:ln w="12700" cap="flat" cmpd="sng" algn="ctr">
            <a:noFill/>
            <a:prstDash val="solid"/>
            <a:miter lim="800000"/>
          </a:ln>
          <a:effectLst/>
        </p:spPr>
        <p:txBody>
          <a:bodyPr lIns="0" rIns="0" rtlCol="0" anchor="ctr">
            <a:noAutofit/>
          </a:bodyPr>
          <a:lstStyle/>
          <a:p>
            <a:pPr algn="ctr">
              <a:defRPr/>
            </a:pPr>
            <a:r>
              <a:rPr lang="en-US" sz="700" kern="0" dirty="0">
                <a:solidFill>
                  <a:srgbClr val="000000"/>
                </a:solidFill>
                <a:latin typeface="Arial" panose="020B0604020202020204"/>
              </a:rPr>
              <a:t>BlackLine Acct Recs</a:t>
            </a:r>
          </a:p>
        </p:txBody>
      </p:sp>
      <p:sp>
        <p:nvSpPr>
          <p:cNvPr id="32" name="Rectangle: Rounded Corners 81">
            <a:extLst>
              <a:ext uri="{FF2B5EF4-FFF2-40B4-BE49-F238E27FC236}">
                <a16:creationId xmlns:a16="http://schemas.microsoft.com/office/drawing/2014/main" id="{351B8AE9-38F5-D800-6D82-5B4EC68513E9}"/>
              </a:ext>
            </a:extLst>
          </p:cNvPr>
          <p:cNvSpPr/>
          <p:nvPr/>
        </p:nvSpPr>
        <p:spPr>
          <a:xfrm>
            <a:off x="5255797" y="2387135"/>
            <a:ext cx="1219574" cy="174225"/>
          </a:xfrm>
          <a:prstGeom prst="rect">
            <a:avLst/>
          </a:prstGeom>
          <a:solidFill>
            <a:srgbClr val="8BD3E6"/>
          </a:solidFill>
          <a:ln w="12700" cap="flat" cmpd="sng" algn="ctr">
            <a:noFill/>
            <a:prstDash val="solid"/>
            <a:miter lim="800000"/>
          </a:ln>
          <a:effectLst/>
        </p:spPr>
        <p:txBody>
          <a:bodyPr rtlCol="0" anchor="ctr">
            <a:noAutofit/>
          </a:bodyPr>
          <a:lstStyle/>
          <a:p>
            <a:pPr algn="ctr">
              <a:defRPr/>
            </a:pPr>
            <a:r>
              <a:rPr lang="en-US" sz="700" kern="0">
                <a:solidFill>
                  <a:srgbClr val="000000"/>
                </a:solidFill>
                <a:latin typeface="Arial" panose="020B0604020202020204"/>
              </a:rPr>
              <a:t>BNA</a:t>
            </a:r>
          </a:p>
        </p:txBody>
      </p:sp>
      <p:sp>
        <p:nvSpPr>
          <p:cNvPr id="33" name="Rectangle: Rounded Corners 81">
            <a:extLst>
              <a:ext uri="{FF2B5EF4-FFF2-40B4-BE49-F238E27FC236}">
                <a16:creationId xmlns:a16="http://schemas.microsoft.com/office/drawing/2014/main" id="{01F01183-E390-A2F0-D394-816D317658BA}"/>
              </a:ext>
            </a:extLst>
          </p:cNvPr>
          <p:cNvSpPr/>
          <p:nvPr/>
        </p:nvSpPr>
        <p:spPr>
          <a:xfrm>
            <a:off x="4014871" y="2602443"/>
            <a:ext cx="1219574" cy="174225"/>
          </a:xfrm>
          <a:prstGeom prst="rect">
            <a:avLst/>
          </a:prstGeom>
          <a:solidFill>
            <a:srgbClr val="8BD3E6"/>
          </a:solidFill>
          <a:ln w="12700" cap="flat" cmpd="sng" algn="ctr">
            <a:noFill/>
            <a:prstDash val="solid"/>
            <a:miter lim="800000"/>
          </a:ln>
          <a:effectLst/>
        </p:spPr>
        <p:txBody>
          <a:bodyPr lIns="0" rIns="0" rtlCol="0" anchor="ctr">
            <a:noAutofit/>
          </a:bodyPr>
          <a:lstStyle/>
          <a:p>
            <a:pPr algn="ctr">
              <a:defRPr/>
            </a:pPr>
            <a:r>
              <a:rPr lang="en-US" sz="700" kern="0">
                <a:solidFill>
                  <a:srgbClr val="000000"/>
                </a:solidFill>
                <a:latin typeface="Arial" panose="020B0604020202020204"/>
              </a:rPr>
              <a:t>Commission Calc </a:t>
            </a:r>
          </a:p>
          <a:p>
            <a:pPr algn="ctr">
              <a:defRPr/>
            </a:pPr>
            <a:r>
              <a:rPr lang="en-US" sz="700" kern="0">
                <a:solidFill>
                  <a:srgbClr val="000000"/>
                </a:solidFill>
                <a:latin typeface="Arial" panose="020B0604020202020204"/>
              </a:rPr>
              <a:t>(H/S/G)</a:t>
            </a:r>
          </a:p>
        </p:txBody>
      </p:sp>
      <p:sp>
        <p:nvSpPr>
          <p:cNvPr id="34" name="Rectangle: Rounded Corners 81">
            <a:extLst>
              <a:ext uri="{FF2B5EF4-FFF2-40B4-BE49-F238E27FC236}">
                <a16:creationId xmlns:a16="http://schemas.microsoft.com/office/drawing/2014/main" id="{618C38FD-E490-3063-4BFA-F953EFA23707}"/>
              </a:ext>
            </a:extLst>
          </p:cNvPr>
          <p:cNvSpPr/>
          <p:nvPr/>
        </p:nvSpPr>
        <p:spPr>
          <a:xfrm>
            <a:off x="9006138" y="2171827"/>
            <a:ext cx="1219574" cy="174225"/>
          </a:xfrm>
          <a:prstGeom prst="rect">
            <a:avLst/>
          </a:prstGeom>
          <a:solidFill>
            <a:srgbClr val="8BD3E6"/>
          </a:solidFill>
          <a:ln w="12700" cap="flat" cmpd="sng" algn="ctr">
            <a:noFill/>
            <a:prstDash val="solid"/>
            <a:miter lim="800000"/>
          </a:ln>
          <a:effectLst/>
        </p:spPr>
        <p:txBody>
          <a:bodyPr rtlCol="0" anchor="ctr">
            <a:noAutofit/>
          </a:bodyPr>
          <a:lstStyle/>
          <a:p>
            <a:pPr algn="ctr">
              <a:defRPr/>
            </a:pPr>
            <a:r>
              <a:rPr lang="en-US" sz="700" kern="0">
                <a:solidFill>
                  <a:srgbClr val="000000"/>
                </a:solidFill>
                <a:latin typeface="Arial" panose="020B0604020202020204"/>
              </a:rPr>
              <a:t>Data Cubes (each brand)</a:t>
            </a:r>
          </a:p>
        </p:txBody>
      </p:sp>
      <p:sp>
        <p:nvSpPr>
          <p:cNvPr id="35" name="Rectangle: Rounded Corners 25">
            <a:extLst>
              <a:ext uri="{FF2B5EF4-FFF2-40B4-BE49-F238E27FC236}">
                <a16:creationId xmlns:a16="http://schemas.microsoft.com/office/drawing/2014/main" id="{FA0B9161-DE58-4E82-5E86-ABFB0F6220F7}"/>
              </a:ext>
            </a:extLst>
          </p:cNvPr>
          <p:cNvSpPr/>
          <p:nvPr/>
        </p:nvSpPr>
        <p:spPr>
          <a:xfrm>
            <a:off x="1535429" y="1956519"/>
            <a:ext cx="9945401" cy="174225"/>
          </a:xfrm>
          <a:prstGeom prst="rect">
            <a:avLst/>
          </a:prstGeom>
          <a:solidFill>
            <a:srgbClr val="8BD3E6"/>
          </a:solidFill>
          <a:ln w="12700" cap="flat" cmpd="sng" algn="ctr">
            <a:noFill/>
            <a:prstDash val="solid"/>
            <a:miter lim="800000"/>
          </a:ln>
          <a:effectLst/>
        </p:spPr>
        <p:txBody>
          <a:bodyPr rtlCol="0" anchor="ctr">
            <a:noAutofit/>
          </a:bodyPr>
          <a:lstStyle/>
          <a:p>
            <a:pPr algn="ctr">
              <a:defRPr/>
            </a:pPr>
            <a:r>
              <a:rPr lang="en-US" sz="700" kern="0">
                <a:solidFill>
                  <a:srgbClr val="000000"/>
                </a:solidFill>
                <a:latin typeface="Arial" panose="020B0604020202020204"/>
              </a:rPr>
              <a:t>Various ERPs (</a:t>
            </a:r>
            <a:r>
              <a:rPr lang="en-US" sz="700" kern="0" err="1">
                <a:solidFill>
                  <a:srgbClr val="000000"/>
                </a:solidFill>
                <a:latin typeface="Arial" panose="020B0604020202020204"/>
              </a:rPr>
              <a:t>Netsuite</a:t>
            </a:r>
            <a:r>
              <a:rPr lang="en-US" sz="700" kern="0">
                <a:solidFill>
                  <a:srgbClr val="000000"/>
                </a:solidFill>
                <a:latin typeface="Arial" panose="020B0604020202020204"/>
              </a:rPr>
              <a:t>, SAP, Oracle, NAV, AX09)</a:t>
            </a:r>
          </a:p>
        </p:txBody>
      </p:sp>
      <p:sp>
        <p:nvSpPr>
          <p:cNvPr id="36" name="Rectangle: Rounded Corners 81">
            <a:extLst>
              <a:ext uri="{FF2B5EF4-FFF2-40B4-BE49-F238E27FC236}">
                <a16:creationId xmlns:a16="http://schemas.microsoft.com/office/drawing/2014/main" id="{DB95C1E0-A62C-18F0-5B5E-E7F86D49BB0B}"/>
              </a:ext>
            </a:extLst>
          </p:cNvPr>
          <p:cNvSpPr/>
          <p:nvPr/>
        </p:nvSpPr>
        <p:spPr>
          <a:xfrm>
            <a:off x="2773945" y="2171827"/>
            <a:ext cx="1219574" cy="174225"/>
          </a:xfrm>
          <a:prstGeom prst="rect">
            <a:avLst/>
          </a:prstGeom>
          <a:solidFill>
            <a:srgbClr val="747480">
              <a:lumMod val="60000"/>
              <a:lumOff val="40000"/>
            </a:srgbClr>
          </a:solidFill>
          <a:ln w="12700" cap="flat" cmpd="sng" algn="ctr">
            <a:noFill/>
            <a:prstDash val="solid"/>
            <a:miter lim="800000"/>
          </a:ln>
          <a:effectLst/>
        </p:spPr>
        <p:txBody>
          <a:bodyPr lIns="0" r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Arial" panose="020B0604020202020204"/>
              </a:rPr>
              <a:t>SharePoint</a:t>
            </a:r>
          </a:p>
        </p:txBody>
      </p:sp>
      <p:sp>
        <p:nvSpPr>
          <p:cNvPr id="37" name="Rectangle: Rounded Corners 81">
            <a:extLst>
              <a:ext uri="{FF2B5EF4-FFF2-40B4-BE49-F238E27FC236}">
                <a16:creationId xmlns:a16="http://schemas.microsoft.com/office/drawing/2014/main" id="{4C146DB0-61FE-8255-3754-791263C8DE89}"/>
              </a:ext>
            </a:extLst>
          </p:cNvPr>
          <p:cNvSpPr/>
          <p:nvPr/>
        </p:nvSpPr>
        <p:spPr>
          <a:xfrm>
            <a:off x="4014871" y="2817751"/>
            <a:ext cx="1219574" cy="174225"/>
          </a:xfrm>
          <a:prstGeom prst="rect">
            <a:avLst/>
          </a:prstGeom>
          <a:solidFill>
            <a:srgbClr val="747480">
              <a:lumMod val="60000"/>
              <a:lumOff val="40000"/>
            </a:srgbClr>
          </a:solidFill>
          <a:ln w="12700" cap="flat" cmpd="sng" algn="ctr">
            <a:noFill/>
            <a:prstDash val="solid"/>
            <a:miter lim="800000"/>
          </a:ln>
          <a:effectLst/>
        </p:spPr>
        <p:txBody>
          <a:bodyPr lIns="0" r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Arial" panose="020B0604020202020204"/>
              </a:rPr>
              <a:t>Excel (Royalties, etc.)</a:t>
            </a:r>
          </a:p>
        </p:txBody>
      </p:sp>
      <p:sp>
        <p:nvSpPr>
          <p:cNvPr id="38" name="Rectangle: Rounded Corners 25">
            <a:extLst>
              <a:ext uri="{FF2B5EF4-FFF2-40B4-BE49-F238E27FC236}">
                <a16:creationId xmlns:a16="http://schemas.microsoft.com/office/drawing/2014/main" id="{941D3955-2AA3-275C-2332-67731F932C1E}"/>
              </a:ext>
            </a:extLst>
          </p:cNvPr>
          <p:cNvSpPr/>
          <p:nvPr/>
        </p:nvSpPr>
        <p:spPr>
          <a:xfrm>
            <a:off x="7751021" y="2387135"/>
            <a:ext cx="1219574" cy="174225"/>
          </a:xfrm>
          <a:prstGeom prst="rect">
            <a:avLst/>
          </a:prstGeom>
          <a:solidFill>
            <a:srgbClr val="8BD3E6"/>
          </a:solidFill>
          <a:ln w="12700" cap="flat" cmpd="sng" algn="ctr">
            <a:noFill/>
            <a:prstDash val="solid"/>
            <a:miter lim="800000"/>
          </a:ln>
          <a:effectLst/>
        </p:spPr>
        <p:txBody>
          <a:bodyPr rtlCol="0" anchor="ctr">
            <a:noAutofit/>
          </a:bodyPr>
          <a:lstStyle/>
          <a:p>
            <a:pPr algn="ctr">
              <a:defRPr/>
            </a:pPr>
            <a:r>
              <a:rPr lang="en-US" sz="700" kern="0">
                <a:solidFill>
                  <a:srgbClr val="000000"/>
                </a:solidFill>
                <a:latin typeface="Arial" panose="020B0604020202020204"/>
              </a:rPr>
              <a:t>OMB (Eagle)</a:t>
            </a:r>
          </a:p>
        </p:txBody>
      </p:sp>
      <p:sp>
        <p:nvSpPr>
          <p:cNvPr id="39" name="Rectangle: Rounded Corners 25">
            <a:extLst>
              <a:ext uri="{FF2B5EF4-FFF2-40B4-BE49-F238E27FC236}">
                <a16:creationId xmlns:a16="http://schemas.microsoft.com/office/drawing/2014/main" id="{B6CC5AA6-87E1-B438-268A-0CD860BC11B0}"/>
              </a:ext>
            </a:extLst>
          </p:cNvPr>
          <p:cNvSpPr/>
          <p:nvPr/>
        </p:nvSpPr>
        <p:spPr>
          <a:xfrm>
            <a:off x="7751021" y="2171827"/>
            <a:ext cx="1219574" cy="174225"/>
          </a:xfrm>
          <a:prstGeom prst="rect">
            <a:avLst/>
          </a:prstGeom>
          <a:solidFill>
            <a:srgbClr val="8BD3E6"/>
          </a:solidFill>
          <a:ln w="12700" cap="flat" cmpd="sng" algn="ctr">
            <a:noFill/>
            <a:prstDash val="solid"/>
            <a:miter lim="800000"/>
          </a:ln>
          <a:effectLst/>
        </p:spPr>
        <p:txBody>
          <a:bodyPr rtlCol="0" anchor="ctr">
            <a:noAutofit/>
          </a:bodyPr>
          <a:lstStyle/>
          <a:p>
            <a:pPr algn="ctr">
              <a:defRPr/>
            </a:pPr>
            <a:r>
              <a:rPr lang="en-US" sz="700" kern="0">
                <a:solidFill>
                  <a:srgbClr val="000000"/>
                </a:solidFill>
                <a:latin typeface="Arial" panose="020B0604020202020204"/>
              </a:rPr>
              <a:t>Anvil (Simms) </a:t>
            </a:r>
          </a:p>
        </p:txBody>
      </p:sp>
      <p:sp>
        <p:nvSpPr>
          <p:cNvPr id="40" name="Rectangle: Rounded Corners 81">
            <a:extLst>
              <a:ext uri="{FF2B5EF4-FFF2-40B4-BE49-F238E27FC236}">
                <a16:creationId xmlns:a16="http://schemas.microsoft.com/office/drawing/2014/main" id="{DB97ADE0-2D6D-AD5F-24AC-10BAF3FAF253}"/>
              </a:ext>
            </a:extLst>
          </p:cNvPr>
          <p:cNvSpPr/>
          <p:nvPr/>
        </p:nvSpPr>
        <p:spPr>
          <a:xfrm>
            <a:off x="1533019" y="2171827"/>
            <a:ext cx="1219574" cy="174225"/>
          </a:xfrm>
          <a:prstGeom prst="rect">
            <a:avLst/>
          </a:prstGeom>
          <a:solidFill>
            <a:srgbClr val="8BD3E6"/>
          </a:solidFill>
          <a:ln w="12700" cap="flat" cmpd="sng" algn="ctr">
            <a:noFill/>
            <a:prstDash val="solid"/>
            <a:miter lim="800000"/>
          </a:ln>
          <a:effectLst/>
        </p:spPr>
        <p:txBody>
          <a:bodyPr rtlCol="0" anchor="ctr">
            <a:noAutofit/>
          </a:bodyPr>
          <a:lstStyle/>
          <a:p>
            <a:pPr algn="ctr">
              <a:defRPr/>
            </a:pPr>
            <a:r>
              <a:rPr lang="en-US" sz="700" kern="0">
                <a:solidFill>
                  <a:srgbClr val="000000"/>
                </a:solidFill>
                <a:latin typeface="Arial" panose="020B0604020202020204"/>
              </a:rPr>
              <a:t>Planful </a:t>
            </a:r>
          </a:p>
        </p:txBody>
      </p:sp>
      <p:sp>
        <p:nvSpPr>
          <p:cNvPr id="41" name="Rectangle: Rounded Corners 81">
            <a:extLst>
              <a:ext uri="{FF2B5EF4-FFF2-40B4-BE49-F238E27FC236}">
                <a16:creationId xmlns:a16="http://schemas.microsoft.com/office/drawing/2014/main" id="{2FDAD3FD-3710-E1D5-A506-A725E0F3B8BA}"/>
              </a:ext>
            </a:extLst>
          </p:cNvPr>
          <p:cNvSpPr/>
          <p:nvPr/>
        </p:nvSpPr>
        <p:spPr>
          <a:xfrm>
            <a:off x="4014871" y="3033060"/>
            <a:ext cx="1219574" cy="174225"/>
          </a:xfrm>
          <a:prstGeom prst="rect">
            <a:avLst/>
          </a:prstGeom>
          <a:solidFill>
            <a:srgbClr val="8BD3E6"/>
          </a:solidFill>
          <a:ln w="12700" cap="flat" cmpd="sng" algn="ctr">
            <a:noFill/>
            <a:prstDash val="solid"/>
            <a:miter lim="800000"/>
          </a:ln>
          <a:effectLst/>
        </p:spPr>
        <p:txBody>
          <a:bodyPr lIns="0" rIns="0" rtlCol="0" anchor="ctr">
            <a:noAutofit/>
          </a:bodyPr>
          <a:lstStyle/>
          <a:p>
            <a:pPr algn="ctr">
              <a:defRPr/>
            </a:pPr>
            <a:r>
              <a:rPr lang="en-US" sz="700" kern="0">
                <a:solidFill>
                  <a:srgbClr val="000000"/>
                </a:solidFill>
                <a:latin typeface="Arial" panose="020B0604020202020204"/>
              </a:rPr>
              <a:t>Vertex/Avalara</a:t>
            </a:r>
          </a:p>
        </p:txBody>
      </p:sp>
      <p:sp>
        <p:nvSpPr>
          <p:cNvPr id="42" name="Rectangle: Rounded Corners 81">
            <a:extLst>
              <a:ext uri="{FF2B5EF4-FFF2-40B4-BE49-F238E27FC236}">
                <a16:creationId xmlns:a16="http://schemas.microsoft.com/office/drawing/2014/main" id="{FE26B102-F3AA-B48B-9189-01F791AB582E}"/>
              </a:ext>
            </a:extLst>
          </p:cNvPr>
          <p:cNvSpPr/>
          <p:nvPr/>
        </p:nvSpPr>
        <p:spPr>
          <a:xfrm>
            <a:off x="9006138" y="3604881"/>
            <a:ext cx="1219574" cy="165514"/>
          </a:xfrm>
          <a:prstGeom prst="rect">
            <a:avLst/>
          </a:prstGeom>
          <a:solidFill>
            <a:srgbClr val="FFE600">
              <a:lumMod val="75000"/>
            </a:srgbClr>
          </a:solidFill>
          <a:ln w="12700" cap="flat" cmpd="sng" algn="ctr">
            <a:noFill/>
            <a:prstDash val="solid"/>
            <a:miter lim="800000"/>
          </a:ln>
          <a:effectLst/>
        </p:spPr>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prstClr val="white"/>
                </a:solidFill>
                <a:effectLst/>
                <a:uLnTx/>
                <a:uFillTx/>
                <a:latin typeface="Arial" panose="020B0604020202020204"/>
              </a:rPr>
              <a:t>FP&amp;A </a:t>
            </a:r>
          </a:p>
        </p:txBody>
      </p:sp>
      <p:sp>
        <p:nvSpPr>
          <p:cNvPr id="43" name="Rectangle: Rounded Corners 81">
            <a:extLst>
              <a:ext uri="{FF2B5EF4-FFF2-40B4-BE49-F238E27FC236}">
                <a16:creationId xmlns:a16="http://schemas.microsoft.com/office/drawing/2014/main" id="{DE6FF816-968F-A562-4BEA-C5E331768300}"/>
              </a:ext>
            </a:extLst>
          </p:cNvPr>
          <p:cNvSpPr/>
          <p:nvPr/>
        </p:nvSpPr>
        <p:spPr>
          <a:xfrm>
            <a:off x="4014870" y="3817629"/>
            <a:ext cx="1150761" cy="165514"/>
          </a:xfrm>
          <a:prstGeom prst="rect">
            <a:avLst/>
          </a:prstGeom>
          <a:solidFill>
            <a:srgbClr val="FFE600">
              <a:lumMod val="75000"/>
            </a:srgbClr>
          </a:solidFill>
          <a:ln w="12700" cap="flat" cmpd="sng" algn="ctr">
            <a:noFill/>
            <a:prstDash val="solid"/>
            <a:miter lim="800000"/>
          </a:ln>
          <a:effectLst/>
        </p:spPr>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prstClr val="white"/>
                </a:solidFill>
                <a:effectLst/>
                <a:uLnTx/>
                <a:uFillTx/>
                <a:latin typeface="Arial" panose="020B0604020202020204"/>
              </a:rPr>
              <a:t>FP&amp;A (</a:t>
            </a:r>
            <a:r>
              <a:rPr kumimoji="0" lang="en-US" sz="700" b="0" i="0" u="none" strike="noStrike" kern="0" cap="none" spc="0" normalizeH="0" baseline="0" noProof="0" err="1">
                <a:ln>
                  <a:noFill/>
                </a:ln>
                <a:solidFill>
                  <a:prstClr val="white"/>
                </a:solidFill>
                <a:effectLst/>
                <a:uLnTx/>
                <a:uFillTx/>
                <a:latin typeface="Arial" panose="020B0604020202020204"/>
              </a:rPr>
              <a:t>alloc</a:t>
            </a:r>
            <a:r>
              <a:rPr kumimoji="0" lang="en-US" sz="700" b="0" i="0" u="none" strike="noStrike" kern="0" cap="none" spc="0" normalizeH="0" baseline="0" noProof="0">
                <a:ln>
                  <a:noFill/>
                </a:ln>
                <a:solidFill>
                  <a:prstClr val="white"/>
                </a:solidFill>
                <a:effectLst/>
                <a:uLnTx/>
                <a:uFillTx/>
                <a:latin typeface="Arial" panose="020B0604020202020204"/>
              </a:rPr>
              <a:t>/accruals) </a:t>
            </a:r>
          </a:p>
        </p:txBody>
      </p:sp>
      <p:sp>
        <p:nvSpPr>
          <p:cNvPr id="44" name="Rectangle: Rounded Corners 6">
            <a:extLst>
              <a:ext uri="{FF2B5EF4-FFF2-40B4-BE49-F238E27FC236}">
                <a16:creationId xmlns:a16="http://schemas.microsoft.com/office/drawing/2014/main" id="{DFFA8E9F-7747-5FB1-0E8D-946FEB05CB11}"/>
              </a:ext>
            </a:extLst>
          </p:cNvPr>
          <p:cNvSpPr/>
          <p:nvPr/>
        </p:nvSpPr>
        <p:spPr>
          <a:xfrm>
            <a:off x="609599" y="1501157"/>
            <a:ext cx="10972800" cy="333724"/>
          </a:xfrm>
          <a:prstGeom prst="rect">
            <a:avLst/>
          </a:prstGeom>
          <a:solidFill>
            <a:srgbClr val="1A9AFA">
              <a:lumMod val="50000"/>
            </a:srgbClr>
          </a:solidFill>
          <a:ln w="12700" cap="flat" cmpd="sng" algn="ctr">
            <a:noFill/>
            <a:prstDash val="solid"/>
            <a:miter lim="800000"/>
          </a:ln>
          <a:effectLst/>
        </p:spPr>
        <p:txBody>
          <a:bodyPr rtlCol="0" anchor="t">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1" i="0" u="none" strike="noStrike" kern="0" cap="none" spc="0" normalizeH="0" baseline="0" noProof="0">
              <a:ln>
                <a:noFill/>
              </a:ln>
              <a:solidFill>
                <a:srgbClr val="2E2E38"/>
              </a:solidFill>
              <a:effectLst/>
              <a:uLnTx/>
              <a:uFillTx/>
              <a:latin typeface="Arial" panose="020B0604020202020204"/>
            </a:endParaRPr>
          </a:p>
        </p:txBody>
      </p:sp>
      <p:graphicFrame>
        <p:nvGraphicFramePr>
          <p:cNvPr id="45" name="Chart 44">
            <a:extLst>
              <a:ext uri="{FF2B5EF4-FFF2-40B4-BE49-F238E27FC236}">
                <a16:creationId xmlns:a16="http://schemas.microsoft.com/office/drawing/2014/main" id="{037A33E0-11CD-8F10-ACDC-0B5D6FEE897C}"/>
              </a:ext>
            </a:extLst>
          </p:cNvPr>
          <p:cNvGraphicFramePr/>
          <p:nvPr>
            <p:extLst>
              <p:ext uri="{D42A27DB-BD31-4B8C-83A1-F6EECF244321}">
                <p14:modId xmlns:p14="http://schemas.microsoft.com/office/powerpoint/2010/main" val="3583477845"/>
              </p:ext>
            </p:extLst>
          </p:nvPr>
        </p:nvGraphicFramePr>
        <p:xfrm>
          <a:off x="675958" y="1409573"/>
          <a:ext cx="2103120" cy="53347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6" name="Chart 45">
            <a:extLst>
              <a:ext uri="{FF2B5EF4-FFF2-40B4-BE49-F238E27FC236}">
                <a16:creationId xmlns:a16="http://schemas.microsoft.com/office/drawing/2014/main" id="{CD85FE38-1528-326C-7C82-136058DB3E23}"/>
              </a:ext>
            </a:extLst>
          </p:cNvPr>
          <p:cNvGraphicFramePr/>
          <p:nvPr>
            <p:extLst>
              <p:ext uri="{D42A27DB-BD31-4B8C-83A1-F6EECF244321}">
                <p14:modId xmlns:p14="http://schemas.microsoft.com/office/powerpoint/2010/main" val="2070471209"/>
              </p:ext>
            </p:extLst>
          </p:nvPr>
        </p:nvGraphicFramePr>
        <p:xfrm>
          <a:off x="10340340" y="1409573"/>
          <a:ext cx="1280160" cy="53347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7" name="Chart 46">
            <a:extLst>
              <a:ext uri="{FF2B5EF4-FFF2-40B4-BE49-F238E27FC236}">
                <a16:creationId xmlns:a16="http://schemas.microsoft.com/office/drawing/2014/main" id="{ABE9B7C1-4253-CCF0-85ED-D9619C2D0DEF}"/>
              </a:ext>
            </a:extLst>
          </p:cNvPr>
          <p:cNvGraphicFramePr/>
          <p:nvPr>
            <p:extLst>
              <p:ext uri="{D42A27DB-BD31-4B8C-83A1-F6EECF244321}">
                <p14:modId xmlns:p14="http://schemas.microsoft.com/office/powerpoint/2010/main" val="830128150"/>
              </p:ext>
            </p:extLst>
          </p:nvPr>
        </p:nvGraphicFramePr>
        <p:xfrm>
          <a:off x="9077278" y="1409573"/>
          <a:ext cx="1280160" cy="53347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8" name="Chart 47">
            <a:extLst>
              <a:ext uri="{FF2B5EF4-FFF2-40B4-BE49-F238E27FC236}">
                <a16:creationId xmlns:a16="http://schemas.microsoft.com/office/drawing/2014/main" id="{C0E7895F-64E5-5D1A-29D8-EE6533E52D73}"/>
              </a:ext>
            </a:extLst>
          </p:cNvPr>
          <p:cNvGraphicFramePr/>
          <p:nvPr>
            <p:extLst>
              <p:ext uri="{D42A27DB-BD31-4B8C-83A1-F6EECF244321}">
                <p14:modId xmlns:p14="http://schemas.microsoft.com/office/powerpoint/2010/main" val="1510248980"/>
              </p:ext>
            </p:extLst>
          </p:nvPr>
        </p:nvGraphicFramePr>
        <p:xfrm>
          <a:off x="7814218" y="1409573"/>
          <a:ext cx="1280160" cy="53347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9" name="Chart 48">
            <a:extLst>
              <a:ext uri="{FF2B5EF4-FFF2-40B4-BE49-F238E27FC236}">
                <a16:creationId xmlns:a16="http://schemas.microsoft.com/office/drawing/2014/main" id="{132E3601-8A75-7FC3-48F4-E19BFA50417A}"/>
              </a:ext>
            </a:extLst>
          </p:cNvPr>
          <p:cNvGraphicFramePr/>
          <p:nvPr>
            <p:extLst>
              <p:ext uri="{D42A27DB-BD31-4B8C-83A1-F6EECF244321}">
                <p14:modId xmlns:p14="http://schemas.microsoft.com/office/powerpoint/2010/main" val="3170935107"/>
              </p:ext>
            </p:extLst>
          </p:nvPr>
        </p:nvGraphicFramePr>
        <p:xfrm>
          <a:off x="6551158" y="1409573"/>
          <a:ext cx="1280160" cy="53347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0" name="Chart 49">
            <a:extLst>
              <a:ext uri="{FF2B5EF4-FFF2-40B4-BE49-F238E27FC236}">
                <a16:creationId xmlns:a16="http://schemas.microsoft.com/office/drawing/2014/main" id="{E25A0B97-161A-14DA-29A4-B04892307161}"/>
              </a:ext>
            </a:extLst>
          </p:cNvPr>
          <p:cNvGraphicFramePr/>
          <p:nvPr>
            <p:extLst>
              <p:ext uri="{D42A27DB-BD31-4B8C-83A1-F6EECF244321}">
                <p14:modId xmlns:p14="http://schemas.microsoft.com/office/powerpoint/2010/main" val="91204821"/>
              </p:ext>
            </p:extLst>
          </p:nvPr>
        </p:nvGraphicFramePr>
        <p:xfrm>
          <a:off x="5288098" y="1409573"/>
          <a:ext cx="1280160" cy="53347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1" name="Chart 50">
            <a:extLst>
              <a:ext uri="{FF2B5EF4-FFF2-40B4-BE49-F238E27FC236}">
                <a16:creationId xmlns:a16="http://schemas.microsoft.com/office/drawing/2014/main" id="{C8A7B49E-0847-4BA3-6E78-DDBCE62CC1B1}"/>
              </a:ext>
            </a:extLst>
          </p:cNvPr>
          <p:cNvGraphicFramePr/>
          <p:nvPr>
            <p:extLst>
              <p:ext uri="{D42A27DB-BD31-4B8C-83A1-F6EECF244321}">
                <p14:modId xmlns:p14="http://schemas.microsoft.com/office/powerpoint/2010/main" val="1508046352"/>
              </p:ext>
            </p:extLst>
          </p:nvPr>
        </p:nvGraphicFramePr>
        <p:xfrm>
          <a:off x="4025038" y="1409573"/>
          <a:ext cx="1280160" cy="533471"/>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2" name="Chart 51">
            <a:extLst>
              <a:ext uri="{FF2B5EF4-FFF2-40B4-BE49-F238E27FC236}">
                <a16:creationId xmlns:a16="http://schemas.microsoft.com/office/drawing/2014/main" id="{5122AD2C-34F2-DC68-4A5B-AB817923BF82}"/>
              </a:ext>
            </a:extLst>
          </p:cNvPr>
          <p:cNvGraphicFramePr/>
          <p:nvPr>
            <p:extLst>
              <p:ext uri="{D42A27DB-BD31-4B8C-83A1-F6EECF244321}">
                <p14:modId xmlns:p14="http://schemas.microsoft.com/office/powerpoint/2010/main" val="4263568496"/>
              </p:ext>
            </p:extLst>
          </p:nvPr>
        </p:nvGraphicFramePr>
        <p:xfrm>
          <a:off x="2761978" y="1409573"/>
          <a:ext cx="1280160" cy="533471"/>
        </p:xfrm>
        <a:graphic>
          <a:graphicData uri="http://schemas.openxmlformats.org/drawingml/2006/chart">
            <c:chart xmlns:c="http://schemas.openxmlformats.org/drawingml/2006/chart" xmlns:r="http://schemas.openxmlformats.org/officeDocument/2006/relationships" r:id="rId9"/>
          </a:graphicData>
        </a:graphic>
      </p:graphicFrame>
      <p:sp>
        <p:nvSpPr>
          <p:cNvPr id="53" name="TextBox 52">
            <a:extLst>
              <a:ext uri="{FF2B5EF4-FFF2-40B4-BE49-F238E27FC236}">
                <a16:creationId xmlns:a16="http://schemas.microsoft.com/office/drawing/2014/main" id="{FBFE0948-5C26-21BC-4064-B397B8D17112}"/>
              </a:ext>
            </a:extLst>
          </p:cNvPr>
          <p:cNvSpPr txBox="1"/>
          <p:nvPr/>
        </p:nvSpPr>
        <p:spPr>
          <a:xfrm>
            <a:off x="609600" y="5978472"/>
            <a:ext cx="5809267" cy="123111"/>
          </a:xfrm>
          <a:prstGeom prst="rect">
            <a:avLst/>
          </a:prstGeom>
          <a:noFill/>
        </p:spPr>
        <p:txBody>
          <a:bodyPr wrap="square" lIns="0" tIns="0" rIns="0" bIns="0" rtlCol="0">
            <a:spAutoFit/>
          </a:bodyPr>
          <a:lstStyle/>
          <a:p>
            <a:pPr>
              <a:buSzPct val="110000"/>
              <a:defRPr/>
            </a:pPr>
            <a:r>
              <a:rPr lang="en-IN" sz="800" baseline="30000">
                <a:solidFill>
                  <a:srgbClr val="2E2E38"/>
                </a:solidFill>
                <a:latin typeface="Arial" panose="020B0604020202020204"/>
              </a:rPr>
              <a:t>1</a:t>
            </a:r>
            <a:r>
              <a:rPr lang="en-IN" sz="800">
                <a:solidFill>
                  <a:srgbClr val="2E2E38"/>
                </a:solidFill>
                <a:latin typeface="Arial" panose="020B0604020202020204"/>
              </a:rPr>
              <a:t> Does not include employees outside of Acct functions supporting RTR activities, based on EY analysis of org chart</a:t>
            </a:r>
          </a:p>
        </p:txBody>
      </p:sp>
      <p:grpSp>
        <p:nvGrpSpPr>
          <p:cNvPr id="54" name="Group 53">
            <a:extLst>
              <a:ext uri="{FF2B5EF4-FFF2-40B4-BE49-F238E27FC236}">
                <a16:creationId xmlns:a16="http://schemas.microsoft.com/office/drawing/2014/main" id="{D0C136A7-EC4B-FA48-CCDB-8B1B3C967E53}"/>
              </a:ext>
            </a:extLst>
          </p:cNvPr>
          <p:cNvGrpSpPr/>
          <p:nvPr/>
        </p:nvGrpSpPr>
        <p:grpSpPr>
          <a:xfrm>
            <a:off x="7894228" y="5910500"/>
            <a:ext cx="3684997" cy="299800"/>
            <a:chOff x="6021488" y="6091604"/>
            <a:chExt cx="3897752" cy="376106"/>
          </a:xfrm>
        </p:grpSpPr>
        <p:sp>
          <p:nvSpPr>
            <p:cNvPr id="55" name="Rectangle 54">
              <a:extLst>
                <a:ext uri="{FF2B5EF4-FFF2-40B4-BE49-F238E27FC236}">
                  <a16:creationId xmlns:a16="http://schemas.microsoft.com/office/drawing/2014/main" id="{493C10F6-1B3A-D095-AB93-AC1EAF7370C6}"/>
                </a:ext>
              </a:extLst>
            </p:cNvPr>
            <p:cNvSpPr/>
            <p:nvPr/>
          </p:nvSpPr>
          <p:spPr>
            <a:xfrm>
              <a:off x="6021488" y="6151220"/>
              <a:ext cx="3897752" cy="316490"/>
            </a:xfrm>
            <a:prstGeom prst="rect">
              <a:avLst/>
            </a:prstGeom>
            <a:solidFill>
              <a:srgbClr val="FFFFFF"/>
            </a:solidFill>
            <a:ln w="9525" cap="flat" cmpd="sng" algn="ctr">
              <a:solidFill>
                <a:srgbClr val="2E2E38"/>
              </a:solidFill>
              <a:prstDash val="solid"/>
            </a:ln>
            <a:effectLst/>
          </p:spPr>
          <p:txBody>
            <a:bodyPr lIns="72000" tIns="72000" rIns="72000" bIns="72000" rtlCol="0"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600" b="0" i="0" u="none" strike="noStrike" kern="0" cap="none" spc="0" normalizeH="0" baseline="0" noProof="0" err="1">
                <a:ln>
                  <a:noFill/>
                </a:ln>
                <a:solidFill>
                  <a:srgbClr val="2E2E38"/>
                </a:solidFill>
                <a:effectLst/>
                <a:uLnTx/>
                <a:uFillTx/>
                <a:latin typeface="Arial" panose="020B0604020202020204"/>
                <a:ea typeface="+mn-ea"/>
                <a:cs typeface="+mn-cs"/>
              </a:endParaRPr>
            </a:p>
          </p:txBody>
        </p:sp>
        <p:sp>
          <p:nvSpPr>
            <p:cNvPr id="56" name="Rectangle 55">
              <a:extLst>
                <a:ext uri="{FF2B5EF4-FFF2-40B4-BE49-F238E27FC236}">
                  <a16:creationId xmlns:a16="http://schemas.microsoft.com/office/drawing/2014/main" id="{2D993A5D-A2ED-7773-8B04-6BBF43B64C24}"/>
                </a:ext>
              </a:extLst>
            </p:cNvPr>
            <p:cNvSpPr/>
            <p:nvPr/>
          </p:nvSpPr>
          <p:spPr>
            <a:xfrm>
              <a:off x="7654100" y="6091604"/>
              <a:ext cx="632531" cy="120842"/>
            </a:xfrm>
            <a:prstGeom prst="rect">
              <a:avLst/>
            </a:prstGeom>
            <a:solidFill>
              <a:srgbClr val="FFFFFF"/>
            </a:solidFill>
            <a:ln w="1905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1" i="0" u="none" strike="noStrike" kern="0" cap="none" spc="0" normalizeH="0" baseline="0" noProof="0">
                  <a:ln>
                    <a:noFill/>
                  </a:ln>
                  <a:solidFill>
                    <a:srgbClr val="646464">
                      <a:lumMod val="50000"/>
                    </a:srgbClr>
                  </a:solidFill>
                  <a:effectLst/>
                  <a:uLnTx/>
                  <a:uFillTx/>
                  <a:latin typeface="Arial" panose="020B0604020202020204"/>
                </a:rPr>
                <a:t>Legend</a:t>
              </a:r>
            </a:p>
          </p:txBody>
        </p:sp>
      </p:grpSp>
      <p:sp>
        <p:nvSpPr>
          <p:cNvPr id="57" name="Rectangle 56">
            <a:extLst>
              <a:ext uri="{FF2B5EF4-FFF2-40B4-BE49-F238E27FC236}">
                <a16:creationId xmlns:a16="http://schemas.microsoft.com/office/drawing/2014/main" id="{681AFD55-3AC5-2330-584F-FEB1364F7C3E}"/>
              </a:ext>
            </a:extLst>
          </p:cNvPr>
          <p:cNvSpPr/>
          <p:nvPr/>
        </p:nvSpPr>
        <p:spPr>
          <a:xfrm>
            <a:off x="9737669" y="6059106"/>
            <a:ext cx="187116" cy="83543"/>
          </a:xfrm>
          <a:prstGeom prst="rect">
            <a:avLst/>
          </a:prstGeom>
          <a:solidFill>
            <a:srgbClr val="8BD3E6"/>
          </a:solidFill>
          <a:ln w="9525" cap="flat" cmpd="sng" algn="ctr">
            <a:noFill/>
            <a:prstDash val="solid"/>
          </a:ln>
          <a:effectLst/>
        </p:spPr>
        <p:txBody>
          <a:bodyPr wrap="none" lIns="365760" tIns="72000" rIns="72000" bIns="72000" rtlCol="0"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2E2E38"/>
                </a:solidFill>
                <a:effectLst/>
                <a:uLnTx/>
                <a:uFillTx/>
                <a:latin typeface="Arial" panose="020B0604020202020204"/>
                <a:ea typeface="+mn-ea"/>
                <a:cs typeface="+mn-cs"/>
              </a:rPr>
              <a:t>System supported</a:t>
            </a:r>
          </a:p>
        </p:txBody>
      </p:sp>
      <p:sp>
        <p:nvSpPr>
          <p:cNvPr id="58" name="Rectangle 57">
            <a:extLst>
              <a:ext uri="{FF2B5EF4-FFF2-40B4-BE49-F238E27FC236}">
                <a16:creationId xmlns:a16="http://schemas.microsoft.com/office/drawing/2014/main" id="{55B1EB9F-C1F6-A538-F720-0CAC1ED31E47}"/>
              </a:ext>
            </a:extLst>
          </p:cNvPr>
          <p:cNvSpPr/>
          <p:nvPr/>
        </p:nvSpPr>
        <p:spPr>
          <a:xfrm>
            <a:off x="10711345" y="6059106"/>
            <a:ext cx="187116" cy="83543"/>
          </a:xfrm>
          <a:prstGeom prst="rect">
            <a:avLst/>
          </a:prstGeom>
          <a:solidFill>
            <a:srgbClr val="C4C4CD"/>
          </a:solidFill>
          <a:ln w="9525" cap="flat" cmpd="sng" algn="ctr">
            <a:noFill/>
            <a:prstDash val="solid"/>
          </a:ln>
          <a:effectLst/>
        </p:spPr>
        <p:txBody>
          <a:bodyPr wrap="none" lIns="365760" tIns="72000" rIns="72000" bIns="72000" rtlCol="0"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2E2E38"/>
                </a:solidFill>
                <a:effectLst/>
                <a:uLnTx/>
                <a:uFillTx/>
                <a:latin typeface="Arial" panose="020B0604020202020204"/>
                <a:ea typeface="+mn-ea"/>
                <a:cs typeface="+mn-cs"/>
              </a:rPr>
              <a:t>Offline Process</a:t>
            </a:r>
          </a:p>
        </p:txBody>
      </p:sp>
      <p:sp>
        <p:nvSpPr>
          <p:cNvPr id="59" name="Rectangle 58">
            <a:extLst>
              <a:ext uri="{FF2B5EF4-FFF2-40B4-BE49-F238E27FC236}">
                <a16:creationId xmlns:a16="http://schemas.microsoft.com/office/drawing/2014/main" id="{1641D939-C0C4-2FB4-EBDF-888D701DD126}"/>
              </a:ext>
            </a:extLst>
          </p:cNvPr>
          <p:cNvSpPr/>
          <p:nvPr/>
        </p:nvSpPr>
        <p:spPr>
          <a:xfrm>
            <a:off x="8017492" y="6059106"/>
            <a:ext cx="187116" cy="83543"/>
          </a:xfrm>
          <a:prstGeom prst="rect">
            <a:avLst/>
          </a:prstGeom>
          <a:solidFill>
            <a:srgbClr val="1A9AFA"/>
          </a:solidFill>
          <a:ln w="9525" cap="flat" cmpd="sng" algn="ctr">
            <a:noFill/>
            <a:prstDash val="solid"/>
          </a:ln>
          <a:effectLst/>
        </p:spPr>
        <p:txBody>
          <a:bodyPr wrap="none" lIns="365760" tIns="72000" rIns="72000" bIns="72000" rtlCol="0"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2E2E38"/>
                </a:solidFill>
                <a:effectLst/>
                <a:uLnTx/>
                <a:uFillTx/>
                <a:latin typeface="Arial" panose="020B0604020202020204"/>
                <a:ea typeface="+mn-ea"/>
                <a:cs typeface="+mn-cs"/>
              </a:rPr>
              <a:t>Est. effort</a:t>
            </a:r>
          </a:p>
        </p:txBody>
      </p:sp>
      <p:sp>
        <p:nvSpPr>
          <p:cNvPr id="60" name="Rectangle 59">
            <a:extLst>
              <a:ext uri="{FF2B5EF4-FFF2-40B4-BE49-F238E27FC236}">
                <a16:creationId xmlns:a16="http://schemas.microsoft.com/office/drawing/2014/main" id="{267733B1-7484-4FF1-8CE0-4C1C3F625328}"/>
              </a:ext>
            </a:extLst>
          </p:cNvPr>
          <p:cNvSpPr/>
          <p:nvPr/>
        </p:nvSpPr>
        <p:spPr>
          <a:xfrm>
            <a:off x="8763993" y="6059106"/>
            <a:ext cx="187116" cy="83543"/>
          </a:xfrm>
          <a:prstGeom prst="rect">
            <a:avLst/>
          </a:prstGeom>
          <a:solidFill>
            <a:srgbClr val="FF9831"/>
          </a:solidFill>
          <a:ln w="9525" cap="flat" cmpd="sng" algn="ctr">
            <a:noFill/>
            <a:prstDash val="solid"/>
          </a:ln>
          <a:effectLst/>
        </p:spPr>
        <p:txBody>
          <a:bodyPr wrap="none" lIns="365760" tIns="72000" rIns="72000" bIns="72000" rtlCol="0"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2E2E38"/>
                </a:solidFill>
                <a:effectLst/>
                <a:uLnTx/>
                <a:uFillTx/>
                <a:latin typeface="Arial" panose="020B0604020202020204"/>
                <a:ea typeface="+mn-ea"/>
                <a:cs typeface="+mn-cs"/>
              </a:rPr>
              <a:t>Est. effort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2E2E38"/>
                </a:solidFill>
                <a:effectLst/>
                <a:uLnTx/>
                <a:uFillTx/>
                <a:latin typeface="Arial" panose="020B0604020202020204"/>
                <a:ea typeface="+mn-ea"/>
                <a:cs typeface="+mn-cs"/>
              </a:rPr>
              <a:t>high opportunity</a:t>
            </a:r>
          </a:p>
        </p:txBody>
      </p:sp>
    </p:spTree>
    <p:extLst>
      <p:ext uri="{BB962C8B-B14F-4D97-AF65-F5344CB8AC3E}">
        <p14:creationId xmlns:p14="http://schemas.microsoft.com/office/powerpoint/2010/main" val="347918221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34C96D-058B-277B-AA97-B37A18EBFA68}"/>
              </a:ext>
            </a:extLst>
          </p:cNvPr>
          <p:cNvSpPr>
            <a:spLocks noGrp="1"/>
          </p:cNvSpPr>
          <p:nvPr>
            <p:ph type="title"/>
          </p:nvPr>
        </p:nvSpPr>
        <p:spPr/>
        <p:txBody>
          <a:bodyPr/>
          <a:lstStyle/>
          <a:p>
            <a:r>
              <a:rPr lang="en-US">
                <a:ea typeface="+mn-lt"/>
                <a:cs typeface="+mn-lt"/>
                <a:sym typeface="+mn-lt"/>
              </a:rPr>
              <a:t>RTR Key Process Changes</a:t>
            </a:r>
            <a:endParaRPr lang="en-IN" sz="4400"/>
          </a:p>
        </p:txBody>
      </p:sp>
      <p:sp>
        <p:nvSpPr>
          <p:cNvPr id="5" name="Slide Number Placeholder 4">
            <a:extLst>
              <a:ext uri="{FF2B5EF4-FFF2-40B4-BE49-F238E27FC236}">
                <a16:creationId xmlns:a16="http://schemas.microsoft.com/office/drawing/2014/main" id="{DD2E3FE0-4E74-5E2D-BB72-73EA9E308DA0}"/>
              </a:ext>
            </a:extLst>
          </p:cNvPr>
          <p:cNvSpPr>
            <a:spLocks noGrp="1"/>
          </p:cNvSpPr>
          <p:nvPr>
            <p:ph type="sldNum" sz="quarter" idx="12"/>
          </p:nvPr>
        </p:nvSpPr>
        <p:spPr/>
        <p:txBody>
          <a:bodyPr/>
          <a:lstStyle/>
          <a:p>
            <a:fld id="{94FCA0F3-9F3A-694B-99BB-0E592A797735}" type="slidenum">
              <a:rPr lang="en-US" smtClean="0"/>
              <a:t>69</a:t>
            </a:fld>
            <a:endParaRPr lang="en-US"/>
          </a:p>
        </p:txBody>
      </p:sp>
      <p:sp>
        <p:nvSpPr>
          <p:cNvPr id="6" name="Date Placeholder 5">
            <a:extLst>
              <a:ext uri="{FF2B5EF4-FFF2-40B4-BE49-F238E27FC236}">
                <a16:creationId xmlns:a16="http://schemas.microsoft.com/office/drawing/2014/main" id="{5311D754-DB22-5C16-16AA-082A54DD96C5}"/>
              </a:ext>
            </a:extLst>
          </p:cNvPr>
          <p:cNvSpPr>
            <a:spLocks noGrp="1"/>
          </p:cNvSpPr>
          <p:nvPr>
            <p:ph type="dt" sz="half" idx="10"/>
          </p:nvPr>
        </p:nvSpPr>
        <p:spPr/>
        <p:txBody>
          <a:bodyPr/>
          <a:lstStyle/>
          <a:p>
            <a:fld id="{B2C93E8A-987A-4C32-9D2C-A2041857F425}" type="datetime1">
              <a:rPr lang="en-US" smtClean="0"/>
              <a:t>9/19/2025</a:t>
            </a:fld>
            <a:endParaRPr lang="en-US"/>
          </a:p>
        </p:txBody>
      </p:sp>
      <p:sp>
        <p:nvSpPr>
          <p:cNvPr id="8" name="SmartArt Placeholder 7">
            <a:extLst>
              <a:ext uri="{FF2B5EF4-FFF2-40B4-BE49-F238E27FC236}">
                <a16:creationId xmlns:a16="http://schemas.microsoft.com/office/drawing/2014/main" id="{D6326BB9-D69A-DD18-13A5-17276339C6BF}"/>
              </a:ext>
            </a:extLst>
          </p:cNvPr>
          <p:cNvSpPr>
            <a:spLocks noGrp="1"/>
          </p:cNvSpPr>
          <p:nvPr>
            <p:ph type="dgm" sz="quarter" idx="17"/>
          </p:nvPr>
        </p:nvSpPr>
        <p:spPr/>
        <p:txBody>
          <a:bodyPr/>
          <a:lstStyle/>
          <a:p>
            <a:endParaRPr lang="en-IN"/>
          </a:p>
        </p:txBody>
      </p:sp>
      <p:sp>
        <p:nvSpPr>
          <p:cNvPr id="9" name="Rectangle: Rounded Corners 8">
            <a:extLst>
              <a:ext uri="{FF2B5EF4-FFF2-40B4-BE49-F238E27FC236}">
                <a16:creationId xmlns:a16="http://schemas.microsoft.com/office/drawing/2014/main" id="{8E1A069B-0A01-A52A-741D-E956C5A15970}"/>
              </a:ext>
            </a:extLst>
          </p:cNvPr>
          <p:cNvSpPr/>
          <p:nvPr/>
        </p:nvSpPr>
        <p:spPr>
          <a:xfrm>
            <a:off x="218139" y="1279362"/>
            <a:ext cx="11713450" cy="804817"/>
          </a:xfrm>
          <a:prstGeom prst="roundRect">
            <a:avLst/>
          </a:prstGeom>
          <a:noFill/>
          <a:ln w="12700" cap="flat" cmpd="sng" algn="ctr">
            <a:solidFill>
              <a:srgbClr val="105896"/>
            </a:solidFill>
            <a:prstDash val="solid"/>
            <a:miter lim="800000"/>
          </a:ln>
          <a:effectLst/>
        </p:spPr>
        <p:txBody>
          <a:bodyPr rtlCol="0" anchor="ctr"/>
          <a:lstStyle/>
          <a:p>
            <a:pPr algn="ctr">
              <a:defRPr/>
            </a:pPr>
            <a:endParaRPr lang="en-US" sz="1600" kern="0">
              <a:solidFill>
                <a:prstClr val="white"/>
              </a:solidFill>
              <a:latin typeface="Arial" panose="020B0604020202020204"/>
            </a:endParaRPr>
          </a:p>
        </p:txBody>
      </p:sp>
      <p:sp>
        <p:nvSpPr>
          <p:cNvPr id="10" name="Rectangle: Rounded Corners 9">
            <a:extLst>
              <a:ext uri="{FF2B5EF4-FFF2-40B4-BE49-F238E27FC236}">
                <a16:creationId xmlns:a16="http://schemas.microsoft.com/office/drawing/2014/main" id="{ADBCB94A-9400-072D-66B6-F9E55A79952F}"/>
              </a:ext>
            </a:extLst>
          </p:cNvPr>
          <p:cNvSpPr/>
          <p:nvPr/>
        </p:nvSpPr>
        <p:spPr>
          <a:xfrm>
            <a:off x="218138" y="2142787"/>
            <a:ext cx="11713450" cy="701052"/>
          </a:xfrm>
          <a:prstGeom prst="roundRect">
            <a:avLst/>
          </a:prstGeom>
          <a:solidFill>
            <a:srgbClr val="8BD3E6">
              <a:lumMod val="40000"/>
              <a:lumOff val="6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rial" panose="020B0604020202020204"/>
            </a:endParaRPr>
          </a:p>
        </p:txBody>
      </p:sp>
      <p:sp>
        <p:nvSpPr>
          <p:cNvPr id="11" name="TextBox 10">
            <a:extLst>
              <a:ext uri="{FF2B5EF4-FFF2-40B4-BE49-F238E27FC236}">
                <a16:creationId xmlns:a16="http://schemas.microsoft.com/office/drawing/2014/main" id="{0513270D-FE6C-62ED-FADD-DDD10826704A}"/>
              </a:ext>
            </a:extLst>
          </p:cNvPr>
          <p:cNvSpPr txBox="1"/>
          <p:nvPr/>
        </p:nvSpPr>
        <p:spPr>
          <a:xfrm>
            <a:off x="165201" y="1474021"/>
            <a:ext cx="1010449" cy="415498"/>
          </a:xfrm>
          <a:prstGeom prst="rect">
            <a:avLst/>
          </a:prstGeom>
          <a:noFill/>
        </p:spPr>
        <p:txBody>
          <a:bodyPr wrap="square" rtlCol="0">
            <a:spAutoFit/>
          </a:bodyPr>
          <a:lstStyle/>
          <a:p>
            <a:pPr algn="ctr"/>
            <a:r>
              <a:rPr lang="en-US" sz="1050" b="1">
                <a:solidFill>
                  <a:srgbClr val="0083D3"/>
                </a:solidFill>
                <a:latin typeface="Arial" panose="020B0604020202020204"/>
              </a:rPr>
              <a:t>Process Steps</a:t>
            </a:r>
          </a:p>
        </p:txBody>
      </p:sp>
      <p:sp>
        <p:nvSpPr>
          <p:cNvPr id="12" name="TextBox 11">
            <a:extLst>
              <a:ext uri="{FF2B5EF4-FFF2-40B4-BE49-F238E27FC236}">
                <a16:creationId xmlns:a16="http://schemas.microsoft.com/office/drawing/2014/main" id="{FAB4C5CB-E8CE-4697-9807-B8E72FD5C514}"/>
              </a:ext>
            </a:extLst>
          </p:cNvPr>
          <p:cNvSpPr txBox="1"/>
          <p:nvPr/>
        </p:nvSpPr>
        <p:spPr>
          <a:xfrm>
            <a:off x="289818" y="2261702"/>
            <a:ext cx="761215" cy="430887"/>
          </a:xfrm>
          <a:prstGeom prst="rect">
            <a:avLst/>
          </a:prstGeom>
          <a:noFill/>
        </p:spPr>
        <p:txBody>
          <a:bodyPr wrap="square" rtlCol="0">
            <a:spAutoFit/>
          </a:bodyPr>
          <a:lstStyle/>
          <a:p>
            <a:pPr algn="ctr"/>
            <a:r>
              <a:rPr lang="en-US" sz="1050" b="1">
                <a:solidFill>
                  <a:srgbClr val="0083D3"/>
                </a:solidFill>
                <a:latin typeface="Arial" panose="020B0604020202020204"/>
              </a:rPr>
              <a:t>Systems / Tech.</a:t>
            </a:r>
          </a:p>
        </p:txBody>
      </p:sp>
      <p:sp>
        <p:nvSpPr>
          <p:cNvPr id="13" name="Rectangle: Rounded Corners 12">
            <a:extLst>
              <a:ext uri="{FF2B5EF4-FFF2-40B4-BE49-F238E27FC236}">
                <a16:creationId xmlns:a16="http://schemas.microsoft.com/office/drawing/2014/main" id="{036C21DF-AEF4-6274-2AD9-F77589BA2787}"/>
              </a:ext>
            </a:extLst>
          </p:cNvPr>
          <p:cNvSpPr/>
          <p:nvPr/>
        </p:nvSpPr>
        <p:spPr>
          <a:xfrm>
            <a:off x="209429" y="2907663"/>
            <a:ext cx="11713450" cy="3040670"/>
          </a:xfrm>
          <a:prstGeom prst="roundRect">
            <a:avLst/>
          </a:prstGeom>
          <a:solidFill>
            <a:srgbClr val="F37520">
              <a:lumMod val="20000"/>
              <a:lumOff val="8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rial" panose="020B0604020202020204"/>
            </a:endParaRPr>
          </a:p>
        </p:txBody>
      </p:sp>
      <p:sp>
        <p:nvSpPr>
          <p:cNvPr id="14" name="TextBox 13">
            <a:extLst>
              <a:ext uri="{FF2B5EF4-FFF2-40B4-BE49-F238E27FC236}">
                <a16:creationId xmlns:a16="http://schemas.microsoft.com/office/drawing/2014/main" id="{1EC70B8F-2AF6-AE0F-1EB9-82A9E83362EB}"/>
              </a:ext>
            </a:extLst>
          </p:cNvPr>
          <p:cNvSpPr txBox="1"/>
          <p:nvPr/>
        </p:nvSpPr>
        <p:spPr>
          <a:xfrm>
            <a:off x="164164" y="4275537"/>
            <a:ext cx="1238508" cy="415498"/>
          </a:xfrm>
          <a:prstGeom prst="rect">
            <a:avLst/>
          </a:prstGeom>
          <a:noFill/>
        </p:spPr>
        <p:txBody>
          <a:bodyPr wrap="square" rtlCol="0">
            <a:spAutoFit/>
          </a:bodyPr>
          <a:lstStyle/>
          <a:p>
            <a:pPr algn="ctr"/>
            <a:r>
              <a:rPr lang="en-US" sz="1050" b="1">
                <a:solidFill>
                  <a:srgbClr val="0083D3"/>
                </a:solidFill>
                <a:latin typeface="Arial" panose="020B0604020202020204"/>
              </a:rPr>
              <a:t>Recommended Changes </a:t>
            </a:r>
          </a:p>
        </p:txBody>
      </p:sp>
      <p:sp>
        <p:nvSpPr>
          <p:cNvPr id="15" name="Rectangle: Rounded Corners 14">
            <a:extLst>
              <a:ext uri="{FF2B5EF4-FFF2-40B4-BE49-F238E27FC236}">
                <a16:creationId xmlns:a16="http://schemas.microsoft.com/office/drawing/2014/main" id="{5704DF4F-E159-161C-A449-AA2962DBEDE9}"/>
              </a:ext>
            </a:extLst>
          </p:cNvPr>
          <p:cNvSpPr/>
          <p:nvPr/>
        </p:nvSpPr>
        <p:spPr>
          <a:xfrm>
            <a:off x="1246716" y="3465747"/>
            <a:ext cx="1005840" cy="1195202"/>
          </a:xfrm>
          <a:prstGeom prst="roundRect">
            <a:avLst/>
          </a:prstGeom>
          <a:noFill/>
          <a:ln w="12700" cap="flat" cmpd="sng" algn="ctr">
            <a:noFill/>
            <a:prstDash val="solid"/>
            <a:miter lim="800000"/>
          </a:ln>
          <a:effectLst/>
        </p:spPr>
        <p:txBody>
          <a:bodyPr lIns="0" tIns="0" rIns="0" bIns="0" rtlCol="0" anchor="t"/>
          <a:lstStyle/>
          <a:p>
            <a:pPr marL="91440" indent="-91440">
              <a:buFont typeface="Arial" panose="020B0604020202020204" pitchFamily="34" charset="0"/>
              <a:buChar char="•"/>
              <a:defRPr/>
            </a:pPr>
            <a:endParaRPr lang="en-US" sz="700" kern="0">
              <a:solidFill>
                <a:srgbClr val="000000"/>
              </a:solidFill>
              <a:latin typeface="Arial" panose="020B0604020202020204"/>
            </a:endParaRPr>
          </a:p>
        </p:txBody>
      </p:sp>
      <p:sp>
        <p:nvSpPr>
          <p:cNvPr id="16" name="Rectangle: Rounded Corners 15">
            <a:extLst>
              <a:ext uri="{FF2B5EF4-FFF2-40B4-BE49-F238E27FC236}">
                <a16:creationId xmlns:a16="http://schemas.microsoft.com/office/drawing/2014/main" id="{7D0EE136-10A9-E18A-59CF-72A50684F151}"/>
              </a:ext>
            </a:extLst>
          </p:cNvPr>
          <p:cNvSpPr/>
          <p:nvPr/>
        </p:nvSpPr>
        <p:spPr>
          <a:xfrm>
            <a:off x="1246716" y="4999681"/>
            <a:ext cx="1005840" cy="1195202"/>
          </a:xfrm>
          <a:prstGeom prst="roundRect">
            <a:avLst/>
          </a:prstGeom>
          <a:noFill/>
          <a:ln w="12700" cap="flat" cmpd="sng" algn="ctr">
            <a:noFill/>
            <a:prstDash val="solid"/>
            <a:miter lim="800000"/>
          </a:ln>
          <a:effectLst/>
        </p:spPr>
        <p:txBody>
          <a:bodyPr lIns="0" tIns="0" rIns="0" bIns="0" rtlCol="0" anchor="t"/>
          <a:lstStyle/>
          <a:p>
            <a:pPr marL="91440" indent="-91440">
              <a:buFont typeface="Arial" panose="020B0604020202020204" pitchFamily="34" charset="0"/>
              <a:buChar char="•"/>
            </a:pPr>
            <a:endParaRPr lang="en-US" sz="700" kern="0">
              <a:solidFill>
                <a:srgbClr val="000000"/>
              </a:solidFill>
              <a:latin typeface="Arial" panose="020B0604020202020204"/>
            </a:endParaRPr>
          </a:p>
        </p:txBody>
      </p:sp>
      <p:sp>
        <p:nvSpPr>
          <p:cNvPr id="17" name="Flowchart: Alternate Process 16">
            <a:extLst>
              <a:ext uri="{FF2B5EF4-FFF2-40B4-BE49-F238E27FC236}">
                <a16:creationId xmlns:a16="http://schemas.microsoft.com/office/drawing/2014/main" id="{9594F1CF-0C30-18E9-83AA-DDD1BB82AA5D}"/>
              </a:ext>
            </a:extLst>
          </p:cNvPr>
          <p:cNvSpPr/>
          <p:nvPr/>
        </p:nvSpPr>
        <p:spPr>
          <a:xfrm>
            <a:off x="4067211" y="1384590"/>
            <a:ext cx="1554480" cy="594360"/>
          </a:xfrm>
          <a:prstGeom prst="flowChartAlternateProcess">
            <a:avLst/>
          </a:prstGeom>
          <a:solidFill>
            <a:srgbClr val="0090A0"/>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prstClr val="white"/>
                </a:solidFill>
                <a:effectLst/>
                <a:uLnTx/>
                <a:uFillTx/>
                <a:latin typeface="Arial" panose="020B0604020202020204"/>
              </a:rPr>
              <a:t>Perform general accounting</a:t>
            </a:r>
          </a:p>
        </p:txBody>
      </p:sp>
      <p:sp>
        <p:nvSpPr>
          <p:cNvPr id="18" name="Flowchart: Alternate Process 17">
            <a:extLst>
              <a:ext uri="{FF2B5EF4-FFF2-40B4-BE49-F238E27FC236}">
                <a16:creationId xmlns:a16="http://schemas.microsoft.com/office/drawing/2014/main" id="{6D0E8153-1C1A-5068-BE75-2E3DAD86DF64}"/>
              </a:ext>
            </a:extLst>
          </p:cNvPr>
          <p:cNvSpPr/>
          <p:nvPr/>
        </p:nvSpPr>
        <p:spPr>
          <a:xfrm>
            <a:off x="5707234" y="1384590"/>
            <a:ext cx="1343878" cy="594360"/>
          </a:xfrm>
          <a:prstGeom prst="flowChartAlternateProcess">
            <a:avLst/>
          </a:prstGeom>
          <a:solidFill>
            <a:srgbClr val="8BD3E6">
              <a:lumMod val="75000"/>
            </a:srgb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prstClr val="white"/>
                </a:solidFill>
                <a:effectLst/>
                <a:uLnTx/>
                <a:uFillTx/>
                <a:latin typeface="Arial" panose="020B0604020202020204"/>
              </a:rPr>
              <a:t>Perform fixed asset accounting</a:t>
            </a:r>
          </a:p>
        </p:txBody>
      </p:sp>
      <p:sp>
        <p:nvSpPr>
          <p:cNvPr id="19" name="Rectangle 18">
            <a:extLst>
              <a:ext uri="{FF2B5EF4-FFF2-40B4-BE49-F238E27FC236}">
                <a16:creationId xmlns:a16="http://schemas.microsoft.com/office/drawing/2014/main" id="{014E5725-08CC-C15B-2A67-66F9211F2CB0}"/>
              </a:ext>
            </a:extLst>
          </p:cNvPr>
          <p:cNvSpPr/>
          <p:nvPr/>
        </p:nvSpPr>
        <p:spPr>
          <a:xfrm>
            <a:off x="8258223" y="2936593"/>
            <a:ext cx="1939082" cy="2934700"/>
          </a:xfrm>
          <a:prstGeom prst="rect">
            <a:avLst/>
          </a:prstGeom>
          <a:noFill/>
          <a:ln w="12700" cap="flat" cmpd="sng" algn="ctr">
            <a:noFill/>
            <a:prstDash val="solid"/>
            <a:miter lim="800000"/>
          </a:ln>
          <a:effectLst/>
        </p:spPr>
        <p:txBody>
          <a:bodyPr lIns="0" tIns="0" rIns="0" bIns="0" rtlCol="0" anchor="t"/>
          <a:lstStyle/>
          <a:p>
            <a:pPr marL="91440" indent="-91440">
              <a:spcAft>
                <a:spcPts val="600"/>
              </a:spcAft>
              <a:buClr>
                <a:srgbClr val="000000"/>
              </a:buClr>
              <a:buFont typeface="Arial"/>
              <a:buChar char="•"/>
            </a:pPr>
            <a:r>
              <a:rPr lang="en-US" sz="900">
                <a:solidFill>
                  <a:srgbClr val="000000"/>
                </a:solidFill>
                <a:latin typeface="Arial" panose="020B0604020202020204"/>
              </a:rPr>
              <a:t>Rationalized reporting package with pre-defined templates across Finance and operation teams</a:t>
            </a:r>
          </a:p>
          <a:p>
            <a:pPr marL="91440" indent="-91440">
              <a:spcAft>
                <a:spcPts val="600"/>
              </a:spcAft>
              <a:buClr>
                <a:srgbClr val="000000"/>
              </a:buClr>
              <a:buFont typeface="Arial"/>
              <a:buChar char="•"/>
            </a:pPr>
            <a:r>
              <a:rPr lang="en-US" sz="900">
                <a:solidFill>
                  <a:srgbClr val="000000"/>
                </a:solidFill>
                <a:latin typeface="Arial" panose="020B0604020202020204"/>
              </a:rPr>
              <a:t>RPA solution data gathering and consolidation for report generation</a:t>
            </a:r>
          </a:p>
          <a:p>
            <a:pPr marL="91440" indent="-91440">
              <a:spcAft>
                <a:spcPts val="600"/>
              </a:spcAft>
              <a:buClr>
                <a:srgbClr val="000000"/>
              </a:buClr>
              <a:buFont typeface="Arial"/>
              <a:buChar char="•"/>
            </a:pPr>
            <a:r>
              <a:rPr lang="en-US" sz="900">
                <a:solidFill>
                  <a:srgbClr val="000000"/>
                </a:solidFill>
                <a:latin typeface="Arial" panose="020B0604020202020204"/>
              </a:rPr>
              <a:t>System enabled capabilities (e.g. BI publisher) for self-service reporting</a:t>
            </a:r>
          </a:p>
          <a:p>
            <a:pPr marL="91440" indent="-91440">
              <a:spcAft>
                <a:spcPts val="600"/>
              </a:spcAft>
              <a:buClr>
                <a:srgbClr val="000000"/>
              </a:buClr>
              <a:buFont typeface="Arial" panose="020B0604020202020204" pitchFamily="34" charset="0"/>
              <a:buChar char="•"/>
            </a:pPr>
            <a:endParaRPr lang="en-US" sz="900">
              <a:solidFill>
                <a:srgbClr val="000000"/>
              </a:solidFill>
              <a:latin typeface="Arial" panose="020B0604020202020204"/>
            </a:endParaRPr>
          </a:p>
        </p:txBody>
      </p:sp>
      <p:sp>
        <p:nvSpPr>
          <p:cNvPr id="20" name="Rectangle: Rounded Corners 19">
            <a:extLst>
              <a:ext uri="{FF2B5EF4-FFF2-40B4-BE49-F238E27FC236}">
                <a16:creationId xmlns:a16="http://schemas.microsoft.com/office/drawing/2014/main" id="{52BC68B6-2EF5-404D-08D0-D1E4EDDA2AA9}"/>
              </a:ext>
            </a:extLst>
          </p:cNvPr>
          <p:cNvSpPr/>
          <p:nvPr/>
        </p:nvSpPr>
        <p:spPr>
          <a:xfrm>
            <a:off x="1208368" y="2179840"/>
            <a:ext cx="10655579" cy="137160"/>
          </a:xfrm>
          <a:prstGeom prst="roundRect">
            <a:avLst/>
          </a:prstGeom>
          <a:solidFill>
            <a:srgbClr val="8BD3E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rPr>
              <a:t>Oracle</a:t>
            </a:r>
          </a:p>
        </p:txBody>
      </p:sp>
      <p:sp>
        <p:nvSpPr>
          <p:cNvPr id="21" name="Rectangle: Rounded Corners 20">
            <a:extLst>
              <a:ext uri="{FF2B5EF4-FFF2-40B4-BE49-F238E27FC236}">
                <a16:creationId xmlns:a16="http://schemas.microsoft.com/office/drawing/2014/main" id="{EEDE1634-5C52-6EC8-FBF3-1D3D3416A6E4}"/>
              </a:ext>
            </a:extLst>
          </p:cNvPr>
          <p:cNvSpPr/>
          <p:nvPr/>
        </p:nvSpPr>
        <p:spPr>
          <a:xfrm>
            <a:off x="4067366" y="2674302"/>
            <a:ext cx="4389120" cy="137160"/>
          </a:xfrm>
          <a:prstGeom prst="roundRect">
            <a:avLst/>
          </a:prstGeom>
          <a:solidFill>
            <a:srgbClr val="8BD3E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rPr>
              <a:t>Excel</a:t>
            </a:r>
          </a:p>
        </p:txBody>
      </p:sp>
      <p:sp>
        <p:nvSpPr>
          <p:cNvPr id="22" name="Rectangle 21">
            <a:extLst>
              <a:ext uri="{FF2B5EF4-FFF2-40B4-BE49-F238E27FC236}">
                <a16:creationId xmlns:a16="http://schemas.microsoft.com/office/drawing/2014/main" id="{20828191-E80F-1E12-62E7-E6E965329284}"/>
              </a:ext>
            </a:extLst>
          </p:cNvPr>
          <p:cNvSpPr/>
          <p:nvPr/>
        </p:nvSpPr>
        <p:spPr>
          <a:xfrm>
            <a:off x="3458817" y="2936593"/>
            <a:ext cx="2684846" cy="2724736"/>
          </a:xfrm>
          <a:prstGeom prst="rect">
            <a:avLst/>
          </a:prstGeom>
          <a:noFill/>
          <a:ln w="12700" cap="flat" cmpd="sng" algn="ctr">
            <a:noFill/>
            <a:prstDash val="solid"/>
            <a:miter lim="800000"/>
          </a:ln>
          <a:effectLst/>
        </p:spPr>
        <p:txBody>
          <a:bodyPr lIns="0" tIns="0" rIns="0" bIns="0" rtlCol="0" anchor="t"/>
          <a:lstStyle/>
          <a:p>
            <a:pPr marL="91440" indent="-91440">
              <a:spcAft>
                <a:spcPts val="600"/>
              </a:spcAft>
              <a:buClr>
                <a:srgbClr val="000000"/>
              </a:buClr>
              <a:buFont typeface="Arial" panose="020B0604020202020204" pitchFamily="34" charset="0"/>
              <a:buChar char="•"/>
            </a:pPr>
            <a:r>
              <a:rPr lang="en-US" sz="900">
                <a:solidFill>
                  <a:srgbClr val="000000"/>
                </a:solidFill>
                <a:latin typeface="Arial" panose="020B0604020202020204"/>
              </a:rPr>
              <a:t>RPA-enabled JE prep and upload integrated with Oracle for recurring manual JEs (e.g., compensation, IDS, re-class etc.)</a:t>
            </a:r>
          </a:p>
          <a:p>
            <a:pPr marL="91440" indent="-91440">
              <a:spcAft>
                <a:spcPts val="600"/>
              </a:spcAft>
              <a:buClr>
                <a:srgbClr val="000000"/>
              </a:buClr>
              <a:buFont typeface="Arial" panose="020B0604020202020204" pitchFamily="34" charset="0"/>
              <a:buChar char="•"/>
            </a:pPr>
            <a:r>
              <a:rPr lang="en-US" sz="900">
                <a:solidFill>
                  <a:srgbClr val="000000"/>
                </a:solidFill>
                <a:latin typeface="Arial" panose="020B0604020202020204"/>
              </a:rPr>
              <a:t>Improved JE details (description, support, documentation) through enforcement of standard and required fields</a:t>
            </a:r>
          </a:p>
          <a:p>
            <a:pPr marL="91440" indent="-91440">
              <a:spcAft>
                <a:spcPts val="600"/>
              </a:spcAft>
              <a:buClr>
                <a:srgbClr val="000000"/>
              </a:buClr>
              <a:buFont typeface="Arial" panose="020B0604020202020204" pitchFamily="34" charset="0"/>
              <a:buChar char="•"/>
            </a:pPr>
            <a:r>
              <a:rPr lang="en-US" sz="900">
                <a:solidFill>
                  <a:srgbClr val="000000"/>
                </a:solidFill>
                <a:latin typeface="Arial" panose="020B0604020202020204"/>
              </a:rPr>
              <a:t>Enhanced GL policies to optimize materiality thresholds for posting and approval and frequency (e.g. monthly posting with quarterly true ups)</a:t>
            </a:r>
          </a:p>
          <a:p>
            <a:pPr marL="91440" indent="-91440">
              <a:spcAft>
                <a:spcPts val="600"/>
              </a:spcAft>
              <a:buClr>
                <a:srgbClr val="000000"/>
              </a:buClr>
              <a:buFont typeface="Arial" panose="020B0604020202020204" pitchFamily="34" charset="0"/>
              <a:buChar char="•"/>
            </a:pPr>
            <a:r>
              <a:rPr lang="en-US" sz="900">
                <a:solidFill>
                  <a:srgbClr val="000000"/>
                </a:solidFill>
                <a:latin typeface="Arial" panose="020B0604020202020204"/>
              </a:rPr>
              <a:t>Standardized JE templates for ad hoc / remaining manual JEs</a:t>
            </a:r>
          </a:p>
          <a:p>
            <a:pPr marL="91440" indent="-91440">
              <a:spcAft>
                <a:spcPts val="600"/>
              </a:spcAft>
              <a:buClr>
                <a:srgbClr val="000000"/>
              </a:buClr>
              <a:buFont typeface="Arial" panose="020B0604020202020204" pitchFamily="34" charset="0"/>
              <a:buChar char="•"/>
            </a:pPr>
            <a:r>
              <a:rPr lang="en-US" sz="900">
                <a:solidFill>
                  <a:srgbClr val="000000"/>
                </a:solidFill>
                <a:latin typeface="Arial" panose="020B0604020202020204"/>
              </a:rPr>
              <a:t>Simplified, exception-based approval matrix based on category, amount.</a:t>
            </a:r>
          </a:p>
          <a:p>
            <a:pPr marL="91440" indent="-91440">
              <a:spcAft>
                <a:spcPts val="600"/>
              </a:spcAft>
              <a:buClr>
                <a:srgbClr val="000000"/>
              </a:buClr>
              <a:buFont typeface="Arial" panose="020B0604020202020204" pitchFamily="34" charset="0"/>
              <a:buChar char="•"/>
            </a:pPr>
            <a:r>
              <a:rPr lang="en-US" sz="900">
                <a:solidFill>
                  <a:srgbClr val="000000"/>
                </a:solidFill>
                <a:latin typeface="Arial" panose="020B0604020202020204"/>
              </a:rPr>
              <a:t>Exception report to monitor the JE posting timeliness and integrity</a:t>
            </a:r>
          </a:p>
        </p:txBody>
      </p:sp>
      <p:sp>
        <p:nvSpPr>
          <p:cNvPr id="23" name="Rectangle 22">
            <a:extLst>
              <a:ext uri="{FF2B5EF4-FFF2-40B4-BE49-F238E27FC236}">
                <a16:creationId xmlns:a16="http://schemas.microsoft.com/office/drawing/2014/main" id="{1D88137B-E42F-14A2-1E0C-8CF7AD83E37A}"/>
              </a:ext>
            </a:extLst>
          </p:cNvPr>
          <p:cNvSpPr/>
          <p:nvPr/>
        </p:nvSpPr>
        <p:spPr>
          <a:xfrm>
            <a:off x="10234676" y="2936593"/>
            <a:ext cx="1554480" cy="2650703"/>
          </a:xfrm>
          <a:prstGeom prst="rect">
            <a:avLst/>
          </a:prstGeom>
          <a:noFill/>
          <a:ln w="12700" cap="flat" cmpd="sng" algn="ctr">
            <a:noFill/>
            <a:prstDash val="solid"/>
            <a:miter lim="800000"/>
          </a:ln>
          <a:effectLst/>
        </p:spPr>
        <p:txBody>
          <a:bodyPr lIns="0" tIns="0" rIns="0" bIns="0" rtlCol="0" anchor="t"/>
          <a:lstStyle/>
          <a:p>
            <a:pPr marL="91440" indent="-91440">
              <a:spcAft>
                <a:spcPts val="600"/>
              </a:spcAft>
              <a:buClr>
                <a:srgbClr val="000000"/>
              </a:buClr>
              <a:buFont typeface="Arial" panose="020B0604020202020204" pitchFamily="34" charset="0"/>
              <a:buChar char="•"/>
            </a:pPr>
            <a:r>
              <a:rPr lang="en-US" sz="900">
                <a:solidFill>
                  <a:srgbClr val="000000"/>
                </a:solidFill>
                <a:latin typeface="Arial" panose="020B0604020202020204"/>
              </a:rPr>
              <a:t>RPA-enabled IDS JE prep data collection (monthly timesheets, salary, stock compensation) and upload integrated with Oracle</a:t>
            </a:r>
          </a:p>
          <a:p>
            <a:pPr marL="91440" indent="-91440">
              <a:spcAft>
                <a:spcPts val="600"/>
              </a:spcAft>
              <a:buClr>
                <a:srgbClr val="000000"/>
              </a:buClr>
              <a:buFont typeface="Arial" panose="020B0604020202020204" pitchFamily="34" charset="0"/>
              <a:buChar char="•"/>
            </a:pPr>
            <a:r>
              <a:rPr lang="en-US" sz="900">
                <a:solidFill>
                  <a:srgbClr val="000000"/>
                </a:solidFill>
                <a:latin typeface="Arial" panose="020B0604020202020204"/>
              </a:rPr>
              <a:t>RPA-enabled monthly fluctuation analysis for IDS capitalized costs</a:t>
            </a:r>
          </a:p>
        </p:txBody>
      </p:sp>
      <p:sp>
        <p:nvSpPr>
          <p:cNvPr id="24" name="Rectangle: Rounded Corners 23">
            <a:extLst>
              <a:ext uri="{FF2B5EF4-FFF2-40B4-BE49-F238E27FC236}">
                <a16:creationId xmlns:a16="http://schemas.microsoft.com/office/drawing/2014/main" id="{07787932-045A-2E3A-8C89-BFC3B03717AC}"/>
              </a:ext>
            </a:extLst>
          </p:cNvPr>
          <p:cNvSpPr/>
          <p:nvPr/>
        </p:nvSpPr>
        <p:spPr>
          <a:xfrm>
            <a:off x="1539033" y="6104251"/>
            <a:ext cx="2650875" cy="205789"/>
          </a:xfrm>
          <a:prstGeom prst="roundRect">
            <a:avLst/>
          </a:prstGeom>
          <a:noFill/>
        </p:spPr>
        <p:txBody>
          <a:bodyPr wrap="square" lIns="0" tIns="0" rIns="0" bIns="0" anchor="ctr" anchorCtr="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14217">
              <a:defRPr/>
            </a:pPr>
            <a:r>
              <a:rPr lang="en-US" sz="1000" b="1" kern="0">
                <a:solidFill>
                  <a:srgbClr val="000000"/>
                </a:solidFill>
                <a:latin typeface="Arial" panose="020B0604020202020204"/>
                <a:ea typeface="+mn-lt"/>
                <a:cs typeface="Arial" panose="020B0604020202020204"/>
                <a:sym typeface="+mn-lt"/>
              </a:rPr>
              <a:t>Associated Initiatives:</a:t>
            </a:r>
          </a:p>
        </p:txBody>
      </p:sp>
      <p:sp>
        <p:nvSpPr>
          <p:cNvPr id="25" name="TextBox 24">
            <a:extLst>
              <a:ext uri="{FF2B5EF4-FFF2-40B4-BE49-F238E27FC236}">
                <a16:creationId xmlns:a16="http://schemas.microsoft.com/office/drawing/2014/main" id="{7231B58D-60F4-2D99-7AD4-E5974F1FEDF4}"/>
              </a:ext>
            </a:extLst>
          </p:cNvPr>
          <p:cNvSpPr txBox="1"/>
          <p:nvPr/>
        </p:nvSpPr>
        <p:spPr>
          <a:xfrm>
            <a:off x="9546741" y="6166793"/>
            <a:ext cx="633710" cy="225703"/>
          </a:xfrm>
          <a:prstGeom prst="rect">
            <a:avLst/>
          </a:prstGeom>
          <a:noFill/>
        </p:spPr>
        <p:txBody>
          <a:bodyPr wrap="square" lIns="0" tIns="0" rIns="0" bIns="0" anchor="ctr" anchorCtr="0">
            <a:noAutofit/>
          </a:bodyPr>
          <a:lstStyle>
            <a:defPPr>
              <a:defRPr lang="en-US"/>
            </a:defPPr>
            <a:lvl1pPr marR="0" lvl="0" indent="0" defTabSz="914217" fontAlgn="auto">
              <a:lnSpc>
                <a:spcPct val="100000"/>
              </a:lnSpc>
              <a:spcBef>
                <a:spcPts val="0"/>
              </a:spcBef>
              <a:spcAft>
                <a:spcPts val="0"/>
              </a:spcAft>
              <a:buClrTx/>
              <a:buSzTx/>
              <a:buFontTx/>
              <a:buNone/>
              <a:tabLst/>
              <a:defRPr sz="1000" b="1" kern="0">
                <a:latin typeface="Arial" panose="020B0604020202020204"/>
                <a:ea typeface="+mn-lt"/>
                <a:cs typeface="Arial" panose="020B0604020202020204"/>
              </a:defRPr>
            </a:lvl1pPr>
          </a:lstStyle>
          <a:p>
            <a:pPr marL="0" marR="0" lvl="0" indent="0" defTabSz="914217"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000000"/>
                </a:solidFill>
                <a:effectLst/>
                <a:uLnTx/>
                <a:uFillTx/>
                <a:latin typeface="Arial" panose="020B0604020202020204"/>
                <a:cs typeface="Arial" panose="020B0604020202020204"/>
                <a:sym typeface="Neue Plak Narrow Regular"/>
              </a:rPr>
              <a:t>Systems:</a:t>
            </a:r>
          </a:p>
        </p:txBody>
      </p:sp>
      <p:sp>
        <p:nvSpPr>
          <p:cNvPr id="26" name="TextBox 25">
            <a:extLst>
              <a:ext uri="{FF2B5EF4-FFF2-40B4-BE49-F238E27FC236}">
                <a16:creationId xmlns:a16="http://schemas.microsoft.com/office/drawing/2014/main" id="{B087129F-B5E5-5A3C-A01E-92FD701F1960}"/>
              </a:ext>
            </a:extLst>
          </p:cNvPr>
          <p:cNvSpPr txBox="1"/>
          <p:nvPr/>
        </p:nvSpPr>
        <p:spPr>
          <a:xfrm>
            <a:off x="10243552" y="6310040"/>
            <a:ext cx="929941" cy="225703"/>
          </a:xfrm>
          <a:prstGeom prst="rect">
            <a:avLst/>
          </a:prstGeom>
          <a:noFill/>
          <a:ln w="12700" cap="flat">
            <a:noFill/>
            <a:miter lim="400000"/>
          </a:ln>
          <a:effectLst/>
          <a:sp3d/>
        </p:spPr>
        <p:txBody>
          <a:bodyPr rot="0" spcFirstLastPara="1" vertOverflow="overflow" horzOverflow="overflow" vert="horz" wrap="square" lIns="50800" tIns="50800" rIns="50800" bIns="50800" numCol="1" spcCol="38100" rtlCol="0" anchor="ctr">
            <a:spAutoFit/>
          </a:bodyPr>
          <a:lstStyle/>
          <a:p>
            <a:pPr algn="r" defTabSz="825500" hangingPunct="0">
              <a:defRPr/>
            </a:pPr>
            <a:r>
              <a:rPr lang="en-US" sz="800" kern="0">
                <a:solidFill>
                  <a:srgbClr val="000000"/>
                </a:solidFill>
                <a:latin typeface="Arial" panose="020B0604020202020204"/>
                <a:ea typeface="Neue Plak Narrow Regular"/>
                <a:cs typeface="Neue Plak Narrow Regular"/>
                <a:sym typeface="Neue Plak Narrow Regular"/>
              </a:rPr>
              <a:t>To be sunsetted</a:t>
            </a:r>
          </a:p>
        </p:txBody>
      </p:sp>
      <p:sp>
        <p:nvSpPr>
          <p:cNvPr id="27" name="TextBox 26">
            <a:extLst>
              <a:ext uri="{FF2B5EF4-FFF2-40B4-BE49-F238E27FC236}">
                <a16:creationId xmlns:a16="http://schemas.microsoft.com/office/drawing/2014/main" id="{E72F8DB0-BC3D-4169-9763-405EA9A66E9F}"/>
              </a:ext>
            </a:extLst>
          </p:cNvPr>
          <p:cNvSpPr txBox="1"/>
          <p:nvPr/>
        </p:nvSpPr>
        <p:spPr>
          <a:xfrm>
            <a:off x="10348843" y="6124152"/>
            <a:ext cx="1709928" cy="225703"/>
          </a:xfrm>
          <a:prstGeom prst="rect">
            <a:avLst/>
          </a:prstGeom>
          <a:noFill/>
          <a:ln w="12700" cap="flat">
            <a:noFill/>
            <a:miter lim="400000"/>
          </a:ln>
          <a:effectLst/>
          <a:sp3d/>
        </p:spPr>
        <p:txBody>
          <a:bodyPr rot="0" spcFirstLastPara="1" vertOverflow="overflow" horzOverflow="overflow" vert="horz" wrap="square" lIns="50800" tIns="50800" rIns="50800" bIns="50800" numCol="1" spcCol="38100" rtlCol="0" anchor="ctr">
            <a:spAutoFit/>
          </a:bodyPr>
          <a:lstStyle/>
          <a:p>
            <a:pPr defTabSz="825500" hangingPunct="0">
              <a:defRPr/>
            </a:pPr>
            <a:r>
              <a:rPr lang="en-US" sz="800" kern="0">
                <a:solidFill>
                  <a:srgbClr val="000000"/>
                </a:solidFill>
                <a:latin typeface="Arial" panose="020B0604020202020204"/>
                <a:ea typeface="Neue Plak Narrow Regular"/>
                <a:cs typeface="Neue Plak Narrow Regular"/>
                <a:sym typeface="Neue Plak Narrow Regular"/>
              </a:rPr>
              <a:t>New technology implemented</a:t>
            </a:r>
          </a:p>
        </p:txBody>
      </p:sp>
      <p:sp>
        <p:nvSpPr>
          <p:cNvPr id="28" name="Oval 27">
            <a:extLst>
              <a:ext uri="{FF2B5EF4-FFF2-40B4-BE49-F238E27FC236}">
                <a16:creationId xmlns:a16="http://schemas.microsoft.com/office/drawing/2014/main" id="{15655D64-4156-5561-FE68-AFFD863B24BD}"/>
              </a:ext>
            </a:extLst>
          </p:cNvPr>
          <p:cNvSpPr/>
          <p:nvPr/>
        </p:nvSpPr>
        <p:spPr>
          <a:xfrm>
            <a:off x="10198792" y="6368121"/>
            <a:ext cx="137160" cy="137160"/>
          </a:xfrm>
          <a:prstGeom prst="ellipse">
            <a:avLst/>
          </a:prstGeom>
          <a:solidFill>
            <a:srgbClr val="FF0000"/>
          </a:solidFill>
          <a:ln w="12700" cap="flat" cmpd="sng" algn="ctr">
            <a:noFill/>
            <a:prstDash val="solid"/>
            <a:miter lim="800000"/>
          </a:ln>
          <a:effectLst/>
        </p:spPr>
        <p:txBody>
          <a:bodyPr wrap="none" lIns="0" tIns="0" rIns="0" bIns="27432"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FFFFFF"/>
                </a:solidFill>
                <a:effectLst/>
                <a:uLnTx/>
                <a:uFillTx/>
                <a:latin typeface="Arial" panose="020B0604020202020204"/>
                <a:ea typeface="+mn-ea"/>
                <a:cs typeface="+mn-cs"/>
              </a:rPr>
              <a:t>-</a:t>
            </a:r>
          </a:p>
        </p:txBody>
      </p:sp>
      <p:sp>
        <p:nvSpPr>
          <p:cNvPr id="29" name="Oval 28">
            <a:extLst>
              <a:ext uri="{FF2B5EF4-FFF2-40B4-BE49-F238E27FC236}">
                <a16:creationId xmlns:a16="http://schemas.microsoft.com/office/drawing/2014/main" id="{B59903BD-AF50-409E-8C45-0D5919B18F55}"/>
              </a:ext>
            </a:extLst>
          </p:cNvPr>
          <p:cNvSpPr/>
          <p:nvPr/>
        </p:nvSpPr>
        <p:spPr>
          <a:xfrm>
            <a:off x="10198792" y="6176264"/>
            <a:ext cx="137160" cy="137160"/>
          </a:xfrm>
          <a:prstGeom prst="ellipse">
            <a:avLst/>
          </a:prstGeom>
          <a:solidFill>
            <a:srgbClr val="00B050"/>
          </a:solidFill>
          <a:ln w="12700" cap="flat" cmpd="sng" algn="ctr">
            <a:noFill/>
            <a:prstDash val="solid"/>
            <a:miter lim="800000"/>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FFFFFF"/>
                </a:solidFill>
                <a:effectLst/>
                <a:uLnTx/>
                <a:uFillTx/>
                <a:latin typeface="Arial" panose="020B0604020202020204"/>
                <a:ea typeface="+mn-ea"/>
                <a:cs typeface="+mn-cs"/>
              </a:rPr>
              <a:t>+</a:t>
            </a:r>
          </a:p>
        </p:txBody>
      </p:sp>
      <p:sp>
        <p:nvSpPr>
          <p:cNvPr id="30" name="Flowchart: Alternate Process 29">
            <a:extLst>
              <a:ext uri="{FF2B5EF4-FFF2-40B4-BE49-F238E27FC236}">
                <a16:creationId xmlns:a16="http://schemas.microsoft.com/office/drawing/2014/main" id="{4E7DE0EB-FD75-BD7E-404A-75A9F57138F4}"/>
              </a:ext>
            </a:extLst>
          </p:cNvPr>
          <p:cNvSpPr/>
          <p:nvPr/>
        </p:nvSpPr>
        <p:spPr>
          <a:xfrm>
            <a:off x="1208369" y="1384590"/>
            <a:ext cx="1343878" cy="594360"/>
          </a:xfrm>
          <a:prstGeom prst="flowChartAlternateProcess">
            <a:avLst/>
          </a:prstGeom>
          <a:solidFill>
            <a:srgbClr val="8BD3E6">
              <a:lumMod val="75000"/>
            </a:srgb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prstClr val="white"/>
                </a:solidFill>
                <a:effectLst/>
                <a:uLnTx/>
                <a:uFillTx/>
                <a:latin typeface="Arial" panose="020B0604020202020204"/>
              </a:rPr>
              <a:t>Maintain accounting master data</a:t>
            </a:r>
          </a:p>
        </p:txBody>
      </p:sp>
      <p:sp>
        <p:nvSpPr>
          <p:cNvPr id="31" name="Flowchart: Alternate Process 30">
            <a:extLst>
              <a:ext uri="{FF2B5EF4-FFF2-40B4-BE49-F238E27FC236}">
                <a16:creationId xmlns:a16="http://schemas.microsoft.com/office/drawing/2014/main" id="{94F9494E-3962-8B99-0591-B6D156460B09}"/>
              </a:ext>
            </a:extLst>
          </p:cNvPr>
          <p:cNvSpPr/>
          <p:nvPr/>
        </p:nvSpPr>
        <p:spPr>
          <a:xfrm>
            <a:off x="2637790" y="1384590"/>
            <a:ext cx="1343878" cy="594360"/>
          </a:xfrm>
          <a:prstGeom prst="flowChartAlternateProcess">
            <a:avLst/>
          </a:prstGeom>
          <a:solidFill>
            <a:srgbClr val="8BD3E6">
              <a:lumMod val="75000"/>
            </a:srgb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prstClr val="white"/>
                </a:solidFill>
                <a:effectLst/>
                <a:uLnTx/>
                <a:uFillTx/>
                <a:latin typeface="Arial" panose="020B0604020202020204"/>
              </a:rPr>
              <a:t>Manage policy and procedures</a:t>
            </a:r>
          </a:p>
        </p:txBody>
      </p:sp>
      <p:sp>
        <p:nvSpPr>
          <p:cNvPr id="32" name="Flowchart: Alternate Process 31">
            <a:extLst>
              <a:ext uri="{FF2B5EF4-FFF2-40B4-BE49-F238E27FC236}">
                <a16:creationId xmlns:a16="http://schemas.microsoft.com/office/drawing/2014/main" id="{73BAA9DE-5FB3-10E7-9C5D-3D5C067902A7}"/>
              </a:ext>
            </a:extLst>
          </p:cNvPr>
          <p:cNvSpPr/>
          <p:nvPr/>
        </p:nvSpPr>
        <p:spPr>
          <a:xfrm>
            <a:off x="7136655" y="1384590"/>
            <a:ext cx="1343878" cy="594360"/>
          </a:xfrm>
          <a:prstGeom prst="flowChartAlternateProcess">
            <a:avLst/>
          </a:prstGeom>
          <a:solidFill>
            <a:srgbClr val="8BD3E6">
              <a:lumMod val="75000"/>
            </a:srgb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prstClr val="white"/>
                </a:solidFill>
                <a:effectLst/>
                <a:uLnTx/>
                <a:uFillTx/>
                <a:latin typeface="Arial" panose="020B0604020202020204"/>
              </a:rPr>
              <a:t>Perform cost management &amp; control</a:t>
            </a:r>
          </a:p>
        </p:txBody>
      </p:sp>
      <p:sp>
        <p:nvSpPr>
          <p:cNvPr id="33" name="Flowchart: Alternate Process 32">
            <a:extLst>
              <a:ext uri="{FF2B5EF4-FFF2-40B4-BE49-F238E27FC236}">
                <a16:creationId xmlns:a16="http://schemas.microsoft.com/office/drawing/2014/main" id="{0829D7E0-7DAA-ED0B-6FE7-7B268234052B}"/>
              </a:ext>
            </a:extLst>
          </p:cNvPr>
          <p:cNvSpPr/>
          <p:nvPr/>
        </p:nvSpPr>
        <p:spPr>
          <a:xfrm>
            <a:off x="8566076" y="1384590"/>
            <a:ext cx="1554480" cy="594360"/>
          </a:xfrm>
          <a:prstGeom prst="flowChartAlternateProcess">
            <a:avLst/>
          </a:prstGeom>
          <a:solidFill>
            <a:srgbClr val="0090A0"/>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prstClr val="white"/>
                </a:solidFill>
                <a:effectLst/>
                <a:uLnTx/>
                <a:uFillTx/>
                <a:latin typeface="Arial" panose="020B0604020202020204"/>
              </a:rPr>
              <a:t>Perform financial reporting</a:t>
            </a:r>
          </a:p>
        </p:txBody>
      </p:sp>
      <p:sp>
        <p:nvSpPr>
          <p:cNvPr id="34" name="Flowchart: Alternate Process 33">
            <a:extLst>
              <a:ext uri="{FF2B5EF4-FFF2-40B4-BE49-F238E27FC236}">
                <a16:creationId xmlns:a16="http://schemas.microsoft.com/office/drawing/2014/main" id="{41DA3046-F074-3E5B-3B19-F23905C52B1A}"/>
              </a:ext>
            </a:extLst>
          </p:cNvPr>
          <p:cNvSpPr/>
          <p:nvPr/>
        </p:nvSpPr>
        <p:spPr>
          <a:xfrm>
            <a:off x="10206101" y="1384590"/>
            <a:ext cx="1554480" cy="594360"/>
          </a:xfrm>
          <a:prstGeom prst="flowChartAlternateProcess">
            <a:avLst/>
          </a:prstGeom>
          <a:solidFill>
            <a:srgbClr val="0090A0"/>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prstClr val="white"/>
                </a:solidFill>
                <a:effectLst/>
                <a:uLnTx/>
                <a:uFillTx/>
                <a:latin typeface="Arial" panose="020B0604020202020204"/>
              </a:rPr>
              <a:t>Perform project accounting</a:t>
            </a:r>
          </a:p>
        </p:txBody>
      </p:sp>
      <p:sp>
        <p:nvSpPr>
          <p:cNvPr id="35" name="Rectangle: Rounded Corners 34">
            <a:extLst>
              <a:ext uri="{FF2B5EF4-FFF2-40B4-BE49-F238E27FC236}">
                <a16:creationId xmlns:a16="http://schemas.microsoft.com/office/drawing/2014/main" id="{9BB7D029-A07B-64D9-26A6-FB8D2D3D758E}"/>
              </a:ext>
            </a:extLst>
          </p:cNvPr>
          <p:cNvSpPr/>
          <p:nvPr/>
        </p:nvSpPr>
        <p:spPr>
          <a:xfrm>
            <a:off x="4067210" y="2427251"/>
            <a:ext cx="1555200" cy="136800"/>
          </a:xfrm>
          <a:prstGeom prst="roundRect">
            <a:avLst/>
          </a:prstGeom>
          <a:solidFill>
            <a:srgbClr val="8BD3E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solidFill>
                  <a:srgbClr val="000000"/>
                </a:solidFill>
                <a:effectLst/>
                <a:uLnTx/>
                <a:uFillTx/>
                <a:latin typeface="Arial" panose="020B0604020202020204"/>
              </a:rPr>
              <a:t>Blackline</a:t>
            </a:r>
          </a:p>
        </p:txBody>
      </p:sp>
      <p:sp>
        <p:nvSpPr>
          <p:cNvPr id="36" name="Rectangle: Rounded Corners 35">
            <a:extLst>
              <a:ext uri="{FF2B5EF4-FFF2-40B4-BE49-F238E27FC236}">
                <a16:creationId xmlns:a16="http://schemas.microsoft.com/office/drawing/2014/main" id="{1ADC6BBA-611D-BC28-BA49-024C8900BB77}"/>
              </a:ext>
            </a:extLst>
          </p:cNvPr>
          <p:cNvSpPr/>
          <p:nvPr/>
        </p:nvSpPr>
        <p:spPr>
          <a:xfrm>
            <a:off x="8566075" y="2427251"/>
            <a:ext cx="1555200" cy="136800"/>
          </a:xfrm>
          <a:prstGeom prst="roundRect">
            <a:avLst/>
          </a:prstGeom>
          <a:solidFill>
            <a:srgbClr val="8BD3E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rPr>
              <a:t>Archer</a:t>
            </a:r>
          </a:p>
        </p:txBody>
      </p:sp>
      <p:sp>
        <p:nvSpPr>
          <p:cNvPr id="37" name="Rectangle: Rounded Corners 36">
            <a:extLst>
              <a:ext uri="{FF2B5EF4-FFF2-40B4-BE49-F238E27FC236}">
                <a16:creationId xmlns:a16="http://schemas.microsoft.com/office/drawing/2014/main" id="{CF1BEB62-9928-CE8F-05A6-B0C492DBAF26}"/>
              </a:ext>
            </a:extLst>
          </p:cNvPr>
          <p:cNvSpPr/>
          <p:nvPr/>
        </p:nvSpPr>
        <p:spPr>
          <a:xfrm>
            <a:off x="10206101" y="2427251"/>
            <a:ext cx="1555200" cy="136800"/>
          </a:xfrm>
          <a:prstGeom prst="roundRect">
            <a:avLst/>
          </a:prstGeom>
          <a:solidFill>
            <a:srgbClr val="8BD3E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solidFill>
                  <a:srgbClr val="000000"/>
                </a:solidFill>
                <a:effectLst/>
                <a:uLnTx/>
                <a:uFillTx/>
                <a:latin typeface="Arial" panose="020B0604020202020204"/>
              </a:rPr>
              <a:t>Blackline</a:t>
            </a:r>
          </a:p>
        </p:txBody>
      </p:sp>
      <p:sp>
        <p:nvSpPr>
          <p:cNvPr id="38" name="Rectangle: Rounded Corners 37">
            <a:extLst>
              <a:ext uri="{FF2B5EF4-FFF2-40B4-BE49-F238E27FC236}">
                <a16:creationId xmlns:a16="http://schemas.microsoft.com/office/drawing/2014/main" id="{A1ABD8BD-E495-7087-42BE-5685C6D24784}"/>
              </a:ext>
            </a:extLst>
          </p:cNvPr>
          <p:cNvSpPr/>
          <p:nvPr/>
        </p:nvSpPr>
        <p:spPr>
          <a:xfrm>
            <a:off x="8566076" y="2674301"/>
            <a:ext cx="1555200" cy="136800"/>
          </a:xfrm>
          <a:prstGeom prst="roundRect">
            <a:avLst/>
          </a:prstGeom>
          <a:solidFill>
            <a:srgbClr val="8BD3E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rPr>
              <a:t>Oracle EPM</a:t>
            </a:r>
          </a:p>
        </p:txBody>
      </p:sp>
      <p:sp>
        <p:nvSpPr>
          <p:cNvPr id="39" name="Rectangle: Rounded Corners 38">
            <a:extLst>
              <a:ext uri="{FF2B5EF4-FFF2-40B4-BE49-F238E27FC236}">
                <a16:creationId xmlns:a16="http://schemas.microsoft.com/office/drawing/2014/main" id="{C2C774FC-34C3-8E39-F643-F16935A5D266}"/>
              </a:ext>
            </a:extLst>
          </p:cNvPr>
          <p:cNvSpPr/>
          <p:nvPr/>
        </p:nvSpPr>
        <p:spPr>
          <a:xfrm>
            <a:off x="10206101" y="2674301"/>
            <a:ext cx="1555200" cy="136800"/>
          </a:xfrm>
          <a:prstGeom prst="roundRect">
            <a:avLst/>
          </a:prstGeom>
          <a:solidFill>
            <a:srgbClr val="8BD3E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rPr>
              <a:t>JIRA / Workday</a:t>
            </a:r>
          </a:p>
        </p:txBody>
      </p:sp>
    </p:spTree>
    <p:extLst>
      <p:ext uri="{BB962C8B-B14F-4D97-AF65-F5344CB8AC3E}">
        <p14:creationId xmlns:p14="http://schemas.microsoft.com/office/powerpoint/2010/main" val="421887535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855C85-FBBA-8607-5760-8A7ED4966795}"/>
              </a:ext>
            </a:extLst>
          </p:cNvPr>
          <p:cNvSpPr>
            <a:spLocks noGrp="1"/>
          </p:cNvSpPr>
          <p:nvPr>
            <p:ph type="title"/>
          </p:nvPr>
        </p:nvSpPr>
        <p:spPr/>
        <p:txBody>
          <a:bodyPr/>
          <a:lstStyle/>
          <a:p>
            <a:r>
              <a:rPr lang="en-US" sz="2400"/>
              <a:t>Record to Report Process </a:t>
            </a:r>
            <a:br>
              <a:rPr lang="en-US" sz="2400"/>
            </a:br>
            <a:r>
              <a:rPr lang="en-US" sz="2400"/>
              <a:t>Overview and leading practice performance metrics</a:t>
            </a:r>
            <a:endParaRPr lang="en-IN"/>
          </a:p>
        </p:txBody>
      </p:sp>
      <p:sp>
        <p:nvSpPr>
          <p:cNvPr id="5" name="Slide Number Placeholder 4">
            <a:extLst>
              <a:ext uri="{FF2B5EF4-FFF2-40B4-BE49-F238E27FC236}">
                <a16:creationId xmlns:a16="http://schemas.microsoft.com/office/drawing/2014/main" id="{06AC3FD7-12D1-E752-2290-1A0BC5C6FFE8}"/>
              </a:ext>
            </a:extLst>
          </p:cNvPr>
          <p:cNvSpPr>
            <a:spLocks noGrp="1"/>
          </p:cNvSpPr>
          <p:nvPr>
            <p:ph type="sldNum" sz="quarter" idx="12"/>
          </p:nvPr>
        </p:nvSpPr>
        <p:spPr/>
        <p:txBody>
          <a:bodyPr/>
          <a:lstStyle/>
          <a:p>
            <a:fld id="{94FCA0F3-9F3A-694B-99BB-0E592A797735}" type="slidenum">
              <a:rPr lang="en-US" smtClean="0"/>
              <a:t>70</a:t>
            </a:fld>
            <a:endParaRPr lang="en-US"/>
          </a:p>
        </p:txBody>
      </p:sp>
      <p:sp>
        <p:nvSpPr>
          <p:cNvPr id="6" name="Date Placeholder 5">
            <a:extLst>
              <a:ext uri="{FF2B5EF4-FFF2-40B4-BE49-F238E27FC236}">
                <a16:creationId xmlns:a16="http://schemas.microsoft.com/office/drawing/2014/main" id="{2777C56A-A1BE-0AC5-6461-570F8DF9893E}"/>
              </a:ext>
            </a:extLst>
          </p:cNvPr>
          <p:cNvSpPr>
            <a:spLocks noGrp="1"/>
          </p:cNvSpPr>
          <p:nvPr>
            <p:ph type="dt" sz="half" idx="10"/>
          </p:nvPr>
        </p:nvSpPr>
        <p:spPr/>
        <p:txBody>
          <a:bodyPr/>
          <a:lstStyle/>
          <a:p>
            <a:fld id="{B308B5C1-A1E3-43D6-95CC-977FE2D14064}" type="datetime1">
              <a:rPr lang="en-US" smtClean="0"/>
              <a:t>9/19/2025</a:t>
            </a:fld>
            <a:endParaRPr lang="en-US"/>
          </a:p>
        </p:txBody>
      </p:sp>
      <p:sp>
        <p:nvSpPr>
          <p:cNvPr id="8" name="SmartArt Placeholder 7">
            <a:extLst>
              <a:ext uri="{FF2B5EF4-FFF2-40B4-BE49-F238E27FC236}">
                <a16:creationId xmlns:a16="http://schemas.microsoft.com/office/drawing/2014/main" id="{78476819-ACF9-407D-F26C-52C042BF2AC9}"/>
              </a:ext>
            </a:extLst>
          </p:cNvPr>
          <p:cNvSpPr>
            <a:spLocks noGrp="1"/>
          </p:cNvSpPr>
          <p:nvPr>
            <p:ph type="dgm" sz="quarter" idx="17"/>
          </p:nvPr>
        </p:nvSpPr>
        <p:spPr/>
        <p:txBody>
          <a:bodyPr/>
          <a:lstStyle/>
          <a:p>
            <a:endParaRPr lang="en-IN"/>
          </a:p>
        </p:txBody>
      </p:sp>
      <p:pic>
        <p:nvPicPr>
          <p:cNvPr id="9" name="Picture 8">
            <a:extLst>
              <a:ext uri="{FF2B5EF4-FFF2-40B4-BE49-F238E27FC236}">
                <a16:creationId xmlns:a16="http://schemas.microsoft.com/office/drawing/2014/main" id="{2B22D64F-2E58-DB31-86FB-1B340C2F9730}"/>
              </a:ext>
            </a:extLst>
          </p:cNvPr>
          <p:cNvPicPr>
            <a:picLocks/>
          </p:cNvPicPr>
          <p:nvPr/>
        </p:nvPicPr>
        <p:blipFill>
          <a:blip r:embed="rId2"/>
          <a:stretch>
            <a:fillRect/>
          </a:stretch>
        </p:blipFill>
        <p:spPr>
          <a:xfrm>
            <a:off x="563258" y="1413363"/>
            <a:ext cx="10972800" cy="5186339"/>
          </a:xfrm>
          <a:prstGeom prst="rect">
            <a:avLst/>
          </a:prstGeom>
        </p:spPr>
      </p:pic>
      <p:sp>
        <p:nvSpPr>
          <p:cNvPr id="10" name="Rectangle 9">
            <a:extLst>
              <a:ext uri="{FF2B5EF4-FFF2-40B4-BE49-F238E27FC236}">
                <a16:creationId xmlns:a16="http://schemas.microsoft.com/office/drawing/2014/main" id="{5164117B-7C5A-E75B-806A-F56C3591F581}"/>
              </a:ext>
            </a:extLst>
          </p:cNvPr>
          <p:cNvSpPr/>
          <p:nvPr/>
        </p:nvSpPr>
        <p:spPr>
          <a:xfrm>
            <a:off x="2716857" y="3110332"/>
            <a:ext cx="960504" cy="276626"/>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endParaRPr>
          </a:p>
        </p:txBody>
      </p:sp>
      <p:sp>
        <p:nvSpPr>
          <p:cNvPr id="11" name="Rectangle 10">
            <a:extLst>
              <a:ext uri="{FF2B5EF4-FFF2-40B4-BE49-F238E27FC236}">
                <a16:creationId xmlns:a16="http://schemas.microsoft.com/office/drawing/2014/main" id="{19DEC543-30C1-F2E5-FDEF-43ADEECD0C50}"/>
              </a:ext>
            </a:extLst>
          </p:cNvPr>
          <p:cNvSpPr/>
          <p:nvPr/>
        </p:nvSpPr>
        <p:spPr>
          <a:xfrm>
            <a:off x="5321605" y="3227378"/>
            <a:ext cx="1243114" cy="52117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endParaRPr>
          </a:p>
        </p:txBody>
      </p:sp>
      <p:sp>
        <p:nvSpPr>
          <p:cNvPr id="12" name="Rectangle 11">
            <a:extLst>
              <a:ext uri="{FF2B5EF4-FFF2-40B4-BE49-F238E27FC236}">
                <a16:creationId xmlns:a16="http://schemas.microsoft.com/office/drawing/2014/main" id="{F88D7FFF-4098-146F-CC2D-0B1D92AFF9B9}"/>
              </a:ext>
            </a:extLst>
          </p:cNvPr>
          <p:cNvSpPr/>
          <p:nvPr/>
        </p:nvSpPr>
        <p:spPr>
          <a:xfrm>
            <a:off x="5321605" y="4465149"/>
            <a:ext cx="1243114" cy="301542"/>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endParaRPr>
          </a:p>
        </p:txBody>
      </p:sp>
      <p:sp>
        <p:nvSpPr>
          <p:cNvPr id="13" name="Rectangle 12">
            <a:extLst>
              <a:ext uri="{FF2B5EF4-FFF2-40B4-BE49-F238E27FC236}">
                <a16:creationId xmlns:a16="http://schemas.microsoft.com/office/drawing/2014/main" id="{50DA2A93-14F4-2D91-CF16-9D44F8F4464D}"/>
              </a:ext>
            </a:extLst>
          </p:cNvPr>
          <p:cNvSpPr/>
          <p:nvPr/>
        </p:nvSpPr>
        <p:spPr>
          <a:xfrm>
            <a:off x="7931685" y="3848199"/>
            <a:ext cx="1010295" cy="25797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endParaRPr>
          </a:p>
        </p:txBody>
      </p:sp>
      <p:sp>
        <p:nvSpPr>
          <p:cNvPr id="14" name="Arrow: Pentagon 13">
            <a:extLst>
              <a:ext uri="{FF2B5EF4-FFF2-40B4-BE49-F238E27FC236}">
                <a16:creationId xmlns:a16="http://schemas.microsoft.com/office/drawing/2014/main" id="{C4529B10-EFD6-07C7-6EEC-286A10671B06}"/>
              </a:ext>
            </a:extLst>
          </p:cNvPr>
          <p:cNvSpPr/>
          <p:nvPr/>
        </p:nvSpPr>
        <p:spPr>
          <a:xfrm>
            <a:off x="563259" y="1413363"/>
            <a:ext cx="2265002" cy="506239"/>
          </a:xfrm>
          <a:prstGeom prst="homePlate">
            <a:avLst/>
          </a:prstGeom>
          <a:solidFill>
            <a:schemeClr val="accent2"/>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r>
              <a:rPr lang="en-US" sz="1200">
                <a:solidFill>
                  <a:schemeClr val="tx1"/>
                </a:solidFill>
                <a:latin typeface="EYInterstate Light" panose="02000506000000020004" pitchFamily="2" charset="0"/>
              </a:rPr>
              <a:t>1.0 Data Collection</a:t>
            </a:r>
          </a:p>
        </p:txBody>
      </p:sp>
      <p:sp>
        <p:nvSpPr>
          <p:cNvPr id="15" name="Arrow: Pentagon 14">
            <a:extLst>
              <a:ext uri="{FF2B5EF4-FFF2-40B4-BE49-F238E27FC236}">
                <a16:creationId xmlns:a16="http://schemas.microsoft.com/office/drawing/2014/main" id="{BB3D5B40-1806-E383-70C6-FEFB77D6FF3A}"/>
              </a:ext>
            </a:extLst>
          </p:cNvPr>
          <p:cNvSpPr/>
          <p:nvPr/>
        </p:nvSpPr>
        <p:spPr>
          <a:xfrm>
            <a:off x="2874603" y="1393616"/>
            <a:ext cx="3430504" cy="545144"/>
          </a:xfrm>
          <a:prstGeom prst="homePlate">
            <a:avLst/>
          </a:prstGeom>
          <a:solidFill>
            <a:schemeClr val="accent2"/>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r>
              <a:rPr lang="en-US" sz="1200">
                <a:solidFill>
                  <a:schemeClr val="tx1"/>
                </a:solidFill>
                <a:latin typeface="EYInterstate Light" panose="02000506000000020004" pitchFamily="2" charset="0"/>
              </a:rPr>
              <a:t>2.0 Entity Close and Submission</a:t>
            </a:r>
          </a:p>
        </p:txBody>
      </p:sp>
      <p:sp>
        <p:nvSpPr>
          <p:cNvPr id="16" name="Arrow: Pentagon 15">
            <a:extLst>
              <a:ext uri="{FF2B5EF4-FFF2-40B4-BE49-F238E27FC236}">
                <a16:creationId xmlns:a16="http://schemas.microsoft.com/office/drawing/2014/main" id="{87DEA627-6ED0-490D-C11A-6F14C991173A}"/>
              </a:ext>
            </a:extLst>
          </p:cNvPr>
          <p:cNvSpPr/>
          <p:nvPr/>
        </p:nvSpPr>
        <p:spPr>
          <a:xfrm>
            <a:off x="6351450" y="1380188"/>
            <a:ext cx="2675592" cy="545144"/>
          </a:xfrm>
          <a:prstGeom prst="homePlate">
            <a:avLst/>
          </a:prstGeom>
          <a:solidFill>
            <a:schemeClr val="accent2"/>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r>
              <a:rPr lang="en-US" sz="1200">
                <a:solidFill>
                  <a:schemeClr val="tx1"/>
                </a:solidFill>
                <a:latin typeface="EYInterstate Light" panose="02000506000000020004" pitchFamily="2" charset="0"/>
              </a:rPr>
              <a:t>3.0 Consolidation and Intercompany</a:t>
            </a:r>
          </a:p>
        </p:txBody>
      </p:sp>
      <p:sp>
        <p:nvSpPr>
          <p:cNvPr id="17" name="Arrow: Pentagon 16">
            <a:extLst>
              <a:ext uri="{FF2B5EF4-FFF2-40B4-BE49-F238E27FC236}">
                <a16:creationId xmlns:a16="http://schemas.microsoft.com/office/drawing/2014/main" id="{70D8624A-AD13-FA0C-4F9E-FB0FF681F1ED}"/>
              </a:ext>
            </a:extLst>
          </p:cNvPr>
          <p:cNvSpPr/>
          <p:nvPr/>
        </p:nvSpPr>
        <p:spPr>
          <a:xfrm>
            <a:off x="9027042" y="1373284"/>
            <a:ext cx="2190307" cy="545144"/>
          </a:xfrm>
          <a:prstGeom prst="homePlate">
            <a:avLst/>
          </a:prstGeom>
          <a:solidFill>
            <a:schemeClr val="accent2"/>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r>
              <a:rPr lang="en-US" sz="1200">
                <a:solidFill>
                  <a:schemeClr val="tx1"/>
                </a:solidFill>
                <a:latin typeface="EYInterstate Light" panose="02000506000000020004" pitchFamily="2" charset="0"/>
              </a:rPr>
              <a:t>4.0 Internal / External Reporting</a:t>
            </a:r>
          </a:p>
        </p:txBody>
      </p:sp>
    </p:spTree>
    <p:extLst>
      <p:ext uri="{BB962C8B-B14F-4D97-AF65-F5344CB8AC3E}">
        <p14:creationId xmlns:p14="http://schemas.microsoft.com/office/powerpoint/2010/main" val="31207111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F3FB47-4F0F-E5EC-66E1-563665E7C36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B9B1674-F06F-7485-BCFB-F80A12C64E3A}"/>
              </a:ext>
            </a:extLst>
          </p:cNvPr>
          <p:cNvSpPr>
            <a:spLocks noGrp="1"/>
          </p:cNvSpPr>
          <p:nvPr>
            <p:ph type="title"/>
          </p:nvPr>
        </p:nvSpPr>
        <p:spPr/>
        <p:txBody>
          <a:bodyPr/>
          <a:lstStyle/>
          <a:p>
            <a:r>
              <a:rPr lang="en-IN"/>
              <a:t>Finance Transformation – R2R</a:t>
            </a:r>
          </a:p>
        </p:txBody>
      </p:sp>
      <p:sp>
        <p:nvSpPr>
          <p:cNvPr id="5" name="Slide Number Placeholder 4">
            <a:extLst>
              <a:ext uri="{FF2B5EF4-FFF2-40B4-BE49-F238E27FC236}">
                <a16:creationId xmlns:a16="http://schemas.microsoft.com/office/drawing/2014/main" id="{7D160667-0BF7-069D-8363-F42F3E5DCA0E}"/>
              </a:ext>
            </a:extLst>
          </p:cNvPr>
          <p:cNvSpPr>
            <a:spLocks noGrp="1"/>
          </p:cNvSpPr>
          <p:nvPr>
            <p:ph type="sldNum" sz="quarter" idx="12"/>
          </p:nvPr>
        </p:nvSpPr>
        <p:spPr/>
        <p:txBody>
          <a:bodyPr/>
          <a:lstStyle/>
          <a:p>
            <a:fld id="{94FCA0F3-9F3A-694B-99BB-0E592A797735}" type="slidenum">
              <a:rPr lang="en-US" smtClean="0"/>
              <a:t>71</a:t>
            </a:fld>
            <a:endParaRPr lang="en-US"/>
          </a:p>
        </p:txBody>
      </p:sp>
      <p:sp>
        <p:nvSpPr>
          <p:cNvPr id="6" name="Date Placeholder 5">
            <a:extLst>
              <a:ext uri="{FF2B5EF4-FFF2-40B4-BE49-F238E27FC236}">
                <a16:creationId xmlns:a16="http://schemas.microsoft.com/office/drawing/2014/main" id="{58BE3D0E-459E-3C64-6A70-342A9BF9AB5F}"/>
              </a:ext>
            </a:extLst>
          </p:cNvPr>
          <p:cNvSpPr>
            <a:spLocks noGrp="1"/>
          </p:cNvSpPr>
          <p:nvPr>
            <p:ph type="dt" sz="half" idx="10"/>
          </p:nvPr>
        </p:nvSpPr>
        <p:spPr/>
        <p:txBody>
          <a:bodyPr/>
          <a:lstStyle/>
          <a:p>
            <a:fld id="{418A34F2-CB1C-4BCC-B1B2-841713617315}" type="datetime1">
              <a:rPr lang="en-US" smtClean="0"/>
              <a:t>9/19/2025</a:t>
            </a:fld>
            <a:endParaRPr lang="en-US"/>
          </a:p>
        </p:txBody>
      </p:sp>
      <p:sp>
        <p:nvSpPr>
          <p:cNvPr id="191" name="TextBox 190">
            <a:extLst>
              <a:ext uri="{FF2B5EF4-FFF2-40B4-BE49-F238E27FC236}">
                <a16:creationId xmlns:a16="http://schemas.microsoft.com/office/drawing/2014/main" id="{C7CD2637-DE9B-5E19-1F28-4398EA0CDE3E}"/>
              </a:ext>
            </a:extLst>
          </p:cNvPr>
          <p:cNvSpPr txBox="1"/>
          <p:nvPr/>
        </p:nvSpPr>
        <p:spPr>
          <a:xfrm>
            <a:off x="2209800" y="1117015"/>
            <a:ext cx="7772400" cy="320040"/>
          </a:xfrm>
          <a:prstGeom prst="rect">
            <a:avLst/>
          </a:prstGeom>
          <a:noFill/>
        </p:spPr>
        <p:txBody>
          <a:bodyPr wrap="square" lIns="91440" tIns="45720" rIns="91440" bIns="45720" rtlCol="0" anchor="ctr" anchorCtr="0">
            <a:noAutofit/>
          </a:bodyPr>
          <a:lstStyle/>
          <a:p>
            <a:pPr algn="ctr">
              <a:spcAft>
                <a:spcPts val="600"/>
              </a:spcAft>
              <a:buClr>
                <a:srgbClr val="FFE600"/>
              </a:buClr>
              <a:buSzPct val="70000"/>
            </a:pPr>
            <a:r>
              <a:rPr lang="en-IN" sz="1400">
                <a:solidFill>
                  <a:schemeClr val="bg1"/>
                </a:solidFill>
                <a:latin typeface="+mj-lt"/>
              </a:rPr>
              <a:t>Includes Processes and sub-processes that can be targeted for Automation and AI+RPA</a:t>
            </a:r>
          </a:p>
        </p:txBody>
      </p:sp>
      <p:sp>
        <p:nvSpPr>
          <p:cNvPr id="3" name="SmartArt Placeholder 7">
            <a:extLst>
              <a:ext uri="{FF2B5EF4-FFF2-40B4-BE49-F238E27FC236}">
                <a16:creationId xmlns:a16="http://schemas.microsoft.com/office/drawing/2014/main" id="{DF73408A-D014-1DB7-48F5-9E84730EF563}"/>
              </a:ext>
            </a:extLst>
          </p:cNvPr>
          <p:cNvSpPr>
            <a:spLocks noGrp="1"/>
          </p:cNvSpPr>
          <p:nvPr>
            <p:ph type="dgm" sz="quarter" idx="17"/>
          </p:nvPr>
        </p:nvSpPr>
        <p:spPr>
          <a:xfrm>
            <a:off x="483826" y="984763"/>
            <a:ext cx="11224347" cy="36000"/>
          </a:xfrm>
        </p:spPr>
        <p:txBody>
          <a:bodyPr/>
          <a:lstStyle/>
          <a:p>
            <a:endParaRPr lang="en-IN"/>
          </a:p>
        </p:txBody>
      </p:sp>
      <p:grpSp>
        <p:nvGrpSpPr>
          <p:cNvPr id="134" name="Group 133">
            <a:extLst>
              <a:ext uri="{FF2B5EF4-FFF2-40B4-BE49-F238E27FC236}">
                <a16:creationId xmlns:a16="http://schemas.microsoft.com/office/drawing/2014/main" id="{8165EA35-84ED-7FDC-46D8-F4226E4CFD53}"/>
              </a:ext>
            </a:extLst>
          </p:cNvPr>
          <p:cNvGrpSpPr/>
          <p:nvPr/>
        </p:nvGrpSpPr>
        <p:grpSpPr>
          <a:xfrm>
            <a:off x="1189568" y="1872346"/>
            <a:ext cx="9838266" cy="4135645"/>
            <a:chOff x="1497558" y="1548973"/>
            <a:chExt cx="9838266" cy="4135645"/>
          </a:xfrm>
        </p:grpSpPr>
        <p:cxnSp>
          <p:nvCxnSpPr>
            <p:cNvPr id="20" name="Straight Arrow Connector 19">
              <a:extLst>
                <a:ext uri="{FF2B5EF4-FFF2-40B4-BE49-F238E27FC236}">
                  <a16:creationId xmlns:a16="http://schemas.microsoft.com/office/drawing/2014/main" id="{89899CC6-B87B-AA83-AE69-00ED1EC11A8F}"/>
                </a:ext>
              </a:extLst>
            </p:cNvPr>
            <p:cNvCxnSpPr>
              <a:cxnSpLocks/>
            </p:cNvCxnSpPr>
            <p:nvPr/>
          </p:nvCxnSpPr>
          <p:spPr>
            <a:xfrm flipV="1">
              <a:off x="1497558" y="1548973"/>
              <a:ext cx="0" cy="4114800"/>
            </a:xfrm>
            <a:prstGeom prst="straightConnector1">
              <a:avLst/>
            </a:prstGeom>
            <a:noFill/>
            <a:ln w="12700" cap="flat" cmpd="sng" algn="ctr">
              <a:solidFill>
                <a:schemeClr val="bg1"/>
              </a:solidFill>
              <a:prstDash val="dash"/>
              <a:tailEnd type="triangle"/>
            </a:ln>
            <a:effectLst/>
          </p:spPr>
        </p:cxnSp>
        <p:cxnSp>
          <p:nvCxnSpPr>
            <p:cNvPr id="21" name="Straight Arrow Connector 20">
              <a:extLst>
                <a:ext uri="{FF2B5EF4-FFF2-40B4-BE49-F238E27FC236}">
                  <a16:creationId xmlns:a16="http://schemas.microsoft.com/office/drawing/2014/main" id="{1081FA6E-DE9A-3603-5662-D2C518B358E1}"/>
                </a:ext>
              </a:extLst>
            </p:cNvPr>
            <p:cNvCxnSpPr>
              <a:cxnSpLocks/>
            </p:cNvCxnSpPr>
            <p:nvPr/>
          </p:nvCxnSpPr>
          <p:spPr>
            <a:xfrm flipV="1">
              <a:off x="1497558" y="5684617"/>
              <a:ext cx="9829800" cy="1"/>
            </a:xfrm>
            <a:prstGeom prst="straightConnector1">
              <a:avLst/>
            </a:prstGeom>
            <a:noFill/>
            <a:ln w="12700" cap="flat" cmpd="sng" algn="ctr">
              <a:solidFill>
                <a:schemeClr val="bg1"/>
              </a:solidFill>
              <a:prstDash val="dash"/>
              <a:tailEnd type="triangle"/>
            </a:ln>
            <a:effectLst/>
          </p:spPr>
        </p:cxnSp>
        <p:cxnSp>
          <p:nvCxnSpPr>
            <p:cNvPr id="22" name="Straight Connector 21">
              <a:extLst>
                <a:ext uri="{FF2B5EF4-FFF2-40B4-BE49-F238E27FC236}">
                  <a16:creationId xmlns:a16="http://schemas.microsoft.com/office/drawing/2014/main" id="{AFAC1725-0AC7-C607-FF84-16EEE3F8A77F}"/>
                </a:ext>
              </a:extLst>
            </p:cNvPr>
            <p:cNvCxnSpPr>
              <a:cxnSpLocks/>
            </p:cNvCxnSpPr>
            <p:nvPr/>
          </p:nvCxnSpPr>
          <p:spPr>
            <a:xfrm>
              <a:off x="7217396" y="1550566"/>
              <a:ext cx="0" cy="4114800"/>
            </a:xfrm>
            <a:prstGeom prst="line">
              <a:avLst/>
            </a:prstGeom>
            <a:noFill/>
            <a:ln w="12700" cap="flat" cmpd="sng" algn="ctr">
              <a:solidFill>
                <a:schemeClr val="bg1"/>
              </a:solidFill>
              <a:prstDash val="dash"/>
            </a:ln>
            <a:effectLst/>
          </p:spPr>
        </p:cxnSp>
        <p:cxnSp>
          <p:nvCxnSpPr>
            <p:cNvPr id="23" name="Straight Connector 22">
              <a:extLst>
                <a:ext uri="{FF2B5EF4-FFF2-40B4-BE49-F238E27FC236}">
                  <a16:creationId xmlns:a16="http://schemas.microsoft.com/office/drawing/2014/main" id="{C3F1BE04-A47B-6E5D-F2CD-DADA76DB9ADA}"/>
                </a:ext>
              </a:extLst>
            </p:cNvPr>
            <p:cNvCxnSpPr>
              <a:cxnSpLocks/>
            </p:cNvCxnSpPr>
            <p:nvPr/>
          </p:nvCxnSpPr>
          <p:spPr>
            <a:xfrm flipH="1">
              <a:off x="1506024" y="3405779"/>
              <a:ext cx="9829800" cy="0"/>
            </a:xfrm>
            <a:prstGeom prst="line">
              <a:avLst/>
            </a:prstGeom>
            <a:noFill/>
            <a:ln w="12700" cap="flat" cmpd="sng" algn="ctr">
              <a:solidFill>
                <a:schemeClr val="bg1"/>
              </a:solidFill>
              <a:prstDash val="dash"/>
            </a:ln>
            <a:effectLst/>
          </p:spPr>
        </p:cxnSp>
        <p:cxnSp>
          <p:nvCxnSpPr>
            <p:cNvPr id="24" name="Straight Connector 23">
              <a:extLst>
                <a:ext uri="{FF2B5EF4-FFF2-40B4-BE49-F238E27FC236}">
                  <a16:creationId xmlns:a16="http://schemas.microsoft.com/office/drawing/2014/main" id="{561C4FCE-CF3A-1562-0360-FE12EB1730AA}"/>
                </a:ext>
              </a:extLst>
            </p:cNvPr>
            <p:cNvCxnSpPr>
              <a:cxnSpLocks/>
            </p:cNvCxnSpPr>
            <p:nvPr/>
          </p:nvCxnSpPr>
          <p:spPr>
            <a:xfrm>
              <a:off x="3781621" y="1550566"/>
              <a:ext cx="0" cy="4114800"/>
            </a:xfrm>
            <a:prstGeom prst="line">
              <a:avLst/>
            </a:prstGeom>
            <a:noFill/>
            <a:ln w="12700" cap="flat" cmpd="sng" algn="ctr">
              <a:solidFill>
                <a:schemeClr val="bg1"/>
              </a:solidFill>
              <a:prstDash val="dash"/>
            </a:ln>
            <a:effectLst/>
          </p:spPr>
        </p:cxnSp>
        <p:sp>
          <p:nvSpPr>
            <p:cNvPr id="27" name="Oval 26">
              <a:extLst>
                <a:ext uri="{FF2B5EF4-FFF2-40B4-BE49-F238E27FC236}">
                  <a16:creationId xmlns:a16="http://schemas.microsoft.com/office/drawing/2014/main" id="{517CB23F-64BC-DBAE-DAE4-FA61924A4042}"/>
                </a:ext>
              </a:extLst>
            </p:cNvPr>
            <p:cNvSpPr/>
            <p:nvPr/>
          </p:nvSpPr>
          <p:spPr>
            <a:xfrm>
              <a:off x="2546983" y="2400475"/>
              <a:ext cx="822960" cy="82296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spcAft>
                  <a:spcPts val="600"/>
                </a:spcAft>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Policy Guideline Search/Comp</a:t>
              </a:r>
            </a:p>
          </p:txBody>
        </p:sp>
        <p:sp>
          <p:nvSpPr>
            <p:cNvPr id="32" name="Oval 31">
              <a:extLst>
                <a:ext uri="{FF2B5EF4-FFF2-40B4-BE49-F238E27FC236}">
                  <a16:creationId xmlns:a16="http://schemas.microsoft.com/office/drawing/2014/main" id="{4E4002AD-6CCF-20A1-22E0-26D138688A3A}"/>
                </a:ext>
              </a:extLst>
            </p:cNvPr>
            <p:cNvSpPr/>
            <p:nvPr/>
          </p:nvSpPr>
          <p:spPr>
            <a:xfrm>
              <a:off x="8446024" y="2542240"/>
              <a:ext cx="731520" cy="73152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Treasury Report Extraction</a:t>
              </a:r>
            </a:p>
          </p:txBody>
        </p:sp>
        <p:sp>
          <p:nvSpPr>
            <p:cNvPr id="34" name="Oval 33">
              <a:extLst>
                <a:ext uri="{FF2B5EF4-FFF2-40B4-BE49-F238E27FC236}">
                  <a16:creationId xmlns:a16="http://schemas.microsoft.com/office/drawing/2014/main" id="{7D002D9B-7CB0-C8D5-3255-90A9F645D863}"/>
                </a:ext>
              </a:extLst>
            </p:cNvPr>
            <p:cNvSpPr/>
            <p:nvPr/>
          </p:nvSpPr>
          <p:spPr>
            <a:xfrm>
              <a:off x="6877392" y="3262441"/>
              <a:ext cx="777240" cy="777240"/>
            </a:xfrm>
            <a:prstGeom prst="ellipse">
              <a:avLst/>
            </a:prstGeom>
            <a:solidFill>
              <a:srgbClr val="FFE600">
                <a:lumMod val="20000"/>
                <a:lumOff val="80000"/>
              </a:srgbClr>
            </a:solidFill>
            <a:ln w="190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Gross to Net</a:t>
              </a:r>
            </a:p>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Accruals</a:t>
              </a:r>
            </a:p>
          </p:txBody>
        </p:sp>
        <p:sp>
          <p:nvSpPr>
            <p:cNvPr id="37" name="Oval 36">
              <a:extLst>
                <a:ext uri="{FF2B5EF4-FFF2-40B4-BE49-F238E27FC236}">
                  <a16:creationId xmlns:a16="http://schemas.microsoft.com/office/drawing/2014/main" id="{7EB18515-B8BF-13C0-08A5-A8FA7C3FD46E}"/>
                </a:ext>
              </a:extLst>
            </p:cNvPr>
            <p:cNvSpPr/>
            <p:nvPr/>
          </p:nvSpPr>
          <p:spPr>
            <a:xfrm>
              <a:off x="9827280" y="4366661"/>
              <a:ext cx="777240" cy="777240"/>
            </a:xfrm>
            <a:prstGeom prst="ellipse">
              <a:avLst/>
            </a:prstGeom>
            <a:solidFill>
              <a:srgbClr val="FFE600">
                <a:lumMod val="40000"/>
                <a:lumOff val="6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FA: Upload budget</a:t>
              </a:r>
            </a:p>
          </p:txBody>
        </p:sp>
        <p:sp>
          <p:nvSpPr>
            <p:cNvPr id="38" name="Oval 37">
              <a:extLst>
                <a:ext uri="{FF2B5EF4-FFF2-40B4-BE49-F238E27FC236}">
                  <a16:creationId xmlns:a16="http://schemas.microsoft.com/office/drawing/2014/main" id="{19ABECD6-AEC4-4CAC-E667-D26E82448DB3}"/>
                </a:ext>
              </a:extLst>
            </p:cNvPr>
            <p:cNvSpPr/>
            <p:nvPr/>
          </p:nvSpPr>
          <p:spPr>
            <a:xfrm>
              <a:off x="9362828" y="3647890"/>
              <a:ext cx="777240" cy="777240"/>
            </a:xfrm>
            <a:prstGeom prst="ellipse">
              <a:avLst/>
            </a:prstGeom>
            <a:solidFill>
              <a:srgbClr val="FFE600">
                <a:lumMod val="40000"/>
                <a:lumOff val="6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PA: Update Project Process</a:t>
              </a:r>
            </a:p>
          </p:txBody>
        </p:sp>
        <p:sp>
          <p:nvSpPr>
            <p:cNvPr id="40" name="Oval 39">
              <a:extLst>
                <a:ext uri="{FF2B5EF4-FFF2-40B4-BE49-F238E27FC236}">
                  <a16:creationId xmlns:a16="http://schemas.microsoft.com/office/drawing/2014/main" id="{38D045BD-48DE-D8DD-DA2F-0D36F17FC21D}"/>
                </a:ext>
              </a:extLst>
            </p:cNvPr>
            <p:cNvSpPr/>
            <p:nvPr/>
          </p:nvSpPr>
          <p:spPr>
            <a:xfrm>
              <a:off x="7953168" y="3643668"/>
              <a:ext cx="777240" cy="77724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Journal</a:t>
              </a:r>
              <a:br>
                <a:rPr kumimoji="0" lang="en-IN" sz="700" b="0" i="0" u="none" strike="noStrike" kern="0" cap="none" spc="0" normalizeH="0" baseline="0" noProof="0">
                  <a:ln>
                    <a:noFill/>
                  </a:ln>
                  <a:solidFill>
                    <a:schemeClr val="bg1"/>
                  </a:solidFill>
                  <a:effectLst/>
                  <a:uLnTx/>
                  <a:uFillTx/>
                  <a:latin typeface="+mj-lt"/>
                  <a:ea typeface="+mn-ea"/>
                  <a:cs typeface="+mn-cs"/>
                </a:rPr>
              </a:br>
              <a:r>
                <a:rPr kumimoji="0" lang="en-IN" sz="700" b="0" i="0" u="none" strike="noStrike" kern="0" cap="none" spc="0" normalizeH="0" baseline="0" noProof="0">
                  <a:ln>
                    <a:noFill/>
                  </a:ln>
                  <a:solidFill>
                    <a:schemeClr val="bg1"/>
                  </a:solidFill>
                  <a:effectLst/>
                  <a:uLnTx/>
                  <a:uFillTx/>
                  <a:latin typeface="+mj-lt"/>
                  <a:ea typeface="+mn-ea"/>
                  <a:cs typeface="+mn-cs"/>
                </a:rPr>
                <a:t>Entry Processing</a:t>
              </a:r>
            </a:p>
          </p:txBody>
        </p:sp>
        <p:sp>
          <p:nvSpPr>
            <p:cNvPr id="41" name="Oval 40">
              <a:extLst>
                <a:ext uri="{FF2B5EF4-FFF2-40B4-BE49-F238E27FC236}">
                  <a16:creationId xmlns:a16="http://schemas.microsoft.com/office/drawing/2014/main" id="{294882D9-DF66-3E5E-B418-22851F4A98CF}"/>
                </a:ext>
              </a:extLst>
            </p:cNvPr>
            <p:cNvSpPr/>
            <p:nvPr/>
          </p:nvSpPr>
          <p:spPr>
            <a:xfrm>
              <a:off x="7235966" y="4462196"/>
              <a:ext cx="777240" cy="77724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FA: Unclaimed Property</a:t>
              </a:r>
            </a:p>
          </p:txBody>
        </p:sp>
        <p:sp>
          <p:nvSpPr>
            <p:cNvPr id="42" name="Oval 41">
              <a:extLst>
                <a:ext uri="{FF2B5EF4-FFF2-40B4-BE49-F238E27FC236}">
                  <a16:creationId xmlns:a16="http://schemas.microsoft.com/office/drawing/2014/main" id="{B25158A7-D9B0-2D8D-C868-8F0A58AF5567}"/>
                </a:ext>
              </a:extLst>
            </p:cNvPr>
            <p:cNvSpPr/>
            <p:nvPr/>
          </p:nvSpPr>
          <p:spPr>
            <a:xfrm>
              <a:off x="3428550" y="3337890"/>
              <a:ext cx="777240" cy="777240"/>
            </a:xfrm>
            <a:prstGeom prst="ellipse">
              <a:avLst/>
            </a:prstGeom>
            <a:solidFill>
              <a:srgbClr val="FFE600">
                <a:lumMod val="40000"/>
                <a:lumOff val="6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spcAft>
                  <a:spcPts val="600"/>
                </a:spcAft>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Planning Analytics</a:t>
              </a:r>
            </a:p>
          </p:txBody>
        </p:sp>
        <p:sp>
          <p:nvSpPr>
            <p:cNvPr id="43" name="Oval 42">
              <a:extLst>
                <a:ext uri="{FF2B5EF4-FFF2-40B4-BE49-F238E27FC236}">
                  <a16:creationId xmlns:a16="http://schemas.microsoft.com/office/drawing/2014/main" id="{D3945F7E-475C-62A1-C60E-49AEAD2EB7D1}"/>
                </a:ext>
              </a:extLst>
            </p:cNvPr>
            <p:cNvSpPr/>
            <p:nvPr/>
          </p:nvSpPr>
          <p:spPr>
            <a:xfrm>
              <a:off x="2749169" y="3229648"/>
              <a:ext cx="777240" cy="777240"/>
            </a:xfrm>
            <a:prstGeom prst="ellipse">
              <a:avLst/>
            </a:prstGeom>
            <a:solidFill>
              <a:srgbClr val="FFE600">
                <a:lumMod val="40000"/>
                <a:lumOff val="6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spcAft>
                  <a:spcPts val="600"/>
                </a:spcAft>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Forecast Revenue Growth</a:t>
              </a:r>
            </a:p>
          </p:txBody>
        </p:sp>
        <p:sp>
          <p:nvSpPr>
            <p:cNvPr id="44" name="Oval 43">
              <a:extLst>
                <a:ext uri="{FF2B5EF4-FFF2-40B4-BE49-F238E27FC236}">
                  <a16:creationId xmlns:a16="http://schemas.microsoft.com/office/drawing/2014/main" id="{78AE83D9-D302-F917-EEA3-5A35843037EA}"/>
                </a:ext>
              </a:extLst>
            </p:cNvPr>
            <p:cNvSpPr/>
            <p:nvPr/>
          </p:nvSpPr>
          <p:spPr>
            <a:xfrm>
              <a:off x="8094116" y="4628201"/>
              <a:ext cx="777240" cy="77724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Cost Centre</a:t>
              </a:r>
              <a:br>
                <a:rPr kumimoji="0" lang="en-IN" sz="700" b="0" i="0" u="none" strike="noStrike" kern="0" cap="none" spc="0" normalizeH="0" baseline="0" noProof="0">
                  <a:ln>
                    <a:noFill/>
                  </a:ln>
                  <a:solidFill>
                    <a:schemeClr val="bg1"/>
                  </a:solidFill>
                  <a:effectLst/>
                  <a:uLnTx/>
                  <a:uFillTx/>
                  <a:latin typeface="+mj-lt"/>
                  <a:ea typeface="+mn-ea"/>
                  <a:cs typeface="+mn-cs"/>
                </a:rPr>
              </a:br>
              <a:r>
                <a:rPr kumimoji="0" lang="en-IN" sz="700" b="0" i="0" u="none" strike="noStrike" kern="0" cap="none" spc="0" normalizeH="0" baseline="0" noProof="0">
                  <a:ln>
                    <a:noFill/>
                  </a:ln>
                  <a:solidFill>
                    <a:schemeClr val="bg1"/>
                  </a:solidFill>
                  <a:effectLst/>
                  <a:uLnTx/>
                  <a:uFillTx/>
                  <a:latin typeface="+mj-lt"/>
                  <a:ea typeface="+mn-ea"/>
                  <a:cs typeface="+mn-cs"/>
                </a:rPr>
                <a:t>Reporting</a:t>
              </a:r>
            </a:p>
          </p:txBody>
        </p:sp>
        <p:sp>
          <p:nvSpPr>
            <p:cNvPr id="45" name="Oval 44">
              <a:extLst>
                <a:ext uri="{FF2B5EF4-FFF2-40B4-BE49-F238E27FC236}">
                  <a16:creationId xmlns:a16="http://schemas.microsoft.com/office/drawing/2014/main" id="{C81AF1B1-9427-DF8A-249E-65E757B4985B}"/>
                </a:ext>
              </a:extLst>
            </p:cNvPr>
            <p:cNvSpPr/>
            <p:nvPr/>
          </p:nvSpPr>
          <p:spPr>
            <a:xfrm>
              <a:off x="6415738" y="2787669"/>
              <a:ext cx="777240" cy="77724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Daily Bank Recon.</a:t>
              </a:r>
            </a:p>
          </p:txBody>
        </p:sp>
        <p:grpSp>
          <p:nvGrpSpPr>
            <p:cNvPr id="130" name="Group 129">
              <a:extLst>
                <a:ext uri="{FF2B5EF4-FFF2-40B4-BE49-F238E27FC236}">
                  <a16:creationId xmlns:a16="http://schemas.microsoft.com/office/drawing/2014/main" id="{A5F2D251-CBE4-9F6E-A68C-C101C3610025}"/>
                </a:ext>
              </a:extLst>
            </p:cNvPr>
            <p:cNvGrpSpPr/>
            <p:nvPr/>
          </p:nvGrpSpPr>
          <p:grpSpPr>
            <a:xfrm>
              <a:off x="9005495" y="4656034"/>
              <a:ext cx="805059" cy="804672"/>
              <a:chOff x="9547115" y="4945094"/>
              <a:chExt cx="805059" cy="804672"/>
            </a:xfrm>
          </p:grpSpPr>
          <p:sp>
            <p:nvSpPr>
              <p:cNvPr id="33" name="Oval 32">
                <a:extLst>
                  <a:ext uri="{FF2B5EF4-FFF2-40B4-BE49-F238E27FC236}">
                    <a16:creationId xmlns:a16="http://schemas.microsoft.com/office/drawing/2014/main" id="{4D7AFD16-2E61-4A7E-CE43-682B87127F2A}"/>
                  </a:ext>
                </a:extLst>
              </p:cNvPr>
              <p:cNvSpPr/>
              <p:nvPr/>
            </p:nvSpPr>
            <p:spPr>
              <a:xfrm>
                <a:off x="9563841" y="4963930"/>
                <a:ext cx="777240" cy="777240"/>
              </a:xfrm>
              <a:prstGeom prst="ellipse">
                <a:avLst/>
              </a:prstGeom>
              <a:solidFill>
                <a:srgbClr val="FFE600">
                  <a:lumMod val="40000"/>
                  <a:lumOff val="6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Inter company -Recon</a:t>
                </a:r>
              </a:p>
            </p:txBody>
          </p:sp>
          <p:sp>
            <p:nvSpPr>
              <p:cNvPr id="46" name="Oval 45">
                <a:extLst>
                  <a:ext uri="{FF2B5EF4-FFF2-40B4-BE49-F238E27FC236}">
                    <a16:creationId xmlns:a16="http://schemas.microsoft.com/office/drawing/2014/main" id="{143DA6BC-71D1-9C69-5CCB-21C1F7423AD0}"/>
                  </a:ext>
                </a:extLst>
              </p:cNvPr>
              <p:cNvSpPr/>
              <p:nvPr/>
            </p:nvSpPr>
            <p:spPr>
              <a:xfrm>
                <a:off x="9547115" y="4945094"/>
                <a:ext cx="805059" cy="804672"/>
              </a:xfrm>
              <a:prstGeom prst="ellipse">
                <a:avLst/>
              </a:prstGeom>
              <a:noFill/>
              <a:ln w="57150" cap="flat" cmpd="sng" algn="ctr">
                <a:solidFill>
                  <a:srgbClr val="2C973E"/>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grpSp>
        <p:grpSp>
          <p:nvGrpSpPr>
            <p:cNvPr id="59" name="Group 58">
              <a:extLst>
                <a:ext uri="{FF2B5EF4-FFF2-40B4-BE49-F238E27FC236}">
                  <a16:creationId xmlns:a16="http://schemas.microsoft.com/office/drawing/2014/main" id="{9F197C8C-118B-6BE6-2836-086D543C8A38}"/>
                </a:ext>
              </a:extLst>
            </p:cNvPr>
            <p:cNvGrpSpPr/>
            <p:nvPr/>
          </p:nvGrpSpPr>
          <p:grpSpPr>
            <a:xfrm>
              <a:off x="9832102" y="2533218"/>
              <a:ext cx="804672" cy="804672"/>
              <a:chOff x="9757101" y="2157742"/>
              <a:chExt cx="804672" cy="804672"/>
            </a:xfrm>
          </p:grpSpPr>
          <p:sp>
            <p:nvSpPr>
              <p:cNvPr id="35" name="Oval 34">
                <a:extLst>
                  <a:ext uri="{FF2B5EF4-FFF2-40B4-BE49-F238E27FC236}">
                    <a16:creationId xmlns:a16="http://schemas.microsoft.com/office/drawing/2014/main" id="{6A327CB0-FC78-CAF0-07C9-E64E4C2B140D}"/>
                  </a:ext>
                </a:extLst>
              </p:cNvPr>
              <p:cNvSpPr/>
              <p:nvPr/>
            </p:nvSpPr>
            <p:spPr>
              <a:xfrm>
                <a:off x="9770817" y="2172011"/>
                <a:ext cx="777240" cy="777240"/>
              </a:xfrm>
              <a:prstGeom prst="ellipse">
                <a:avLst/>
              </a:prstGeom>
              <a:solidFill>
                <a:srgbClr val="FFE600">
                  <a:lumMod val="40000"/>
                  <a:lumOff val="6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GL Close: Roll </a:t>
                </a:r>
                <a:r>
                  <a:rPr kumimoji="0" lang="en-IN" sz="700" b="0" i="0" u="none" strike="noStrike" kern="0" cap="none" spc="0" normalizeH="0" baseline="0" noProof="0" err="1">
                    <a:ln>
                      <a:noFill/>
                    </a:ln>
                    <a:solidFill>
                      <a:schemeClr val="bg1"/>
                    </a:solidFill>
                    <a:effectLst/>
                    <a:uLnTx/>
                    <a:uFillTx/>
                    <a:latin typeface="+mj-lt"/>
                    <a:ea typeface="+mn-ea"/>
                    <a:cs typeface="+mn-cs"/>
                  </a:rPr>
                  <a:t>fw</a:t>
                </a:r>
                <a:r>
                  <a:rPr kumimoji="0" lang="en-IN" sz="700" b="0" i="0" u="none" strike="noStrike" kern="0" cap="none" spc="0" normalizeH="0" baseline="0" noProof="0">
                    <a:ln>
                      <a:noFill/>
                    </a:ln>
                    <a:solidFill>
                      <a:schemeClr val="bg1"/>
                    </a:solidFill>
                    <a:effectLst/>
                    <a:uLnTx/>
                    <a:uFillTx/>
                    <a:latin typeface="+mj-lt"/>
                    <a:ea typeface="+mn-ea"/>
                    <a:cs typeface="+mn-cs"/>
                  </a:rPr>
                  <a:t>. Scheduling</a:t>
                </a:r>
              </a:p>
            </p:txBody>
          </p:sp>
          <p:sp>
            <p:nvSpPr>
              <p:cNvPr id="47" name="Oval 46">
                <a:extLst>
                  <a:ext uri="{FF2B5EF4-FFF2-40B4-BE49-F238E27FC236}">
                    <a16:creationId xmlns:a16="http://schemas.microsoft.com/office/drawing/2014/main" id="{7DAE97A8-DCC7-1396-BD56-817409E1F222}"/>
                  </a:ext>
                </a:extLst>
              </p:cNvPr>
              <p:cNvSpPr/>
              <p:nvPr/>
            </p:nvSpPr>
            <p:spPr>
              <a:xfrm>
                <a:off x="9757101" y="2157742"/>
                <a:ext cx="804672" cy="804672"/>
              </a:xfrm>
              <a:prstGeom prst="ellipse">
                <a:avLst/>
              </a:prstGeom>
              <a:noFill/>
              <a:ln w="57150" cap="flat" cmpd="sng" algn="ctr">
                <a:solidFill>
                  <a:srgbClr val="2C973E"/>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grpSp>
        <p:grpSp>
          <p:nvGrpSpPr>
            <p:cNvPr id="58" name="Group 57">
              <a:extLst>
                <a:ext uri="{FF2B5EF4-FFF2-40B4-BE49-F238E27FC236}">
                  <a16:creationId xmlns:a16="http://schemas.microsoft.com/office/drawing/2014/main" id="{52BA552A-B4B9-2A12-D925-90403073D777}"/>
                </a:ext>
              </a:extLst>
            </p:cNvPr>
            <p:cNvGrpSpPr/>
            <p:nvPr/>
          </p:nvGrpSpPr>
          <p:grpSpPr>
            <a:xfrm>
              <a:off x="8432308" y="1834822"/>
              <a:ext cx="804672" cy="804672"/>
              <a:chOff x="8729360" y="1867273"/>
              <a:chExt cx="804672" cy="804672"/>
            </a:xfrm>
          </p:grpSpPr>
          <p:sp>
            <p:nvSpPr>
              <p:cNvPr id="29" name="Oval 28">
                <a:extLst>
                  <a:ext uri="{FF2B5EF4-FFF2-40B4-BE49-F238E27FC236}">
                    <a16:creationId xmlns:a16="http://schemas.microsoft.com/office/drawing/2014/main" id="{A60308C8-6581-B986-2908-F63D68A92AC5}"/>
                  </a:ext>
                </a:extLst>
              </p:cNvPr>
              <p:cNvSpPr/>
              <p:nvPr/>
            </p:nvSpPr>
            <p:spPr>
              <a:xfrm>
                <a:off x="8743076" y="1882236"/>
                <a:ext cx="777240" cy="777240"/>
              </a:xfrm>
              <a:prstGeom prst="ellipse">
                <a:avLst/>
              </a:prstGeom>
              <a:solidFill>
                <a:srgbClr val="FFE600">
                  <a:lumMod val="40000"/>
                  <a:lumOff val="6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Prepaid Recon.</a:t>
                </a:r>
              </a:p>
            </p:txBody>
          </p:sp>
          <p:sp>
            <p:nvSpPr>
              <p:cNvPr id="49" name="Oval 48">
                <a:extLst>
                  <a:ext uri="{FF2B5EF4-FFF2-40B4-BE49-F238E27FC236}">
                    <a16:creationId xmlns:a16="http://schemas.microsoft.com/office/drawing/2014/main" id="{B760A37C-927B-264F-3D3A-69716E878D5B}"/>
                  </a:ext>
                </a:extLst>
              </p:cNvPr>
              <p:cNvSpPr/>
              <p:nvPr/>
            </p:nvSpPr>
            <p:spPr>
              <a:xfrm>
                <a:off x="8729360" y="1867273"/>
                <a:ext cx="804672" cy="804672"/>
              </a:xfrm>
              <a:prstGeom prst="ellipse">
                <a:avLst/>
              </a:prstGeom>
              <a:noFill/>
              <a:ln w="57150" cap="flat" cmpd="sng" algn="ctr">
                <a:solidFill>
                  <a:srgbClr val="2C973E"/>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grpSp>
        <p:grpSp>
          <p:nvGrpSpPr>
            <p:cNvPr id="63" name="Group 62">
              <a:extLst>
                <a:ext uri="{FF2B5EF4-FFF2-40B4-BE49-F238E27FC236}">
                  <a16:creationId xmlns:a16="http://schemas.microsoft.com/office/drawing/2014/main" id="{49C38E3C-FDB5-057D-41D6-DD46FCA95842}"/>
                </a:ext>
              </a:extLst>
            </p:cNvPr>
            <p:cNvGrpSpPr/>
            <p:nvPr/>
          </p:nvGrpSpPr>
          <p:grpSpPr>
            <a:xfrm>
              <a:off x="6805094" y="2139933"/>
              <a:ext cx="822960" cy="822960"/>
              <a:chOff x="6445090" y="2186021"/>
              <a:chExt cx="822960" cy="822960"/>
            </a:xfrm>
          </p:grpSpPr>
          <p:sp>
            <p:nvSpPr>
              <p:cNvPr id="39" name="Oval 38">
                <a:extLst>
                  <a:ext uri="{FF2B5EF4-FFF2-40B4-BE49-F238E27FC236}">
                    <a16:creationId xmlns:a16="http://schemas.microsoft.com/office/drawing/2014/main" id="{5768343F-BD2D-46EA-9E4D-E44C3A80CB5D}"/>
                  </a:ext>
                </a:extLst>
              </p:cNvPr>
              <p:cNvSpPr/>
              <p:nvPr/>
            </p:nvSpPr>
            <p:spPr>
              <a:xfrm>
                <a:off x="6467950" y="2205896"/>
                <a:ext cx="777240" cy="777240"/>
              </a:xfrm>
              <a:prstGeom prst="ellipse">
                <a:avLst/>
              </a:prstGeom>
              <a:solidFill>
                <a:srgbClr val="FFE600">
                  <a:lumMod val="40000"/>
                  <a:lumOff val="6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Account Recon.</a:t>
                </a:r>
              </a:p>
            </p:txBody>
          </p:sp>
          <p:sp>
            <p:nvSpPr>
              <p:cNvPr id="48" name="Oval 47">
                <a:extLst>
                  <a:ext uri="{FF2B5EF4-FFF2-40B4-BE49-F238E27FC236}">
                    <a16:creationId xmlns:a16="http://schemas.microsoft.com/office/drawing/2014/main" id="{378045D2-B21E-88B4-3776-E0E1A18E920F}"/>
                  </a:ext>
                </a:extLst>
              </p:cNvPr>
              <p:cNvSpPr/>
              <p:nvPr/>
            </p:nvSpPr>
            <p:spPr>
              <a:xfrm>
                <a:off x="6445090" y="2186021"/>
                <a:ext cx="822960" cy="822960"/>
              </a:xfrm>
              <a:prstGeom prst="ellipse">
                <a:avLst/>
              </a:prstGeom>
              <a:noFill/>
              <a:ln w="57150" cap="flat" cmpd="sng" algn="ctr">
                <a:solidFill>
                  <a:srgbClr val="2C973E"/>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sp>
            <p:nvSpPr>
              <p:cNvPr id="50" name="Oval 49">
                <a:extLst>
                  <a:ext uri="{FF2B5EF4-FFF2-40B4-BE49-F238E27FC236}">
                    <a16:creationId xmlns:a16="http://schemas.microsoft.com/office/drawing/2014/main" id="{2AADFC35-1996-0A33-EF1B-C8A3B83BA1D8}"/>
                  </a:ext>
                </a:extLst>
              </p:cNvPr>
              <p:cNvSpPr/>
              <p:nvPr/>
            </p:nvSpPr>
            <p:spPr>
              <a:xfrm>
                <a:off x="6469126" y="2205358"/>
                <a:ext cx="777240" cy="777240"/>
              </a:xfrm>
              <a:prstGeom prst="ellipse">
                <a:avLst/>
              </a:prstGeom>
              <a:noFill/>
              <a:ln w="38100" cap="flat" cmpd="sng" algn="ctr">
                <a:solidFill>
                  <a:srgbClr val="FFCC00"/>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grpSp>
        <p:grpSp>
          <p:nvGrpSpPr>
            <p:cNvPr id="132" name="Group 131">
              <a:extLst>
                <a:ext uri="{FF2B5EF4-FFF2-40B4-BE49-F238E27FC236}">
                  <a16:creationId xmlns:a16="http://schemas.microsoft.com/office/drawing/2014/main" id="{6A1052D1-3759-F9D6-D931-3BC6F156656D}"/>
                </a:ext>
              </a:extLst>
            </p:cNvPr>
            <p:cNvGrpSpPr/>
            <p:nvPr/>
          </p:nvGrpSpPr>
          <p:grpSpPr>
            <a:xfrm>
              <a:off x="6130344" y="3509242"/>
              <a:ext cx="822960" cy="822960"/>
              <a:chOff x="5828622" y="4210451"/>
              <a:chExt cx="822960" cy="822960"/>
            </a:xfrm>
          </p:grpSpPr>
          <p:sp>
            <p:nvSpPr>
              <p:cNvPr id="54" name="Oval 53">
                <a:extLst>
                  <a:ext uri="{FF2B5EF4-FFF2-40B4-BE49-F238E27FC236}">
                    <a16:creationId xmlns:a16="http://schemas.microsoft.com/office/drawing/2014/main" id="{32537E6F-AE4D-6DA9-29DA-1DD6CCCB0B17}"/>
                  </a:ext>
                </a:extLst>
              </p:cNvPr>
              <p:cNvSpPr/>
              <p:nvPr/>
            </p:nvSpPr>
            <p:spPr>
              <a:xfrm>
                <a:off x="5828622" y="4210451"/>
                <a:ext cx="822960" cy="822960"/>
              </a:xfrm>
              <a:prstGeom prst="ellipse">
                <a:avLst/>
              </a:prstGeom>
              <a:noFill/>
              <a:ln w="57150" cap="flat" cmpd="sng" algn="ctr">
                <a:solidFill>
                  <a:srgbClr val="2C973E"/>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sp>
            <p:nvSpPr>
              <p:cNvPr id="31" name="Oval 30">
                <a:extLst>
                  <a:ext uri="{FF2B5EF4-FFF2-40B4-BE49-F238E27FC236}">
                    <a16:creationId xmlns:a16="http://schemas.microsoft.com/office/drawing/2014/main" id="{EB635F63-D3AE-D785-B7ED-D703863D620A}"/>
                  </a:ext>
                </a:extLst>
              </p:cNvPr>
              <p:cNvSpPr/>
              <p:nvPr/>
            </p:nvSpPr>
            <p:spPr>
              <a:xfrm>
                <a:off x="5851482" y="4231402"/>
                <a:ext cx="777240" cy="77724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General Ledger posting</a:t>
                </a:r>
              </a:p>
            </p:txBody>
          </p:sp>
          <p:sp>
            <p:nvSpPr>
              <p:cNvPr id="51" name="Oval 50">
                <a:extLst>
                  <a:ext uri="{FF2B5EF4-FFF2-40B4-BE49-F238E27FC236}">
                    <a16:creationId xmlns:a16="http://schemas.microsoft.com/office/drawing/2014/main" id="{3B5FDAFB-97C3-AC90-DF27-270D3A0E522C}"/>
                  </a:ext>
                </a:extLst>
              </p:cNvPr>
              <p:cNvSpPr/>
              <p:nvPr/>
            </p:nvSpPr>
            <p:spPr>
              <a:xfrm>
                <a:off x="5851482" y="4231402"/>
                <a:ext cx="777240" cy="777240"/>
              </a:xfrm>
              <a:prstGeom prst="ellipse">
                <a:avLst/>
              </a:prstGeom>
              <a:noFill/>
              <a:ln w="38100" cap="flat" cmpd="sng" algn="ctr">
                <a:solidFill>
                  <a:srgbClr val="FFCC00"/>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700" b="0" i="0" u="none" strike="noStrike" kern="0" cap="none" spc="0" normalizeH="0" baseline="0" noProof="0" err="1">
                  <a:ln>
                    <a:noFill/>
                  </a:ln>
                  <a:solidFill>
                    <a:schemeClr val="bg1"/>
                  </a:solidFill>
                  <a:effectLst/>
                  <a:uLnTx/>
                  <a:uFillTx/>
                  <a:latin typeface="+mj-lt"/>
                  <a:ea typeface="+mn-ea"/>
                  <a:cs typeface="+mn-cs"/>
                </a:endParaRPr>
              </a:p>
            </p:txBody>
          </p:sp>
        </p:grpSp>
        <p:grpSp>
          <p:nvGrpSpPr>
            <p:cNvPr id="128" name="Group 127">
              <a:extLst>
                <a:ext uri="{FF2B5EF4-FFF2-40B4-BE49-F238E27FC236}">
                  <a16:creationId xmlns:a16="http://schemas.microsoft.com/office/drawing/2014/main" id="{A0D9D2C5-375D-AB06-D7BB-48EB2CBE431E}"/>
                </a:ext>
              </a:extLst>
            </p:cNvPr>
            <p:cNvGrpSpPr/>
            <p:nvPr/>
          </p:nvGrpSpPr>
          <p:grpSpPr>
            <a:xfrm>
              <a:off x="5244296" y="3008208"/>
              <a:ext cx="804672" cy="804672"/>
              <a:chOff x="6060031" y="3210417"/>
              <a:chExt cx="804672" cy="804672"/>
            </a:xfrm>
          </p:grpSpPr>
          <p:sp>
            <p:nvSpPr>
              <p:cNvPr id="30" name="Oval 29">
                <a:extLst>
                  <a:ext uri="{FF2B5EF4-FFF2-40B4-BE49-F238E27FC236}">
                    <a16:creationId xmlns:a16="http://schemas.microsoft.com/office/drawing/2014/main" id="{50A31D59-DC76-8603-68B8-8D7D9BF94983}"/>
                  </a:ext>
                </a:extLst>
              </p:cNvPr>
              <p:cNvSpPr/>
              <p:nvPr/>
            </p:nvSpPr>
            <p:spPr>
              <a:xfrm>
                <a:off x="6070862" y="3223073"/>
                <a:ext cx="777240" cy="77724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Accounting</a:t>
                </a:r>
              </a:p>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Analysis</a:t>
                </a:r>
              </a:p>
            </p:txBody>
          </p:sp>
          <p:sp>
            <p:nvSpPr>
              <p:cNvPr id="53" name="Oval 52">
                <a:extLst>
                  <a:ext uri="{FF2B5EF4-FFF2-40B4-BE49-F238E27FC236}">
                    <a16:creationId xmlns:a16="http://schemas.microsoft.com/office/drawing/2014/main" id="{67C43C13-DD1F-D545-04A1-8F5F898651AB}"/>
                  </a:ext>
                </a:extLst>
              </p:cNvPr>
              <p:cNvSpPr/>
              <p:nvPr/>
            </p:nvSpPr>
            <p:spPr>
              <a:xfrm>
                <a:off x="6060031" y="3210417"/>
                <a:ext cx="804672" cy="804672"/>
              </a:xfrm>
              <a:prstGeom prst="ellipse">
                <a:avLst/>
              </a:prstGeom>
              <a:noFill/>
              <a:ln w="57150" cap="flat" cmpd="sng" algn="ctr">
                <a:solidFill>
                  <a:srgbClr val="2C973E"/>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grpSp>
        <p:grpSp>
          <p:nvGrpSpPr>
            <p:cNvPr id="62" name="Group 61">
              <a:extLst>
                <a:ext uri="{FF2B5EF4-FFF2-40B4-BE49-F238E27FC236}">
                  <a16:creationId xmlns:a16="http://schemas.microsoft.com/office/drawing/2014/main" id="{579D4FF5-852E-5493-A83F-D4C4CA9FA4C7}"/>
                </a:ext>
              </a:extLst>
            </p:cNvPr>
            <p:cNvGrpSpPr/>
            <p:nvPr/>
          </p:nvGrpSpPr>
          <p:grpSpPr>
            <a:xfrm>
              <a:off x="7664339" y="2990808"/>
              <a:ext cx="804672" cy="804672"/>
              <a:chOff x="8050860" y="3294903"/>
              <a:chExt cx="804672" cy="804672"/>
            </a:xfrm>
          </p:grpSpPr>
          <p:sp>
            <p:nvSpPr>
              <p:cNvPr id="36" name="Oval 35">
                <a:extLst>
                  <a:ext uri="{FF2B5EF4-FFF2-40B4-BE49-F238E27FC236}">
                    <a16:creationId xmlns:a16="http://schemas.microsoft.com/office/drawing/2014/main" id="{7784964F-F2A3-8522-7038-5AD9FA096D7B}"/>
                  </a:ext>
                </a:extLst>
              </p:cNvPr>
              <p:cNvSpPr/>
              <p:nvPr/>
            </p:nvSpPr>
            <p:spPr>
              <a:xfrm>
                <a:off x="8064576" y="3304462"/>
                <a:ext cx="777240" cy="77724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spcAft>
                    <a:spcPts val="600"/>
                  </a:spcAft>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GL Close: Account Recon.</a:t>
                </a:r>
              </a:p>
            </p:txBody>
          </p:sp>
          <p:sp>
            <p:nvSpPr>
              <p:cNvPr id="55" name="Oval 54">
                <a:extLst>
                  <a:ext uri="{FF2B5EF4-FFF2-40B4-BE49-F238E27FC236}">
                    <a16:creationId xmlns:a16="http://schemas.microsoft.com/office/drawing/2014/main" id="{36A19445-8F0D-8565-78D7-214CD5A2D293}"/>
                  </a:ext>
                </a:extLst>
              </p:cNvPr>
              <p:cNvSpPr/>
              <p:nvPr/>
            </p:nvSpPr>
            <p:spPr>
              <a:xfrm>
                <a:off x="8050860" y="3294903"/>
                <a:ext cx="804672" cy="804672"/>
              </a:xfrm>
              <a:prstGeom prst="ellipse">
                <a:avLst/>
              </a:prstGeom>
              <a:noFill/>
              <a:ln w="57150" cap="flat" cmpd="sng" algn="ctr">
                <a:solidFill>
                  <a:srgbClr val="2C973E"/>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grpSp>
        <p:grpSp>
          <p:nvGrpSpPr>
            <p:cNvPr id="60" name="Group 59">
              <a:extLst>
                <a:ext uri="{FF2B5EF4-FFF2-40B4-BE49-F238E27FC236}">
                  <a16:creationId xmlns:a16="http://schemas.microsoft.com/office/drawing/2014/main" id="{F285ABD4-41BD-7778-956E-46F5257A4246}"/>
                </a:ext>
              </a:extLst>
            </p:cNvPr>
            <p:cNvGrpSpPr/>
            <p:nvPr/>
          </p:nvGrpSpPr>
          <p:grpSpPr>
            <a:xfrm>
              <a:off x="8834644" y="3080243"/>
              <a:ext cx="822960" cy="822960"/>
              <a:chOff x="9805983" y="3155453"/>
              <a:chExt cx="822960" cy="822960"/>
            </a:xfrm>
          </p:grpSpPr>
          <p:sp>
            <p:nvSpPr>
              <p:cNvPr id="28" name="Oval 27">
                <a:extLst>
                  <a:ext uri="{FF2B5EF4-FFF2-40B4-BE49-F238E27FC236}">
                    <a16:creationId xmlns:a16="http://schemas.microsoft.com/office/drawing/2014/main" id="{076D2F04-62A1-329A-ACBA-7DC26C9FB5FD}"/>
                  </a:ext>
                </a:extLst>
              </p:cNvPr>
              <p:cNvSpPr/>
              <p:nvPr/>
            </p:nvSpPr>
            <p:spPr>
              <a:xfrm>
                <a:off x="9830897" y="3180947"/>
                <a:ext cx="777240" cy="77724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GL Close: Allocations</a:t>
                </a:r>
              </a:p>
            </p:txBody>
          </p:sp>
          <p:sp>
            <p:nvSpPr>
              <p:cNvPr id="52" name="Oval 51">
                <a:extLst>
                  <a:ext uri="{FF2B5EF4-FFF2-40B4-BE49-F238E27FC236}">
                    <a16:creationId xmlns:a16="http://schemas.microsoft.com/office/drawing/2014/main" id="{6429F890-A67E-E4FE-AF37-E17FFB6DD0C2}"/>
                  </a:ext>
                </a:extLst>
              </p:cNvPr>
              <p:cNvSpPr/>
              <p:nvPr/>
            </p:nvSpPr>
            <p:spPr>
              <a:xfrm>
                <a:off x="9805983" y="3155453"/>
                <a:ext cx="822960" cy="822960"/>
              </a:xfrm>
              <a:prstGeom prst="ellipse">
                <a:avLst/>
              </a:prstGeom>
              <a:noFill/>
              <a:ln w="57150" cap="flat" cmpd="sng" algn="ctr">
                <a:solidFill>
                  <a:srgbClr val="2C973E"/>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sp>
            <p:nvSpPr>
              <p:cNvPr id="56" name="Oval 55">
                <a:extLst>
                  <a:ext uri="{FF2B5EF4-FFF2-40B4-BE49-F238E27FC236}">
                    <a16:creationId xmlns:a16="http://schemas.microsoft.com/office/drawing/2014/main" id="{E878583B-35D7-1B45-EEF5-59DAD46886E9}"/>
                  </a:ext>
                </a:extLst>
              </p:cNvPr>
              <p:cNvSpPr/>
              <p:nvPr/>
            </p:nvSpPr>
            <p:spPr>
              <a:xfrm>
                <a:off x="9831293" y="3181087"/>
                <a:ext cx="777240" cy="777240"/>
              </a:xfrm>
              <a:prstGeom prst="ellipse">
                <a:avLst/>
              </a:prstGeom>
              <a:noFill/>
              <a:ln w="38100" cap="flat" cmpd="sng" algn="ctr">
                <a:solidFill>
                  <a:srgbClr val="FFCC00"/>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grpSp>
        <p:grpSp>
          <p:nvGrpSpPr>
            <p:cNvPr id="61" name="Group 60">
              <a:extLst>
                <a:ext uri="{FF2B5EF4-FFF2-40B4-BE49-F238E27FC236}">
                  <a16:creationId xmlns:a16="http://schemas.microsoft.com/office/drawing/2014/main" id="{6F47D3C3-193F-1473-1825-DA0B60AA8B3E}"/>
                </a:ext>
              </a:extLst>
            </p:cNvPr>
            <p:cNvGrpSpPr/>
            <p:nvPr/>
          </p:nvGrpSpPr>
          <p:grpSpPr>
            <a:xfrm>
              <a:off x="10436798" y="3505045"/>
              <a:ext cx="804672" cy="804672"/>
              <a:chOff x="10468704" y="3906746"/>
              <a:chExt cx="804672" cy="804672"/>
            </a:xfrm>
          </p:grpSpPr>
          <p:sp>
            <p:nvSpPr>
              <p:cNvPr id="26" name="Oval 25">
                <a:extLst>
                  <a:ext uri="{FF2B5EF4-FFF2-40B4-BE49-F238E27FC236}">
                    <a16:creationId xmlns:a16="http://schemas.microsoft.com/office/drawing/2014/main" id="{0139E020-35FD-9D2F-47BA-3FB601681629}"/>
                  </a:ext>
                </a:extLst>
              </p:cNvPr>
              <p:cNvSpPr/>
              <p:nvPr/>
            </p:nvSpPr>
            <p:spPr>
              <a:xfrm>
                <a:off x="10482420" y="3921323"/>
                <a:ext cx="777240" cy="777240"/>
              </a:xfrm>
              <a:prstGeom prst="ellipse">
                <a:avLst/>
              </a:prstGeom>
              <a:solidFill>
                <a:srgbClr val="FFE600">
                  <a:lumMod val="20000"/>
                  <a:lumOff val="80000"/>
                </a:srgbClr>
              </a:solidFill>
              <a:ln w="6350" cap="flat" cmpd="sng" algn="ctr">
                <a:solidFill>
                  <a:srgbClr val="FFFFFF"/>
                </a:solidFill>
                <a:prstDash val="solid"/>
              </a:ln>
              <a:effectLst/>
            </p:spPr>
            <p:txBody>
              <a:bodyPr lIns="0" tIns="18288" rIns="0" bIns="18288" rtlCol="0" anchor="ctr" anchorCtr="0"/>
              <a:lstStyle/>
              <a:p>
                <a:pPr marL="0" marR="0" lvl="0" indent="0" algn="ctr" defTabSz="914400" eaLnBrk="1" fontAlgn="auto" latinLnBrk="0" hangingPunct="1">
                  <a:lnSpc>
                    <a:spcPct val="100000"/>
                  </a:lnSpc>
                  <a:spcBef>
                    <a:spcPts val="0"/>
                  </a:spcBef>
                  <a:buClr>
                    <a:srgbClr val="FFE600"/>
                  </a:buClr>
                  <a:buSzPct val="70000"/>
                  <a:buFontTx/>
                  <a:buNone/>
                  <a:tabLst/>
                  <a:defRPr/>
                </a:pPr>
                <a:r>
                  <a:rPr kumimoji="0" lang="en-IN" sz="700" b="0" i="0" u="none" strike="noStrike" kern="0" cap="none" spc="0" normalizeH="0" baseline="0" noProof="0">
                    <a:ln>
                      <a:noFill/>
                    </a:ln>
                    <a:solidFill>
                      <a:schemeClr val="bg1"/>
                    </a:solidFill>
                    <a:effectLst/>
                    <a:uLnTx/>
                    <a:uFillTx/>
                    <a:latin typeface="+mj-lt"/>
                    <a:ea typeface="+mn-ea"/>
                    <a:cs typeface="+mn-cs"/>
                  </a:rPr>
                  <a:t> Master Data: COA</a:t>
                </a:r>
              </a:p>
            </p:txBody>
          </p:sp>
          <p:sp>
            <p:nvSpPr>
              <p:cNvPr id="57" name="Oval 56">
                <a:extLst>
                  <a:ext uri="{FF2B5EF4-FFF2-40B4-BE49-F238E27FC236}">
                    <a16:creationId xmlns:a16="http://schemas.microsoft.com/office/drawing/2014/main" id="{7FFC4343-1379-EFDA-8075-76DE0D0214F2}"/>
                  </a:ext>
                </a:extLst>
              </p:cNvPr>
              <p:cNvSpPr/>
              <p:nvPr/>
            </p:nvSpPr>
            <p:spPr>
              <a:xfrm>
                <a:off x="10468704" y="3906746"/>
                <a:ext cx="804672" cy="804672"/>
              </a:xfrm>
              <a:prstGeom prst="ellipse">
                <a:avLst/>
              </a:prstGeom>
              <a:noFill/>
              <a:ln w="57150" cap="flat" cmpd="sng" algn="ctr">
                <a:solidFill>
                  <a:srgbClr val="2C973E"/>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100" b="0" i="0" u="none" strike="noStrike" kern="0" cap="none" spc="0" normalizeH="0" baseline="0" noProof="0" err="1">
                  <a:ln>
                    <a:noFill/>
                  </a:ln>
                  <a:solidFill>
                    <a:schemeClr val="bg1"/>
                  </a:solidFill>
                  <a:effectLst/>
                  <a:uLnTx/>
                  <a:uFillTx/>
                  <a:latin typeface="+mj-lt"/>
                  <a:ea typeface="+mn-ea"/>
                  <a:cs typeface="+mn-cs"/>
                </a:endParaRPr>
              </a:p>
            </p:txBody>
          </p:sp>
        </p:grpSp>
      </p:grpSp>
      <p:sp>
        <p:nvSpPr>
          <p:cNvPr id="135" name="TextBox 134">
            <a:extLst>
              <a:ext uri="{FF2B5EF4-FFF2-40B4-BE49-F238E27FC236}">
                <a16:creationId xmlns:a16="http://schemas.microsoft.com/office/drawing/2014/main" id="{0BCACEB2-FD53-6E88-33B4-6E09541AF8D0}"/>
              </a:ext>
            </a:extLst>
          </p:cNvPr>
          <p:cNvSpPr txBox="1"/>
          <p:nvPr/>
        </p:nvSpPr>
        <p:spPr>
          <a:xfrm>
            <a:off x="483826" y="1358763"/>
            <a:ext cx="1005840" cy="457200"/>
          </a:xfrm>
          <a:prstGeom prst="rect">
            <a:avLst/>
          </a:prstGeom>
          <a:noFill/>
        </p:spPr>
        <p:txBody>
          <a:bodyPr wrap="square" lIns="91440" tIns="45720" rIns="91440" bIns="45720" rtlCol="0" anchor="ctr" anchorCtr="0">
            <a:noAutofit/>
          </a:bodyPr>
          <a:lstStyle/>
          <a:p>
            <a:pPr>
              <a:buClr>
                <a:srgbClr val="FFE600"/>
              </a:buClr>
              <a:buSzPct val="70000"/>
            </a:pPr>
            <a:r>
              <a:rPr lang="en-IN" sz="1200">
                <a:solidFill>
                  <a:schemeClr val="bg1"/>
                </a:solidFill>
                <a:latin typeface="+mj-lt"/>
              </a:rPr>
              <a:t>Knowledge Based</a:t>
            </a:r>
          </a:p>
        </p:txBody>
      </p:sp>
      <p:sp>
        <p:nvSpPr>
          <p:cNvPr id="136" name="TextBox 135">
            <a:extLst>
              <a:ext uri="{FF2B5EF4-FFF2-40B4-BE49-F238E27FC236}">
                <a16:creationId xmlns:a16="http://schemas.microsoft.com/office/drawing/2014/main" id="{7F93C1C0-52E6-FC22-039E-AA8E66228CE5}"/>
              </a:ext>
            </a:extLst>
          </p:cNvPr>
          <p:cNvSpPr txBox="1"/>
          <p:nvPr/>
        </p:nvSpPr>
        <p:spPr>
          <a:xfrm>
            <a:off x="483826" y="5825110"/>
            <a:ext cx="705742" cy="365760"/>
          </a:xfrm>
          <a:prstGeom prst="rect">
            <a:avLst/>
          </a:prstGeom>
          <a:noFill/>
        </p:spPr>
        <p:txBody>
          <a:bodyPr wrap="square" lIns="91440" tIns="45720" rIns="91440" bIns="45720" rtlCol="0" anchor="ctr" anchorCtr="0">
            <a:noAutofit/>
          </a:bodyPr>
          <a:lstStyle/>
          <a:p>
            <a:pPr>
              <a:buClr>
                <a:srgbClr val="FFE600"/>
              </a:buClr>
              <a:buSzPct val="70000"/>
            </a:pPr>
            <a:r>
              <a:rPr lang="en-IN" sz="1200">
                <a:solidFill>
                  <a:schemeClr val="bg1"/>
                </a:solidFill>
                <a:latin typeface="+mj-lt"/>
              </a:rPr>
              <a:t>Rule Based</a:t>
            </a:r>
          </a:p>
        </p:txBody>
      </p:sp>
      <p:sp>
        <p:nvSpPr>
          <p:cNvPr id="137" name="TextBox 136">
            <a:extLst>
              <a:ext uri="{FF2B5EF4-FFF2-40B4-BE49-F238E27FC236}">
                <a16:creationId xmlns:a16="http://schemas.microsoft.com/office/drawing/2014/main" id="{2C332DE3-6346-50A9-42BB-53BCECF04645}"/>
              </a:ext>
            </a:extLst>
          </p:cNvPr>
          <p:cNvSpPr txBox="1"/>
          <p:nvPr/>
        </p:nvSpPr>
        <p:spPr>
          <a:xfrm>
            <a:off x="0" y="4517343"/>
            <a:ext cx="1280160" cy="640080"/>
          </a:xfrm>
          <a:prstGeom prst="rect">
            <a:avLst/>
          </a:prstGeom>
          <a:noFill/>
        </p:spPr>
        <p:txBody>
          <a:bodyPr wrap="square" lIns="45720" tIns="45720" rIns="45720" bIns="45720" rtlCol="0" anchor="ctr" anchorCtr="0">
            <a:noAutofit/>
          </a:bodyPr>
          <a:lstStyle/>
          <a:p>
            <a:pPr marL="182880" indent="-182880">
              <a:spcAft>
                <a:spcPts val="600"/>
              </a:spcAft>
              <a:buClr>
                <a:srgbClr val="FFE600"/>
              </a:buClr>
              <a:buSzPct val="70000"/>
              <a:buFont typeface="Arial" pitchFamily="34" charset="0"/>
              <a:buChar char="►"/>
            </a:pPr>
            <a:r>
              <a:rPr lang="en-IN" sz="1100">
                <a:solidFill>
                  <a:schemeClr val="bg1"/>
                </a:solidFill>
                <a:latin typeface="EYInterstate" panose="02000503020000020004" pitchFamily="2" charset="0"/>
              </a:rPr>
              <a:t>Structured</a:t>
            </a:r>
          </a:p>
          <a:p>
            <a:pPr marL="182880" indent="-182880">
              <a:spcAft>
                <a:spcPts val="600"/>
              </a:spcAft>
              <a:buClr>
                <a:srgbClr val="FFE600"/>
              </a:buClr>
              <a:buSzPct val="70000"/>
              <a:buFont typeface="Arial" pitchFamily="34" charset="0"/>
              <a:buChar char="►"/>
            </a:pPr>
            <a:r>
              <a:rPr lang="en-IN" sz="1100">
                <a:solidFill>
                  <a:schemeClr val="bg1"/>
                </a:solidFill>
                <a:latin typeface="EYInterstate" panose="02000503020000020004" pitchFamily="2" charset="0"/>
              </a:rPr>
              <a:t>Rule Based</a:t>
            </a:r>
          </a:p>
        </p:txBody>
      </p:sp>
      <p:sp>
        <p:nvSpPr>
          <p:cNvPr id="138" name="TextBox 137">
            <a:extLst>
              <a:ext uri="{FF2B5EF4-FFF2-40B4-BE49-F238E27FC236}">
                <a16:creationId xmlns:a16="http://schemas.microsoft.com/office/drawing/2014/main" id="{9A7260CC-B456-93F6-7611-095399A7B3C4}"/>
              </a:ext>
            </a:extLst>
          </p:cNvPr>
          <p:cNvSpPr txBox="1"/>
          <p:nvPr/>
        </p:nvSpPr>
        <p:spPr>
          <a:xfrm>
            <a:off x="0" y="2248073"/>
            <a:ext cx="1280160" cy="1097280"/>
          </a:xfrm>
          <a:prstGeom prst="rect">
            <a:avLst/>
          </a:prstGeom>
          <a:noFill/>
        </p:spPr>
        <p:txBody>
          <a:bodyPr wrap="square" lIns="45720" tIns="45720" rIns="45720" bIns="45720" rtlCol="0" anchor="ctr" anchorCtr="0">
            <a:noAutofit/>
          </a:bodyPr>
          <a:lstStyle/>
          <a:p>
            <a:pPr marL="182880" indent="-182880">
              <a:spcAft>
                <a:spcPts val="600"/>
              </a:spcAft>
              <a:buClr>
                <a:srgbClr val="FFE600"/>
              </a:buClr>
              <a:buSzPct val="70000"/>
              <a:buFont typeface="Arial" pitchFamily="34" charset="0"/>
              <a:buChar char="►"/>
            </a:pPr>
            <a:r>
              <a:rPr lang="en-IN" sz="1100">
                <a:solidFill>
                  <a:schemeClr val="bg1"/>
                </a:solidFill>
                <a:latin typeface="EYInterstate" panose="02000503020000020004" pitchFamily="2" charset="0"/>
              </a:rPr>
              <a:t>Structured </a:t>
            </a:r>
          </a:p>
          <a:p>
            <a:pPr marL="182880" indent="-182880">
              <a:spcAft>
                <a:spcPts val="600"/>
              </a:spcAft>
              <a:buClr>
                <a:srgbClr val="FFE600"/>
              </a:buClr>
              <a:buSzPct val="70000"/>
              <a:buFont typeface="Arial" pitchFamily="34" charset="0"/>
              <a:buChar char="►"/>
            </a:pPr>
            <a:r>
              <a:rPr lang="en-IN" sz="1100">
                <a:solidFill>
                  <a:schemeClr val="bg1"/>
                </a:solidFill>
                <a:latin typeface="EYInterstate" panose="02000503020000020004" pitchFamily="2" charset="0"/>
              </a:rPr>
              <a:t>Unstructured</a:t>
            </a:r>
          </a:p>
          <a:p>
            <a:pPr marL="182880" indent="-182880">
              <a:spcAft>
                <a:spcPts val="600"/>
              </a:spcAft>
              <a:buClr>
                <a:srgbClr val="FFE600"/>
              </a:buClr>
              <a:buSzPct val="70000"/>
              <a:buFont typeface="Arial" pitchFamily="34" charset="0"/>
              <a:buChar char="►"/>
            </a:pPr>
            <a:r>
              <a:rPr lang="en-IN" sz="1100">
                <a:solidFill>
                  <a:schemeClr val="bg1"/>
                </a:solidFill>
                <a:latin typeface="EYInterstate" panose="02000503020000020004" pitchFamily="2" charset="0"/>
              </a:rPr>
              <a:t>Patterns</a:t>
            </a:r>
          </a:p>
          <a:p>
            <a:pPr marL="182880" indent="-182880">
              <a:spcAft>
                <a:spcPts val="600"/>
              </a:spcAft>
              <a:buClr>
                <a:srgbClr val="FFE600"/>
              </a:buClr>
              <a:buSzPct val="70000"/>
              <a:buFont typeface="Arial" pitchFamily="34" charset="0"/>
              <a:buChar char="►"/>
            </a:pPr>
            <a:r>
              <a:rPr lang="en-IN" sz="1100">
                <a:solidFill>
                  <a:schemeClr val="bg1"/>
                </a:solidFill>
                <a:latin typeface="EYInterstate" panose="02000503020000020004" pitchFamily="2" charset="0"/>
              </a:rPr>
              <a:t>Intelligence</a:t>
            </a:r>
          </a:p>
        </p:txBody>
      </p:sp>
      <p:grpSp>
        <p:nvGrpSpPr>
          <p:cNvPr id="148" name="Group 147">
            <a:extLst>
              <a:ext uri="{FF2B5EF4-FFF2-40B4-BE49-F238E27FC236}">
                <a16:creationId xmlns:a16="http://schemas.microsoft.com/office/drawing/2014/main" id="{7B954084-9E9F-2482-6BC0-6900CD5515D0}"/>
              </a:ext>
            </a:extLst>
          </p:cNvPr>
          <p:cNvGrpSpPr/>
          <p:nvPr/>
        </p:nvGrpSpPr>
        <p:grpSpPr>
          <a:xfrm>
            <a:off x="10610894" y="1277035"/>
            <a:ext cx="1371600" cy="1425807"/>
            <a:chOff x="10634843" y="1489734"/>
            <a:chExt cx="1371600" cy="1425807"/>
          </a:xfrm>
        </p:grpSpPr>
        <p:grpSp>
          <p:nvGrpSpPr>
            <p:cNvPr id="146" name="Group 145">
              <a:extLst>
                <a:ext uri="{FF2B5EF4-FFF2-40B4-BE49-F238E27FC236}">
                  <a16:creationId xmlns:a16="http://schemas.microsoft.com/office/drawing/2014/main" id="{99E46D8B-8837-CA9A-E6A0-AAD1F61E5028}"/>
                </a:ext>
              </a:extLst>
            </p:cNvPr>
            <p:cNvGrpSpPr/>
            <p:nvPr/>
          </p:nvGrpSpPr>
          <p:grpSpPr>
            <a:xfrm>
              <a:off x="10817723" y="2023441"/>
              <a:ext cx="1188720" cy="365760"/>
              <a:chOff x="10750600" y="2011579"/>
              <a:chExt cx="1188720" cy="365760"/>
            </a:xfrm>
          </p:grpSpPr>
          <p:sp>
            <p:nvSpPr>
              <p:cNvPr id="141" name="Oval 140">
                <a:extLst>
                  <a:ext uri="{FF2B5EF4-FFF2-40B4-BE49-F238E27FC236}">
                    <a16:creationId xmlns:a16="http://schemas.microsoft.com/office/drawing/2014/main" id="{354A6E2E-77FD-B424-5D73-0426943B0C7F}"/>
                  </a:ext>
                </a:extLst>
              </p:cNvPr>
              <p:cNvSpPr/>
              <p:nvPr/>
            </p:nvSpPr>
            <p:spPr>
              <a:xfrm>
                <a:off x="10750600" y="2011579"/>
                <a:ext cx="365760" cy="365760"/>
              </a:xfrm>
              <a:prstGeom prst="ellipse">
                <a:avLst/>
              </a:prstGeom>
              <a:noFill/>
              <a:ln w="38100" cap="flat" cmpd="sng" algn="ctr">
                <a:solidFill>
                  <a:srgbClr val="FFCC00"/>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000" b="0" i="0" u="none" strike="noStrike" kern="0" cap="none" spc="0" normalizeH="0" baseline="0" noProof="0" err="1">
                  <a:ln>
                    <a:noFill/>
                  </a:ln>
                  <a:solidFill>
                    <a:schemeClr val="bg1"/>
                  </a:solidFill>
                  <a:effectLst/>
                  <a:uLnTx/>
                  <a:uFillTx/>
                  <a:latin typeface="+mj-lt"/>
                  <a:ea typeface="+mn-ea"/>
                  <a:cs typeface="+mn-cs"/>
                </a:endParaRPr>
              </a:p>
            </p:txBody>
          </p:sp>
          <p:sp>
            <p:nvSpPr>
              <p:cNvPr id="142" name="TextBox 141">
                <a:extLst>
                  <a:ext uri="{FF2B5EF4-FFF2-40B4-BE49-F238E27FC236}">
                    <a16:creationId xmlns:a16="http://schemas.microsoft.com/office/drawing/2014/main" id="{9F31B60E-3EDA-7262-AD53-4B8333DF393E}"/>
                  </a:ext>
                </a:extLst>
              </p:cNvPr>
              <p:cNvSpPr txBox="1"/>
              <p:nvPr/>
            </p:nvSpPr>
            <p:spPr>
              <a:xfrm>
                <a:off x="11116360" y="2078980"/>
                <a:ext cx="822960" cy="228600"/>
              </a:xfrm>
              <a:prstGeom prst="rect">
                <a:avLst/>
              </a:prstGeom>
              <a:noFill/>
            </p:spPr>
            <p:txBody>
              <a:bodyPr wrap="square" lIns="91440" tIns="45720" rIns="45720" bIns="45720" rtlCol="0" anchor="ctr" anchorCtr="0">
                <a:noAutofit/>
              </a:bodyPr>
              <a:lstStyle/>
              <a:p>
                <a:pPr>
                  <a:buClr>
                    <a:srgbClr val="FFE600"/>
                  </a:buClr>
                  <a:buSzPct val="70000"/>
                </a:pPr>
                <a:r>
                  <a:rPr lang="en-IN" sz="1000">
                    <a:solidFill>
                      <a:schemeClr val="bg1"/>
                    </a:solidFill>
                    <a:latin typeface="EYInterstate" panose="02000503020000020004" pitchFamily="2" charset="0"/>
                  </a:rPr>
                  <a:t>Asset</a:t>
                </a:r>
              </a:p>
            </p:txBody>
          </p:sp>
        </p:grpSp>
        <p:grpSp>
          <p:nvGrpSpPr>
            <p:cNvPr id="147" name="Group 146">
              <a:extLst>
                <a:ext uri="{FF2B5EF4-FFF2-40B4-BE49-F238E27FC236}">
                  <a16:creationId xmlns:a16="http://schemas.microsoft.com/office/drawing/2014/main" id="{EB198FF5-7A3F-CD38-E1B7-E8F367716C7C}"/>
                </a:ext>
              </a:extLst>
            </p:cNvPr>
            <p:cNvGrpSpPr/>
            <p:nvPr/>
          </p:nvGrpSpPr>
          <p:grpSpPr>
            <a:xfrm>
              <a:off x="10817723" y="2549781"/>
              <a:ext cx="1188720" cy="365760"/>
              <a:chOff x="10817723" y="2549781"/>
              <a:chExt cx="1188720" cy="365760"/>
            </a:xfrm>
          </p:grpSpPr>
          <p:sp>
            <p:nvSpPr>
              <p:cNvPr id="140" name="Oval 139">
                <a:extLst>
                  <a:ext uri="{FF2B5EF4-FFF2-40B4-BE49-F238E27FC236}">
                    <a16:creationId xmlns:a16="http://schemas.microsoft.com/office/drawing/2014/main" id="{4CA7FC21-67E5-B117-E933-80C27F073E75}"/>
                  </a:ext>
                </a:extLst>
              </p:cNvPr>
              <p:cNvSpPr/>
              <p:nvPr/>
            </p:nvSpPr>
            <p:spPr>
              <a:xfrm>
                <a:off x="10817723" y="2549781"/>
                <a:ext cx="365760" cy="365760"/>
              </a:xfrm>
              <a:prstGeom prst="ellipse">
                <a:avLst/>
              </a:prstGeom>
              <a:noFill/>
              <a:ln w="38100" cap="flat" cmpd="sng" algn="ctr">
                <a:solidFill>
                  <a:srgbClr val="2C973E"/>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000" b="0" i="0" u="none" strike="noStrike" kern="0" cap="none" spc="0" normalizeH="0" baseline="0" noProof="0" err="1">
                  <a:ln>
                    <a:noFill/>
                  </a:ln>
                  <a:solidFill>
                    <a:schemeClr val="bg1"/>
                  </a:solidFill>
                  <a:effectLst/>
                  <a:uLnTx/>
                  <a:uFillTx/>
                  <a:latin typeface="+mj-lt"/>
                  <a:ea typeface="+mn-ea"/>
                  <a:cs typeface="+mn-cs"/>
                </a:endParaRPr>
              </a:p>
            </p:txBody>
          </p:sp>
          <p:sp>
            <p:nvSpPr>
              <p:cNvPr id="143" name="TextBox 142">
                <a:extLst>
                  <a:ext uri="{FF2B5EF4-FFF2-40B4-BE49-F238E27FC236}">
                    <a16:creationId xmlns:a16="http://schemas.microsoft.com/office/drawing/2014/main" id="{EA287E74-5A13-5F39-F0EA-FEC47F6AA675}"/>
                  </a:ext>
                </a:extLst>
              </p:cNvPr>
              <p:cNvSpPr txBox="1"/>
              <p:nvPr/>
            </p:nvSpPr>
            <p:spPr>
              <a:xfrm>
                <a:off x="11183483" y="2549781"/>
                <a:ext cx="822960" cy="365760"/>
              </a:xfrm>
              <a:prstGeom prst="rect">
                <a:avLst/>
              </a:prstGeom>
              <a:noFill/>
            </p:spPr>
            <p:txBody>
              <a:bodyPr wrap="square" lIns="91440" tIns="45720" rIns="45720" bIns="45720" rtlCol="0" anchor="ctr" anchorCtr="0">
                <a:noAutofit/>
              </a:bodyPr>
              <a:lstStyle/>
              <a:p>
                <a:pPr>
                  <a:buClr>
                    <a:srgbClr val="FFE600"/>
                  </a:buClr>
                  <a:buSzPct val="70000"/>
                </a:pPr>
                <a:r>
                  <a:rPr lang="en-IN" sz="1000">
                    <a:solidFill>
                      <a:schemeClr val="bg1"/>
                    </a:solidFill>
                    <a:latin typeface="EYInterstate" panose="02000503020000020004" pitchFamily="2" charset="0"/>
                  </a:rPr>
                  <a:t>Client Reference</a:t>
                </a:r>
              </a:p>
            </p:txBody>
          </p:sp>
        </p:grpSp>
        <p:grpSp>
          <p:nvGrpSpPr>
            <p:cNvPr id="145" name="Group 144">
              <a:extLst>
                <a:ext uri="{FF2B5EF4-FFF2-40B4-BE49-F238E27FC236}">
                  <a16:creationId xmlns:a16="http://schemas.microsoft.com/office/drawing/2014/main" id="{16F796BA-7C44-1A89-00DA-568A15D96429}"/>
                </a:ext>
              </a:extLst>
            </p:cNvPr>
            <p:cNvGrpSpPr/>
            <p:nvPr/>
          </p:nvGrpSpPr>
          <p:grpSpPr>
            <a:xfrm>
              <a:off x="10634843" y="1489734"/>
              <a:ext cx="1371600" cy="365760"/>
              <a:chOff x="10030402" y="1524573"/>
              <a:chExt cx="1371600" cy="365760"/>
            </a:xfrm>
          </p:grpSpPr>
          <p:sp>
            <p:nvSpPr>
              <p:cNvPr id="139" name="Rectangle 138">
                <a:extLst>
                  <a:ext uri="{FF2B5EF4-FFF2-40B4-BE49-F238E27FC236}">
                    <a16:creationId xmlns:a16="http://schemas.microsoft.com/office/drawing/2014/main" id="{FD36AA30-46B0-F7A0-2B9E-9BF08C916BAB}"/>
                  </a:ext>
                </a:extLst>
              </p:cNvPr>
              <p:cNvSpPr/>
              <p:nvPr/>
            </p:nvSpPr>
            <p:spPr>
              <a:xfrm>
                <a:off x="10670482" y="1617484"/>
                <a:ext cx="731520" cy="182880"/>
              </a:xfrm>
              <a:prstGeom prst="rect">
                <a:avLst/>
              </a:prstGeom>
              <a:gradFill flip="none" rotWithShape="1">
                <a:gsLst>
                  <a:gs pos="0">
                    <a:srgbClr val="FFE600">
                      <a:lumMod val="60000"/>
                      <a:lumOff val="40000"/>
                    </a:srgbClr>
                  </a:gs>
                  <a:gs pos="74000">
                    <a:srgbClr val="808080">
                      <a:lumMod val="45000"/>
                      <a:lumOff val="55000"/>
                    </a:srgbClr>
                  </a:gs>
                  <a:gs pos="83000">
                    <a:srgbClr val="808080">
                      <a:lumMod val="45000"/>
                      <a:lumOff val="55000"/>
                    </a:srgbClr>
                  </a:gs>
                  <a:gs pos="100000">
                    <a:srgbClr val="FFE600">
                      <a:lumMod val="20000"/>
                      <a:lumOff val="80000"/>
                    </a:srgbClr>
                  </a:gs>
                </a:gsLst>
                <a:lin ang="0" scaled="1"/>
                <a:tileRect/>
              </a:gradFill>
              <a:ln w="6350" cap="flat" cmpd="sng" algn="ctr">
                <a:solidFill>
                  <a:srgbClr val="FFFFFF"/>
                </a:solidFill>
                <a:prstDash val="solid"/>
              </a:ln>
              <a:effectLst/>
            </p:spPr>
            <p:txBody>
              <a:bodyPr lIns="45720" rIns="45720" rtlCol="0" anchor="t" anchorCtr="0"/>
              <a:lstStyle/>
              <a:p>
                <a:pPr marL="228600" marR="0" lvl="0" indent="-228600" algn="ctr"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IN" sz="1000" b="0" i="0" u="none" strike="noStrike" kern="0" cap="none" spc="0" normalizeH="0" baseline="0" noProof="0" err="1">
                  <a:ln>
                    <a:noFill/>
                  </a:ln>
                  <a:solidFill>
                    <a:schemeClr val="bg1"/>
                  </a:solidFill>
                  <a:effectLst/>
                  <a:uLnTx/>
                  <a:uFillTx/>
                  <a:latin typeface="+mj-lt"/>
                  <a:ea typeface="+mn-ea"/>
                  <a:cs typeface="+mn-cs"/>
                </a:endParaRPr>
              </a:p>
            </p:txBody>
          </p:sp>
          <p:sp>
            <p:nvSpPr>
              <p:cNvPr id="144" name="TextBox 143">
                <a:extLst>
                  <a:ext uri="{FF2B5EF4-FFF2-40B4-BE49-F238E27FC236}">
                    <a16:creationId xmlns:a16="http://schemas.microsoft.com/office/drawing/2014/main" id="{D03C33EB-99BC-7606-336D-54E36C609C01}"/>
                  </a:ext>
                </a:extLst>
              </p:cNvPr>
              <p:cNvSpPr txBox="1"/>
              <p:nvPr/>
            </p:nvSpPr>
            <p:spPr>
              <a:xfrm>
                <a:off x="10030402" y="1524573"/>
                <a:ext cx="640080" cy="365760"/>
              </a:xfrm>
              <a:prstGeom prst="rect">
                <a:avLst/>
              </a:prstGeom>
              <a:noFill/>
            </p:spPr>
            <p:txBody>
              <a:bodyPr wrap="square" lIns="45720" tIns="45720" rIns="45720" bIns="45720" rtlCol="0" anchor="ctr" anchorCtr="0">
                <a:noAutofit/>
              </a:bodyPr>
              <a:lstStyle/>
              <a:p>
                <a:pPr>
                  <a:buClr>
                    <a:srgbClr val="FFE600"/>
                  </a:buClr>
                  <a:buSzPct val="70000"/>
                </a:pPr>
                <a:r>
                  <a:rPr lang="en-IN" sz="1000">
                    <a:solidFill>
                      <a:schemeClr val="bg1"/>
                    </a:solidFill>
                    <a:latin typeface="EYInterstate" panose="02000503020000020004" pitchFamily="2" charset="0"/>
                  </a:rPr>
                  <a:t>Business Impact</a:t>
                </a:r>
              </a:p>
            </p:txBody>
          </p:sp>
        </p:grpSp>
      </p:grpSp>
      <p:sp>
        <p:nvSpPr>
          <p:cNvPr id="149" name="TextBox 148">
            <a:extLst>
              <a:ext uri="{FF2B5EF4-FFF2-40B4-BE49-F238E27FC236}">
                <a16:creationId xmlns:a16="http://schemas.microsoft.com/office/drawing/2014/main" id="{601F9018-470F-FB29-7AEF-4CF8CD4B8FA0}"/>
              </a:ext>
            </a:extLst>
          </p:cNvPr>
          <p:cNvSpPr txBox="1"/>
          <p:nvPr/>
        </p:nvSpPr>
        <p:spPr>
          <a:xfrm>
            <a:off x="2787831" y="6108253"/>
            <a:ext cx="1371600" cy="228600"/>
          </a:xfrm>
          <a:prstGeom prst="rect">
            <a:avLst/>
          </a:prstGeom>
          <a:noFill/>
        </p:spPr>
        <p:txBody>
          <a:bodyPr wrap="square" lIns="91440" tIns="45720" rIns="91440" bIns="45720" rtlCol="0" anchor="ctr" anchorCtr="0">
            <a:noAutofit/>
          </a:bodyPr>
          <a:lstStyle/>
          <a:p>
            <a:pPr algn="ctr">
              <a:buClr>
                <a:srgbClr val="FFE600"/>
              </a:buClr>
              <a:buSzPct val="70000"/>
            </a:pPr>
            <a:r>
              <a:rPr lang="en-IN" sz="1300" b="1">
                <a:solidFill>
                  <a:schemeClr val="bg1"/>
                </a:solidFill>
                <a:latin typeface="EYInterstate" panose="02000503020000020004" pitchFamily="2" charset="0"/>
              </a:rPr>
              <a:t>Assisted RPA</a:t>
            </a:r>
          </a:p>
        </p:txBody>
      </p:sp>
      <p:sp>
        <p:nvSpPr>
          <p:cNvPr id="150" name="TextBox 149">
            <a:extLst>
              <a:ext uri="{FF2B5EF4-FFF2-40B4-BE49-F238E27FC236}">
                <a16:creationId xmlns:a16="http://schemas.microsoft.com/office/drawing/2014/main" id="{E8C7D0AD-239A-DB38-FED5-1543B505B50B}"/>
              </a:ext>
            </a:extLst>
          </p:cNvPr>
          <p:cNvSpPr txBox="1"/>
          <p:nvPr/>
        </p:nvSpPr>
        <p:spPr>
          <a:xfrm>
            <a:off x="6108701" y="6103525"/>
            <a:ext cx="1600200" cy="228600"/>
          </a:xfrm>
          <a:prstGeom prst="rect">
            <a:avLst/>
          </a:prstGeom>
          <a:noFill/>
        </p:spPr>
        <p:txBody>
          <a:bodyPr wrap="square" lIns="91440" tIns="45720" rIns="91440" bIns="45720" rtlCol="0" anchor="ctr" anchorCtr="0">
            <a:noAutofit/>
          </a:bodyPr>
          <a:lstStyle/>
          <a:p>
            <a:pPr algn="ctr">
              <a:buClr>
                <a:srgbClr val="FFE600"/>
              </a:buClr>
              <a:buSzPct val="70000"/>
            </a:pPr>
            <a:r>
              <a:rPr lang="en-IN" sz="1300" b="1">
                <a:solidFill>
                  <a:schemeClr val="bg1"/>
                </a:solidFill>
                <a:latin typeface="EYInterstate" panose="02000503020000020004" pitchFamily="2" charset="0"/>
              </a:rPr>
              <a:t>Unassisted RPA</a:t>
            </a:r>
          </a:p>
        </p:txBody>
      </p:sp>
      <p:sp>
        <p:nvSpPr>
          <p:cNvPr id="151" name="TextBox 150">
            <a:extLst>
              <a:ext uri="{FF2B5EF4-FFF2-40B4-BE49-F238E27FC236}">
                <a16:creationId xmlns:a16="http://schemas.microsoft.com/office/drawing/2014/main" id="{BD0A8F47-BDE2-267B-E467-F52CB2D5FF0B}"/>
              </a:ext>
            </a:extLst>
          </p:cNvPr>
          <p:cNvSpPr txBox="1"/>
          <p:nvPr/>
        </p:nvSpPr>
        <p:spPr>
          <a:xfrm>
            <a:off x="10290854" y="6103525"/>
            <a:ext cx="685800" cy="228600"/>
          </a:xfrm>
          <a:prstGeom prst="rect">
            <a:avLst/>
          </a:prstGeom>
          <a:noFill/>
        </p:spPr>
        <p:txBody>
          <a:bodyPr wrap="square" lIns="91440" tIns="45720" rIns="91440" bIns="45720" rtlCol="0" anchor="ctr" anchorCtr="0">
            <a:noAutofit/>
          </a:bodyPr>
          <a:lstStyle/>
          <a:p>
            <a:pPr algn="ctr">
              <a:buClr>
                <a:srgbClr val="FFE600"/>
              </a:buClr>
              <a:buSzPct val="70000"/>
            </a:pPr>
            <a:r>
              <a:rPr lang="en-IN" sz="1300" b="1">
                <a:solidFill>
                  <a:schemeClr val="bg1"/>
                </a:solidFill>
                <a:latin typeface="EYInterstate" panose="02000503020000020004" pitchFamily="2" charset="0"/>
              </a:rPr>
              <a:t>High</a:t>
            </a:r>
          </a:p>
        </p:txBody>
      </p:sp>
      <p:sp>
        <p:nvSpPr>
          <p:cNvPr id="152" name="TextBox 151">
            <a:extLst>
              <a:ext uri="{FF2B5EF4-FFF2-40B4-BE49-F238E27FC236}">
                <a16:creationId xmlns:a16="http://schemas.microsoft.com/office/drawing/2014/main" id="{6479257B-D503-68FD-0414-F8C683C15FF7}"/>
              </a:ext>
            </a:extLst>
          </p:cNvPr>
          <p:cNvSpPr txBox="1"/>
          <p:nvPr/>
        </p:nvSpPr>
        <p:spPr>
          <a:xfrm>
            <a:off x="3818447" y="1652790"/>
            <a:ext cx="2743200" cy="228600"/>
          </a:xfrm>
          <a:prstGeom prst="rect">
            <a:avLst/>
          </a:prstGeom>
          <a:noFill/>
        </p:spPr>
        <p:txBody>
          <a:bodyPr wrap="square" lIns="91440" tIns="45720" rIns="91440" bIns="45720" rtlCol="0" anchor="ctr" anchorCtr="0">
            <a:noAutofit/>
          </a:bodyPr>
          <a:lstStyle/>
          <a:p>
            <a:pPr algn="ctr">
              <a:buClr>
                <a:srgbClr val="FFE600"/>
              </a:buClr>
              <a:buSzPct val="70000"/>
            </a:pPr>
            <a:r>
              <a:rPr lang="en-IN" sz="1300" b="1">
                <a:solidFill>
                  <a:schemeClr val="bg1"/>
                </a:solidFill>
                <a:latin typeface="EYInterstate" panose="02000503020000020004" pitchFamily="2" charset="0"/>
              </a:rPr>
              <a:t>Cognitive Operations (AI+RPA)</a:t>
            </a:r>
          </a:p>
        </p:txBody>
      </p:sp>
      <p:sp>
        <p:nvSpPr>
          <p:cNvPr id="153" name="TextBox 152">
            <a:extLst>
              <a:ext uri="{FF2B5EF4-FFF2-40B4-BE49-F238E27FC236}">
                <a16:creationId xmlns:a16="http://schemas.microsoft.com/office/drawing/2014/main" id="{D2C5E255-28FC-E8A8-A234-5C0F99CFF36B}"/>
              </a:ext>
            </a:extLst>
          </p:cNvPr>
          <p:cNvSpPr txBox="1"/>
          <p:nvPr/>
        </p:nvSpPr>
        <p:spPr>
          <a:xfrm>
            <a:off x="8169912" y="1651915"/>
            <a:ext cx="1600200" cy="228600"/>
          </a:xfrm>
          <a:prstGeom prst="rect">
            <a:avLst/>
          </a:prstGeom>
          <a:noFill/>
        </p:spPr>
        <p:txBody>
          <a:bodyPr wrap="square" lIns="91440" tIns="45720" rIns="91440" bIns="45720" rtlCol="0" anchor="ctr" anchorCtr="0">
            <a:noAutofit/>
          </a:bodyPr>
          <a:lstStyle/>
          <a:p>
            <a:pPr algn="ctr">
              <a:buClr>
                <a:srgbClr val="FFE600"/>
              </a:buClr>
              <a:buSzPct val="70000"/>
            </a:pPr>
            <a:r>
              <a:rPr lang="en-IN" sz="1300" b="1">
                <a:solidFill>
                  <a:schemeClr val="bg1"/>
                </a:solidFill>
                <a:latin typeface="EYInterstate" panose="02000503020000020004" pitchFamily="2" charset="0"/>
              </a:rPr>
              <a:t>Robotic Assist</a:t>
            </a:r>
          </a:p>
        </p:txBody>
      </p:sp>
      <p:sp>
        <p:nvSpPr>
          <p:cNvPr id="154" name="TextBox 153">
            <a:extLst>
              <a:ext uri="{FF2B5EF4-FFF2-40B4-BE49-F238E27FC236}">
                <a16:creationId xmlns:a16="http://schemas.microsoft.com/office/drawing/2014/main" id="{968E3145-4FD8-52F6-586F-19F91545239E}"/>
              </a:ext>
            </a:extLst>
          </p:cNvPr>
          <p:cNvSpPr txBox="1"/>
          <p:nvPr/>
        </p:nvSpPr>
        <p:spPr>
          <a:xfrm>
            <a:off x="1530348" y="1651481"/>
            <a:ext cx="1600200" cy="228600"/>
          </a:xfrm>
          <a:prstGeom prst="rect">
            <a:avLst/>
          </a:prstGeom>
          <a:noFill/>
        </p:spPr>
        <p:txBody>
          <a:bodyPr wrap="square" lIns="91440" tIns="45720" rIns="91440" bIns="45720" rtlCol="0" anchor="ctr" anchorCtr="0">
            <a:noAutofit/>
          </a:bodyPr>
          <a:lstStyle/>
          <a:p>
            <a:pPr algn="ctr">
              <a:buClr>
                <a:srgbClr val="FFE600"/>
              </a:buClr>
              <a:buSzPct val="70000"/>
            </a:pPr>
            <a:r>
              <a:rPr lang="en-IN" sz="1300" b="1">
                <a:solidFill>
                  <a:schemeClr val="bg1"/>
                </a:solidFill>
                <a:latin typeface="EYInterstate" panose="02000503020000020004" pitchFamily="2" charset="0"/>
              </a:rPr>
              <a:t>Cognitive (AI)</a:t>
            </a:r>
          </a:p>
        </p:txBody>
      </p:sp>
      <p:sp>
        <p:nvSpPr>
          <p:cNvPr id="161" name="TextBox 160">
            <a:extLst>
              <a:ext uri="{FF2B5EF4-FFF2-40B4-BE49-F238E27FC236}">
                <a16:creationId xmlns:a16="http://schemas.microsoft.com/office/drawing/2014/main" id="{76145BFA-91FC-AAF8-B369-1595264CE018}"/>
              </a:ext>
            </a:extLst>
          </p:cNvPr>
          <p:cNvSpPr txBox="1"/>
          <p:nvPr/>
        </p:nvSpPr>
        <p:spPr>
          <a:xfrm>
            <a:off x="1189568" y="6108253"/>
            <a:ext cx="640080" cy="228600"/>
          </a:xfrm>
          <a:prstGeom prst="rect">
            <a:avLst/>
          </a:prstGeom>
          <a:noFill/>
        </p:spPr>
        <p:txBody>
          <a:bodyPr wrap="square" lIns="91440" tIns="45720" rIns="91440" bIns="45720" rtlCol="0" anchor="ctr" anchorCtr="0">
            <a:noAutofit/>
          </a:bodyPr>
          <a:lstStyle/>
          <a:p>
            <a:pPr algn="ctr">
              <a:buClr>
                <a:srgbClr val="FFE600"/>
              </a:buClr>
              <a:buSzPct val="70000"/>
            </a:pPr>
            <a:r>
              <a:rPr lang="en-IN" sz="1300" b="1">
                <a:solidFill>
                  <a:schemeClr val="bg1"/>
                </a:solidFill>
                <a:latin typeface="EYInterstate" panose="02000503020000020004" pitchFamily="2" charset="0"/>
              </a:rPr>
              <a:t>Low</a:t>
            </a:r>
          </a:p>
        </p:txBody>
      </p:sp>
    </p:spTree>
    <p:extLst>
      <p:ext uri="{BB962C8B-B14F-4D97-AF65-F5344CB8AC3E}">
        <p14:creationId xmlns:p14="http://schemas.microsoft.com/office/powerpoint/2010/main" val="54611974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9F131C99-8D95-4E2D-AF15-A793A507662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5" progId="TCLayout.ActiveDocument.1">
                  <p:embed/>
                </p:oleObj>
              </mc:Choice>
              <mc:Fallback>
                <p:oleObj name="think-cell Slide" r:id="rId3" imgW="592" imgH="595" progId="TCLayout.ActiveDocument.1">
                  <p:embed/>
                  <p:pic>
                    <p:nvPicPr>
                      <p:cNvPr id="6" name="Object 5" hidden="1">
                        <a:extLst>
                          <a:ext uri="{FF2B5EF4-FFF2-40B4-BE49-F238E27FC236}">
                            <a16:creationId xmlns:a16="http://schemas.microsoft.com/office/drawing/2014/main" id="{9F131C99-8D95-4E2D-AF15-A793A507662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0" name="Title 1">
            <a:extLst>
              <a:ext uri="{FF2B5EF4-FFF2-40B4-BE49-F238E27FC236}">
                <a16:creationId xmlns:a16="http://schemas.microsoft.com/office/drawing/2014/main" id="{28618E46-1335-4528-87BB-34F6B6F5889D}"/>
              </a:ext>
            </a:extLst>
          </p:cNvPr>
          <p:cNvSpPr txBox="1">
            <a:spLocks/>
          </p:cNvSpPr>
          <p:nvPr/>
        </p:nvSpPr>
        <p:spPr>
          <a:xfrm>
            <a:off x="1728100" y="1386146"/>
            <a:ext cx="3796599" cy="2939303"/>
          </a:xfrm>
          <a:prstGeom prst="rect">
            <a:avLst/>
          </a:prstGeom>
        </p:spPr>
        <p:txBody>
          <a:bodyPr vert="horz" lIns="0" tIns="0" rIns="0" bIns="0" rtlCol="0" anchor="t" anchorCtr="0">
            <a:noAutofit/>
          </a:bodyPr>
          <a:lstStyle>
            <a:lvl1pPr algn="l" defTabSz="913943" rtl="0" eaLnBrk="1" latinLnBrk="0" hangingPunct="1">
              <a:lnSpc>
                <a:spcPct val="85000"/>
              </a:lnSpc>
              <a:spcBef>
                <a:spcPct val="0"/>
              </a:spcBef>
              <a:buNone/>
              <a:defRPr sz="2399" b="0" kern="1200">
                <a:solidFill>
                  <a:schemeClr val="tx1"/>
                </a:solidFill>
                <a:latin typeface="Arial" panose="020B0604020202020204" pitchFamily="34" charset="0"/>
                <a:ea typeface="+mj-ea"/>
                <a:cs typeface="Arial" pitchFamily="34" charset="0"/>
              </a:defRPr>
            </a:lvl1pPr>
          </a:lstStyle>
          <a:p>
            <a:pPr marL="342900" marR="0" lvl="0" indent="-342900" algn="l" defTabSz="913943" rtl="0" eaLnBrk="1" fontAlgn="auto" latinLnBrk="0" hangingPunct="1">
              <a:lnSpc>
                <a:spcPct val="100000"/>
              </a:lnSpc>
              <a:spcBef>
                <a:spcPct val="0"/>
              </a:spcBef>
              <a:spcAft>
                <a:spcPts val="0"/>
              </a:spcAft>
              <a:buClrTx/>
              <a:buSzTx/>
              <a:buFont typeface="+mj-lt"/>
              <a:buAutoNum type="arabicPeriod"/>
              <a:tabLst/>
              <a:defRPr/>
            </a:pPr>
            <a:r>
              <a:rPr kumimoji="0" lang="en-AU" sz="1600" b="0" i="0" u="none" strike="noStrike" kern="1200" cap="none" spc="0" normalizeH="0" baseline="0" noProof="0">
                <a:ln>
                  <a:noFill/>
                </a:ln>
                <a:solidFill>
                  <a:srgbClr val="000000"/>
                </a:solidFill>
                <a:effectLst/>
                <a:uLnTx/>
                <a:uFillTx/>
                <a:latin typeface="Arial" panose="020B0604020202020204" pitchFamily="34" charset="0"/>
                <a:ea typeface="+mj-ea"/>
                <a:cs typeface="Arial" pitchFamily="34" charset="0"/>
              </a:rPr>
              <a:t>Sourcing options</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Build-Operate Transfer (“B-O-T”)</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Outsourcing</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Hybrid/Co-source (“Joint ventures”)</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Retain and improve (“Captive”)</a:t>
            </a:r>
          </a:p>
          <a:p>
            <a:pPr marL="342900" marR="0" lvl="0" indent="-342900" algn="l" defTabSz="913943" rtl="0" eaLnBrk="1" fontAlgn="auto" latinLnBrk="0" hangingPunct="1">
              <a:lnSpc>
                <a:spcPct val="100000"/>
              </a:lnSpc>
              <a:spcBef>
                <a:spcPct val="0"/>
              </a:spcBef>
              <a:spcAft>
                <a:spcPts val="0"/>
              </a:spcAft>
              <a:buClrTx/>
              <a:buSzTx/>
              <a:buFont typeface="+mj-lt"/>
              <a:buAutoNum type="arabicPeriod"/>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j-ea"/>
                <a:cs typeface="Arial" pitchFamily="34" charset="0"/>
              </a:rPr>
              <a:t>Captive GBS value proposition vs. BPO</a:t>
            </a:r>
          </a:p>
          <a:p>
            <a:pPr marL="342900" marR="0" lvl="0" indent="-342900" algn="l" defTabSz="913943" rtl="0" eaLnBrk="1" fontAlgn="auto" latinLnBrk="0" hangingPunct="1">
              <a:lnSpc>
                <a:spcPct val="100000"/>
              </a:lnSpc>
              <a:spcBef>
                <a:spcPct val="0"/>
              </a:spcBef>
              <a:spcAft>
                <a:spcPts val="0"/>
              </a:spcAft>
              <a:buClrTx/>
              <a:buSzTx/>
              <a:buFont typeface="+mj-lt"/>
              <a:buAutoNum type="arabicPeriod"/>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j-ea"/>
                <a:cs typeface="Arial" pitchFamily="34" charset="0"/>
              </a:rPr>
              <a:t>Options for BPO economic model</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Transaction-based</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Output-based (Performance based/managed service)</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Outcome-based</a:t>
            </a:r>
          </a:p>
          <a:p>
            <a:pPr marL="342900" marR="0" lvl="0" indent="-342900" algn="l" defTabSz="913943" rtl="0" eaLnBrk="1" fontAlgn="auto" latinLnBrk="0" hangingPunct="1">
              <a:lnSpc>
                <a:spcPct val="100000"/>
              </a:lnSpc>
              <a:spcBef>
                <a:spcPct val="0"/>
              </a:spcBef>
              <a:spcAft>
                <a:spcPts val="0"/>
              </a:spcAft>
              <a:buClrTx/>
              <a:buSzTx/>
              <a:buFont typeface="+mj-lt"/>
              <a:buAutoNum type="arabicPeriod"/>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j-ea"/>
                <a:cs typeface="Arial" pitchFamily="34" charset="0"/>
              </a:rPr>
              <a:t>Considerations to select suitable model for the BPO journey</a:t>
            </a:r>
          </a:p>
          <a:p>
            <a:pPr marL="342900" marR="0" lvl="0" indent="-342900" algn="l" defTabSz="913943" rtl="0" eaLnBrk="1" fontAlgn="auto" latinLnBrk="0" hangingPunct="1">
              <a:lnSpc>
                <a:spcPct val="100000"/>
              </a:lnSpc>
              <a:spcBef>
                <a:spcPct val="0"/>
              </a:spcBef>
              <a:spcAft>
                <a:spcPts val="0"/>
              </a:spcAft>
              <a:buClrTx/>
              <a:buSzTx/>
              <a:buFont typeface="+mj-lt"/>
              <a:buAutoNum type="arabicPeriod"/>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j-ea"/>
                <a:cs typeface="Arial" pitchFamily="34" charset="0"/>
              </a:rPr>
              <a:t>Strategies to drive cost optimization</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Lift and shift (then fix)</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Fix (transform) then shift</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Hybrid</a:t>
            </a:r>
          </a:p>
          <a:p>
            <a:pPr marL="568325" marR="0" lvl="1" indent="-222250" algn="l" defTabSz="913943"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Transform</a:t>
            </a:r>
          </a:p>
          <a:p>
            <a:pPr marL="342900" marR="0" lvl="0" indent="-342900" algn="l" defTabSz="913943" rtl="0" eaLnBrk="1" fontAlgn="auto" latinLnBrk="0" hangingPunct="1">
              <a:lnSpc>
                <a:spcPct val="85000"/>
              </a:lnSpc>
              <a:spcBef>
                <a:spcPct val="0"/>
              </a:spcBef>
              <a:spcAft>
                <a:spcPts val="0"/>
              </a:spcAft>
              <a:buClrTx/>
              <a:buSzTx/>
              <a:buFont typeface="+mj-lt"/>
              <a:buAutoNum type="arabicPeriod"/>
              <a:tabLst/>
              <a:defRPr/>
            </a:pPr>
            <a:endParaRPr kumimoji="0" lang="en-AU" sz="1600" b="0" i="0" u="none" strike="noStrike" kern="1200" cap="none" spc="0" normalizeH="0" baseline="0" noProof="0">
              <a:ln>
                <a:noFill/>
              </a:ln>
              <a:solidFill>
                <a:srgbClr val="000000"/>
              </a:solidFill>
              <a:effectLst/>
              <a:uLnTx/>
              <a:uFillTx/>
              <a:latin typeface="Arial" panose="020B0604020202020204" pitchFamily="34" charset="0"/>
              <a:ea typeface="+mj-ea"/>
              <a:cs typeface="Arial" pitchFamily="34" charset="0"/>
            </a:endParaRPr>
          </a:p>
        </p:txBody>
      </p:sp>
      <p:sp>
        <p:nvSpPr>
          <p:cNvPr id="103" name="Title 1">
            <a:extLst>
              <a:ext uri="{FF2B5EF4-FFF2-40B4-BE49-F238E27FC236}">
                <a16:creationId xmlns:a16="http://schemas.microsoft.com/office/drawing/2014/main" id="{2E60830F-49BD-4281-A74C-85A6BC0CD1AE}"/>
              </a:ext>
            </a:extLst>
          </p:cNvPr>
          <p:cNvSpPr txBox="1">
            <a:spLocks/>
          </p:cNvSpPr>
          <p:nvPr/>
        </p:nvSpPr>
        <p:spPr>
          <a:xfrm>
            <a:off x="1654071" y="603705"/>
            <a:ext cx="8244486" cy="330724"/>
          </a:xfrm>
          <a:prstGeom prst="rect">
            <a:avLst/>
          </a:prstGeom>
        </p:spPr>
        <p:txBody>
          <a:bodyPr vert="horz" lIns="0" tIns="0" rIns="0" bIns="0" rtlCol="0" anchor="t" anchorCtr="0">
            <a:noAutofit/>
          </a:bodyPr>
          <a:lstStyle>
            <a:lvl1pPr algn="l" defTabSz="913943" rtl="0" eaLnBrk="1" latinLnBrk="0" hangingPunct="1">
              <a:lnSpc>
                <a:spcPct val="85000"/>
              </a:lnSpc>
              <a:spcBef>
                <a:spcPct val="0"/>
              </a:spcBef>
              <a:buNone/>
              <a:defRPr sz="2399" b="0" kern="1200">
                <a:solidFill>
                  <a:schemeClr val="tx1"/>
                </a:solidFill>
                <a:latin typeface="Arial" panose="020B0604020202020204" pitchFamily="34" charset="0"/>
                <a:ea typeface="+mj-ea"/>
                <a:cs typeface="Arial" pitchFamily="34" charset="0"/>
              </a:defRPr>
            </a:lvl1pPr>
          </a:lstStyle>
          <a:p>
            <a:pPr marL="0" marR="0" lvl="0" indent="0" algn="l" defTabSz="913943" rtl="0" eaLnBrk="1" fontAlgn="auto" latinLnBrk="0" hangingPunct="1">
              <a:lnSpc>
                <a:spcPct val="85000"/>
              </a:lnSpc>
              <a:spcBef>
                <a:spcPct val="0"/>
              </a:spcBef>
              <a:spcAft>
                <a:spcPts val="0"/>
              </a:spcAft>
              <a:buClrTx/>
              <a:buSzTx/>
              <a:buFontTx/>
              <a:buNone/>
              <a:tabLst/>
              <a:defRPr/>
            </a:pPr>
            <a:r>
              <a:rPr kumimoji="0" lang="en-IN" sz="2399" b="1" i="0" u="none" strike="noStrike" kern="1200" cap="none" spc="0" normalizeH="0" baseline="0" noProof="0">
                <a:ln>
                  <a:noFill/>
                </a:ln>
                <a:solidFill>
                  <a:srgbClr val="2E2E38"/>
                </a:solidFill>
                <a:effectLst/>
                <a:uLnTx/>
                <a:uFillTx/>
                <a:latin typeface="Arial" panose="020B0604020202020204" pitchFamily="34" charset="0"/>
                <a:ea typeface="+mj-ea"/>
                <a:cs typeface="Arial" pitchFamily="34" charset="0"/>
              </a:rPr>
              <a:t>Strategy: </a:t>
            </a:r>
            <a:r>
              <a:rPr kumimoji="0" lang="en-IN" sz="2399" b="1" i="0" u="none" strike="noStrike" kern="1200" cap="none" spc="0" normalizeH="0" baseline="0" noProof="0">
                <a:ln>
                  <a:noFill/>
                </a:ln>
                <a:solidFill>
                  <a:srgbClr val="2E2E38"/>
                </a:solidFill>
                <a:effectLst/>
                <a:uLnTx/>
                <a:uFillTx/>
                <a:latin typeface="Arial" panose="020B0604020202020204" pitchFamily="34" charset="0"/>
                <a:ea typeface="+mj-ea"/>
                <a:cs typeface="Arial" pitchFamily="34" charset="0"/>
                <a:hlinkClick r:id="rId5"/>
              </a:rPr>
              <a:t>Sourcing Model</a:t>
            </a:r>
            <a:endParaRPr kumimoji="0" lang="en-IN" sz="2399" b="1" i="0" u="none" strike="noStrike" kern="1200" cap="none" spc="0" normalizeH="0" baseline="0" noProof="0">
              <a:ln>
                <a:noFill/>
              </a:ln>
              <a:solidFill>
                <a:srgbClr val="0000F3"/>
              </a:solidFill>
              <a:effectLst/>
              <a:uLnTx/>
              <a:uFillTx/>
              <a:latin typeface="Arial" panose="020B0604020202020204" pitchFamily="34" charset="0"/>
              <a:ea typeface="+mj-ea"/>
              <a:cs typeface="Arial" pitchFamily="34" charset="0"/>
            </a:endParaRPr>
          </a:p>
        </p:txBody>
      </p:sp>
      <p:sp>
        <p:nvSpPr>
          <p:cNvPr id="108" name="TextBox 107">
            <a:extLst>
              <a:ext uri="{FF2B5EF4-FFF2-40B4-BE49-F238E27FC236}">
                <a16:creationId xmlns:a16="http://schemas.microsoft.com/office/drawing/2014/main" id="{0609D2BE-D0D8-482B-9B46-6D67C6E5CDCD}"/>
              </a:ext>
            </a:extLst>
          </p:cNvPr>
          <p:cNvSpPr txBox="1"/>
          <p:nvPr/>
        </p:nvSpPr>
        <p:spPr>
          <a:xfrm>
            <a:off x="1636495" y="1070223"/>
            <a:ext cx="6188450" cy="338554"/>
          </a:xfrm>
          <a:prstGeom prst="rect">
            <a:avLst/>
          </a:prstGeom>
          <a:noFill/>
        </p:spPr>
        <p:txBody>
          <a:bodyPr wrap="square" rtlCol="0" anchor="ctr">
            <a:spAutoFit/>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US" altLang="ko-KR" sz="1600" b="1" i="0" u="none" strike="noStrike" kern="1200" cap="none" spc="0" normalizeH="0" baseline="0" noProof="0">
                <a:ln>
                  <a:noFill/>
                </a:ln>
                <a:solidFill>
                  <a:srgbClr val="000000"/>
                </a:solidFill>
                <a:effectLst/>
                <a:uLnTx/>
                <a:uFillTx/>
                <a:latin typeface="Arial" panose="020B0604020202020204" pitchFamily="34" charset="0"/>
                <a:ea typeface="+mn-ea"/>
                <a:cs typeface="Arial" pitchFamily="34" charset="0"/>
              </a:rPr>
              <a:t>High-level Section Overview</a:t>
            </a:r>
          </a:p>
        </p:txBody>
      </p:sp>
      <p:sp>
        <p:nvSpPr>
          <p:cNvPr id="128" name="Freeform: Shape 127">
            <a:extLst>
              <a:ext uri="{FF2B5EF4-FFF2-40B4-BE49-F238E27FC236}">
                <a16:creationId xmlns:a16="http://schemas.microsoft.com/office/drawing/2014/main" id="{E6724B6A-BC5E-4F96-8A93-D4951791E084}"/>
              </a:ext>
            </a:extLst>
          </p:cNvPr>
          <p:cNvSpPr/>
          <p:nvPr/>
        </p:nvSpPr>
        <p:spPr>
          <a:xfrm rot="13535247">
            <a:off x="4230474" y="1703611"/>
            <a:ext cx="3515752" cy="3973556"/>
          </a:xfrm>
          <a:custGeom>
            <a:avLst/>
            <a:gdLst>
              <a:gd name="connsiteX0" fmla="*/ 975907 w 4563039"/>
              <a:gd name="connsiteY0" fmla="*/ 0 h 5157215"/>
              <a:gd name="connsiteX1" fmla="*/ 1080682 w 4563039"/>
              <a:gd name="connsiteY1" fmla="*/ 0 h 5157215"/>
              <a:gd name="connsiteX2" fmla="*/ 1080682 w 4563039"/>
              <a:gd name="connsiteY2" fmla="*/ 713182 h 5157215"/>
              <a:gd name="connsiteX3" fmla="*/ 4563039 w 4563039"/>
              <a:gd name="connsiteY3" fmla="*/ 4124853 h 5157215"/>
              <a:gd name="connsiteX4" fmla="*/ 3551632 w 4563039"/>
              <a:gd name="connsiteY4" fmla="*/ 5157215 h 5157215"/>
              <a:gd name="connsiteX5" fmla="*/ 3462102 w 4563039"/>
              <a:gd name="connsiteY5" fmla="*/ 5069502 h 5157215"/>
              <a:gd name="connsiteX6" fmla="*/ 4385795 w 4563039"/>
              <a:gd name="connsiteY6" fmla="*/ 4126670 h 5157215"/>
              <a:gd name="connsiteX7" fmla="*/ 1080682 w 4563039"/>
              <a:gd name="connsiteY7" fmla="*/ 888646 h 5157215"/>
              <a:gd name="connsiteX8" fmla="*/ 1080682 w 4563039"/>
              <a:gd name="connsiteY8" fmla="*/ 1445239 h 5157215"/>
              <a:gd name="connsiteX9" fmla="*/ 975907 w 4563039"/>
              <a:gd name="connsiteY9" fmla="*/ 1445239 h 5157215"/>
              <a:gd name="connsiteX10" fmla="*/ 975907 w 4563039"/>
              <a:gd name="connsiteY10" fmla="*/ 860648 h 5157215"/>
              <a:gd name="connsiteX11" fmla="*/ 89531 w 4563039"/>
              <a:gd name="connsiteY11" fmla="*/ 1765389 h 5157215"/>
              <a:gd name="connsiteX12" fmla="*/ 0 w 4563039"/>
              <a:gd name="connsiteY12" fmla="*/ 1677676 h 5157215"/>
              <a:gd name="connsiteX13" fmla="*/ 975907 w 4563039"/>
              <a:gd name="connsiteY13" fmla="*/ 681550 h 5157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3039" h="5157215">
                <a:moveTo>
                  <a:pt x="975907" y="0"/>
                </a:moveTo>
                <a:lnTo>
                  <a:pt x="1080682" y="0"/>
                </a:lnTo>
                <a:lnTo>
                  <a:pt x="1080682" y="713182"/>
                </a:lnTo>
                <a:lnTo>
                  <a:pt x="4563039" y="4124853"/>
                </a:lnTo>
                <a:lnTo>
                  <a:pt x="3551632" y="5157215"/>
                </a:lnTo>
                <a:lnTo>
                  <a:pt x="3462102" y="5069502"/>
                </a:lnTo>
                <a:lnTo>
                  <a:pt x="4385795" y="4126670"/>
                </a:lnTo>
                <a:lnTo>
                  <a:pt x="1080682" y="888646"/>
                </a:lnTo>
                <a:lnTo>
                  <a:pt x="1080682" y="1445239"/>
                </a:lnTo>
                <a:lnTo>
                  <a:pt x="975907" y="1445239"/>
                </a:lnTo>
                <a:lnTo>
                  <a:pt x="975907" y="860648"/>
                </a:lnTo>
                <a:lnTo>
                  <a:pt x="89531" y="1765389"/>
                </a:lnTo>
                <a:lnTo>
                  <a:pt x="0" y="1677676"/>
                </a:lnTo>
                <a:lnTo>
                  <a:pt x="975907" y="681550"/>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5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129" name="Rectangle 128">
            <a:extLst>
              <a:ext uri="{FF2B5EF4-FFF2-40B4-BE49-F238E27FC236}">
                <a16:creationId xmlns:a16="http://schemas.microsoft.com/office/drawing/2014/main" id="{E9B65C0A-E5D7-4069-A4A8-A8065CB7FA5B}"/>
              </a:ext>
            </a:extLst>
          </p:cNvPr>
          <p:cNvSpPr/>
          <p:nvPr/>
        </p:nvSpPr>
        <p:spPr>
          <a:xfrm rot="13535247">
            <a:off x="5041121" y="5166309"/>
            <a:ext cx="80728" cy="1113535"/>
          </a:xfrm>
          <a:prstGeom prst="rect">
            <a:avLst/>
          </a:pr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5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83" name="Line 10">
            <a:extLst>
              <a:ext uri="{FF2B5EF4-FFF2-40B4-BE49-F238E27FC236}">
                <a16:creationId xmlns:a16="http://schemas.microsoft.com/office/drawing/2014/main" id="{FC721774-37E4-43EA-B997-B4193282CF1C}"/>
              </a:ext>
            </a:extLst>
          </p:cNvPr>
          <p:cNvSpPr>
            <a:spLocks noChangeShapeType="1"/>
          </p:cNvSpPr>
          <p:nvPr/>
        </p:nvSpPr>
        <p:spPr bwMode="auto">
          <a:xfrm flipV="1">
            <a:off x="1652268" y="1027171"/>
            <a:ext cx="9814518"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grpSp>
        <p:nvGrpSpPr>
          <p:cNvPr id="99" name="Group 98">
            <a:extLst>
              <a:ext uri="{FF2B5EF4-FFF2-40B4-BE49-F238E27FC236}">
                <a16:creationId xmlns:a16="http://schemas.microsoft.com/office/drawing/2014/main" id="{9785C352-8A4C-461A-AA62-95D47605A503}"/>
              </a:ext>
            </a:extLst>
          </p:cNvPr>
          <p:cNvGrpSpPr/>
          <p:nvPr/>
        </p:nvGrpSpPr>
        <p:grpSpPr>
          <a:xfrm>
            <a:off x="6861070" y="1544571"/>
            <a:ext cx="4613463" cy="3821314"/>
            <a:chOff x="4384584" y="1551939"/>
            <a:chExt cx="4460983" cy="4265472"/>
          </a:xfrm>
        </p:grpSpPr>
        <p:sp>
          <p:nvSpPr>
            <p:cNvPr id="100" name="Oval 99">
              <a:extLst>
                <a:ext uri="{FF2B5EF4-FFF2-40B4-BE49-F238E27FC236}">
                  <a16:creationId xmlns:a16="http://schemas.microsoft.com/office/drawing/2014/main" id="{B9FF9EFF-6A19-4FB7-9AFA-C92767C0B27A}"/>
                </a:ext>
              </a:extLst>
            </p:cNvPr>
            <p:cNvSpPr/>
            <p:nvPr/>
          </p:nvSpPr>
          <p:spPr>
            <a:xfrm rot="14606332">
              <a:off x="4872991" y="4307770"/>
              <a:ext cx="1005660" cy="862177"/>
            </a:xfrm>
            <a:prstGeom prst="ellipse">
              <a:avLst/>
            </a:prstGeom>
            <a:solidFill>
              <a:schemeClr val="bg1">
                <a:lumMod val="7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01" name="Oval 100">
              <a:extLst>
                <a:ext uri="{FF2B5EF4-FFF2-40B4-BE49-F238E27FC236}">
                  <a16:creationId xmlns:a16="http://schemas.microsoft.com/office/drawing/2014/main" id="{86FE844B-5DC8-4214-B596-0D9BBE1D693B}"/>
                </a:ext>
              </a:extLst>
            </p:cNvPr>
            <p:cNvSpPr/>
            <p:nvPr/>
          </p:nvSpPr>
          <p:spPr>
            <a:xfrm rot="12020808">
              <a:off x="5613798" y="4791445"/>
              <a:ext cx="896664" cy="966981"/>
            </a:xfrm>
            <a:prstGeom prst="ellipse">
              <a:avLst/>
            </a:prstGeom>
            <a:solidFill>
              <a:schemeClr val="bg1">
                <a:lumMod val="7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02" name="Oval 101">
              <a:extLst>
                <a:ext uri="{FF2B5EF4-FFF2-40B4-BE49-F238E27FC236}">
                  <a16:creationId xmlns:a16="http://schemas.microsoft.com/office/drawing/2014/main" id="{4A4A9FAE-2814-44FC-B747-C2172B3EAEBC}"/>
                </a:ext>
              </a:extLst>
            </p:cNvPr>
            <p:cNvSpPr/>
            <p:nvPr/>
          </p:nvSpPr>
          <p:spPr>
            <a:xfrm rot="9572311">
              <a:off x="6482876" y="4803845"/>
              <a:ext cx="928694" cy="1013566"/>
            </a:xfrm>
            <a:prstGeom prst="ellipse">
              <a:avLst/>
            </a:prstGeom>
            <a:solidFill>
              <a:schemeClr val="bg1">
                <a:lumMod val="7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04" name="Oval 103">
              <a:extLst>
                <a:ext uri="{FF2B5EF4-FFF2-40B4-BE49-F238E27FC236}">
                  <a16:creationId xmlns:a16="http://schemas.microsoft.com/office/drawing/2014/main" id="{C27587E3-DA2D-491A-A3E6-14FA5D3F9D30}"/>
                </a:ext>
              </a:extLst>
            </p:cNvPr>
            <p:cNvSpPr/>
            <p:nvPr/>
          </p:nvSpPr>
          <p:spPr>
            <a:xfrm rot="7215438">
              <a:off x="7164311" y="4376628"/>
              <a:ext cx="1005660" cy="862177"/>
            </a:xfrm>
            <a:prstGeom prst="ellipse">
              <a:avLst/>
            </a:prstGeom>
            <a:solidFill>
              <a:schemeClr val="bg1">
                <a:lumMod val="7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05" name="Oval 104">
              <a:extLst>
                <a:ext uri="{FF2B5EF4-FFF2-40B4-BE49-F238E27FC236}">
                  <a16:creationId xmlns:a16="http://schemas.microsoft.com/office/drawing/2014/main" id="{23F63271-823C-4553-92BC-D50E528E5D45}"/>
                </a:ext>
              </a:extLst>
            </p:cNvPr>
            <p:cNvSpPr/>
            <p:nvPr/>
          </p:nvSpPr>
          <p:spPr>
            <a:xfrm rot="19136211">
              <a:off x="4855573" y="1686770"/>
              <a:ext cx="896664" cy="966981"/>
            </a:xfrm>
            <a:prstGeom prst="ellipse">
              <a:avLst/>
            </a:prstGeom>
            <a:solidFill>
              <a:schemeClr val="bg1">
                <a:lumMod val="6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07" name="Oval 106">
              <a:extLst>
                <a:ext uri="{FF2B5EF4-FFF2-40B4-BE49-F238E27FC236}">
                  <a16:creationId xmlns:a16="http://schemas.microsoft.com/office/drawing/2014/main" id="{F3EAE5B4-C37E-4CA1-8F21-0BFE1059287D}"/>
                </a:ext>
              </a:extLst>
            </p:cNvPr>
            <p:cNvSpPr/>
            <p:nvPr/>
          </p:nvSpPr>
          <p:spPr>
            <a:xfrm rot="16354083">
              <a:off x="4312843" y="2497716"/>
              <a:ext cx="1005660" cy="862177"/>
            </a:xfrm>
            <a:prstGeom prst="ellipse">
              <a:avLst/>
            </a:prstGeom>
            <a:solidFill>
              <a:schemeClr val="bg1">
                <a:lumMod val="6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09" name="Oval 108">
              <a:extLst>
                <a:ext uri="{FF2B5EF4-FFF2-40B4-BE49-F238E27FC236}">
                  <a16:creationId xmlns:a16="http://schemas.microsoft.com/office/drawing/2014/main" id="{1F36E46A-34E9-4131-B5F4-CD75BC5F608C}"/>
                </a:ext>
              </a:extLst>
            </p:cNvPr>
            <p:cNvSpPr/>
            <p:nvPr/>
          </p:nvSpPr>
          <p:spPr>
            <a:xfrm rot="14073591">
              <a:off x="4389684" y="3461269"/>
              <a:ext cx="1005660" cy="862177"/>
            </a:xfrm>
            <a:prstGeom prst="ellipse">
              <a:avLst/>
            </a:prstGeom>
            <a:solidFill>
              <a:schemeClr val="bg1">
                <a:lumMod val="6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10" name="Oval 109">
              <a:extLst>
                <a:ext uri="{FF2B5EF4-FFF2-40B4-BE49-F238E27FC236}">
                  <a16:creationId xmlns:a16="http://schemas.microsoft.com/office/drawing/2014/main" id="{FAC6C74E-EDA2-4A3B-82FE-51EE79B4D885}"/>
                </a:ext>
              </a:extLst>
            </p:cNvPr>
            <p:cNvSpPr/>
            <p:nvPr/>
          </p:nvSpPr>
          <p:spPr>
            <a:xfrm>
              <a:off x="5705810" y="1566649"/>
              <a:ext cx="896664" cy="966981"/>
            </a:xfrm>
            <a:prstGeom prst="ellipse">
              <a:avLst/>
            </a:prstGeom>
            <a:solidFill>
              <a:schemeClr val="tx2"/>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11" name="Oval 110">
              <a:extLst>
                <a:ext uri="{FF2B5EF4-FFF2-40B4-BE49-F238E27FC236}">
                  <a16:creationId xmlns:a16="http://schemas.microsoft.com/office/drawing/2014/main" id="{7FCF9DD1-6A97-4072-9649-D8B9BDEA9F71}"/>
                </a:ext>
              </a:extLst>
            </p:cNvPr>
            <p:cNvSpPr/>
            <p:nvPr/>
          </p:nvSpPr>
          <p:spPr>
            <a:xfrm rot="8061409">
              <a:off x="7724385" y="3599958"/>
              <a:ext cx="1005660" cy="862177"/>
            </a:xfrm>
            <a:prstGeom prst="ellipse">
              <a:avLst/>
            </a:prstGeom>
            <a:solidFill>
              <a:schemeClr val="bg1">
                <a:lumMod val="8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12" name="Oval 111">
              <a:extLst>
                <a:ext uri="{FF2B5EF4-FFF2-40B4-BE49-F238E27FC236}">
                  <a16:creationId xmlns:a16="http://schemas.microsoft.com/office/drawing/2014/main" id="{FE397887-E68C-4F52-A43C-ABD86F1ED138}"/>
                </a:ext>
              </a:extLst>
            </p:cNvPr>
            <p:cNvSpPr/>
            <p:nvPr/>
          </p:nvSpPr>
          <p:spPr>
            <a:xfrm rot="5400000">
              <a:off x="7911649" y="2676823"/>
              <a:ext cx="1005660" cy="862177"/>
            </a:xfrm>
            <a:prstGeom prst="ellipse">
              <a:avLst/>
            </a:prstGeom>
            <a:solidFill>
              <a:schemeClr val="bg1">
                <a:lumMod val="8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13" name="Oval 112">
              <a:extLst>
                <a:ext uri="{FF2B5EF4-FFF2-40B4-BE49-F238E27FC236}">
                  <a16:creationId xmlns:a16="http://schemas.microsoft.com/office/drawing/2014/main" id="{891B0671-E3C8-49F9-BC0D-89E9A23713DA}"/>
                </a:ext>
              </a:extLst>
            </p:cNvPr>
            <p:cNvSpPr/>
            <p:nvPr/>
          </p:nvSpPr>
          <p:spPr>
            <a:xfrm rot="2400054">
              <a:off x="7489123" y="1839966"/>
              <a:ext cx="896664" cy="966981"/>
            </a:xfrm>
            <a:prstGeom prst="ellipse">
              <a:avLst/>
            </a:prstGeom>
            <a:solidFill>
              <a:schemeClr val="bg1">
                <a:lumMod val="8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14" name="Oval 113">
              <a:extLst>
                <a:ext uri="{FF2B5EF4-FFF2-40B4-BE49-F238E27FC236}">
                  <a16:creationId xmlns:a16="http://schemas.microsoft.com/office/drawing/2014/main" id="{3D2C0B5B-D3DF-4800-AFF5-58041F5E380D}"/>
                </a:ext>
              </a:extLst>
            </p:cNvPr>
            <p:cNvSpPr/>
            <p:nvPr/>
          </p:nvSpPr>
          <p:spPr>
            <a:xfrm>
              <a:off x="6638492" y="1551939"/>
              <a:ext cx="896664" cy="966981"/>
            </a:xfrm>
            <a:prstGeom prst="ellipse">
              <a:avLst/>
            </a:prstGeom>
            <a:solidFill>
              <a:schemeClr val="bg1">
                <a:lumMod val="8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15" name="Flowchart: Connector 114">
              <a:extLst>
                <a:ext uri="{FF2B5EF4-FFF2-40B4-BE49-F238E27FC236}">
                  <a16:creationId xmlns:a16="http://schemas.microsoft.com/office/drawing/2014/main" id="{0504BDF0-01AA-40DB-9751-AEB2D8810299}"/>
                </a:ext>
              </a:extLst>
            </p:cNvPr>
            <p:cNvSpPr/>
            <p:nvPr/>
          </p:nvSpPr>
          <p:spPr>
            <a:xfrm>
              <a:off x="5068591" y="2151404"/>
              <a:ext cx="1980000" cy="1980000"/>
            </a:xfrm>
            <a:prstGeom prst="flowChartConnector">
              <a:avLst/>
            </a:prstGeom>
            <a:solidFill>
              <a:schemeClr val="bg1"/>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16" name="Flowchart: Connector 115">
              <a:extLst>
                <a:ext uri="{FF2B5EF4-FFF2-40B4-BE49-F238E27FC236}">
                  <a16:creationId xmlns:a16="http://schemas.microsoft.com/office/drawing/2014/main" id="{53EB2C9A-C25F-46B5-8B2F-0A14B78CE943}"/>
                </a:ext>
              </a:extLst>
            </p:cNvPr>
            <p:cNvSpPr/>
            <p:nvPr/>
          </p:nvSpPr>
          <p:spPr>
            <a:xfrm>
              <a:off x="6174277" y="2203895"/>
              <a:ext cx="1980000" cy="1980000"/>
            </a:xfrm>
            <a:prstGeom prst="flowChartConnector">
              <a:avLst/>
            </a:prstGeom>
            <a:solidFill>
              <a:schemeClr val="bg1"/>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17" name="Flowchart: Connector 116">
              <a:extLst>
                <a:ext uri="{FF2B5EF4-FFF2-40B4-BE49-F238E27FC236}">
                  <a16:creationId xmlns:a16="http://schemas.microsoft.com/office/drawing/2014/main" id="{062FB335-2F5C-4C88-B5F7-F9BB2DF252FE}"/>
                </a:ext>
              </a:extLst>
            </p:cNvPr>
            <p:cNvSpPr/>
            <p:nvPr/>
          </p:nvSpPr>
          <p:spPr>
            <a:xfrm>
              <a:off x="5542017" y="3150795"/>
              <a:ext cx="1980000" cy="1980000"/>
            </a:xfrm>
            <a:prstGeom prst="flowChartConnector">
              <a:avLst/>
            </a:prstGeom>
            <a:solidFill>
              <a:schemeClr val="bg1"/>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pic>
          <p:nvPicPr>
            <p:cNvPr id="118" name="Picture 100">
              <a:extLst>
                <a:ext uri="{FF2B5EF4-FFF2-40B4-BE49-F238E27FC236}">
                  <a16:creationId xmlns:a16="http://schemas.microsoft.com/office/drawing/2014/main" id="{DA6C792D-FCBA-47F9-A32B-612E37C38643}"/>
                </a:ext>
              </a:extLst>
            </p:cNvPr>
            <p:cNvPicPr>
              <a:picLocks noChangeArrowheads="1"/>
            </p:cNvPicPr>
            <p:nvPr/>
          </p:nvPicPr>
          <p:blipFill>
            <a:blip r:embed="rId6" cstate="email">
              <a:alphaModFix amt="60000"/>
              <a:extLst>
                <a:ext uri="{28A0092B-C50C-407E-A947-70E740481C1C}">
                  <a14:useLocalDpi xmlns:a14="http://schemas.microsoft.com/office/drawing/2010/main"/>
                </a:ext>
              </a:extLst>
            </a:blip>
            <a:srcRect/>
            <a:stretch>
              <a:fillRect/>
            </a:stretch>
          </p:blipFill>
          <p:spPr>
            <a:xfrm>
              <a:off x="6145948" y="3099654"/>
              <a:ext cx="299580" cy="584136"/>
            </a:xfrm>
            <a:prstGeom prst="rect">
              <a:avLst/>
            </a:prstGeom>
            <a:noFill/>
            <a:effectLst/>
          </p:spPr>
        </p:pic>
        <p:sp>
          <p:nvSpPr>
            <p:cNvPr id="119" name="Freeform 101">
              <a:extLst>
                <a:ext uri="{FF2B5EF4-FFF2-40B4-BE49-F238E27FC236}">
                  <a16:creationId xmlns:a16="http://schemas.microsoft.com/office/drawing/2014/main" id="{7EE5F71A-CDDD-44CD-B363-4EAFE7DE064F}"/>
                </a:ext>
              </a:extLst>
            </p:cNvPr>
            <p:cNvSpPr/>
            <p:nvPr/>
          </p:nvSpPr>
          <p:spPr>
            <a:xfrm>
              <a:off x="5644698" y="3412629"/>
              <a:ext cx="1923083" cy="1748916"/>
            </a:xfrm>
            <a:custGeom>
              <a:avLst/>
              <a:gdLst/>
              <a:ahLst/>
              <a:cxnLst/>
              <a:rect l="0" t="0" r="0" b="0"/>
              <a:pathLst>
                <a:path w="1923083" h="1748916">
                  <a:moveTo>
                    <a:pt x="1699475" y="330860"/>
                  </a:moveTo>
                  <a:cubicBezTo>
                    <a:pt x="1628597" y="192646"/>
                    <a:pt x="1526413" y="80988"/>
                    <a:pt x="1406055" y="0"/>
                  </a:cubicBezTo>
                  <a:lnTo>
                    <a:pt x="1043495" y="538771"/>
                  </a:lnTo>
                  <a:lnTo>
                    <a:pt x="1039863" y="538593"/>
                  </a:lnTo>
                  <a:cubicBezTo>
                    <a:pt x="1068095" y="557059"/>
                    <a:pt x="1098092" y="585253"/>
                    <a:pt x="1120038" y="628027"/>
                  </a:cubicBezTo>
                  <a:cubicBezTo>
                    <a:pt x="1158862" y="703719"/>
                    <a:pt x="1145882" y="773340"/>
                    <a:pt x="1134681" y="808087"/>
                  </a:cubicBezTo>
                  <a:cubicBezTo>
                    <a:pt x="1123492" y="842847"/>
                    <a:pt x="1093419" y="906957"/>
                    <a:pt x="1017727" y="945781"/>
                  </a:cubicBezTo>
                  <a:cubicBezTo>
                    <a:pt x="942022" y="984605"/>
                    <a:pt x="872426" y="971613"/>
                    <a:pt x="837666" y="960424"/>
                  </a:cubicBezTo>
                  <a:cubicBezTo>
                    <a:pt x="802906" y="949222"/>
                    <a:pt x="738797" y="919149"/>
                    <a:pt x="699986" y="843457"/>
                  </a:cubicBezTo>
                  <a:cubicBezTo>
                    <a:pt x="661162" y="767765"/>
                    <a:pt x="674141" y="698156"/>
                    <a:pt x="685330" y="663409"/>
                  </a:cubicBezTo>
                  <a:cubicBezTo>
                    <a:pt x="696455" y="628865"/>
                    <a:pt x="725525" y="565721"/>
                    <a:pt x="800176" y="526846"/>
                  </a:cubicBezTo>
                  <a:lnTo>
                    <a:pt x="799401" y="527202"/>
                  </a:lnTo>
                  <a:lnTo>
                    <a:pt x="799350" y="527113"/>
                  </a:lnTo>
                  <a:cubicBezTo>
                    <a:pt x="555307" y="650595"/>
                    <a:pt x="276961" y="650214"/>
                    <a:pt x="42380" y="547229"/>
                  </a:cubicBezTo>
                  <a:cubicBezTo>
                    <a:pt x="0" y="741222"/>
                    <a:pt x="22504" y="950340"/>
                    <a:pt x="120180" y="1140815"/>
                  </a:cubicBezTo>
                  <a:cubicBezTo>
                    <a:pt x="343789" y="1576818"/>
                    <a:pt x="878700" y="1748916"/>
                    <a:pt x="1314716" y="1525307"/>
                  </a:cubicBezTo>
                  <a:cubicBezTo>
                    <a:pt x="1750719" y="1301698"/>
                    <a:pt x="1923083" y="766876"/>
                    <a:pt x="1699475" y="330860"/>
                  </a:cubicBezTo>
                </a:path>
              </a:pathLst>
            </a:custGeom>
            <a:solidFill>
              <a:srgbClr val="6D6E6E">
                <a:alpha val="100000"/>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U" sz="1800" b="0" i="0" u="none" strike="noStrike" kern="1200" cap="none" spc="0" normalizeH="0" baseline="0" noProof="0">
                <a:ln>
                  <a:noFill/>
                </a:ln>
                <a:solidFill>
                  <a:prstClr val="white"/>
                </a:solidFill>
                <a:effectLst/>
                <a:uLnTx/>
                <a:uFillTx/>
                <a:latin typeface="Arial "/>
                <a:ea typeface="+mn-ea"/>
                <a:cs typeface="+mn-cs"/>
              </a:endParaRPr>
            </a:p>
          </p:txBody>
        </p:sp>
        <p:sp>
          <p:nvSpPr>
            <p:cNvPr id="120" name="Freeform 102">
              <a:extLst>
                <a:ext uri="{FF2B5EF4-FFF2-40B4-BE49-F238E27FC236}">
                  <a16:creationId xmlns:a16="http://schemas.microsoft.com/office/drawing/2014/main" id="{0D01883E-3F87-4FCF-BDB7-94F8E3DD0346}"/>
                </a:ext>
              </a:extLst>
            </p:cNvPr>
            <p:cNvSpPr/>
            <p:nvPr/>
          </p:nvSpPr>
          <p:spPr>
            <a:xfrm>
              <a:off x="5031182" y="2184465"/>
              <a:ext cx="1610270" cy="1974328"/>
            </a:xfrm>
            <a:custGeom>
              <a:avLst/>
              <a:gdLst/>
              <a:ahLst/>
              <a:cxnLst/>
              <a:rect l="0" t="0" r="0" b="0"/>
              <a:pathLst>
                <a:path w="1610270" h="1974328">
                  <a:moveTo>
                    <a:pt x="1118920" y="1174216"/>
                  </a:moveTo>
                  <a:cubicBezTo>
                    <a:pt x="1043965" y="1211871"/>
                    <a:pt x="975576" y="1198854"/>
                    <a:pt x="941108" y="1187754"/>
                  </a:cubicBezTo>
                  <a:cubicBezTo>
                    <a:pt x="906348" y="1176565"/>
                    <a:pt x="842429" y="1146403"/>
                    <a:pt x="803605" y="1070699"/>
                  </a:cubicBezTo>
                  <a:cubicBezTo>
                    <a:pt x="764781" y="995007"/>
                    <a:pt x="777849" y="925347"/>
                    <a:pt x="789038" y="890587"/>
                  </a:cubicBezTo>
                  <a:cubicBezTo>
                    <a:pt x="800239" y="855840"/>
                    <a:pt x="830351" y="791705"/>
                    <a:pt x="906056" y="752894"/>
                  </a:cubicBezTo>
                  <a:cubicBezTo>
                    <a:pt x="981748" y="714070"/>
                    <a:pt x="1051382" y="727037"/>
                    <a:pt x="1086129" y="738225"/>
                  </a:cubicBezTo>
                  <a:cubicBezTo>
                    <a:pt x="1120888" y="749414"/>
                    <a:pt x="1185010" y="779488"/>
                    <a:pt x="1223822" y="855192"/>
                  </a:cubicBezTo>
                  <a:cubicBezTo>
                    <a:pt x="1243837" y="894220"/>
                    <a:pt x="1250072" y="931608"/>
                    <a:pt x="1249895" y="963460"/>
                  </a:cubicBezTo>
                  <a:lnTo>
                    <a:pt x="1251749" y="960463"/>
                  </a:lnTo>
                  <a:lnTo>
                    <a:pt x="1251774" y="960463"/>
                  </a:lnTo>
                  <a:cubicBezTo>
                    <a:pt x="1269122" y="705447"/>
                    <a:pt x="1396338" y="463296"/>
                    <a:pt x="1610270" y="305829"/>
                  </a:cubicBezTo>
                  <a:cubicBezTo>
                    <a:pt x="1344560" y="64694"/>
                    <a:pt x="947077" y="0"/>
                    <a:pt x="608927" y="173431"/>
                  </a:cubicBezTo>
                  <a:cubicBezTo>
                    <a:pt x="172923" y="397040"/>
                    <a:pt x="0" y="932129"/>
                    <a:pt x="223621" y="1368157"/>
                  </a:cubicBezTo>
                  <a:cubicBezTo>
                    <a:pt x="446481" y="1802700"/>
                    <a:pt x="979983" y="1974328"/>
                    <a:pt x="1412874" y="1755279"/>
                  </a:cubicBezTo>
                  <a:lnTo>
                    <a:pt x="1116482" y="1177352"/>
                  </a:lnTo>
                  <a:close/>
                  <a:moveTo>
                    <a:pt x="1118920" y="1174216"/>
                  </a:moveTo>
                </a:path>
              </a:pathLst>
            </a:custGeom>
            <a:solidFill>
              <a:schemeClr val="bg1">
                <a:lumMod val="6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U" sz="1800" b="0" i="0" u="none" strike="noStrike" kern="1200" cap="none" spc="0" normalizeH="0" baseline="0" noProof="0">
                <a:ln>
                  <a:noFill/>
                </a:ln>
                <a:solidFill>
                  <a:prstClr val="white"/>
                </a:solidFill>
                <a:effectLst/>
                <a:uLnTx/>
                <a:uFillTx/>
                <a:latin typeface="Arial "/>
                <a:ea typeface="+mn-ea"/>
                <a:cs typeface="+mn-cs"/>
              </a:endParaRPr>
            </a:p>
          </p:txBody>
        </p:sp>
        <p:sp>
          <p:nvSpPr>
            <p:cNvPr id="121" name="Freeform 103">
              <a:extLst>
                <a:ext uri="{FF2B5EF4-FFF2-40B4-BE49-F238E27FC236}">
                  <a16:creationId xmlns:a16="http://schemas.microsoft.com/office/drawing/2014/main" id="{072C5E90-9401-4AB7-9929-F3D1C3C01CAE}"/>
                </a:ext>
              </a:extLst>
            </p:cNvPr>
            <p:cNvSpPr/>
            <p:nvPr/>
          </p:nvSpPr>
          <p:spPr>
            <a:xfrm>
              <a:off x="6282232" y="2191235"/>
              <a:ext cx="1899119" cy="1858911"/>
            </a:xfrm>
            <a:custGeom>
              <a:avLst/>
              <a:gdLst/>
              <a:ahLst/>
              <a:cxnLst/>
              <a:rect l="0" t="0" r="0" b="0"/>
              <a:pathLst>
                <a:path w="1899119" h="1858911">
                  <a:moveTo>
                    <a:pt x="650011" y="988009"/>
                  </a:moveTo>
                  <a:cubicBezTo>
                    <a:pt x="654405" y="968045"/>
                    <a:pt x="656856" y="952932"/>
                    <a:pt x="660678" y="941096"/>
                  </a:cubicBezTo>
                  <a:cubicBezTo>
                    <a:pt x="671867" y="906336"/>
                    <a:pt x="702296" y="842048"/>
                    <a:pt x="777988" y="803224"/>
                  </a:cubicBezTo>
                  <a:cubicBezTo>
                    <a:pt x="853693" y="764413"/>
                    <a:pt x="923480" y="777291"/>
                    <a:pt x="958240" y="788480"/>
                  </a:cubicBezTo>
                  <a:cubicBezTo>
                    <a:pt x="992999" y="799681"/>
                    <a:pt x="1057198" y="829704"/>
                    <a:pt x="1096009" y="905396"/>
                  </a:cubicBezTo>
                  <a:cubicBezTo>
                    <a:pt x="1134833" y="981101"/>
                    <a:pt x="1121892" y="1050683"/>
                    <a:pt x="1110703" y="1085443"/>
                  </a:cubicBezTo>
                  <a:cubicBezTo>
                    <a:pt x="1099514" y="1120190"/>
                    <a:pt x="1069453" y="1184287"/>
                    <a:pt x="993761" y="1223111"/>
                  </a:cubicBezTo>
                  <a:cubicBezTo>
                    <a:pt x="918069" y="1261922"/>
                    <a:pt x="847749" y="1249311"/>
                    <a:pt x="812990" y="1238122"/>
                  </a:cubicBezTo>
                  <a:cubicBezTo>
                    <a:pt x="801140" y="1234312"/>
                    <a:pt x="787463" y="1227480"/>
                    <a:pt x="768679" y="1219402"/>
                  </a:cubicBezTo>
                  <a:lnTo>
                    <a:pt x="768781" y="1219593"/>
                  </a:lnTo>
                  <a:lnTo>
                    <a:pt x="718997" y="1294282"/>
                  </a:lnTo>
                  <a:lnTo>
                    <a:pt x="768159" y="1221574"/>
                  </a:lnTo>
                  <a:cubicBezTo>
                    <a:pt x="888517" y="1302575"/>
                    <a:pt x="990879" y="1414132"/>
                    <a:pt x="1061770" y="1552358"/>
                  </a:cubicBezTo>
                  <a:cubicBezTo>
                    <a:pt x="1112392" y="1651075"/>
                    <a:pt x="1142758" y="1754822"/>
                    <a:pt x="1154340" y="1858911"/>
                  </a:cubicBezTo>
                  <a:cubicBezTo>
                    <a:pt x="1200594" y="1844179"/>
                    <a:pt x="1246288" y="1825434"/>
                    <a:pt x="1290916" y="1802561"/>
                  </a:cubicBezTo>
                  <a:cubicBezTo>
                    <a:pt x="1726920" y="1578952"/>
                    <a:pt x="1899119" y="1044206"/>
                    <a:pt x="1675510" y="608203"/>
                  </a:cubicBezTo>
                  <a:cubicBezTo>
                    <a:pt x="1451914" y="172187"/>
                    <a:pt x="917193" y="0"/>
                    <a:pt x="481178" y="223609"/>
                  </a:cubicBezTo>
                  <a:cubicBezTo>
                    <a:pt x="193866" y="370967"/>
                    <a:pt x="20422" y="653796"/>
                    <a:pt x="0" y="954062"/>
                  </a:cubicBezTo>
                  <a:lnTo>
                    <a:pt x="649910" y="987819"/>
                  </a:lnTo>
                  <a:close/>
                  <a:moveTo>
                    <a:pt x="650011" y="988009"/>
                  </a:moveTo>
                </a:path>
              </a:pathLst>
            </a:custGeom>
            <a:solidFill>
              <a:schemeClr val="bg1">
                <a:lumMod val="8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U" sz="1800" b="0" i="0" u="none" strike="noStrike" kern="1200" cap="none" spc="0" normalizeH="0" baseline="0" noProof="0">
                <a:ln>
                  <a:noFill/>
                </a:ln>
                <a:solidFill>
                  <a:prstClr val="white"/>
                </a:solidFill>
                <a:effectLst/>
                <a:uLnTx/>
                <a:uFillTx/>
                <a:latin typeface="Arial "/>
                <a:ea typeface="+mn-ea"/>
                <a:cs typeface="+mn-cs"/>
              </a:endParaRPr>
            </a:p>
          </p:txBody>
        </p:sp>
        <p:sp>
          <p:nvSpPr>
            <p:cNvPr id="122" name="Freeform 104">
              <a:extLst>
                <a:ext uri="{FF2B5EF4-FFF2-40B4-BE49-F238E27FC236}">
                  <a16:creationId xmlns:a16="http://schemas.microsoft.com/office/drawing/2014/main" id="{C4C63E91-05F1-409B-BFC1-79104C62495A}"/>
                </a:ext>
              </a:extLst>
            </p:cNvPr>
            <p:cNvSpPr/>
            <p:nvPr/>
          </p:nvSpPr>
          <p:spPr>
            <a:xfrm>
              <a:off x="6212045" y="2316889"/>
              <a:ext cx="1783397" cy="1843823"/>
            </a:xfrm>
            <a:custGeom>
              <a:avLst/>
              <a:gdLst/>
              <a:ahLst/>
              <a:cxnLst/>
              <a:rect l="0" t="0" r="0" b="0"/>
              <a:pathLst>
                <a:path w="1783397" h="1843823">
                  <a:moveTo>
                    <a:pt x="1173937" y="982497"/>
                  </a:moveTo>
                  <a:cubicBezTo>
                    <a:pt x="1163714" y="1000226"/>
                    <a:pt x="1156818" y="1013866"/>
                    <a:pt x="1149604" y="1024013"/>
                  </a:cubicBezTo>
                  <a:cubicBezTo>
                    <a:pt x="1128446" y="1053769"/>
                    <a:pt x="1080021" y="1105877"/>
                    <a:pt x="996150" y="1120037"/>
                  </a:cubicBezTo>
                  <a:cubicBezTo>
                    <a:pt x="912267" y="1134211"/>
                    <a:pt x="849618" y="1100860"/>
                    <a:pt x="819862" y="1079702"/>
                  </a:cubicBezTo>
                  <a:cubicBezTo>
                    <a:pt x="790093" y="1058544"/>
                    <a:pt x="737959" y="1010551"/>
                    <a:pt x="723799" y="926668"/>
                  </a:cubicBezTo>
                  <a:cubicBezTo>
                    <a:pt x="709625" y="842785"/>
                    <a:pt x="742950" y="780352"/>
                    <a:pt x="764108" y="750583"/>
                  </a:cubicBezTo>
                  <a:cubicBezTo>
                    <a:pt x="785267" y="720827"/>
                    <a:pt x="833273" y="668795"/>
                    <a:pt x="917144" y="654634"/>
                  </a:cubicBezTo>
                  <a:cubicBezTo>
                    <a:pt x="1001027" y="640448"/>
                    <a:pt x="1064260" y="673710"/>
                    <a:pt x="1094029" y="694868"/>
                  </a:cubicBezTo>
                  <a:cubicBezTo>
                    <a:pt x="1104164" y="702069"/>
                    <a:pt x="1115149" y="712699"/>
                    <a:pt x="1130618" y="726084"/>
                  </a:cubicBezTo>
                  <a:lnTo>
                    <a:pt x="1130580" y="725869"/>
                  </a:lnTo>
                  <a:lnTo>
                    <a:pt x="1200594" y="669684"/>
                  </a:lnTo>
                  <a:lnTo>
                    <a:pt x="1131774" y="724167"/>
                  </a:lnTo>
                  <a:cubicBezTo>
                    <a:pt x="1041464" y="610629"/>
                    <a:pt x="977545" y="473380"/>
                    <a:pt x="951662" y="320218"/>
                  </a:cubicBezTo>
                  <a:cubicBezTo>
                    <a:pt x="933184" y="210807"/>
                    <a:pt x="935546" y="102743"/>
                    <a:pt x="955917" y="0"/>
                  </a:cubicBezTo>
                  <a:cubicBezTo>
                    <a:pt x="907390" y="89"/>
                    <a:pt x="858152" y="4166"/>
                    <a:pt x="808711" y="12522"/>
                  </a:cubicBezTo>
                  <a:cubicBezTo>
                    <a:pt x="325539" y="94133"/>
                    <a:pt x="0" y="551980"/>
                    <a:pt x="81623" y="1035151"/>
                  </a:cubicBezTo>
                  <a:cubicBezTo>
                    <a:pt x="163233" y="1518297"/>
                    <a:pt x="621068" y="1843823"/>
                    <a:pt x="1104227" y="1762213"/>
                  </a:cubicBezTo>
                  <a:cubicBezTo>
                    <a:pt x="1422615" y="1708428"/>
                    <a:pt x="1673313" y="1491119"/>
                    <a:pt x="1783397" y="1211008"/>
                  </a:cubicBezTo>
                  <a:lnTo>
                    <a:pt x="1173962" y="982712"/>
                  </a:lnTo>
                  <a:close/>
                  <a:moveTo>
                    <a:pt x="1173937" y="982497"/>
                  </a:moveTo>
                </a:path>
              </a:pathLst>
            </a:custGeom>
            <a:solidFill>
              <a:schemeClr val="bg1">
                <a:lumMod val="8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U" sz="1800" b="0" i="0" u="none" strike="noStrike" kern="1200" cap="none" spc="0" normalizeH="0" baseline="0" noProof="0">
                <a:ln>
                  <a:noFill/>
                </a:ln>
                <a:solidFill>
                  <a:prstClr val="white"/>
                </a:solidFill>
                <a:effectLst/>
                <a:uLnTx/>
                <a:uFillTx/>
                <a:latin typeface="Arial "/>
                <a:ea typeface="+mn-ea"/>
                <a:cs typeface="+mn-cs"/>
              </a:endParaRPr>
            </a:p>
          </p:txBody>
        </p:sp>
        <p:sp>
          <p:nvSpPr>
            <p:cNvPr id="123" name="Freeform 105">
              <a:extLst>
                <a:ext uri="{FF2B5EF4-FFF2-40B4-BE49-F238E27FC236}">
                  <a16:creationId xmlns:a16="http://schemas.microsoft.com/office/drawing/2014/main" id="{E10DA68D-92EB-46E7-8B5C-8F7E64E50C64}"/>
                </a:ext>
              </a:extLst>
            </p:cNvPr>
            <p:cNvSpPr/>
            <p:nvPr/>
          </p:nvSpPr>
          <p:spPr>
            <a:xfrm>
              <a:off x="5644698" y="3412629"/>
              <a:ext cx="1923083" cy="1748916"/>
            </a:xfrm>
            <a:custGeom>
              <a:avLst/>
              <a:gdLst/>
              <a:ahLst/>
              <a:cxnLst/>
              <a:rect l="0" t="0" r="0" b="0"/>
              <a:pathLst>
                <a:path w="1923083" h="1748916">
                  <a:moveTo>
                    <a:pt x="1699475" y="330860"/>
                  </a:moveTo>
                  <a:cubicBezTo>
                    <a:pt x="1628597" y="192646"/>
                    <a:pt x="1526413" y="80988"/>
                    <a:pt x="1406055" y="0"/>
                  </a:cubicBezTo>
                  <a:lnTo>
                    <a:pt x="1043495" y="538771"/>
                  </a:lnTo>
                  <a:lnTo>
                    <a:pt x="1039863" y="538593"/>
                  </a:lnTo>
                  <a:cubicBezTo>
                    <a:pt x="1068095" y="557059"/>
                    <a:pt x="1098092" y="585253"/>
                    <a:pt x="1120038" y="628027"/>
                  </a:cubicBezTo>
                  <a:cubicBezTo>
                    <a:pt x="1158862" y="703719"/>
                    <a:pt x="1145882" y="773340"/>
                    <a:pt x="1134681" y="808087"/>
                  </a:cubicBezTo>
                  <a:cubicBezTo>
                    <a:pt x="1123492" y="842847"/>
                    <a:pt x="1093419" y="906957"/>
                    <a:pt x="1017727" y="945781"/>
                  </a:cubicBezTo>
                  <a:cubicBezTo>
                    <a:pt x="942022" y="984605"/>
                    <a:pt x="872426" y="971613"/>
                    <a:pt x="837666" y="960424"/>
                  </a:cubicBezTo>
                  <a:cubicBezTo>
                    <a:pt x="802906" y="949222"/>
                    <a:pt x="738797" y="919149"/>
                    <a:pt x="699986" y="843457"/>
                  </a:cubicBezTo>
                  <a:cubicBezTo>
                    <a:pt x="661162" y="767765"/>
                    <a:pt x="674141" y="698156"/>
                    <a:pt x="685330" y="663409"/>
                  </a:cubicBezTo>
                  <a:cubicBezTo>
                    <a:pt x="696455" y="628865"/>
                    <a:pt x="725525" y="565721"/>
                    <a:pt x="800176" y="526846"/>
                  </a:cubicBezTo>
                  <a:lnTo>
                    <a:pt x="799401" y="527202"/>
                  </a:lnTo>
                  <a:lnTo>
                    <a:pt x="799350" y="527113"/>
                  </a:lnTo>
                  <a:cubicBezTo>
                    <a:pt x="555307" y="650595"/>
                    <a:pt x="276961" y="650214"/>
                    <a:pt x="42380" y="547229"/>
                  </a:cubicBezTo>
                  <a:cubicBezTo>
                    <a:pt x="0" y="741222"/>
                    <a:pt x="22504" y="950340"/>
                    <a:pt x="120180" y="1140815"/>
                  </a:cubicBezTo>
                  <a:cubicBezTo>
                    <a:pt x="343789" y="1576818"/>
                    <a:pt x="878700" y="1748916"/>
                    <a:pt x="1314716" y="1525307"/>
                  </a:cubicBezTo>
                  <a:cubicBezTo>
                    <a:pt x="1750719" y="1301698"/>
                    <a:pt x="1923083" y="766876"/>
                    <a:pt x="1699475" y="330860"/>
                  </a:cubicBezTo>
                </a:path>
              </a:pathLst>
            </a:custGeom>
            <a:solidFill>
              <a:schemeClr val="bg1">
                <a:lumMod val="7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U" sz="1800" b="0" i="0" u="none" strike="noStrike" kern="1200" cap="none" spc="0" normalizeH="0" baseline="0" noProof="0">
                <a:ln>
                  <a:noFill/>
                </a:ln>
                <a:solidFill>
                  <a:prstClr val="white"/>
                </a:solidFill>
                <a:effectLst/>
                <a:uLnTx/>
                <a:uFillTx/>
                <a:latin typeface="Arial "/>
                <a:ea typeface="+mn-ea"/>
                <a:cs typeface="+mn-cs"/>
              </a:endParaRPr>
            </a:p>
          </p:txBody>
        </p:sp>
        <p:pic>
          <p:nvPicPr>
            <p:cNvPr id="124" name="Picture 107">
              <a:extLst>
                <a:ext uri="{FF2B5EF4-FFF2-40B4-BE49-F238E27FC236}">
                  <a16:creationId xmlns:a16="http://schemas.microsoft.com/office/drawing/2014/main" id="{A6EE8D29-C8E2-476F-9B55-CAC475C119A5}"/>
                </a:ext>
              </a:extLst>
            </p:cNvPr>
            <p:cNvPicPr>
              <a:picLocks noChangeArrowheads="1"/>
            </p:cNvPicPr>
            <p:nvPr/>
          </p:nvPicPr>
          <p:blipFill>
            <a:blip r:embed="rId7" cstate="screen">
              <a:alphaModFix amt="60000"/>
              <a:extLst>
                <a:ext uri="{28A0092B-C50C-407E-A947-70E740481C1C}">
                  <a14:useLocalDpi xmlns:a14="http://schemas.microsoft.com/office/drawing/2010/main"/>
                </a:ext>
              </a:extLst>
            </a:blip>
            <a:srcRect/>
            <a:stretch>
              <a:fillRect/>
            </a:stretch>
          </p:blipFill>
          <p:spPr>
            <a:xfrm>
              <a:off x="6430822" y="3939835"/>
              <a:ext cx="13296" cy="13068"/>
            </a:xfrm>
            <a:prstGeom prst="rect">
              <a:avLst/>
            </a:prstGeom>
            <a:noFill/>
            <a:effectLst/>
          </p:spPr>
        </p:pic>
        <p:pic>
          <p:nvPicPr>
            <p:cNvPr id="125" name="Picture 108">
              <a:extLst>
                <a:ext uri="{FF2B5EF4-FFF2-40B4-BE49-F238E27FC236}">
                  <a16:creationId xmlns:a16="http://schemas.microsoft.com/office/drawing/2014/main" id="{4E667803-4209-4D02-BC9F-9743C7D3437F}"/>
                </a:ext>
              </a:extLst>
            </p:cNvPr>
            <p:cNvPicPr>
              <a:picLocks noChangeArrowheads="1"/>
            </p:cNvPicPr>
            <p:nvPr/>
          </p:nvPicPr>
          <p:blipFill>
            <a:blip r:embed="rId8">
              <a:alphaModFix amt="60000"/>
              <a:extLst>
                <a:ext uri="{28A0092B-C50C-407E-A947-70E740481C1C}">
                  <a14:useLocalDpi xmlns:a14="http://schemas.microsoft.com/office/drawing/2010/main"/>
                </a:ext>
              </a:extLst>
            </a:blip>
            <a:srcRect/>
            <a:stretch>
              <a:fillRect/>
            </a:stretch>
          </p:blipFill>
          <p:spPr>
            <a:xfrm>
              <a:off x="6281127" y="2436549"/>
              <a:ext cx="361226" cy="719315"/>
            </a:xfrm>
            <a:prstGeom prst="rect">
              <a:avLst/>
            </a:prstGeom>
            <a:noFill/>
            <a:effectLst/>
          </p:spPr>
        </p:pic>
        <p:pic>
          <p:nvPicPr>
            <p:cNvPr id="126" name="Picture 109">
              <a:extLst>
                <a:ext uri="{FF2B5EF4-FFF2-40B4-BE49-F238E27FC236}">
                  <a16:creationId xmlns:a16="http://schemas.microsoft.com/office/drawing/2014/main" id="{3992437C-41CF-4617-A008-4A6C5C1EFBC8}"/>
                </a:ext>
              </a:extLst>
            </p:cNvPr>
            <p:cNvPicPr>
              <a:picLocks noChangeArrowheads="1"/>
            </p:cNvPicPr>
            <p:nvPr/>
          </p:nvPicPr>
          <p:blipFill>
            <a:blip r:embed="rId9">
              <a:alphaModFix amt="60000"/>
              <a:extLst>
                <a:ext uri="{28A0092B-C50C-407E-A947-70E740481C1C}">
                  <a14:useLocalDpi xmlns:a14="http://schemas.microsoft.com/office/drawing/2010/main"/>
                </a:ext>
              </a:extLst>
            </a:blip>
            <a:srcRect/>
            <a:stretch>
              <a:fillRect/>
            </a:stretch>
          </p:blipFill>
          <p:spPr>
            <a:xfrm>
              <a:off x="6281127" y="3142478"/>
              <a:ext cx="12750" cy="13386"/>
            </a:xfrm>
            <a:prstGeom prst="rect">
              <a:avLst/>
            </a:prstGeom>
            <a:noFill/>
            <a:effectLst/>
          </p:spPr>
        </p:pic>
        <p:pic>
          <p:nvPicPr>
            <p:cNvPr id="127" name="Picture 112">
              <a:extLst>
                <a:ext uri="{FF2B5EF4-FFF2-40B4-BE49-F238E27FC236}">
                  <a16:creationId xmlns:a16="http://schemas.microsoft.com/office/drawing/2014/main" id="{5F483CAE-8ACA-4DDB-B5F0-F3B7D51AF432}"/>
                </a:ext>
              </a:extLst>
            </p:cNvPr>
            <p:cNvPicPr>
              <a:picLocks noChangeArrowheads="1"/>
            </p:cNvPicPr>
            <p:nvPr/>
          </p:nvPicPr>
          <p:blipFill>
            <a:blip r:embed="rId10" cstate="email">
              <a:alphaModFix amt="60000"/>
              <a:extLst>
                <a:ext uri="{28A0092B-C50C-407E-A947-70E740481C1C}">
                  <a14:useLocalDpi xmlns:a14="http://schemas.microsoft.com/office/drawing/2010/main"/>
                </a:ext>
              </a:extLst>
            </a:blip>
            <a:srcRect/>
            <a:stretch>
              <a:fillRect/>
            </a:stretch>
          </p:blipFill>
          <p:spPr>
            <a:xfrm>
              <a:off x="6774852" y="3500199"/>
              <a:ext cx="496782" cy="602669"/>
            </a:xfrm>
            <a:prstGeom prst="rect">
              <a:avLst/>
            </a:prstGeom>
            <a:noFill/>
            <a:effectLst/>
          </p:spPr>
        </p:pic>
        <p:pic>
          <p:nvPicPr>
            <p:cNvPr id="130" name="Picture 113">
              <a:extLst>
                <a:ext uri="{FF2B5EF4-FFF2-40B4-BE49-F238E27FC236}">
                  <a16:creationId xmlns:a16="http://schemas.microsoft.com/office/drawing/2014/main" id="{F55F1385-4A0A-4795-9F0C-8B01F7A0AF82}"/>
                </a:ext>
              </a:extLst>
            </p:cNvPr>
            <p:cNvPicPr>
              <a:picLocks noChangeArrowheads="1"/>
            </p:cNvPicPr>
            <p:nvPr/>
          </p:nvPicPr>
          <p:blipFill>
            <a:blip r:embed="rId11">
              <a:alphaModFix amt="60000"/>
              <a:extLst>
                <a:ext uri="{28A0092B-C50C-407E-A947-70E740481C1C}">
                  <a14:useLocalDpi xmlns:a14="http://schemas.microsoft.com/office/drawing/2010/main"/>
                </a:ext>
              </a:extLst>
            </a:blip>
            <a:srcRect/>
            <a:stretch>
              <a:fillRect/>
            </a:stretch>
          </p:blipFill>
          <p:spPr>
            <a:xfrm>
              <a:off x="6811238" y="4170175"/>
              <a:ext cx="25996" cy="13093"/>
            </a:xfrm>
            <a:prstGeom prst="rect">
              <a:avLst/>
            </a:prstGeom>
            <a:noFill/>
            <a:effectLst/>
          </p:spPr>
        </p:pic>
        <p:pic>
          <p:nvPicPr>
            <p:cNvPr id="131" name="Picture 114">
              <a:extLst>
                <a:ext uri="{FF2B5EF4-FFF2-40B4-BE49-F238E27FC236}">
                  <a16:creationId xmlns:a16="http://schemas.microsoft.com/office/drawing/2014/main" id="{7DF2B72B-AAFD-4E33-8828-0546B4ADDCB2}"/>
                </a:ext>
              </a:extLst>
            </p:cNvPr>
            <p:cNvPicPr>
              <a:picLocks noChangeArrowheads="1"/>
            </p:cNvPicPr>
            <p:nvPr/>
          </p:nvPicPr>
          <p:blipFill>
            <a:blip r:embed="rId12" cstate="email">
              <a:alphaModFix amt="77000"/>
              <a:extLst>
                <a:ext uri="{28A0092B-C50C-407E-A947-70E740481C1C}">
                  <a14:useLocalDpi xmlns:a14="http://schemas.microsoft.com/office/drawing/2010/main"/>
                </a:ext>
              </a:extLst>
            </a:blip>
            <a:srcRect/>
            <a:stretch>
              <a:fillRect/>
            </a:stretch>
          </p:blipFill>
          <p:spPr>
            <a:xfrm>
              <a:off x="5938469" y="3370811"/>
              <a:ext cx="315772" cy="651843"/>
            </a:xfrm>
            <a:prstGeom prst="rect">
              <a:avLst/>
            </a:prstGeom>
            <a:noFill/>
            <a:effectLst/>
          </p:spPr>
        </p:pic>
        <p:pic>
          <p:nvPicPr>
            <p:cNvPr id="132" name="Picture 115">
              <a:extLst>
                <a:ext uri="{FF2B5EF4-FFF2-40B4-BE49-F238E27FC236}">
                  <a16:creationId xmlns:a16="http://schemas.microsoft.com/office/drawing/2014/main" id="{99A9DD73-EC20-4FBE-93C0-A91897345167}"/>
                </a:ext>
              </a:extLst>
            </p:cNvPr>
            <p:cNvPicPr>
              <a:picLocks noChangeArrowheads="1"/>
            </p:cNvPicPr>
            <p:nvPr/>
          </p:nvPicPr>
          <p:blipFill>
            <a:blip r:embed="rId9">
              <a:alphaModFix amt="77000"/>
              <a:extLst>
                <a:ext uri="{28A0092B-C50C-407E-A947-70E740481C1C}">
                  <a14:useLocalDpi xmlns:a14="http://schemas.microsoft.com/office/drawing/2010/main"/>
                </a:ext>
              </a:extLst>
            </a:blip>
            <a:srcRect/>
            <a:stretch>
              <a:fillRect/>
            </a:stretch>
          </p:blipFill>
          <p:spPr>
            <a:xfrm>
              <a:off x="6156324" y="4066835"/>
              <a:ext cx="25819" cy="13258"/>
            </a:xfrm>
            <a:prstGeom prst="rect">
              <a:avLst/>
            </a:prstGeom>
            <a:noFill/>
            <a:effectLst/>
          </p:spPr>
        </p:pic>
        <p:sp>
          <p:nvSpPr>
            <p:cNvPr id="133" name="Freeform 116">
              <a:extLst>
                <a:ext uri="{FF2B5EF4-FFF2-40B4-BE49-F238E27FC236}">
                  <a16:creationId xmlns:a16="http://schemas.microsoft.com/office/drawing/2014/main" id="{090B12E0-4638-4E8B-8043-DE3569621EF4}"/>
                </a:ext>
              </a:extLst>
            </p:cNvPr>
            <p:cNvSpPr/>
            <p:nvPr/>
          </p:nvSpPr>
          <p:spPr>
            <a:xfrm>
              <a:off x="6015111" y="2975007"/>
              <a:ext cx="1156411" cy="1156397"/>
            </a:xfrm>
            <a:custGeom>
              <a:avLst/>
              <a:gdLst/>
              <a:ahLst/>
              <a:cxnLst/>
              <a:rect l="0" t="0" r="0" b="0"/>
              <a:pathLst>
                <a:path w="1156411" h="1156397">
                  <a:moveTo>
                    <a:pt x="1156411" y="578205"/>
                  </a:moveTo>
                  <a:cubicBezTo>
                    <a:pt x="1156411" y="897533"/>
                    <a:pt x="897535" y="1156397"/>
                    <a:pt x="578206" y="1156397"/>
                  </a:cubicBezTo>
                  <a:cubicBezTo>
                    <a:pt x="258877" y="1156397"/>
                    <a:pt x="0" y="897533"/>
                    <a:pt x="0" y="578205"/>
                  </a:cubicBezTo>
                  <a:cubicBezTo>
                    <a:pt x="0" y="258864"/>
                    <a:pt x="258877" y="0"/>
                    <a:pt x="578206" y="0"/>
                  </a:cubicBezTo>
                  <a:cubicBezTo>
                    <a:pt x="897535" y="0"/>
                    <a:pt x="1156411" y="258864"/>
                    <a:pt x="1156411" y="578205"/>
                  </a:cubicBezTo>
                </a:path>
              </a:pathLst>
            </a:cu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AU" sz="1800" b="0" i="0" u="none" strike="noStrike" kern="1200" cap="none" spc="0" normalizeH="0" baseline="0" noProof="0">
                <a:ln>
                  <a:noFill/>
                </a:ln>
                <a:solidFill>
                  <a:prstClr val="white"/>
                </a:solidFill>
                <a:effectLst/>
                <a:uLnTx/>
                <a:uFillTx/>
                <a:latin typeface="Arial "/>
                <a:ea typeface="+mn-ea"/>
                <a:cs typeface="+mn-cs"/>
              </a:endParaRPr>
            </a:p>
          </p:txBody>
        </p:sp>
        <p:sp>
          <p:nvSpPr>
            <p:cNvPr id="134" name="Rectangle 233">
              <a:extLst>
                <a:ext uri="{FF2B5EF4-FFF2-40B4-BE49-F238E27FC236}">
                  <a16:creationId xmlns:a16="http://schemas.microsoft.com/office/drawing/2014/main" id="{60CC5167-FE66-4A32-BB0A-3CDD273479FA}"/>
                </a:ext>
              </a:extLst>
            </p:cNvPr>
            <p:cNvSpPr/>
            <p:nvPr/>
          </p:nvSpPr>
          <p:spPr>
            <a:xfrm>
              <a:off x="6179994" y="3215194"/>
              <a:ext cx="800489" cy="744035"/>
            </a:xfrm>
            <a:prstGeom prst="rect">
              <a:avLst/>
            </a:prstGeom>
            <a:effectLst/>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a:ln>
                    <a:noFill/>
                  </a:ln>
                  <a:solidFill>
                    <a:srgbClr val="2E2E38"/>
                  </a:solidFill>
                  <a:effectLst/>
                  <a:uLnTx/>
                  <a:uFillTx/>
                  <a:latin typeface="Arial" panose="020B0604020202020204" pitchFamily="34" charset="0"/>
                  <a:ea typeface="+mn-ea"/>
                  <a:cs typeface="+mn-cs"/>
                </a:rPr>
                <a:t>Purp</a:t>
              </a:r>
              <a:r>
                <a:rPr kumimoji="0" lang="en-US" sz="1500" b="1" i="0" u="none" strike="noStrike" kern="1200" cap="none" spc="-14" normalizeH="0" baseline="0" noProof="0">
                  <a:ln>
                    <a:noFill/>
                  </a:ln>
                  <a:solidFill>
                    <a:srgbClr val="2E2E38"/>
                  </a:solidFill>
                  <a:effectLst/>
                  <a:uLnTx/>
                  <a:uFillTx/>
                  <a:latin typeface="Arial" panose="020B0604020202020204" pitchFamily="34" charset="0"/>
                  <a:ea typeface="+mn-ea"/>
                  <a:cs typeface="+mn-cs"/>
                </a:rPr>
                <a:t>o</a:t>
              </a:r>
              <a:r>
                <a:rPr kumimoji="0" lang="en-US" sz="1500" b="1" i="0" u="none" strike="noStrike" kern="1200" cap="none" spc="-15" normalizeH="0" baseline="0" noProof="0">
                  <a:ln>
                    <a:noFill/>
                  </a:ln>
                  <a:solidFill>
                    <a:srgbClr val="2E2E38"/>
                  </a:solidFill>
                  <a:effectLst/>
                  <a:uLnTx/>
                  <a:uFillTx/>
                  <a:latin typeface="Arial" panose="020B0604020202020204" pitchFamily="34" charset="0"/>
                  <a:ea typeface="+mn-ea"/>
                  <a:cs typeface="+mn-cs"/>
                </a:rPr>
                <a:t>s</a:t>
              </a:r>
              <a:r>
                <a:rPr kumimoji="0" lang="en-US" sz="1500" b="1" i="0" u="none" strike="noStrike" kern="1200" cap="none" spc="-39" normalizeH="0" baseline="0" noProof="0">
                  <a:ln>
                    <a:noFill/>
                  </a:ln>
                  <a:solidFill>
                    <a:srgbClr val="2E2E38"/>
                  </a:solidFill>
                  <a:effectLst/>
                  <a:uLnTx/>
                  <a:uFillTx/>
                  <a:latin typeface="Arial" panose="020B0604020202020204" pitchFamily="34" charset="0"/>
                  <a:ea typeface="+mn-ea"/>
                  <a:cs typeface="+mn-cs"/>
                </a:rPr>
                <a:t>e, </a:t>
              </a:r>
              <a:r>
                <a:rPr kumimoji="0" lang="en-US" sz="1500" b="1" i="0" u="none" strike="noStrike" kern="1200" cap="none" spc="-23" normalizeH="0" baseline="0" noProof="0">
                  <a:ln>
                    <a:noFill/>
                  </a:ln>
                  <a:solidFill>
                    <a:srgbClr val="2E2E38"/>
                  </a:solidFill>
                  <a:effectLst/>
                  <a:uLnTx/>
                  <a:uFillTx/>
                  <a:latin typeface="Arial" panose="020B0604020202020204" pitchFamily="34" charset="0"/>
                  <a:ea typeface="+mn-ea"/>
                  <a:cs typeface="+mn-cs"/>
                </a:rPr>
                <a:t>V</a:t>
              </a:r>
              <a:r>
                <a:rPr kumimoji="0" lang="en-US" sz="1500" b="1" i="0" u="none" strike="noStrike" kern="1200" cap="none" spc="0" normalizeH="0" baseline="0" noProof="0">
                  <a:ln>
                    <a:noFill/>
                  </a:ln>
                  <a:solidFill>
                    <a:srgbClr val="2E2E38"/>
                  </a:solidFill>
                  <a:effectLst/>
                  <a:uLnTx/>
                  <a:uFillTx/>
                  <a:latin typeface="Arial" panose="020B0604020202020204" pitchFamily="34" charset="0"/>
                  <a:ea typeface="+mn-ea"/>
                  <a:cs typeface="+mn-cs"/>
                </a:rPr>
                <a:t>ision &amp; </a:t>
              </a:r>
              <a:r>
                <a:rPr kumimoji="0" lang="en-US" sz="1500" b="1" i="0" u="none" strike="noStrike" kern="1200" cap="none" spc="-123" normalizeH="0" baseline="0" noProof="0">
                  <a:ln>
                    <a:noFill/>
                  </a:ln>
                  <a:solidFill>
                    <a:srgbClr val="2E2E38"/>
                  </a:solidFill>
                  <a:effectLst/>
                  <a:uLnTx/>
                  <a:uFillTx/>
                  <a:latin typeface="Arial" panose="020B0604020202020204" pitchFamily="34" charset="0"/>
                  <a:ea typeface="+mn-ea"/>
                  <a:cs typeface="+mn-cs"/>
                </a:rPr>
                <a:t>V</a:t>
              </a:r>
              <a:r>
                <a:rPr kumimoji="0" lang="en-US" sz="1500" b="1" i="0" u="none" strike="noStrike" kern="1200" cap="none" spc="0" normalizeH="0" baseline="0" noProof="0">
                  <a:ln>
                    <a:noFill/>
                  </a:ln>
                  <a:solidFill>
                    <a:srgbClr val="2E2E38"/>
                  </a:solidFill>
                  <a:effectLst/>
                  <a:uLnTx/>
                  <a:uFillTx/>
                  <a:latin typeface="Arial" panose="020B0604020202020204" pitchFamily="34" charset="0"/>
                  <a:ea typeface="+mn-ea"/>
                  <a:cs typeface="+mn-cs"/>
                </a:rPr>
                <a:t>alu</a:t>
              </a:r>
              <a:r>
                <a:rPr kumimoji="0" lang="en-US" sz="1500" b="1" i="0" u="none" strike="noStrike" kern="1200" cap="none" spc="-15" normalizeH="0" baseline="0" noProof="0">
                  <a:ln>
                    <a:noFill/>
                  </a:ln>
                  <a:solidFill>
                    <a:srgbClr val="2E2E38"/>
                  </a:solidFill>
                  <a:effectLst/>
                  <a:uLnTx/>
                  <a:uFillTx/>
                  <a:latin typeface="Arial" panose="020B0604020202020204" pitchFamily="34" charset="0"/>
                  <a:ea typeface="+mn-ea"/>
                  <a:cs typeface="+mn-cs"/>
                </a:rPr>
                <a:t>es</a:t>
              </a:r>
            </a:p>
          </p:txBody>
        </p:sp>
        <p:sp>
          <p:nvSpPr>
            <p:cNvPr id="135" name="Flowchart: Connector 134">
              <a:extLst>
                <a:ext uri="{FF2B5EF4-FFF2-40B4-BE49-F238E27FC236}">
                  <a16:creationId xmlns:a16="http://schemas.microsoft.com/office/drawing/2014/main" id="{5CDC6A7F-BC17-4D6B-A83E-705D88F3E24E}"/>
                </a:ext>
              </a:extLst>
            </p:cNvPr>
            <p:cNvSpPr/>
            <p:nvPr/>
          </p:nvSpPr>
          <p:spPr>
            <a:xfrm>
              <a:off x="8396663" y="4157305"/>
              <a:ext cx="108000" cy="108000"/>
            </a:xfrm>
            <a:prstGeom prst="flowChartConnector">
              <a:avLst/>
            </a:prstGeom>
            <a:solidFill>
              <a:srgbClr val="D9D9D9"/>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36" name="Flowchart: Connector 135">
              <a:extLst>
                <a:ext uri="{FF2B5EF4-FFF2-40B4-BE49-F238E27FC236}">
                  <a16:creationId xmlns:a16="http://schemas.microsoft.com/office/drawing/2014/main" id="{5B5AA825-7240-4C52-851F-7630A5EB2C07}"/>
                </a:ext>
              </a:extLst>
            </p:cNvPr>
            <p:cNvSpPr/>
            <p:nvPr/>
          </p:nvSpPr>
          <p:spPr>
            <a:xfrm>
              <a:off x="4660849" y="4111218"/>
              <a:ext cx="108000" cy="108000"/>
            </a:xfrm>
            <a:prstGeom prst="flowChartConnector">
              <a:avLst/>
            </a:prstGeom>
            <a:solidFill>
              <a:schemeClr val="bg1">
                <a:lumMod val="6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37" name="Flowchart: Connector 136">
              <a:extLst>
                <a:ext uri="{FF2B5EF4-FFF2-40B4-BE49-F238E27FC236}">
                  <a16:creationId xmlns:a16="http://schemas.microsoft.com/office/drawing/2014/main" id="{498F152D-9E52-478C-AA34-214BDCB5D993}"/>
                </a:ext>
              </a:extLst>
            </p:cNvPr>
            <p:cNvSpPr/>
            <p:nvPr/>
          </p:nvSpPr>
          <p:spPr>
            <a:xfrm>
              <a:off x="7911742" y="4865197"/>
              <a:ext cx="108000" cy="108000"/>
            </a:xfrm>
            <a:prstGeom prst="flowChartConnector">
              <a:avLst/>
            </a:prstGeom>
            <a:solidFill>
              <a:schemeClr val="bg1">
                <a:lumMod val="7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200" b="0" i="0" u="none" strike="noStrike" kern="1200" cap="none" spc="0" normalizeH="0" baseline="0" noProof="0">
                <a:ln>
                  <a:noFill/>
                </a:ln>
                <a:solidFill>
                  <a:srgbClr val="2E2E38"/>
                </a:solidFill>
                <a:effectLst/>
                <a:uLnTx/>
                <a:uFillTx/>
                <a:latin typeface="Arial "/>
                <a:ea typeface="+mn-ea"/>
                <a:cs typeface="+mn-cs"/>
              </a:endParaRPr>
            </a:p>
          </p:txBody>
        </p:sp>
        <p:sp>
          <p:nvSpPr>
            <p:cNvPr id="138" name="TextBox 137">
              <a:extLst>
                <a:ext uri="{FF2B5EF4-FFF2-40B4-BE49-F238E27FC236}">
                  <a16:creationId xmlns:a16="http://schemas.microsoft.com/office/drawing/2014/main" id="{1A25D1D0-1F03-460B-8063-0A4AAB03E37C}"/>
                </a:ext>
              </a:extLst>
            </p:cNvPr>
            <p:cNvSpPr txBox="1"/>
            <p:nvPr/>
          </p:nvSpPr>
          <p:spPr>
            <a:xfrm>
              <a:off x="5532133" y="2563587"/>
              <a:ext cx="716169" cy="236438"/>
            </a:xfrm>
            <a:prstGeom prst="rect">
              <a:avLst/>
            </a:prstGeom>
            <a:noFill/>
            <a:effectLst/>
          </p:spPr>
          <p:txBody>
            <a:bodyPr wrap="non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1400" b="1" i="0" u="none" strike="noStrike" kern="1200" cap="none" spc="0" normalizeH="0" baseline="0" noProof="0">
                  <a:ln>
                    <a:noFill/>
                  </a:ln>
                  <a:solidFill>
                    <a:prstClr val="white"/>
                  </a:solidFill>
                  <a:effectLst/>
                  <a:uLnTx/>
                  <a:uFillTx/>
                  <a:latin typeface="Arial" panose="020B0604020202020204" pitchFamily="34" charset="0"/>
                  <a:ea typeface="+mn-ea"/>
                  <a:cs typeface="+mn-cs"/>
                </a:rPr>
                <a:t>Strategy</a:t>
              </a:r>
            </a:p>
          </p:txBody>
        </p:sp>
        <p:sp>
          <p:nvSpPr>
            <p:cNvPr id="139" name="TextBox 138">
              <a:extLst>
                <a:ext uri="{FF2B5EF4-FFF2-40B4-BE49-F238E27FC236}">
                  <a16:creationId xmlns:a16="http://schemas.microsoft.com/office/drawing/2014/main" id="{296A5F8B-7449-49B5-9E32-63D42067C83D}"/>
                </a:ext>
              </a:extLst>
            </p:cNvPr>
            <p:cNvSpPr txBox="1"/>
            <p:nvPr/>
          </p:nvSpPr>
          <p:spPr>
            <a:xfrm>
              <a:off x="6744529" y="2571820"/>
              <a:ext cx="943676" cy="236438"/>
            </a:xfrm>
            <a:prstGeom prst="rect">
              <a:avLst/>
            </a:prstGeom>
            <a:noFill/>
            <a:effectLst/>
          </p:spPr>
          <p:txBody>
            <a:bodyPr wrap="non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1400" b="1" i="0" u="none" strike="noStrike" kern="1200" cap="none" spc="0" normalizeH="0" baseline="0" noProof="0">
                  <a:ln>
                    <a:noFill/>
                  </a:ln>
                  <a:solidFill>
                    <a:srgbClr val="2E2E38"/>
                  </a:solidFill>
                  <a:effectLst/>
                  <a:uLnTx/>
                  <a:uFillTx/>
                  <a:latin typeface="Arial" panose="020B0604020202020204" pitchFamily="34" charset="0"/>
                  <a:ea typeface="+mn-ea"/>
                  <a:cs typeface="+mn-cs"/>
                </a:rPr>
                <a:t>Operations</a:t>
              </a:r>
            </a:p>
          </p:txBody>
        </p:sp>
        <p:sp>
          <p:nvSpPr>
            <p:cNvPr id="140" name="TextBox 139">
              <a:extLst>
                <a:ext uri="{FF2B5EF4-FFF2-40B4-BE49-F238E27FC236}">
                  <a16:creationId xmlns:a16="http://schemas.microsoft.com/office/drawing/2014/main" id="{01BE9B49-BE24-446B-BFE5-DF04371170FD}"/>
                </a:ext>
              </a:extLst>
            </p:cNvPr>
            <p:cNvSpPr txBox="1"/>
            <p:nvPr/>
          </p:nvSpPr>
          <p:spPr>
            <a:xfrm>
              <a:off x="5901351" y="4419881"/>
              <a:ext cx="1333784" cy="434296"/>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1400" b="1" i="0" u="none" strike="noStrike" kern="1200" cap="none" spc="0" normalizeH="0" baseline="0" noProof="0">
                  <a:ln>
                    <a:noFill/>
                  </a:ln>
                  <a:solidFill>
                    <a:srgbClr val="000000"/>
                  </a:solidFill>
                  <a:effectLst/>
                  <a:uLnTx/>
                  <a:uFillTx/>
                  <a:latin typeface="Arial" panose="020B0604020202020204" pitchFamily="34" charset="0"/>
                  <a:ea typeface="+mn-ea"/>
                  <a:cs typeface="+mn-cs"/>
                </a:rPr>
                <a:t>Controls &amp; Measurement </a:t>
              </a:r>
            </a:p>
          </p:txBody>
        </p:sp>
        <p:sp>
          <p:nvSpPr>
            <p:cNvPr id="141" name="TextBox 140">
              <a:extLst>
                <a:ext uri="{FF2B5EF4-FFF2-40B4-BE49-F238E27FC236}">
                  <a16:creationId xmlns:a16="http://schemas.microsoft.com/office/drawing/2014/main" id="{005ECB89-9E51-470E-98DD-615B1659582C}"/>
                </a:ext>
              </a:extLst>
            </p:cNvPr>
            <p:cNvSpPr txBox="1"/>
            <p:nvPr/>
          </p:nvSpPr>
          <p:spPr>
            <a:xfrm>
              <a:off x="6752200" y="1839971"/>
              <a:ext cx="671072" cy="173195"/>
            </a:xfrm>
            <a:prstGeom prst="rect">
              <a:avLst/>
            </a:prstGeom>
            <a:noFill/>
            <a:effectLst/>
          </p:spPr>
          <p:txBody>
            <a:bodyPr wrap="non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srgbClr val="2E2E38"/>
                  </a:solidFill>
                  <a:effectLst/>
                  <a:uLnTx/>
                  <a:uFillTx/>
                  <a:latin typeface="Arial" panose="020B0604020202020204" pitchFamily="34" charset="0"/>
                  <a:ea typeface="+mn-ea"/>
                  <a:cs typeface="+mn-cs"/>
                </a:rPr>
                <a:t>Governance</a:t>
              </a:r>
            </a:p>
          </p:txBody>
        </p:sp>
        <p:sp>
          <p:nvSpPr>
            <p:cNvPr id="142" name="TextBox 141">
              <a:extLst>
                <a:ext uri="{FF2B5EF4-FFF2-40B4-BE49-F238E27FC236}">
                  <a16:creationId xmlns:a16="http://schemas.microsoft.com/office/drawing/2014/main" id="{BA318CE1-5D4E-4C89-9F7B-C143ADE5B534}"/>
                </a:ext>
              </a:extLst>
            </p:cNvPr>
            <p:cNvSpPr txBox="1"/>
            <p:nvPr/>
          </p:nvSpPr>
          <p:spPr>
            <a:xfrm>
              <a:off x="7654003" y="2045142"/>
              <a:ext cx="703455" cy="318643"/>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srgbClr val="2E2E38"/>
                  </a:solidFill>
                  <a:effectLst/>
                  <a:uLnTx/>
                  <a:uFillTx/>
                  <a:latin typeface="Arial" panose="020B0604020202020204" pitchFamily="34" charset="0"/>
                  <a:ea typeface="+mn-ea"/>
                  <a:cs typeface="+mn-cs"/>
                </a:rPr>
                <a:t>Service delivery</a:t>
              </a:r>
            </a:p>
          </p:txBody>
        </p:sp>
        <p:sp>
          <p:nvSpPr>
            <p:cNvPr id="143" name="TextBox 142">
              <a:extLst>
                <a:ext uri="{FF2B5EF4-FFF2-40B4-BE49-F238E27FC236}">
                  <a16:creationId xmlns:a16="http://schemas.microsoft.com/office/drawing/2014/main" id="{AB742262-7987-4EDD-987A-ABBC51D623E6}"/>
                </a:ext>
              </a:extLst>
            </p:cNvPr>
            <p:cNvSpPr txBox="1"/>
            <p:nvPr/>
          </p:nvSpPr>
          <p:spPr>
            <a:xfrm>
              <a:off x="8132233" y="2937324"/>
              <a:ext cx="703455" cy="306708"/>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srgbClr val="2E2E38"/>
                  </a:solidFill>
                  <a:effectLst/>
                  <a:uLnTx/>
                  <a:uFillTx/>
                  <a:latin typeface="Arial" panose="020B0604020202020204" pitchFamily="34" charset="0"/>
                  <a:ea typeface="+mn-ea"/>
                  <a:cs typeface="+mn-cs"/>
                </a:rPr>
                <a:t>Human Capital</a:t>
              </a:r>
            </a:p>
          </p:txBody>
        </p:sp>
        <p:sp>
          <p:nvSpPr>
            <p:cNvPr id="144" name="TextBox 143">
              <a:extLst>
                <a:ext uri="{FF2B5EF4-FFF2-40B4-BE49-F238E27FC236}">
                  <a16:creationId xmlns:a16="http://schemas.microsoft.com/office/drawing/2014/main" id="{FED62DCB-B4E1-4068-AA38-4B53B8AE8C63}"/>
                </a:ext>
              </a:extLst>
            </p:cNvPr>
            <p:cNvSpPr txBox="1"/>
            <p:nvPr/>
          </p:nvSpPr>
          <p:spPr>
            <a:xfrm>
              <a:off x="7871452" y="3881822"/>
              <a:ext cx="703455" cy="306708"/>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srgbClr val="2E2E38"/>
                  </a:solidFill>
                  <a:effectLst/>
                  <a:uLnTx/>
                  <a:uFillTx/>
                  <a:latin typeface="Arial" panose="020B0604020202020204" pitchFamily="34" charset="0"/>
                  <a:ea typeface="+mn-ea"/>
                  <a:cs typeface="+mn-cs"/>
                </a:rPr>
                <a:t>Enabling Technology</a:t>
              </a:r>
            </a:p>
          </p:txBody>
        </p:sp>
        <p:sp>
          <p:nvSpPr>
            <p:cNvPr id="145" name="TextBox 144">
              <a:extLst>
                <a:ext uri="{FF2B5EF4-FFF2-40B4-BE49-F238E27FC236}">
                  <a16:creationId xmlns:a16="http://schemas.microsoft.com/office/drawing/2014/main" id="{E3F75FD4-C021-4A0D-884E-DBA5E9A459C2}"/>
                </a:ext>
              </a:extLst>
            </p:cNvPr>
            <p:cNvSpPr txBox="1"/>
            <p:nvPr/>
          </p:nvSpPr>
          <p:spPr>
            <a:xfrm>
              <a:off x="7332769" y="4647068"/>
              <a:ext cx="775658" cy="306708"/>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srgbClr val="000000"/>
                  </a:solidFill>
                  <a:effectLst/>
                  <a:uLnTx/>
                  <a:uFillTx/>
                  <a:latin typeface="Arial" panose="020B0604020202020204" pitchFamily="34" charset="0"/>
                  <a:ea typeface="+mn-ea"/>
                  <a:cs typeface="+mn-cs"/>
                </a:rPr>
                <a:t>Financial Management</a:t>
              </a:r>
            </a:p>
          </p:txBody>
        </p:sp>
        <p:sp>
          <p:nvSpPr>
            <p:cNvPr id="146" name="TextBox 145">
              <a:extLst>
                <a:ext uri="{FF2B5EF4-FFF2-40B4-BE49-F238E27FC236}">
                  <a16:creationId xmlns:a16="http://schemas.microsoft.com/office/drawing/2014/main" id="{41435CC6-FAB4-4FDD-B665-8CCAF2F0E9DE}"/>
                </a:ext>
              </a:extLst>
            </p:cNvPr>
            <p:cNvSpPr txBox="1"/>
            <p:nvPr/>
          </p:nvSpPr>
          <p:spPr>
            <a:xfrm>
              <a:off x="6493278" y="5161546"/>
              <a:ext cx="888637" cy="457351"/>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srgbClr val="000000"/>
                  </a:solidFill>
                  <a:effectLst/>
                  <a:uLnTx/>
                  <a:uFillTx/>
                  <a:latin typeface="Arial" panose="020B0604020202020204" pitchFamily="34" charset="0"/>
                  <a:ea typeface="+mn-ea"/>
                  <a:cs typeface="+mn-cs"/>
                </a:rPr>
                <a:t>Operational Performance &amp; Partner Mgmt.</a:t>
              </a:r>
            </a:p>
          </p:txBody>
        </p:sp>
        <p:sp>
          <p:nvSpPr>
            <p:cNvPr id="147" name="TextBox 146">
              <a:extLst>
                <a:ext uri="{FF2B5EF4-FFF2-40B4-BE49-F238E27FC236}">
                  <a16:creationId xmlns:a16="http://schemas.microsoft.com/office/drawing/2014/main" id="{F99022AA-E3D9-4207-99CD-34B66E1201CB}"/>
                </a:ext>
              </a:extLst>
            </p:cNvPr>
            <p:cNvSpPr txBox="1"/>
            <p:nvPr/>
          </p:nvSpPr>
          <p:spPr>
            <a:xfrm>
              <a:off x="5649536" y="5190125"/>
              <a:ext cx="801142" cy="306708"/>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srgbClr val="000000"/>
                  </a:solidFill>
                  <a:effectLst/>
                  <a:uLnTx/>
                  <a:uFillTx/>
                  <a:latin typeface="Arial" panose="020B0604020202020204" pitchFamily="34" charset="0"/>
                  <a:ea typeface="+mn-ea"/>
                  <a:cs typeface="+mn-cs"/>
                </a:rPr>
                <a:t>Talent Management</a:t>
              </a:r>
            </a:p>
          </p:txBody>
        </p:sp>
        <p:sp>
          <p:nvSpPr>
            <p:cNvPr id="148" name="TextBox 147">
              <a:extLst>
                <a:ext uri="{FF2B5EF4-FFF2-40B4-BE49-F238E27FC236}">
                  <a16:creationId xmlns:a16="http://schemas.microsoft.com/office/drawing/2014/main" id="{C8340C12-0FA3-440C-AA77-4867E3EE2C87}"/>
                </a:ext>
              </a:extLst>
            </p:cNvPr>
            <p:cNvSpPr txBox="1"/>
            <p:nvPr/>
          </p:nvSpPr>
          <p:spPr>
            <a:xfrm>
              <a:off x="4939812" y="4566554"/>
              <a:ext cx="800423" cy="306708"/>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srgbClr val="000000"/>
                  </a:solidFill>
                  <a:effectLst/>
                  <a:uLnTx/>
                  <a:uFillTx/>
                  <a:latin typeface="Arial" panose="020B0604020202020204" pitchFamily="34" charset="0"/>
                  <a:ea typeface="+mn-ea"/>
                  <a:cs typeface="+mn-cs"/>
                </a:rPr>
                <a:t>Risk Management</a:t>
              </a:r>
            </a:p>
          </p:txBody>
        </p:sp>
        <p:sp>
          <p:nvSpPr>
            <p:cNvPr id="149" name="TextBox 148">
              <a:extLst>
                <a:ext uri="{FF2B5EF4-FFF2-40B4-BE49-F238E27FC236}">
                  <a16:creationId xmlns:a16="http://schemas.microsoft.com/office/drawing/2014/main" id="{AAABAC5B-FA51-4484-BA76-A47EBD60F4BA}"/>
                </a:ext>
              </a:extLst>
            </p:cNvPr>
            <p:cNvSpPr txBox="1"/>
            <p:nvPr/>
          </p:nvSpPr>
          <p:spPr>
            <a:xfrm>
              <a:off x="4520614" y="3690638"/>
              <a:ext cx="703455" cy="318643"/>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prstClr val="white"/>
                  </a:solidFill>
                  <a:effectLst/>
                  <a:uLnTx/>
                  <a:uFillTx/>
                  <a:latin typeface="Arial" panose="020B0604020202020204" pitchFamily="34" charset="0"/>
                  <a:ea typeface="+mn-ea"/>
                  <a:cs typeface="+mn-cs"/>
                </a:rPr>
                <a:t>Service Scope</a:t>
              </a:r>
            </a:p>
          </p:txBody>
        </p:sp>
        <p:sp>
          <p:nvSpPr>
            <p:cNvPr id="150" name="TextBox 149">
              <a:extLst>
                <a:ext uri="{FF2B5EF4-FFF2-40B4-BE49-F238E27FC236}">
                  <a16:creationId xmlns:a16="http://schemas.microsoft.com/office/drawing/2014/main" id="{1CB470CD-5EE7-4AEB-B274-CE623E46C23A}"/>
                </a:ext>
              </a:extLst>
            </p:cNvPr>
            <p:cNvSpPr txBox="1"/>
            <p:nvPr/>
          </p:nvSpPr>
          <p:spPr>
            <a:xfrm>
              <a:off x="4445491" y="2713941"/>
              <a:ext cx="631674" cy="440221"/>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prstClr val="white"/>
                  </a:solidFill>
                  <a:effectLst/>
                  <a:uLnTx/>
                  <a:uFillTx/>
                  <a:latin typeface="Arial" panose="020B0604020202020204" pitchFamily="34" charset="0"/>
                  <a:ea typeface="+mn-ea"/>
                  <a:cs typeface="+mn-cs"/>
                </a:rPr>
                <a:t>Target Operating Model</a:t>
              </a:r>
            </a:p>
          </p:txBody>
        </p:sp>
        <p:sp>
          <p:nvSpPr>
            <p:cNvPr id="151" name="TextBox 150">
              <a:extLst>
                <a:ext uri="{FF2B5EF4-FFF2-40B4-BE49-F238E27FC236}">
                  <a16:creationId xmlns:a16="http://schemas.microsoft.com/office/drawing/2014/main" id="{A14B2CCA-CCE1-4611-B104-BACC4BBE34F5}"/>
                </a:ext>
              </a:extLst>
            </p:cNvPr>
            <p:cNvSpPr txBox="1"/>
            <p:nvPr/>
          </p:nvSpPr>
          <p:spPr>
            <a:xfrm>
              <a:off x="4922772" y="1950625"/>
              <a:ext cx="703455" cy="306708"/>
            </a:xfrm>
            <a:prstGeom prst="rect">
              <a:avLst/>
            </a:prstGeom>
            <a:no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prstClr val="white"/>
                  </a:solidFill>
                  <a:effectLst/>
                  <a:uLnTx/>
                  <a:uFillTx/>
                  <a:latin typeface="Arial" panose="020B0604020202020204" pitchFamily="34" charset="0"/>
                  <a:ea typeface="+mn-ea"/>
                  <a:cs typeface="+mn-cs"/>
                </a:rPr>
                <a:t>Location Model</a:t>
              </a:r>
            </a:p>
          </p:txBody>
        </p:sp>
        <p:sp>
          <p:nvSpPr>
            <p:cNvPr id="152" name="TextBox 151">
              <a:extLst>
                <a:ext uri="{FF2B5EF4-FFF2-40B4-BE49-F238E27FC236}">
                  <a16:creationId xmlns:a16="http://schemas.microsoft.com/office/drawing/2014/main" id="{56F8CEC2-A15A-43CE-BBBE-1DCABA331C60}"/>
                </a:ext>
              </a:extLst>
            </p:cNvPr>
            <p:cNvSpPr txBox="1"/>
            <p:nvPr/>
          </p:nvSpPr>
          <p:spPr>
            <a:xfrm>
              <a:off x="5809515" y="1731167"/>
              <a:ext cx="703455" cy="318643"/>
            </a:xfrm>
            <a:prstGeom prst="rect">
              <a:avLst/>
            </a:prstGeom>
            <a:solidFill>
              <a:schemeClr val="tx2"/>
            </a:solidFill>
            <a:effectLst/>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27ACAA"/>
                </a:buClr>
                <a:buSzPct val="70000"/>
                <a:buFontTx/>
                <a:buNone/>
                <a:tabLst/>
                <a:defRPr/>
              </a:pPr>
              <a:r>
                <a:rPr kumimoji="0" lang="en-AU" sz="950" b="1" i="0" u="none" strike="noStrike" kern="1200" cap="none" spc="0" normalizeH="0" baseline="0" noProof="0">
                  <a:ln>
                    <a:noFill/>
                  </a:ln>
                  <a:solidFill>
                    <a:srgbClr val="000000"/>
                  </a:solidFill>
                  <a:effectLst/>
                  <a:uLnTx/>
                  <a:uFillTx/>
                  <a:latin typeface="Arial" panose="020B0604020202020204" pitchFamily="34" charset="0"/>
                  <a:ea typeface="+mn-ea"/>
                  <a:cs typeface="+mn-cs"/>
                </a:rPr>
                <a:t>Sourcing Model</a:t>
              </a:r>
            </a:p>
          </p:txBody>
        </p:sp>
      </p:grpSp>
    </p:spTree>
    <p:extLst>
      <p:ext uri="{BB962C8B-B14F-4D97-AF65-F5344CB8AC3E}">
        <p14:creationId xmlns:p14="http://schemas.microsoft.com/office/powerpoint/2010/main" val="2577794630"/>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73B93A-3064-464E-904C-9BDABC5E4E71}"/>
              </a:ext>
            </a:extLst>
          </p:cNvPr>
          <p:cNvSpPr>
            <a:spLocks noGrp="1"/>
          </p:cNvSpPr>
          <p:nvPr>
            <p:ph type="title"/>
          </p:nvPr>
        </p:nvSpPr>
        <p:spPr/>
        <p:txBody>
          <a:bodyPr/>
          <a:lstStyle/>
          <a:p>
            <a:r>
              <a:rPr lang="en-IN" b="1"/>
              <a:t>Sourcing Options</a:t>
            </a:r>
            <a:endParaRPr lang="en-US" b="1"/>
          </a:p>
        </p:txBody>
      </p:sp>
      <p:sp>
        <p:nvSpPr>
          <p:cNvPr id="15" name="Title 1">
            <a:extLst>
              <a:ext uri="{FF2B5EF4-FFF2-40B4-BE49-F238E27FC236}">
                <a16:creationId xmlns:a16="http://schemas.microsoft.com/office/drawing/2014/main" id="{333D3D1C-9717-4807-8A2E-6EF35CBBC7D8}"/>
              </a:ext>
            </a:extLst>
          </p:cNvPr>
          <p:cNvSpPr txBox="1">
            <a:spLocks/>
          </p:cNvSpPr>
          <p:nvPr/>
        </p:nvSpPr>
        <p:spPr>
          <a:xfrm>
            <a:off x="1622094" y="6075317"/>
            <a:ext cx="9646452" cy="363742"/>
          </a:xfrm>
          <a:prstGeom prst="rect">
            <a:avLst/>
          </a:prstGeom>
        </p:spPr>
        <p:txBody>
          <a:bodyPr vert="horz" lIns="0" tIns="0" rIns="0" bIns="0" rtlCol="0" anchor="t" anchorCtr="0">
            <a:noAutofit/>
          </a:bodyPr>
          <a:lstStyle>
            <a:lvl1pPr algn="l" defTabSz="913943" rtl="0" eaLnBrk="1" latinLnBrk="0" hangingPunct="1">
              <a:lnSpc>
                <a:spcPct val="85000"/>
              </a:lnSpc>
              <a:spcBef>
                <a:spcPct val="0"/>
              </a:spcBef>
              <a:buNone/>
              <a:defRPr sz="2399" b="0" kern="1200">
                <a:solidFill>
                  <a:schemeClr val="tx1"/>
                </a:solidFill>
                <a:latin typeface="Arial" panose="020B0604020202020204" pitchFamily="34" charset="0"/>
                <a:ea typeface="+mj-ea"/>
                <a:cs typeface="Arial" pitchFamily="34" charset="0"/>
              </a:defRPr>
            </a:lvl1pPr>
          </a:lstStyle>
          <a:p>
            <a:pPr marL="0" marR="0" lvl="0" indent="0" algn="l" defTabSz="913943" rtl="0" eaLnBrk="1" fontAlgn="auto" latinLnBrk="0" hangingPunct="1">
              <a:lnSpc>
                <a:spcPct val="85000"/>
              </a:lnSpc>
              <a:spcBef>
                <a:spcPct val="0"/>
              </a:spcBef>
              <a:spcAft>
                <a:spcPts val="0"/>
              </a:spcAft>
              <a:buClrTx/>
              <a:buSzTx/>
              <a:buFontTx/>
              <a:buNone/>
              <a:tabLst/>
              <a:defRPr/>
            </a:pPr>
            <a:endParaRPr kumimoji="0" lang="en-IN" sz="1400" b="0" i="0" u="none" strike="noStrike" kern="1200" cap="none" spc="0" normalizeH="0" baseline="0" noProof="0">
              <a:ln>
                <a:noFill/>
              </a:ln>
              <a:solidFill>
                <a:srgbClr val="000000"/>
              </a:solidFill>
              <a:effectLst/>
              <a:uLnTx/>
              <a:uFillTx/>
              <a:latin typeface="Arial" panose="020B0604020202020204" pitchFamily="34" charset="0"/>
              <a:ea typeface="+mj-ea"/>
              <a:cs typeface="Arial" pitchFamily="34" charset="0"/>
            </a:endParaRPr>
          </a:p>
        </p:txBody>
      </p:sp>
      <p:grpSp>
        <p:nvGrpSpPr>
          <p:cNvPr id="5" name="Group 4">
            <a:extLst>
              <a:ext uri="{FF2B5EF4-FFF2-40B4-BE49-F238E27FC236}">
                <a16:creationId xmlns:a16="http://schemas.microsoft.com/office/drawing/2014/main" id="{160EF590-9B83-455A-A65C-825D7808AD0C}"/>
              </a:ext>
            </a:extLst>
          </p:cNvPr>
          <p:cNvGrpSpPr/>
          <p:nvPr/>
        </p:nvGrpSpPr>
        <p:grpSpPr>
          <a:xfrm>
            <a:off x="1635695" y="1545198"/>
            <a:ext cx="9751283" cy="4571011"/>
            <a:chOff x="580378" y="1422400"/>
            <a:chExt cx="11243026" cy="4490693"/>
          </a:xfrm>
        </p:grpSpPr>
        <p:grpSp>
          <p:nvGrpSpPr>
            <p:cNvPr id="21" name="Group 20">
              <a:extLst>
                <a:ext uri="{FF2B5EF4-FFF2-40B4-BE49-F238E27FC236}">
                  <a16:creationId xmlns:a16="http://schemas.microsoft.com/office/drawing/2014/main" id="{0BAC69FE-15C6-472A-A3C3-9ABB05FE709E}"/>
                </a:ext>
              </a:extLst>
            </p:cNvPr>
            <p:cNvGrpSpPr/>
            <p:nvPr/>
          </p:nvGrpSpPr>
          <p:grpSpPr>
            <a:xfrm>
              <a:off x="740063" y="1422400"/>
              <a:ext cx="11025676" cy="4490693"/>
              <a:chOff x="740063" y="1524000"/>
              <a:chExt cx="11025676" cy="4490693"/>
            </a:xfrm>
            <a:solidFill>
              <a:srgbClr val="C0C0C0"/>
            </a:solidFill>
          </p:grpSpPr>
          <p:grpSp>
            <p:nvGrpSpPr>
              <p:cNvPr id="26" name="Group 25">
                <a:extLst>
                  <a:ext uri="{FF2B5EF4-FFF2-40B4-BE49-F238E27FC236}">
                    <a16:creationId xmlns:a16="http://schemas.microsoft.com/office/drawing/2014/main" id="{979F5B83-A983-4369-87C8-0C3C22EE0A9C}"/>
                  </a:ext>
                </a:extLst>
              </p:cNvPr>
              <p:cNvGrpSpPr/>
              <p:nvPr/>
            </p:nvGrpSpPr>
            <p:grpSpPr>
              <a:xfrm>
                <a:off x="740063" y="1524000"/>
                <a:ext cx="11025676" cy="4423110"/>
                <a:chOff x="740063" y="1524000"/>
                <a:chExt cx="11025676" cy="4423110"/>
              </a:xfrm>
              <a:grpFill/>
            </p:grpSpPr>
            <p:cxnSp>
              <p:nvCxnSpPr>
                <p:cNvPr id="30" name="Straight Arrow Connector 29">
                  <a:extLst>
                    <a:ext uri="{FF2B5EF4-FFF2-40B4-BE49-F238E27FC236}">
                      <a16:creationId xmlns:a16="http://schemas.microsoft.com/office/drawing/2014/main" id="{58EBB58F-484F-4BA1-B86E-E2B76A41A19E}"/>
                    </a:ext>
                  </a:extLst>
                </p:cNvPr>
                <p:cNvCxnSpPr/>
                <p:nvPr/>
              </p:nvCxnSpPr>
              <p:spPr>
                <a:xfrm flipV="1">
                  <a:off x="901700" y="1552787"/>
                  <a:ext cx="0" cy="4394323"/>
                </a:xfrm>
                <a:prstGeom prst="straightConnector1">
                  <a:avLst/>
                </a:prstGeom>
                <a:grpFill/>
                <a:ln w="9525" cap="flat" cmpd="sng" algn="ctr">
                  <a:solidFill>
                    <a:schemeClr val="bg2"/>
                  </a:solidFill>
                  <a:prstDash val="solid"/>
                  <a:tailEnd type="triangle"/>
                </a:ln>
                <a:effectLst/>
              </p:spPr>
            </p:cxnSp>
            <p:sp>
              <p:nvSpPr>
                <p:cNvPr id="31" name="Rectangle 30">
                  <a:extLst>
                    <a:ext uri="{FF2B5EF4-FFF2-40B4-BE49-F238E27FC236}">
                      <a16:creationId xmlns:a16="http://schemas.microsoft.com/office/drawing/2014/main" id="{B2D97581-2B90-4E85-8023-56D41BF7E4A0}"/>
                    </a:ext>
                  </a:extLst>
                </p:cNvPr>
                <p:cNvSpPr/>
                <p:nvPr/>
              </p:nvSpPr>
              <p:spPr>
                <a:xfrm rot="16200000">
                  <a:off x="-609705" y="3457188"/>
                  <a:ext cx="3022810" cy="323273"/>
                </a:xfrm>
                <a:prstGeom prst="rect">
                  <a:avLst/>
                </a:prstGeom>
                <a:solidFill>
                  <a:schemeClr val="tx2"/>
                </a:solidFill>
                <a:ln w="9525" cap="rnd" cmpd="sng" algn="ctr">
                  <a:solidFill>
                    <a:schemeClr val="tx2"/>
                  </a:solidFill>
                  <a:prstDash val="solid"/>
                </a:ln>
                <a:effectLst/>
              </p:spPr>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Financial Return</a:t>
                  </a:r>
                </a:p>
              </p:txBody>
            </p:sp>
            <p:cxnSp>
              <p:nvCxnSpPr>
                <p:cNvPr id="32" name="Straight Arrow Connector 31">
                  <a:extLst>
                    <a:ext uri="{FF2B5EF4-FFF2-40B4-BE49-F238E27FC236}">
                      <a16:creationId xmlns:a16="http://schemas.microsoft.com/office/drawing/2014/main" id="{7273B962-FF41-4C68-99FC-B5473FB15796}"/>
                    </a:ext>
                  </a:extLst>
                </p:cNvPr>
                <p:cNvCxnSpPr/>
                <p:nvPr/>
              </p:nvCxnSpPr>
              <p:spPr>
                <a:xfrm flipV="1">
                  <a:off x="11482614" y="1524000"/>
                  <a:ext cx="0" cy="4144035"/>
                </a:xfrm>
                <a:prstGeom prst="straightConnector1">
                  <a:avLst/>
                </a:prstGeom>
                <a:grpFill/>
                <a:ln w="9525" cap="flat" cmpd="sng" algn="ctr">
                  <a:solidFill>
                    <a:schemeClr val="bg2"/>
                  </a:solidFill>
                  <a:prstDash val="solid"/>
                  <a:tailEnd type="triangle"/>
                </a:ln>
                <a:effectLst/>
              </p:spPr>
            </p:cxnSp>
            <p:sp>
              <p:nvSpPr>
                <p:cNvPr id="33" name="Rectangle 32">
                  <a:extLst>
                    <a:ext uri="{FF2B5EF4-FFF2-40B4-BE49-F238E27FC236}">
                      <a16:creationId xmlns:a16="http://schemas.microsoft.com/office/drawing/2014/main" id="{52750EE9-D2EF-4D32-AC48-00CA5B2C3602}"/>
                    </a:ext>
                  </a:extLst>
                </p:cNvPr>
                <p:cNvSpPr/>
                <p:nvPr/>
              </p:nvSpPr>
              <p:spPr>
                <a:xfrm rot="16200000">
                  <a:off x="10092698" y="3457188"/>
                  <a:ext cx="3022810" cy="323273"/>
                </a:xfrm>
                <a:prstGeom prst="rect">
                  <a:avLst/>
                </a:prstGeom>
                <a:solidFill>
                  <a:schemeClr val="tx2"/>
                </a:solidFill>
                <a:ln w="9525" cap="rnd" cmpd="sng" algn="ctr">
                  <a:solidFill>
                    <a:schemeClr val="tx2"/>
                  </a:solidFill>
                  <a:prstDash val="solid"/>
                </a:ln>
                <a:effectLst/>
              </p:spPr>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Capital Investment</a:t>
                  </a:r>
                </a:p>
              </p:txBody>
            </p:sp>
          </p:grpSp>
          <p:grpSp>
            <p:nvGrpSpPr>
              <p:cNvPr id="27" name="Group 26">
                <a:extLst>
                  <a:ext uri="{FF2B5EF4-FFF2-40B4-BE49-F238E27FC236}">
                    <a16:creationId xmlns:a16="http://schemas.microsoft.com/office/drawing/2014/main" id="{D0BAD298-2D38-4E27-AA79-4692C4ACD33D}"/>
                  </a:ext>
                </a:extLst>
              </p:cNvPr>
              <p:cNvGrpSpPr/>
              <p:nvPr/>
            </p:nvGrpSpPr>
            <p:grpSpPr>
              <a:xfrm rot="5400000">
                <a:off x="5935275" y="657850"/>
                <a:ext cx="323273" cy="10390414"/>
                <a:chOff x="646051" y="1763787"/>
                <a:chExt cx="323273" cy="4168267"/>
              </a:xfrm>
              <a:grpFill/>
            </p:grpSpPr>
            <p:cxnSp>
              <p:nvCxnSpPr>
                <p:cNvPr id="28" name="Straight Arrow Connector 27">
                  <a:extLst>
                    <a:ext uri="{FF2B5EF4-FFF2-40B4-BE49-F238E27FC236}">
                      <a16:creationId xmlns:a16="http://schemas.microsoft.com/office/drawing/2014/main" id="{B906901F-C3F6-4D4D-BE57-33BF18BB80EA}"/>
                    </a:ext>
                  </a:extLst>
                </p:cNvPr>
                <p:cNvCxnSpPr/>
                <p:nvPr/>
              </p:nvCxnSpPr>
              <p:spPr>
                <a:xfrm rot="16200000">
                  <a:off x="-1182433" y="3847921"/>
                  <a:ext cx="4168267" cy="0"/>
                </a:xfrm>
                <a:prstGeom prst="straightConnector1">
                  <a:avLst/>
                </a:prstGeom>
                <a:grpFill/>
                <a:ln w="9525" cap="flat" cmpd="sng" algn="ctr">
                  <a:solidFill>
                    <a:schemeClr val="bg2"/>
                  </a:solidFill>
                  <a:prstDash val="solid"/>
                  <a:tailEnd type="triangle"/>
                </a:ln>
                <a:effectLst/>
              </p:spPr>
            </p:cxnSp>
            <p:sp>
              <p:nvSpPr>
                <p:cNvPr id="29" name="Rectangle 28">
                  <a:extLst>
                    <a:ext uri="{FF2B5EF4-FFF2-40B4-BE49-F238E27FC236}">
                      <a16:creationId xmlns:a16="http://schemas.microsoft.com/office/drawing/2014/main" id="{CF364D22-AA10-4637-9BEA-DA6B796F3932}"/>
                    </a:ext>
                  </a:extLst>
                </p:cNvPr>
                <p:cNvSpPr/>
                <p:nvPr/>
              </p:nvSpPr>
              <p:spPr>
                <a:xfrm rot="16200000">
                  <a:off x="-703717" y="3622964"/>
                  <a:ext cx="3022810" cy="323273"/>
                </a:xfrm>
                <a:prstGeom prst="rect">
                  <a:avLst/>
                </a:prstGeom>
                <a:solidFill>
                  <a:schemeClr val="tx2"/>
                </a:solidFill>
                <a:ln w="9525" cap="rnd" cmpd="sng" algn="ctr">
                  <a:solidFill>
                    <a:schemeClr val="tx2"/>
                  </a:solidFill>
                  <a:prstDash val="solid"/>
                </a:ln>
                <a:effectLst/>
              </p:spPr>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Risk</a:t>
                  </a:r>
                </a:p>
              </p:txBody>
            </p:sp>
          </p:grpSp>
        </p:grpSp>
        <p:sp>
          <p:nvSpPr>
            <p:cNvPr id="22" name="Rectangle 21">
              <a:extLst>
                <a:ext uri="{FF2B5EF4-FFF2-40B4-BE49-F238E27FC236}">
                  <a16:creationId xmlns:a16="http://schemas.microsoft.com/office/drawing/2014/main" id="{EB612444-EAE7-440A-8E2D-347E8B363F11}"/>
                </a:ext>
              </a:extLst>
            </p:cNvPr>
            <p:cNvSpPr/>
            <p:nvPr/>
          </p:nvSpPr>
          <p:spPr>
            <a:xfrm>
              <a:off x="874442" y="5505105"/>
              <a:ext cx="551142" cy="272132"/>
            </a:xfrm>
            <a:prstGeom prst="rect">
              <a:avLst/>
            </a:prstGeom>
            <a:ln>
              <a:noFill/>
            </a:ln>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Low</a:t>
              </a:r>
            </a:p>
          </p:txBody>
        </p:sp>
        <p:sp>
          <p:nvSpPr>
            <p:cNvPr id="23" name="Rectangle 22">
              <a:extLst>
                <a:ext uri="{FF2B5EF4-FFF2-40B4-BE49-F238E27FC236}">
                  <a16:creationId xmlns:a16="http://schemas.microsoft.com/office/drawing/2014/main" id="{8B9E74AD-F7E0-4A99-8D7A-2CA23555F763}"/>
                </a:ext>
              </a:extLst>
            </p:cNvPr>
            <p:cNvSpPr/>
            <p:nvPr/>
          </p:nvSpPr>
          <p:spPr>
            <a:xfrm rot="16200000">
              <a:off x="488721" y="1539392"/>
              <a:ext cx="502688" cy="319374"/>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High</a:t>
              </a:r>
            </a:p>
          </p:txBody>
        </p:sp>
        <p:sp>
          <p:nvSpPr>
            <p:cNvPr id="24" name="Rectangle 23">
              <a:extLst>
                <a:ext uri="{FF2B5EF4-FFF2-40B4-BE49-F238E27FC236}">
                  <a16:creationId xmlns:a16="http://schemas.microsoft.com/office/drawing/2014/main" id="{06763ADD-ED2F-4702-804E-5A3DD45DC4AF}"/>
                </a:ext>
              </a:extLst>
            </p:cNvPr>
            <p:cNvSpPr/>
            <p:nvPr/>
          </p:nvSpPr>
          <p:spPr>
            <a:xfrm rot="16200000">
              <a:off x="11435208" y="1640539"/>
              <a:ext cx="457018" cy="319374"/>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Low</a:t>
              </a:r>
            </a:p>
          </p:txBody>
        </p:sp>
      </p:grpSp>
      <p:grpSp>
        <p:nvGrpSpPr>
          <p:cNvPr id="3" name="Group 2">
            <a:extLst>
              <a:ext uri="{FF2B5EF4-FFF2-40B4-BE49-F238E27FC236}">
                <a16:creationId xmlns:a16="http://schemas.microsoft.com/office/drawing/2014/main" id="{567D5F3F-F2C4-4852-81AF-7FE84DAA6159}"/>
              </a:ext>
            </a:extLst>
          </p:cNvPr>
          <p:cNvGrpSpPr/>
          <p:nvPr/>
        </p:nvGrpSpPr>
        <p:grpSpPr>
          <a:xfrm>
            <a:off x="2188177" y="1545198"/>
            <a:ext cx="4308840" cy="2085861"/>
            <a:chOff x="2188177" y="1545198"/>
            <a:chExt cx="4308840" cy="2085861"/>
          </a:xfrm>
        </p:grpSpPr>
        <p:sp>
          <p:nvSpPr>
            <p:cNvPr id="19" name="Rectangle 18">
              <a:extLst>
                <a:ext uri="{FF2B5EF4-FFF2-40B4-BE49-F238E27FC236}">
                  <a16:creationId xmlns:a16="http://schemas.microsoft.com/office/drawing/2014/main" id="{365CF8A4-26C1-487D-9FA6-60F049FF6EB4}"/>
                </a:ext>
              </a:extLst>
            </p:cNvPr>
            <p:cNvSpPr/>
            <p:nvPr/>
          </p:nvSpPr>
          <p:spPr>
            <a:xfrm>
              <a:off x="2188177" y="1820141"/>
              <a:ext cx="4308840" cy="1810918"/>
            </a:xfrm>
            <a:prstGeom prst="rect">
              <a:avLst/>
            </a:prstGeom>
            <a:solidFill>
              <a:schemeClr val="bg1">
                <a:lumMod val="50000"/>
              </a:schemeClr>
            </a:solidFill>
            <a:ln w="9525" cap="flat" cmpd="sng" algn="ctr">
              <a:solidFill>
                <a:srgbClr val="F0F0F0"/>
              </a:solidFill>
              <a:prstDash val="solid"/>
            </a:ln>
            <a:effectLst/>
          </p:spPr>
          <p:txBody>
            <a:bodyPr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285750" marR="0" lvl="0" indent="-285750" algn="l" defTabSz="914400" rtl="0" eaLnBrk="1" fontAlgn="auto" latinLnBrk="0" hangingPunct="1">
                <a:lnSpc>
                  <a:spcPct val="100000"/>
                </a:lnSpc>
                <a:spcBef>
                  <a:spcPts val="0"/>
                </a:spcBef>
                <a:spcAft>
                  <a:spcPts val="0"/>
                </a:spcAft>
                <a:buClr>
                  <a:prstClr val="white"/>
                </a:buClr>
                <a:buSzPct val="70000"/>
                <a:buFont typeface="Arial" panose="020B0604020202020204" pitchFamily="34" charset="0"/>
                <a:buChar char="►"/>
                <a:tabLst/>
                <a:defRPr/>
              </a:pPr>
              <a:r>
                <a:rPr kumimoji="0" lang="en-IN"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Fast way to establish a multifunctional </a:t>
              </a:r>
              <a:r>
                <a:rPr kumimoji="0" lang="en-US"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center</a:t>
              </a:r>
              <a:r>
                <a:rPr kumimoji="0" lang="en-IN"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 and allows both directions to transfer operations: Back to the company or to BPO.</a:t>
              </a:r>
            </a:p>
            <a:p>
              <a:pPr marL="285750" marR="0" lvl="0" indent="-285750" algn="l" defTabSz="914400" rtl="0" eaLnBrk="1" fontAlgn="auto" latinLnBrk="0" hangingPunct="1">
                <a:lnSpc>
                  <a:spcPct val="100000"/>
                </a:lnSpc>
                <a:spcBef>
                  <a:spcPts val="0"/>
                </a:spcBef>
                <a:spcAft>
                  <a:spcPts val="0"/>
                </a:spcAft>
                <a:buClr>
                  <a:prstClr val="white"/>
                </a:buClr>
                <a:buSzPct val="70000"/>
                <a:buFont typeface="Arial" panose="020B0604020202020204" pitchFamily="34" charset="0"/>
                <a:buChar char="►"/>
                <a:tabLst/>
                <a:defRPr/>
              </a:pPr>
              <a:r>
                <a:rPr kumimoji="0" lang="en-US"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Engaging expert service provider to design, set-up, and run an outsourced operation; with a plan/option to take-over outsourced operations at a pre-agreed “Transfer price”.</a:t>
              </a:r>
            </a:p>
          </p:txBody>
        </p:sp>
        <p:sp>
          <p:nvSpPr>
            <p:cNvPr id="20" name="Rectangle 19">
              <a:extLst>
                <a:ext uri="{FF2B5EF4-FFF2-40B4-BE49-F238E27FC236}">
                  <a16:creationId xmlns:a16="http://schemas.microsoft.com/office/drawing/2014/main" id="{6F23D047-6BF3-4893-8ABD-26C370E80143}"/>
                </a:ext>
              </a:extLst>
            </p:cNvPr>
            <p:cNvSpPr/>
            <p:nvPr/>
          </p:nvSpPr>
          <p:spPr>
            <a:xfrm>
              <a:off x="2188177" y="1545198"/>
              <a:ext cx="4308840" cy="408815"/>
            </a:xfrm>
            <a:prstGeom prst="rect">
              <a:avLst/>
            </a:prstGeom>
            <a:solidFill>
              <a:srgbClr val="FFE600"/>
            </a:solidFill>
            <a:ln w="9525" cap="flat" cmpd="sng" algn="ctr">
              <a:solidFill>
                <a:srgbClr val="F0F0F0"/>
              </a:solidFill>
              <a:prstDash val="solid"/>
            </a:ln>
            <a:effectLst/>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Build-Operate Transfer (“B-O-T”)</a:t>
              </a:r>
            </a:p>
          </p:txBody>
        </p:sp>
      </p:grpSp>
      <p:grpSp>
        <p:nvGrpSpPr>
          <p:cNvPr id="25" name="Group 24">
            <a:extLst>
              <a:ext uri="{FF2B5EF4-FFF2-40B4-BE49-F238E27FC236}">
                <a16:creationId xmlns:a16="http://schemas.microsoft.com/office/drawing/2014/main" id="{540F8BAC-4FBF-43CD-86A9-25B33F1B48C1}"/>
              </a:ext>
            </a:extLst>
          </p:cNvPr>
          <p:cNvGrpSpPr/>
          <p:nvPr/>
        </p:nvGrpSpPr>
        <p:grpSpPr>
          <a:xfrm>
            <a:off x="6551262" y="1545198"/>
            <a:ext cx="4308840" cy="2085861"/>
            <a:chOff x="6551262" y="1545198"/>
            <a:chExt cx="4308840" cy="2085861"/>
          </a:xfrm>
        </p:grpSpPr>
        <p:sp>
          <p:nvSpPr>
            <p:cNvPr id="17" name="Rectangle 16">
              <a:extLst>
                <a:ext uri="{FF2B5EF4-FFF2-40B4-BE49-F238E27FC236}">
                  <a16:creationId xmlns:a16="http://schemas.microsoft.com/office/drawing/2014/main" id="{85BD607B-D602-4F6B-83B4-8374FF5561AB}"/>
                </a:ext>
              </a:extLst>
            </p:cNvPr>
            <p:cNvSpPr/>
            <p:nvPr/>
          </p:nvSpPr>
          <p:spPr>
            <a:xfrm>
              <a:off x="6551262" y="1545198"/>
              <a:ext cx="4308840" cy="2085861"/>
            </a:xfrm>
            <a:prstGeom prst="rect">
              <a:avLst/>
            </a:prstGeom>
            <a:solidFill>
              <a:schemeClr val="bg1">
                <a:lumMod val="50000"/>
              </a:schemeClr>
            </a:solidFill>
            <a:ln w="9525" cap="flat" cmpd="sng" algn="ctr">
              <a:solidFill>
                <a:srgbClr val="F0F0F0"/>
              </a:solidFill>
              <a:prstDash val="solid"/>
            </a:ln>
            <a:effectLst/>
          </p:spPr>
          <p:txBody>
            <a:bodyPr lIns="36000" tIns="504000" rIns="36000" rtlCol="0" anchor="t" anchorCtr="0"/>
            <a:lstStyle/>
            <a:p>
              <a:pPr marL="282575" marR="0" lvl="0" indent="-228600" algn="l" defTabSz="914400" rtl="0" eaLnBrk="1" fontAlgn="auto" latinLnBrk="0" hangingPunct="1">
                <a:lnSpc>
                  <a:spcPct val="100000"/>
                </a:lnSpc>
                <a:spcBef>
                  <a:spcPts val="0"/>
                </a:spcBef>
                <a:spcAft>
                  <a:spcPts val="0"/>
                </a:spcAft>
                <a:buClr>
                  <a:prstClr val="white"/>
                </a:buClr>
                <a:buSzPct val="70000"/>
                <a:buFont typeface="Arial" panose="020B0604020202020204" pitchFamily="34" charset="0"/>
                <a:buChar char="►"/>
                <a:tabLst/>
                <a:defRPr/>
              </a:pPr>
              <a:r>
                <a:rPr kumimoji="0" lang="en-IN"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Outsourcing of transactional and non-transactional processes.</a:t>
              </a:r>
            </a:p>
            <a:p>
              <a:pPr marL="282575" marR="0" lvl="0" indent="-228600" algn="l" defTabSz="914400" rtl="0" eaLnBrk="1" fontAlgn="auto" latinLnBrk="0" hangingPunct="1">
                <a:lnSpc>
                  <a:spcPct val="100000"/>
                </a:lnSpc>
                <a:spcBef>
                  <a:spcPts val="0"/>
                </a:spcBef>
                <a:spcAft>
                  <a:spcPts val="0"/>
                </a:spcAft>
                <a:buClr>
                  <a:prstClr val="white"/>
                </a:buClr>
                <a:buSzPct val="70000"/>
                <a:buFont typeface="Arial" panose="020B0604020202020204" pitchFamily="34" charset="0"/>
                <a:buChar char="►"/>
                <a:tabLst/>
                <a:defRPr/>
              </a:pPr>
              <a:r>
                <a:rPr kumimoji="0" lang="en-US"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Contracting and leveraging external provider capacity to fully run an outsourced operation; managing results and outputs rather than inputs.</a:t>
              </a:r>
            </a:p>
          </p:txBody>
        </p:sp>
        <p:sp>
          <p:nvSpPr>
            <p:cNvPr id="18" name="Rectangle 17">
              <a:extLst>
                <a:ext uri="{FF2B5EF4-FFF2-40B4-BE49-F238E27FC236}">
                  <a16:creationId xmlns:a16="http://schemas.microsoft.com/office/drawing/2014/main" id="{CD667D20-475D-4392-8332-CD439080767D}"/>
                </a:ext>
              </a:extLst>
            </p:cNvPr>
            <p:cNvSpPr/>
            <p:nvPr/>
          </p:nvSpPr>
          <p:spPr>
            <a:xfrm>
              <a:off x="6551262" y="1545198"/>
              <a:ext cx="4308840" cy="408815"/>
            </a:xfrm>
            <a:prstGeom prst="rect">
              <a:avLst/>
            </a:prstGeom>
            <a:solidFill>
              <a:srgbClr val="FFE600"/>
            </a:solidFill>
            <a:ln w="9525" cap="flat" cmpd="sng" algn="ctr">
              <a:solidFill>
                <a:srgbClr val="F0F0F0"/>
              </a:solidFill>
              <a:prstDash val="solid"/>
            </a:ln>
            <a:effectLst/>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Outsourcing</a:t>
              </a:r>
            </a:p>
          </p:txBody>
        </p:sp>
      </p:grpSp>
      <p:grpSp>
        <p:nvGrpSpPr>
          <p:cNvPr id="37" name="Group 36">
            <a:extLst>
              <a:ext uri="{FF2B5EF4-FFF2-40B4-BE49-F238E27FC236}">
                <a16:creationId xmlns:a16="http://schemas.microsoft.com/office/drawing/2014/main" id="{F7D1D993-A654-435A-950F-4D384678F0A1}"/>
              </a:ext>
            </a:extLst>
          </p:cNvPr>
          <p:cNvGrpSpPr/>
          <p:nvPr/>
        </p:nvGrpSpPr>
        <p:grpSpPr>
          <a:xfrm>
            <a:off x="2204924" y="3667154"/>
            <a:ext cx="4308840" cy="2085861"/>
            <a:chOff x="2204924" y="3667154"/>
            <a:chExt cx="4308840" cy="2085861"/>
          </a:xfrm>
        </p:grpSpPr>
        <p:sp>
          <p:nvSpPr>
            <p:cNvPr id="14" name="Rectangle 13">
              <a:extLst>
                <a:ext uri="{FF2B5EF4-FFF2-40B4-BE49-F238E27FC236}">
                  <a16:creationId xmlns:a16="http://schemas.microsoft.com/office/drawing/2014/main" id="{ED2E6CD6-60AE-4D6D-ABBB-BF2AA5947E7E}"/>
                </a:ext>
              </a:extLst>
            </p:cNvPr>
            <p:cNvSpPr/>
            <p:nvPr/>
          </p:nvSpPr>
          <p:spPr>
            <a:xfrm>
              <a:off x="2204924" y="3667154"/>
              <a:ext cx="4308840" cy="2085861"/>
            </a:xfrm>
            <a:prstGeom prst="rect">
              <a:avLst/>
            </a:prstGeom>
            <a:solidFill>
              <a:schemeClr val="bg1">
                <a:lumMod val="50000"/>
              </a:schemeClr>
            </a:solidFill>
            <a:ln w="9525" cap="flat" cmpd="sng" algn="ctr">
              <a:solidFill>
                <a:srgbClr val="F0F0F0"/>
              </a:solidFill>
              <a:prstDash val="solid"/>
            </a:ln>
            <a:effectLst/>
          </p:spPr>
          <p:txBody>
            <a:bodyPr rtlCol="0" anchor="ctr" anchorCtr="0"/>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endParaRPr kumimoji="0" lang="en-US"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285750" marR="0" lvl="0" indent="-285750" algn="l" defTabSz="914400" rtl="0" eaLnBrk="1" fontAlgn="auto" latinLnBrk="0" hangingPunct="1">
                <a:lnSpc>
                  <a:spcPct val="100000"/>
                </a:lnSpc>
                <a:spcBef>
                  <a:spcPts val="0"/>
                </a:spcBef>
                <a:spcAft>
                  <a:spcPts val="0"/>
                </a:spcAft>
                <a:buClr>
                  <a:prstClr val="white"/>
                </a:buClr>
                <a:buSzPct val="70000"/>
                <a:buFont typeface="Arial" panose="020B0604020202020204" pitchFamily="34" charset="0"/>
                <a:buChar char="►"/>
                <a:tabLst/>
                <a:defRPr/>
              </a:pPr>
              <a:r>
                <a:rPr kumimoji="0" lang="en-IN"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Selective outsourcing for transactional and captive GBS for non-transactional processes.</a:t>
              </a:r>
            </a:p>
            <a:p>
              <a:pPr marL="285750" marR="0" lvl="0" indent="-285750" algn="l" defTabSz="914400" rtl="0" eaLnBrk="1" fontAlgn="auto" latinLnBrk="0" hangingPunct="1">
                <a:lnSpc>
                  <a:spcPct val="100000"/>
                </a:lnSpc>
                <a:spcBef>
                  <a:spcPts val="0"/>
                </a:spcBef>
                <a:spcAft>
                  <a:spcPts val="0"/>
                </a:spcAft>
                <a:buClr>
                  <a:prstClr val="white"/>
                </a:buClr>
                <a:buSzPct val="70000"/>
                <a:buFont typeface="Arial" panose="020B0604020202020204" pitchFamily="34" charset="0"/>
                <a:buChar char="►"/>
                <a:tabLst/>
                <a:defRPr/>
              </a:pPr>
              <a:r>
                <a:rPr kumimoji="0" lang="en-US"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Engaging expert service provider to partner on the design, set-up, and run operations (may involve transfer staff and/or systems); maintaining initial/ongoing ownership.</a:t>
              </a:r>
            </a:p>
          </p:txBody>
        </p:sp>
        <p:sp>
          <p:nvSpPr>
            <p:cNvPr id="16" name="Rectangle 15">
              <a:extLst>
                <a:ext uri="{FF2B5EF4-FFF2-40B4-BE49-F238E27FC236}">
                  <a16:creationId xmlns:a16="http://schemas.microsoft.com/office/drawing/2014/main" id="{A7BCEBB2-C59C-4975-9C1A-96206C30BC42}"/>
                </a:ext>
              </a:extLst>
            </p:cNvPr>
            <p:cNvSpPr/>
            <p:nvPr/>
          </p:nvSpPr>
          <p:spPr>
            <a:xfrm>
              <a:off x="2204924" y="3667154"/>
              <a:ext cx="4308840" cy="408815"/>
            </a:xfrm>
            <a:prstGeom prst="rect">
              <a:avLst/>
            </a:prstGeom>
            <a:solidFill>
              <a:srgbClr val="FFE600"/>
            </a:solidFill>
            <a:ln w="9525" cap="flat" cmpd="sng" algn="ctr">
              <a:solidFill>
                <a:srgbClr val="F0F0F0"/>
              </a:solidFill>
              <a:prstDash val="solid"/>
            </a:ln>
            <a:effectLst/>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Hybrid/Co-Source (“Joint Ventures”)</a:t>
              </a:r>
            </a:p>
          </p:txBody>
        </p:sp>
      </p:grpSp>
      <p:grpSp>
        <p:nvGrpSpPr>
          <p:cNvPr id="4" name="Group 3">
            <a:extLst>
              <a:ext uri="{FF2B5EF4-FFF2-40B4-BE49-F238E27FC236}">
                <a16:creationId xmlns:a16="http://schemas.microsoft.com/office/drawing/2014/main" id="{4D160D62-732B-4EF7-87AE-B7BD2B429A7F}"/>
              </a:ext>
            </a:extLst>
          </p:cNvPr>
          <p:cNvGrpSpPr/>
          <p:nvPr/>
        </p:nvGrpSpPr>
        <p:grpSpPr>
          <a:xfrm>
            <a:off x="6545101" y="3667154"/>
            <a:ext cx="4308840" cy="2085861"/>
            <a:chOff x="6545101" y="3667154"/>
            <a:chExt cx="4308840" cy="2085861"/>
          </a:xfrm>
        </p:grpSpPr>
        <p:sp>
          <p:nvSpPr>
            <p:cNvPr id="12" name="Rectangle 11">
              <a:extLst>
                <a:ext uri="{FF2B5EF4-FFF2-40B4-BE49-F238E27FC236}">
                  <a16:creationId xmlns:a16="http://schemas.microsoft.com/office/drawing/2014/main" id="{F3D2242E-742D-485B-A800-C6DDDD1A668F}"/>
                </a:ext>
              </a:extLst>
            </p:cNvPr>
            <p:cNvSpPr/>
            <p:nvPr/>
          </p:nvSpPr>
          <p:spPr>
            <a:xfrm>
              <a:off x="6545101" y="3667154"/>
              <a:ext cx="4308840" cy="2085861"/>
            </a:xfrm>
            <a:prstGeom prst="rect">
              <a:avLst/>
            </a:prstGeom>
            <a:solidFill>
              <a:schemeClr val="bg1">
                <a:lumMod val="50000"/>
              </a:schemeClr>
            </a:solidFill>
            <a:ln w="9525" cap="flat" cmpd="sng" algn="ctr">
              <a:solidFill>
                <a:srgbClr val="F0F0F0"/>
              </a:solidFill>
              <a:prstDash val="solid"/>
            </a:ln>
            <a:effectLst/>
          </p:spPr>
          <p:txBody>
            <a:bodyPr rtlCol="0" anchor="ctr" anchorCtr="0"/>
            <a:lstStyle/>
            <a:p>
              <a:pPr marL="285750" marR="0" lvl="0" indent="-285750" algn="l" defTabSz="914400" rtl="0" eaLnBrk="1" fontAlgn="auto" latinLnBrk="0" hangingPunct="1">
                <a:lnSpc>
                  <a:spcPct val="100000"/>
                </a:lnSpc>
                <a:spcBef>
                  <a:spcPts val="0"/>
                </a:spcBef>
                <a:spcAft>
                  <a:spcPts val="0"/>
                </a:spcAft>
                <a:buClr>
                  <a:prstClr val="white"/>
                </a:buClr>
                <a:buSzPct val="70000"/>
                <a:buFont typeface="Arial" panose="020B0604020202020204" pitchFamily="34" charset="0"/>
                <a:buChar char="►"/>
                <a:tabLst/>
                <a:defRPr/>
              </a:pPr>
              <a:r>
                <a:rPr kumimoji="0" lang="en-IN"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Highly automated global (nearby) center or simplified near and offshore </a:t>
              </a:r>
              <a:r>
                <a:rPr kumimoji="0" lang="en-US"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hub</a:t>
              </a:r>
              <a:r>
                <a:rPr kumimoji="0" lang="en-IN"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 </a:t>
              </a:r>
              <a:r>
                <a:rPr kumimoji="0" lang="en-US"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structure.</a:t>
              </a:r>
            </a:p>
            <a:p>
              <a:pPr marL="285750" marR="0" lvl="0" indent="-285750" algn="l" defTabSz="914400" rtl="0" eaLnBrk="1" fontAlgn="auto" latinLnBrk="0" hangingPunct="1">
                <a:lnSpc>
                  <a:spcPct val="100000"/>
                </a:lnSpc>
                <a:spcBef>
                  <a:spcPts val="0"/>
                </a:spcBef>
                <a:spcAft>
                  <a:spcPts val="0"/>
                </a:spcAft>
                <a:buClr>
                  <a:prstClr val="white"/>
                </a:buClr>
                <a:buSzPct val="70000"/>
                <a:buFont typeface="Arial" panose="020B0604020202020204" pitchFamily="34" charset="0"/>
                <a:buChar char="►"/>
                <a:tabLst/>
                <a:defRPr/>
              </a:pPr>
              <a:r>
                <a:rPr kumimoji="0" lang="en-US" sz="13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Designing, financing, building, operating, and improving systems, organizations, facilities, and methods in-house.</a:t>
              </a:r>
            </a:p>
          </p:txBody>
        </p:sp>
        <p:sp>
          <p:nvSpPr>
            <p:cNvPr id="13" name="Rectangle 12">
              <a:extLst>
                <a:ext uri="{FF2B5EF4-FFF2-40B4-BE49-F238E27FC236}">
                  <a16:creationId xmlns:a16="http://schemas.microsoft.com/office/drawing/2014/main" id="{6D8FD3DD-E8C6-48B3-A971-2ED79423A294}"/>
                </a:ext>
              </a:extLst>
            </p:cNvPr>
            <p:cNvSpPr/>
            <p:nvPr/>
          </p:nvSpPr>
          <p:spPr>
            <a:xfrm>
              <a:off x="6545101" y="3667154"/>
              <a:ext cx="4308840" cy="408815"/>
            </a:xfrm>
            <a:prstGeom prst="rect">
              <a:avLst/>
            </a:prstGeom>
            <a:solidFill>
              <a:srgbClr val="FFE600"/>
            </a:solidFill>
            <a:ln w="9525" cap="flat" cmpd="sng" algn="ctr">
              <a:solidFill>
                <a:srgbClr val="F0F0F0"/>
              </a:solidFill>
              <a:prstDash val="solid"/>
            </a:ln>
            <a:effectLst/>
          </p:spPr>
          <p:txBody>
            <a:bodyPr rtlCol="0" anchor="ctr"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Retain and Improve (“Captive”)</a:t>
              </a:r>
            </a:p>
          </p:txBody>
        </p:sp>
      </p:grpSp>
      <p:sp>
        <p:nvSpPr>
          <p:cNvPr id="9" name="Rectangle 8">
            <a:extLst>
              <a:ext uri="{FF2B5EF4-FFF2-40B4-BE49-F238E27FC236}">
                <a16:creationId xmlns:a16="http://schemas.microsoft.com/office/drawing/2014/main" id="{0C2857C7-2AF8-4646-A92A-002DFC8C65BF}"/>
              </a:ext>
            </a:extLst>
          </p:cNvPr>
          <p:cNvSpPr/>
          <p:nvPr/>
        </p:nvSpPr>
        <p:spPr>
          <a:xfrm>
            <a:off x="10872515" y="5746573"/>
            <a:ext cx="511680" cy="276999"/>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High</a:t>
            </a:r>
          </a:p>
        </p:txBody>
      </p:sp>
      <p:sp>
        <p:nvSpPr>
          <p:cNvPr id="34" name="Line 10">
            <a:extLst>
              <a:ext uri="{FF2B5EF4-FFF2-40B4-BE49-F238E27FC236}">
                <a16:creationId xmlns:a16="http://schemas.microsoft.com/office/drawing/2014/main" id="{1FA20404-C18A-4C00-B80A-CE5537F20A64}"/>
              </a:ext>
            </a:extLst>
          </p:cNvPr>
          <p:cNvSpPr>
            <a:spLocks noChangeShapeType="1"/>
          </p:cNvSpPr>
          <p:nvPr/>
        </p:nvSpPr>
        <p:spPr bwMode="auto">
          <a:xfrm flipV="1">
            <a:off x="1652268" y="1027171"/>
            <a:ext cx="9814518"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5" name="Line 10">
            <a:extLst>
              <a:ext uri="{FF2B5EF4-FFF2-40B4-BE49-F238E27FC236}">
                <a16:creationId xmlns:a16="http://schemas.microsoft.com/office/drawing/2014/main" id="{C66E13E8-30BA-4490-A941-38B41F40379C}"/>
              </a:ext>
            </a:extLst>
          </p:cNvPr>
          <p:cNvSpPr>
            <a:spLocks noChangeShapeType="1"/>
          </p:cNvSpPr>
          <p:nvPr/>
        </p:nvSpPr>
        <p:spPr bwMode="auto">
          <a:xfrm flipV="1">
            <a:off x="1652268" y="1462065"/>
            <a:ext cx="9814518"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6" name="TextBox 35">
            <a:extLst>
              <a:ext uri="{FF2B5EF4-FFF2-40B4-BE49-F238E27FC236}">
                <a16:creationId xmlns:a16="http://schemas.microsoft.com/office/drawing/2014/main" id="{C5749F42-BD7F-45CF-A1D9-634538C27E6D}"/>
              </a:ext>
            </a:extLst>
          </p:cNvPr>
          <p:cNvSpPr txBox="1"/>
          <p:nvPr/>
        </p:nvSpPr>
        <p:spPr>
          <a:xfrm>
            <a:off x="1662108" y="1040397"/>
            <a:ext cx="10036455" cy="667875"/>
          </a:xfrm>
          <a:prstGeom prst="rect">
            <a:avLst/>
          </a:prstGeom>
          <a:noFill/>
        </p:spPr>
        <p:txBody>
          <a:bodyPr wrap="square" lIns="0" tIns="36576" rIns="0" bIns="0" rtlCol="0">
            <a:spAutoFit/>
          </a:bodyPr>
          <a:lstStyle/>
          <a:p>
            <a:pPr marL="0" marR="0" lvl="0" indent="0" algn="l" defTabSz="914400" rtl="0" eaLnBrk="1" fontAlgn="auto" latinLnBrk="0" hangingPunct="1">
              <a:lnSpc>
                <a:spcPct val="100000"/>
              </a:lnSpc>
              <a:spcBef>
                <a:spcPts val="0"/>
              </a:spcBef>
              <a:spcAft>
                <a:spcPts val="600"/>
              </a:spcAft>
              <a:buClr>
                <a:srgbClr val="27ACAA"/>
              </a:buClr>
              <a:buSzPct val="70000"/>
              <a:buFontTx/>
              <a:buNone/>
              <a:tabLst/>
              <a:defRPr/>
            </a:pPr>
            <a:r>
              <a:rPr kumimoji="0" lang="en-IN"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Continuum of sourcing options is assessed against capital Intensity, financial return and risk. The service delivery model dependent on business criticality, timing and trust between organizations to drive the change.</a:t>
            </a:r>
          </a:p>
          <a:p>
            <a:pPr marL="0" marR="0" lvl="0" indent="0" algn="l" defTabSz="914400" rtl="0" eaLnBrk="1" fontAlgn="auto" latinLnBrk="0" hangingPunct="1">
              <a:lnSpc>
                <a:spcPct val="100000"/>
              </a:lnSpc>
              <a:spcBef>
                <a:spcPts val="0"/>
              </a:spcBef>
              <a:spcAft>
                <a:spcPts val="600"/>
              </a:spcAft>
              <a:buClr>
                <a:srgbClr val="27ACAA"/>
              </a:buClr>
              <a:buSzPct val="70000"/>
              <a:buFontTx/>
              <a:buNone/>
              <a:tabLst/>
              <a:defRPr/>
            </a:pPr>
            <a:r>
              <a:rPr kumimoji="0" lang="en-IN"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t>
            </a:r>
          </a:p>
        </p:txBody>
      </p:sp>
    </p:spTree>
    <p:extLst>
      <p:ext uri="{BB962C8B-B14F-4D97-AF65-F5344CB8AC3E}">
        <p14:creationId xmlns:p14="http://schemas.microsoft.com/office/powerpoint/2010/main" val="315280884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73B93A-3064-464E-904C-9BDABC5E4E71}"/>
              </a:ext>
            </a:extLst>
          </p:cNvPr>
          <p:cNvSpPr>
            <a:spLocks noGrp="1"/>
          </p:cNvSpPr>
          <p:nvPr>
            <p:ph type="title"/>
          </p:nvPr>
        </p:nvSpPr>
        <p:spPr/>
        <p:txBody>
          <a:bodyPr/>
          <a:lstStyle/>
          <a:p>
            <a:r>
              <a:rPr lang="en-IN" b="1"/>
              <a:t>Options for BPO Economic Model</a:t>
            </a:r>
            <a:endParaRPr lang="en-US" b="1"/>
          </a:p>
        </p:txBody>
      </p:sp>
      <p:sp>
        <p:nvSpPr>
          <p:cNvPr id="47" name="Title 1">
            <a:extLst>
              <a:ext uri="{FF2B5EF4-FFF2-40B4-BE49-F238E27FC236}">
                <a16:creationId xmlns:a16="http://schemas.microsoft.com/office/drawing/2014/main" id="{F479BACB-B4BB-4CB0-9E57-FB80E8D51420}"/>
              </a:ext>
            </a:extLst>
          </p:cNvPr>
          <p:cNvSpPr txBox="1">
            <a:spLocks/>
          </p:cNvSpPr>
          <p:nvPr/>
        </p:nvSpPr>
        <p:spPr>
          <a:xfrm>
            <a:off x="4906837" y="1515613"/>
            <a:ext cx="3194747" cy="254306"/>
          </a:xfrm>
          <a:prstGeom prst="rect">
            <a:avLst/>
          </a:prstGeom>
        </p:spPr>
        <p:txBody>
          <a:bodyPr vert="horz" lIns="0" tIns="0" rIns="0" bIns="0" rtlCol="0" anchor="t" anchorCtr="0">
            <a:noAutofit/>
          </a:bodyPr>
          <a:lstStyle>
            <a:lvl1pPr algn="l" defTabSz="913943" rtl="0" eaLnBrk="1" latinLnBrk="0" hangingPunct="1">
              <a:lnSpc>
                <a:spcPct val="85000"/>
              </a:lnSpc>
              <a:spcBef>
                <a:spcPct val="0"/>
              </a:spcBef>
              <a:buNone/>
              <a:defRPr sz="2399" b="0" kern="1200">
                <a:solidFill>
                  <a:schemeClr val="tx1"/>
                </a:solidFill>
                <a:latin typeface="Arial" panose="020B0604020202020204" pitchFamily="34" charset="0"/>
                <a:ea typeface="+mj-ea"/>
                <a:cs typeface="Arial" pitchFamily="34" charset="0"/>
              </a:defRPr>
            </a:lvl1pPr>
          </a:lstStyle>
          <a:p>
            <a:pPr marL="0" marR="0" lvl="0" indent="0" algn="l" defTabSz="913943" rtl="0" eaLnBrk="1" fontAlgn="auto" latinLnBrk="0" hangingPunct="1">
              <a:lnSpc>
                <a:spcPct val="85000"/>
              </a:lnSpc>
              <a:spcBef>
                <a:spcPct val="0"/>
              </a:spcBef>
              <a:spcAft>
                <a:spcPts val="0"/>
              </a:spcAft>
              <a:buClrTx/>
              <a:buSzTx/>
              <a:buFontTx/>
              <a:buNone/>
              <a:tabLst/>
              <a:defRPr/>
            </a:pPr>
            <a:r>
              <a:rPr kumimoji="0" lang="en-IN" sz="1600" b="0" i="0" u="none" strike="noStrike" kern="1200" cap="none" spc="0" normalizeH="0" baseline="0" noProof="0">
                <a:ln>
                  <a:noFill/>
                </a:ln>
                <a:solidFill>
                  <a:srgbClr val="000000"/>
                </a:solidFill>
                <a:effectLst/>
                <a:uLnTx/>
                <a:uFillTx/>
                <a:latin typeface="Arial" panose="020B0604020202020204" pitchFamily="34" charset="0"/>
                <a:ea typeface="+mj-ea"/>
                <a:cs typeface="Arial" pitchFamily="34" charset="0"/>
              </a:rPr>
              <a:t>Options for BPO economic model:</a:t>
            </a:r>
          </a:p>
        </p:txBody>
      </p:sp>
      <p:sp>
        <p:nvSpPr>
          <p:cNvPr id="50" name="Content Placeholder 1">
            <a:extLst>
              <a:ext uri="{FF2B5EF4-FFF2-40B4-BE49-F238E27FC236}">
                <a16:creationId xmlns:a16="http://schemas.microsoft.com/office/drawing/2014/main" id="{9064FA58-637D-4776-A143-73D711B30289}"/>
              </a:ext>
            </a:extLst>
          </p:cNvPr>
          <p:cNvSpPr txBox="1">
            <a:spLocks/>
          </p:cNvSpPr>
          <p:nvPr/>
        </p:nvSpPr>
        <p:spPr bwMode="gray">
          <a:xfrm>
            <a:off x="1426405" y="6295977"/>
            <a:ext cx="10003596" cy="528864"/>
          </a:xfrm>
          <a:prstGeom prst="rect">
            <a:avLst/>
          </a:prstGeom>
        </p:spPr>
        <p:txBody>
          <a:bodyPr vert="horz" lIns="0" tIns="0" rIns="0" bIns="0" rtlCol="0" anchor="t" anchorCtr="0">
            <a:noAutofit/>
          </a:bodyPr>
          <a:lstStyle>
            <a:defPPr>
              <a:defRPr lang="en-US"/>
            </a:defPPr>
            <a:lvl1pPr marR="0" lvl="0" indent="0" defTabSz="1042872" fontAlgn="auto">
              <a:lnSpc>
                <a:spcPct val="100000"/>
              </a:lnSpc>
              <a:spcBef>
                <a:spcPts val="0"/>
              </a:spcBef>
              <a:spcAft>
                <a:spcPts val="500"/>
              </a:spcAft>
              <a:buClrTx/>
              <a:buSzTx/>
              <a:buFont typeface="Arial" pitchFamily="34" charset="0"/>
              <a:buNone/>
              <a:tabLst/>
              <a:defRPr kumimoji="0" sz="1200" b="0" i="0" u="none" strike="noStrike" cap="none" spc="0" normalizeH="0" baseline="0">
                <a:ln>
                  <a:noFill/>
                </a:ln>
                <a:solidFill>
                  <a:schemeClr val="bg2"/>
                </a:solidFill>
                <a:effectLst/>
                <a:uLnTx/>
                <a:uFillTx/>
                <a:latin typeface="EYInterstate Light"/>
              </a:defRPr>
            </a:lvl1pPr>
            <a:lvl2pPr marL="0" indent="0" defTabSz="1042872">
              <a:spcBef>
                <a:spcPts val="200"/>
              </a:spcBef>
              <a:spcAft>
                <a:spcPts val="500"/>
              </a:spcAft>
              <a:buFontTx/>
              <a:buNone/>
              <a:defRPr sz="1400" b="1">
                <a:solidFill>
                  <a:srgbClr val="404040"/>
                </a:solidFill>
              </a:defRPr>
            </a:lvl2pPr>
            <a:lvl3pPr marL="0" indent="0" defTabSz="1042872">
              <a:spcBef>
                <a:spcPts val="200"/>
              </a:spcBef>
              <a:spcAft>
                <a:spcPts val="500"/>
              </a:spcAft>
              <a:buFontTx/>
              <a:buNone/>
              <a:defRPr sz="1300" b="1">
                <a:solidFill>
                  <a:srgbClr val="404040"/>
                </a:solidFill>
              </a:defRPr>
            </a:lvl3pPr>
            <a:lvl4pPr marL="177769" indent="-177769" defTabSz="1042872">
              <a:spcBef>
                <a:spcPts val="0"/>
              </a:spcBef>
              <a:spcAft>
                <a:spcPts val="500"/>
              </a:spcAft>
              <a:buSzPct val="70000"/>
              <a:buFont typeface="Arial" pitchFamily="34" charset="0"/>
              <a:buChar char="►"/>
              <a:defRPr sz="1000">
                <a:solidFill>
                  <a:srgbClr val="404040"/>
                </a:solidFill>
              </a:defRPr>
            </a:lvl4pPr>
            <a:lvl5pPr marL="342840" indent="-165071" defTabSz="1042872">
              <a:spcBef>
                <a:spcPts val="0"/>
              </a:spcBef>
              <a:spcAft>
                <a:spcPts val="500"/>
              </a:spcAft>
              <a:buSzPct val="70000"/>
              <a:buFont typeface="Arial" pitchFamily="34" charset="0"/>
              <a:buChar char="►"/>
              <a:defRPr sz="1000">
                <a:solidFill>
                  <a:srgbClr val="404040"/>
                </a:solidFill>
              </a:defRPr>
            </a:lvl5pPr>
            <a:lvl6pPr marL="2867898" indent="-260718" defTabSz="1042872">
              <a:spcBef>
                <a:spcPct val="20000"/>
              </a:spcBef>
              <a:buFont typeface="Arial" pitchFamily="34" charset="0"/>
              <a:buChar char="•"/>
              <a:defRPr sz="2300"/>
            </a:lvl6pPr>
            <a:lvl7pPr marL="3389333" indent="-260718" defTabSz="1042872">
              <a:spcBef>
                <a:spcPct val="20000"/>
              </a:spcBef>
              <a:buFont typeface="Arial" pitchFamily="34" charset="0"/>
              <a:buChar char="•"/>
              <a:defRPr sz="2300"/>
            </a:lvl7pPr>
            <a:lvl8pPr marL="3910770" indent="-260718" defTabSz="1042872">
              <a:spcBef>
                <a:spcPct val="20000"/>
              </a:spcBef>
              <a:buFont typeface="Arial" pitchFamily="34" charset="0"/>
              <a:buChar char="•"/>
              <a:defRPr sz="2300"/>
            </a:lvl8pPr>
            <a:lvl9pPr marL="4432206" indent="-260718" defTabSz="1042872">
              <a:spcBef>
                <a:spcPct val="20000"/>
              </a:spcBef>
              <a:buFont typeface="Arial" pitchFamily="34" charset="0"/>
              <a:buChar char="•"/>
              <a:defRPr sz="2300"/>
            </a:lvl9pPr>
          </a:lstStyle>
          <a:p>
            <a:pPr marL="0" marR="0" lvl="0" indent="0" algn="l" defTabSz="1042723" rtl="0" eaLnBrk="1" fontAlgn="auto" latinLnBrk="0" hangingPunct="1">
              <a:lnSpc>
                <a:spcPct val="100000"/>
              </a:lnSpc>
              <a:spcBef>
                <a:spcPts val="0"/>
              </a:spcBef>
              <a:spcAft>
                <a:spcPts val="500"/>
              </a:spcAft>
              <a:buClrTx/>
              <a:buSzTx/>
              <a:buFont typeface="Arial" pitchFamily="34" charset="0"/>
              <a:buNone/>
              <a:tabLst/>
              <a:defRPr/>
            </a:pPr>
            <a:endParaRPr kumimoji="0" lang="en-GB" sz="1200" b="0" i="0" u="none" strike="noStrike" kern="0" cap="none" spc="0" normalizeH="0" baseline="0" noProof="0">
              <a:ln>
                <a:noFill/>
              </a:ln>
              <a:solidFill>
                <a:srgbClr val="2E2E38"/>
              </a:solidFill>
              <a:effectLst/>
              <a:uLnTx/>
              <a:uFillTx/>
              <a:latin typeface="Arial" panose="020B0604020202020204" pitchFamily="34" charset="0"/>
              <a:ea typeface="+mn-ea"/>
              <a:cs typeface="Arial" panose="020B0604020202020204" pitchFamily="34" charset="0"/>
            </a:endParaRPr>
          </a:p>
        </p:txBody>
      </p:sp>
      <p:graphicFrame>
        <p:nvGraphicFramePr>
          <p:cNvPr id="51" name="Table 8">
            <a:extLst>
              <a:ext uri="{FF2B5EF4-FFF2-40B4-BE49-F238E27FC236}">
                <a16:creationId xmlns:a16="http://schemas.microsoft.com/office/drawing/2014/main" id="{C3EA5C04-3E25-4571-854A-5EB87B105ADA}"/>
              </a:ext>
            </a:extLst>
          </p:cNvPr>
          <p:cNvGraphicFramePr>
            <a:graphicFrameLocks noGrp="1"/>
          </p:cNvGraphicFramePr>
          <p:nvPr/>
        </p:nvGraphicFramePr>
        <p:xfrm>
          <a:off x="1654071" y="2620424"/>
          <a:ext cx="9775930" cy="3502465"/>
        </p:xfrm>
        <a:graphic>
          <a:graphicData uri="http://schemas.openxmlformats.org/drawingml/2006/table">
            <a:tbl>
              <a:tblPr firstRow="1" bandRow="1"/>
              <a:tblGrid>
                <a:gridCol w="1735435">
                  <a:extLst>
                    <a:ext uri="{9D8B030D-6E8A-4147-A177-3AD203B41FA5}">
                      <a16:colId xmlns:a16="http://schemas.microsoft.com/office/drawing/2014/main" val="3676454452"/>
                    </a:ext>
                  </a:extLst>
                </a:gridCol>
                <a:gridCol w="2680165">
                  <a:extLst>
                    <a:ext uri="{9D8B030D-6E8A-4147-A177-3AD203B41FA5}">
                      <a16:colId xmlns:a16="http://schemas.microsoft.com/office/drawing/2014/main" val="3060577128"/>
                    </a:ext>
                  </a:extLst>
                </a:gridCol>
                <a:gridCol w="2680165">
                  <a:extLst>
                    <a:ext uri="{9D8B030D-6E8A-4147-A177-3AD203B41FA5}">
                      <a16:colId xmlns:a16="http://schemas.microsoft.com/office/drawing/2014/main" val="2126957928"/>
                    </a:ext>
                  </a:extLst>
                </a:gridCol>
                <a:gridCol w="2680165">
                  <a:extLst>
                    <a:ext uri="{9D8B030D-6E8A-4147-A177-3AD203B41FA5}">
                      <a16:colId xmlns:a16="http://schemas.microsoft.com/office/drawing/2014/main" val="540583979"/>
                    </a:ext>
                  </a:extLst>
                </a:gridCol>
              </a:tblGrid>
              <a:tr h="392027">
                <a:tc>
                  <a:txBody>
                    <a:bodyPr/>
                    <a:lstStyle>
                      <a:lvl1pPr marL="0" algn="l" defTabSz="868093" rtl="0" eaLnBrk="1" latinLnBrk="0" hangingPunct="1">
                        <a:defRPr sz="1709" b="1" kern="1200">
                          <a:solidFill>
                            <a:schemeClr val="lt1"/>
                          </a:solidFill>
                          <a:latin typeface="EYInterstate Light"/>
                        </a:defRPr>
                      </a:lvl1pPr>
                      <a:lvl2pPr marL="434046" algn="l" defTabSz="868093" rtl="0" eaLnBrk="1" latinLnBrk="0" hangingPunct="1">
                        <a:defRPr sz="1709" b="1" kern="1200">
                          <a:solidFill>
                            <a:schemeClr val="lt1"/>
                          </a:solidFill>
                          <a:latin typeface="EYInterstate Light"/>
                        </a:defRPr>
                      </a:lvl2pPr>
                      <a:lvl3pPr marL="868093" algn="l" defTabSz="868093" rtl="0" eaLnBrk="1" latinLnBrk="0" hangingPunct="1">
                        <a:defRPr sz="1709" b="1" kern="1200">
                          <a:solidFill>
                            <a:schemeClr val="lt1"/>
                          </a:solidFill>
                          <a:latin typeface="EYInterstate Light"/>
                        </a:defRPr>
                      </a:lvl3pPr>
                      <a:lvl4pPr marL="1302139" algn="l" defTabSz="868093" rtl="0" eaLnBrk="1" latinLnBrk="0" hangingPunct="1">
                        <a:defRPr sz="1709" b="1" kern="1200">
                          <a:solidFill>
                            <a:schemeClr val="lt1"/>
                          </a:solidFill>
                          <a:latin typeface="EYInterstate Light"/>
                        </a:defRPr>
                      </a:lvl4pPr>
                      <a:lvl5pPr marL="1736185" algn="l" defTabSz="868093" rtl="0" eaLnBrk="1" latinLnBrk="0" hangingPunct="1">
                        <a:defRPr sz="1709" b="1" kern="1200">
                          <a:solidFill>
                            <a:schemeClr val="lt1"/>
                          </a:solidFill>
                          <a:latin typeface="EYInterstate Light"/>
                        </a:defRPr>
                      </a:lvl5pPr>
                      <a:lvl6pPr marL="2170230" algn="l" defTabSz="868093" rtl="0" eaLnBrk="1" latinLnBrk="0" hangingPunct="1">
                        <a:defRPr sz="1709" b="1" kern="1200">
                          <a:solidFill>
                            <a:schemeClr val="lt1"/>
                          </a:solidFill>
                          <a:latin typeface="EYInterstate Light"/>
                        </a:defRPr>
                      </a:lvl6pPr>
                      <a:lvl7pPr marL="2604278" algn="l" defTabSz="868093" rtl="0" eaLnBrk="1" latinLnBrk="0" hangingPunct="1">
                        <a:defRPr sz="1709" b="1" kern="1200">
                          <a:solidFill>
                            <a:schemeClr val="lt1"/>
                          </a:solidFill>
                          <a:latin typeface="EYInterstate Light"/>
                        </a:defRPr>
                      </a:lvl7pPr>
                      <a:lvl8pPr marL="3038323" algn="l" defTabSz="868093" rtl="0" eaLnBrk="1" latinLnBrk="0" hangingPunct="1">
                        <a:defRPr sz="1709" b="1" kern="1200">
                          <a:solidFill>
                            <a:schemeClr val="lt1"/>
                          </a:solidFill>
                          <a:latin typeface="EYInterstate Light"/>
                        </a:defRPr>
                      </a:lvl8pPr>
                      <a:lvl9pPr marL="3472369" algn="l" defTabSz="868093" rtl="0" eaLnBrk="1" latinLnBrk="0" hangingPunct="1">
                        <a:defRPr sz="1709" b="1" kern="1200">
                          <a:solidFill>
                            <a:schemeClr val="lt1"/>
                          </a:solidFill>
                          <a:latin typeface="EYInterstate Light"/>
                        </a:defRPr>
                      </a:lvl9pPr>
                    </a:lstStyle>
                    <a:p>
                      <a:endParaRPr lang="en-GB" sz="1700">
                        <a:latin typeface="Arial "/>
                      </a:endParaRPr>
                    </a:p>
                  </a:txBody>
                  <a:tcPr marL="91435" marR="91435" marT="45717" marB="45717">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68093" rtl="0" eaLnBrk="1" latinLnBrk="0" hangingPunct="1">
                        <a:defRPr sz="1709" b="1" kern="1200">
                          <a:solidFill>
                            <a:schemeClr val="lt1"/>
                          </a:solidFill>
                          <a:latin typeface="EYInterstate Light"/>
                        </a:defRPr>
                      </a:lvl1pPr>
                      <a:lvl2pPr marL="434046" algn="l" defTabSz="868093" rtl="0" eaLnBrk="1" latinLnBrk="0" hangingPunct="1">
                        <a:defRPr sz="1709" b="1" kern="1200">
                          <a:solidFill>
                            <a:schemeClr val="lt1"/>
                          </a:solidFill>
                          <a:latin typeface="EYInterstate Light"/>
                        </a:defRPr>
                      </a:lvl2pPr>
                      <a:lvl3pPr marL="868093" algn="l" defTabSz="868093" rtl="0" eaLnBrk="1" latinLnBrk="0" hangingPunct="1">
                        <a:defRPr sz="1709" b="1" kern="1200">
                          <a:solidFill>
                            <a:schemeClr val="lt1"/>
                          </a:solidFill>
                          <a:latin typeface="EYInterstate Light"/>
                        </a:defRPr>
                      </a:lvl3pPr>
                      <a:lvl4pPr marL="1302139" algn="l" defTabSz="868093" rtl="0" eaLnBrk="1" latinLnBrk="0" hangingPunct="1">
                        <a:defRPr sz="1709" b="1" kern="1200">
                          <a:solidFill>
                            <a:schemeClr val="lt1"/>
                          </a:solidFill>
                          <a:latin typeface="EYInterstate Light"/>
                        </a:defRPr>
                      </a:lvl4pPr>
                      <a:lvl5pPr marL="1736185" algn="l" defTabSz="868093" rtl="0" eaLnBrk="1" latinLnBrk="0" hangingPunct="1">
                        <a:defRPr sz="1709" b="1" kern="1200">
                          <a:solidFill>
                            <a:schemeClr val="lt1"/>
                          </a:solidFill>
                          <a:latin typeface="EYInterstate Light"/>
                        </a:defRPr>
                      </a:lvl5pPr>
                      <a:lvl6pPr marL="2170230" algn="l" defTabSz="868093" rtl="0" eaLnBrk="1" latinLnBrk="0" hangingPunct="1">
                        <a:defRPr sz="1709" b="1" kern="1200">
                          <a:solidFill>
                            <a:schemeClr val="lt1"/>
                          </a:solidFill>
                          <a:latin typeface="EYInterstate Light"/>
                        </a:defRPr>
                      </a:lvl6pPr>
                      <a:lvl7pPr marL="2604278" algn="l" defTabSz="868093" rtl="0" eaLnBrk="1" latinLnBrk="0" hangingPunct="1">
                        <a:defRPr sz="1709" b="1" kern="1200">
                          <a:solidFill>
                            <a:schemeClr val="lt1"/>
                          </a:solidFill>
                          <a:latin typeface="EYInterstate Light"/>
                        </a:defRPr>
                      </a:lvl7pPr>
                      <a:lvl8pPr marL="3038323" algn="l" defTabSz="868093" rtl="0" eaLnBrk="1" latinLnBrk="0" hangingPunct="1">
                        <a:defRPr sz="1709" b="1" kern="1200">
                          <a:solidFill>
                            <a:schemeClr val="lt1"/>
                          </a:solidFill>
                          <a:latin typeface="EYInterstate Light"/>
                        </a:defRPr>
                      </a:lvl8pPr>
                      <a:lvl9pPr marL="3472369" algn="l" defTabSz="868093" rtl="0" eaLnBrk="1" latinLnBrk="0" hangingPunct="1">
                        <a:defRPr sz="1709" b="1" kern="1200">
                          <a:solidFill>
                            <a:schemeClr val="lt1"/>
                          </a:solidFill>
                          <a:latin typeface="EYInterstate Light"/>
                        </a:defRPr>
                      </a:lvl9pPr>
                    </a:lstStyle>
                    <a:p>
                      <a:pPr algn="ctr"/>
                      <a:r>
                        <a:rPr lang="en-GB" sz="1100">
                          <a:solidFill>
                            <a:schemeClr val="bg2"/>
                          </a:solidFill>
                          <a:latin typeface="Arial" panose="020B0604020202020204" pitchFamily="34" charset="0"/>
                          <a:cs typeface="Arial" panose="020B0604020202020204" pitchFamily="34" charset="0"/>
                        </a:rPr>
                        <a:t>Transaction-based</a:t>
                      </a:r>
                    </a:p>
                  </a:txBody>
                  <a:tcPr marL="91435" marR="91435" marT="45717" marB="4571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868093" rtl="0" eaLnBrk="1" latinLnBrk="0" hangingPunct="1">
                        <a:defRPr sz="1709" b="1" kern="1200">
                          <a:solidFill>
                            <a:schemeClr val="lt1"/>
                          </a:solidFill>
                          <a:latin typeface="EYInterstate Light"/>
                        </a:defRPr>
                      </a:lvl1pPr>
                      <a:lvl2pPr marL="434046" algn="l" defTabSz="868093" rtl="0" eaLnBrk="1" latinLnBrk="0" hangingPunct="1">
                        <a:defRPr sz="1709" b="1" kern="1200">
                          <a:solidFill>
                            <a:schemeClr val="lt1"/>
                          </a:solidFill>
                          <a:latin typeface="EYInterstate Light"/>
                        </a:defRPr>
                      </a:lvl2pPr>
                      <a:lvl3pPr marL="868093" algn="l" defTabSz="868093" rtl="0" eaLnBrk="1" latinLnBrk="0" hangingPunct="1">
                        <a:defRPr sz="1709" b="1" kern="1200">
                          <a:solidFill>
                            <a:schemeClr val="lt1"/>
                          </a:solidFill>
                          <a:latin typeface="EYInterstate Light"/>
                        </a:defRPr>
                      </a:lvl3pPr>
                      <a:lvl4pPr marL="1302139" algn="l" defTabSz="868093" rtl="0" eaLnBrk="1" latinLnBrk="0" hangingPunct="1">
                        <a:defRPr sz="1709" b="1" kern="1200">
                          <a:solidFill>
                            <a:schemeClr val="lt1"/>
                          </a:solidFill>
                          <a:latin typeface="EYInterstate Light"/>
                        </a:defRPr>
                      </a:lvl4pPr>
                      <a:lvl5pPr marL="1736185" algn="l" defTabSz="868093" rtl="0" eaLnBrk="1" latinLnBrk="0" hangingPunct="1">
                        <a:defRPr sz="1709" b="1" kern="1200">
                          <a:solidFill>
                            <a:schemeClr val="lt1"/>
                          </a:solidFill>
                          <a:latin typeface="EYInterstate Light"/>
                        </a:defRPr>
                      </a:lvl5pPr>
                      <a:lvl6pPr marL="2170230" algn="l" defTabSz="868093" rtl="0" eaLnBrk="1" latinLnBrk="0" hangingPunct="1">
                        <a:defRPr sz="1709" b="1" kern="1200">
                          <a:solidFill>
                            <a:schemeClr val="lt1"/>
                          </a:solidFill>
                          <a:latin typeface="EYInterstate Light"/>
                        </a:defRPr>
                      </a:lvl6pPr>
                      <a:lvl7pPr marL="2604278" algn="l" defTabSz="868093" rtl="0" eaLnBrk="1" latinLnBrk="0" hangingPunct="1">
                        <a:defRPr sz="1709" b="1" kern="1200">
                          <a:solidFill>
                            <a:schemeClr val="lt1"/>
                          </a:solidFill>
                          <a:latin typeface="EYInterstate Light"/>
                        </a:defRPr>
                      </a:lvl7pPr>
                      <a:lvl8pPr marL="3038323" algn="l" defTabSz="868093" rtl="0" eaLnBrk="1" latinLnBrk="0" hangingPunct="1">
                        <a:defRPr sz="1709" b="1" kern="1200">
                          <a:solidFill>
                            <a:schemeClr val="lt1"/>
                          </a:solidFill>
                          <a:latin typeface="EYInterstate Light"/>
                        </a:defRPr>
                      </a:lvl8pPr>
                      <a:lvl9pPr marL="3472369" algn="l" defTabSz="868093" rtl="0" eaLnBrk="1" latinLnBrk="0" hangingPunct="1">
                        <a:defRPr sz="1709" b="1" kern="1200">
                          <a:solidFill>
                            <a:schemeClr val="lt1"/>
                          </a:solidFill>
                          <a:latin typeface="EYInterstate Light"/>
                        </a:defRPr>
                      </a:lvl9pPr>
                    </a:lstStyle>
                    <a:p>
                      <a:pPr algn="ctr"/>
                      <a:r>
                        <a:rPr lang="en-GB" sz="1100">
                          <a:solidFill>
                            <a:schemeClr val="bg2"/>
                          </a:solidFill>
                          <a:latin typeface="Arial" panose="020B0604020202020204" pitchFamily="34" charset="0"/>
                          <a:cs typeface="Arial" panose="020B0604020202020204" pitchFamily="34" charset="0"/>
                        </a:rPr>
                        <a:t>Output-based (Performance based/Managed Service)</a:t>
                      </a:r>
                    </a:p>
                  </a:txBody>
                  <a:tcPr marL="91435" marR="91435" marT="45717" marB="4571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868093" rtl="0" eaLnBrk="1" latinLnBrk="0" hangingPunct="1">
                        <a:defRPr sz="1709" b="1" kern="1200">
                          <a:solidFill>
                            <a:schemeClr val="lt1"/>
                          </a:solidFill>
                          <a:latin typeface="EYInterstate Light"/>
                        </a:defRPr>
                      </a:lvl1pPr>
                      <a:lvl2pPr marL="434046" algn="l" defTabSz="868093" rtl="0" eaLnBrk="1" latinLnBrk="0" hangingPunct="1">
                        <a:defRPr sz="1709" b="1" kern="1200">
                          <a:solidFill>
                            <a:schemeClr val="lt1"/>
                          </a:solidFill>
                          <a:latin typeface="EYInterstate Light"/>
                        </a:defRPr>
                      </a:lvl2pPr>
                      <a:lvl3pPr marL="868093" algn="l" defTabSz="868093" rtl="0" eaLnBrk="1" latinLnBrk="0" hangingPunct="1">
                        <a:defRPr sz="1709" b="1" kern="1200">
                          <a:solidFill>
                            <a:schemeClr val="lt1"/>
                          </a:solidFill>
                          <a:latin typeface="EYInterstate Light"/>
                        </a:defRPr>
                      </a:lvl3pPr>
                      <a:lvl4pPr marL="1302139" algn="l" defTabSz="868093" rtl="0" eaLnBrk="1" latinLnBrk="0" hangingPunct="1">
                        <a:defRPr sz="1709" b="1" kern="1200">
                          <a:solidFill>
                            <a:schemeClr val="lt1"/>
                          </a:solidFill>
                          <a:latin typeface="EYInterstate Light"/>
                        </a:defRPr>
                      </a:lvl4pPr>
                      <a:lvl5pPr marL="1736185" algn="l" defTabSz="868093" rtl="0" eaLnBrk="1" latinLnBrk="0" hangingPunct="1">
                        <a:defRPr sz="1709" b="1" kern="1200">
                          <a:solidFill>
                            <a:schemeClr val="lt1"/>
                          </a:solidFill>
                          <a:latin typeface="EYInterstate Light"/>
                        </a:defRPr>
                      </a:lvl5pPr>
                      <a:lvl6pPr marL="2170230" algn="l" defTabSz="868093" rtl="0" eaLnBrk="1" latinLnBrk="0" hangingPunct="1">
                        <a:defRPr sz="1709" b="1" kern="1200">
                          <a:solidFill>
                            <a:schemeClr val="lt1"/>
                          </a:solidFill>
                          <a:latin typeface="EYInterstate Light"/>
                        </a:defRPr>
                      </a:lvl6pPr>
                      <a:lvl7pPr marL="2604278" algn="l" defTabSz="868093" rtl="0" eaLnBrk="1" latinLnBrk="0" hangingPunct="1">
                        <a:defRPr sz="1709" b="1" kern="1200">
                          <a:solidFill>
                            <a:schemeClr val="lt1"/>
                          </a:solidFill>
                          <a:latin typeface="EYInterstate Light"/>
                        </a:defRPr>
                      </a:lvl7pPr>
                      <a:lvl8pPr marL="3038323" algn="l" defTabSz="868093" rtl="0" eaLnBrk="1" latinLnBrk="0" hangingPunct="1">
                        <a:defRPr sz="1709" b="1" kern="1200">
                          <a:solidFill>
                            <a:schemeClr val="lt1"/>
                          </a:solidFill>
                          <a:latin typeface="EYInterstate Light"/>
                        </a:defRPr>
                      </a:lvl8pPr>
                      <a:lvl9pPr marL="3472369" algn="l" defTabSz="868093" rtl="0" eaLnBrk="1" latinLnBrk="0" hangingPunct="1">
                        <a:defRPr sz="1709" b="1" kern="1200">
                          <a:solidFill>
                            <a:schemeClr val="lt1"/>
                          </a:solidFill>
                          <a:latin typeface="EYInterstate Light"/>
                        </a:defRPr>
                      </a:lvl9pPr>
                    </a:lstStyle>
                    <a:p>
                      <a:pPr algn="ctr"/>
                      <a:r>
                        <a:rPr lang="en-GB" sz="1100">
                          <a:solidFill>
                            <a:schemeClr val="bg2"/>
                          </a:solidFill>
                          <a:latin typeface="Arial" panose="020B0604020202020204" pitchFamily="34" charset="0"/>
                          <a:cs typeface="Arial" panose="020B0604020202020204" pitchFamily="34" charset="0"/>
                        </a:rPr>
                        <a:t>Outcome-based</a:t>
                      </a:r>
                    </a:p>
                  </a:txBody>
                  <a:tcPr marL="91435" marR="91435" marT="45717" marB="4571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4031647400"/>
                  </a:ext>
                </a:extLst>
              </a:tr>
              <a:tr h="924072">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algn="ctr"/>
                      <a:r>
                        <a:rPr lang="en-GB" sz="1100" b="1">
                          <a:solidFill>
                            <a:schemeClr val="bg2"/>
                          </a:solidFill>
                          <a:latin typeface="Arial" panose="020B0604020202020204" pitchFamily="34" charset="0"/>
                          <a:cs typeface="Arial" panose="020B0604020202020204" pitchFamily="34" charset="0"/>
                        </a:rPr>
                        <a:t>Examples</a:t>
                      </a:r>
                    </a:p>
                  </a:txBody>
                  <a:tcPr marL="91435" marR="91435" marT="45717" marB="4571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646464">
                          <a:lumMod val="40000"/>
                          <a:lumOff val="60000"/>
                        </a:srgbClr>
                      </a:solidFill>
                      <a:prstDash val="sysDot"/>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Fixed price </a:t>
                      </a:r>
                    </a:p>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FTE driven</a:t>
                      </a:r>
                    </a:p>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Volume driven</a:t>
                      </a:r>
                    </a:p>
                    <a:p>
                      <a:pPr marL="315450" indent="-171450" algn="l">
                        <a:buSzPct val="70000"/>
                        <a:buFont typeface="Arial" panose="020B0604020202020204" pitchFamily="34" charset="0"/>
                        <a:buChar char="►"/>
                      </a:pPr>
                      <a:endParaRPr lang="en-GB" sz="1000">
                        <a:solidFill>
                          <a:schemeClr val="bg2"/>
                        </a:solidFill>
                        <a:latin typeface="Arial" panose="020B0604020202020204" pitchFamily="34" charset="0"/>
                        <a:cs typeface="Arial" panose="020B0604020202020204" pitchFamily="34" charset="0"/>
                      </a:endParaRPr>
                    </a:p>
                  </a:txBody>
                  <a:tcPr marL="91435" marR="91435" marT="45717" marB="45717">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solidFill>
                        <a:srgbClr val="000000">
                          <a:lumMod val="50000"/>
                          <a:lumOff val="50000"/>
                        </a:srgb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Performance based - SLAs:</a:t>
                      </a:r>
                    </a:p>
                    <a:p>
                      <a:pPr marL="461963" lvl="2" indent="-17780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Throughput</a:t>
                      </a:r>
                    </a:p>
                    <a:p>
                      <a:pPr marL="461963" lvl="2" indent="-17780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Timeliness</a:t>
                      </a:r>
                    </a:p>
                    <a:p>
                      <a:pPr marL="461963" lvl="2" indent="-17780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Accuracy</a:t>
                      </a:r>
                    </a:p>
                    <a:p>
                      <a:pPr marL="461963" lvl="2" indent="-17780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Quality</a:t>
                      </a:r>
                    </a:p>
                    <a:p>
                      <a:pPr marL="315450" indent="-171450" algn="l">
                        <a:buSzPct val="70000"/>
                        <a:buFont typeface="Arial" panose="020B0604020202020204" pitchFamily="34" charset="0"/>
                        <a:buChar char="►"/>
                      </a:pPr>
                      <a:endParaRPr lang="en-GB" sz="1000">
                        <a:solidFill>
                          <a:schemeClr val="bg2"/>
                        </a:solidFill>
                        <a:latin typeface="Arial" panose="020B0604020202020204" pitchFamily="34" charset="0"/>
                        <a:cs typeface="Arial" panose="020B0604020202020204" pitchFamily="34" charset="0"/>
                      </a:endParaRPr>
                    </a:p>
                  </a:txBody>
                  <a:tcPr marL="91435" marR="91435" marT="45717" marB="45717">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solidFill>
                        <a:srgbClr val="000000">
                          <a:lumMod val="50000"/>
                          <a:lumOff val="50000"/>
                        </a:srgb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Risk/reward</a:t>
                      </a:r>
                    </a:p>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Gain/share</a:t>
                      </a:r>
                    </a:p>
                    <a:p>
                      <a:pPr marL="315450" indent="-171450" algn="l">
                        <a:buSzPct val="70000"/>
                        <a:buFont typeface="Arial" panose="020B0604020202020204" pitchFamily="34" charset="0"/>
                        <a:buChar char="►"/>
                      </a:pPr>
                      <a:endParaRPr lang="en-GB" sz="1000">
                        <a:solidFill>
                          <a:schemeClr val="bg2"/>
                        </a:solidFill>
                        <a:latin typeface="Arial" panose="020B0604020202020204" pitchFamily="34" charset="0"/>
                        <a:cs typeface="Arial" panose="020B0604020202020204" pitchFamily="34" charset="0"/>
                      </a:endParaRPr>
                    </a:p>
                  </a:txBody>
                  <a:tcPr marL="91435" marR="91435" marT="45717" marB="45717">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solidFill>
                        <a:srgbClr val="000000">
                          <a:lumMod val="50000"/>
                          <a:lumOff val="50000"/>
                        </a:srgb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54620751"/>
                  </a:ext>
                </a:extLst>
              </a:tr>
              <a:tr h="1064083">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algn="ctr"/>
                      <a:r>
                        <a:rPr lang="en-GB" sz="1100" b="1">
                          <a:solidFill>
                            <a:schemeClr val="bg2"/>
                          </a:solidFill>
                          <a:latin typeface="Arial" panose="020B0604020202020204" pitchFamily="34" charset="0"/>
                          <a:cs typeface="Arial" panose="020B0604020202020204" pitchFamily="34" charset="0"/>
                        </a:rPr>
                        <a:t>Pros</a:t>
                      </a:r>
                    </a:p>
                  </a:txBody>
                  <a:tcPr marL="91435" marR="91435" marT="45717" marB="4571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646464">
                          <a:lumMod val="40000"/>
                          <a:lumOff val="60000"/>
                        </a:srgbClr>
                      </a:solidFill>
                      <a:prstDash val="sysDot"/>
                      <a:round/>
                      <a:headEnd type="none" w="med" len="med"/>
                      <a:tailEnd type="none" w="med" len="med"/>
                    </a:lnT>
                    <a:lnB w="12700" cap="flat" cmpd="sng" algn="ctr">
                      <a:solidFill>
                        <a:srgbClr val="646464">
                          <a:lumMod val="40000"/>
                          <a:lumOff val="60000"/>
                        </a:srgbClr>
                      </a:solidFill>
                      <a:prstDash val="sysDot"/>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Very simple to set-up and manage.</a:t>
                      </a:r>
                    </a:p>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Allows easy comparison between service providers.</a:t>
                      </a:r>
                    </a:p>
                    <a:p>
                      <a:pPr marL="315450" indent="-171450" algn="l">
                        <a:buSzPct val="70000"/>
                        <a:buFont typeface="Arial" panose="020B0604020202020204" pitchFamily="34" charset="0"/>
                        <a:buChar char="►"/>
                      </a:pPr>
                      <a:endParaRPr lang="en-GB" sz="1000">
                        <a:solidFill>
                          <a:schemeClr val="bg2"/>
                        </a:solidFill>
                        <a:latin typeface="Arial" panose="020B0604020202020204" pitchFamily="34" charset="0"/>
                        <a:cs typeface="Arial" panose="020B0604020202020204" pitchFamily="34" charset="0"/>
                      </a:endParaRPr>
                    </a:p>
                  </a:txBody>
                  <a:tcPr marL="91435" marR="91435" marT="45717" marB="45717">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000000">
                          <a:lumMod val="50000"/>
                          <a:lumOff val="50000"/>
                        </a:srgbClr>
                      </a:solidFill>
                      <a:prstDash val="sysDot"/>
                      <a:round/>
                      <a:headEnd type="none" w="med" len="med"/>
                      <a:tailEnd type="none" w="med" len="med"/>
                    </a:lnT>
                    <a:lnB w="9525" cap="flat" cmpd="sng" algn="ctr">
                      <a:solidFill>
                        <a:srgbClr val="000000">
                          <a:lumMod val="50000"/>
                          <a:lumOff val="50000"/>
                        </a:srgb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Fairly simple to set-up and manage.</a:t>
                      </a:r>
                    </a:p>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Encourages the right </a:t>
                      </a:r>
                      <a:r>
                        <a:rPr lang="en-US" sz="1000" noProof="0">
                          <a:solidFill>
                            <a:schemeClr val="bg2"/>
                          </a:solidFill>
                          <a:latin typeface="Arial" panose="020B0604020202020204" pitchFamily="34" charset="0"/>
                          <a:cs typeface="Arial" panose="020B0604020202020204" pitchFamily="34" charset="0"/>
                        </a:rPr>
                        <a:t>behaviors</a:t>
                      </a:r>
                      <a:r>
                        <a:rPr lang="en-GB" sz="1000">
                          <a:solidFill>
                            <a:schemeClr val="bg2"/>
                          </a:solidFill>
                          <a:latin typeface="Arial" panose="020B0604020202020204" pitchFamily="34" charset="0"/>
                          <a:cs typeface="Arial" panose="020B0604020202020204" pitchFamily="34" charset="0"/>
                        </a:rPr>
                        <a:t>-to take end-to-end view on performance. with the client to ensure </a:t>
                      </a: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Service-Level Agreement (</a:t>
                      </a:r>
                      <a:r>
                        <a:rPr lang="en-GB" sz="1000">
                          <a:solidFill>
                            <a:schemeClr val="bg2"/>
                          </a:solidFill>
                          <a:latin typeface="Arial" panose="020B0604020202020204" pitchFamily="34" charset="0"/>
                          <a:cs typeface="Arial" panose="020B0604020202020204" pitchFamily="34" charset="0"/>
                        </a:rPr>
                        <a:t>SLAs) are met.</a:t>
                      </a:r>
                    </a:p>
                    <a:p>
                      <a:pPr marL="315450" indent="-171450" algn="l">
                        <a:buSzPct val="70000"/>
                        <a:buFont typeface="Arial" panose="020B0604020202020204" pitchFamily="34" charset="0"/>
                        <a:buChar char="►"/>
                      </a:pPr>
                      <a:endParaRPr lang="en-GB" sz="1000">
                        <a:solidFill>
                          <a:schemeClr val="bg2"/>
                        </a:solidFill>
                        <a:latin typeface="Arial" panose="020B0604020202020204" pitchFamily="34" charset="0"/>
                        <a:cs typeface="Arial" panose="020B0604020202020204" pitchFamily="34" charset="0"/>
                      </a:endParaRPr>
                    </a:p>
                  </a:txBody>
                  <a:tcPr marL="91435" marR="91435" marT="45717" marB="45717">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000000">
                          <a:lumMod val="50000"/>
                          <a:lumOff val="50000"/>
                        </a:srgbClr>
                      </a:solidFill>
                      <a:prstDash val="sysDot"/>
                      <a:round/>
                      <a:headEnd type="none" w="med" len="med"/>
                      <a:tailEnd type="none" w="med" len="med"/>
                    </a:lnT>
                    <a:lnB w="9525" cap="flat" cmpd="sng" algn="ctr">
                      <a:solidFill>
                        <a:srgbClr val="000000">
                          <a:lumMod val="50000"/>
                          <a:lumOff val="50000"/>
                        </a:srgb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Incentives the BPO to work with the client to transform.</a:t>
                      </a:r>
                    </a:p>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Fosters an environment for continuous improvement.</a:t>
                      </a:r>
                    </a:p>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Improves relationship between the BPO and retained organization.</a:t>
                      </a:r>
                    </a:p>
                  </a:txBody>
                  <a:tcPr marL="91435" marR="91435" marT="45717" marB="45717">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000000">
                          <a:lumMod val="50000"/>
                          <a:lumOff val="50000"/>
                        </a:srgbClr>
                      </a:solidFill>
                      <a:prstDash val="sysDot"/>
                      <a:round/>
                      <a:headEnd type="none" w="med" len="med"/>
                      <a:tailEnd type="none" w="med" len="med"/>
                    </a:lnT>
                    <a:lnB w="9525" cap="flat" cmpd="sng" algn="ctr">
                      <a:solidFill>
                        <a:srgbClr val="000000">
                          <a:lumMod val="50000"/>
                          <a:lumOff val="50000"/>
                        </a:srgb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7718290"/>
                  </a:ext>
                </a:extLst>
              </a:tr>
              <a:tr h="924072">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algn="ctr"/>
                      <a:r>
                        <a:rPr lang="en-GB" sz="1100" b="1">
                          <a:solidFill>
                            <a:schemeClr val="bg2"/>
                          </a:solidFill>
                          <a:latin typeface="Arial" panose="020B0604020202020204" pitchFamily="34" charset="0"/>
                          <a:cs typeface="Arial" panose="020B0604020202020204" pitchFamily="34" charset="0"/>
                        </a:rPr>
                        <a:t>Cons</a:t>
                      </a:r>
                    </a:p>
                  </a:txBody>
                  <a:tcPr marL="91435" marR="91435" marT="45717" marB="4571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646464">
                          <a:lumMod val="40000"/>
                          <a:lumOff val="60000"/>
                        </a:srgbClr>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Does not incentivize efficiency.</a:t>
                      </a:r>
                    </a:p>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Does not facilitate collaborative working - allows the BPO to make savings whilst maintaining the same pricing structure to the client.</a:t>
                      </a:r>
                    </a:p>
                    <a:p>
                      <a:pPr marL="315450" indent="-171450" algn="l">
                        <a:buSzPct val="70000"/>
                        <a:buFont typeface="Arial" panose="020B0604020202020204" pitchFamily="34" charset="0"/>
                        <a:buChar char="►"/>
                      </a:pPr>
                      <a:endParaRPr lang="en-GB" sz="1000">
                        <a:solidFill>
                          <a:schemeClr val="bg2"/>
                        </a:solidFill>
                        <a:latin typeface="Arial" panose="020B0604020202020204" pitchFamily="34" charset="0"/>
                        <a:cs typeface="Arial" panose="020B0604020202020204" pitchFamily="34" charset="0"/>
                      </a:endParaRPr>
                    </a:p>
                  </a:txBody>
                  <a:tcPr marL="91435" marR="91435" marT="45717" marB="45717">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000000">
                          <a:lumMod val="50000"/>
                          <a:lumOff val="50000"/>
                        </a:srgbClr>
                      </a:solidFill>
                      <a:prstDash val="sysDot"/>
                      <a:round/>
                      <a:headEnd type="none" w="med" len="med"/>
                      <a:tailEnd type="none" w="med" len="med"/>
                    </a:lnT>
                    <a:lnB w="9525" cap="flat" cmpd="sng" algn="ctr">
                      <a:solidFill>
                        <a:srgbClr val="000000">
                          <a:lumMod val="50000"/>
                          <a:lumOff val="50000"/>
                        </a:srgb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Does not incentivize transformation (BPO will do the minimum to meet the SLAs).</a:t>
                      </a:r>
                    </a:p>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SLAs can be harder to define for non transactional areas.</a:t>
                      </a:r>
                    </a:p>
                    <a:p>
                      <a:pPr marL="315450" indent="-171450" algn="l">
                        <a:buSzPct val="70000"/>
                        <a:buFont typeface="Arial" panose="020B0604020202020204" pitchFamily="34" charset="0"/>
                        <a:buChar char="►"/>
                      </a:pPr>
                      <a:endParaRPr lang="en-GB" sz="1000">
                        <a:solidFill>
                          <a:schemeClr val="bg2"/>
                        </a:solidFill>
                        <a:latin typeface="Arial" panose="020B0604020202020204" pitchFamily="34" charset="0"/>
                        <a:cs typeface="Arial" panose="020B0604020202020204" pitchFamily="34" charset="0"/>
                      </a:endParaRPr>
                    </a:p>
                  </a:txBody>
                  <a:tcPr marL="91435" marR="91435" marT="45717" marB="45717">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000000">
                          <a:lumMod val="50000"/>
                          <a:lumOff val="50000"/>
                        </a:srgbClr>
                      </a:solidFill>
                      <a:prstDash val="sysDot"/>
                      <a:round/>
                      <a:headEnd type="none" w="med" len="med"/>
                      <a:tailEnd type="none" w="med" len="med"/>
                    </a:lnT>
                    <a:lnB w="9525" cap="flat" cmpd="sng" algn="ctr">
                      <a:solidFill>
                        <a:srgbClr val="000000">
                          <a:lumMod val="50000"/>
                          <a:lumOff val="50000"/>
                        </a:srgb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868093" rtl="0" eaLnBrk="1" latinLnBrk="0" hangingPunct="1">
                        <a:defRPr sz="1709" kern="1200">
                          <a:solidFill>
                            <a:schemeClr val="dk1"/>
                          </a:solidFill>
                          <a:latin typeface="EYInterstate Light"/>
                        </a:defRPr>
                      </a:lvl1pPr>
                      <a:lvl2pPr marL="434046" algn="l" defTabSz="868093" rtl="0" eaLnBrk="1" latinLnBrk="0" hangingPunct="1">
                        <a:defRPr sz="1709" kern="1200">
                          <a:solidFill>
                            <a:schemeClr val="dk1"/>
                          </a:solidFill>
                          <a:latin typeface="EYInterstate Light"/>
                        </a:defRPr>
                      </a:lvl2pPr>
                      <a:lvl3pPr marL="868093" algn="l" defTabSz="868093" rtl="0" eaLnBrk="1" latinLnBrk="0" hangingPunct="1">
                        <a:defRPr sz="1709" kern="1200">
                          <a:solidFill>
                            <a:schemeClr val="dk1"/>
                          </a:solidFill>
                          <a:latin typeface="EYInterstate Light"/>
                        </a:defRPr>
                      </a:lvl3pPr>
                      <a:lvl4pPr marL="1302139" algn="l" defTabSz="868093" rtl="0" eaLnBrk="1" latinLnBrk="0" hangingPunct="1">
                        <a:defRPr sz="1709" kern="1200">
                          <a:solidFill>
                            <a:schemeClr val="dk1"/>
                          </a:solidFill>
                          <a:latin typeface="EYInterstate Light"/>
                        </a:defRPr>
                      </a:lvl4pPr>
                      <a:lvl5pPr marL="1736185" algn="l" defTabSz="868093" rtl="0" eaLnBrk="1" latinLnBrk="0" hangingPunct="1">
                        <a:defRPr sz="1709" kern="1200">
                          <a:solidFill>
                            <a:schemeClr val="dk1"/>
                          </a:solidFill>
                          <a:latin typeface="EYInterstate Light"/>
                        </a:defRPr>
                      </a:lvl5pPr>
                      <a:lvl6pPr marL="2170230" algn="l" defTabSz="868093" rtl="0" eaLnBrk="1" latinLnBrk="0" hangingPunct="1">
                        <a:defRPr sz="1709" kern="1200">
                          <a:solidFill>
                            <a:schemeClr val="dk1"/>
                          </a:solidFill>
                          <a:latin typeface="EYInterstate Light"/>
                        </a:defRPr>
                      </a:lvl6pPr>
                      <a:lvl7pPr marL="2604278" algn="l" defTabSz="868093" rtl="0" eaLnBrk="1" latinLnBrk="0" hangingPunct="1">
                        <a:defRPr sz="1709" kern="1200">
                          <a:solidFill>
                            <a:schemeClr val="dk1"/>
                          </a:solidFill>
                          <a:latin typeface="EYInterstate Light"/>
                        </a:defRPr>
                      </a:lvl7pPr>
                      <a:lvl8pPr marL="3038323" algn="l" defTabSz="868093" rtl="0" eaLnBrk="1" latinLnBrk="0" hangingPunct="1">
                        <a:defRPr sz="1709" kern="1200">
                          <a:solidFill>
                            <a:schemeClr val="dk1"/>
                          </a:solidFill>
                          <a:latin typeface="EYInterstate Light"/>
                        </a:defRPr>
                      </a:lvl8pPr>
                      <a:lvl9pPr marL="3472369" algn="l" defTabSz="868093" rtl="0" eaLnBrk="1" latinLnBrk="0" hangingPunct="1">
                        <a:defRPr sz="1709" kern="1200">
                          <a:solidFill>
                            <a:schemeClr val="dk1"/>
                          </a:solidFill>
                          <a:latin typeface="EYInterstate Light"/>
                        </a:defRPr>
                      </a:lvl9pPr>
                    </a:lstStyle>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More complex to set-up and manage.</a:t>
                      </a:r>
                    </a:p>
                    <a:p>
                      <a:pPr marL="315450" indent="-171450" algn="l">
                        <a:buSzPct val="70000"/>
                        <a:buFont typeface="Arial" panose="020B0604020202020204" pitchFamily="34" charset="0"/>
                        <a:buChar char="►"/>
                      </a:pPr>
                      <a:r>
                        <a:rPr lang="en-GB" sz="1000">
                          <a:solidFill>
                            <a:schemeClr val="bg2"/>
                          </a:solidFill>
                          <a:latin typeface="Arial" panose="020B0604020202020204" pitchFamily="34" charset="0"/>
                          <a:cs typeface="Arial" panose="020B0604020202020204" pitchFamily="34" charset="0"/>
                        </a:rPr>
                        <a:t>Can be difficult to compare service vendor pricing.</a:t>
                      </a:r>
                    </a:p>
                    <a:p>
                      <a:pPr marL="315450" indent="-171450" algn="l">
                        <a:buSzPct val="70000"/>
                        <a:buFont typeface="Arial" panose="020B0604020202020204" pitchFamily="34" charset="0"/>
                        <a:buChar char="►"/>
                      </a:pPr>
                      <a:endParaRPr lang="en-GB" sz="1000">
                        <a:solidFill>
                          <a:schemeClr val="bg2"/>
                        </a:solidFill>
                        <a:latin typeface="Arial" panose="020B0604020202020204" pitchFamily="34" charset="0"/>
                        <a:cs typeface="Arial" panose="020B0604020202020204" pitchFamily="34" charset="0"/>
                      </a:endParaRPr>
                    </a:p>
                  </a:txBody>
                  <a:tcPr marL="91435" marR="91435" marT="45717" marB="45717">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000000">
                          <a:lumMod val="50000"/>
                          <a:lumOff val="50000"/>
                        </a:srgbClr>
                      </a:solidFill>
                      <a:prstDash val="sysDot"/>
                      <a:round/>
                      <a:headEnd type="none" w="med" len="med"/>
                      <a:tailEnd type="none" w="med" len="med"/>
                    </a:lnT>
                    <a:lnB w="9525" cap="flat" cmpd="sng" algn="ctr">
                      <a:solidFill>
                        <a:srgbClr val="000000">
                          <a:lumMod val="50000"/>
                          <a:lumOff val="50000"/>
                        </a:srgb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727686"/>
                  </a:ext>
                </a:extLst>
              </a:tr>
            </a:tbl>
          </a:graphicData>
        </a:graphic>
      </p:graphicFrame>
      <p:sp>
        <p:nvSpPr>
          <p:cNvPr id="52" name="Arrow: Pentagon 51">
            <a:extLst>
              <a:ext uri="{FF2B5EF4-FFF2-40B4-BE49-F238E27FC236}">
                <a16:creationId xmlns:a16="http://schemas.microsoft.com/office/drawing/2014/main" id="{DFDE88D1-17E6-4EE2-9CCB-52D25B02ACE1}"/>
              </a:ext>
            </a:extLst>
          </p:cNvPr>
          <p:cNvSpPr/>
          <p:nvPr/>
        </p:nvSpPr>
        <p:spPr>
          <a:xfrm>
            <a:off x="1668033" y="1897390"/>
            <a:ext cx="1700784" cy="303408"/>
          </a:xfrm>
          <a:prstGeom prst="homePlate">
            <a:avLst>
              <a:gd name="adj" fmla="val 21323"/>
            </a:avLst>
          </a:prstGeom>
          <a:solidFill>
            <a:srgbClr val="2E2E38"/>
          </a:solidFill>
          <a:ln w="9525" cap="flat" cmpd="sng" algn="ctr">
            <a:solidFill>
              <a:srgbClr val="FFFACC"/>
            </a:solidFill>
            <a:prstDash val="solid"/>
          </a:ln>
          <a:effectLst/>
        </p:spPr>
        <p:txBody>
          <a:bodyPr rtlCol="0" anchor="ctr" anchorCtr="0"/>
          <a:lstStyle/>
          <a:p>
            <a:pPr marL="0" marR="0" lvl="0" indent="0" algn="ctr" defTabSz="914269" rtl="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 1. Relationship Model</a:t>
            </a:r>
          </a:p>
        </p:txBody>
      </p:sp>
      <p:sp>
        <p:nvSpPr>
          <p:cNvPr id="53" name="Trapezoid 52">
            <a:extLst>
              <a:ext uri="{FF2B5EF4-FFF2-40B4-BE49-F238E27FC236}">
                <a16:creationId xmlns:a16="http://schemas.microsoft.com/office/drawing/2014/main" id="{6403DD71-7C02-4D9F-A2A8-3E99EA91E36E}"/>
              </a:ext>
            </a:extLst>
          </p:cNvPr>
          <p:cNvSpPr/>
          <p:nvPr/>
        </p:nvSpPr>
        <p:spPr>
          <a:xfrm rot="16200000">
            <a:off x="7005199" y="-1978283"/>
            <a:ext cx="791523" cy="8058080"/>
          </a:xfrm>
          <a:prstGeom prst="trapezoid">
            <a:avLst>
              <a:gd name="adj" fmla="val 33851"/>
            </a:avLst>
          </a:prstGeom>
          <a:solidFill>
            <a:srgbClr val="2E2E38">
              <a:lumMod val="20000"/>
              <a:lumOff val="80000"/>
            </a:srgbClr>
          </a:solidFill>
          <a:ln w="9525" cap="flat" cmpd="sng" algn="ctr">
            <a:noFill/>
            <a:prstDash val="solid"/>
          </a:ln>
          <a:effectLst/>
        </p:spPr>
        <p:txBody>
          <a:bodyPr rtlCol="0" anchor="t" anchorCtr="0"/>
          <a:lstStyle/>
          <a:p>
            <a:pPr marL="0" marR="0" lvl="0" indent="0" algn="ctr" defTabSz="914269"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 name="Rectangle 53">
            <a:extLst>
              <a:ext uri="{FF2B5EF4-FFF2-40B4-BE49-F238E27FC236}">
                <a16:creationId xmlns:a16="http://schemas.microsoft.com/office/drawing/2014/main" id="{E54B942A-CAB7-477E-AFD6-08AE19AD596D}"/>
              </a:ext>
            </a:extLst>
          </p:cNvPr>
          <p:cNvSpPr/>
          <p:nvPr/>
        </p:nvSpPr>
        <p:spPr>
          <a:xfrm>
            <a:off x="3240105" y="1848856"/>
            <a:ext cx="1666732" cy="369332"/>
          </a:xfrm>
          <a:prstGeom prst="rect">
            <a:avLst/>
          </a:prstGeom>
        </p:spPr>
        <p:txBody>
          <a:bodyPr wrap="square">
            <a:spAutoFit/>
          </a:bodyPr>
          <a:lstStyle/>
          <a:p>
            <a:pPr marL="0" marR="0" lvl="0" indent="0" algn="ctr" defTabSz="914269" rtl="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Transactional Contract (Power Based)</a:t>
            </a:r>
          </a:p>
        </p:txBody>
      </p:sp>
      <p:sp>
        <p:nvSpPr>
          <p:cNvPr id="55" name="Rectangle 54">
            <a:extLst>
              <a:ext uri="{FF2B5EF4-FFF2-40B4-BE49-F238E27FC236}">
                <a16:creationId xmlns:a16="http://schemas.microsoft.com/office/drawing/2014/main" id="{A128ACBA-A36D-4FE8-8B43-6122A7D6B775}"/>
              </a:ext>
            </a:extLst>
          </p:cNvPr>
          <p:cNvSpPr/>
          <p:nvPr/>
        </p:nvSpPr>
        <p:spPr>
          <a:xfrm>
            <a:off x="6132461" y="1848856"/>
            <a:ext cx="1666732" cy="369332"/>
          </a:xfrm>
          <a:prstGeom prst="rect">
            <a:avLst/>
          </a:prstGeom>
        </p:spPr>
        <p:txBody>
          <a:bodyPr wrap="square">
            <a:spAutoFit/>
          </a:bodyPr>
          <a:lstStyle/>
          <a:p>
            <a:pPr marL="0" marR="0" lvl="0" indent="0" algn="ctr" defTabSz="914269" rtl="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Relationship Contract (Trust Based)</a:t>
            </a:r>
          </a:p>
        </p:txBody>
      </p:sp>
      <p:sp>
        <p:nvSpPr>
          <p:cNvPr id="56" name="Rectangle 55">
            <a:extLst>
              <a:ext uri="{FF2B5EF4-FFF2-40B4-BE49-F238E27FC236}">
                <a16:creationId xmlns:a16="http://schemas.microsoft.com/office/drawing/2014/main" id="{FADE0C07-A65E-461F-8A1A-C441EF592BB4}"/>
              </a:ext>
            </a:extLst>
          </p:cNvPr>
          <p:cNvSpPr/>
          <p:nvPr/>
        </p:nvSpPr>
        <p:spPr>
          <a:xfrm>
            <a:off x="9024817" y="1848856"/>
            <a:ext cx="1837389" cy="369332"/>
          </a:xfrm>
          <a:prstGeom prst="rect">
            <a:avLst/>
          </a:prstGeom>
        </p:spPr>
        <p:txBody>
          <a:bodyPr wrap="square">
            <a:spAutoFit/>
          </a:bodyPr>
          <a:lstStyle/>
          <a:p>
            <a:pPr marL="0" marR="0" lvl="0" indent="0" algn="ctr" defTabSz="914269" rtl="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Investment/Vertical Integration</a:t>
            </a:r>
          </a:p>
        </p:txBody>
      </p:sp>
      <p:sp>
        <p:nvSpPr>
          <p:cNvPr id="57" name="Arrow: Pentagon 56">
            <a:extLst>
              <a:ext uri="{FF2B5EF4-FFF2-40B4-BE49-F238E27FC236}">
                <a16:creationId xmlns:a16="http://schemas.microsoft.com/office/drawing/2014/main" id="{53EF2A93-CC8D-4E90-993D-A44AF7851653}"/>
              </a:ext>
            </a:extLst>
          </p:cNvPr>
          <p:cNvSpPr/>
          <p:nvPr/>
        </p:nvSpPr>
        <p:spPr>
          <a:xfrm>
            <a:off x="1668033" y="2623401"/>
            <a:ext cx="1700784" cy="334748"/>
          </a:xfrm>
          <a:prstGeom prst="homePlate">
            <a:avLst>
              <a:gd name="adj" fmla="val 21323"/>
            </a:avLst>
          </a:prstGeom>
          <a:solidFill>
            <a:srgbClr val="2E2E38"/>
          </a:solidFill>
          <a:ln w="9525" cap="flat" cmpd="sng" algn="ctr">
            <a:solidFill>
              <a:srgbClr val="FFFACC"/>
            </a:solidFill>
            <a:prstDash val="solid"/>
          </a:ln>
          <a:effectLst/>
        </p:spPr>
        <p:txBody>
          <a:bodyPr rtlCol="0" anchor="ctr" anchorCtr="0"/>
          <a:lstStyle/>
          <a:p>
            <a:pPr marL="176213" marR="0" lvl="0" indent="-176213" algn="ctr" defTabSz="914269" rtl="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2. Economic Model</a:t>
            </a:r>
          </a:p>
        </p:txBody>
      </p:sp>
      <p:sp>
        <p:nvSpPr>
          <p:cNvPr id="12" name="Line 10">
            <a:extLst>
              <a:ext uri="{FF2B5EF4-FFF2-40B4-BE49-F238E27FC236}">
                <a16:creationId xmlns:a16="http://schemas.microsoft.com/office/drawing/2014/main" id="{6E8D16B9-CD2F-47FE-BE9F-45620EE6F525}"/>
              </a:ext>
            </a:extLst>
          </p:cNvPr>
          <p:cNvSpPr>
            <a:spLocks noChangeShapeType="1"/>
          </p:cNvSpPr>
          <p:nvPr/>
        </p:nvSpPr>
        <p:spPr bwMode="auto">
          <a:xfrm flipV="1">
            <a:off x="1652268" y="1027171"/>
            <a:ext cx="9814518"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3" name="Line 10">
            <a:extLst>
              <a:ext uri="{FF2B5EF4-FFF2-40B4-BE49-F238E27FC236}">
                <a16:creationId xmlns:a16="http://schemas.microsoft.com/office/drawing/2014/main" id="{3A1CEED7-CECC-4B47-91FD-5782B53AF630}"/>
              </a:ext>
            </a:extLst>
          </p:cNvPr>
          <p:cNvSpPr>
            <a:spLocks noChangeShapeType="1"/>
          </p:cNvSpPr>
          <p:nvPr/>
        </p:nvSpPr>
        <p:spPr bwMode="auto">
          <a:xfrm flipV="1">
            <a:off x="1652268" y="1451179"/>
            <a:ext cx="9814518"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4" name="TextBox 13">
            <a:extLst>
              <a:ext uri="{FF2B5EF4-FFF2-40B4-BE49-F238E27FC236}">
                <a16:creationId xmlns:a16="http://schemas.microsoft.com/office/drawing/2014/main" id="{115B1A09-3DC2-45A5-8940-9950F5E36229}"/>
              </a:ext>
            </a:extLst>
          </p:cNvPr>
          <p:cNvSpPr txBox="1"/>
          <p:nvPr/>
        </p:nvSpPr>
        <p:spPr>
          <a:xfrm>
            <a:off x="1645998" y="1039798"/>
            <a:ext cx="9761969" cy="406265"/>
          </a:xfrm>
          <a:prstGeom prst="rect">
            <a:avLst/>
          </a:prstGeom>
          <a:noFill/>
        </p:spPr>
        <p:txBody>
          <a:bodyPr wrap="square" lIns="0" tIns="36576" rIns="0" bIns="0" rtlCol="0">
            <a:spAutoFit/>
          </a:bodyPr>
          <a:lstStyle/>
          <a:p>
            <a:pPr marL="0" marR="0" lvl="0" indent="0" algn="l" defTabSz="914400" rtl="0" eaLnBrk="1" fontAlgn="auto" latinLnBrk="0" hangingPunct="1">
              <a:lnSpc>
                <a:spcPct val="100000"/>
              </a:lnSpc>
              <a:spcBef>
                <a:spcPts val="0"/>
              </a:spcBef>
              <a:spcAft>
                <a:spcPts val="600"/>
              </a:spcAft>
              <a:buClr>
                <a:srgbClr val="27ACAA"/>
              </a:buClr>
              <a:buSzPct val="70000"/>
              <a:buFontTx/>
              <a:buNone/>
              <a:tabLst/>
              <a:defRPr/>
            </a:pPr>
            <a:r>
              <a:rPr kumimoji="0" lang="en-IN"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The relationship model you choose, and the </a:t>
            </a: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behaviors</a:t>
            </a:r>
            <a:r>
              <a:rPr kumimoji="0" lang="en-IN"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you will want to drive in the BPO, will determine the most appropriate way to commercially contract with the supplier.</a:t>
            </a:r>
          </a:p>
        </p:txBody>
      </p:sp>
      <p:sp>
        <p:nvSpPr>
          <p:cNvPr id="15" name="TextBox 14">
            <a:extLst>
              <a:ext uri="{FF2B5EF4-FFF2-40B4-BE49-F238E27FC236}">
                <a16:creationId xmlns:a16="http://schemas.microsoft.com/office/drawing/2014/main" id="{53E35ADC-AF0C-4C34-8F5B-DC82A5842973}"/>
              </a:ext>
            </a:extLst>
          </p:cNvPr>
          <p:cNvSpPr txBox="1"/>
          <p:nvPr/>
        </p:nvSpPr>
        <p:spPr>
          <a:xfrm>
            <a:off x="1642450" y="6200687"/>
            <a:ext cx="9737091" cy="141577"/>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SLA: Service-Level Agreement, FTE: Full-Time Equivalent.</a:t>
            </a:r>
          </a:p>
        </p:txBody>
      </p:sp>
    </p:spTree>
    <p:extLst>
      <p:ext uri="{BB962C8B-B14F-4D97-AF65-F5344CB8AC3E}">
        <p14:creationId xmlns:p14="http://schemas.microsoft.com/office/powerpoint/2010/main" val="267645177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73B93A-3064-464E-904C-9BDABC5E4E71}"/>
              </a:ext>
            </a:extLst>
          </p:cNvPr>
          <p:cNvSpPr>
            <a:spLocks noGrp="1"/>
          </p:cNvSpPr>
          <p:nvPr>
            <p:ph type="title"/>
          </p:nvPr>
        </p:nvSpPr>
        <p:spPr/>
        <p:txBody>
          <a:bodyPr/>
          <a:lstStyle/>
          <a:p>
            <a:r>
              <a:rPr lang="en-IN" b="1"/>
              <a:t>Considerations for Suitable Model</a:t>
            </a:r>
            <a:endParaRPr lang="en-US" b="1"/>
          </a:p>
        </p:txBody>
      </p:sp>
      <p:grpSp>
        <p:nvGrpSpPr>
          <p:cNvPr id="11" name="Group 10">
            <a:extLst>
              <a:ext uri="{FF2B5EF4-FFF2-40B4-BE49-F238E27FC236}">
                <a16:creationId xmlns:a16="http://schemas.microsoft.com/office/drawing/2014/main" id="{7B6C0C74-6880-4B0D-A7C0-E3AB965CFAA1}"/>
              </a:ext>
            </a:extLst>
          </p:cNvPr>
          <p:cNvGrpSpPr/>
          <p:nvPr/>
        </p:nvGrpSpPr>
        <p:grpSpPr>
          <a:xfrm>
            <a:off x="1728806" y="1856156"/>
            <a:ext cx="9452313" cy="4217643"/>
            <a:chOff x="610002" y="1985139"/>
            <a:chExt cx="10681909" cy="4560791"/>
          </a:xfrm>
        </p:grpSpPr>
        <p:grpSp>
          <p:nvGrpSpPr>
            <p:cNvPr id="12" name="Group 11">
              <a:extLst>
                <a:ext uri="{FF2B5EF4-FFF2-40B4-BE49-F238E27FC236}">
                  <a16:creationId xmlns:a16="http://schemas.microsoft.com/office/drawing/2014/main" id="{FB1FEC66-86D1-44F8-9971-91612A1E5486}"/>
                </a:ext>
              </a:extLst>
            </p:cNvPr>
            <p:cNvGrpSpPr/>
            <p:nvPr/>
          </p:nvGrpSpPr>
          <p:grpSpPr>
            <a:xfrm>
              <a:off x="3172930" y="2026700"/>
              <a:ext cx="5764409" cy="3765813"/>
              <a:chOff x="1775090" y="1601826"/>
              <a:chExt cx="6912909" cy="4627171"/>
            </a:xfrm>
          </p:grpSpPr>
          <p:graphicFrame>
            <p:nvGraphicFramePr>
              <p:cNvPr id="28" name="Chart 27">
                <a:extLst>
                  <a:ext uri="{FF2B5EF4-FFF2-40B4-BE49-F238E27FC236}">
                    <a16:creationId xmlns:a16="http://schemas.microsoft.com/office/drawing/2014/main" id="{071154D9-3052-4CF7-B4E9-249703B8476B}"/>
                  </a:ext>
                </a:extLst>
              </p:cNvPr>
              <p:cNvGraphicFramePr/>
              <p:nvPr/>
            </p:nvGraphicFramePr>
            <p:xfrm>
              <a:off x="1775090" y="1620391"/>
              <a:ext cx="6912909" cy="4608606"/>
            </p:xfrm>
            <a:graphic>
              <a:graphicData uri="http://schemas.openxmlformats.org/drawingml/2006/chart">
                <c:chart xmlns:c="http://schemas.openxmlformats.org/drawingml/2006/chart" xmlns:r="http://schemas.openxmlformats.org/officeDocument/2006/relationships" r:id="rId3"/>
              </a:graphicData>
            </a:graphic>
          </p:graphicFrame>
          <p:sp>
            <p:nvSpPr>
              <p:cNvPr id="29" name="Oval 28">
                <a:extLst>
                  <a:ext uri="{FF2B5EF4-FFF2-40B4-BE49-F238E27FC236}">
                    <a16:creationId xmlns:a16="http://schemas.microsoft.com/office/drawing/2014/main" id="{4CB00752-8C62-4078-AE0B-E47B4150E891}"/>
                  </a:ext>
                </a:extLst>
              </p:cNvPr>
              <p:cNvSpPr/>
              <p:nvPr/>
            </p:nvSpPr>
            <p:spPr bwMode="gray">
              <a:xfrm>
                <a:off x="4408788" y="3098767"/>
                <a:ext cx="1554197" cy="1484070"/>
              </a:xfrm>
              <a:prstGeom prst="ellipse">
                <a:avLst/>
              </a:prstGeom>
              <a:solidFill>
                <a:srgbClr val="FFE600"/>
              </a:solidFill>
              <a:ln w="9525" cap="flat" cmpd="sng" algn="ctr">
                <a:solidFill>
                  <a:schemeClr val="tx2"/>
                </a:solidFill>
                <a:prstDash val="solid"/>
              </a:ln>
              <a:effectLst/>
            </p:spPr>
            <p:txBody>
              <a:bodyPr lIns="0" tIns="0" rIns="0" bIns="0" rtlCol="0" anchor="ctr"/>
              <a:lstStyle/>
              <a:p>
                <a:pPr marL="0" marR="0" lvl="0" indent="0" algn="ctr" defTabSz="945474"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a:ln>
                      <a:noFill/>
                    </a:ln>
                    <a:solidFill>
                      <a:srgbClr val="646464">
                        <a:lumMod val="50000"/>
                      </a:srgbClr>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BPO considerations</a:t>
                </a:r>
              </a:p>
            </p:txBody>
          </p:sp>
          <p:sp>
            <p:nvSpPr>
              <p:cNvPr id="30" name="Arc 29">
                <a:extLst>
                  <a:ext uri="{FF2B5EF4-FFF2-40B4-BE49-F238E27FC236}">
                    <a16:creationId xmlns:a16="http://schemas.microsoft.com/office/drawing/2014/main" id="{B2374845-59A6-4D05-9249-76C23D994B28}"/>
                  </a:ext>
                </a:extLst>
              </p:cNvPr>
              <p:cNvSpPr/>
              <p:nvPr/>
            </p:nvSpPr>
            <p:spPr bwMode="gray">
              <a:xfrm>
                <a:off x="2917959" y="1601826"/>
                <a:ext cx="4627170" cy="4627171"/>
              </a:xfrm>
              <a:prstGeom prst="arc">
                <a:avLst>
                  <a:gd name="adj1" fmla="val 16574546"/>
                  <a:gd name="adj2" fmla="val 15861855"/>
                </a:avLst>
              </a:prstGeom>
              <a:noFill/>
              <a:ln w="76200" cap="flat" cmpd="sng" algn="ctr">
                <a:solidFill>
                  <a:srgbClr val="68686C"/>
                </a:solidFill>
                <a:prstDash val="solid"/>
                <a:tailEnd type="triangle"/>
              </a:ln>
              <a:effectLst/>
            </p:spPr>
            <p:txBody>
              <a:bodyPr lIns="65266" tIns="65266" rIns="65266" bIns="65266" rtlCol="0" anchor="ctr"/>
              <a:lstStyle/>
              <a:p>
                <a:pPr marL="0" marR="0" lvl="0" indent="0" algn="ctr" defTabSz="945474" rtl="0" eaLnBrk="1" fontAlgn="auto" latinLnBrk="0" hangingPunct="1">
                  <a:lnSpc>
                    <a:spcPct val="100000"/>
                  </a:lnSpc>
                  <a:spcBef>
                    <a:spcPts val="0"/>
                  </a:spcBef>
                  <a:spcAft>
                    <a:spcPts val="0"/>
                  </a:spcAft>
                  <a:buClrTx/>
                  <a:buSzTx/>
                  <a:buFontTx/>
                  <a:buNone/>
                  <a:tabLst/>
                  <a:defRPr/>
                </a:pPr>
                <a:endParaRPr kumimoji="0" lang="en-GB" sz="1088" b="0" i="0" u="none" strike="noStrike" kern="0" cap="none" spc="0" normalizeH="0" baseline="0" noProof="0">
                  <a:ln>
                    <a:noFill/>
                  </a:ln>
                  <a:solidFill>
                    <a:srgbClr val="646464">
                      <a:lumMod val="50000"/>
                    </a:srgbClr>
                  </a:solidFill>
                  <a:effectLst/>
                  <a:uLnTx/>
                  <a:uFillTx/>
                  <a:latin typeface="Arial" panose="020B0604020202020204" pitchFamily="34" charset="0"/>
                  <a:ea typeface="+mn-ea"/>
                  <a:cs typeface="Arial" panose="020B0604020202020204" pitchFamily="34" charset="0"/>
                  <a:sym typeface="EYInterstate Light" panose="02000506000000020004" pitchFamily="2" charset="0"/>
                </a:endParaRPr>
              </a:p>
            </p:txBody>
          </p:sp>
          <p:sp>
            <p:nvSpPr>
              <p:cNvPr id="31" name="Oval 30">
                <a:extLst>
                  <a:ext uri="{FF2B5EF4-FFF2-40B4-BE49-F238E27FC236}">
                    <a16:creationId xmlns:a16="http://schemas.microsoft.com/office/drawing/2014/main" id="{2F492D19-8B84-487D-A08B-603175DED6C6}"/>
                  </a:ext>
                </a:extLst>
              </p:cNvPr>
              <p:cNvSpPr/>
              <p:nvPr/>
            </p:nvSpPr>
            <p:spPr bwMode="gray">
              <a:xfrm>
                <a:off x="6209990" y="1712536"/>
                <a:ext cx="278598" cy="278597"/>
              </a:xfrm>
              <a:prstGeom prst="ellipse">
                <a:avLst/>
              </a:prstGeom>
              <a:solidFill>
                <a:schemeClr val="tx2"/>
              </a:solidFill>
              <a:ln w="28575" cap="flat" cmpd="sng" algn="ctr">
                <a:solidFill>
                  <a:srgbClr val="68686C"/>
                </a:solidFill>
                <a:prstDash val="solid"/>
              </a:ln>
              <a:effectLst/>
            </p:spPr>
            <p:txBody>
              <a:bodyPr lIns="65266" tIns="65266" rIns="65266" bIns="65266" rtlCol="0" anchor="ctr"/>
              <a:lstStyle/>
              <a:p>
                <a:pPr marL="0" marR="0" lvl="0" indent="0" algn="ctr" defTabSz="945474" rtl="0" eaLnBrk="1" fontAlgn="auto" latinLnBrk="0" hangingPunct="1">
                  <a:lnSpc>
                    <a:spcPct val="100000"/>
                  </a:lnSpc>
                  <a:spcBef>
                    <a:spcPts val="0"/>
                  </a:spcBef>
                  <a:spcAft>
                    <a:spcPts val="0"/>
                  </a:spcAft>
                  <a:buClrTx/>
                  <a:buSzTx/>
                  <a:buFontTx/>
                  <a:buNone/>
                  <a:tabLst/>
                  <a:defRPr/>
                </a:pPr>
                <a:r>
                  <a:rPr kumimoji="0" lang="en-GB" sz="1088" b="1" i="0" u="none" strike="noStrike" kern="0" cap="none" spc="0" normalizeH="0" baseline="0" noProof="0">
                    <a:ln>
                      <a:noFill/>
                    </a:ln>
                    <a:solidFill>
                      <a:srgbClr val="646464">
                        <a:lumMod val="50000"/>
                      </a:srgbClr>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1</a:t>
                </a:r>
              </a:p>
            </p:txBody>
          </p:sp>
          <p:sp>
            <p:nvSpPr>
              <p:cNvPr id="32" name="Oval 31">
                <a:extLst>
                  <a:ext uri="{FF2B5EF4-FFF2-40B4-BE49-F238E27FC236}">
                    <a16:creationId xmlns:a16="http://schemas.microsoft.com/office/drawing/2014/main" id="{51D6B8F5-3073-4CA2-B595-74BAC7BA1EDF}"/>
                  </a:ext>
                </a:extLst>
              </p:cNvPr>
              <p:cNvSpPr/>
              <p:nvPr/>
            </p:nvSpPr>
            <p:spPr bwMode="gray">
              <a:xfrm>
                <a:off x="7247768" y="2960140"/>
                <a:ext cx="278597" cy="278597"/>
              </a:xfrm>
              <a:prstGeom prst="ellipse">
                <a:avLst/>
              </a:prstGeom>
              <a:solidFill>
                <a:schemeClr val="tx2"/>
              </a:solidFill>
              <a:ln w="28575" cap="flat" cmpd="sng" algn="ctr">
                <a:solidFill>
                  <a:srgbClr val="68686C"/>
                </a:solidFill>
                <a:prstDash val="solid"/>
              </a:ln>
              <a:effectLst/>
            </p:spPr>
            <p:txBody>
              <a:bodyPr lIns="65266" tIns="65266" rIns="65266" bIns="65266" rtlCol="0" anchor="ctr"/>
              <a:lstStyle/>
              <a:p>
                <a:pPr marL="0" marR="0" lvl="0" indent="0" algn="ctr" defTabSz="945474" rtl="0" eaLnBrk="1" fontAlgn="auto" latinLnBrk="0" hangingPunct="1">
                  <a:lnSpc>
                    <a:spcPct val="100000"/>
                  </a:lnSpc>
                  <a:spcBef>
                    <a:spcPts val="0"/>
                  </a:spcBef>
                  <a:spcAft>
                    <a:spcPts val="0"/>
                  </a:spcAft>
                  <a:buClrTx/>
                  <a:buSzTx/>
                  <a:buFontTx/>
                  <a:buNone/>
                  <a:tabLst/>
                  <a:defRPr/>
                </a:pPr>
                <a:r>
                  <a:rPr kumimoji="0" lang="en-GB" sz="1088" b="1" i="0" u="none" strike="noStrike" kern="0" cap="none" spc="0" normalizeH="0" baseline="0" noProof="0">
                    <a:ln>
                      <a:noFill/>
                    </a:ln>
                    <a:solidFill>
                      <a:srgbClr val="646464">
                        <a:lumMod val="50000"/>
                      </a:srgbClr>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2</a:t>
                </a:r>
              </a:p>
            </p:txBody>
          </p:sp>
          <p:sp>
            <p:nvSpPr>
              <p:cNvPr id="33" name="Oval 32">
                <a:extLst>
                  <a:ext uri="{FF2B5EF4-FFF2-40B4-BE49-F238E27FC236}">
                    <a16:creationId xmlns:a16="http://schemas.microsoft.com/office/drawing/2014/main" id="{7705940D-FB01-4CF4-8019-2ADC0592F365}"/>
                  </a:ext>
                </a:extLst>
              </p:cNvPr>
              <p:cNvSpPr/>
              <p:nvPr/>
            </p:nvSpPr>
            <p:spPr bwMode="gray">
              <a:xfrm>
                <a:off x="7243727" y="4635597"/>
                <a:ext cx="278597" cy="278597"/>
              </a:xfrm>
              <a:prstGeom prst="ellipse">
                <a:avLst/>
              </a:prstGeom>
              <a:solidFill>
                <a:schemeClr val="tx2"/>
              </a:solidFill>
              <a:ln w="28575" cap="flat" cmpd="sng" algn="ctr">
                <a:solidFill>
                  <a:srgbClr val="68686C"/>
                </a:solidFill>
                <a:prstDash val="solid"/>
              </a:ln>
              <a:effectLst/>
            </p:spPr>
            <p:txBody>
              <a:bodyPr lIns="65266" tIns="65266" rIns="65266" bIns="65266" rtlCol="0" anchor="ctr"/>
              <a:lstStyle/>
              <a:p>
                <a:pPr marL="0" marR="0" lvl="0" indent="0" algn="ctr" defTabSz="945474" rtl="0" eaLnBrk="1" fontAlgn="auto" latinLnBrk="0" hangingPunct="1">
                  <a:lnSpc>
                    <a:spcPct val="100000"/>
                  </a:lnSpc>
                  <a:spcBef>
                    <a:spcPts val="0"/>
                  </a:spcBef>
                  <a:spcAft>
                    <a:spcPts val="0"/>
                  </a:spcAft>
                  <a:buClrTx/>
                  <a:buSzTx/>
                  <a:buFontTx/>
                  <a:buNone/>
                  <a:tabLst/>
                  <a:defRPr/>
                </a:pPr>
                <a:r>
                  <a:rPr kumimoji="0" lang="en-GB" sz="1088" b="1" i="0" u="none" strike="noStrike" kern="0" cap="none" spc="0" normalizeH="0" baseline="0" noProof="0">
                    <a:ln>
                      <a:noFill/>
                    </a:ln>
                    <a:solidFill>
                      <a:srgbClr val="646464">
                        <a:lumMod val="50000"/>
                      </a:srgbClr>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3</a:t>
                </a:r>
              </a:p>
            </p:txBody>
          </p:sp>
          <p:sp>
            <p:nvSpPr>
              <p:cNvPr id="34" name="Oval 33">
                <a:extLst>
                  <a:ext uri="{FF2B5EF4-FFF2-40B4-BE49-F238E27FC236}">
                    <a16:creationId xmlns:a16="http://schemas.microsoft.com/office/drawing/2014/main" id="{BBA4B96B-C1AF-41D8-A6CA-BD4F89166BC2}"/>
                  </a:ext>
                </a:extLst>
              </p:cNvPr>
              <p:cNvSpPr/>
              <p:nvPr/>
            </p:nvSpPr>
            <p:spPr bwMode="gray">
              <a:xfrm>
                <a:off x="6033066" y="5880490"/>
                <a:ext cx="278597" cy="278597"/>
              </a:xfrm>
              <a:prstGeom prst="ellipse">
                <a:avLst/>
              </a:prstGeom>
              <a:solidFill>
                <a:schemeClr val="tx2"/>
              </a:solidFill>
              <a:ln w="28575" cap="flat" cmpd="sng" algn="ctr">
                <a:solidFill>
                  <a:srgbClr val="68686C"/>
                </a:solidFill>
                <a:prstDash val="solid"/>
              </a:ln>
              <a:effectLst/>
            </p:spPr>
            <p:txBody>
              <a:bodyPr lIns="65266" tIns="65266" rIns="65266" bIns="65266" rtlCol="0" anchor="ctr"/>
              <a:lstStyle/>
              <a:p>
                <a:pPr marL="0" marR="0" lvl="0" indent="0" algn="ctr" defTabSz="945474" rtl="0" eaLnBrk="1" fontAlgn="auto" latinLnBrk="0" hangingPunct="1">
                  <a:lnSpc>
                    <a:spcPct val="100000"/>
                  </a:lnSpc>
                  <a:spcBef>
                    <a:spcPts val="0"/>
                  </a:spcBef>
                  <a:spcAft>
                    <a:spcPts val="0"/>
                  </a:spcAft>
                  <a:buClrTx/>
                  <a:buSzTx/>
                  <a:buFontTx/>
                  <a:buNone/>
                  <a:tabLst/>
                  <a:defRPr/>
                </a:pPr>
                <a:r>
                  <a:rPr kumimoji="0" lang="en-GB" sz="1088" b="1" i="0" u="none" strike="noStrike" kern="0" cap="none" spc="0" normalizeH="0" baseline="0" noProof="0">
                    <a:ln>
                      <a:noFill/>
                    </a:ln>
                    <a:solidFill>
                      <a:srgbClr val="646464">
                        <a:lumMod val="50000"/>
                      </a:srgbClr>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4</a:t>
                </a:r>
              </a:p>
            </p:txBody>
          </p:sp>
          <p:sp>
            <p:nvSpPr>
              <p:cNvPr id="35" name="Oval 34">
                <a:extLst>
                  <a:ext uri="{FF2B5EF4-FFF2-40B4-BE49-F238E27FC236}">
                    <a16:creationId xmlns:a16="http://schemas.microsoft.com/office/drawing/2014/main" id="{FBA55734-E494-449C-90C3-F9219605D921}"/>
                  </a:ext>
                </a:extLst>
              </p:cNvPr>
              <p:cNvSpPr/>
              <p:nvPr/>
            </p:nvSpPr>
            <p:spPr bwMode="gray">
              <a:xfrm>
                <a:off x="4130191" y="5879969"/>
                <a:ext cx="278597" cy="278597"/>
              </a:xfrm>
              <a:prstGeom prst="ellipse">
                <a:avLst/>
              </a:prstGeom>
              <a:solidFill>
                <a:schemeClr val="tx2"/>
              </a:solidFill>
              <a:ln w="28575" cap="flat" cmpd="sng" algn="ctr">
                <a:solidFill>
                  <a:srgbClr val="68686C"/>
                </a:solidFill>
                <a:prstDash val="solid"/>
              </a:ln>
              <a:effectLst/>
            </p:spPr>
            <p:txBody>
              <a:bodyPr lIns="65266" tIns="65266" rIns="65266" bIns="65266" rtlCol="0" anchor="ctr"/>
              <a:lstStyle/>
              <a:p>
                <a:pPr marL="0" marR="0" lvl="0" indent="0" algn="ctr" defTabSz="945474" rtl="0" eaLnBrk="1" fontAlgn="auto" latinLnBrk="0" hangingPunct="1">
                  <a:lnSpc>
                    <a:spcPct val="100000"/>
                  </a:lnSpc>
                  <a:spcBef>
                    <a:spcPts val="0"/>
                  </a:spcBef>
                  <a:spcAft>
                    <a:spcPts val="0"/>
                  </a:spcAft>
                  <a:buClrTx/>
                  <a:buSzTx/>
                  <a:buFontTx/>
                  <a:buNone/>
                  <a:tabLst/>
                  <a:defRPr/>
                </a:pPr>
                <a:r>
                  <a:rPr kumimoji="0" lang="en-GB" sz="1088" b="1" i="0" u="none" strike="noStrike" kern="0" cap="none" spc="0" normalizeH="0" baseline="0" noProof="0">
                    <a:ln>
                      <a:noFill/>
                    </a:ln>
                    <a:solidFill>
                      <a:srgbClr val="646464">
                        <a:lumMod val="50000"/>
                      </a:srgbClr>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5</a:t>
                </a:r>
              </a:p>
            </p:txBody>
          </p:sp>
          <p:sp>
            <p:nvSpPr>
              <p:cNvPr id="36" name="Oval 35">
                <a:extLst>
                  <a:ext uri="{FF2B5EF4-FFF2-40B4-BE49-F238E27FC236}">
                    <a16:creationId xmlns:a16="http://schemas.microsoft.com/office/drawing/2014/main" id="{7A4AC76C-EB87-40CD-8B17-DC5B13A7F589}"/>
                  </a:ext>
                </a:extLst>
              </p:cNvPr>
              <p:cNvSpPr/>
              <p:nvPr/>
            </p:nvSpPr>
            <p:spPr bwMode="gray">
              <a:xfrm>
                <a:off x="2951430" y="4635597"/>
                <a:ext cx="278597" cy="278597"/>
              </a:xfrm>
              <a:prstGeom prst="ellipse">
                <a:avLst/>
              </a:prstGeom>
              <a:solidFill>
                <a:schemeClr val="tx2"/>
              </a:solidFill>
              <a:ln w="28575" cap="flat" cmpd="sng" algn="ctr">
                <a:solidFill>
                  <a:srgbClr val="68686C"/>
                </a:solidFill>
                <a:prstDash val="solid"/>
              </a:ln>
              <a:effectLst/>
            </p:spPr>
            <p:txBody>
              <a:bodyPr lIns="65266" tIns="65266" rIns="65266" bIns="65266" rtlCol="0" anchor="ctr"/>
              <a:lstStyle/>
              <a:p>
                <a:pPr marL="0" marR="0" lvl="0" indent="0" algn="ctr" defTabSz="945474" rtl="0" eaLnBrk="1" fontAlgn="auto" latinLnBrk="0" hangingPunct="1">
                  <a:lnSpc>
                    <a:spcPct val="100000"/>
                  </a:lnSpc>
                  <a:spcBef>
                    <a:spcPts val="0"/>
                  </a:spcBef>
                  <a:spcAft>
                    <a:spcPts val="0"/>
                  </a:spcAft>
                  <a:buClrTx/>
                  <a:buSzTx/>
                  <a:buFontTx/>
                  <a:buNone/>
                  <a:tabLst/>
                  <a:defRPr/>
                </a:pPr>
                <a:r>
                  <a:rPr kumimoji="0" lang="en-GB" sz="1088" b="1" i="0" u="none" strike="noStrike" kern="0" cap="none" spc="0" normalizeH="0" baseline="0" noProof="0">
                    <a:ln>
                      <a:noFill/>
                    </a:ln>
                    <a:solidFill>
                      <a:srgbClr val="646464">
                        <a:lumMod val="50000"/>
                      </a:srgbClr>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6</a:t>
                </a:r>
              </a:p>
            </p:txBody>
          </p:sp>
          <p:sp>
            <p:nvSpPr>
              <p:cNvPr id="37" name="Oval 36">
                <a:extLst>
                  <a:ext uri="{FF2B5EF4-FFF2-40B4-BE49-F238E27FC236}">
                    <a16:creationId xmlns:a16="http://schemas.microsoft.com/office/drawing/2014/main" id="{E83306F2-B404-46F2-AA1A-6D6DD0FD6576}"/>
                  </a:ext>
                </a:extLst>
              </p:cNvPr>
              <p:cNvSpPr/>
              <p:nvPr/>
            </p:nvSpPr>
            <p:spPr bwMode="gray">
              <a:xfrm>
                <a:off x="2925844" y="2960139"/>
                <a:ext cx="278597" cy="278597"/>
              </a:xfrm>
              <a:prstGeom prst="ellipse">
                <a:avLst/>
              </a:prstGeom>
              <a:solidFill>
                <a:schemeClr val="tx2"/>
              </a:solidFill>
              <a:ln w="28575" cap="flat" cmpd="sng" algn="ctr">
                <a:solidFill>
                  <a:srgbClr val="68686C"/>
                </a:solidFill>
                <a:prstDash val="solid"/>
              </a:ln>
              <a:effectLst/>
            </p:spPr>
            <p:txBody>
              <a:bodyPr lIns="65266" tIns="65266" rIns="65266" bIns="65266" rtlCol="0" anchor="ctr"/>
              <a:lstStyle/>
              <a:p>
                <a:pPr marL="0" marR="0" lvl="0" indent="0" algn="ctr" defTabSz="945474" rtl="0" eaLnBrk="1" fontAlgn="auto" latinLnBrk="0" hangingPunct="1">
                  <a:lnSpc>
                    <a:spcPct val="100000"/>
                  </a:lnSpc>
                  <a:spcBef>
                    <a:spcPts val="0"/>
                  </a:spcBef>
                  <a:spcAft>
                    <a:spcPts val="0"/>
                  </a:spcAft>
                  <a:buClrTx/>
                  <a:buSzTx/>
                  <a:buFontTx/>
                  <a:buNone/>
                  <a:tabLst/>
                  <a:defRPr/>
                </a:pPr>
                <a:r>
                  <a:rPr kumimoji="0" lang="en-GB" sz="1088" b="1" i="0" u="none" strike="noStrike" kern="0" cap="none" spc="0" normalizeH="0" baseline="0" noProof="0">
                    <a:ln>
                      <a:noFill/>
                    </a:ln>
                    <a:solidFill>
                      <a:srgbClr val="646464">
                        <a:lumMod val="50000"/>
                      </a:srgbClr>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7</a:t>
                </a:r>
              </a:p>
            </p:txBody>
          </p:sp>
          <p:sp>
            <p:nvSpPr>
              <p:cNvPr id="38" name="Oval 37">
                <a:extLst>
                  <a:ext uri="{FF2B5EF4-FFF2-40B4-BE49-F238E27FC236}">
                    <a16:creationId xmlns:a16="http://schemas.microsoft.com/office/drawing/2014/main" id="{5FDD7258-C6CF-4CEB-B282-7DF6EDD4E708}"/>
                  </a:ext>
                </a:extLst>
              </p:cNvPr>
              <p:cNvSpPr/>
              <p:nvPr/>
            </p:nvSpPr>
            <p:spPr bwMode="gray">
              <a:xfrm>
                <a:off x="4130192" y="1678551"/>
                <a:ext cx="278597" cy="278597"/>
              </a:xfrm>
              <a:prstGeom prst="ellipse">
                <a:avLst/>
              </a:prstGeom>
              <a:solidFill>
                <a:schemeClr val="tx2"/>
              </a:solidFill>
              <a:ln w="28575" cap="flat" cmpd="sng" algn="ctr">
                <a:solidFill>
                  <a:srgbClr val="68686C"/>
                </a:solidFill>
                <a:prstDash val="solid"/>
              </a:ln>
              <a:effectLst/>
            </p:spPr>
            <p:txBody>
              <a:bodyPr lIns="65266" tIns="65266" rIns="65266" bIns="65266" rtlCol="0" anchor="ctr"/>
              <a:lstStyle/>
              <a:p>
                <a:pPr marL="0" marR="0" lvl="0" indent="0" algn="ctr" defTabSz="945474" rtl="0" eaLnBrk="1" fontAlgn="auto" latinLnBrk="0" hangingPunct="1">
                  <a:lnSpc>
                    <a:spcPct val="100000"/>
                  </a:lnSpc>
                  <a:spcBef>
                    <a:spcPts val="0"/>
                  </a:spcBef>
                  <a:spcAft>
                    <a:spcPts val="0"/>
                  </a:spcAft>
                  <a:buClrTx/>
                  <a:buSzTx/>
                  <a:buFontTx/>
                  <a:buNone/>
                  <a:tabLst/>
                  <a:defRPr/>
                </a:pPr>
                <a:r>
                  <a:rPr kumimoji="0" lang="en-GB" sz="1088" b="1" i="0" u="none" strike="noStrike" kern="0" cap="none" spc="0" normalizeH="0" baseline="0" noProof="0">
                    <a:ln>
                      <a:noFill/>
                    </a:ln>
                    <a:solidFill>
                      <a:srgbClr val="646464">
                        <a:lumMod val="50000"/>
                      </a:srgbClr>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8</a:t>
                </a:r>
              </a:p>
            </p:txBody>
          </p:sp>
        </p:grpSp>
        <p:sp>
          <p:nvSpPr>
            <p:cNvPr id="13" name="Rectangle 12">
              <a:extLst>
                <a:ext uri="{FF2B5EF4-FFF2-40B4-BE49-F238E27FC236}">
                  <a16:creationId xmlns:a16="http://schemas.microsoft.com/office/drawing/2014/main" id="{706C4029-6FA1-4855-B6B9-C72AEBB38218}"/>
                </a:ext>
              </a:extLst>
            </p:cNvPr>
            <p:cNvSpPr/>
            <p:nvPr/>
          </p:nvSpPr>
          <p:spPr bwMode="gray">
            <a:xfrm>
              <a:off x="610002" y="3083580"/>
              <a:ext cx="2034151" cy="988796"/>
            </a:xfrm>
            <a:prstGeom prst="rect">
              <a:avLst/>
            </a:prstGeom>
            <a:solidFill>
              <a:schemeClr val="tx2"/>
            </a:solidFill>
            <a:ln w="9525" cap="flat" cmpd="sng" algn="ctr">
              <a:solidFill>
                <a:schemeClr val="tx2"/>
              </a:solidFill>
              <a:prstDash val="solid"/>
            </a:ln>
            <a:effectLst/>
          </p:spPr>
          <p:txBody>
            <a:bodyPr lIns="39600" tIns="39600" rIns="39600" bIns="39600" rtlCol="0" anchor="ctr" anchorCtr="0">
              <a:noAutofit/>
            </a:bodyPr>
            <a:lstStyle/>
            <a:p>
              <a:pPr marL="0" marR="0" lvl="0" indent="0" algn="ctr" defTabSz="945474" rtl="0" eaLnBrk="1" fontAlgn="auto" latinLnBrk="0" hangingPunct="1">
                <a:lnSpc>
                  <a:spcPct val="100000"/>
                </a:lnSpc>
                <a:spcBef>
                  <a:spcPts val="0"/>
                </a:spcBef>
                <a:spcAft>
                  <a:spcPts val="0"/>
                </a:spcAft>
                <a:buClrTx/>
                <a:buSzTx/>
                <a:buFontTx/>
                <a:buNone/>
                <a:tabLst/>
                <a:defRPr sz="900" b="0" i="0" u="none" strike="noStrike" kern="1200" baseline="0">
                  <a:solidFill>
                    <a:prstClr val="black">
                      <a:lumMod val="75000"/>
                      <a:lumOff val="25000"/>
                    </a:prstClr>
                  </a:solidFill>
                  <a:latin typeface="+mn-lt"/>
                  <a:ea typeface="+mn-ea"/>
                  <a:cs typeface="+mn-cs"/>
                </a:defRPr>
              </a:pPr>
              <a:r>
                <a:rPr kumimoji="0" lang="en-GB" sz="1088"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Outsourcing model is better equipped to handle rapid increase or reduction in size and scope of GBS.</a:t>
              </a:r>
            </a:p>
          </p:txBody>
        </p:sp>
        <p:sp>
          <p:nvSpPr>
            <p:cNvPr id="14" name="Rectangle 13">
              <a:extLst>
                <a:ext uri="{FF2B5EF4-FFF2-40B4-BE49-F238E27FC236}">
                  <a16:creationId xmlns:a16="http://schemas.microsoft.com/office/drawing/2014/main" id="{921E7B8B-E216-41B9-ADCB-99FA4919B911}"/>
                </a:ext>
              </a:extLst>
            </p:cNvPr>
            <p:cNvSpPr/>
            <p:nvPr/>
          </p:nvSpPr>
          <p:spPr bwMode="gray">
            <a:xfrm>
              <a:off x="610002" y="4378625"/>
              <a:ext cx="2034151" cy="810635"/>
            </a:xfrm>
            <a:prstGeom prst="rect">
              <a:avLst/>
            </a:prstGeom>
            <a:solidFill>
              <a:schemeClr val="tx2"/>
            </a:solidFill>
            <a:ln w="9525" cap="flat" cmpd="sng" algn="ctr">
              <a:solidFill>
                <a:schemeClr val="tx2"/>
              </a:solidFill>
              <a:prstDash val="solid"/>
            </a:ln>
            <a:effectLst/>
          </p:spPr>
          <p:txBody>
            <a:bodyPr wrap="square" lIns="39600" tIns="39600" rIns="39600" bIns="39600" rtlCol="0" anchor="ctr" anchorCtr="0">
              <a:spAutoFit/>
            </a:bodyPr>
            <a:lstStyle/>
            <a:p>
              <a:pPr marL="0" marR="0" lvl="0" indent="0" algn="ctr" defTabSz="945474" rtl="0" eaLnBrk="1" fontAlgn="auto" latinLnBrk="0" hangingPunct="1">
                <a:lnSpc>
                  <a:spcPct val="100000"/>
                </a:lnSpc>
                <a:spcBef>
                  <a:spcPts val="0"/>
                </a:spcBef>
                <a:spcAft>
                  <a:spcPts val="0"/>
                </a:spcAft>
                <a:buClrTx/>
                <a:buSzTx/>
                <a:buFontTx/>
                <a:buNone/>
                <a:tabLst/>
                <a:defRPr sz="900" b="0" i="0" u="none" strike="noStrike" kern="1200" baseline="0">
                  <a:solidFill>
                    <a:prstClr val="black">
                      <a:lumMod val="75000"/>
                      <a:lumOff val="25000"/>
                    </a:prstClr>
                  </a:solidFill>
                  <a:latin typeface="+mn-lt"/>
                  <a:ea typeface="+mn-ea"/>
                  <a:cs typeface="+mn-cs"/>
                </a:defRPr>
              </a:pPr>
              <a:r>
                <a:rPr kumimoji="0" lang="en-GB" sz="1088"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Clients with low maturity or experience with GBS tend to start with the outsourcing model to minimise risks.</a:t>
              </a:r>
            </a:p>
          </p:txBody>
        </p:sp>
        <p:sp>
          <p:nvSpPr>
            <p:cNvPr id="16" name="Rectangle 15">
              <a:extLst>
                <a:ext uri="{FF2B5EF4-FFF2-40B4-BE49-F238E27FC236}">
                  <a16:creationId xmlns:a16="http://schemas.microsoft.com/office/drawing/2014/main" id="{82F5D9D2-9359-4994-BF61-1E3CDE007433}"/>
                </a:ext>
              </a:extLst>
            </p:cNvPr>
            <p:cNvSpPr/>
            <p:nvPr/>
          </p:nvSpPr>
          <p:spPr bwMode="gray">
            <a:xfrm>
              <a:off x="610002" y="5557134"/>
              <a:ext cx="2034151" cy="988796"/>
            </a:xfrm>
            <a:prstGeom prst="rect">
              <a:avLst/>
            </a:prstGeom>
            <a:solidFill>
              <a:schemeClr val="tx2"/>
            </a:solidFill>
            <a:ln w="9525" cap="flat" cmpd="sng" algn="ctr">
              <a:solidFill>
                <a:schemeClr val="tx2"/>
              </a:solidFill>
              <a:prstDash val="solid"/>
            </a:ln>
            <a:effectLst/>
          </p:spPr>
          <p:txBody>
            <a:bodyPr wrap="square" lIns="39600" tIns="39600" rIns="39600" bIns="39600" rtlCol="0" anchor="ctr" anchorCtr="0">
              <a:spAutoFit/>
            </a:bodyPr>
            <a:lstStyle/>
            <a:p>
              <a:pPr marL="0" marR="0" lvl="0" indent="0" algn="ctr" defTabSz="945474" rtl="0" eaLnBrk="1" fontAlgn="auto" latinLnBrk="0" hangingPunct="1">
                <a:lnSpc>
                  <a:spcPct val="100000"/>
                </a:lnSpc>
                <a:spcBef>
                  <a:spcPts val="0"/>
                </a:spcBef>
                <a:spcAft>
                  <a:spcPts val="0"/>
                </a:spcAft>
                <a:buClrTx/>
                <a:buSzTx/>
                <a:buFontTx/>
                <a:buNone/>
                <a:tabLst/>
                <a:defRPr sz="900" b="0" i="0" u="none" strike="noStrike" kern="1200" baseline="0">
                  <a:solidFill>
                    <a:prstClr val="black">
                      <a:lumMod val="75000"/>
                      <a:lumOff val="25000"/>
                    </a:prstClr>
                  </a:solidFill>
                  <a:latin typeface="+mn-lt"/>
                  <a:ea typeface="+mn-ea"/>
                  <a:cs typeface="+mn-cs"/>
                </a:defRPr>
              </a:pPr>
              <a:r>
                <a:rPr kumimoji="0" lang="en-GB" sz="1088"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Suitable model for clients which do not have inhouse talent with right skillset and enabling technologies to manage large GBS set ups.</a:t>
              </a:r>
            </a:p>
          </p:txBody>
        </p:sp>
        <p:sp>
          <p:nvSpPr>
            <p:cNvPr id="17" name="Rectangle 16">
              <a:extLst>
                <a:ext uri="{FF2B5EF4-FFF2-40B4-BE49-F238E27FC236}">
                  <a16:creationId xmlns:a16="http://schemas.microsoft.com/office/drawing/2014/main" id="{19890566-EC95-4663-95E4-99633E4442EC}"/>
                </a:ext>
              </a:extLst>
            </p:cNvPr>
            <p:cNvSpPr/>
            <p:nvPr/>
          </p:nvSpPr>
          <p:spPr bwMode="gray">
            <a:xfrm>
              <a:off x="9257760" y="5557134"/>
              <a:ext cx="2034151" cy="988796"/>
            </a:xfrm>
            <a:prstGeom prst="rect">
              <a:avLst/>
            </a:prstGeom>
            <a:solidFill>
              <a:schemeClr val="tx2"/>
            </a:solidFill>
            <a:ln w="9525" cap="flat" cmpd="sng" algn="ctr">
              <a:solidFill>
                <a:schemeClr val="tx2"/>
              </a:solidFill>
              <a:prstDash val="solid"/>
            </a:ln>
            <a:effectLst/>
          </p:spPr>
          <p:txBody>
            <a:bodyPr wrap="square" lIns="39600" tIns="39600" rIns="39600" bIns="39600" rtlCol="0" anchor="ctr" anchorCtr="0">
              <a:spAutoFit/>
            </a:bodyPr>
            <a:lstStyle/>
            <a:p>
              <a:pPr marL="0" marR="0" lvl="0" indent="0" algn="ctr" defTabSz="945474" rtl="0" eaLnBrk="1" fontAlgn="auto" latinLnBrk="0" hangingPunct="1">
                <a:lnSpc>
                  <a:spcPct val="100000"/>
                </a:lnSpc>
                <a:spcBef>
                  <a:spcPts val="0"/>
                </a:spcBef>
                <a:spcAft>
                  <a:spcPts val="0"/>
                </a:spcAft>
                <a:buClrTx/>
                <a:buSzTx/>
                <a:buFontTx/>
                <a:buNone/>
                <a:tabLst/>
                <a:defRPr sz="900" b="0" i="0" u="none" strike="noStrike" kern="1200" baseline="0">
                  <a:solidFill>
                    <a:prstClr val="black">
                      <a:lumMod val="75000"/>
                      <a:lumOff val="25000"/>
                    </a:prstClr>
                  </a:solidFill>
                  <a:latin typeface="+mn-lt"/>
                  <a:ea typeface="+mn-ea"/>
                  <a:cs typeface="+mn-cs"/>
                </a:defRPr>
              </a:pPr>
              <a:r>
                <a:rPr kumimoji="0" lang="en-GB" sz="1088"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Processes which have fewer handoffs/touch points across different functions in the retained organization or third parties.</a:t>
              </a:r>
            </a:p>
          </p:txBody>
        </p:sp>
        <p:sp>
          <p:nvSpPr>
            <p:cNvPr id="18" name="Rectangle 17">
              <a:extLst>
                <a:ext uri="{FF2B5EF4-FFF2-40B4-BE49-F238E27FC236}">
                  <a16:creationId xmlns:a16="http://schemas.microsoft.com/office/drawing/2014/main" id="{5554E5A5-A664-45A0-8952-56A7DD2A2EC0}"/>
                </a:ext>
              </a:extLst>
            </p:cNvPr>
            <p:cNvSpPr/>
            <p:nvPr/>
          </p:nvSpPr>
          <p:spPr bwMode="gray">
            <a:xfrm>
              <a:off x="9257760" y="1985139"/>
              <a:ext cx="2034151" cy="988796"/>
            </a:xfrm>
            <a:prstGeom prst="rect">
              <a:avLst/>
            </a:prstGeom>
            <a:solidFill>
              <a:schemeClr val="tx2"/>
            </a:solidFill>
            <a:ln w="9525" cap="flat" cmpd="sng" algn="ctr">
              <a:solidFill>
                <a:schemeClr val="tx2"/>
              </a:solidFill>
              <a:prstDash val="solid"/>
            </a:ln>
            <a:effectLst/>
          </p:spPr>
          <p:txBody>
            <a:bodyPr wrap="square" lIns="39600" tIns="39600" rIns="39600" bIns="39600" rtlCol="0" anchor="ctr" anchorCtr="0">
              <a:spAutoFit/>
            </a:bodyPr>
            <a:lstStyle/>
            <a:p>
              <a:pPr marL="0" marR="0" lvl="0" indent="0" algn="ctr" defTabSz="945947" rtl="0" eaLnBrk="1" fontAlgn="auto" latinLnBrk="0" hangingPunct="1">
                <a:lnSpc>
                  <a:spcPct val="85000"/>
                </a:lnSpc>
                <a:spcBef>
                  <a:spcPts val="0"/>
                </a:spcBef>
                <a:spcAft>
                  <a:spcPts val="544"/>
                </a:spcAft>
                <a:buClr>
                  <a:srgbClr val="FFE600"/>
                </a:buClr>
                <a:buSzPct val="70000"/>
                <a:buFontTx/>
                <a:buNone/>
                <a:tabLst/>
                <a:defRPr/>
              </a:pPr>
              <a:r>
                <a:rPr kumimoji="0" lang="en-GB" sz="1088"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High volume, transactional, rules based repetitive tasks.</a:t>
              </a:r>
            </a:p>
          </p:txBody>
        </p:sp>
        <p:sp>
          <p:nvSpPr>
            <p:cNvPr id="19" name="Rectangle 18">
              <a:extLst>
                <a:ext uri="{FF2B5EF4-FFF2-40B4-BE49-F238E27FC236}">
                  <a16:creationId xmlns:a16="http://schemas.microsoft.com/office/drawing/2014/main" id="{B8DDB178-57A8-4AD5-9E9D-3C94E20EC31F}"/>
                </a:ext>
              </a:extLst>
            </p:cNvPr>
            <p:cNvSpPr/>
            <p:nvPr/>
          </p:nvSpPr>
          <p:spPr bwMode="gray">
            <a:xfrm>
              <a:off x="9257760" y="3083580"/>
              <a:ext cx="2034151" cy="988796"/>
            </a:xfrm>
            <a:prstGeom prst="rect">
              <a:avLst/>
            </a:prstGeom>
            <a:solidFill>
              <a:schemeClr val="tx2"/>
            </a:solidFill>
            <a:ln w="9525" cap="flat" cmpd="sng" algn="ctr">
              <a:solidFill>
                <a:schemeClr val="tx2"/>
              </a:solidFill>
              <a:prstDash val="solid"/>
            </a:ln>
            <a:effectLst/>
          </p:spPr>
          <p:txBody>
            <a:bodyPr wrap="square" lIns="39600" tIns="39600" rIns="39600" bIns="39600" rtlCol="0" anchor="ctr" anchorCtr="0">
              <a:spAutoFit/>
            </a:bodyPr>
            <a:lstStyle/>
            <a:p>
              <a:pPr marL="0" marR="0" lvl="0" indent="0" algn="ctr" defTabSz="945474" rtl="0" eaLnBrk="1" fontAlgn="auto" latinLnBrk="0" hangingPunct="1">
                <a:lnSpc>
                  <a:spcPct val="100000"/>
                </a:lnSpc>
                <a:spcBef>
                  <a:spcPts val="0"/>
                </a:spcBef>
                <a:spcAft>
                  <a:spcPts val="0"/>
                </a:spcAft>
                <a:buClrTx/>
                <a:buSzTx/>
                <a:buFontTx/>
                <a:buNone/>
                <a:tabLst/>
                <a:defRPr sz="900" b="0" i="0" u="none" strike="noStrike" kern="1200" baseline="0">
                  <a:solidFill>
                    <a:prstClr val="black">
                      <a:lumMod val="75000"/>
                      <a:lumOff val="25000"/>
                    </a:prstClr>
                  </a:solidFill>
                  <a:latin typeface="+mn-lt"/>
                  <a:ea typeface="+mn-ea"/>
                  <a:cs typeface="+mn-cs"/>
                </a:defRPr>
              </a:pPr>
              <a:r>
                <a:rPr kumimoji="0" lang="en-GB" sz="1088"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Processes with relatively higher potential for standardization across regions and technology enablement/automation.</a:t>
              </a:r>
            </a:p>
          </p:txBody>
        </p:sp>
        <p:sp>
          <p:nvSpPr>
            <p:cNvPr id="20" name="Rectangle 19">
              <a:extLst>
                <a:ext uri="{FF2B5EF4-FFF2-40B4-BE49-F238E27FC236}">
                  <a16:creationId xmlns:a16="http://schemas.microsoft.com/office/drawing/2014/main" id="{FA5AA52C-A70E-4063-A817-C15ADD19D458}"/>
                </a:ext>
              </a:extLst>
            </p:cNvPr>
            <p:cNvSpPr/>
            <p:nvPr/>
          </p:nvSpPr>
          <p:spPr bwMode="gray">
            <a:xfrm>
              <a:off x="9257760" y="4289544"/>
              <a:ext cx="2034151" cy="988796"/>
            </a:xfrm>
            <a:prstGeom prst="rect">
              <a:avLst/>
            </a:prstGeom>
            <a:solidFill>
              <a:schemeClr val="tx2"/>
            </a:solidFill>
            <a:ln w="9525" cap="flat" cmpd="sng" algn="ctr">
              <a:solidFill>
                <a:schemeClr val="tx2"/>
              </a:solidFill>
              <a:prstDash val="solid"/>
            </a:ln>
            <a:effectLst/>
          </p:spPr>
          <p:txBody>
            <a:bodyPr wrap="square" lIns="39600" tIns="39600" rIns="39600" bIns="39600" rtlCol="0" anchor="ctr" anchorCtr="0">
              <a:spAutoFit/>
            </a:bodyPr>
            <a:lstStyle/>
            <a:p>
              <a:pPr marL="0" marR="0" lvl="0" indent="0" algn="ctr" defTabSz="945474" rtl="0" eaLnBrk="1" fontAlgn="auto" latinLnBrk="0" hangingPunct="1">
                <a:lnSpc>
                  <a:spcPct val="100000"/>
                </a:lnSpc>
                <a:spcBef>
                  <a:spcPts val="0"/>
                </a:spcBef>
                <a:spcAft>
                  <a:spcPts val="0"/>
                </a:spcAft>
                <a:buClrTx/>
                <a:buSzTx/>
                <a:buFontTx/>
                <a:buNone/>
                <a:tabLst/>
                <a:defRPr sz="900" b="0" i="0" u="none" strike="noStrike" kern="1200" baseline="0">
                  <a:solidFill>
                    <a:prstClr val="black">
                      <a:lumMod val="75000"/>
                      <a:lumOff val="25000"/>
                    </a:prstClr>
                  </a:solidFill>
                  <a:latin typeface="+mn-lt"/>
                  <a:ea typeface="+mn-ea"/>
                  <a:cs typeface="+mn-cs"/>
                </a:defRPr>
              </a:pPr>
              <a:r>
                <a:rPr kumimoji="0" lang="en-GB" sz="1088"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Preferred model for clients looking for rapid ROI and efficiency/arbitrage benefits rather than building long term capability.</a:t>
              </a:r>
            </a:p>
          </p:txBody>
        </p:sp>
        <p:sp>
          <p:nvSpPr>
            <p:cNvPr id="21" name="Rectangle 20">
              <a:extLst>
                <a:ext uri="{FF2B5EF4-FFF2-40B4-BE49-F238E27FC236}">
                  <a16:creationId xmlns:a16="http://schemas.microsoft.com/office/drawing/2014/main" id="{BCE6AACB-E3A5-4D7C-963A-C9D499947A22}"/>
                </a:ext>
              </a:extLst>
            </p:cNvPr>
            <p:cNvSpPr/>
            <p:nvPr/>
          </p:nvSpPr>
          <p:spPr bwMode="gray">
            <a:xfrm>
              <a:off x="610002" y="2074219"/>
              <a:ext cx="2034151" cy="810635"/>
            </a:xfrm>
            <a:prstGeom prst="rect">
              <a:avLst/>
            </a:prstGeom>
            <a:solidFill>
              <a:schemeClr val="tx2"/>
            </a:solidFill>
            <a:ln w="9525" cap="flat" cmpd="sng" algn="ctr">
              <a:solidFill>
                <a:schemeClr val="tx2"/>
              </a:solidFill>
              <a:prstDash val="solid"/>
            </a:ln>
            <a:effectLst/>
          </p:spPr>
          <p:txBody>
            <a:bodyPr wrap="square" lIns="39600" tIns="39600" rIns="39600" bIns="39600" rtlCol="0" anchor="ctr" anchorCtr="0">
              <a:spAutoFit/>
            </a:bodyPr>
            <a:lstStyle/>
            <a:p>
              <a:pPr marL="0" marR="0" lvl="0" indent="0" algn="ctr" defTabSz="945474" rtl="0" eaLnBrk="1" fontAlgn="auto" latinLnBrk="0" hangingPunct="1">
                <a:lnSpc>
                  <a:spcPct val="100000"/>
                </a:lnSpc>
                <a:spcBef>
                  <a:spcPts val="0"/>
                </a:spcBef>
                <a:spcAft>
                  <a:spcPts val="0"/>
                </a:spcAft>
                <a:buClrTx/>
                <a:buSzTx/>
                <a:buFontTx/>
                <a:buNone/>
                <a:tabLst/>
                <a:defRPr sz="900" b="0" i="0" u="none" strike="noStrike" kern="1200" baseline="0">
                  <a:solidFill>
                    <a:prstClr val="black">
                      <a:lumMod val="75000"/>
                      <a:lumOff val="25000"/>
                    </a:prstClr>
                  </a:solidFill>
                  <a:latin typeface="+mn-lt"/>
                  <a:ea typeface="+mn-ea"/>
                  <a:cs typeface="+mn-cs"/>
                </a:defRPr>
              </a:pPr>
              <a:r>
                <a:rPr kumimoji="0" lang="en-GB" sz="1088"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EYInterstate Light" panose="02000506000000020004" pitchFamily="2" charset="0"/>
                </a:rPr>
                <a:t>Suitable model for clients with low risk appetite and low propensity to make heavy upfront investments.</a:t>
              </a:r>
            </a:p>
          </p:txBody>
        </p:sp>
        <p:cxnSp>
          <p:nvCxnSpPr>
            <p:cNvPr id="22" name="Elbow Connector 110">
              <a:extLst>
                <a:ext uri="{FF2B5EF4-FFF2-40B4-BE49-F238E27FC236}">
                  <a16:creationId xmlns:a16="http://schemas.microsoft.com/office/drawing/2014/main" id="{BEB3DCDB-B7CF-4ECC-BC08-023EA6A8AD5B}"/>
                </a:ext>
              </a:extLst>
            </p:cNvPr>
            <p:cNvCxnSpPr>
              <a:cxnSpLocks/>
              <a:stCxn id="32" idx="6"/>
            </p:cNvCxnSpPr>
            <p:nvPr/>
          </p:nvCxnSpPr>
          <p:spPr>
            <a:xfrm>
              <a:off x="7968698" y="3245529"/>
              <a:ext cx="1273277" cy="146010"/>
            </a:xfrm>
            <a:prstGeom prst="straightConnector1">
              <a:avLst/>
            </a:prstGeom>
            <a:noFill/>
            <a:ln w="9525" cap="flat" cmpd="sng" algn="ctr">
              <a:solidFill>
                <a:srgbClr val="68686C"/>
              </a:solidFill>
              <a:prstDash val="solid"/>
              <a:tailEnd type="triangle"/>
            </a:ln>
            <a:effectLst/>
          </p:spPr>
        </p:cxnSp>
        <p:cxnSp>
          <p:nvCxnSpPr>
            <p:cNvPr id="23" name="Elbow Connector 112">
              <a:extLst>
                <a:ext uri="{FF2B5EF4-FFF2-40B4-BE49-F238E27FC236}">
                  <a16:creationId xmlns:a16="http://schemas.microsoft.com/office/drawing/2014/main" id="{66A8E5F9-0A68-4F13-B1F5-08299E248E0C}"/>
                </a:ext>
              </a:extLst>
            </p:cNvPr>
            <p:cNvCxnSpPr>
              <a:cxnSpLocks/>
              <a:stCxn id="34" idx="6"/>
              <a:endCxn id="17" idx="1"/>
            </p:cNvCxnSpPr>
            <p:nvPr/>
          </p:nvCxnSpPr>
          <p:spPr>
            <a:xfrm>
              <a:off x="6955804" y="5622248"/>
              <a:ext cx="2301955" cy="429284"/>
            </a:xfrm>
            <a:prstGeom prst="straightConnector1">
              <a:avLst/>
            </a:prstGeom>
            <a:noFill/>
            <a:ln w="9525" cap="flat" cmpd="sng" algn="ctr">
              <a:solidFill>
                <a:srgbClr val="68686C"/>
              </a:solidFill>
              <a:prstDash val="solid"/>
              <a:tailEnd type="triangle"/>
            </a:ln>
            <a:effectLst/>
          </p:spPr>
        </p:cxnSp>
        <p:cxnSp>
          <p:nvCxnSpPr>
            <p:cNvPr id="24" name="Elbow Connector 113">
              <a:extLst>
                <a:ext uri="{FF2B5EF4-FFF2-40B4-BE49-F238E27FC236}">
                  <a16:creationId xmlns:a16="http://schemas.microsoft.com/office/drawing/2014/main" id="{815E5BBF-A91E-421F-80CA-5F55CE65BB85}"/>
                </a:ext>
              </a:extLst>
            </p:cNvPr>
            <p:cNvCxnSpPr>
              <a:cxnSpLocks/>
              <a:stCxn id="35" idx="2"/>
              <a:endCxn id="16" idx="3"/>
            </p:cNvCxnSpPr>
            <p:nvPr/>
          </p:nvCxnSpPr>
          <p:spPr>
            <a:xfrm flipH="1">
              <a:off x="2644153" y="5621825"/>
              <a:ext cx="2492605" cy="429708"/>
            </a:xfrm>
            <a:prstGeom prst="straightConnector1">
              <a:avLst/>
            </a:prstGeom>
            <a:noFill/>
            <a:ln w="9525" cap="flat" cmpd="sng" algn="ctr">
              <a:solidFill>
                <a:srgbClr val="68686C"/>
              </a:solidFill>
              <a:prstDash val="solid"/>
              <a:tailEnd type="triangle"/>
            </a:ln>
            <a:effectLst/>
          </p:spPr>
        </p:cxnSp>
        <p:cxnSp>
          <p:nvCxnSpPr>
            <p:cNvPr id="25" name="Elbow Connector 114">
              <a:extLst>
                <a:ext uri="{FF2B5EF4-FFF2-40B4-BE49-F238E27FC236}">
                  <a16:creationId xmlns:a16="http://schemas.microsoft.com/office/drawing/2014/main" id="{7A5A96F2-A18B-4EB3-97B4-F47F29F8BC01}"/>
                </a:ext>
              </a:extLst>
            </p:cNvPr>
            <p:cNvCxnSpPr>
              <a:cxnSpLocks/>
              <a:stCxn id="36" idx="2"/>
              <a:endCxn id="14" idx="3"/>
            </p:cNvCxnSpPr>
            <p:nvPr/>
          </p:nvCxnSpPr>
          <p:spPr>
            <a:xfrm flipH="1">
              <a:off x="2644153" y="4609095"/>
              <a:ext cx="1509682" cy="174847"/>
            </a:xfrm>
            <a:prstGeom prst="straightConnector1">
              <a:avLst/>
            </a:prstGeom>
            <a:noFill/>
            <a:ln w="9525" cap="flat" cmpd="sng" algn="ctr">
              <a:solidFill>
                <a:srgbClr val="68686C"/>
              </a:solidFill>
              <a:prstDash val="solid"/>
              <a:tailEnd type="triangle"/>
            </a:ln>
            <a:effectLst/>
          </p:spPr>
        </p:cxnSp>
        <p:cxnSp>
          <p:nvCxnSpPr>
            <p:cNvPr id="26" name="Elbow Connector 115">
              <a:extLst>
                <a:ext uri="{FF2B5EF4-FFF2-40B4-BE49-F238E27FC236}">
                  <a16:creationId xmlns:a16="http://schemas.microsoft.com/office/drawing/2014/main" id="{FB438516-DE03-46FD-8A36-2C762080CCEC}"/>
                </a:ext>
              </a:extLst>
            </p:cNvPr>
            <p:cNvCxnSpPr>
              <a:cxnSpLocks/>
              <a:stCxn id="37" idx="2"/>
              <a:endCxn id="13" idx="3"/>
            </p:cNvCxnSpPr>
            <p:nvPr/>
          </p:nvCxnSpPr>
          <p:spPr>
            <a:xfrm flipH="1">
              <a:off x="2644153" y="3245528"/>
              <a:ext cx="1488346" cy="332450"/>
            </a:xfrm>
            <a:prstGeom prst="straightConnector1">
              <a:avLst/>
            </a:prstGeom>
            <a:noFill/>
            <a:ln w="9525" cap="flat" cmpd="sng" algn="ctr">
              <a:solidFill>
                <a:srgbClr val="68686C"/>
              </a:solidFill>
              <a:prstDash val="solid"/>
              <a:tailEnd type="triangle"/>
            </a:ln>
            <a:effectLst/>
          </p:spPr>
        </p:cxnSp>
        <p:cxnSp>
          <p:nvCxnSpPr>
            <p:cNvPr id="27" name="Elbow Connector 116">
              <a:extLst>
                <a:ext uri="{FF2B5EF4-FFF2-40B4-BE49-F238E27FC236}">
                  <a16:creationId xmlns:a16="http://schemas.microsoft.com/office/drawing/2014/main" id="{A78449B0-7413-4FAC-B550-6E76DDBF68EF}"/>
                </a:ext>
              </a:extLst>
            </p:cNvPr>
            <p:cNvCxnSpPr>
              <a:cxnSpLocks/>
              <a:stCxn id="31" idx="6"/>
              <a:endCxn id="18" idx="1"/>
            </p:cNvCxnSpPr>
            <p:nvPr/>
          </p:nvCxnSpPr>
          <p:spPr>
            <a:xfrm>
              <a:off x="7103336" y="2230169"/>
              <a:ext cx="2154424" cy="249368"/>
            </a:xfrm>
            <a:prstGeom prst="straightConnector1">
              <a:avLst/>
            </a:prstGeom>
            <a:noFill/>
            <a:ln w="9525" cap="flat" cmpd="sng" algn="ctr">
              <a:solidFill>
                <a:srgbClr val="68686C"/>
              </a:solidFill>
              <a:prstDash val="solid"/>
              <a:tailEnd type="triangle"/>
            </a:ln>
            <a:effectLst/>
          </p:spPr>
        </p:cxnSp>
      </p:grpSp>
      <p:cxnSp>
        <p:nvCxnSpPr>
          <p:cNvPr id="46" name="Elbow Connector 110">
            <a:extLst>
              <a:ext uri="{FF2B5EF4-FFF2-40B4-BE49-F238E27FC236}">
                <a16:creationId xmlns:a16="http://schemas.microsoft.com/office/drawing/2014/main" id="{2903AD1C-4DC2-4A8E-9A9B-0ACA2EB0B5E9}"/>
              </a:ext>
            </a:extLst>
          </p:cNvPr>
          <p:cNvCxnSpPr>
            <a:cxnSpLocks/>
          </p:cNvCxnSpPr>
          <p:nvPr/>
        </p:nvCxnSpPr>
        <p:spPr>
          <a:xfrm>
            <a:off x="8237457" y="4282691"/>
            <a:ext cx="1143659" cy="161689"/>
          </a:xfrm>
          <a:prstGeom prst="straightConnector1">
            <a:avLst/>
          </a:prstGeom>
          <a:noFill/>
          <a:ln w="9525" cap="flat" cmpd="sng" algn="ctr">
            <a:solidFill>
              <a:srgbClr val="68686C"/>
            </a:solidFill>
            <a:prstDash val="solid"/>
            <a:tailEnd type="triangle"/>
          </a:ln>
          <a:effectLst/>
        </p:spPr>
      </p:cxnSp>
      <p:cxnSp>
        <p:nvCxnSpPr>
          <p:cNvPr id="77" name="Elbow Connector 116">
            <a:extLst>
              <a:ext uri="{FF2B5EF4-FFF2-40B4-BE49-F238E27FC236}">
                <a16:creationId xmlns:a16="http://schemas.microsoft.com/office/drawing/2014/main" id="{DB2FCC7D-675D-4B1A-B20F-55B83240788B}"/>
              </a:ext>
            </a:extLst>
          </p:cNvPr>
          <p:cNvCxnSpPr>
            <a:cxnSpLocks/>
          </p:cNvCxnSpPr>
          <p:nvPr/>
        </p:nvCxnSpPr>
        <p:spPr>
          <a:xfrm flipH="1">
            <a:off x="3528806" y="2083030"/>
            <a:ext cx="2210115" cy="147948"/>
          </a:xfrm>
          <a:prstGeom prst="straightConnector1">
            <a:avLst/>
          </a:prstGeom>
          <a:noFill/>
          <a:ln w="9525" cap="flat" cmpd="sng" algn="ctr">
            <a:solidFill>
              <a:srgbClr val="68686C"/>
            </a:solidFill>
            <a:prstDash val="solid"/>
            <a:tailEnd type="triangle"/>
          </a:ln>
          <a:effectLst/>
        </p:spPr>
      </p:cxnSp>
      <p:sp>
        <p:nvSpPr>
          <p:cNvPr id="40" name="Line 10">
            <a:extLst>
              <a:ext uri="{FF2B5EF4-FFF2-40B4-BE49-F238E27FC236}">
                <a16:creationId xmlns:a16="http://schemas.microsoft.com/office/drawing/2014/main" id="{DCAECAED-7CE9-4A45-BE38-5625ACB688DC}"/>
              </a:ext>
            </a:extLst>
          </p:cNvPr>
          <p:cNvSpPr>
            <a:spLocks noChangeShapeType="1"/>
          </p:cNvSpPr>
          <p:nvPr/>
        </p:nvSpPr>
        <p:spPr bwMode="auto">
          <a:xfrm flipV="1">
            <a:off x="1652268" y="1027171"/>
            <a:ext cx="9814518"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1" name="Line 10">
            <a:extLst>
              <a:ext uri="{FF2B5EF4-FFF2-40B4-BE49-F238E27FC236}">
                <a16:creationId xmlns:a16="http://schemas.microsoft.com/office/drawing/2014/main" id="{7140A0FF-0058-4A46-9EEF-40A7E976713D}"/>
              </a:ext>
            </a:extLst>
          </p:cNvPr>
          <p:cNvSpPr>
            <a:spLocks noChangeShapeType="1"/>
          </p:cNvSpPr>
          <p:nvPr/>
        </p:nvSpPr>
        <p:spPr bwMode="auto">
          <a:xfrm flipV="1">
            <a:off x="1652268" y="1429407"/>
            <a:ext cx="9814518"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2" name="TextBox 41">
            <a:extLst>
              <a:ext uri="{FF2B5EF4-FFF2-40B4-BE49-F238E27FC236}">
                <a16:creationId xmlns:a16="http://schemas.microsoft.com/office/drawing/2014/main" id="{D0C081A5-9765-48D6-AA16-4C48C78A5B0C}"/>
              </a:ext>
            </a:extLst>
          </p:cNvPr>
          <p:cNvSpPr txBox="1"/>
          <p:nvPr/>
        </p:nvSpPr>
        <p:spPr>
          <a:xfrm>
            <a:off x="1661764" y="1116079"/>
            <a:ext cx="9782988" cy="221599"/>
          </a:xfrm>
          <a:prstGeom prst="rect">
            <a:avLst/>
          </a:prstGeom>
          <a:noFill/>
        </p:spPr>
        <p:txBody>
          <a:bodyPr wrap="square" lIns="0" tIns="36576" rIns="0" bIns="0" rtlCol="0">
            <a:spAutoFit/>
          </a:bodyPr>
          <a:lstStyle/>
          <a:p>
            <a:pPr marL="0" marR="0" lvl="0" indent="0" algn="l" defTabSz="914400" rtl="0" eaLnBrk="1" fontAlgn="auto" latinLnBrk="0" hangingPunct="1">
              <a:lnSpc>
                <a:spcPct val="100000"/>
              </a:lnSpc>
              <a:spcBef>
                <a:spcPts val="0"/>
              </a:spcBef>
              <a:spcAft>
                <a:spcPts val="600"/>
              </a:spcAft>
              <a:buClr>
                <a:srgbClr val="27ACAA"/>
              </a:buClr>
              <a:buSzPct val="70000"/>
              <a:buFontTx/>
              <a:buNone/>
              <a:tabLst/>
              <a:defRPr/>
            </a:pPr>
            <a:r>
              <a:rPr kumimoji="0" lang="en-IN"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Key considerations to select suitable model for the BPO journey.</a:t>
            </a:r>
          </a:p>
        </p:txBody>
      </p:sp>
    </p:spTree>
    <p:extLst>
      <p:ext uri="{BB962C8B-B14F-4D97-AF65-F5344CB8AC3E}">
        <p14:creationId xmlns:p14="http://schemas.microsoft.com/office/powerpoint/2010/main" val="698576068"/>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CF29CA-9865-55AA-0BA0-EBBC0B193814}"/>
              </a:ext>
            </a:extLst>
          </p:cNvPr>
          <p:cNvSpPr>
            <a:spLocks noGrp="1"/>
          </p:cNvSpPr>
          <p:nvPr>
            <p:ph type="title"/>
          </p:nvPr>
        </p:nvSpPr>
        <p:spPr/>
        <p:txBody>
          <a:bodyPr/>
          <a:lstStyle/>
          <a:p>
            <a:r>
              <a:rPr lang="en-US"/>
              <a:t>Sourcing Models</a:t>
            </a:r>
            <a:endParaRPr lang="en-IN"/>
          </a:p>
        </p:txBody>
      </p:sp>
      <p:sp>
        <p:nvSpPr>
          <p:cNvPr id="8" name="SmartArt Placeholder 7">
            <a:extLst>
              <a:ext uri="{FF2B5EF4-FFF2-40B4-BE49-F238E27FC236}">
                <a16:creationId xmlns:a16="http://schemas.microsoft.com/office/drawing/2014/main" id="{B2B8AF8E-1730-0670-338E-9E6124372A4E}"/>
              </a:ext>
            </a:extLst>
          </p:cNvPr>
          <p:cNvSpPr>
            <a:spLocks noGrp="1"/>
          </p:cNvSpPr>
          <p:nvPr>
            <p:ph type="dgm" sz="quarter" idx="17"/>
          </p:nvPr>
        </p:nvSpPr>
        <p:spPr/>
        <p:txBody>
          <a:bodyPr/>
          <a:lstStyle/>
          <a:p>
            <a:endParaRPr lang="en-IN"/>
          </a:p>
        </p:txBody>
      </p:sp>
      <p:graphicFrame>
        <p:nvGraphicFramePr>
          <p:cNvPr id="101" name="Table 100">
            <a:extLst>
              <a:ext uri="{FF2B5EF4-FFF2-40B4-BE49-F238E27FC236}">
                <a16:creationId xmlns:a16="http://schemas.microsoft.com/office/drawing/2014/main" id="{0AC881D4-0A3B-3D5B-FA94-7A85327EF082}"/>
              </a:ext>
            </a:extLst>
          </p:cNvPr>
          <p:cNvGraphicFramePr>
            <a:graphicFrameLocks noGrp="1"/>
          </p:cNvGraphicFramePr>
          <p:nvPr/>
        </p:nvGraphicFramePr>
        <p:xfrm>
          <a:off x="470437" y="1649824"/>
          <a:ext cx="11430001" cy="3886008"/>
        </p:xfrm>
        <a:graphic>
          <a:graphicData uri="http://schemas.openxmlformats.org/drawingml/2006/table">
            <a:tbl>
              <a:tblPr firstRow="1" bandRow="1"/>
              <a:tblGrid>
                <a:gridCol w="1699765">
                  <a:extLst>
                    <a:ext uri="{9D8B030D-6E8A-4147-A177-3AD203B41FA5}">
                      <a16:colId xmlns:a16="http://schemas.microsoft.com/office/drawing/2014/main" val="2114640646"/>
                    </a:ext>
                  </a:extLst>
                </a:gridCol>
                <a:gridCol w="3243412">
                  <a:extLst>
                    <a:ext uri="{9D8B030D-6E8A-4147-A177-3AD203B41FA5}">
                      <a16:colId xmlns:a16="http://schemas.microsoft.com/office/drawing/2014/main" val="358277726"/>
                    </a:ext>
                  </a:extLst>
                </a:gridCol>
                <a:gridCol w="3243412">
                  <a:extLst>
                    <a:ext uri="{9D8B030D-6E8A-4147-A177-3AD203B41FA5}">
                      <a16:colId xmlns:a16="http://schemas.microsoft.com/office/drawing/2014/main" val="1894317399"/>
                    </a:ext>
                  </a:extLst>
                </a:gridCol>
                <a:gridCol w="3243412">
                  <a:extLst>
                    <a:ext uri="{9D8B030D-6E8A-4147-A177-3AD203B41FA5}">
                      <a16:colId xmlns:a16="http://schemas.microsoft.com/office/drawing/2014/main" val="2410344993"/>
                    </a:ext>
                  </a:extLst>
                </a:gridCol>
              </a:tblGrid>
              <a:tr h="457200">
                <a:tc>
                  <a:txBody>
                    <a:bodyPr/>
                    <a:lstStyle>
                      <a:lvl1pPr marL="0" algn="l" defTabSz="913943" rtl="0" eaLnBrk="1" latinLnBrk="0" hangingPunct="1">
                        <a:defRPr sz="1799" b="1" kern="1200">
                          <a:solidFill>
                            <a:schemeClr val="lt1"/>
                          </a:solidFill>
                          <a:latin typeface="EYInterstate Light"/>
                        </a:defRPr>
                      </a:lvl1pPr>
                      <a:lvl2pPr marL="456971" algn="l" defTabSz="913943" rtl="0" eaLnBrk="1" latinLnBrk="0" hangingPunct="1">
                        <a:defRPr sz="1799" b="1" kern="1200">
                          <a:solidFill>
                            <a:schemeClr val="lt1"/>
                          </a:solidFill>
                          <a:latin typeface="EYInterstate Light"/>
                        </a:defRPr>
                      </a:lvl2pPr>
                      <a:lvl3pPr marL="913943" algn="l" defTabSz="913943" rtl="0" eaLnBrk="1" latinLnBrk="0" hangingPunct="1">
                        <a:defRPr sz="1799" b="1" kern="1200">
                          <a:solidFill>
                            <a:schemeClr val="lt1"/>
                          </a:solidFill>
                          <a:latin typeface="EYInterstate Light"/>
                        </a:defRPr>
                      </a:lvl3pPr>
                      <a:lvl4pPr marL="1370914" algn="l" defTabSz="913943" rtl="0" eaLnBrk="1" latinLnBrk="0" hangingPunct="1">
                        <a:defRPr sz="1799" b="1" kern="1200">
                          <a:solidFill>
                            <a:schemeClr val="lt1"/>
                          </a:solidFill>
                          <a:latin typeface="EYInterstate Light"/>
                        </a:defRPr>
                      </a:lvl4pPr>
                      <a:lvl5pPr marL="1827886" algn="l" defTabSz="913943" rtl="0" eaLnBrk="1" latinLnBrk="0" hangingPunct="1">
                        <a:defRPr sz="1799" b="1" kern="1200">
                          <a:solidFill>
                            <a:schemeClr val="lt1"/>
                          </a:solidFill>
                          <a:latin typeface="EYInterstate Light"/>
                        </a:defRPr>
                      </a:lvl5pPr>
                      <a:lvl6pPr marL="2284857" algn="l" defTabSz="913943" rtl="0" eaLnBrk="1" latinLnBrk="0" hangingPunct="1">
                        <a:defRPr sz="1799" b="1" kern="1200">
                          <a:solidFill>
                            <a:schemeClr val="lt1"/>
                          </a:solidFill>
                          <a:latin typeface="EYInterstate Light"/>
                        </a:defRPr>
                      </a:lvl6pPr>
                      <a:lvl7pPr marL="2741828" algn="l" defTabSz="913943" rtl="0" eaLnBrk="1" latinLnBrk="0" hangingPunct="1">
                        <a:defRPr sz="1799" b="1" kern="1200">
                          <a:solidFill>
                            <a:schemeClr val="lt1"/>
                          </a:solidFill>
                          <a:latin typeface="EYInterstate Light"/>
                        </a:defRPr>
                      </a:lvl7pPr>
                      <a:lvl8pPr marL="3198800" algn="l" defTabSz="913943" rtl="0" eaLnBrk="1" latinLnBrk="0" hangingPunct="1">
                        <a:defRPr sz="1799" b="1" kern="1200">
                          <a:solidFill>
                            <a:schemeClr val="lt1"/>
                          </a:solidFill>
                          <a:latin typeface="EYInterstate Light"/>
                        </a:defRPr>
                      </a:lvl8pPr>
                      <a:lvl9pPr marL="3655771" algn="l" defTabSz="913943" rtl="0" eaLnBrk="1" latinLnBrk="0" hangingPunct="1">
                        <a:defRPr sz="1799" b="1" kern="1200">
                          <a:solidFill>
                            <a:schemeClr val="lt1"/>
                          </a:solidFill>
                          <a:latin typeface="EYInterstate Light"/>
                        </a:defRPr>
                      </a:lvl9pPr>
                    </a:lstStyle>
                    <a:p>
                      <a:pPr algn="ctr"/>
                      <a:endParaRPr lang="en-US" sz="1200" i="1">
                        <a:solidFill>
                          <a:schemeClr val="bg2"/>
                        </a:solidFill>
                        <a:latin typeface="+mn-lt"/>
                        <a:ea typeface="+mn-lt"/>
                        <a:cs typeface="+mn-lt"/>
                        <a:sym typeface="+mn-lt"/>
                      </a:endParaRPr>
                    </a:p>
                  </a:txBody>
                  <a:tcPr marL="91398" marR="91398" marT="71976" marB="71976"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a:r>
                        <a:rPr lang="en-IN" sz="1400" b="1" i="0">
                          <a:solidFill>
                            <a:schemeClr val="bg1"/>
                          </a:solidFill>
                          <a:latin typeface="+mn-lt"/>
                          <a:ea typeface="+mn-lt"/>
                          <a:cs typeface="+mn-lt"/>
                          <a:sym typeface="+mn-lt"/>
                        </a:rPr>
                        <a:t>Outsource Model</a:t>
                      </a:r>
                      <a:endParaRPr lang="en-IN" sz="800" b="1" i="0" kern="1200">
                        <a:solidFill>
                          <a:schemeClr val="bg1"/>
                        </a:solidFill>
                        <a:latin typeface="+mn-lt"/>
                        <a:ea typeface="+mn-lt"/>
                        <a:cs typeface="+mn-lt"/>
                        <a:sym typeface="+mn-lt"/>
                      </a:endParaRPr>
                    </a:p>
                  </a:txBody>
                  <a:tcPr marR="0" marT="71976" marB="71976" anchor="ctr">
                    <a:lnL w="9525" cap="flat" cmpd="sng" algn="ctr">
                      <a:no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0090A0"/>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lang="en-US" sz="1400" b="1" i="0" kern="0">
                          <a:solidFill>
                            <a:schemeClr val="bg1"/>
                          </a:solidFill>
                          <a:latin typeface="+mn-lt"/>
                          <a:ea typeface="+mn-lt"/>
                          <a:cs typeface="+mn-lt"/>
                          <a:sym typeface="+mn-lt"/>
                        </a:rPr>
                        <a:t>Build-Operate-Transfer (“B-O-T”)</a:t>
                      </a:r>
                    </a:p>
                  </a:txBody>
                  <a:tcPr marL="91398" marR="91398" marT="71976" marB="71976"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005F9E"/>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ctr"/>
                      <a:r>
                        <a:rPr lang="en-IN" sz="1400" b="1" i="0">
                          <a:solidFill>
                            <a:schemeClr val="bg1"/>
                          </a:solidFill>
                          <a:latin typeface="+mn-lt"/>
                          <a:ea typeface="+mn-lt"/>
                          <a:cs typeface="+mn-lt"/>
                          <a:sym typeface="+mn-lt"/>
                        </a:rPr>
                        <a:t>Captive Model</a:t>
                      </a:r>
                    </a:p>
                  </a:txBody>
                  <a:tcPr marL="91398" marR="91398" marT="71976" marB="71976"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0090A0"/>
                    </a:solidFill>
                  </a:tcPr>
                </a:tc>
                <a:extLst>
                  <a:ext uri="{0D108BD9-81ED-4DB2-BD59-A6C34878D82A}">
                    <a16:rowId xmlns:a16="http://schemas.microsoft.com/office/drawing/2014/main" val="4127978762"/>
                  </a:ext>
                </a:extLst>
              </a:tr>
              <a:tr h="571468">
                <a:tc>
                  <a:txBody>
                    <a:bodyPr/>
                    <a:lstStyle>
                      <a:lvl1pPr marL="0" algn="l" defTabSz="913943" rtl="0" eaLnBrk="1" latinLnBrk="0" hangingPunct="1">
                        <a:defRPr sz="1799" kern="1200">
                          <a:solidFill>
                            <a:schemeClr val="dk1"/>
                          </a:solidFill>
                          <a:latin typeface="EYInterstate Light"/>
                        </a:defRPr>
                      </a:lvl1pPr>
                      <a:lvl2pPr marL="456971" algn="l" defTabSz="913943" rtl="0" eaLnBrk="1" latinLnBrk="0" hangingPunct="1">
                        <a:defRPr sz="1799" kern="1200">
                          <a:solidFill>
                            <a:schemeClr val="dk1"/>
                          </a:solidFill>
                          <a:latin typeface="EYInterstate Light"/>
                        </a:defRPr>
                      </a:lvl2pPr>
                      <a:lvl3pPr marL="913943" algn="l" defTabSz="913943" rtl="0" eaLnBrk="1" latinLnBrk="0" hangingPunct="1">
                        <a:defRPr sz="1799" kern="1200">
                          <a:solidFill>
                            <a:schemeClr val="dk1"/>
                          </a:solidFill>
                          <a:latin typeface="EYInterstate Light"/>
                        </a:defRPr>
                      </a:lvl3pPr>
                      <a:lvl4pPr marL="1370914" algn="l" defTabSz="913943" rtl="0" eaLnBrk="1" latinLnBrk="0" hangingPunct="1">
                        <a:defRPr sz="1799" kern="1200">
                          <a:solidFill>
                            <a:schemeClr val="dk1"/>
                          </a:solidFill>
                          <a:latin typeface="EYInterstate Light"/>
                        </a:defRPr>
                      </a:lvl4pPr>
                      <a:lvl5pPr marL="1827886" algn="l" defTabSz="913943" rtl="0" eaLnBrk="1" latinLnBrk="0" hangingPunct="1">
                        <a:defRPr sz="1799" kern="1200">
                          <a:solidFill>
                            <a:schemeClr val="dk1"/>
                          </a:solidFill>
                          <a:latin typeface="EYInterstate Light"/>
                        </a:defRPr>
                      </a:lvl5pPr>
                      <a:lvl6pPr marL="2284857" algn="l" defTabSz="913943" rtl="0" eaLnBrk="1" latinLnBrk="0" hangingPunct="1">
                        <a:defRPr sz="1799" kern="1200">
                          <a:solidFill>
                            <a:schemeClr val="dk1"/>
                          </a:solidFill>
                          <a:latin typeface="EYInterstate Light"/>
                        </a:defRPr>
                      </a:lvl6pPr>
                      <a:lvl7pPr marL="2741828" algn="l" defTabSz="913943" rtl="0" eaLnBrk="1" latinLnBrk="0" hangingPunct="1">
                        <a:defRPr sz="1799" kern="1200">
                          <a:solidFill>
                            <a:schemeClr val="dk1"/>
                          </a:solidFill>
                          <a:latin typeface="EYInterstate Light"/>
                        </a:defRPr>
                      </a:lvl7pPr>
                      <a:lvl8pPr marL="3198800" algn="l" defTabSz="913943" rtl="0" eaLnBrk="1" latinLnBrk="0" hangingPunct="1">
                        <a:defRPr sz="1799" kern="1200">
                          <a:solidFill>
                            <a:schemeClr val="dk1"/>
                          </a:solidFill>
                          <a:latin typeface="EYInterstate Light"/>
                        </a:defRPr>
                      </a:lvl8pPr>
                      <a:lvl9pPr marL="3655771" algn="l" defTabSz="913943" rtl="0" eaLnBrk="1" latinLnBrk="0" hangingPunct="1">
                        <a:defRPr sz="1799" kern="1200">
                          <a:solidFill>
                            <a:schemeClr val="dk1"/>
                          </a:solidFill>
                          <a:latin typeface="EYInterstate Light"/>
                        </a:defRPr>
                      </a:lvl9pPr>
                    </a:lstStyle>
                    <a:p>
                      <a:r>
                        <a:rPr lang="en-IN" sz="1200" b="1" i="0">
                          <a:solidFill>
                            <a:schemeClr val="bg1"/>
                          </a:solidFill>
                          <a:latin typeface="+mn-lt"/>
                          <a:ea typeface="+mn-lt"/>
                          <a:cs typeface="+mn-lt"/>
                          <a:sym typeface="+mn-lt"/>
                        </a:rPr>
                        <a:t>Speed to </a:t>
                      </a:r>
                    </a:p>
                    <a:p>
                      <a:r>
                        <a:rPr lang="en-IN" sz="1200" b="1" i="0">
                          <a:solidFill>
                            <a:schemeClr val="bg1"/>
                          </a:solidFill>
                          <a:latin typeface="+mn-lt"/>
                          <a:ea typeface="+mn-lt"/>
                          <a:cs typeface="+mn-lt"/>
                          <a:sym typeface="+mn-lt"/>
                        </a:rPr>
                        <a:t>Value</a:t>
                      </a:r>
                      <a:endParaRPr lang="en-US" sz="1200" b="1" i="0">
                        <a:solidFill>
                          <a:schemeClr val="bg1"/>
                        </a:solidFill>
                        <a:latin typeface="+mn-lt"/>
                        <a:ea typeface="+mn-lt"/>
                        <a:cs typeface="+mn-lt"/>
                        <a:sym typeface="+mn-lt"/>
                      </a:endParaRPr>
                    </a:p>
                  </a:txBody>
                  <a:tcPr marL="71963" marR="91398"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0083D3"/>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i="0" kern="1200">
                          <a:solidFill>
                            <a:srgbClr val="2E2E38"/>
                          </a:solidFill>
                          <a:latin typeface="+mn-lt"/>
                          <a:ea typeface="+mn-lt"/>
                          <a:cs typeface="+mn-lt"/>
                          <a:sym typeface="+mn-lt"/>
                        </a:rPr>
                        <a:t>Higher near-term cost savings, but ongoing monitoring required to maintain long-term cost-effectiveness</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i="0" kern="1200">
                          <a:solidFill>
                            <a:srgbClr val="2E2E38"/>
                          </a:solidFill>
                          <a:latin typeface="+mn-lt"/>
                          <a:ea typeface="+mn-lt"/>
                          <a:cs typeface="+mn-lt"/>
                          <a:sym typeface="+mn-lt"/>
                        </a:rPr>
                        <a:t>Higher near-term cost savings, while long-term cost effectiveness offset by transition cost of operations</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EYInterstate Light"/>
                        </a:defRPr>
                      </a:lvl1pPr>
                      <a:lvl2pPr marL="456971" algn="l" defTabSz="913943" rtl="0" eaLnBrk="1" latinLnBrk="0" hangingPunct="1">
                        <a:defRPr sz="1799" kern="1200">
                          <a:solidFill>
                            <a:schemeClr val="dk1"/>
                          </a:solidFill>
                          <a:latin typeface="EYInterstate Light"/>
                        </a:defRPr>
                      </a:lvl2pPr>
                      <a:lvl3pPr marL="913943" algn="l" defTabSz="913943" rtl="0" eaLnBrk="1" latinLnBrk="0" hangingPunct="1">
                        <a:defRPr sz="1799" kern="1200">
                          <a:solidFill>
                            <a:schemeClr val="dk1"/>
                          </a:solidFill>
                          <a:latin typeface="EYInterstate Light"/>
                        </a:defRPr>
                      </a:lvl3pPr>
                      <a:lvl4pPr marL="1370914" algn="l" defTabSz="913943" rtl="0" eaLnBrk="1" latinLnBrk="0" hangingPunct="1">
                        <a:defRPr sz="1799" kern="1200">
                          <a:solidFill>
                            <a:schemeClr val="dk1"/>
                          </a:solidFill>
                          <a:latin typeface="EYInterstate Light"/>
                        </a:defRPr>
                      </a:lvl4pPr>
                      <a:lvl5pPr marL="1827886" algn="l" defTabSz="913943" rtl="0" eaLnBrk="1" latinLnBrk="0" hangingPunct="1">
                        <a:defRPr sz="1799" kern="1200">
                          <a:solidFill>
                            <a:schemeClr val="dk1"/>
                          </a:solidFill>
                          <a:latin typeface="EYInterstate Light"/>
                        </a:defRPr>
                      </a:lvl5pPr>
                      <a:lvl6pPr marL="2284857" algn="l" defTabSz="913943" rtl="0" eaLnBrk="1" latinLnBrk="0" hangingPunct="1">
                        <a:defRPr sz="1799" kern="1200">
                          <a:solidFill>
                            <a:schemeClr val="dk1"/>
                          </a:solidFill>
                          <a:latin typeface="EYInterstate Light"/>
                        </a:defRPr>
                      </a:lvl6pPr>
                      <a:lvl7pPr marL="2741828" algn="l" defTabSz="913943" rtl="0" eaLnBrk="1" latinLnBrk="0" hangingPunct="1">
                        <a:defRPr sz="1799" kern="1200">
                          <a:solidFill>
                            <a:schemeClr val="dk1"/>
                          </a:solidFill>
                          <a:latin typeface="EYInterstate Light"/>
                        </a:defRPr>
                      </a:lvl7pPr>
                      <a:lvl8pPr marL="3198800" algn="l" defTabSz="913943" rtl="0" eaLnBrk="1" latinLnBrk="0" hangingPunct="1">
                        <a:defRPr sz="1799" kern="1200">
                          <a:solidFill>
                            <a:schemeClr val="dk1"/>
                          </a:solidFill>
                          <a:latin typeface="EYInterstate Light"/>
                        </a:defRPr>
                      </a:lvl8pPr>
                      <a:lvl9pPr marL="3655771" algn="l" defTabSz="913943" rtl="0" eaLnBrk="1" latinLnBrk="0" hangingPunct="1">
                        <a:defRPr sz="1799" kern="1200">
                          <a:solidFill>
                            <a:schemeClr val="dk1"/>
                          </a:solidFill>
                          <a:latin typeface="EYInterstate Light"/>
                        </a:defRPr>
                      </a:lvl9pPr>
                    </a:lstStyle>
                    <a:p>
                      <a:pPr marL="0" algn="l" defTabSz="914400" rtl="0" eaLnBrk="1" latinLnBrk="0" hangingPunct="1"/>
                      <a:r>
                        <a:rPr lang="en-US" sz="1050" i="0" kern="1200">
                          <a:solidFill>
                            <a:srgbClr val="2E2E38"/>
                          </a:solidFill>
                          <a:latin typeface="+mn-lt"/>
                          <a:ea typeface="+mn-lt"/>
                          <a:cs typeface="+mn-lt"/>
                          <a:sym typeface="+mn-lt"/>
                        </a:rPr>
                        <a:t>Higher potential for long-term savings, near term savings offset by initial set up</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30506809"/>
                  </a:ext>
                </a:extLst>
              </a:tr>
              <a:tr h="571468">
                <a:tc>
                  <a:txBody>
                    <a:bodyPr/>
                    <a:lstStyle>
                      <a:lvl1pPr marL="0" algn="l" defTabSz="913943" rtl="0" eaLnBrk="1" latinLnBrk="0" hangingPunct="1">
                        <a:defRPr sz="1799" kern="1200">
                          <a:solidFill>
                            <a:schemeClr val="dk1"/>
                          </a:solidFill>
                          <a:latin typeface="EYInterstate Light"/>
                        </a:defRPr>
                      </a:lvl1pPr>
                      <a:lvl2pPr marL="456971" algn="l" defTabSz="913943" rtl="0" eaLnBrk="1" latinLnBrk="0" hangingPunct="1">
                        <a:defRPr sz="1799" kern="1200">
                          <a:solidFill>
                            <a:schemeClr val="dk1"/>
                          </a:solidFill>
                          <a:latin typeface="EYInterstate Light"/>
                        </a:defRPr>
                      </a:lvl2pPr>
                      <a:lvl3pPr marL="913943" algn="l" defTabSz="913943" rtl="0" eaLnBrk="1" latinLnBrk="0" hangingPunct="1">
                        <a:defRPr sz="1799" kern="1200">
                          <a:solidFill>
                            <a:schemeClr val="dk1"/>
                          </a:solidFill>
                          <a:latin typeface="EYInterstate Light"/>
                        </a:defRPr>
                      </a:lvl3pPr>
                      <a:lvl4pPr marL="1370914" algn="l" defTabSz="913943" rtl="0" eaLnBrk="1" latinLnBrk="0" hangingPunct="1">
                        <a:defRPr sz="1799" kern="1200">
                          <a:solidFill>
                            <a:schemeClr val="dk1"/>
                          </a:solidFill>
                          <a:latin typeface="EYInterstate Light"/>
                        </a:defRPr>
                      </a:lvl4pPr>
                      <a:lvl5pPr marL="1827886" algn="l" defTabSz="913943" rtl="0" eaLnBrk="1" latinLnBrk="0" hangingPunct="1">
                        <a:defRPr sz="1799" kern="1200">
                          <a:solidFill>
                            <a:schemeClr val="dk1"/>
                          </a:solidFill>
                          <a:latin typeface="EYInterstate Light"/>
                        </a:defRPr>
                      </a:lvl5pPr>
                      <a:lvl6pPr marL="2284857" algn="l" defTabSz="913943" rtl="0" eaLnBrk="1" latinLnBrk="0" hangingPunct="1">
                        <a:defRPr sz="1799" kern="1200">
                          <a:solidFill>
                            <a:schemeClr val="dk1"/>
                          </a:solidFill>
                          <a:latin typeface="EYInterstate Light"/>
                        </a:defRPr>
                      </a:lvl6pPr>
                      <a:lvl7pPr marL="2741828" algn="l" defTabSz="913943" rtl="0" eaLnBrk="1" latinLnBrk="0" hangingPunct="1">
                        <a:defRPr sz="1799" kern="1200">
                          <a:solidFill>
                            <a:schemeClr val="dk1"/>
                          </a:solidFill>
                          <a:latin typeface="EYInterstate Light"/>
                        </a:defRPr>
                      </a:lvl7pPr>
                      <a:lvl8pPr marL="3198800" algn="l" defTabSz="913943" rtl="0" eaLnBrk="1" latinLnBrk="0" hangingPunct="1">
                        <a:defRPr sz="1799" kern="1200">
                          <a:solidFill>
                            <a:schemeClr val="dk1"/>
                          </a:solidFill>
                          <a:latin typeface="EYInterstate Light"/>
                        </a:defRPr>
                      </a:lvl8pPr>
                      <a:lvl9pPr marL="3655771" algn="l" defTabSz="913943" rtl="0" eaLnBrk="1" latinLnBrk="0" hangingPunct="1">
                        <a:defRPr sz="1799" kern="1200">
                          <a:solidFill>
                            <a:schemeClr val="dk1"/>
                          </a:solidFill>
                          <a:latin typeface="EYInterstate Light"/>
                        </a:defRPr>
                      </a:lvl9pPr>
                    </a:lstStyle>
                    <a:p>
                      <a:r>
                        <a:rPr lang="en-IN" sz="1200" b="1" i="0">
                          <a:solidFill>
                            <a:schemeClr val="bg1"/>
                          </a:solidFill>
                          <a:latin typeface="+mn-lt"/>
                          <a:ea typeface="+mn-lt"/>
                          <a:cs typeface="+mn-lt"/>
                          <a:sym typeface="+mn-lt"/>
                        </a:rPr>
                        <a:t>Investment</a:t>
                      </a:r>
                      <a:endParaRPr lang="en-US" sz="1200" b="1" i="0">
                        <a:solidFill>
                          <a:schemeClr val="bg1"/>
                        </a:solidFill>
                        <a:latin typeface="+mn-lt"/>
                        <a:ea typeface="+mn-lt"/>
                        <a:cs typeface="+mn-lt"/>
                        <a:sym typeface="+mn-lt"/>
                      </a:endParaRPr>
                    </a:p>
                  </a:txBody>
                  <a:tcPr marL="71963" marR="91398"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0083D3"/>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IN" sz="1050" i="0" kern="1200">
                          <a:solidFill>
                            <a:srgbClr val="2E2E38"/>
                          </a:solidFill>
                          <a:latin typeface="+mn-lt"/>
                          <a:ea typeface="+mn-lt"/>
                          <a:cs typeface="+mn-lt"/>
                          <a:sym typeface="+mn-lt"/>
                        </a:rPr>
                        <a:t>Limited investment with no outlay on facilities &amp; IT infrastructure</a:t>
                      </a:r>
                      <a:endParaRPr lang="en-US" sz="1050" i="0" kern="1200">
                        <a:solidFill>
                          <a:srgbClr val="2E2E38"/>
                        </a:solidFill>
                        <a:latin typeface="+mn-lt"/>
                        <a:ea typeface="+mn-lt"/>
                        <a:cs typeface="+mn-lt"/>
                        <a:sym typeface="+mn-lt"/>
                      </a:endParaRP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050" i="0" kern="1200">
                          <a:solidFill>
                            <a:srgbClr val="2E2E38"/>
                          </a:solidFill>
                          <a:latin typeface="+mn-lt"/>
                          <a:ea typeface="+mn-lt"/>
                          <a:cs typeface="+mn-lt"/>
                          <a:sym typeface="+mn-lt"/>
                        </a:rPr>
                        <a:t>Limited investment with no outlay on facilities &amp; IT infrastructure</a:t>
                      </a:r>
                      <a:endParaRPr lang="en-US" sz="1050" i="0" kern="1200">
                        <a:solidFill>
                          <a:srgbClr val="2E2E38"/>
                        </a:solidFill>
                        <a:latin typeface="+mn-lt"/>
                        <a:ea typeface="+mn-lt"/>
                        <a:cs typeface="+mn-lt"/>
                        <a:sym typeface="+mn-lt"/>
                      </a:endParaRP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EYInterstate Light"/>
                        </a:defRPr>
                      </a:lvl1pPr>
                      <a:lvl2pPr marL="456971" algn="l" defTabSz="913943" rtl="0" eaLnBrk="1" latinLnBrk="0" hangingPunct="1">
                        <a:defRPr sz="1799" kern="1200">
                          <a:solidFill>
                            <a:schemeClr val="dk1"/>
                          </a:solidFill>
                          <a:latin typeface="EYInterstate Light"/>
                        </a:defRPr>
                      </a:lvl2pPr>
                      <a:lvl3pPr marL="913943" algn="l" defTabSz="913943" rtl="0" eaLnBrk="1" latinLnBrk="0" hangingPunct="1">
                        <a:defRPr sz="1799" kern="1200">
                          <a:solidFill>
                            <a:schemeClr val="dk1"/>
                          </a:solidFill>
                          <a:latin typeface="EYInterstate Light"/>
                        </a:defRPr>
                      </a:lvl3pPr>
                      <a:lvl4pPr marL="1370914" algn="l" defTabSz="913943" rtl="0" eaLnBrk="1" latinLnBrk="0" hangingPunct="1">
                        <a:defRPr sz="1799" kern="1200">
                          <a:solidFill>
                            <a:schemeClr val="dk1"/>
                          </a:solidFill>
                          <a:latin typeface="EYInterstate Light"/>
                        </a:defRPr>
                      </a:lvl4pPr>
                      <a:lvl5pPr marL="1827886" algn="l" defTabSz="913943" rtl="0" eaLnBrk="1" latinLnBrk="0" hangingPunct="1">
                        <a:defRPr sz="1799" kern="1200">
                          <a:solidFill>
                            <a:schemeClr val="dk1"/>
                          </a:solidFill>
                          <a:latin typeface="EYInterstate Light"/>
                        </a:defRPr>
                      </a:lvl5pPr>
                      <a:lvl6pPr marL="2284857" algn="l" defTabSz="913943" rtl="0" eaLnBrk="1" latinLnBrk="0" hangingPunct="1">
                        <a:defRPr sz="1799" kern="1200">
                          <a:solidFill>
                            <a:schemeClr val="dk1"/>
                          </a:solidFill>
                          <a:latin typeface="EYInterstate Light"/>
                        </a:defRPr>
                      </a:lvl6pPr>
                      <a:lvl7pPr marL="2741828" algn="l" defTabSz="913943" rtl="0" eaLnBrk="1" latinLnBrk="0" hangingPunct="1">
                        <a:defRPr sz="1799" kern="1200">
                          <a:solidFill>
                            <a:schemeClr val="dk1"/>
                          </a:solidFill>
                          <a:latin typeface="EYInterstate Light"/>
                        </a:defRPr>
                      </a:lvl7pPr>
                      <a:lvl8pPr marL="3198800" algn="l" defTabSz="913943" rtl="0" eaLnBrk="1" latinLnBrk="0" hangingPunct="1">
                        <a:defRPr sz="1799" kern="1200">
                          <a:solidFill>
                            <a:schemeClr val="dk1"/>
                          </a:solidFill>
                          <a:latin typeface="EYInterstate Light"/>
                        </a:defRPr>
                      </a:lvl8pPr>
                      <a:lvl9pPr marL="3655771" algn="l" defTabSz="913943" rtl="0" eaLnBrk="1" latinLnBrk="0" hangingPunct="1">
                        <a:defRPr sz="1799" kern="1200">
                          <a:solidFill>
                            <a:schemeClr val="dk1"/>
                          </a:solidFill>
                          <a:latin typeface="EYInterstate Light"/>
                        </a:defRPr>
                      </a:lvl9pPr>
                    </a:lstStyle>
                    <a:p>
                      <a:pPr marL="0" algn="l" defTabSz="914400" rtl="0" eaLnBrk="1" latinLnBrk="0" hangingPunct="1"/>
                      <a:r>
                        <a:rPr lang="en-IN" sz="1050" i="0" kern="1200">
                          <a:solidFill>
                            <a:srgbClr val="2E2E38"/>
                          </a:solidFill>
                          <a:latin typeface="+mn-lt"/>
                          <a:ea typeface="+mn-lt"/>
                          <a:cs typeface="+mn-lt"/>
                          <a:sym typeface="+mn-lt"/>
                        </a:rPr>
                        <a:t>Limited investment in facilities (Trivandrum), however significant Oracle investment</a:t>
                      </a:r>
                      <a:endParaRPr lang="en-US" sz="1050" i="0" kern="1200">
                        <a:solidFill>
                          <a:srgbClr val="2E2E38"/>
                        </a:solidFill>
                        <a:latin typeface="+mn-lt"/>
                        <a:ea typeface="+mn-lt"/>
                        <a:cs typeface="+mn-lt"/>
                        <a:sym typeface="+mn-lt"/>
                      </a:endParaRP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9935524"/>
                  </a:ext>
                </a:extLst>
              </a:tr>
              <a:tr h="571468">
                <a:tc>
                  <a:txBody>
                    <a:bodyPr/>
                    <a:lstStyle>
                      <a:lvl1pPr marL="0" algn="l" defTabSz="913943" rtl="0" eaLnBrk="1" latinLnBrk="0" hangingPunct="1">
                        <a:defRPr sz="1799" kern="1200">
                          <a:solidFill>
                            <a:schemeClr val="dk1"/>
                          </a:solidFill>
                          <a:latin typeface="EYInterstate Light"/>
                        </a:defRPr>
                      </a:lvl1pPr>
                      <a:lvl2pPr marL="456971" algn="l" defTabSz="913943" rtl="0" eaLnBrk="1" latinLnBrk="0" hangingPunct="1">
                        <a:defRPr sz="1799" kern="1200">
                          <a:solidFill>
                            <a:schemeClr val="dk1"/>
                          </a:solidFill>
                          <a:latin typeface="EYInterstate Light"/>
                        </a:defRPr>
                      </a:lvl2pPr>
                      <a:lvl3pPr marL="913943" algn="l" defTabSz="913943" rtl="0" eaLnBrk="1" latinLnBrk="0" hangingPunct="1">
                        <a:defRPr sz="1799" kern="1200">
                          <a:solidFill>
                            <a:schemeClr val="dk1"/>
                          </a:solidFill>
                          <a:latin typeface="EYInterstate Light"/>
                        </a:defRPr>
                      </a:lvl3pPr>
                      <a:lvl4pPr marL="1370914" algn="l" defTabSz="913943" rtl="0" eaLnBrk="1" latinLnBrk="0" hangingPunct="1">
                        <a:defRPr sz="1799" kern="1200">
                          <a:solidFill>
                            <a:schemeClr val="dk1"/>
                          </a:solidFill>
                          <a:latin typeface="EYInterstate Light"/>
                        </a:defRPr>
                      </a:lvl4pPr>
                      <a:lvl5pPr marL="1827886" algn="l" defTabSz="913943" rtl="0" eaLnBrk="1" latinLnBrk="0" hangingPunct="1">
                        <a:defRPr sz="1799" kern="1200">
                          <a:solidFill>
                            <a:schemeClr val="dk1"/>
                          </a:solidFill>
                          <a:latin typeface="EYInterstate Light"/>
                        </a:defRPr>
                      </a:lvl5pPr>
                      <a:lvl6pPr marL="2284857" algn="l" defTabSz="913943" rtl="0" eaLnBrk="1" latinLnBrk="0" hangingPunct="1">
                        <a:defRPr sz="1799" kern="1200">
                          <a:solidFill>
                            <a:schemeClr val="dk1"/>
                          </a:solidFill>
                          <a:latin typeface="EYInterstate Light"/>
                        </a:defRPr>
                      </a:lvl6pPr>
                      <a:lvl7pPr marL="2741828" algn="l" defTabSz="913943" rtl="0" eaLnBrk="1" latinLnBrk="0" hangingPunct="1">
                        <a:defRPr sz="1799" kern="1200">
                          <a:solidFill>
                            <a:schemeClr val="dk1"/>
                          </a:solidFill>
                          <a:latin typeface="EYInterstate Light"/>
                        </a:defRPr>
                      </a:lvl7pPr>
                      <a:lvl8pPr marL="3198800" algn="l" defTabSz="913943" rtl="0" eaLnBrk="1" latinLnBrk="0" hangingPunct="1">
                        <a:defRPr sz="1799" kern="1200">
                          <a:solidFill>
                            <a:schemeClr val="dk1"/>
                          </a:solidFill>
                          <a:latin typeface="EYInterstate Light"/>
                        </a:defRPr>
                      </a:lvl8pPr>
                      <a:lvl9pPr marL="3655771" algn="l" defTabSz="913943" rtl="0" eaLnBrk="1" latinLnBrk="0" hangingPunct="1">
                        <a:defRPr sz="1799" kern="1200">
                          <a:solidFill>
                            <a:schemeClr val="dk1"/>
                          </a:solidFill>
                          <a:latin typeface="EYInterstate Light"/>
                        </a:defRPr>
                      </a:lvl9pPr>
                    </a:lstStyle>
                    <a:p>
                      <a:r>
                        <a:rPr lang="en-IN" sz="1200" b="1" i="0">
                          <a:solidFill>
                            <a:schemeClr val="bg1"/>
                          </a:solidFill>
                          <a:latin typeface="+mn-lt"/>
                          <a:ea typeface="+mn-lt"/>
                          <a:cs typeface="+mn-lt"/>
                          <a:sym typeface="+mn-lt"/>
                        </a:rPr>
                        <a:t>Control</a:t>
                      </a:r>
                      <a:endParaRPr lang="en-US" sz="1200" b="1" i="0">
                        <a:solidFill>
                          <a:schemeClr val="bg1"/>
                        </a:solidFill>
                        <a:latin typeface="+mn-lt"/>
                        <a:ea typeface="+mn-lt"/>
                        <a:cs typeface="+mn-lt"/>
                        <a:sym typeface="+mn-lt"/>
                      </a:endParaRPr>
                    </a:p>
                  </a:txBody>
                  <a:tcPr marL="71963" marR="91398"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0083D3"/>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IN" sz="1050" i="0" kern="1200">
                          <a:solidFill>
                            <a:srgbClr val="2E2E38"/>
                          </a:solidFill>
                          <a:latin typeface="+mn-lt"/>
                          <a:ea typeface="+mn-lt"/>
                          <a:cs typeface="+mn-lt"/>
                          <a:sym typeface="+mn-lt"/>
                        </a:rPr>
                        <a:t>With proper governance, control &amp; visibility on operations &amp; execution can be achieved </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IN" sz="1050" i="0" kern="1200">
                          <a:solidFill>
                            <a:srgbClr val="2E2E38"/>
                          </a:solidFill>
                          <a:latin typeface="+mn-lt"/>
                          <a:ea typeface="+mn-lt"/>
                          <a:cs typeface="+mn-lt"/>
                          <a:sym typeface="+mn-lt"/>
                        </a:rPr>
                        <a:t>With proper governance, control &amp; visibility on operations &amp; execution can be achieved </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EYInterstate Light"/>
                        </a:defRPr>
                      </a:lvl1pPr>
                      <a:lvl2pPr marL="456971" algn="l" defTabSz="913943" rtl="0" eaLnBrk="1" latinLnBrk="0" hangingPunct="1">
                        <a:defRPr sz="1799" kern="1200">
                          <a:solidFill>
                            <a:schemeClr val="dk1"/>
                          </a:solidFill>
                          <a:latin typeface="EYInterstate Light"/>
                        </a:defRPr>
                      </a:lvl2pPr>
                      <a:lvl3pPr marL="913943" algn="l" defTabSz="913943" rtl="0" eaLnBrk="1" latinLnBrk="0" hangingPunct="1">
                        <a:defRPr sz="1799" kern="1200">
                          <a:solidFill>
                            <a:schemeClr val="dk1"/>
                          </a:solidFill>
                          <a:latin typeface="EYInterstate Light"/>
                        </a:defRPr>
                      </a:lvl3pPr>
                      <a:lvl4pPr marL="1370914" algn="l" defTabSz="913943" rtl="0" eaLnBrk="1" latinLnBrk="0" hangingPunct="1">
                        <a:defRPr sz="1799" kern="1200">
                          <a:solidFill>
                            <a:schemeClr val="dk1"/>
                          </a:solidFill>
                          <a:latin typeface="EYInterstate Light"/>
                        </a:defRPr>
                      </a:lvl4pPr>
                      <a:lvl5pPr marL="1827886" algn="l" defTabSz="913943" rtl="0" eaLnBrk="1" latinLnBrk="0" hangingPunct="1">
                        <a:defRPr sz="1799" kern="1200">
                          <a:solidFill>
                            <a:schemeClr val="dk1"/>
                          </a:solidFill>
                          <a:latin typeface="EYInterstate Light"/>
                        </a:defRPr>
                      </a:lvl5pPr>
                      <a:lvl6pPr marL="2284857" algn="l" defTabSz="913943" rtl="0" eaLnBrk="1" latinLnBrk="0" hangingPunct="1">
                        <a:defRPr sz="1799" kern="1200">
                          <a:solidFill>
                            <a:schemeClr val="dk1"/>
                          </a:solidFill>
                          <a:latin typeface="EYInterstate Light"/>
                        </a:defRPr>
                      </a:lvl6pPr>
                      <a:lvl7pPr marL="2741828" algn="l" defTabSz="913943" rtl="0" eaLnBrk="1" latinLnBrk="0" hangingPunct="1">
                        <a:defRPr sz="1799" kern="1200">
                          <a:solidFill>
                            <a:schemeClr val="dk1"/>
                          </a:solidFill>
                          <a:latin typeface="EYInterstate Light"/>
                        </a:defRPr>
                      </a:lvl7pPr>
                      <a:lvl8pPr marL="3198800" algn="l" defTabSz="913943" rtl="0" eaLnBrk="1" latinLnBrk="0" hangingPunct="1">
                        <a:defRPr sz="1799" kern="1200">
                          <a:solidFill>
                            <a:schemeClr val="dk1"/>
                          </a:solidFill>
                          <a:latin typeface="EYInterstate Light"/>
                        </a:defRPr>
                      </a:lvl8pPr>
                      <a:lvl9pPr marL="3655771" algn="l" defTabSz="913943" rtl="0" eaLnBrk="1" latinLnBrk="0" hangingPunct="1">
                        <a:defRPr sz="1799" kern="1200">
                          <a:solidFill>
                            <a:schemeClr val="dk1"/>
                          </a:solidFill>
                          <a:latin typeface="EYInterstate Light"/>
                        </a:defRPr>
                      </a:lvl9pPr>
                    </a:lstStyle>
                    <a:p>
                      <a:pPr marL="0" algn="l" defTabSz="914400" rtl="0" eaLnBrk="1" latinLnBrk="0" hangingPunct="1"/>
                      <a:r>
                        <a:rPr lang="en-IN" sz="1050" i="0" kern="1200">
                          <a:solidFill>
                            <a:srgbClr val="2E2E38"/>
                          </a:solidFill>
                          <a:latin typeface="+mn-lt"/>
                          <a:ea typeface="+mn-lt"/>
                          <a:cs typeface="+mn-lt"/>
                          <a:sym typeface="+mn-lt"/>
                        </a:rPr>
                        <a:t>Control remains with the organization during all phases</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7074869"/>
                  </a:ext>
                </a:extLst>
              </a:tr>
              <a:tr h="571468">
                <a:tc>
                  <a:txBody>
                    <a:bodyPr/>
                    <a:lstStyle>
                      <a:lvl1pPr marL="0" algn="l" defTabSz="913943" rtl="0" eaLnBrk="1" latinLnBrk="0" hangingPunct="1">
                        <a:defRPr sz="1799" kern="1200">
                          <a:solidFill>
                            <a:schemeClr val="dk1"/>
                          </a:solidFill>
                          <a:latin typeface="EYInterstate Light"/>
                        </a:defRPr>
                      </a:lvl1pPr>
                      <a:lvl2pPr marL="456971" algn="l" defTabSz="913943" rtl="0" eaLnBrk="1" latinLnBrk="0" hangingPunct="1">
                        <a:defRPr sz="1799" kern="1200">
                          <a:solidFill>
                            <a:schemeClr val="dk1"/>
                          </a:solidFill>
                          <a:latin typeface="EYInterstate Light"/>
                        </a:defRPr>
                      </a:lvl2pPr>
                      <a:lvl3pPr marL="913943" algn="l" defTabSz="913943" rtl="0" eaLnBrk="1" latinLnBrk="0" hangingPunct="1">
                        <a:defRPr sz="1799" kern="1200">
                          <a:solidFill>
                            <a:schemeClr val="dk1"/>
                          </a:solidFill>
                          <a:latin typeface="EYInterstate Light"/>
                        </a:defRPr>
                      </a:lvl3pPr>
                      <a:lvl4pPr marL="1370914" algn="l" defTabSz="913943" rtl="0" eaLnBrk="1" latinLnBrk="0" hangingPunct="1">
                        <a:defRPr sz="1799" kern="1200">
                          <a:solidFill>
                            <a:schemeClr val="dk1"/>
                          </a:solidFill>
                          <a:latin typeface="EYInterstate Light"/>
                        </a:defRPr>
                      </a:lvl4pPr>
                      <a:lvl5pPr marL="1827886" algn="l" defTabSz="913943" rtl="0" eaLnBrk="1" latinLnBrk="0" hangingPunct="1">
                        <a:defRPr sz="1799" kern="1200">
                          <a:solidFill>
                            <a:schemeClr val="dk1"/>
                          </a:solidFill>
                          <a:latin typeface="EYInterstate Light"/>
                        </a:defRPr>
                      </a:lvl5pPr>
                      <a:lvl6pPr marL="2284857" algn="l" defTabSz="913943" rtl="0" eaLnBrk="1" latinLnBrk="0" hangingPunct="1">
                        <a:defRPr sz="1799" kern="1200">
                          <a:solidFill>
                            <a:schemeClr val="dk1"/>
                          </a:solidFill>
                          <a:latin typeface="EYInterstate Light"/>
                        </a:defRPr>
                      </a:lvl6pPr>
                      <a:lvl7pPr marL="2741828" algn="l" defTabSz="913943" rtl="0" eaLnBrk="1" latinLnBrk="0" hangingPunct="1">
                        <a:defRPr sz="1799" kern="1200">
                          <a:solidFill>
                            <a:schemeClr val="dk1"/>
                          </a:solidFill>
                          <a:latin typeface="EYInterstate Light"/>
                        </a:defRPr>
                      </a:lvl7pPr>
                      <a:lvl8pPr marL="3198800" algn="l" defTabSz="913943" rtl="0" eaLnBrk="1" latinLnBrk="0" hangingPunct="1">
                        <a:defRPr sz="1799" kern="1200">
                          <a:solidFill>
                            <a:schemeClr val="dk1"/>
                          </a:solidFill>
                          <a:latin typeface="EYInterstate Light"/>
                        </a:defRPr>
                      </a:lvl8pPr>
                      <a:lvl9pPr marL="3655771" algn="l" defTabSz="913943" rtl="0" eaLnBrk="1" latinLnBrk="0" hangingPunct="1">
                        <a:defRPr sz="1799" kern="1200">
                          <a:solidFill>
                            <a:schemeClr val="dk1"/>
                          </a:solidFill>
                          <a:latin typeface="EYInterstate Light"/>
                        </a:defRPr>
                      </a:lvl9pPr>
                    </a:lstStyle>
                    <a:p>
                      <a:r>
                        <a:rPr lang="en-IN" sz="1200" b="1" i="0">
                          <a:solidFill>
                            <a:schemeClr val="bg1"/>
                          </a:solidFill>
                          <a:latin typeface="+mn-lt"/>
                          <a:ea typeface="+mn-lt"/>
                          <a:cs typeface="+mn-lt"/>
                          <a:sym typeface="+mn-lt"/>
                        </a:rPr>
                        <a:t>Management </a:t>
                      </a:r>
                      <a:br>
                        <a:rPr lang="en-IN" sz="1200" b="1" i="0">
                          <a:solidFill>
                            <a:schemeClr val="bg1"/>
                          </a:solidFill>
                          <a:latin typeface="+mn-lt"/>
                          <a:ea typeface="+mn-lt"/>
                          <a:cs typeface="+mn-lt"/>
                          <a:sym typeface="+mn-lt"/>
                        </a:rPr>
                      </a:br>
                      <a:r>
                        <a:rPr lang="en-IN" sz="1200" b="1" i="0">
                          <a:solidFill>
                            <a:schemeClr val="bg1"/>
                          </a:solidFill>
                          <a:latin typeface="+mn-lt"/>
                          <a:ea typeface="+mn-lt"/>
                          <a:cs typeface="+mn-lt"/>
                          <a:sym typeface="+mn-lt"/>
                        </a:rPr>
                        <a:t>effort</a:t>
                      </a:r>
                      <a:endParaRPr lang="en-US" sz="1200" b="1" i="0">
                        <a:solidFill>
                          <a:schemeClr val="bg1"/>
                        </a:solidFill>
                        <a:latin typeface="+mn-lt"/>
                        <a:ea typeface="+mn-lt"/>
                        <a:cs typeface="+mn-lt"/>
                        <a:sym typeface="+mn-lt"/>
                      </a:endParaRPr>
                    </a:p>
                  </a:txBody>
                  <a:tcPr marL="71963" marR="91398"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0083D3"/>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US" sz="1050" i="0" kern="1200">
                          <a:solidFill>
                            <a:srgbClr val="2E2E38"/>
                          </a:solidFill>
                          <a:latin typeface="+mn-lt"/>
                          <a:ea typeface="+mn-lt"/>
                          <a:cs typeface="+mn-lt"/>
                          <a:sym typeface="+mn-lt"/>
                        </a:rPr>
                        <a:t>Limited effort required to govern operations</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i="0" kern="1200">
                          <a:solidFill>
                            <a:srgbClr val="2E2E38"/>
                          </a:solidFill>
                          <a:latin typeface="+mn-lt"/>
                          <a:ea typeface="+mn-lt"/>
                          <a:cs typeface="+mn-lt"/>
                          <a:sym typeface="+mn-lt"/>
                        </a:rPr>
                        <a:t>Minimal effort due to service provider governance in the set-up of outsourced operations</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EYInterstate Light"/>
                        </a:defRPr>
                      </a:lvl1pPr>
                      <a:lvl2pPr marL="456971" algn="l" defTabSz="913943" rtl="0" eaLnBrk="1" latinLnBrk="0" hangingPunct="1">
                        <a:defRPr sz="1799" kern="1200">
                          <a:solidFill>
                            <a:schemeClr val="dk1"/>
                          </a:solidFill>
                          <a:latin typeface="EYInterstate Light"/>
                        </a:defRPr>
                      </a:lvl2pPr>
                      <a:lvl3pPr marL="913943" algn="l" defTabSz="913943" rtl="0" eaLnBrk="1" latinLnBrk="0" hangingPunct="1">
                        <a:defRPr sz="1799" kern="1200">
                          <a:solidFill>
                            <a:schemeClr val="dk1"/>
                          </a:solidFill>
                          <a:latin typeface="EYInterstate Light"/>
                        </a:defRPr>
                      </a:lvl3pPr>
                      <a:lvl4pPr marL="1370914" algn="l" defTabSz="913943" rtl="0" eaLnBrk="1" latinLnBrk="0" hangingPunct="1">
                        <a:defRPr sz="1799" kern="1200">
                          <a:solidFill>
                            <a:schemeClr val="dk1"/>
                          </a:solidFill>
                          <a:latin typeface="EYInterstate Light"/>
                        </a:defRPr>
                      </a:lvl4pPr>
                      <a:lvl5pPr marL="1827886" algn="l" defTabSz="913943" rtl="0" eaLnBrk="1" latinLnBrk="0" hangingPunct="1">
                        <a:defRPr sz="1799" kern="1200">
                          <a:solidFill>
                            <a:schemeClr val="dk1"/>
                          </a:solidFill>
                          <a:latin typeface="EYInterstate Light"/>
                        </a:defRPr>
                      </a:lvl5pPr>
                      <a:lvl6pPr marL="2284857" algn="l" defTabSz="913943" rtl="0" eaLnBrk="1" latinLnBrk="0" hangingPunct="1">
                        <a:defRPr sz="1799" kern="1200">
                          <a:solidFill>
                            <a:schemeClr val="dk1"/>
                          </a:solidFill>
                          <a:latin typeface="EYInterstate Light"/>
                        </a:defRPr>
                      </a:lvl6pPr>
                      <a:lvl7pPr marL="2741828" algn="l" defTabSz="913943" rtl="0" eaLnBrk="1" latinLnBrk="0" hangingPunct="1">
                        <a:defRPr sz="1799" kern="1200">
                          <a:solidFill>
                            <a:schemeClr val="dk1"/>
                          </a:solidFill>
                          <a:latin typeface="EYInterstate Light"/>
                        </a:defRPr>
                      </a:lvl7pPr>
                      <a:lvl8pPr marL="3198800" algn="l" defTabSz="913943" rtl="0" eaLnBrk="1" latinLnBrk="0" hangingPunct="1">
                        <a:defRPr sz="1799" kern="1200">
                          <a:solidFill>
                            <a:schemeClr val="dk1"/>
                          </a:solidFill>
                          <a:latin typeface="EYInterstate Light"/>
                        </a:defRPr>
                      </a:lvl8pPr>
                      <a:lvl9pPr marL="3655771" algn="l" defTabSz="913943" rtl="0" eaLnBrk="1" latinLnBrk="0" hangingPunct="1">
                        <a:defRPr sz="1799" kern="1200">
                          <a:solidFill>
                            <a:schemeClr val="dk1"/>
                          </a:solidFill>
                          <a:latin typeface="EYInterstate Light"/>
                        </a:defRPr>
                      </a:lvl9pPr>
                    </a:lstStyle>
                    <a:p>
                      <a:pPr marL="0" algn="l" defTabSz="914400" rtl="0" eaLnBrk="1" latinLnBrk="0" hangingPunct="1"/>
                      <a:r>
                        <a:rPr lang="en-US" sz="1050" i="0" kern="1200">
                          <a:solidFill>
                            <a:srgbClr val="2E2E38"/>
                          </a:solidFill>
                          <a:latin typeface="+mn-lt"/>
                          <a:ea typeface="+mn-lt"/>
                          <a:cs typeface="+mn-lt"/>
                          <a:sym typeface="+mn-lt"/>
                        </a:rPr>
                        <a:t>Maximum effort</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96889955"/>
                  </a:ext>
                </a:extLst>
              </a:tr>
              <a:tr h="571468">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3943" rtl="0" eaLnBrk="1" fontAlgn="auto" latinLnBrk="0" hangingPunct="1">
                        <a:lnSpc>
                          <a:spcPct val="100000"/>
                        </a:lnSpc>
                        <a:spcBef>
                          <a:spcPts val="0"/>
                        </a:spcBef>
                        <a:spcAft>
                          <a:spcPts val="0"/>
                        </a:spcAft>
                        <a:buClrTx/>
                        <a:buSzTx/>
                        <a:buFontTx/>
                        <a:buNone/>
                        <a:tabLst/>
                        <a:defRPr/>
                      </a:pPr>
                      <a:r>
                        <a:rPr lang="en-IN" sz="1200" b="1" i="0">
                          <a:solidFill>
                            <a:schemeClr val="bg1"/>
                          </a:solidFill>
                          <a:latin typeface="+mn-lt"/>
                          <a:ea typeface="+mn-lt"/>
                          <a:cs typeface="+mn-lt"/>
                          <a:sym typeface="+mn-lt"/>
                        </a:rPr>
                        <a:t>Operations </a:t>
                      </a:r>
                    </a:p>
                    <a:p>
                      <a:pPr marL="0" marR="0" lvl="0" indent="0" algn="l" defTabSz="913943" rtl="0" eaLnBrk="1" fontAlgn="auto" latinLnBrk="0" hangingPunct="1">
                        <a:lnSpc>
                          <a:spcPct val="100000"/>
                        </a:lnSpc>
                        <a:spcBef>
                          <a:spcPts val="0"/>
                        </a:spcBef>
                        <a:spcAft>
                          <a:spcPts val="0"/>
                        </a:spcAft>
                        <a:buClrTx/>
                        <a:buSzTx/>
                        <a:buFontTx/>
                        <a:buNone/>
                        <a:tabLst/>
                        <a:defRPr/>
                      </a:pPr>
                      <a:r>
                        <a:rPr lang="en-IN" sz="1200" b="1" i="0">
                          <a:solidFill>
                            <a:schemeClr val="bg1"/>
                          </a:solidFill>
                          <a:latin typeface="+mn-lt"/>
                          <a:ea typeface="+mn-lt"/>
                          <a:cs typeface="+mn-lt"/>
                          <a:sym typeface="+mn-lt"/>
                        </a:rPr>
                        <a:t>risk</a:t>
                      </a:r>
                      <a:endParaRPr lang="en-US" sz="1200" b="1" i="0">
                        <a:solidFill>
                          <a:schemeClr val="bg1"/>
                        </a:solidFill>
                        <a:latin typeface="+mn-lt"/>
                        <a:ea typeface="+mn-lt"/>
                        <a:cs typeface="+mn-lt"/>
                        <a:sym typeface="+mn-lt"/>
                      </a:endParaRPr>
                    </a:p>
                  </a:txBody>
                  <a:tcPr marL="71963" marR="91398"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0083D3"/>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US" sz="1050" i="0" kern="1200">
                          <a:solidFill>
                            <a:srgbClr val="2E2E38"/>
                          </a:solidFill>
                          <a:latin typeface="+mn-lt"/>
                          <a:ea typeface="+mn-lt"/>
                          <a:cs typeface="+mn-lt"/>
                          <a:sym typeface="+mn-lt"/>
                        </a:rPr>
                        <a:t>Medium risk with operations governed by third party provider</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US" sz="1050" i="0" kern="1200">
                          <a:solidFill>
                            <a:srgbClr val="2E2E38"/>
                          </a:solidFill>
                          <a:latin typeface="+mn-lt"/>
                          <a:ea typeface="+mn-lt"/>
                          <a:cs typeface="+mn-lt"/>
                          <a:sym typeface="+mn-lt"/>
                        </a:rPr>
                        <a:t>Low risk with an opportunity to govern with third party provider</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US" sz="1050" i="0" kern="1200">
                          <a:solidFill>
                            <a:srgbClr val="2E2E38"/>
                          </a:solidFill>
                          <a:latin typeface="+mn-lt"/>
                          <a:ea typeface="+mn-lt"/>
                          <a:cs typeface="+mn-lt"/>
                          <a:sym typeface="+mn-lt"/>
                        </a:rPr>
                        <a:t>Low risk with established offshore operations existing and inherent business knowledge </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42024067"/>
                  </a:ext>
                </a:extLst>
              </a:tr>
              <a:tr h="571468">
                <a:tc>
                  <a:txBody>
                    <a:bodyPr/>
                    <a:lstStyle>
                      <a:lvl1pPr marL="0" algn="l" defTabSz="913943" rtl="0" eaLnBrk="1" latinLnBrk="0" hangingPunct="1">
                        <a:defRPr sz="1799" kern="1200">
                          <a:solidFill>
                            <a:schemeClr val="dk1"/>
                          </a:solidFill>
                          <a:latin typeface="EYInterstate Light"/>
                        </a:defRPr>
                      </a:lvl1pPr>
                      <a:lvl2pPr marL="456971" algn="l" defTabSz="913943" rtl="0" eaLnBrk="1" latinLnBrk="0" hangingPunct="1">
                        <a:defRPr sz="1799" kern="1200">
                          <a:solidFill>
                            <a:schemeClr val="dk1"/>
                          </a:solidFill>
                          <a:latin typeface="EYInterstate Light"/>
                        </a:defRPr>
                      </a:lvl2pPr>
                      <a:lvl3pPr marL="913943" algn="l" defTabSz="913943" rtl="0" eaLnBrk="1" latinLnBrk="0" hangingPunct="1">
                        <a:defRPr sz="1799" kern="1200">
                          <a:solidFill>
                            <a:schemeClr val="dk1"/>
                          </a:solidFill>
                          <a:latin typeface="EYInterstate Light"/>
                        </a:defRPr>
                      </a:lvl3pPr>
                      <a:lvl4pPr marL="1370914" algn="l" defTabSz="913943" rtl="0" eaLnBrk="1" latinLnBrk="0" hangingPunct="1">
                        <a:defRPr sz="1799" kern="1200">
                          <a:solidFill>
                            <a:schemeClr val="dk1"/>
                          </a:solidFill>
                          <a:latin typeface="EYInterstate Light"/>
                        </a:defRPr>
                      </a:lvl4pPr>
                      <a:lvl5pPr marL="1827886" algn="l" defTabSz="913943" rtl="0" eaLnBrk="1" latinLnBrk="0" hangingPunct="1">
                        <a:defRPr sz="1799" kern="1200">
                          <a:solidFill>
                            <a:schemeClr val="dk1"/>
                          </a:solidFill>
                          <a:latin typeface="EYInterstate Light"/>
                        </a:defRPr>
                      </a:lvl5pPr>
                      <a:lvl6pPr marL="2284857" algn="l" defTabSz="913943" rtl="0" eaLnBrk="1" latinLnBrk="0" hangingPunct="1">
                        <a:defRPr sz="1799" kern="1200">
                          <a:solidFill>
                            <a:schemeClr val="dk1"/>
                          </a:solidFill>
                          <a:latin typeface="EYInterstate Light"/>
                        </a:defRPr>
                      </a:lvl6pPr>
                      <a:lvl7pPr marL="2741828" algn="l" defTabSz="913943" rtl="0" eaLnBrk="1" latinLnBrk="0" hangingPunct="1">
                        <a:defRPr sz="1799" kern="1200">
                          <a:solidFill>
                            <a:schemeClr val="dk1"/>
                          </a:solidFill>
                          <a:latin typeface="EYInterstate Light"/>
                        </a:defRPr>
                      </a:lvl7pPr>
                      <a:lvl8pPr marL="3198800" algn="l" defTabSz="913943" rtl="0" eaLnBrk="1" latinLnBrk="0" hangingPunct="1">
                        <a:defRPr sz="1799" kern="1200">
                          <a:solidFill>
                            <a:schemeClr val="dk1"/>
                          </a:solidFill>
                          <a:latin typeface="EYInterstate Light"/>
                        </a:defRPr>
                      </a:lvl8pPr>
                      <a:lvl9pPr marL="3655771" algn="l" defTabSz="913943" rtl="0" eaLnBrk="1" latinLnBrk="0" hangingPunct="1">
                        <a:defRPr sz="1799" kern="1200">
                          <a:solidFill>
                            <a:schemeClr val="dk1"/>
                          </a:solidFill>
                          <a:latin typeface="EYInterstate Light"/>
                        </a:defRPr>
                      </a:lvl9pPr>
                    </a:lstStyle>
                    <a:p>
                      <a:r>
                        <a:rPr lang="en-IN" sz="1200" b="1" i="0">
                          <a:solidFill>
                            <a:schemeClr val="bg1"/>
                          </a:solidFill>
                          <a:latin typeface="+mn-lt"/>
                          <a:ea typeface="+mn-lt"/>
                          <a:cs typeface="+mn-lt"/>
                          <a:sym typeface="+mn-lt"/>
                        </a:rPr>
                        <a:t>Scalability</a:t>
                      </a:r>
                      <a:endParaRPr lang="en-US" sz="1200" b="1" i="0">
                        <a:solidFill>
                          <a:schemeClr val="bg1"/>
                        </a:solidFill>
                        <a:latin typeface="+mn-lt"/>
                        <a:ea typeface="+mn-lt"/>
                        <a:cs typeface="+mn-lt"/>
                        <a:sym typeface="+mn-lt"/>
                      </a:endParaRPr>
                    </a:p>
                  </a:txBody>
                  <a:tcPr marL="71963" marR="91398"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0083D3"/>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IN" sz="1050" i="0" kern="1200">
                          <a:solidFill>
                            <a:srgbClr val="2E2E38"/>
                          </a:solidFill>
                          <a:latin typeface="+mn-lt"/>
                          <a:ea typeface="+mn-lt"/>
                          <a:cs typeface="+mn-lt"/>
                          <a:sym typeface="+mn-lt"/>
                        </a:rPr>
                        <a:t>Scalability limited by outsourcer capabilities for value added services</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algn="l" defTabSz="914400" rtl="0" eaLnBrk="1" latinLnBrk="0" hangingPunct="1"/>
                      <a:r>
                        <a:rPr lang="en-IN" sz="1050" i="0" kern="1200">
                          <a:solidFill>
                            <a:srgbClr val="2E2E38"/>
                          </a:solidFill>
                          <a:latin typeface="+mn-lt"/>
                          <a:ea typeface="+mn-lt"/>
                          <a:cs typeface="+mn-lt"/>
                          <a:sym typeface="+mn-lt"/>
                        </a:rPr>
                        <a:t>Scalability somewhat limited by outsourcer capabilities for value added services </a:t>
                      </a: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EYInterstate Light"/>
                        </a:defRPr>
                      </a:lvl1pPr>
                      <a:lvl2pPr marL="456971" algn="l" defTabSz="913943" rtl="0" eaLnBrk="1" latinLnBrk="0" hangingPunct="1">
                        <a:defRPr sz="1799" kern="1200">
                          <a:solidFill>
                            <a:schemeClr val="dk1"/>
                          </a:solidFill>
                          <a:latin typeface="EYInterstate Light"/>
                        </a:defRPr>
                      </a:lvl2pPr>
                      <a:lvl3pPr marL="913943" algn="l" defTabSz="913943" rtl="0" eaLnBrk="1" latinLnBrk="0" hangingPunct="1">
                        <a:defRPr sz="1799" kern="1200">
                          <a:solidFill>
                            <a:schemeClr val="dk1"/>
                          </a:solidFill>
                          <a:latin typeface="EYInterstate Light"/>
                        </a:defRPr>
                      </a:lvl3pPr>
                      <a:lvl4pPr marL="1370914" algn="l" defTabSz="913943" rtl="0" eaLnBrk="1" latinLnBrk="0" hangingPunct="1">
                        <a:defRPr sz="1799" kern="1200">
                          <a:solidFill>
                            <a:schemeClr val="dk1"/>
                          </a:solidFill>
                          <a:latin typeface="EYInterstate Light"/>
                        </a:defRPr>
                      </a:lvl4pPr>
                      <a:lvl5pPr marL="1827886" algn="l" defTabSz="913943" rtl="0" eaLnBrk="1" latinLnBrk="0" hangingPunct="1">
                        <a:defRPr sz="1799" kern="1200">
                          <a:solidFill>
                            <a:schemeClr val="dk1"/>
                          </a:solidFill>
                          <a:latin typeface="EYInterstate Light"/>
                        </a:defRPr>
                      </a:lvl5pPr>
                      <a:lvl6pPr marL="2284857" algn="l" defTabSz="913943" rtl="0" eaLnBrk="1" latinLnBrk="0" hangingPunct="1">
                        <a:defRPr sz="1799" kern="1200">
                          <a:solidFill>
                            <a:schemeClr val="dk1"/>
                          </a:solidFill>
                          <a:latin typeface="EYInterstate Light"/>
                        </a:defRPr>
                      </a:lvl6pPr>
                      <a:lvl7pPr marL="2741828" algn="l" defTabSz="913943" rtl="0" eaLnBrk="1" latinLnBrk="0" hangingPunct="1">
                        <a:defRPr sz="1799" kern="1200">
                          <a:solidFill>
                            <a:schemeClr val="dk1"/>
                          </a:solidFill>
                          <a:latin typeface="EYInterstate Light"/>
                        </a:defRPr>
                      </a:lvl7pPr>
                      <a:lvl8pPr marL="3198800" algn="l" defTabSz="913943" rtl="0" eaLnBrk="1" latinLnBrk="0" hangingPunct="1">
                        <a:defRPr sz="1799" kern="1200">
                          <a:solidFill>
                            <a:schemeClr val="dk1"/>
                          </a:solidFill>
                          <a:latin typeface="EYInterstate Light"/>
                        </a:defRPr>
                      </a:lvl8pPr>
                      <a:lvl9pPr marL="3655771" algn="l" defTabSz="913943" rtl="0" eaLnBrk="1" latinLnBrk="0" hangingPunct="1">
                        <a:defRPr sz="1799" kern="1200">
                          <a:solidFill>
                            <a:schemeClr val="dk1"/>
                          </a:solidFill>
                          <a:latin typeface="EYInterstate Light"/>
                        </a:defRPr>
                      </a:lvl9pPr>
                    </a:lstStyle>
                    <a:p>
                      <a:pPr marL="0" algn="l" defTabSz="914400" rtl="0" eaLnBrk="1" latinLnBrk="0" hangingPunct="1"/>
                      <a:r>
                        <a:rPr lang="en-IN" sz="1050" i="0" kern="1200">
                          <a:solidFill>
                            <a:srgbClr val="2E2E38"/>
                          </a:solidFill>
                          <a:latin typeface="+mn-lt"/>
                          <a:ea typeface="+mn-lt"/>
                          <a:cs typeface="+mn-lt"/>
                          <a:sym typeface="+mn-lt"/>
                        </a:rPr>
                        <a:t>Highly scalable platform for offshoring other functions &amp; value-adding services</a:t>
                      </a:r>
                      <a:endParaRPr lang="en-US" sz="1050" i="0" kern="1200">
                        <a:solidFill>
                          <a:srgbClr val="2E2E38"/>
                        </a:solidFill>
                        <a:latin typeface="+mn-lt"/>
                        <a:ea typeface="+mn-lt"/>
                        <a:cs typeface="+mn-lt"/>
                        <a:sym typeface="+mn-lt"/>
                      </a:endParaRPr>
                    </a:p>
                  </a:txBody>
                  <a:tcPr marL="71963" marR="431802" marT="45704" marB="45704" anchor="ctr">
                    <a:lnL w="9525" cap="flat" cmpd="sng" algn="ctr">
                      <a:solidFill>
                        <a:srgbClr val="C4C4CD"/>
                      </a:solidFill>
                      <a:prstDash val="solid"/>
                      <a:round/>
                      <a:headEnd type="none" w="med" len="med"/>
                      <a:tailEnd type="none" w="med" len="med"/>
                    </a:lnL>
                    <a:lnR w="9525" cap="flat" cmpd="sng" algn="ctr">
                      <a:solidFill>
                        <a:srgbClr val="C4C4CD"/>
                      </a:solidFill>
                      <a:prstDash val="solid"/>
                      <a:round/>
                      <a:headEnd type="none" w="med" len="med"/>
                      <a:tailEnd type="none" w="med" len="med"/>
                    </a:lnR>
                    <a:lnT w="9525" cap="flat" cmpd="sng" algn="ctr">
                      <a:solidFill>
                        <a:srgbClr val="C4C4CD"/>
                      </a:solidFill>
                      <a:prstDash val="solid"/>
                      <a:round/>
                      <a:headEnd type="none" w="med" len="med"/>
                      <a:tailEnd type="none" w="med" len="med"/>
                    </a:lnT>
                    <a:lnB w="9525"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7022056"/>
                  </a:ext>
                </a:extLst>
              </a:tr>
            </a:tbl>
          </a:graphicData>
        </a:graphic>
      </p:graphicFrame>
      <p:sp>
        <p:nvSpPr>
          <p:cNvPr id="102" name="TextBox 101">
            <a:extLst>
              <a:ext uri="{FF2B5EF4-FFF2-40B4-BE49-F238E27FC236}">
                <a16:creationId xmlns:a16="http://schemas.microsoft.com/office/drawing/2014/main" id="{78361473-E80D-607E-F6DE-BECADF0C9071}"/>
              </a:ext>
            </a:extLst>
          </p:cNvPr>
          <p:cNvSpPr txBox="1"/>
          <p:nvPr/>
        </p:nvSpPr>
        <p:spPr>
          <a:xfrm>
            <a:off x="470437" y="5977923"/>
            <a:ext cx="7509269" cy="143886"/>
          </a:xfrm>
          <a:prstGeom prst="rect">
            <a:avLst/>
          </a:prstGeom>
          <a:noFill/>
        </p:spPr>
        <p:txBody>
          <a:bodyPr wrap="square" lIns="0" tIns="0" rIns="0" bIns="0" rtlCol="0">
            <a:noAutofit/>
          </a:bodyPr>
          <a:lstStyle/>
          <a:p>
            <a:pPr>
              <a:lnSpc>
                <a:spcPct val="85000"/>
              </a:lnSpc>
              <a:spcAft>
                <a:spcPts val="600"/>
              </a:spcAft>
              <a:buClr>
                <a:srgbClr val="27ACAA"/>
              </a:buClr>
              <a:buSzPct val="70000"/>
              <a:defRPr/>
            </a:pPr>
            <a:r>
              <a:rPr lang="en-IN" sz="1100">
                <a:solidFill>
                  <a:srgbClr val="2E2E38"/>
                </a:solidFill>
                <a:latin typeface="Arial" panose="020B0604020202020204"/>
                <a:ea typeface="+mn-lt"/>
                <a:cs typeface="Arial" panose="020B0604020202020204"/>
                <a:sym typeface="+mn-lt"/>
              </a:rPr>
              <a:t>Other factors includes Talent Management, quality of delivery, operative focus, process knowledge etc. </a:t>
            </a:r>
          </a:p>
        </p:txBody>
      </p:sp>
      <p:sp>
        <p:nvSpPr>
          <p:cNvPr id="103" name="TextBox 102">
            <a:extLst>
              <a:ext uri="{FF2B5EF4-FFF2-40B4-BE49-F238E27FC236}">
                <a16:creationId xmlns:a16="http://schemas.microsoft.com/office/drawing/2014/main" id="{7CDE0E1A-43D3-D043-783B-8B05D40013F8}"/>
              </a:ext>
            </a:extLst>
          </p:cNvPr>
          <p:cNvSpPr txBox="1">
            <a:spLocks/>
          </p:cNvSpPr>
          <p:nvPr/>
        </p:nvSpPr>
        <p:spPr>
          <a:xfrm>
            <a:off x="9570793" y="5815495"/>
            <a:ext cx="134867" cy="347411"/>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400" b="1" i="1">
                <a:solidFill>
                  <a:srgbClr val="FF4136"/>
                </a:solidFill>
                <a:latin typeface="Arial" panose="020B0604020202020204"/>
                <a:ea typeface="+mn-lt"/>
                <a:cs typeface="Arial" panose="020B0604020202020204"/>
                <a:sym typeface="+mn-lt"/>
              </a:rPr>
              <a:t>-</a:t>
            </a:r>
          </a:p>
        </p:txBody>
      </p:sp>
      <p:sp>
        <p:nvSpPr>
          <p:cNvPr id="104" name="TextBox 103">
            <a:extLst>
              <a:ext uri="{FF2B5EF4-FFF2-40B4-BE49-F238E27FC236}">
                <a16:creationId xmlns:a16="http://schemas.microsoft.com/office/drawing/2014/main" id="{FBF609C1-92FA-3EFC-9433-BFC4485B5650}"/>
              </a:ext>
            </a:extLst>
          </p:cNvPr>
          <p:cNvSpPr txBox="1">
            <a:spLocks/>
          </p:cNvSpPr>
          <p:nvPr/>
        </p:nvSpPr>
        <p:spPr>
          <a:xfrm>
            <a:off x="11284542" y="5815495"/>
            <a:ext cx="231654" cy="347411"/>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400" b="1" i="1">
                <a:solidFill>
                  <a:srgbClr val="2DB757"/>
                </a:solidFill>
                <a:latin typeface="Arial" panose="020B0604020202020204"/>
                <a:ea typeface="+mn-lt"/>
                <a:cs typeface="Arial" panose="020B0604020202020204"/>
                <a:sym typeface="+mn-lt"/>
              </a:rPr>
              <a:t>+</a:t>
            </a:r>
          </a:p>
        </p:txBody>
      </p:sp>
      <p:sp>
        <p:nvSpPr>
          <p:cNvPr id="105" name="Arrow: Left-Right 104">
            <a:extLst>
              <a:ext uri="{FF2B5EF4-FFF2-40B4-BE49-F238E27FC236}">
                <a16:creationId xmlns:a16="http://schemas.microsoft.com/office/drawing/2014/main" id="{9075FC14-C1CA-9D3C-A26F-2183BFC00C78}"/>
              </a:ext>
            </a:extLst>
          </p:cNvPr>
          <p:cNvSpPr>
            <a:spLocks/>
          </p:cNvSpPr>
          <p:nvPr/>
        </p:nvSpPr>
        <p:spPr>
          <a:xfrm>
            <a:off x="10415365" y="5919236"/>
            <a:ext cx="236004" cy="139928"/>
          </a:xfrm>
          <a:prstGeom prst="leftRightArrow">
            <a:avLst/>
          </a:prstGeom>
          <a:solidFill>
            <a:srgbClr val="FF810A"/>
          </a:solidFill>
          <a:ln w="9525" cap="flat" cmpd="sng" algn="ctr">
            <a:noFill/>
            <a:prstDash val="solid"/>
          </a:ln>
          <a:effectLst/>
        </p:spPr>
        <p:txBody>
          <a:bodyPr/>
          <a:lstStyle/>
          <a:p>
            <a:pPr algn="ctr" defTabSz="945415">
              <a:defRPr/>
            </a:pPr>
            <a:endParaRPr lang="en-IN" sz="900" i="1" kern="0">
              <a:solidFill>
                <a:srgbClr val="2E2E38"/>
              </a:solidFill>
              <a:latin typeface="Arial" panose="020B0604020202020204"/>
            </a:endParaRPr>
          </a:p>
        </p:txBody>
      </p:sp>
      <p:sp>
        <p:nvSpPr>
          <p:cNvPr id="106" name="TextBox 105">
            <a:extLst>
              <a:ext uri="{FF2B5EF4-FFF2-40B4-BE49-F238E27FC236}">
                <a16:creationId xmlns:a16="http://schemas.microsoft.com/office/drawing/2014/main" id="{1EA1D27A-3627-CA4C-834D-B3906F125055}"/>
              </a:ext>
            </a:extLst>
          </p:cNvPr>
          <p:cNvSpPr txBox="1"/>
          <p:nvPr/>
        </p:nvSpPr>
        <p:spPr>
          <a:xfrm>
            <a:off x="11537628" y="2712048"/>
            <a:ext cx="134867" cy="412942"/>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901" b="1" i="1">
                <a:solidFill>
                  <a:srgbClr val="FF4136"/>
                </a:solidFill>
                <a:latin typeface="Arial" panose="020B0604020202020204"/>
                <a:ea typeface="+mn-lt"/>
                <a:cs typeface="Arial" panose="020B0604020202020204"/>
                <a:sym typeface="+mn-lt"/>
              </a:rPr>
              <a:t>-</a:t>
            </a:r>
          </a:p>
        </p:txBody>
      </p:sp>
      <p:sp>
        <p:nvSpPr>
          <p:cNvPr id="107" name="TextBox 106">
            <a:extLst>
              <a:ext uri="{FF2B5EF4-FFF2-40B4-BE49-F238E27FC236}">
                <a16:creationId xmlns:a16="http://schemas.microsoft.com/office/drawing/2014/main" id="{D7A6A275-78F5-76FA-5F39-A76E19A9486F}"/>
              </a:ext>
            </a:extLst>
          </p:cNvPr>
          <p:cNvSpPr txBox="1"/>
          <p:nvPr/>
        </p:nvSpPr>
        <p:spPr>
          <a:xfrm>
            <a:off x="11481066" y="3335627"/>
            <a:ext cx="231654" cy="412942"/>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901" b="1" i="1">
                <a:solidFill>
                  <a:srgbClr val="2DB757"/>
                </a:solidFill>
                <a:latin typeface="Arial" panose="020B0604020202020204"/>
                <a:ea typeface="+mn-lt"/>
                <a:cs typeface="Arial" panose="020B0604020202020204"/>
                <a:sym typeface="+mn-lt"/>
              </a:rPr>
              <a:t>+</a:t>
            </a:r>
          </a:p>
        </p:txBody>
      </p:sp>
      <p:sp>
        <p:nvSpPr>
          <p:cNvPr id="108" name="TextBox 107">
            <a:extLst>
              <a:ext uri="{FF2B5EF4-FFF2-40B4-BE49-F238E27FC236}">
                <a16:creationId xmlns:a16="http://schemas.microsoft.com/office/drawing/2014/main" id="{BF0C9644-1804-0B30-CD03-8B9B6AFFECDD}"/>
              </a:ext>
            </a:extLst>
          </p:cNvPr>
          <p:cNvSpPr txBox="1"/>
          <p:nvPr/>
        </p:nvSpPr>
        <p:spPr>
          <a:xfrm>
            <a:off x="11498822" y="5082234"/>
            <a:ext cx="231654" cy="412942"/>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901" b="1" i="1">
                <a:solidFill>
                  <a:srgbClr val="2DB757"/>
                </a:solidFill>
                <a:latin typeface="Arial" panose="020B0604020202020204"/>
                <a:ea typeface="+mn-lt"/>
                <a:cs typeface="Arial" panose="020B0604020202020204"/>
                <a:sym typeface="+mn-lt"/>
              </a:rPr>
              <a:t>+</a:t>
            </a:r>
          </a:p>
        </p:txBody>
      </p:sp>
      <p:sp>
        <p:nvSpPr>
          <p:cNvPr id="109" name="TextBox 108">
            <a:extLst>
              <a:ext uri="{FF2B5EF4-FFF2-40B4-BE49-F238E27FC236}">
                <a16:creationId xmlns:a16="http://schemas.microsoft.com/office/drawing/2014/main" id="{BCCD5B93-DE67-8DFE-9617-B6FA1E15C969}"/>
              </a:ext>
            </a:extLst>
          </p:cNvPr>
          <p:cNvSpPr txBox="1"/>
          <p:nvPr/>
        </p:nvSpPr>
        <p:spPr>
          <a:xfrm>
            <a:off x="11537628" y="3911611"/>
            <a:ext cx="134867" cy="412942"/>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901" b="1" i="1">
                <a:solidFill>
                  <a:srgbClr val="FF4136"/>
                </a:solidFill>
                <a:latin typeface="Arial" panose="020B0604020202020204"/>
                <a:ea typeface="+mn-lt"/>
                <a:cs typeface="Arial" panose="020B0604020202020204"/>
                <a:sym typeface="+mn-lt"/>
              </a:rPr>
              <a:t>-</a:t>
            </a:r>
          </a:p>
        </p:txBody>
      </p:sp>
      <p:sp>
        <p:nvSpPr>
          <p:cNvPr id="110" name="TextBox 109">
            <a:extLst>
              <a:ext uri="{FF2B5EF4-FFF2-40B4-BE49-F238E27FC236}">
                <a16:creationId xmlns:a16="http://schemas.microsoft.com/office/drawing/2014/main" id="{8CC71462-90FE-3EC9-4044-D42C52F64986}"/>
              </a:ext>
            </a:extLst>
          </p:cNvPr>
          <p:cNvSpPr txBox="1"/>
          <p:nvPr/>
        </p:nvSpPr>
        <p:spPr>
          <a:xfrm>
            <a:off x="8257236" y="2712048"/>
            <a:ext cx="230067" cy="412942"/>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901" b="1" i="1">
                <a:solidFill>
                  <a:srgbClr val="2DB757"/>
                </a:solidFill>
                <a:latin typeface="Arial" panose="020B0604020202020204"/>
                <a:ea typeface="+mn-lt"/>
                <a:cs typeface="Arial" panose="020B0604020202020204"/>
                <a:sym typeface="+mn-lt"/>
              </a:rPr>
              <a:t>+</a:t>
            </a:r>
          </a:p>
        </p:txBody>
      </p:sp>
      <p:sp>
        <p:nvSpPr>
          <p:cNvPr id="111" name="TextBox 110">
            <a:extLst>
              <a:ext uri="{FF2B5EF4-FFF2-40B4-BE49-F238E27FC236}">
                <a16:creationId xmlns:a16="http://schemas.microsoft.com/office/drawing/2014/main" id="{B31DCC2B-8624-5141-2FE2-FE5CE17D4BEE}"/>
              </a:ext>
            </a:extLst>
          </p:cNvPr>
          <p:cNvSpPr txBox="1"/>
          <p:nvPr/>
        </p:nvSpPr>
        <p:spPr>
          <a:xfrm>
            <a:off x="8257236" y="4464984"/>
            <a:ext cx="230067" cy="412942"/>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901" b="1" i="1">
                <a:solidFill>
                  <a:srgbClr val="2DB757"/>
                </a:solidFill>
                <a:latin typeface="Arial" panose="020B0604020202020204"/>
                <a:ea typeface="+mn-lt"/>
                <a:cs typeface="Arial" panose="020B0604020202020204"/>
                <a:sym typeface="+mn-lt"/>
              </a:rPr>
              <a:t>+</a:t>
            </a:r>
          </a:p>
        </p:txBody>
      </p:sp>
      <p:sp>
        <p:nvSpPr>
          <p:cNvPr id="112" name="Arrow: Left-Right 111">
            <a:extLst>
              <a:ext uri="{FF2B5EF4-FFF2-40B4-BE49-F238E27FC236}">
                <a16:creationId xmlns:a16="http://schemas.microsoft.com/office/drawing/2014/main" id="{66318A29-9823-B50C-46CB-5E445F1FC563}"/>
              </a:ext>
            </a:extLst>
          </p:cNvPr>
          <p:cNvSpPr/>
          <p:nvPr/>
        </p:nvSpPr>
        <p:spPr>
          <a:xfrm>
            <a:off x="8218362" y="4026272"/>
            <a:ext cx="307815" cy="182506"/>
          </a:xfrm>
          <a:prstGeom prst="leftRightArrow">
            <a:avLst/>
          </a:prstGeom>
          <a:solidFill>
            <a:srgbClr val="FF810A"/>
          </a:solidFill>
          <a:ln w="9525" cap="flat" cmpd="sng" algn="ctr">
            <a:noFill/>
            <a:prstDash val="solid"/>
          </a:ln>
          <a:effectLst/>
        </p:spPr>
        <p:txBody>
          <a:bodyPr/>
          <a:lstStyle/>
          <a:p>
            <a:pPr algn="ctr" defTabSz="945415">
              <a:defRPr/>
            </a:pPr>
            <a:endParaRPr lang="en-IN" sz="1049" i="1" kern="0">
              <a:solidFill>
                <a:srgbClr val="FF6D00"/>
              </a:solidFill>
              <a:latin typeface="Arial" panose="020B0604020202020204"/>
            </a:endParaRPr>
          </a:p>
        </p:txBody>
      </p:sp>
      <p:sp>
        <p:nvSpPr>
          <p:cNvPr id="113" name="TextBox 112">
            <a:extLst>
              <a:ext uri="{FF2B5EF4-FFF2-40B4-BE49-F238E27FC236}">
                <a16:creationId xmlns:a16="http://schemas.microsoft.com/office/drawing/2014/main" id="{47D6D800-972A-2925-BBCA-9869C490824C}"/>
              </a:ext>
            </a:extLst>
          </p:cNvPr>
          <p:cNvSpPr txBox="1"/>
          <p:nvPr/>
        </p:nvSpPr>
        <p:spPr>
          <a:xfrm>
            <a:off x="5104535" y="2712048"/>
            <a:ext cx="268940" cy="412942"/>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901" b="1" i="1">
                <a:solidFill>
                  <a:srgbClr val="2DB757"/>
                </a:solidFill>
                <a:latin typeface="Arial" panose="020B0604020202020204"/>
                <a:ea typeface="+mn-lt"/>
                <a:cs typeface="Arial" panose="020B0604020202020204"/>
                <a:sym typeface="+mn-lt"/>
              </a:rPr>
              <a:t>+</a:t>
            </a:r>
          </a:p>
        </p:txBody>
      </p:sp>
      <p:sp>
        <p:nvSpPr>
          <p:cNvPr id="114" name="TextBox 113">
            <a:extLst>
              <a:ext uri="{FF2B5EF4-FFF2-40B4-BE49-F238E27FC236}">
                <a16:creationId xmlns:a16="http://schemas.microsoft.com/office/drawing/2014/main" id="{62418128-9301-5095-B287-179C33A8856F}"/>
              </a:ext>
            </a:extLst>
          </p:cNvPr>
          <p:cNvSpPr txBox="1"/>
          <p:nvPr/>
        </p:nvSpPr>
        <p:spPr>
          <a:xfrm>
            <a:off x="5103741" y="2206174"/>
            <a:ext cx="231654" cy="412942"/>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901" b="1" i="1">
                <a:solidFill>
                  <a:srgbClr val="2DB757"/>
                </a:solidFill>
                <a:latin typeface="Arial" panose="020B0604020202020204"/>
                <a:ea typeface="+mn-lt"/>
                <a:cs typeface="Arial" panose="020B0604020202020204"/>
                <a:sym typeface="+mn-lt"/>
              </a:rPr>
              <a:t>+</a:t>
            </a:r>
          </a:p>
        </p:txBody>
      </p:sp>
      <p:sp>
        <p:nvSpPr>
          <p:cNvPr id="115" name="TextBox 114">
            <a:extLst>
              <a:ext uri="{FF2B5EF4-FFF2-40B4-BE49-F238E27FC236}">
                <a16:creationId xmlns:a16="http://schemas.microsoft.com/office/drawing/2014/main" id="{739B4CBA-F506-C0CE-E3C6-54E24258E78D}"/>
              </a:ext>
            </a:extLst>
          </p:cNvPr>
          <p:cNvSpPr txBox="1"/>
          <p:nvPr/>
        </p:nvSpPr>
        <p:spPr>
          <a:xfrm>
            <a:off x="5104535" y="3889742"/>
            <a:ext cx="230067" cy="412942"/>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901" b="1" i="1">
                <a:solidFill>
                  <a:srgbClr val="2DB757"/>
                </a:solidFill>
                <a:latin typeface="Arial" panose="020B0604020202020204"/>
                <a:ea typeface="+mn-lt"/>
                <a:cs typeface="Arial" panose="020B0604020202020204"/>
                <a:sym typeface="+mn-lt"/>
              </a:rPr>
              <a:t>+</a:t>
            </a:r>
          </a:p>
        </p:txBody>
      </p:sp>
      <p:sp>
        <p:nvSpPr>
          <p:cNvPr id="116" name="Arrow: Left-Right 115">
            <a:extLst>
              <a:ext uri="{FF2B5EF4-FFF2-40B4-BE49-F238E27FC236}">
                <a16:creationId xmlns:a16="http://schemas.microsoft.com/office/drawing/2014/main" id="{08C49B92-576B-3F28-2B89-ADEDA5D163F1}"/>
              </a:ext>
            </a:extLst>
          </p:cNvPr>
          <p:cNvSpPr/>
          <p:nvPr/>
        </p:nvSpPr>
        <p:spPr>
          <a:xfrm>
            <a:off x="5065660" y="3450845"/>
            <a:ext cx="307815" cy="182506"/>
          </a:xfrm>
          <a:prstGeom prst="leftRightArrow">
            <a:avLst/>
          </a:prstGeom>
          <a:solidFill>
            <a:srgbClr val="FF810A"/>
          </a:solidFill>
          <a:ln w="9525" cap="flat" cmpd="sng" algn="ctr">
            <a:noFill/>
            <a:prstDash val="solid"/>
          </a:ln>
          <a:effectLst/>
        </p:spPr>
        <p:txBody>
          <a:bodyPr/>
          <a:lstStyle/>
          <a:p>
            <a:pPr algn="ctr" defTabSz="945415">
              <a:defRPr/>
            </a:pPr>
            <a:endParaRPr lang="en-IN" sz="1049" i="1" kern="0">
              <a:solidFill>
                <a:srgbClr val="FF6D00"/>
              </a:solidFill>
              <a:latin typeface="Arial" panose="020B0604020202020204"/>
            </a:endParaRPr>
          </a:p>
        </p:txBody>
      </p:sp>
      <p:sp>
        <p:nvSpPr>
          <p:cNvPr id="117" name="Arrow: Left-Right 116">
            <a:extLst>
              <a:ext uri="{FF2B5EF4-FFF2-40B4-BE49-F238E27FC236}">
                <a16:creationId xmlns:a16="http://schemas.microsoft.com/office/drawing/2014/main" id="{5D46C7F9-80BB-FC56-8428-737C84316E4C}"/>
              </a:ext>
            </a:extLst>
          </p:cNvPr>
          <p:cNvSpPr/>
          <p:nvPr/>
        </p:nvSpPr>
        <p:spPr>
          <a:xfrm>
            <a:off x="8218362" y="3450845"/>
            <a:ext cx="307815" cy="182506"/>
          </a:xfrm>
          <a:prstGeom prst="leftRightArrow">
            <a:avLst/>
          </a:prstGeom>
          <a:solidFill>
            <a:srgbClr val="FF810A"/>
          </a:solidFill>
          <a:ln w="9525" cap="flat" cmpd="sng" algn="ctr">
            <a:noFill/>
            <a:prstDash val="solid"/>
          </a:ln>
          <a:effectLst/>
        </p:spPr>
        <p:txBody>
          <a:bodyPr/>
          <a:lstStyle/>
          <a:p>
            <a:pPr algn="ctr" defTabSz="945415">
              <a:defRPr/>
            </a:pPr>
            <a:endParaRPr lang="en-IN" sz="1049" i="1" kern="0">
              <a:solidFill>
                <a:srgbClr val="FF6D00"/>
              </a:solidFill>
              <a:latin typeface="Arial" panose="020B0604020202020204"/>
            </a:endParaRPr>
          </a:p>
        </p:txBody>
      </p:sp>
      <p:sp>
        <p:nvSpPr>
          <p:cNvPr id="118" name="Arrow: Left-Right 117">
            <a:extLst>
              <a:ext uri="{FF2B5EF4-FFF2-40B4-BE49-F238E27FC236}">
                <a16:creationId xmlns:a16="http://schemas.microsoft.com/office/drawing/2014/main" id="{8F9E99DC-2753-7E91-1A03-9D97E36CDE7C}"/>
              </a:ext>
            </a:extLst>
          </p:cNvPr>
          <p:cNvSpPr/>
          <p:nvPr/>
        </p:nvSpPr>
        <p:spPr>
          <a:xfrm>
            <a:off x="8216407" y="5165553"/>
            <a:ext cx="307815" cy="182506"/>
          </a:xfrm>
          <a:prstGeom prst="leftRightArrow">
            <a:avLst/>
          </a:prstGeom>
          <a:solidFill>
            <a:srgbClr val="FF810A"/>
          </a:solidFill>
          <a:ln w="9525" cap="flat" cmpd="sng" algn="ctr">
            <a:noFill/>
            <a:prstDash val="solid"/>
          </a:ln>
          <a:effectLst/>
        </p:spPr>
        <p:txBody>
          <a:bodyPr/>
          <a:lstStyle/>
          <a:p>
            <a:pPr algn="ctr" defTabSz="945415">
              <a:defRPr/>
            </a:pPr>
            <a:endParaRPr lang="en-IN" sz="1049" i="1" kern="0">
              <a:solidFill>
                <a:srgbClr val="FF6D00"/>
              </a:solidFill>
              <a:latin typeface="Arial" panose="020B0604020202020204"/>
            </a:endParaRPr>
          </a:p>
        </p:txBody>
      </p:sp>
      <p:sp>
        <p:nvSpPr>
          <p:cNvPr id="119" name="Arrow: Left-Right 118">
            <a:extLst>
              <a:ext uri="{FF2B5EF4-FFF2-40B4-BE49-F238E27FC236}">
                <a16:creationId xmlns:a16="http://schemas.microsoft.com/office/drawing/2014/main" id="{75EE576D-BDF7-E98B-2162-7C64D5B72FB0}"/>
              </a:ext>
            </a:extLst>
          </p:cNvPr>
          <p:cNvSpPr/>
          <p:nvPr/>
        </p:nvSpPr>
        <p:spPr>
          <a:xfrm>
            <a:off x="5065341" y="4545803"/>
            <a:ext cx="307815" cy="182506"/>
          </a:xfrm>
          <a:prstGeom prst="leftRightArrow">
            <a:avLst/>
          </a:prstGeom>
          <a:solidFill>
            <a:srgbClr val="FF810A"/>
          </a:solidFill>
          <a:ln w="9525" cap="flat" cmpd="sng" algn="ctr">
            <a:noFill/>
            <a:prstDash val="solid"/>
          </a:ln>
          <a:effectLst/>
        </p:spPr>
        <p:txBody>
          <a:bodyPr/>
          <a:lstStyle/>
          <a:p>
            <a:pPr algn="ctr" defTabSz="945415">
              <a:defRPr/>
            </a:pPr>
            <a:endParaRPr lang="en-IN" sz="1049" i="1" kern="0">
              <a:solidFill>
                <a:srgbClr val="FF6D00"/>
              </a:solidFill>
              <a:latin typeface="Arial" panose="020B0604020202020204"/>
            </a:endParaRPr>
          </a:p>
        </p:txBody>
      </p:sp>
      <p:sp>
        <p:nvSpPr>
          <p:cNvPr id="120" name="TextBox 119">
            <a:extLst>
              <a:ext uri="{FF2B5EF4-FFF2-40B4-BE49-F238E27FC236}">
                <a16:creationId xmlns:a16="http://schemas.microsoft.com/office/drawing/2014/main" id="{1A57CCE3-1157-EC39-E3A9-7BEF63E518AA}"/>
              </a:ext>
            </a:extLst>
          </p:cNvPr>
          <p:cNvSpPr txBox="1"/>
          <p:nvPr/>
        </p:nvSpPr>
        <p:spPr>
          <a:xfrm>
            <a:off x="9436014" y="6104405"/>
            <a:ext cx="346177" cy="143886"/>
          </a:xfrm>
          <a:prstGeom prst="rect">
            <a:avLst/>
          </a:prstGeom>
          <a:noFill/>
        </p:spPr>
        <p:txBody>
          <a:bodyPr wrap="square" lIns="0" tIns="0" rIns="0" bIns="0" rtlCol="0">
            <a:noAutofit/>
          </a:bodyPr>
          <a:lstStyle/>
          <a:p>
            <a:pPr>
              <a:lnSpc>
                <a:spcPct val="85000"/>
              </a:lnSpc>
              <a:spcAft>
                <a:spcPts val="600"/>
              </a:spcAft>
              <a:buClr>
                <a:srgbClr val="27ACAA"/>
              </a:buClr>
              <a:buSzPct val="70000"/>
              <a:defRPr/>
            </a:pPr>
            <a:r>
              <a:rPr lang="en-IN" sz="1100">
                <a:solidFill>
                  <a:srgbClr val="2E2E38"/>
                </a:solidFill>
                <a:latin typeface="Arial" panose="020B0604020202020204"/>
                <a:ea typeface="+mn-lt"/>
                <a:cs typeface="Arial" panose="020B0604020202020204"/>
                <a:sym typeface="+mn-lt"/>
              </a:rPr>
              <a:t>Cons</a:t>
            </a:r>
          </a:p>
        </p:txBody>
      </p:sp>
      <p:sp>
        <p:nvSpPr>
          <p:cNvPr id="121" name="TextBox 120">
            <a:extLst>
              <a:ext uri="{FF2B5EF4-FFF2-40B4-BE49-F238E27FC236}">
                <a16:creationId xmlns:a16="http://schemas.microsoft.com/office/drawing/2014/main" id="{7E3989DA-F061-6C07-9916-83B0F5A5523F}"/>
              </a:ext>
            </a:extLst>
          </p:cNvPr>
          <p:cNvSpPr txBox="1"/>
          <p:nvPr/>
        </p:nvSpPr>
        <p:spPr>
          <a:xfrm>
            <a:off x="10274058" y="6104405"/>
            <a:ext cx="504586" cy="139928"/>
          </a:xfrm>
          <a:prstGeom prst="rect">
            <a:avLst/>
          </a:prstGeom>
          <a:noFill/>
        </p:spPr>
        <p:txBody>
          <a:bodyPr wrap="square" lIns="0" tIns="0" rIns="0" bIns="0" rtlCol="0">
            <a:noAutofit/>
          </a:bodyPr>
          <a:lstStyle/>
          <a:p>
            <a:pPr>
              <a:lnSpc>
                <a:spcPct val="85000"/>
              </a:lnSpc>
              <a:spcAft>
                <a:spcPts val="600"/>
              </a:spcAft>
              <a:buClr>
                <a:srgbClr val="27ACAA"/>
              </a:buClr>
              <a:buSzPct val="70000"/>
              <a:defRPr/>
            </a:pPr>
            <a:r>
              <a:rPr lang="en-IN" sz="1100">
                <a:solidFill>
                  <a:srgbClr val="2E2E38"/>
                </a:solidFill>
                <a:latin typeface="Arial" panose="020B0604020202020204"/>
                <a:ea typeface="+mn-lt"/>
                <a:cs typeface="Arial" panose="020B0604020202020204"/>
                <a:sym typeface="+mn-lt"/>
              </a:rPr>
              <a:t>Neutral</a:t>
            </a:r>
          </a:p>
        </p:txBody>
      </p:sp>
      <p:sp>
        <p:nvSpPr>
          <p:cNvPr id="122" name="TextBox 121">
            <a:extLst>
              <a:ext uri="{FF2B5EF4-FFF2-40B4-BE49-F238E27FC236}">
                <a16:creationId xmlns:a16="http://schemas.microsoft.com/office/drawing/2014/main" id="{2F8E3683-F09F-AEB4-06A6-467276517AE4}"/>
              </a:ext>
            </a:extLst>
          </p:cNvPr>
          <p:cNvSpPr txBox="1"/>
          <p:nvPr/>
        </p:nvSpPr>
        <p:spPr>
          <a:xfrm>
            <a:off x="11225710" y="6104405"/>
            <a:ext cx="504586" cy="139928"/>
          </a:xfrm>
          <a:prstGeom prst="rect">
            <a:avLst/>
          </a:prstGeom>
          <a:noFill/>
        </p:spPr>
        <p:txBody>
          <a:bodyPr wrap="square" lIns="0" tIns="0" rIns="0" bIns="0" rtlCol="0">
            <a:noAutofit/>
          </a:bodyPr>
          <a:lstStyle/>
          <a:p>
            <a:pPr>
              <a:lnSpc>
                <a:spcPct val="85000"/>
              </a:lnSpc>
              <a:spcAft>
                <a:spcPts val="600"/>
              </a:spcAft>
              <a:buClr>
                <a:srgbClr val="27ACAA"/>
              </a:buClr>
              <a:buSzPct val="70000"/>
              <a:defRPr/>
            </a:pPr>
            <a:r>
              <a:rPr lang="en-IN" sz="1100">
                <a:solidFill>
                  <a:srgbClr val="2E2E38"/>
                </a:solidFill>
                <a:latin typeface="Arial" panose="020B0604020202020204"/>
                <a:ea typeface="+mn-lt"/>
                <a:cs typeface="Arial" panose="020B0604020202020204"/>
                <a:sym typeface="+mn-lt"/>
              </a:rPr>
              <a:t>Pros</a:t>
            </a:r>
          </a:p>
        </p:txBody>
      </p:sp>
      <p:sp>
        <p:nvSpPr>
          <p:cNvPr id="123" name="Arrow: Left-Right 122">
            <a:extLst>
              <a:ext uri="{FF2B5EF4-FFF2-40B4-BE49-F238E27FC236}">
                <a16:creationId xmlns:a16="http://schemas.microsoft.com/office/drawing/2014/main" id="{55EAEFDF-DB64-8B00-0C8C-390E184DAF96}"/>
              </a:ext>
            </a:extLst>
          </p:cNvPr>
          <p:cNvSpPr/>
          <p:nvPr/>
        </p:nvSpPr>
        <p:spPr>
          <a:xfrm>
            <a:off x="8216407" y="2316504"/>
            <a:ext cx="307815" cy="182506"/>
          </a:xfrm>
          <a:prstGeom prst="leftRightArrow">
            <a:avLst/>
          </a:prstGeom>
          <a:solidFill>
            <a:srgbClr val="FF810A"/>
          </a:solidFill>
          <a:ln w="9525" cap="flat" cmpd="sng" algn="ctr">
            <a:noFill/>
            <a:prstDash val="solid"/>
          </a:ln>
          <a:effectLst/>
        </p:spPr>
        <p:txBody>
          <a:bodyPr/>
          <a:lstStyle/>
          <a:p>
            <a:pPr algn="ctr" defTabSz="945415">
              <a:defRPr/>
            </a:pPr>
            <a:endParaRPr lang="en-IN" sz="1049" i="1" kern="0">
              <a:solidFill>
                <a:srgbClr val="FF6D00"/>
              </a:solidFill>
              <a:latin typeface="Arial" panose="020B0604020202020204"/>
            </a:endParaRPr>
          </a:p>
        </p:txBody>
      </p:sp>
      <p:sp>
        <p:nvSpPr>
          <p:cNvPr id="124" name="Arrow: Left-Right 123">
            <a:extLst>
              <a:ext uri="{FF2B5EF4-FFF2-40B4-BE49-F238E27FC236}">
                <a16:creationId xmlns:a16="http://schemas.microsoft.com/office/drawing/2014/main" id="{9714A533-7B00-296D-FE75-3FF4C4F5A16A}"/>
              </a:ext>
            </a:extLst>
          </p:cNvPr>
          <p:cNvSpPr/>
          <p:nvPr/>
        </p:nvSpPr>
        <p:spPr>
          <a:xfrm>
            <a:off x="11460741" y="2323103"/>
            <a:ext cx="307815" cy="182506"/>
          </a:xfrm>
          <a:prstGeom prst="leftRightArrow">
            <a:avLst/>
          </a:prstGeom>
          <a:solidFill>
            <a:srgbClr val="FF810A"/>
          </a:solidFill>
          <a:ln w="9525" cap="flat" cmpd="sng" algn="ctr">
            <a:noFill/>
            <a:prstDash val="solid"/>
          </a:ln>
          <a:effectLst/>
        </p:spPr>
        <p:txBody>
          <a:bodyPr/>
          <a:lstStyle/>
          <a:p>
            <a:pPr algn="ctr" defTabSz="945415">
              <a:defRPr/>
            </a:pPr>
            <a:endParaRPr lang="en-IN" sz="1049" i="1" kern="0">
              <a:solidFill>
                <a:srgbClr val="FF6D00"/>
              </a:solidFill>
              <a:latin typeface="Arial" panose="020B0604020202020204"/>
            </a:endParaRPr>
          </a:p>
        </p:txBody>
      </p:sp>
      <p:sp>
        <p:nvSpPr>
          <p:cNvPr id="125" name="TextBox 124">
            <a:extLst>
              <a:ext uri="{FF2B5EF4-FFF2-40B4-BE49-F238E27FC236}">
                <a16:creationId xmlns:a16="http://schemas.microsoft.com/office/drawing/2014/main" id="{13D618A8-C01C-2399-40EA-96D124AB733A}"/>
              </a:ext>
            </a:extLst>
          </p:cNvPr>
          <p:cNvSpPr txBox="1">
            <a:spLocks/>
          </p:cNvSpPr>
          <p:nvPr/>
        </p:nvSpPr>
        <p:spPr>
          <a:xfrm>
            <a:off x="5199735" y="5040569"/>
            <a:ext cx="134867" cy="347411"/>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400" b="1" i="1">
                <a:solidFill>
                  <a:srgbClr val="FF4136"/>
                </a:solidFill>
                <a:latin typeface="Arial" panose="020B0604020202020204"/>
                <a:ea typeface="+mn-lt"/>
                <a:cs typeface="Arial" panose="020B0604020202020204"/>
                <a:sym typeface="+mn-lt"/>
              </a:rPr>
              <a:t>-</a:t>
            </a:r>
          </a:p>
        </p:txBody>
      </p:sp>
      <p:sp>
        <p:nvSpPr>
          <p:cNvPr id="126" name="TextBox 125">
            <a:extLst>
              <a:ext uri="{FF2B5EF4-FFF2-40B4-BE49-F238E27FC236}">
                <a16:creationId xmlns:a16="http://schemas.microsoft.com/office/drawing/2014/main" id="{C6A15682-AF21-3ABE-D35A-4DB49BCC775C}"/>
              </a:ext>
            </a:extLst>
          </p:cNvPr>
          <p:cNvSpPr txBox="1"/>
          <p:nvPr/>
        </p:nvSpPr>
        <p:spPr>
          <a:xfrm>
            <a:off x="11492686" y="4490241"/>
            <a:ext cx="231654" cy="412942"/>
          </a:xfrm>
          <a:prstGeom prst="rect">
            <a:avLst/>
          </a:prstGeom>
          <a:noFill/>
        </p:spPr>
        <p:txBody>
          <a:bodyPr wrap="square" lIns="0" tIns="33155" rIns="0" bIns="0">
            <a:spAutoFit/>
          </a:bodyPr>
          <a:lstStyle/>
          <a:p>
            <a:pPr defTabSz="945415">
              <a:lnSpc>
                <a:spcPct val="85000"/>
              </a:lnSpc>
              <a:spcAft>
                <a:spcPts val="544"/>
              </a:spcAft>
              <a:buClr>
                <a:srgbClr val="FFE600"/>
              </a:buClr>
              <a:buSzPct val="70000"/>
              <a:defRPr/>
            </a:pPr>
            <a:r>
              <a:rPr lang="en-IN" sz="2901" b="1" i="1">
                <a:solidFill>
                  <a:srgbClr val="2DB757"/>
                </a:solidFill>
                <a:latin typeface="Arial" panose="020B0604020202020204"/>
                <a:ea typeface="+mn-lt"/>
                <a:cs typeface="Arial" panose="020B0604020202020204"/>
                <a:sym typeface="+mn-lt"/>
              </a:rPr>
              <a:t>+</a:t>
            </a:r>
          </a:p>
        </p:txBody>
      </p:sp>
      <p:sp>
        <p:nvSpPr>
          <p:cNvPr id="3" name="Date Placeholder 2">
            <a:extLst>
              <a:ext uri="{FF2B5EF4-FFF2-40B4-BE49-F238E27FC236}">
                <a16:creationId xmlns:a16="http://schemas.microsoft.com/office/drawing/2014/main" id="{27EBA45A-D789-759D-F73F-CDDBDDE33C10}"/>
              </a:ext>
            </a:extLst>
          </p:cNvPr>
          <p:cNvSpPr>
            <a:spLocks noGrp="1"/>
          </p:cNvSpPr>
          <p:nvPr>
            <p:ph type="dt" sz="half" idx="10"/>
          </p:nvPr>
        </p:nvSpPr>
        <p:spPr/>
        <p:txBody>
          <a:bodyPr/>
          <a:lstStyle/>
          <a:p>
            <a:fld id="{CD942A00-3023-4C9E-8354-F00239B892DE}" type="datetime1">
              <a:rPr lang="en-US" smtClean="0"/>
              <a:t>9/19/2025</a:t>
            </a:fld>
            <a:endParaRPr lang="en-US"/>
          </a:p>
        </p:txBody>
      </p:sp>
      <p:sp>
        <p:nvSpPr>
          <p:cNvPr id="4" name="Slide Number Placeholder 3">
            <a:extLst>
              <a:ext uri="{FF2B5EF4-FFF2-40B4-BE49-F238E27FC236}">
                <a16:creationId xmlns:a16="http://schemas.microsoft.com/office/drawing/2014/main" id="{6714CE07-EDAE-FBC0-77D0-3102DC349573}"/>
              </a:ext>
            </a:extLst>
          </p:cNvPr>
          <p:cNvSpPr>
            <a:spLocks noGrp="1"/>
          </p:cNvSpPr>
          <p:nvPr>
            <p:ph type="sldNum" sz="quarter" idx="12"/>
          </p:nvPr>
        </p:nvSpPr>
        <p:spPr/>
        <p:txBody>
          <a:bodyPr/>
          <a:lstStyle/>
          <a:p>
            <a:fld id="{94FCA0F3-9F3A-694B-99BB-0E592A797735}" type="slidenum">
              <a:rPr lang="en-US" smtClean="0"/>
              <a:t>76</a:t>
            </a:fld>
            <a:endParaRPr lang="en-US"/>
          </a:p>
        </p:txBody>
      </p:sp>
    </p:spTree>
    <p:extLst>
      <p:ext uri="{BB962C8B-B14F-4D97-AF65-F5344CB8AC3E}">
        <p14:creationId xmlns:p14="http://schemas.microsoft.com/office/powerpoint/2010/main" val="321119539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73D167-0FC8-6195-6E32-C760DD88CDC6}"/>
              </a:ext>
            </a:extLst>
          </p:cNvPr>
          <p:cNvSpPr>
            <a:spLocks noGrp="1"/>
          </p:cNvSpPr>
          <p:nvPr>
            <p:ph type="title"/>
          </p:nvPr>
        </p:nvSpPr>
        <p:spPr/>
        <p:txBody>
          <a:bodyPr/>
          <a:lstStyle/>
          <a:p>
            <a:r>
              <a:rPr lang="en-US"/>
              <a:t>Transition Strategy</a:t>
            </a:r>
            <a:endParaRPr lang="en-IN"/>
          </a:p>
        </p:txBody>
      </p:sp>
      <p:sp>
        <p:nvSpPr>
          <p:cNvPr id="8" name="SmartArt Placeholder 7">
            <a:extLst>
              <a:ext uri="{FF2B5EF4-FFF2-40B4-BE49-F238E27FC236}">
                <a16:creationId xmlns:a16="http://schemas.microsoft.com/office/drawing/2014/main" id="{7C233144-AA76-3682-A8D1-5A53E4BBEAB8}"/>
              </a:ext>
            </a:extLst>
          </p:cNvPr>
          <p:cNvSpPr>
            <a:spLocks noGrp="1"/>
          </p:cNvSpPr>
          <p:nvPr>
            <p:ph type="dgm" sz="quarter" idx="17"/>
          </p:nvPr>
        </p:nvSpPr>
        <p:spPr/>
        <p:txBody>
          <a:bodyPr/>
          <a:lstStyle/>
          <a:p>
            <a:endParaRPr lang="en-IN"/>
          </a:p>
        </p:txBody>
      </p:sp>
      <p:sp>
        <p:nvSpPr>
          <p:cNvPr id="159" name="Rectangle 158">
            <a:extLst>
              <a:ext uri="{FF2B5EF4-FFF2-40B4-BE49-F238E27FC236}">
                <a16:creationId xmlns:a16="http://schemas.microsoft.com/office/drawing/2014/main" id="{CE8618E9-42D5-B4EC-3BED-0B6D3B6F1DFD}"/>
              </a:ext>
            </a:extLst>
          </p:cNvPr>
          <p:cNvSpPr/>
          <p:nvPr/>
        </p:nvSpPr>
        <p:spPr>
          <a:xfrm>
            <a:off x="1147601" y="1906866"/>
            <a:ext cx="2284768" cy="1242915"/>
          </a:xfrm>
          <a:prstGeom prst="rect">
            <a:avLst/>
          </a:prstGeom>
          <a:solidFill>
            <a:srgbClr val="C4C4CD"/>
          </a:solidFill>
          <a:ln w="9525" cap="flat" cmpd="sng" algn="ctr">
            <a:noFill/>
            <a:prstDash val="solid"/>
          </a:ln>
          <a:effectLst/>
        </p:spPr>
        <p:txBody>
          <a:bodyPr lIns="71963" tIns="71963" rIns="71963" bIns="71963" rtlCol="0" anchor="ctr" anchorCtr="0"/>
          <a:lstStyle/>
          <a:p>
            <a:pPr>
              <a:defRPr/>
            </a:pPr>
            <a:endParaRPr lang="en-US" sz="1199" kern="0">
              <a:solidFill>
                <a:srgbClr val="2E2E38"/>
              </a:solidFill>
              <a:latin typeface="Arial" panose="020B0604020202020204"/>
            </a:endParaRPr>
          </a:p>
        </p:txBody>
      </p:sp>
      <p:grpSp>
        <p:nvGrpSpPr>
          <p:cNvPr id="160" name="Group 159">
            <a:extLst>
              <a:ext uri="{FF2B5EF4-FFF2-40B4-BE49-F238E27FC236}">
                <a16:creationId xmlns:a16="http://schemas.microsoft.com/office/drawing/2014/main" id="{35F0E97C-0326-753E-66D5-0CED9D7C41AB}"/>
              </a:ext>
            </a:extLst>
          </p:cNvPr>
          <p:cNvGrpSpPr/>
          <p:nvPr/>
        </p:nvGrpSpPr>
        <p:grpSpPr>
          <a:xfrm>
            <a:off x="861212" y="2107279"/>
            <a:ext cx="206227" cy="731520"/>
            <a:chOff x="887762" y="2056340"/>
            <a:chExt cx="206334" cy="649288"/>
          </a:xfrm>
        </p:grpSpPr>
        <p:sp>
          <p:nvSpPr>
            <p:cNvPr id="161" name="Rectangle 160">
              <a:extLst>
                <a:ext uri="{FF2B5EF4-FFF2-40B4-BE49-F238E27FC236}">
                  <a16:creationId xmlns:a16="http://schemas.microsoft.com/office/drawing/2014/main" id="{6E7F3CCC-9054-023C-E334-02D5D5B3DEB0}"/>
                </a:ext>
              </a:extLst>
            </p:cNvPr>
            <p:cNvSpPr/>
            <p:nvPr/>
          </p:nvSpPr>
          <p:spPr>
            <a:xfrm rot="16200000">
              <a:off x="637549" y="2306553"/>
              <a:ext cx="649288" cy="148861"/>
            </a:xfrm>
            <a:prstGeom prst="rect">
              <a:avLst/>
            </a:prstGeom>
            <a:noFill/>
            <a:ln w="9525" cap="flat" cmpd="sng" algn="ctr">
              <a:noFill/>
              <a:prstDash val="solid"/>
            </a:ln>
            <a:effectLst/>
          </p:spPr>
          <p:txBody>
            <a:bodyPr rtlCol="0" anchor="ctr" anchorCtr="0"/>
            <a:lstStyle/>
            <a:p>
              <a:pPr algn="ctr">
                <a:defRPr/>
              </a:pPr>
              <a:r>
                <a:rPr lang="en-US" sz="800" kern="0">
                  <a:solidFill>
                    <a:srgbClr val="000000"/>
                  </a:solidFill>
                  <a:latin typeface="Arial" panose="020B0604020202020204"/>
                  <a:ea typeface="+mn-lt"/>
                  <a:cs typeface="Arial" panose="020B0604020202020204"/>
                  <a:sym typeface="+mn-lt"/>
                </a:rPr>
                <a:t>Transform</a:t>
              </a:r>
            </a:p>
          </p:txBody>
        </p:sp>
        <p:cxnSp>
          <p:nvCxnSpPr>
            <p:cNvPr id="162" name="Straight Connector 161">
              <a:extLst>
                <a:ext uri="{FF2B5EF4-FFF2-40B4-BE49-F238E27FC236}">
                  <a16:creationId xmlns:a16="http://schemas.microsoft.com/office/drawing/2014/main" id="{F2EC9F4F-DDB8-9C8F-B34F-EC8C4E3EDCE2}"/>
                </a:ext>
              </a:extLst>
            </p:cNvPr>
            <p:cNvCxnSpPr>
              <a:cxnSpLocks/>
            </p:cNvCxnSpPr>
            <p:nvPr/>
          </p:nvCxnSpPr>
          <p:spPr>
            <a:xfrm flipV="1">
              <a:off x="1094096" y="2149224"/>
              <a:ext cx="0" cy="441576"/>
            </a:xfrm>
            <a:prstGeom prst="line">
              <a:avLst/>
            </a:prstGeom>
            <a:noFill/>
            <a:ln w="6350" cap="flat" cmpd="sng" algn="ctr">
              <a:solidFill>
                <a:srgbClr val="747480"/>
              </a:solidFill>
              <a:prstDash val="solid"/>
              <a:headEnd type="none" w="sm" len="med"/>
              <a:tailEnd type="triangle" w="lg" len="lg"/>
            </a:ln>
            <a:effectLst/>
          </p:spPr>
        </p:cxnSp>
      </p:grpSp>
      <p:sp>
        <p:nvSpPr>
          <p:cNvPr id="163" name="Rectangle 162">
            <a:extLst>
              <a:ext uri="{FF2B5EF4-FFF2-40B4-BE49-F238E27FC236}">
                <a16:creationId xmlns:a16="http://schemas.microsoft.com/office/drawing/2014/main" id="{64525CE1-D2DC-4013-39FD-26919125B1B8}"/>
              </a:ext>
            </a:extLst>
          </p:cNvPr>
          <p:cNvSpPr/>
          <p:nvPr/>
        </p:nvSpPr>
        <p:spPr>
          <a:xfrm>
            <a:off x="2130177" y="2854864"/>
            <a:ext cx="238001" cy="294917"/>
          </a:xfrm>
          <a:prstGeom prst="rect">
            <a:avLst/>
          </a:prstGeom>
          <a:solidFill>
            <a:srgbClr val="8BD3E6"/>
          </a:solidFill>
          <a:ln w="9525" cap="flat" cmpd="sng" algn="ctr">
            <a:noFill/>
            <a:prstDash val="solid"/>
          </a:ln>
          <a:effectLst/>
        </p:spPr>
        <p:txBody>
          <a:bodyPr lIns="71963" tIns="71963" rIns="71963" bIns="71963" rtlCol="0" anchor="ctr" anchorCtr="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199" b="0" i="0" u="none" strike="noStrike" kern="0" cap="none" spc="0" normalizeH="0" baseline="0" noProof="0">
              <a:ln>
                <a:noFill/>
              </a:ln>
              <a:solidFill>
                <a:srgbClr val="2E2E38"/>
              </a:solidFill>
              <a:effectLst/>
              <a:uLnTx/>
              <a:uFillTx/>
              <a:latin typeface="Arial" panose="020B0604020202020204"/>
            </a:endParaRPr>
          </a:p>
        </p:txBody>
      </p:sp>
      <p:sp>
        <p:nvSpPr>
          <p:cNvPr id="164" name="Rectangle 163">
            <a:extLst>
              <a:ext uri="{FF2B5EF4-FFF2-40B4-BE49-F238E27FC236}">
                <a16:creationId xmlns:a16="http://schemas.microsoft.com/office/drawing/2014/main" id="{DD5C2483-C572-095B-616C-3974EC6D80EE}"/>
              </a:ext>
            </a:extLst>
          </p:cNvPr>
          <p:cNvSpPr/>
          <p:nvPr/>
        </p:nvSpPr>
        <p:spPr>
          <a:xfrm>
            <a:off x="2130177" y="1958392"/>
            <a:ext cx="238001" cy="896470"/>
          </a:xfrm>
          <a:prstGeom prst="rect">
            <a:avLst/>
          </a:prstGeom>
          <a:solidFill>
            <a:srgbClr val="FFFFFF"/>
          </a:solidFill>
          <a:ln w="9525" cap="flat" cmpd="sng" algn="ctr">
            <a:noFill/>
            <a:prstDash val="solid"/>
          </a:ln>
          <a:effectLst/>
        </p:spPr>
        <p:txBody>
          <a:bodyPr lIns="71963" tIns="71963" rIns="71963" bIns="71963" rtlCol="0" anchor="ctr" anchorCtr="0"/>
          <a:lstStyle/>
          <a:p>
            <a:pPr>
              <a:defRPr/>
            </a:pPr>
            <a:endParaRPr lang="en-US" sz="1199" kern="0">
              <a:solidFill>
                <a:srgbClr val="2E2E38"/>
              </a:solidFill>
              <a:latin typeface="Arial" panose="020B0604020202020204"/>
            </a:endParaRPr>
          </a:p>
        </p:txBody>
      </p:sp>
      <p:grpSp>
        <p:nvGrpSpPr>
          <p:cNvPr id="165" name="Group 164">
            <a:extLst>
              <a:ext uri="{FF2B5EF4-FFF2-40B4-BE49-F238E27FC236}">
                <a16:creationId xmlns:a16="http://schemas.microsoft.com/office/drawing/2014/main" id="{1B9B29FF-8E5A-3CED-80DC-3D05341D08AE}"/>
              </a:ext>
            </a:extLst>
          </p:cNvPr>
          <p:cNvGrpSpPr/>
          <p:nvPr/>
        </p:nvGrpSpPr>
        <p:grpSpPr>
          <a:xfrm rot="5400000">
            <a:off x="2145433" y="1433861"/>
            <a:ext cx="148784" cy="648950"/>
            <a:chOff x="954448" y="2098675"/>
            <a:chExt cx="148861" cy="649288"/>
          </a:xfrm>
        </p:grpSpPr>
        <p:sp>
          <p:nvSpPr>
            <p:cNvPr id="166" name="Rectangle 165">
              <a:extLst>
                <a:ext uri="{FF2B5EF4-FFF2-40B4-BE49-F238E27FC236}">
                  <a16:creationId xmlns:a16="http://schemas.microsoft.com/office/drawing/2014/main" id="{25540EE7-7CCD-2BF3-7C5F-0D4CC521775A}"/>
                </a:ext>
              </a:extLst>
            </p:cNvPr>
            <p:cNvSpPr/>
            <p:nvPr/>
          </p:nvSpPr>
          <p:spPr>
            <a:xfrm rot="16200000">
              <a:off x="704235" y="2348888"/>
              <a:ext cx="649288" cy="148861"/>
            </a:xfrm>
            <a:prstGeom prst="rect">
              <a:avLst/>
            </a:prstGeom>
            <a:noFill/>
            <a:ln w="9525" cap="flat" cmpd="sng" algn="ctr">
              <a:noFill/>
              <a:prstDash val="solid"/>
            </a:ln>
            <a:effectLst/>
          </p:spPr>
          <p:txBody>
            <a:bodyPr rtlCol="0" anchor="ctr" anchorCtr="0"/>
            <a:lstStyle/>
            <a:p>
              <a:pPr algn="ctr">
                <a:defRPr/>
              </a:pPr>
              <a:r>
                <a:rPr lang="en-US" sz="800" kern="0">
                  <a:solidFill>
                    <a:srgbClr val="000000"/>
                  </a:solidFill>
                  <a:latin typeface="Arial" panose="020B0604020202020204"/>
                  <a:ea typeface="+mn-lt"/>
                  <a:cs typeface="Arial" panose="020B0604020202020204"/>
                  <a:sym typeface="+mn-lt"/>
                </a:rPr>
                <a:t>Shift</a:t>
              </a:r>
            </a:p>
          </p:txBody>
        </p:sp>
        <p:cxnSp>
          <p:nvCxnSpPr>
            <p:cNvPr id="167" name="Straight Connector 166">
              <a:extLst>
                <a:ext uri="{FF2B5EF4-FFF2-40B4-BE49-F238E27FC236}">
                  <a16:creationId xmlns:a16="http://schemas.microsoft.com/office/drawing/2014/main" id="{84A547BF-D747-AD7B-6A76-C6D25E829E19}"/>
                </a:ext>
              </a:extLst>
            </p:cNvPr>
            <p:cNvCxnSpPr>
              <a:cxnSpLocks/>
            </p:cNvCxnSpPr>
            <p:nvPr/>
          </p:nvCxnSpPr>
          <p:spPr>
            <a:xfrm flipV="1">
              <a:off x="1094096" y="2149224"/>
              <a:ext cx="0" cy="441576"/>
            </a:xfrm>
            <a:prstGeom prst="line">
              <a:avLst/>
            </a:prstGeom>
            <a:noFill/>
            <a:ln w="6350" cap="flat" cmpd="sng" algn="ctr">
              <a:solidFill>
                <a:srgbClr val="747480"/>
              </a:solidFill>
              <a:prstDash val="solid"/>
              <a:headEnd type="none" w="sm" len="med"/>
              <a:tailEnd type="triangle" w="lg" len="lg"/>
            </a:ln>
            <a:effectLst/>
          </p:spPr>
        </p:cxnSp>
      </p:grpSp>
      <p:sp>
        <p:nvSpPr>
          <p:cNvPr id="168" name="Rectangle 167">
            <a:extLst>
              <a:ext uri="{FF2B5EF4-FFF2-40B4-BE49-F238E27FC236}">
                <a16:creationId xmlns:a16="http://schemas.microsoft.com/office/drawing/2014/main" id="{BE5F8C85-C09E-9FBF-1A2A-2171F79AF426}"/>
              </a:ext>
            </a:extLst>
          </p:cNvPr>
          <p:cNvSpPr/>
          <p:nvPr/>
        </p:nvSpPr>
        <p:spPr>
          <a:xfrm>
            <a:off x="3884919" y="1906866"/>
            <a:ext cx="2284768" cy="1242915"/>
          </a:xfrm>
          <a:prstGeom prst="rect">
            <a:avLst/>
          </a:prstGeom>
          <a:solidFill>
            <a:srgbClr val="C4C4CD"/>
          </a:solidFill>
          <a:ln w="9525" cap="flat" cmpd="sng" algn="ctr">
            <a:noFill/>
            <a:prstDash val="solid"/>
          </a:ln>
          <a:effectLst/>
        </p:spPr>
        <p:txBody>
          <a:bodyPr lIns="71963" tIns="71963" rIns="71963" bIns="71963" rtlCol="0" anchor="ctr" anchorCtr="0"/>
          <a:lstStyle/>
          <a:p>
            <a:pPr>
              <a:defRPr/>
            </a:pPr>
            <a:endParaRPr lang="en-US" sz="1199" kern="0">
              <a:solidFill>
                <a:srgbClr val="2E2E38"/>
              </a:solidFill>
              <a:latin typeface="Arial" panose="020B0604020202020204"/>
            </a:endParaRPr>
          </a:p>
        </p:txBody>
      </p:sp>
      <p:grpSp>
        <p:nvGrpSpPr>
          <p:cNvPr id="169" name="Group 168">
            <a:extLst>
              <a:ext uri="{FF2B5EF4-FFF2-40B4-BE49-F238E27FC236}">
                <a16:creationId xmlns:a16="http://schemas.microsoft.com/office/drawing/2014/main" id="{ACFE4910-85F1-11E1-2116-741417160599}"/>
              </a:ext>
            </a:extLst>
          </p:cNvPr>
          <p:cNvGrpSpPr/>
          <p:nvPr/>
        </p:nvGrpSpPr>
        <p:grpSpPr>
          <a:xfrm>
            <a:off x="3609591" y="2096961"/>
            <a:ext cx="206227" cy="731520"/>
            <a:chOff x="887762" y="2098675"/>
            <a:chExt cx="206334" cy="649288"/>
          </a:xfrm>
        </p:grpSpPr>
        <p:sp>
          <p:nvSpPr>
            <p:cNvPr id="170" name="Rectangle 169">
              <a:extLst>
                <a:ext uri="{FF2B5EF4-FFF2-40B4-BE49-F238E27FC236}">
                  <a16:creationId xmlns:a16="http://schemas.microsoft.com/office/drawing/2014/main" id="{A30CF1C5-FCB0-81F3-B53A-C04AE831BE7A}"/>
                </a:ext>
              </a:extLst>
            </p:cNvPr>
            <p:cNvSpPr/>
            <p:nvPr/>
          </p:nvSpPr>
          <p:spPr>
            <a:xfrm rot="16200000">
              <a:off x="637549" y="2348888"/>
              <a:ext cx="649288" cy="148861"/>
            </a:xfrm>
            <a:prstGeom prst="rect">
              <a:avLst/>
            </a:prstGeom>
            <a:noFill/>
            <a:ln w="9525" cap="flat" cmpd="sng" algn="ctr">
              <a:noFill/>
              <a:prstDash val="solid"/>
            </a:ln>
            <a:effectLst/>
          </p:spPr>
          <p:txBody>
            <a:bodyPr rtlCol="0" anchor="ctr" anchorCtr="0"/>
            <a:lstStyle/>
            <a:p>
              <a:pPr algn="ctr">
                <a:defRPr/>
              </a:pPr>
              <a:r>
                <a:rPr lang="en-US" sz="800" kern="0">
                  <a:solidFill>
                    <a:srgbClr val="2E2E38"/>
                  </a:solidFill>
                  <a:latin typeface="Arial" panose="020B0604020202020204"/>
                  <a:ea typeface="+mn-lt"/>
                  <a:cs typeface="Arial" panose="020B0604020202020204"/>
                  <a:sym typeface="+mn-lt"/>
                </a:rPr>
                <a:t>Transform</a:t>
              </a:r>
            </a:p>
          </p:txBody>
        </p:sp>
        <p:cxnSp>
          <p:nvCxnSpPr>
            <p:cNvPr id="171" name="Straight Connector 170">
              <a:extLst>
                <a:ext uri="{FF2B5EF4-FFF2-40B4-BE49-F238E27FC236}">
                  <a16:creationId xmlns:a16="http://schemas.microsoft.com/office/drawing/2014/main" id="{840157CD-5484-2DC5-16F6-CE25E6FDF8DF}"/>
                </a:ext>
              </a:extLst>
            </p:cNvPr>
            <p:cNvCxnSpPr>
              <a:cxnSpLocks/>
            </p:cNvCxnSpPr>
            <p:nvPr/>
          </p:nvCxnSpPr>
          <p:spPr>
            <a:xfrm flipV="1">
              <a:off x="1094096" y="2149224"/>
              <a:ext cx="0" cy="441576"/>
            </a:xfrm>
            <a:prstGeom prst="line">
              <a:avLst/>
            </a:prstGeom>
            <a:noFill/>
            <a:ln w="6350" cap="flat" cmpd="sng" algn="ctr">
              <a:solidFill>
                <a:srgbClr val="747480"/>
              </a:solidFill>
              <a:prstDash val="solid"/>
              <a:headEnd type="none" w="sm" len="med"/>
              <a:tailEnd type="triangle" w="lg" len="lg"/>
            </a:ln>
            <a:effectLst/>
          </p:spPr>
        </p:cxnSp>
      </p:grpSp>
      <p:sp>
        <p:nvSpPr>
          <p:cNvPr id="172" name="Rectangle 171">
            <a:extLst>
              <a:ext uri="{FF2B5EF4-FFF2-40B4-BE49-F238E27FC236}">
                <a16:creationId xmlns:a16="http://schemas.microsoft.com/office/drawing/2014/main" id="{17396DDF-4F51-0F30-8F19-7DC459190A7C}"/>
              </a:ext>
            </a:extLst>
          </p:cNvPr>
          <p:cNvSpPr/>
          <p:nvPr/>
        </p:nvSpPr>
        <p:spPr>
          <a:xfrm>
            <a:off x="4867496" y="2854864"/>
            <a:ext cx="238001" cy="294917"/>
          </a:xfrm>
          <a:prstGeom prst="rect">
            <a:avLst/>
          </a:prstGeom>
          <a:solidFill>
            <a:srgbClr val="8BD3E6"/>
          </a:solidFill>
          <a:ln w="9525" cap="flat" cmpd="sng" algn="ctr">
            <a:noFill/>
            <a:prstDash val="solid"/>
          </a:ln>
          <a:effectLst/>
        </p:spPr>
        <p:txBody>
          <a:bodyPr lIns="71963" tIns="71963" rIns="71963" bIns="71963" rtlCol="0" anchor="ctr" anchorCtr="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199" b="0" i="0" u="none" strike="noStrike" kern="0" cap="none" spc="0" normalizeH="0" baseline="0" noProof="0">
              <a:ln>
                <a:noFill/>
              </a:ln>
              <a:solidFill>
                <a:srgbClr val="2E2E38"/>
              </a:solidFill>
              <a:effectLst/>
              <a:uLnTx/>
              <a:uFillTx/>
              <a:latin typeface="Arial" panose="020B0604020202020204"/>
            </a:endParaRPr>
          </a:p>
        </p:txBody>
      </p:sp>
      <p:sp>
        <p:nvSpPr>
          <p:cNvPr id="173" name="Rectangle 172">
            <a:extLst>
              <a:ext uri="{FF2B5EF4-FFF2-40B4-BE49-F238E27FC236}">
                <a16:creationId xmlns:a16="http://schemas.microsoft.com/office/drawing/2014/main" id="{DF220BA1-2ACF-82BF-AA0E-A0804ACAD600}"/>
              </a:ext>
            </a:extLst>
          </p:cNvPr>
          <p:cNvSpPr/>
          <p:nvPr/>
        </p:nvSpPr>
        <p:spPr>
          <a:xfrm>
            <a:off x="4867496" y="1958393"/>
            <a:ext cx="238001" cy="896470"/>
          </a:xfrm>
          <a:prstGeom prst="rect">
            <a:avLst/>
          </a:prstGeom>
          <a:solidFill>
            <a:srgbClr val="FFFFFF"/>
          </a:solidFill>
          <a:ln w="9525" cap="flat" cmpd="sng" algn="ctr">
            <a:noFill/>
            <a:prstDash val="solid"/>
          </a:ln>
          <a:effectLst/>
        </p:spPr>
        <p:txBody>
          <a:bodyPr lIns="71963" tIns="71963" rIns="71963" bIns="71963" rtlCol="0" anchor="ctr" anchorCtr="0"/>
          <a:lstStyle/>
          <a:p>
            <a:pPr>
              <a:defRPr/>
            </a:pPr>
            <a:endParaRPr lang="en-US" sz="1199" kern="0">
              <a:solidFill>
                <a:srgbClr val="2E2E38"/>
              </a:solidFill>
              <a:latin typeface="Arial" panose="020B0604020202020204"/>
            </a:endParaRPr>
          </a:p>
        </p:txBody>
      </p:sp>
      <p:grpSp>
        <p:nvGrpSpPr>
          <p:cNvPr id="174" name="Group 173">
            <a:extLst>
              <a:ext uri="{FF2B5EF4-FFF2-40B4-BE49-F238E27FC236}">
                <a16:creationId xmlns:a16="http://schemas.microsoft.com/office/drawing/2014/main" id="{7B333D73-3E43-CC6F-396D-76CB7EE7892D}"/>
              </a:ext>
            </a:extLst>
          </p:cNvPr>
          <p:cNvGrpSpPr/>
          <p:nvPr/>
        </p:nvGrpSpPr>
        <p:grpSpPr>
          <a:xfrm rot="5400000">
            <a:off x="4882752" y="1433862"/>
            <a:ext cx="148784" cy="648950"/>
            <a:chOff x="954448" y="2098675"/>
            <a:chExt cx="148861" cy="649288"/>
          </a:xfrm>
        </p:grpSpPr>
        <p:sp>
          <p:nvSpPr>
            <p:cNvPr id="175" name="Rectangle 174">
              <a:extLst>
                <a:ext uri="{FF2B5EF4-FFF2-40B4-BE49-F238E27FC236}">
                  <a16:creationId xmlns:a16="http://schemas.microsoft.com/office/drawing/2014/main" id="{F6B463CC-8316-286F-ECE1-968A760FA40D}"/>
                </a:ext>
              </a:extLst>
            </p:cNvPr>
            <p:cNvSpPr/>
            <p:nvPr/>
          </p:nvSpPr>
          <p:spPr>
            <a:xfrm rot="16200000">
              <a:off x="704235" y="2348888"/>
              <a:ext cx="649288" cy="148861"/>
            </a:xfrm>
            <a:prstGeom prst="rect">
              <a:avLst/>
            </a:prstGeom>
            <a:noFill/>
            <a:ln w="9525" cap="flat" cmpd="sng" algn="ctr">
              <a:noFill/>
              <a:prstDash val="solid"/>
            </a:ln>
            <a:effectLst/>
          </p:spPr>
          <p:txBody>
            <a:bodyPr rtlCol="0" anchor="ctr" anchorCtr="0"/>
            <a:lstStyle/>
            <a:p>
              <a:pPr algn="ctr">
                <a:defRPr/>
              </a:pPr>
              <a:r>
                <a:rPr lang="en-US" sz="800" kern="0">
                  <a:solidFill>
                    <a:srgbClr val="000000"/>
                  </a:solidFill>
                  <a:latin typeface="Arial" panose="020B0604020202020204"/>
                  <a:ea typeface="+mn-lt"/>
                  <a:cs typeface="Arial" panose="020B0604020202020204"/>
                  <a:sym typeface="+mn-lt"/>
                </a:rPr>
                <a:t>Shift</a:t>
              </a:r>
            </a:p>
          </p:txBody>
        </p:sp>
        <p:cxnSp>
          <p:nvCxnSpPr>
            <p:cNvPr id="176" name="Straight Connector 175">
              <a:extLst>
                <a:ext uri="{FF2B5EF4-FFF2-40B4-BE49-F238E27FC236}">
                  <a16:creationId xmlns:a16="http://schemas.microsoft.com/office/drawing/2014/main" id="{2E9B4972-CB13-EFB9-5ADB-EA4638B2A8FA}"/>
                </a:ext>
              </a:extLst>
            </p:cNvPr>
            <p:cNvCxnSpPr>
              <a:cxnSpLocks/>
            </p:cNvCxnSpPr>
            <p:nvPr/>
          </p:nvCxnSpPr>
          <p:spPr>
            <a:xfrm flipV="1">
              <a:off x="1094096" y="2149224"/>
              <a:ext cx="0" cy="441576"/>
            </a:xfrm>
            <a:prstGeom prst="line">
              <a:avLst/>
            </a:prstGeom>
            <a:noFill/>
            <a:ln w="6350" cap="flat" cmpd="sng" algn="ctr">
              <a:solidFill>
                <a:srgbClr val="747480"/>
              </a:solidFill>
              <a:prstDash val="solid"/>
              <a:headEnd type="none" w="sm" len="med"/>
              <a:tailEnd type="triangle" w="lg" len="lg"/>
            </a:ln>
            <a:effectLst/>
          </p:spPr>
        </p:cxnSp>
      </p:grpSp>
      <p:sp>
        <p:nvSpPr>
          <p:cNvPr id="177" name="Rectangle 176">
            <a:extLst>
              <a:ext uri="{FF2B5EF4-FFF2-40B4-BE49-F238E27FC236}">
                <a16:creationId xmlns:a16="http://schemas.microsoft.com/office/drawing/2014/main" id="{FC89C384-5219-F083-BFE9-E8632A28F84C}"/>
              </a:ext>
            </a:extLst>
          </p:cNvPr>
          <p:cNvSpPr/>
          <p:nvPr/>
        </p:nvSpPr>
        <p:spPr>
          <a:xfrm>
            <a:off x="6721278" y="1906866"/>
            <a:ext cx="2284768" cy="1242915"/>
          </a:xfrm>
          <a:prstGeom prst="rect">
            <a:avLst/>
          </a:prstGeom>
          <a:solidFill>
            <a:srgbClr val="C4C4CD"/>
          </a:solidFill>
          <a:ln w="9525" cap="flat" cmpd="sng" algn="ctr">
            <a:noFill/>
            <a:prstDash val="solid"/>
          </a:ln>
          <a:effectLst/>
        </p:spPr>
        <p:txBody>
          <a:bodyPr lIns="71963" tIns="71963" rIns="71963" bIns="71963" rtlCol="0" anchor="ctr" anchorCtr="0"/>
          <a:lstStyle/>
          <a:p>
            <a:pPr>
              <a:defRPr/>
            </a:pPr>
            <a:endParaRPr lang="en-US" sz="1199" kern="0">
              <a:solidFill>
                <a:srgbClr val="2E2E38"/>
              </a:solidFill>
              <a:latin typeface="Arial" panose="020B0604020202020204"/>
            </a:endParaRPr>
          </a:p>
        </p:txBody>
      </p:sp>
      <p:grpSp>
        <p:nvGrpSpPr>
          <p:cNvPr id="178" name="Group 177">
            <a:extLst>
              <a:ext uri="{FF2B5EF4-FFF2-40B4-BE49-F238E27FC236}">
                <a16:creationId xmlns:a16="http://schemas.microsoft.com/office/drawing/2014/main" id="{6F1F2C94-D2AF-ADCB-4A5F-1E83073D78ED}"/>
              </a:ext>
            </a:extLst>
          </p:cNvPr>
          <p:cNvGrpSpPr/>
          <p:nvPr/>
        </p:nvGrpSpPr>
        <p:grpSpPr>
          <a:xfrm>
            <a:off x="6434849" y="2096961"/>
            <a:ext cx="206227" cy="731520"/>
            <a:chOff x="887762" y="2098675"/>
            <a:chExt cx="206334" cy="649288"/>
          </a:xfrm>
        </p:grpSpPr>
        <p:sp>
          <p:nvSpPr>
            <p:cNvPr id="179" name="Rectangle 178">
              <a:extLst>
                <a:ext uri="{FF2B5EF4-FFF2-40B4-BE49-F238E27FC236}">
                  <a16:creationId xmlns:a16="http://schemas.microsoft.com/office/drawing/2014/main" id="{65BBA12D-F7EB-9610-40D6-BE9F26C52511}"/>
                </a:ext>
              </a:extLst>
            </p:cNvPr>
            <p:cNvSpPr/>
            <p:nvPr/>
          </p:nvSpPr>
          <p:spPr>
            <a:xfrm rot="16200000">
              <a:off x="637549" y="2348888"/>
              <a:ext cx="649288" cy="148861"/>
            </a:xfrm>
            <a:prstGeom prst="rect">
              <a:avLst/>
            </a:prstGeom>
            <a:noFill/>
            <a:ln w="9525" cap="flat" cmpd="sng" algn="ctr">
              <a:noFill/>
              <a:prstDash val="solid"/>
            </a:ln>
            <a:effectLst/>
          </p:spPr>
          <p:txBody>
            <a:bodyPr rtlCol="0" anchor="ctr" anchorCtr="0"/>
            <a:lstStyle/>
            <a:p>
              <a:pPr algn="ctr">
                <a:defRPr/>
              </a:pPr>
              <a:r>
                <a:rPr lang="en-US" sz="800" kern="0">
                  <a:solidFill>
                    <a:srgbClr val="2E2E38"/>
                  </a:solidFill>
                  <a:latin typeface="Arial" panose="020B0604020202020204"/>
                  <a:ea typeface="+mn-lt"/>
                  <a:cs typeface="Arial" panose="020B0604020202020204"/>
                  <a:sym typeface="+mn-lt"/>
                </a:rPr>
                <a:t>Transform</a:t>
              </a:r>
            </a:p>
          </p:txBody>
        </p:sp>
        <p:cxnSp>
          <p:nvCxnSpPr>
            <p:cNvPr id="180" name="Straight Connector 179">
              <a:extLst>
                <a:ext uri="{FF2B5EF4-FFF2-40B4-BE49-F238E27FC236}">
                  <a16:creationId xmlns:a16="http://schemas.microsoft.com/office/drawing/2014/main" id="{8242727D-56C9-09FA-61ED-44AF26FB95F0}"/>
                </a:ext>
              </a:extLst>
            </p:cNvPr>
            <p:cNvCxnSpPr>
              <a:cxnSpLocks/>
            </p:cNvCxnSpPr>
            <p:nvPr/>
          </p:nvCxnSpPr>
          <p:spPr>
            <a:xfrm flipV="1">
              <a:off x="1094096" y="2149224"/>
              <a:ext cx="0" cy="441576"/>
            </a:xfrm>
            <a:prstGeom prst="line">
              <a:avLst/>
            </a:prstGeom>
            <a:noFill/>
            <a:ln w="6350" cap="flat" cmpd="sng" algn="ctr">
              <a:solidFill>
                <a:srgbClr val="747480"/>
              </a:solidFill>
              <a:prstDash val="solid"/>
              <a:headEnd type="none" w="sm" len="med"/>
              <a:tailEnd type="triangle" w="lg" len="lg"/>
            </a:ln>
            <a:effectLst/>
          </p:spPr>
        </p:cxnSp>
      </p:grpSp>
      <p:sp>
        <p:nvSpPr>
          <p:cNvPr id="181" name="Rectangle 180">
            <a:extLst>
              <a:ext uri="{FF2B5EF4-FFF2-40B4-BE49-F238E27FC236}">
                <a16:creationId xmlns:a16="http://schemas.microsoft.com/office/drawing/2014/main" id="{6105C94B-94BF-F2AE-B758-9C02481CDFF8}"/>
              </a:ext>
            </a:extLst>
          </p:cNvPr>
          <p:cNvSpPr/>
          <p:nvPr/>
        </p:nvSpPr>
        <p:spPr>
          <a:xfrm>
            <a:off x="7703854" y="2854864"/>
            <a:ext cx="238001" cy="294917"/>
          </a:xfrm>
          <a:prstGeom prst="rect">
            <a:avLst/>
          </a:prstGeom>
          <a:solidFill>
            <a:srgbClr val="8BD3E6"/>
          </a:solidFill>
          <a:ln w="9525" cap="flat" cmpd="sng" algn="ctr">
            <a:noFill/>
            <a:prstDash val="solid"/>
          </a:ln>
          <a:effectLst/>
        </p:spPr>
        <p:txBody>
          <a:bodyPr lIns="71963" tIns="71963" rIns="71963" bIns="71963" rtlCol="0" anchor="ctr" anchorCtr="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199" b="0" i="0" u="none" strike="noStrike" kern="0" cap="none" spc="0" normalizeH="0" baseline="0" noProof="0">
              <a:ln>
                <a:noFill/>
              </a:ln>
              <a:solidFill>
                <a:srgbClr val="2E2E38"/>
              </a:solidFill>
              <a:effectLst/>
              <a:uLnTx/>
              <a:uFillTx/>
              <a:latin typeface="Arial" panose="020B0604020202020204"/>
            </a:endParaRPr>
          </a:p>
        </p:txBody>
      </p:sp>
      <p:sp>
        <p:nvSpPr>
          <p:cNvPr id="182" name="Rectangle 181">
            <a:extLst>
              <a:ext uri="{FF2B5EF4-FFF2-40B4-BE49-F238E27FC236}">
                <a16:creationId xmlns:a16="http://schemas.microsoft.com/office/drawing/2014/main" id="{55D8DD34-B8AA-1FBA-48BB-43295316AF1E}"/>
              </a:ext>
            </a:extLst>
          </p:cNvPr>
          <p:cNvSpPr/>
          <p:nvPr/>
        </p:nvSpPr>
        <p:spPr>
          <a:xfrm>
            <a:off x="7703854" y="1958393"/>
            <a:ext cx="238001" cy="896470"/>
          </a:xfrm>
          <a:prstGeom prst="rect">
            <a:avLst/>
          </a:prstGeom>
          <a:solidFill>
            <a:srgbClr val="FFFFFF"/>
          </a:solidFill>
          <a:ln w="9525" cap="flat" cmpd="sng" algn="ctr">
            <a:noFill/>
            <a:prstDash val="solid"/>
          </a:ln>
          <a:effectLst/>
        </p:spPr>
        <p:txBody>
          <a:bodyPr lIns="71963" tIns="71963" rIns="71963" bIns="71963" rtlCol="0" anchor="ctr" anchorCtr="0"/>
          <a:lstStyle/>
          <a:p>
            <a:pPr>
              <a:defRPr/>
            </a:pPr>
            <a:endParaRPr lang="en-US" sz="1199" kern="0">
              <a:solidFill>
                <a:srgbClr val="2E2E38"/>
              </a:solidFill>
              <a:latin typeface="Arial" panose="020B0604020202020204"/>
            </a:endParaRPr>
          </a:p>
        </p:txBody>
      </p:sp>
      <p:grpSp>
        <p:nvGrpSpPr>
          <p:cNvPr id="183" name="Group 182">
            <a:extLst>
              <a:ext uri="{FF2B5EF4-FFF2-40B4-BE49-F238E27FC236}">
                <a16:creationId xmlns:a16="http://schemas.microsoft.com/office/drawing/2014/main" id="{6A55DE96-DEEB-25FD-276D-D3BFD351BF6A}"/>
              </a:ext>
            </a:extLst>
          </p:cNvPr>
          <p:cNvGrpSpPr/>
          <p:nvPr/>
        </p:nvGrpSpPr>
        <p:grpSpPr>
          <a:xfrm rot="5400000">
            <a:off x="7719110" y="1433862"/>
            <a:ext cx="148784" cy="648950"/>
            <a:chOff x="954448" y="2098675"/>
            <a:chExt cx="148861" cy="649288"/>
          </a:xfrm>
        </p:grpSpPr>
        <p:sp>
          <p:nvSpPr>
            <p:cNvPr id="184" name="Rectangle 183">
              <a:extLst>
                <a:ext uri="{FF2B5EF4-FFF2-40B4-BE49-F238E27FC236}">
                  <a16:creationId xmlns:a16="http://schemas.microsoft.com/office/drawing/2014/main" id="{6440E505-FC72-0BAB-A16B-75BA003F2B6D}"/>
                </a:ext>
              </a:extLst>
            </p:cNvPr>
            <p:cNvSpPr/>
            <p:nvPr/>
          </p:nvSpPr>
          <p:spPr>
            <a:xfrm rot="16200000">
              <a:off x="704235" y="2348888"/>
              <a:ext cx="649288" cy="148861"/>
            </a:xfrm>
            <a:prstGeom prst="rect">
              <a:avLst/>
            </a:prstGeom>
            <a:noFill/>
            <a:ln w="9525" cap="flat" cmpd="sng" algn="ctr">
              <a:noFill/>
              <a:prstDash val="solid"/>
            </a:ln>
            <a:effectLst/>
          </p:spPr>
          <p:txBody>
            <a:bodyPr rtlCol="0" anchor="ctr" anchorCtr="0"/>
            <a:lstStyle/>
            <a:p>
              <a:pPr algn="ctr">
                <a:defRPr/>
              </a:pPr>
              <a:r>
                <a:rPr lang="en-US" sz="800" kern="0">
                  <a:solidFill>
                    <a:srgbClr val="000000"/>
                  </a:solidFill>
                  <a:latin typeface="Arial" panose="020B0604020202020204"/>
                  <a:ea typeface="+mn-lt"/>
                  <a:cs typeface="Arial" panose="020B0604020202020204"/>
                  <a:sym typeface="+mn-lt"/>
                </a:rPr>
                <a:t>Shift</a:t>
              </a:r>
            </a:p>
          </p:txBody>
        </p:sp>
        <p:cxnSp>
          <p:nvCxnSpPr>
            <p:cNvPr id="185" name="Straight Connector 184">
              <a:extLst>
                <a:ext uri="{FF2B5EF4-FFF2-40B4-BE49-F238E27FC236}">
                  <a16:creationId xmlns:a16="http://schemas.microsoft.com/office/drawing/2014/main" id="{25C648DB-B69D-9B86-766A-34B6F23CB291}"/>
                </a:ext>
              </a:extLst>
            </p:cNvPr>
            <p:cNvCxnSpPr>
              <a:cxnSpLocks/>
            </p:cNvCxnSpPr>
            <p:nvPr/>
          </p:nvCxnSpPr>
          <p:spPr>
            <a:xfrm flipV="1">
              <a:off x="1094096" y="2149224"/>
              <a:ext cx="0" cy="441576"/>
            </a:xfrm>
            <a:prstGeom prst="line">
              <a:avLst/>
            </a:prstGeom>
            <a:noFill/>
            <a:ln w="6350" cap="flat" cmpd="sng" algn="ctr">
              <a:solidFill>
                <a:srgbClr val="747480"/>
              </a:solidFill>
              <a:prstDash val="solid"/>
              <a:headEnd type="none" w="sm" len="med"/>
              <a:tailEnd type="triangle" w="lg" len="lg"/>
            </a:ln>
            <a:effectLst/>
          </p:spPr>
        </p:cxnSp>
      </p:grpSp>
      <p:sp>
        <p:nvSpPr>
          <p:cNvPr id="186" name="Rectangle 185">
            <a:extLst>
              <a:ext uri="{FF2B5EF4-FFF2-40B4-BE49-F238E27FC236}">
                <a16:creationId xmlns:a16="http://schemas.microsoft.com/office/drawing/2014/main" id="{D1150D87-C784-513F-24BF-C3C486250D37}"/>
              </a:ext>
            </a:extLst>
          </p:cNvPr>
          <p:cNvSpPr/>
          <p:nvPr/>
        </p:nvSpPr>
        <p:spPr>
          <a:xfrm>
            <a:off x="9463050" y="1906866"/>
            <a:ext cx="2284768" cy="1242915"/>
          </a:xfrm>
          <a:prstGeom prst="rect">
            <a:avLst/>
          </a:prstGeom>
          <a:solidFill>
            <a:srgbClr val="C4C4CD"/>
          </a:solidFill>
          <a:ln w="9525" cap="flat" cmpd="sng" algn="ctr">
            <a:noFill/>
            <a:prstDash val="solid"/>
          </a:ln>
          <a:effectLst/>
        </p:spPr>
        <p:txBody>
          <a:bodyPr lIns="71963" tIns="71963" rIns="71963" bIns="71963" rtlCol="0" anchor="ctr" anchorCtr="0"/>
          <a:lstStyle/>
          <a:p>
            <a:pPr>
              <a:defRPr/>
            </a:pPr>
            <a:endParaRPr lang="en-US" sz="1199" kern="0">
              <a:solidFill>
                <a:srgbClr val="2E2E38"/>
              </a:solidFill>
              <a:latin typeface="Arial" panose="020B0604020202020204"/>
            </a:endParaRPr>
          </a:p>
        </p:txBody>
      </p:sp>
      <p:grpSp>
        <p:nvGrpSpPr>
          <p:cNvPr id="187" name="Group 186">
            <a:extLst>
              <a:ext uri="{FF2B5EF4-FFF2-40B4-BE49-F238E27FC236}">
                <a16:creationId xmlns:a16="http://schemas.microsoft.com/office/drawing/2014/main" id="{7EB5281B-F6AC-1A3F-C159-8D43C1438395}"/>
              </a:ext>
            </a:extLst>
          </p:cNvPr>
          <p:cNvGrpSpPr/>
          <p:nvPr/>
        </p:nvGrpSpPr>
        <p:grpSpPr>
          <a:xfrm>
            <a:off x="9186146" y="2096961"/>
            <a:ext cx="206227" cy="731520"/>
            <a:chOff x="887762" y="2098675"/>
            <a:chExt cx="206334" cy="649288"/>
          </a:xfrm>
        </p:grpSpPr>
        <p:sp>
          <p:nvSpPr>
            <p:cNvPr id="188" name="Rectangle 187">
              <a:extLst>
                <a:ext uri="{FF2B5EF4-FFF2-40B4-BE49-F238E27FC236}">
                  <a16:creationId xmlns:a16="http://schemas.microsoft.com/office/drawing/2014/main" id="{AB87D349-2DDB-0D75-FA92-FF4FCB20A0BB}"/>
                </a:ext>
              </a:extLst>
            </p:cNvPr>
            <p:cNvSpPr/>
            <p:nvPr/>
          </p:nvSpPr>
          <p:spPr>
            <a:xfrm rot="16200000">
              <a:off x="637549" y="2348888"/>
              <a:ext cx="649288" cy="148861"/>
            </a:xfrm>
            <a:prstGeom prst="rect">
              <a:avLst/>
            </a:prstGeom>
            <a:noFill/>
            <a:ln w="9525" cap="flat" cmpd="sng" algn="ctr">
              <a:noFill/>
              <a:prstDash val="solid"/>
            </a:ln>
            <a:effectLst/>
          </p:spPr>
          <p:txBody>
            <a:bodyPr rtlCol="0" anchor="ctr" anchorCtr="0"/>
            <a:lstStyle/>
            <a:p>
              <a:pPr algn="ctr">
                <a:defRPr/>
              </a:pPr>
              <a:r>
                <a:rPr lang="en-US" sz="800" kern="0">
                  <a:solidFill>
                    <a:srgbClr val="2E2E38"/>
                  </a:solidFill>
                  <a:latin typeface="Arial" panose="020B0604020202020204"/>
                  <a:ea typeface="+mn-lt"/>
                  <a:cs typeface="Arial" panose="020B0604020202020204"/>
                  <a:sym typeface="+mn-lt"/>
                </a:rPr>
                <a:t>Transform</a:t>
              </a:r>
            </a:p>
          </p:txBody>
        </p:sp>
        <p:cxnSp>
          <p:nvCxnSpPr>
            <p:cNvPr id="189" name="Straight Connector 188">
              <a:extLst>
                <a:ext uri="{FF2B5EF4-FFF2-40B4-BE49-F238E27FC236}">
                  <a16:creationId xmlns:a16="http://schemas.microsoft.com/office/drawing/2014/main" id="{2A2ECDFB-6486-73B5-2E6F-55CC89AFD452}"/>
                </a:ext>
              </a:extLst>
            </p:cNvPr>
            <p:cNvCxnSpPr>
              <a:cxnSpLocks/>
            </p:cNvCxnSpPr>
            <p:nvPr/>
          </p:nvCxnSpPr>
          <p:spPr>
            <a:xfrm flipV="1">
              <a:off x="1094096" y="2149224"/>
              <a:ext cx="0" cy="441576"/>
            </a:xfrm>
            <a:prstGeom prst="line">
              <a:avLst/>
            </a:prstGeom>
            <a:noFill/>
            <a:ln w="6350" cap="flat" cmpd="sng" algn="ctr">
              <a:solidFill>
                <a:srgbClr val="747480"/>
              </a:solidFill>
              <a:prstDash val="solid"/>
              <a:headEnd type="none" w="sm" len="med"/>
              <a:tailEnd type="triangle" w="lg" len="lg"/>
            </a:ln>
            <a:effectLst/>
          </p:spPr>
        </p:cxnSp>
      </p:grpSp>
      <p:sp>
        <p:nvSpPr>
          <p:cNvPr id="190" name="Rectangle 189">
            <a:extLst>
              <a:ext uri="{FF2B5EF4-FFF2-40B4-BE49-F238E27FC236}">
                <a16:creationId xmlns:a16="http://schemas.microsoft.com/office/drawing/2014/main" id="{24D842AB-8E1E-2C66-AE13-91EC642509DE}"/>
              </a:ext>
            </a:extLst>
          </p:cNvPr>
          <p:cNvSpPr/>
          <p:nvPr/>
        </p:nvSpPr>
        <p:spPr>
          <a:xfrm>
            <a:off x="10445626" y="2854864"/>
            <a:ext cx="238001" cy="294917"/>
          </a:xfrm>
          <a:prstGeom prst="rect">
            <a:avLst/>
          </a:prstGeom>
          <a:solidFill>
            <a:srgbClr val="8BD3E6"/>
          </a:solidFill>
          <a:ln w="9525" cap="flat" cmpd="sng" algn="ctr">
            <a:noFill/>
            <a:prstDash val="solid"/>
          </a:ln>
          <a:effectLst/>
        </p:spPr>
        <p:txBody>
          <a:bodyPr lIns="71963" tIns="71963" rIns="71963" bIns="71963" rtlCol="0" anchor="ctr" anchorCtr="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199" b="0" i="0" u="none" strike="noStrike" kern="0" cap="none" spc="0" normalizeH="0" baseline="0" noProof="0">
              <a:ln>
                <a:noFill/>
              </a:ln>
              <a:solidFill>
                <a:srgbClr val="2E2E38"/>
              </a:solidFill>
              <a:effectLst/>
              <a:uLnTx/>
              <a:uFillTx/>
              <a:latin typeface="Arial" panose="020B0604020202020204"/>
            </a:endParaRPr>
          </a:p>
        </p:txBody>
      </p:sp>
      <p:sp>
        <p:nvSpPr>
          <p:cNvPr id="191" name="Rectangle 190">
            <a:extLst>
              <a:ext uri="{FF2B5EF4-FFF2-40B4-BE49-F238E27FC236}">
                <a16:creationId xmlns:a16="http://schemas.microsoft.com/office/drawing/2014/main" id="{B724F4DE-B71A-E6C1-1FDB-70938A90D36E}"/>
              </a:ext>
            </a:extLst>
          </p:cNvPr>
          <p:cNvSpPr/>
          <p:nvPr/>
        </p:nvSpPr>
        <p:spPr>
          <a:xfrm>
            <a:off x="10445626" y="1958393"/>
            <a:ext cx="238001" cy="896470"/>
          </a:xfrm>
          <a:prstGeom prst="rect">
            <a:avLst/>
          </a:prstGeom>
          <a:solidFill>
            <a:srgbClr val="FFFFFF"/>
          </a:solidFill>
          <a:ln w="9525" cap="flat" cmpd="sng" algn="ctr">
            <a:noFill/>
            <a:prstDash val="solid"/>
          </a:ln>
          <a:effectLst/>
        </p:spPr>
        <p:txBody>
          <a:bodyPr lIns="71963" tIns="71963" rIns="71963" bIns="71963" rtlCol="0" anchor="ctr" anchorCtr="0"/>
          <a:lstStyle/>
          <a:p>
            <a:pPr>
              <a:defRPr/>
            </a:pPr>
            <a:endParaRPr lang="en-US" sz="1199" kern="0">
              <a:solidFill>
                <a:srgbClr val="2E2E38"/>
              </a:solidFill>
              <a:latin typeface="Arial" panose="020B0604020202020204"/>
            </a:endParaRPr>
          </a:p>
        </p:txBody>
      </p:sp>
      <p:grpSp>
        <p:nvGrpSpPr>
          <p:cNvPr id="192" name="Group 191">
            <a:extLst>
              <a:ext uri="{FF2B5EF4-FFF2-40B4-BE49-F238E27FC236}">
                <a16:creationId xmlns:a16="http://schemas.microsoft.com/office/drawing/2014/main" id="{4C57C0D0-1C72-8F9F-5CEF-726B4478F1AF}"/>
              </a:ext>
            </a:extLst>
          </p:cNvPr>
          <p:cNvGrpSpPr/>
          <p:nvPr/>
        </p:nvGrpSpPr>
        <p:grpSpPr>
          <a:xfrm rot="5400000">
            <a:off x="10460882" y="1433862"/>
            <a:ext cx="148784" cy="648950"/>
            <a:chOff x="954448" y="2098675"/>
            <a:chExt cx="148861" cy="649288"/>
          </a:xfrm>
        </p:grpSpPr>
        <p:sp>
          <p:nvSpPr>
            <p:cNvPr id="193" name="Rectangle 192">
              <a:extLst>
                <a:ext uri="{FF2B5EF4-FFF2-40B4-BE49-F238E27FC236}">
                  <a16:creationId xmlns:a16="http://schemas.microsoft.com/office/drawing/2014/main" id="{B3EDA7B1-1182-31AA-B50B-7BDC76BE1180}"/>
                </a:ext>
              </a:extLst>
            </p:cNvPr>
            <p:cNvSpPr/>
            <p:nvPr/>
          </p:nvSpPr>
          <p:spPr>
            <a:xfrm rot="16200000">
              <a:off x="704235" y="2348888"/>
              <a:ext cx="649288" cy="148861"/>
            </a:xfrm>
            <a:prstGeom prst="rect">
              <a:avLst/>
            </a:prstGeom>
            <a:noFill/>
            <a:ln w="9525" cap="flat" cmpd="sng" algn="ctr">
              <a:noFill/>
              <a:prstDash val="solid"/>
            </a:ln>
            <a:effectLst/>
          </p:spPr>
          <p:txBody>
            <a:bodyPr rtlCol="0" anchor="ctr" anchorCtr="0"/>
            <a:lstStyle/>
            <a:p>
              <a:pPr algn="ctr">
                <a:defRPr/>
              </a:pPr>
              <a:r>
                <a:rPr lang="en-US" sz="800" kern="0">
                  <a:solidFill>
                    <a:srgbClr val="000000"/>
                  </a:solidFill>
                  <a:latin typeface="Arial" panose="020B0604020202020204"/>
                  <a:ea typeface="+mn-lt"/>
                  <a:cs typeface="Arial" panose="020B0604020202020204"/>
                  <a:sym typeface="+mn-lt"/>
                </a:rPr>
                <a:t>Shift</a:t>
              </a:r>
            </a:p>
          </p:txBody>
        </p:sp>
        <p:cxnSp>
          <p:nvCxnSpPr>
            <p:cNvPr id="194" name="Straight Connector 193">
              <a:extLst>
                <a:ext uri="{FF2B5EF4-FFF2-40B4-BE49-F238E27FC236}">
                  <a16:creationId xmlns:a16="http://schemas.microsoft.com/office/drawing/2014/main" id="{2E810D31-E604-7BF0-34BA-0EB6FBE15F92}"/>
                </a:ext>
              </a:extLst>
            </p:cNvPr>
            <p:cNvCxnSpPr>
              <a:cxnSpLocks/>
            </p:cNvCxnSpPr>
            <p:nvPr/>
          </p:nvCxnSpPr>
          <p:spPr>
            <a:xfrm flipV="1">
              <a:off x="1094096" y="2149224"/>
              <a:ext cx="0" cy="441576"/>
            </a:xfrm>
            <a:prstGeom prst="line">
              <a:avLst/>
            </a:prstGeom>
            <a:noFill/>
            <a:ln w="6350" cap="flat" cmpd="sng" algn="ctr">
              <a:solidFill>
                <a:srgbClr val="747480"/>
              </a:solidFill>
              <a:prstDash val="solid"/>
              <a:headEnd type="none" w="sm" len="med"/>
              <a:tailEnd type="triangle" w="lg" len="lg"/>
            </a:ln>
            <a:effectLst/>
          </p:spPr>
        </p:cxnSp>
      </p:grpSp>
      <p:graphicFrame>
        <p:nvGraphicFramePr>
          <p:cNvPr id="195" name="Table 194">
            <a:extLst>
              <a:ext uri="{FF2B5EF4-FFF2-40B4-BE49-F238E27FC236}">
                <a16:creationId xmlns:a16="http://schemas.microsoft.com/office/drawing/2014/main" id="{169F9503-68F7-9ABA-E5F8-DE005FA2E4B1}"/>
              </a:ext>
            </a:extLst>
          </p:cNvPr>
          <p:cNvGraphicFramePr>
            <a:graphicFrameLocks noGrp="1"/>
          </p:cNvGraphicFramePr>
          <p:nvPr>
            <p:extLst>
              <p:ext uri="{D42A27DB-BD31-4B8C-83A1-F6EECF244321}">
                <p14:modId xmlns:p14="http://schemas.microsoft.com/office/powerpoint/2010/main" val="1814141846"/>
              </p:ext>
            </p:extLst>
          </p:nvPr>
        </p:nvGraphicFramePr>
        <p:xfrm>
          <a:off x="535188" y="3461310"/>
          <a:ext cx="11366329" cy="2734572"/>
        </p:xfrm>
        <a:graphic>
          <a:graphicData uri="http://schemas.openxmlformats.org/drawingml/2006/table">
            <a:tbl>
              <a:tblPr firstRow="1" bandRow="1"/>
              <a:tblGrid>
                <a:gridCol w="363337">
                  <a:extLst>
                    <a:ext uri="{9D8B030D-6E8A-4147-A177-3AD203B41FA5}">
                      <a16:colId xmlns:a16="http://schemas.microsoft.com/office/drawing/2014/main" val="20000"/>
                    </a:ext>
                  </a:extLst>
                </a:gridCol>
                <a:gridCol w="2699560">
                  <a:extLst>
                    <a:ext uri="{9D8B030D-6E8A-4147-A177-3AD203B41FA5}">
                      <a16:colId xmlns:a16="http://schemas.microsoft.com/office/drawing/2014/main" val="1975464537"/>
                    </a:ext>
                  </a:extLst>
                </a:gridCol>
                <a:gridCol w="2801936">
                  <a:extLst>
                    <a:ext uri="{9D8B030D-6E8A-4147-A177-3AD203B41FA5}">
                      <a16:colId xmlns:a16="http://schemas.microsoft.com/office/drawing/2014/main" val="20001"/>
                    </a:ext>
                  </a:extLst>
                </a:gridCol>
                <a:gridCol w="2750748">
                  <a:extLst>
                    <a:ext uri="{9D8B030D-6E8A-4147-A177-3AD203B41FA5}">
                      <a16:colId xmlns:a16="http://schemas.microsoft.com/office/drawing/2014/main" val="20002"/>
                    </a:ext>
                  </a:extLst>
                </a:gridCol>
                <a:gridCol w="2750748">
                  <a:extLst>
                    <a:ext uri="{9D8B030D-6E8A-4147-A177-3AD203B41FA5}">
                      <a16:colId xmlns:a16="http://schemas.microsoft.com/office/drawing/2014/main" val="20003"/>
                    </a:ext>
                  </a:extLst>
                </a:gridCol>
              </a:tblGrid>
              <a:tr h="1184406">
                <a:tc>
                  <a:txBody>
                    <a:bodyPr/>
                    <a:lstStyle>
                      <a:lvl1pPr marL="0" algn="l" defTabSz="913432" rtl="0" eaLnBrk="1" latinLnBrk="0" hangingPunct="1">
                        <a:defRPr sz="1800" kern="1200">
                          <a:solidFill>
                            <a:schemeClr val="dk1"/>
                          </a:solidFill>
                          <a:latin typeface="Arial"/>
                          <a:ea typeface="华文楷体"/>
                        </a:defRPr>
                      </a:lvl1pPr>
                      <a:lvl2pPr marL="456716" algn="l" defTabSz="913432" rtl="0" eaLnBrk="1" latinLnBrk="0" hangingPunct="1">
                        <a:defRPr sz="1800" kern="1200">
                          <a:solidFill>
                            <a:schemeClr val="dk1"/>
                          </a:solidFill>
                          <a:latin typeface="Arial"/>
                          <a:ea typeface="华文楷体"/>
                        </a:defRPr>
                      </a:lvl2pPr>
                      <a:lvl3pPr marL="913432" algn="l" defTabSz="913432" rtl="0" eaLnBrk="1" latinLnBrk="0" hangingPunct="1">
                        <a:defRPr sz="1800" kern="1200">
                          <a:solidFill>
                            <a:schemeClr val="dk1"/>
                          </a:solidFill>
                          <a:latin typeface="Arial"/>
                          <a:ea typeface="华文楷体"/>
                        </a:defRPr>
                      </a:lvl3pPr>
                      <a:lvl4pPr marL="1370148" algn="l" defTabSz="913432" rtl="0" eaLnBrk="1" latinLnBrk="0" hangingPunct="1">
                        <a:defRPr sz="1800" kern="1200">
                          <a:solidFill>
                            <a:schemeClr val="dk1"/>
                          </a:solidFill>
                          <a:latin typeface="Arial"/>
                          <a:ea typeface="华文楷体"/>
                        </a:defRPr>
                      </a:lvl4pPr>
                      <a:lvl5pPr marL="1826865" algn="l" defTabSz="913432" rtl="0" eaLnBrk="1" latinLnBrk="0" hangingPunct="1">
                        <a:defRPr sz="1800" kern="1200">
                          <a:solidFill>
                            <a:schemeClr val="dk1"/>
                          </a:solidFill>
                          <a:latin typeface="Arial"/>
                          <a:ea typeface="华文楷体"/>
                        </a:defRPr>
                      </a:lvl5pPr>
                      <a:lvl6pPr marL="2283580" algn="l" defTabSz="913432" rtl="0" eaLnBrk="1" latinLnBrk="0" hangingPunct="1">
                        <a:defRPr sz="1800" kern="1200">
                          <a:solidFill>
                            <a:schemeClr val="dk1"/>
                          </a:solidFill>
                          <a:latin typeface="Arial"/>
                          <a:ea typeface="华文楷体"/>
                        </a:defRPr>
                      </a:lvl6pPr>
                      <a:lvl7pPr marL="2740297" algn="l" defTabSz="913432" rtl="0" eaLnBrk="1" latinLnBrk="0" hangingPunct="1">
                        <a:defRPr sz="1800" kern="1200">
                          <a:solidFill>
                            <a:schemeClr val="dk1"/>
                          </a:solidFill>
                          <a:latin typeface="Arial"/>
                          <a:ea typeface="华文楷体"/>
                        </a:defRPr>
                      </a:lvl7pPr>
                      <a:lvl8pPr marL="3197014" algn="l" defTabSz="913432" rtl="0" eaLnBrk="1" latinLnBrk="0" hangingPunct="1">
                        <a:defRPr sz="1800" kern="1200">
                          <a:solidFill>
                            <a:schemeClr val="dk1"/>
                          </a:solidFill>
                          <a:latin typeface="Arial"/>
                          <a:ea typeface="华文楷体"/>
                        </a:defRPr>
                      </a:lvl8pPr>
                      <a:lvl9pPr marL="3653728" algn="l" defTabSz="913432" rtl="0" eaLnBrk="1" latinLnBrk="0" hangingPunct="1">
                        <a:defRPr sz="1800" kern="1200">
                          <a:solidFill>
                            <a:schemeClr val="dk1"/>
                          </a:solidFill>
                          <a:latin typeface="Arial"/>
                          <a:ea typeface="华文楷体"/>
                        </a:defRPr>
                      </a:lvl9pPr>
                    </a:lstStyle>
                    <a:p>
                      <a:pPr marL="0" algn="ctr" defTabSz="913432" rtl="0" eaLnBrk="1" latinLnBrk="0" hangingPunct="1">
                        <a:spcBef>
                          <a:spcPts val="0"/>
                        </a:spcBef>
                        <a:spcAft>
                          <a:spcPts val="100"/>
                        </a:spcAft>
                      </a:pPr>
                      <a:r>
                        <a:rPr lang="en-US" sz="1199" b="1" kern="0">
                          <a:solidFill>
                            <a:schemeClr val="bg1"/>
                          </a:solidFill>
                          <a:latin typeface="+mn-lt"/>
                          <a:ea typeface="+mn-lt"/>
                          <a:cs typeface="+mn-lt"/>
                          <a:sym typeface="+mn-lt"/>
                        </a:rPr>
                        <a:t>Approach</a:t>
                      </a:r>
                    </a:p>
                  </a:txBody>
                  <a:tcPr marL="46966" marR="46966" marT="46966" marB="46966" vert="vert270" anchor="ctr">
                    <a:lnL w="635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0083D3"/>
                    </a:solidFill>
                  </a:tcPr>
                </a:tc>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marL="228600" indent="-228600">
                        <a:spcBef>
                          <a:spcPts val="0"/>
                        </a:spcBef>
                        <a:spcAft>
                          <a:spcPts val="100"/>
                        </a:spcAft>
                        <a:buClr>
                          <a:schemeClr val="tx1"/>
                        </a:buClr>
                        <a:buFont typeface="+mj-lt"/>
                        <a:buAutoNum type="arabicPeriod"/>
                      </a:pPr>
                      <a:r>
                        <a:rPr lang="en-US" sz="900" b="0">
                          <a:solidFill>
                            <a:schemeClr val="bg1"/>
                          </a:solidFill>
                          <a:latin typeface="+mn-lt"/>
                          <a:ea typeface="+mn-lt"/>
                          <a:cs typeface="+mn-lt"/>
                          <a:sym typeface="+mn-lt"/>
                        </a:rPr>
                        <a:t>Implements improvements to transform processes &amp; system capabilities</a:t>
                      </a:r>
                    </a:p>
                    <a:p>
                      <a:pPr marL="228600" indent="-228600">
                        <a:spcBef>
                          <a:spcPts val="0"/>
                        </a:spcBef>
                        <a:spcAft>
                          <a:spcPts val="100"/>
                        </a:spcAft>
                        <a:buClr>
                          <a:schemeClr val="tx1"/>
                        </a:buClr>
                        <a:buFont typeface="+mj-lt"/>
                        <a:buAutoNum type="arabicPeriod"/>
                      </a:pPr>
                      <a:r>
                        <a:rPr lang="en-US" sz="900" b="0" kern="1200">
                          <a:solidFill>
                            <a:schemeClr val="bg1"/>
                          </a:solidFill>
                          <a:latin typeface="+mn-lt"/>
                          <a:ea typeface="+mn-lt"/>
                          <a:cs typeface="+mn-lt"/>
                          <a:sym typeface="+mn-lt"/>
                        </a:rPr>
                        <a:t>Set up adequate governance structure in place to oversee transformation</a:t>
                      </a:r>
                    </a:p>
                    <a:p>
                      <a:pPr marL="228600" indent="-228600">
                        <a:spcBef>
                          <a:spcPts val="0"/>
                        </a:spcBef>
                        <a:spcAft>
                          <a:spcPts val="100"/>
                        </a:spcAft>
                        <a:buClr>
                          <a:schemeClr val="tx1"/>
                        </a:buClr>
                        <a:buFont typeface="+mj-lt"/>
                        <a:buAutoNum type="arabicPeriod"/>
                      </a:pPr>
                      <a:r>
                        <a:rPr lang="en-US" sz="900" b="0" kern="1200">
                          <a:solidFill>
                            <a:schemeClr val="bg1"/>
                          </a:solidFill>
                          <a:latin typeface="+mn-lt"/>
                          <a:ea typeface="+mn-lt"/>
                          <a:cs typeface="+mn-lt"/>
                          <a:sym typeface="+mn-lt"/>
                        </a:rPr>
                        <a:t>Efforts and activities remain onshore </a:t>
                      </a:r>
                    </a:p>
                    <a:p>
                      <a:pPr marL="228600" marR="0" lvl="0" indent="-228600" algn="l" defTabSz="914400" rtl="0" eaLnBrk="1" fontAlgn="auto" latinLnBrk="0" hangingPunct="1">
                        <a:lnSpc>
                          <a:spcPct val="100000"/>
                        </a:lnSpc>
                        <a:spcBef>
                          <a:spcPts val="0"/>
                        </a:spcBef>
                        <a:spcAft>
                          <a:spcPts val="100"/>
                        </a:spcAft>
                        <a:buClr>
                          <a:schemeClr val="tx1"/>
                        </a:buClr>
                        <a:buSzTx/>
                        <a:buFont typeface="+mj-lt"/>
                        <a:buAutoNum type="arabicPeriod"/>
                        <a:tabLst/>
                        <a:defRPr/>
                      </a:pPr>
                      <a:endParaRPr lang="en-US" sz="900" b="0">
                        <a:solidFill>
                          <a:schemeClr val="bg1"/>
                        </a:solidFill>
                        <a:latin typeface="+mn-lt"/>
                        <a:ea typeface="+mn-lt"/>
                        <a:cs typeface="+mn-lt"/>
                        <a:sym typeface="+mn-lt"/>
                      </a:endParaRPr>
                    </a:p>
                    <a:p>
                      <a:pPr marL="0" indent="0">
                        <a:spcBef>
                          <a:spcPts val="0"/>
                        </a:spcBef>
                        <a:spcAft>
                          <a:spcPts val="100"/>
                        </a:spcAft>
                        <a:buClr>
                          <a:schemeClr val="tx1"/>
                        </a:buClr>
                        <a:buFont typeface="+mj-lt"/>
                        <a:buNone/>
                      </a:pPr>
                      <a:endParaRPr lang="en-US" sz="900" b="0">
                        <a:solidFill>
                          <a:schemeClr val="bg1"/>
                        </a:solidFill>
                        <a:latin typeface="+mn-lt"/>
                        <a:ea typeface="+mn-lt"/>
                        <a:cs typeface="+mn-lt"/>
                        <a:sym typeface="+mn-lt"/>
                      </a:endParaRPr>
                    </a:p>
                  </a:txBody>
                  <a:tcPr marL="46966" marR="182785" marT="46966" marB="46966">
                    <a:lnL w="12700" cap="flat" cmpd="sng" algn="ctr">
                      <a:solidFill>
                        <a:srgbClr val="FFFFFF"/>
                      </a:solidFill>
                      <a:prstDash val="solid"/>
                      <a:round/>
                      <a:headEnd type="none" w="med" len="med"/>
                      <a:tailEnd type="none" w="med" len="med"/>
                    </a:lnL>
                    <a:lnR w="12700" cap="flat" cmpd="sng" algn="ctr">
                      <a:solidFill>
                        <a:srgbClr val="E7E6E6">
                          <a:lumMod val="90000"/>
                        </a:srgbClr>
                      </a:solid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432" rtl="0" eaLnBrk="1" latinLnBrk="0" hangingPunct="1">
                        <a:defRPr sz="1800" kern="1200">
                          <a:solidFill>
                            <a:schemeClr val="dk1"/>
                          </a:solidFill>
                          <a:latin typeface="Arial"/>
                          <a:ea typeface="华文楷体"/>
                        </a:defRPr>
                      </a:lvl1pPr>
                      <a:lvl2pPr marL="456716" algn="l" defTabSz="913432" rtl="0" eaLnBrk="1" latinLnBrk="0" hangingPunct="1">
                        <a:defRPr sz="1800" kern="1200">
                          <a:solidFill>
                            <a:schemeClr val="dk1"/>
                          </a:solidFill>
                          <a:latin typeface="Arial"/>
                          <a:ea typeface="华文楷体"/>
                        </a:defRPr>
                      </a:lvl2pPr>
                      <a:lvl3pPr marL="913432" algn="l" defTabSz="913432" rtl="0" eaLnBrk="1" latinLnBrk="0" hangingPunct="1">
                        <a:defRPr sz="1800" kern="1200">
                          <a:solidFill>
                            <a:schemeClr val="dk1"/>
                          </a:solidFill>
                          <a:latin typeface="Arial"/>
                          <a:ea typeface="华文楷体"/>
                        </a:defRPr>
                      </a:lvl3pPr>
                      <a:lvl4pPr marL="1370148" algn="l" defTabSz="913432" rtl="0" eaLnBrk="1" latinLnBrk="0" hangingPunct="1">
                        <a:defRPr sz="1800" kern="1200">
                          <a:solidFill>
                            <a:schemeClr val="dk1"/>
                          </a:solidFill>
                          <a:latin typeface="Arial"/>
                          <a:ea typeface="华文楷体"/>
                        </a:defRPr>
                      </a:lvl4pPr>
                      <a:lvl5pPr marL="1826865" algn="l" defTabSz="913432" rtl="0" eaLnBrk="1" latinLnBrk="0" hangingPunct="1">
                        <a:defRPr sz="1800" kern="1200">
                          <a:solidFill>
                            <a:schemeClr val="dk1"/>
                          </a:solidFill>
                          <a:latin typeface="Arial"/>
                          <a:ea typeface="华文楷体"/>
                        </a:defRPr>
                      </a:lvl5pPr>
                      <a:lvl6pPr marL="2283580" algn="l" defTabSz="913432" rtl="0" eaLnBrk="1" latinLnBrk="0" hangingPunct="1">
                        <a:defRPr sz="1800" kern="1200">
                          <a:solidFill>
                            <a:schemeClr val="dk1"/>
                          </a:solidFill>
                          <a:latin typeface="Arial"/>
                          <a:ea typeface="华文楷体"/>
                        </a:defRPr>
                      </a:lvl6pPr>
                      <a:lvl7pPr marL="2740297" algn="l" defTabSz="913432" rtl="0" eaLnBrk="1" latinLnBrk="0" hangingPunct="1">
                        <a:defRPr sz="1800" kern="1200">
                          <a:solidFill>
                            <a:schemeClr val="dk1"/>
                          </a:solidFill>
                          <a:latin typeface="Arial"/>
                          <a:ea typeface="华文楷体"/>
                        </a:defRPr>
                      </a:lvl7pPr>
                      <a:lvl8pPr marL="3197014" algn="l" defTabSz="913432" rtl="0" eaLnBrk="1" latinLnBrk="0" hangingPunct="1">
                        <a:defRPr sz="1800" kern="1200">
                          <a:solidFill>
                            <a:schemeClr val="dk1"/>
                          </a:solidFill>
                          <a:latin typeface="Arial"/>
                          <a:ea typeface="华文楷体"/>
                        </a:defRPr>
                      </a:lvl8pPr>
                      <a:lvl9pPr marL="3653728" algn="l" defTabSz="913432" rtl="0" eaLnBrk="1" latinLnBrk="0" hangingPunct="1">
                        <a:defRPr sz="1800" kern="1200">
                          <a:solidFill>
                            <a:schemeClr val="dk1"/>
                          </a:solidFill>
                          <a:latin typeface="Arial"/>
                          <a:ea typeface="华文楷体"/>
                        </a:defRPr>
                      </a:lvl9pPr>
                    </a:lstStyle>
                    <a:p>
                      <a:pPr marL="228600" indent="-228600">
                        <a:spcBef>
                          <a:spcPts val="0"/>
                        </a:spcBef>
                        <a:spcAft>
                          <a:spcPts val="100"/>
                        </a:spcAft>
                        <a:buClr>
                          <a:schemeClr val="tx1"/>
                        </a:buClr>
                        <a:buFont typeface="+mj-lt"/>
                        <a:buAutoNum type="arabicPeriod"/>
                      </a:pPr>
                      <a:r>
                        <a:rPr lang="en-US" sz="900" b="0" kern="1200">
                          <a:solidFill>
                            <a:schemeClr val="bg1"/>
                          </a:solidFill>
                          <a:latin typeface="Arial"/>
                          <a:ea typeface="+mn-lt"/>
                          <a:cs typeface="+mn-lt"/>
                          <a:sym typeface="+mn-lt"/>
                        </a:rPr>
                        <a:t>Implements improvements to transform processes &amp; system capabilities</a:t>
                      </a:r>
                    </a:p>
                    <a:p>
                      <a:pPr marL="228600" indent="-228600">
                        <a:spcBef>
                          <a:spcPts val="0"/>
                        </a:spcBef>
                        <a:spcAft>
                          <a:spcPts val="100"/>
                        </a:spcAft>
                        <a:buClr>
                          <a:schemeClr val="tx1"/>
                        </a:buClr>
                        <a:buFont typeface="+mj-lt"/>
                        <a:buAutoNum type="arabicPeriod"/>
                      </a:pPr>
                      <a:r>
                        <a:rPr lang="en-US" sz="900" b="0" u="none" baseline="0">
                          <a:solidFill>
                            <a:schemeClr val="bg1"/>
                          </a:solidFill>
                          <a:latin typeface="+mn-lt"/>
                          <a:ea typeface="+mn-lt"/>
                          <a:cs typeface="+mn-lt"/>
                          <a:sym typeface="+mn-lt"/>
                        </a:rPr>
                        <a:t>Define standardized global process designs based upon improvements </a:t>
                      </a:r>
                      <a:endParaRPr lang="en-US" sz="900" b="1" u="none">
                        <a:solidFill>
                          <a:schemeClr val="bg1"/>
                        </a:solidFill>
                        <a:latin typeface="+mn-lt"/>
                        <a:ea typeface="+mn-lt"/>
                        <a:cs typeface="+mn-lt"/>
                        <a:sym typeface="+mn-lt"/>
                      </a:endParaRPr>
                    </a:p>
                    <a:p>
                      <a:pPr marL="228600" indent="-228600">
                        <a:spcBef>
                          <a:spcPts val="0"/>
                        </a:spcBef>
                        <a:spcAft>
                          <a:spcPts val="100"/>
                        </a:spcAft>
                        <a:buClr>
                          <a:schemeClr val="tx1"/>
                        </a:buClr>
                        <a:buFont typeface="+mj-lt"/>
                        <a:buAutoNum type="arabicPeriod"/>
                      </a:pPr>
                      <a:r>
                        <a:rPr lang="en-US" sz="900" b="0" u="none">
                          <a:solidFill>
                            <a:schemeClr val="bg1"/>
                          </a:solidFill>
                          <a:latin typeface="+mn-lt"/>
                          <a:ea typeface="+mn-lt"/>
                          <a:cs typeface="+mn-lt"/>
                          <a:sym typeface="+mn-lt"/>
                        </a:rPr>
                        <a:t>Migrate to new operating model after</a:t>
                      </a:r>
                      <a:r>
                        <a:rPr lang="en-US" sz="900" b="0" u="none" baseline="0">
                          <a:solidFill>
                            <a:schemeClr val="bg1"/>
                          </a:solidFill>
                          <a:latin typeface="+mn-lt"/>
                          <a:ea typeface="+mn-lt"/>
                          <a:cs typeface="+mn-lt"/>
                          <a:sym typeface="+mn-lt"/>
                        </a:rPr>
                        <a:t> existing operations are optimized</a:t>
                      </a:r>
                      <a:endParaRPr lang="en-US" sz="900" b="0">
                        <a:solidFill>
                          <a:schemeClr val="bg1"/>
                        </a:solidFill>
                        <a:latin typeface="+mn-lt"/>
                        <a:ea typeface="+mn-lt"/>
                        <a:cs typeface="+mn-lt"/>
                        <a:sym typeface="+mn-lt"/>
                      </a:endParaRPr>
                    </a:p>
                  </a:txBody>
                  <a:tcPr marL="46966" marR="46966" marT="46966" marB="46966">
                    <a:lnL w="12700" cap="flat" cmpd="sng" algn="ctr">
                      <a:solidFill>
                        <a:srgbClr val="E7E6E6">
                          <a:lumMod val="90000"/>
                        </a:srgbClr>
                      </a:solidFill>
                      <a:prstDash val="solid"/>
                      <a:round/>
                      <a:headEnd type="none" w="med" len="med"/>
                      <a:tailEnd type="none" w="med" len="med"/>
                    </a:lnL>
                    <a:lnR w="12700" cap="flat" cmpd="sng" algn="ctr">
                      <a:solidFill>
                        <a:srgbClr val="E7E6E6">
                          <a:lumMod val="90000"/>
                        </a:srgbClr>
                      </a:solid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432" rtl="0" eaLnBrk="1" latinLnBrk="0" hangingPunct="1">
                        <a:defRPr sz="1800" kern="1200">
                          <a:solidFill>
                            <a:schemeClr val="dk1"/>
                          </a:solidFill>
                          <a:latin typeface="Arial"/>
                          <a:ea typeface="华文楷体"/>
                        </a:defRPr>
                      </a:lvl1pPr>
                      <a:lvl2pPr marL="456716" algn="l" defTabSz="913432" rtl="0" eaLnBrk="1" latinLnBrk="0" hangingPunct="1">
                        <a:defRPr sz="1800" kern="1200">
                          <a:solidFill>
                            <a:schemeClr val="dk1"/>
                          </a:solidFill>
                          <a:latin typeface="Arial"/>
                          <a:ea typeface="华文楷体"/>
                        </a:defRPr>
                      </a:lvl2pPr>
                      <a:lvl3pPr marL="913432" algn="l" defTabSz="913432" rtl="0" eaLnBrk="1" latinLnBrk="0" hangingPunct="1">
                        <a:defRPr sz="1800" kern="1200">
                          <a:solidFill>
                            <a:schemeClr val="dk1"/>
                          </a:solidFill>
                          <a:latin typeface="Arial"/>
                          <a:ea typeface="华文楷体"/>
                        </a:defRPr>
                      </a:lvl3pPr>
                      <a:lvl4pPr marL="1370148" algn="l" defTabSz="913432" rtl="0" eaLnBrk="1" latinLnBrk="0" hangingPunct="1">
                        <a:defRPr sz="1800" kern="1200">
                          <a:solidFill>
                            <a:schemeClr val="dk1"/>
                          </a:solidFill>
                          <a:latin typeface="Arial"/>
                          <a:ea typeface="华文楷体"/>
                        </a:defRPr>
                      </a:lvl4pPr>
                      <a:lvl5pPr marL="1826865" algn="l" defTabSz="913432" rtl="0" eaLnBrk="1" latinLnBrk="0" hangingPunct="1">
                        <a:defRPr sz="1800" kern="1200">
                          <a:solidFill>
                            <a:schemeClr val="dk1"/>
                          </a:solidFill>
                          <a:latin typeface="Arial"/>
                          <a:ea typeface="华文楷体"/>
                        </a:defRPr>
                      </a:lvl5pPr>
                      <a:lvl6pPr marL="2283580" algn="l" defTabSz="913432" rtl="0" eaLnBrk="1" latinLnBrk="0" hangingPunct="1">
                        <a:defRPr sz="1800" kern="1200">
                          <a:solidFill>
                            <a:schemeClr val="dk1"/>
                          </a:solidFill>
                          <a:latin typeface="Arial"/>
                          <a:ea typeface="华文楷体"/>
                        </a:defRPr>
                      </a:lvl6pPr>
                      <a:lvl7pPr marL="2740297" algn="l" defTabSz="913432" rtl="0" eaLnBrk="1" latinLnBrk="0" hangingPunct="1">
                        <a:defRPr sz="1800" kern="1200">
                          <a:solidFill>
                            <a:schemeClr val="dk1"/>
                          </a:solidFill>
                          <a:latin typeface="Arial"/>
                          <a:ea typeface="华文楷体"/>
                        </a:defRPr>
                      </a:lvl7pPr>
                      <a:lvl8pPr marL="3197014" algn="l" defTabSz="913432" rtl="0" eaLnBrk="1" latinLnBrk="0" hangingPunct="1">
                        <a:defRPr sz="1800" kern="1200">
                          <a:solidFill>
                            <a:schemeClr val="dk1"/>
                          </a:solidFill>
                          <a:latin typeface="Arial"/>
                          <a:ea typeface="华文楷体"/>
                        </a:defRPr>
                      </a:lvl8pPr>
                      <a:lvl9pPr marL="3653728" algn="l" defTabSz="913432" rtl="0" eaLnBrk="1" latinLnBrk="0" hangingPunct="1">
                        <a:defRPr sz="1800" kern="1200">
                          <a:solidFill>
                            <a:schemeClr val="dk1"/>
                          </a:solidFill>
                          <a:latin typeface="Arial"/>
                          <a:ea typeface="华文楷体"/>
                        </a:defRPr>
                      </a:lvl9pPr>
                    </a:lstStyle>
                    <a:p>
                      <a:pPr marL="228600" indent="-228600">
                        <a:spcBef>
                          <a:spcPts val="0"/>
                        </a:spcBef>
                        <a:spcAft>
                          <a:spcPts val="100"/>
                        </a:spcAft>
                        <a:buClr>
                          <a:schemeClr val="tx1"/>
                        </a:buClr>
                        <a:buFont typeface="+mj-lt"/>
                        <a:buAutoNum type="arabicPeriod"/>
                      </a:pPr>
                      <a:r>
                        <a:rPr lang="en-US" sz="900" b="0" u="none" kern="1200" baseline="0">
                          <a:solidFill>
                            <a:schemeClr val="bg1"/>
                          </a:solidFill>
                          <a:latin typeface="Arial"/>
                          <a:ea typeface="+mn-lt"/>
                          <a:cs typeface="+mn-lt"/>
                          <a:sym typeface="+mn-lt"/>
                        </a:rPr>
                        <a:t>Define standardized global process designs based upon improvements </a:t>
                      </a:r>
                      <a:endParaRPr lang="en-US" sz="900" b="1" u="none" kern="1200">
                        <a:solidFill>
                          <a:schemeClr val="bg1"/>
                        </a:solidFill>
                        <a:latin typeface="Arial"/>
                        <a:ea typeface="+mn-lt"/>
                        <a:cs typeface="+mn-lt"/>
                        <a:sym typeface="+mn-lt"/>
                      </a:endParaRPr>
                    </a:p>
                    <a:p>
                      <a:pPr marL="228600" indent="-228600" algn="l" defTabSz="914400" rtl="0" eaLnBrk="1" latinLnBrk="0" hangingPunct="1">
                        <a:spcBef>
                          <a:spcPts val="0"/>
                        </a:spcBef>
                        <a:spcAft>
                          <a:spcPts val="100"/>
                        </a:spcAft>
                        <a:buClr>
                          <a:schemeClr val="tx1"/>
                        </a:buClr>
                        <a:buFont typeface="+mj-lt"/>
                        <a:buAutoNum type="arabicPeriod"/>
                      </a:pPr>
                      <a:r>
                        <a:rPr lang="en-US" sz="900" b="0" u="none" kern="1200" baseline="0">
                          <a:solidFill>
                            <a:schemeClr val="bg1"/>
                          </a:solidFill>
                          <a:latin typeface="+mn-lt"/>
                          <a:ea typeface="+mn-lt"/>
                          <a:cs typeface="+mn-lt"/>
                          <a:sym typeface="+mn-lt"/>
                        </a:rPr>
                        <a:t>Build out infrastructure to support new operating model</a:t>
                      </a:r>
                    </a:p>
                    <a:p>
                      <a:pPr marL="228600" indent="-228600" algn="l" defTabSz="914400" rtl="0" eaLnBrk="1" latinLnBrk="0" hangingPunct="1">
                        <a:spcBef>
                          <a:spcPts val="0"/>
                        </a:spcBef>
                        <a:spcAft>
                          <a:spcPts val="100"/>
                        </a:spcAft>
                        <a:buClr>
                          <a:schemeClr val="tx1"/>
                        </a:buClr>
                        <a:buFont typeface="+mj-lt"/>
                        <a:buAutoNum type="arabicPeriod"/>
                      </a:pPr>
                      <a:r>
                        <a:rPr lang="en-US" sz="900" b="0" u="none" kern="1200" baseline="0">
                          <a:solidFill>
                            <a:schemeClr val="bg1"/>
                          </a:solidFill>
                          <a:latin typeface="+mn-lt"/>
                          <a:ea typeface="+mn-lt"/>
                          <a:cs typeface="+mn-lt"/>
                          <a:sym typeface="+mn-lt"/>
                        </a:rPr>
                        <a:t>Implement improved processes, organization and technology into new operating structure</a:t>
                      </a:r>
                    </a:p>
                  </a:txBody>
                  <a:tcPr marL="46966" marR="46966" marT="46966" marB="46966">
                    <a:lnL w="12700" cap="flat" cmpd="sng" algn="ctr">
                      <a:solidFill>
                        <a:srgbClr val="E7E6E6">
                          <a:lumMod val="90000"/>
                        </a:srgbClr>
                      </a:solidFill>
                      <a:prstDash val="solid"/>
                      <a:round/>
                      <a:headEnd type="none" w="med" len="med"/>
                      <a:tailEnd type="none" w="med" len="med"/>
                    </a:lnL>
                    <a:lnR w="12700" cap="flat" cmpd="sng" algn="ctr">
                      <a:solidFill>
                        <a:srgbClr val="E7E6E6">
                          <a:lumMod val="90000"/>
                        </a:srgbClr>
                      </a:solid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432" rtl="0" eaLnBrk="1" latinLnBrk="0" hangingPunct="1">
                        <a:defRPr sz="1800" kern="1200">
                          <a:solidFill>
                            <a:schemeClr val="dk1"/>
                          </a:solidFill>
                          <a:latin typeface="Arial"/>
                          <a:ea typeface="华文楷体"/>
                        </a:defRPr>
                      </a:lvl1pPr>
                      <a:lvl2pPr marL="456716" algn="l" defTabSz="913432" rtl="0" eaLnBrk="1" latinLnBrk="0" hangingPunct="1">
                        <a:defRPr sz="1800" kern="1200">
                          <a:solidFill>
                            <a:schemeClr val="dk1"/>
                          </a:solidFill>
                          <a:latin typeface="Arial"/>
                          <a:ea typeface="华文楷体"/>
                        </a:defRPr>
                      </a:lvl2pPr>
                      <a:lvl3pPr marL="913432" algn="l" defTabSz="913432" rtl="0" eaLnBrk="1" latinLnBrk="0" hangingPunct="1">
                        <a:defRPr sz="1800" kern="1200">
                          <a:solidFill>
                            <a:schemeClr val="dk1"/>
                          </a:solidFill>
                          <a:latin typeface="Arial"/>
                          <a:ea typeface="华文楷体"/>
                        </a:defRPr>
                      </a:lvl3pPr>
                      <a:lvl4pPr marL="1370148" algn="l" defTabSz="913432" rtl="0" eaLnBrk="1" latinLnBrk="0" hangingPunct="1">
                        <a:defRPr sz="1800" kern="1200">
                          <a:solidFill>
                            <a:schemeClr val="dk1"/>
                          </a:solidFill>
                          <a:latin typeface="Arial"/>
                          <a:ea typeface="华文楷体"/>
                        </a:defRPr>
                      </a:lvl4pPr>
                      <a:lvl5pPr marL="1826865" algn="l" defTabSz="913432" rtl="0" eaLnBrk="1" latinLnBrk="0" hangingPunct="1">
                        <a:defRPr sz="1800" kern="1200">
                          <a:solidFill>
                            <a:schemeClr val="dk1"/>
                          </a:solidFill>
                          <a:latin typeface="Arial"/>
                          <a:ea typeface="华文楷体"/>
                        </a:defRPr>
                      </a:lvl5pPr>
                      <a:lvl6pPr marL="2283580" algn="l" defTabSz="913432" rtl="0" eaLnBrk="1" latinLnBrk="0" hangingPunct="1">
                        <a:defRPr sz="1800" kern="1200">
                          <a:solidFill>
                            <a:schemeClr val="dk1"/>
                          </a:solidFill>
                          <a:latin typeface="Arial"/>
                          <a:ea typeface="华文楷体"/>
                        </a:defRPr>
                      </a:lvl6pPr>
                      <a:lvl7pPr marL="2740297" algn="l" defTabSz="913432" rtl="0" eaLnBrk="1" latinLnBrk="0" hangingPunct="1">
                        <a:defRPr sz="1800" kern="1200">
                          <a:solidFill>
                            <a:schemeClr val="dk1"/>
                          </a:solidFill>
                          <a:latin typeface="Arial"/>
                          <a:ea typeface="华文楷体"/>
                        </a:defRPr>
                      </a:lvl7pPr>
                      <a:lvl8pPr marL="3197014" algn="l" defTabSz="913432" rtl="0" eaLnBrk="1" latinLnBrk="0" hangingPunct="1">
                        <a:defRPr sz="1800" kern="1200">
                          <a:solidFill>
                            <a:schemeClr val="dk1"/>
                          </a:solidFill>
                          <a:latin typeface="Arial"/>
                          <a:ea typeface="华文楷体"/>
                        </a:defRPr>
                      </a:lvl8pPr>
                      <a:lvl9pPr marL="3653728" algn="l" defTabSz="913432" rtl="0" eaLnBrk="1" latinLnBrk="0" hangingPunct="1">
                        <a:defRPr sz="1800" kern="1200">
                          <a:solidFill>
                            <a:schemeClr val="dk1"/>
                          </a:solidFill>
                          <a:latin typeface="Arial"/>
                          <a:ea typeface="华文楷体"/>
                        </a:defRPr>
                      </a:lvl9pPr>
                    </a:lstStyle>
                    <a:p>
                      <a:pPr marL="228600" indent="-228600" algn="l" defTabSz="914400" rtl="0" eaLnBrk="1" latinLnBrk="0" hangingPunct="1">
                        <a:spcBef>
                          <a:spcPts val="0"/>
                        </a:spcBef>
                        <a:spcAft>
                          <a:spcPts val="100"/>
                        </a:spcAft>
                        <a:buClr>
                          <a:schemeClr val="tx1"/>
                        </a:buClr>
                        <a:buFont typeface="+mj-lt"/>
                        <a:buAutoNum type="arabicPeriod"/>
                      </a:pPr>
                      <a:r>
                        <a:rPr lang="en-US" sz="900" kern="1200">
                          <a:solidFill>
                            <a:schemeClr val="bg1"/>
                          </a:solidFill>
                          <a:latin typeface="+mn-lt"/>
                          <a:ea typeface="+mn-lt"/>
                          <a:cs typeface="+mn-lt"/>
                          <a:sym typeface="+mn-lt"/>
                        </a:rPr>
                        <a:t>Immediately implement organizational changes</a:t>
                      </a:r>
                      <a:r>
                        <a:rPr lang="en-US" sz="900" kern="1200" baseline="0">
                          <a:solidFill>
                            <a:schemeClr val="bg1"/>
                          </a:solidFill>
                          <a:latin typeface="+mn-lt"/>
                          <a:ea typeface="+mn-lt"/>
                          <a:cs typeface="+mn-lt"/>
                          <a:sym typeface="+mn-lt"/>
                        </a:rPr>
                        <a:t> </a:t>
                      </a:r>
                      <a:r>
                        <a:rPr lang="en-US" sz="900" kern="1200">
                          <a:solidFill>
                            <a:schemeClr val="bg1"/>
                          </a:solidFill>
                          <a:latin typeface="+mn-lt"/>
                          <a:ea typeface="+mn-lt"/>
                          <a:cs typeface="+mn-lt"/>
                          <a:sym typeface="+mn-lt"/>
                        </a:rPr>
                        <a:t>ahead of technology</a:t>
                      </a:r>
                      <a:r>
                        <a:rPr lang="en-US" sz="900" kern="1200" baseline="0">
                          <a:solidFill>
                            <a:schemeClr val="bg1"/>
                          </a:solidFill>
                          <a:latin typeface="+mn-lt"/>
                          <a:ea typeface="+mn-lt"/>
                          <a:cs typeface="+mn-lt"/>
                          <a:sym typeface="+mn-lt"/>
                        </a:rPr>
                        <a:t> and process </a:t>
                      </a:r>
                      <a:r>
                        <a:rPr lang="en-US" sz="900" kern="1200">
                          <a:solidFill>
                            <a:schemeClr val="bg1"/>
                          </a:solidFill>
                          <a:latin typeface="+mn-lt"/>
                          <a:ea typeface="+mn-lt"/>
                          <a:cs typeface="+mn-lt"/>
                          <a:sym typeface="+mn-lt"/>
                        </a:rPr>
                        <a:t>build-out</a:t>
                      </a:r>
                    </a:p>
                    <a:p>
                      <a:pPr marL="228600" indent="-228600">
                        <a:spcBef>
                          <a:spcPts val="0"/>
                        </a:spcBef>
                        <a:spcAft>
                          <a:spcPts val="100"/>
                        </a:spcAft>
                        <a:buClr>
                          <a:schemeClr val="tx1"/>
                        </a:buClr>
                        <a:buFont typeface="+mj-lt"/>
                        <a:buAutoNum type="arabicPeriod"/>
                      </a:pPr>
                      <a:r>
                        <a:rPr lang="en-US" sz="900" b="0" u="none" kern="1200" baseline="0">
                          <a:solidFill>
                            <a:schemeClr val="bg1"/>
                          </a:solidFill>
                          <a:latin typeface="Arial"/>
                          <a:ea typeface="+mn-lt"/>
                          <a:cs typeface="+mn-lt"/>
                          <a:sym typeface="+mn-lt"/>
                        </a:rPr>
                        <a:t>Define standardized global process designs </a:t>
                      </a:r>
                      <a:r>
                        <a:rPr lang="en-US" sz="900" b="0" kern="1200">
                          <a:solidFill>
                            <a:schemeClr val="bg1"/>
                          </a:solidFill>
                          <a:latin typeface="Arial"/>
                          <a:ea typeface="+mn-lt"/>
                          <a:cs typeface="+mn-lt"/>
                          <a:sym typeface="+mn-lt"/>
                        </a:rPr>
                        <a:t>Implements improvements to transform processes &amp; system capabilities</a:t>
                      </a:r>
                    </a:p>
                  </a:txBody>
                  <a:tcPr marL="46966" marR="46966" marT="46966" marB="46966">
                    <a:lnL w="12700" cap="flat" cmpd="sng" algn="ctr">
                      <a:solidFill>
                        <a:srgbClr val="E7E6E6">
                          <a:lumMod val="90000"/>
                        </a:srgbClr>
                      </a:solidFill>
                      <a:prstDash val="solid"/>
                      <a:round/>
                      <a:headEnd type="none" w="med" len="med"/>
                      <a:tailEnd type="none" w="med" len="med"/>
                    </a:lnL>
                    <a:lnR w="12700" cap="flat" cmpd="sng" algn="ctr">
                      <a:solidFill>
                        <a:srgbClr val="E7E6E6">
                          <a:lumMod val="90000"/>
                        </a:srgbClr>
                      </a:solid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6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marL="0" algn="ctr" defTabSz="913432" rtl="0" eaLnBrk="1" latinLnBrk="0" hangingPunct="1">
                        <a:spcBef>
                          <a:spcPts val="0"/>
                        </a:spcBef>
                        <a:spcAft>
                          <a:spcPts val="100"/>
                        </a:spcAft>
                      </a:pPr>
                      <a:endParaRPr lang="en-US" sz="1199" b="1" kern="0">
                        <a:solidFill>
                          <a:schemeClr val="tx1"/>
                        </a:solidFill>
                        <a:latin typeface="+mn-lt"/>
                        <a:ea typeface="+mn-lt"/>
                        <a:cs typeface="+mn-lt"/>
                        <a:sym typeface="+mn-lt"/>
                      </a:endParaRPr>
                    </a:p>
                  </a:txBody>
                  <a:tcPr marL="46966" marR="46966" marT="46966" marB="46966" vert="vert27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marL="0" indent="0">
                        <a:spcBef>
                          <a:spcPts val="0"/>
                        </a:spcBef>
                        <a:spcAft>
                          <a:spcPts val="100"/>
                        </a:spcAft>
                        <a:buClr>
                          <a:srgbClr val="2E2E38"/>
                        </a:buClr>
                        <a:buFont typeface="+mj-lt"/>
                        <a:buNone/>
                      </a:pPr>
                      <a:endParaRPr lang="en-US" sz="900" b="0">
                        <a:solidFill>
                          <a:schemeClr val="bg1"/>
                        </a:solidFill>
                        <a:latin typeface="+mn-lt"/>
                        <a:ea typeface="+mn-lt"/>
                        <a:cs typeface="+mn-lt"/>
                        <a:sym typeface="+mn-lt"/>
                      </a:endParaRPr>
                    </a:p>
                  </a:txBody>
                  <a:tcPr marL="46966" marR="182785" marT="46966" marB="46966">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marL="228600" indent="-228600">
                        <a:spcBef>
                          <a:spcPts val="0"/>
                        </a:spcBef>
                        <a:spcAft>
                          <a:spcPts val="100"/>
                        </a:spcAft>
                        <a:buClr>
                          <a:srgbClr val="2E2E38"/>
                        </a:buClr>
                        <a:buFont typeface="+mj-lt"/>
                        <a:buAutoNum type="arabicPeriod"/>
                      </a:pPr>
                      <a:endParaRPr lang="en-US" sz="900" b="0">
                        <a:solidFill>
                          <a:schemeClr val="bg1"/>
                        </a:solidFill>
                        <a:latin typeface="+mn-lt"/>
                        <a:ea typeface="+mn-lt"/>
                        <a:cs typeface="+mn-lt"/>
                        <a:sym typeface="+mn-lt"/>
                      </a:endParaRPr>
                    </a:p>
                  </a:txBody>
                  <a:tcPr marL="46966" marR="46966" marT="46966" marB="46966">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marL="228600" indent="-228600" algn="l" defTabSz="914400" rtl="0" eaLnBrk="1" latinLnBrk="0" hangingPunct="1">
                        <a:spcBef>
                          <a:spcPts val="0"/>
                        </a:spcBef>
                        <a:spcAft>
                          <a:spcPts val="100"/>
                        </a:spcAft>
                        <a:buClr>
                          <a:srgbClr val="2E2E38"/>
                        </a:buClr>
                        <a:buFont typeface="+mj-lt"/>
                        <a:buAutoNum type="arabicPeriod"/>
                      </a:pPr>
                      <a:endParaRPr lang="en-US" sz="900" b="0" u="none" kern="1200" baseline="0">
                        <a:solidFill>
                          <a:schemeClr val="bg1"/>
                        </a:solidFill>
                        <a:latin typeface="+mn-lt"/>
                        <a:ea typeface="+mn-lt"/>
                        <a:cs typeface="+mn-lt"/>
                        <a:sym typeface="+mn-lt"/>
                      </a:endParaRPr>
                    </a:p>
                  </a:txBody>
                  <a:tcPr marL="46966" marR="46966" marT="46966" marB="46966">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marL="228600" lvl="1" indent="-228600" algn="l" defTabSz="914400" rtl="0" eaLnBrk="1" latinLnBrk="0" hangingPunct="1">
                        <a:spcBef>
                          <a:spcPts val="0"/>
                        </a:spcBef>
                        <a:spcAft>
                          <a:spcPts val="100"/>
                        </a:spcAft>
                        <a:buClr>
                          <a:srgbClr val="2E2E38"/>
                        </a:buClr>
                        <a:buFont typeface="+mj-lt"/>
                        <a:buAutoNum type="arabicPeriod" startAt="2"/>
                      </a:pPr>
                      <a:endParaRPr lang="en-US" sz="900" kern="1200">
                        <a:solidFill>
                          <a:schemeClr val="bg1"/>
                        </a:solidFill>
                        <a:latin typeface="+mn-lt"/>
                        <a:ea typeface="+mn-lt"/>
                        <a:cs typeface="+mn-lt"/>
                        <a:sym typeface="+mn-lt"/>
                      </a:endParaRPr>
                    </a:p>
                  </a:txBody>
                  <a:tcPr marL="46966" marR="46966" marT="46966" marB="46966">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37196"/>
                  </a:ext>
                </a:extLst>
              </a:tr>
              <a:tr h="1184406">
                <a:tc>
                  <a:txBody>
                    <a:bodyPr/>
                    <a:lstStyle>
                      <a:lvl1pPr marL="0" algn="l" defTabSz="913432" rtl="0" eaLnBrk="1" latinLnBrk="0" hangingPunct="1">
                        <a:defRPr sz="1800" kern="1200">
                          <a:solidFill>
                            <a:schemeClr val="dk1"/>
                          </a:solidFill>
                          <a:latin typeface="Arial"/>
                          <a:ea typeface="华文楷体"/>
                        </a:defRPr>
                      </a:lvl1pPr>
                      <a:lvl2pPr marL="456716" algn="l" defTabSz="913432" rtl="0" eaLnBrk="1" latinLnBrk="0" hangingPunct="1">
                        <a:defRPr sz="1800" kern="1200">
                          <a:solidFill>
                            <a:schemeClr val="dk1"/>
                          </a:solidFill>
                          <a:latin typeface="Arial"/>
                          <a:ea typeface="华文楷体"/>
                        </a:defRPr>
                      </a:lvl2pPr>
                      <a:lvl3pPr marL="913432" algn="l" defTabSz="913432" rtl="0" eaLnBrk="1" latinLnBrk="0" hangingPunct="1">
                        <a:defRPr sz="1800" kern="1200">
                          <a:solidFill>
                            <a:schemeClr val="dk1"/>
                          </a:solidFill>
                          <a:latin typeface="Arial"/>
                          <a:ea typeface="华文楷体"/>
                        </a:defRPr>
                      </a:lvl3pPr>
                      <a:lvl4pPr marL="1370148" algn="l" defTabSz="913432" rtl="0" eaLnBrk="1" latinLnBrk="0" hangingPunct="1">
                        <a:defRPr sz="1800" kern="1200">
                          <a:solidFill>
                            <a:schemeClr val="dk1"/>
                          </a:solidFill>
                          <a:latin typeface="Arial"/>
                          <a:ea typeface="华文楷体"/>
                        </a:defRPr>
                      </a:lvl4pPr>
                      <a:lvl5pPr marL="1826865" algn="l" defTabSz="913432" rtl="0" eaLnBrk="1" latinLnBrk="0" hangingPunct="1">
                        <a:defRPr sz="1800" kern="1200">
                          <a:solidFill>
                            <a:schemeClr val="dk1"/>
                          </a:solidFill>
                          <a:latin typeface="Arial"/>
                          <a:ea typeface="华文楷体"/>
                        </a:defRPr>
                      </a:lvl5pPr>
                      <a:lvl6pPr marL="2283580" algn="l" defTabSz="913432" rtl="0" eaLnBrk="1" latinLnBrk="0" hangingPunct="1">
                        <a:defRPr sz="1800" kern="1200">
                          <a:solidFill>
                            <a:schemeClr val="dk1"/>
                          </a:solidFill>
                          <a:latin typeface="Arial"/>
                          <a:ea typeface="华文楷体"/>
                        </a:defRPr>
                      </a:lvl6pPr>
                      <a:lvl7pPr marL="2740297" algn="l" defTabSz="913432" rtl="0" eaLnBrk="1" latinLnBrk="0" hangingPunct="1">
                        <a:defRPr sz="1800" kern="1200">
                          <a:solidFill>
                            <a:schemeClr val="dk1"/>
                          </a:solidFill>
                          <a:latin typeface="Arial"/>
                          <a:ea typeface="华文楷体"/>
                        </a:defRPr>
                      </a:lvl7pPr>
                      <a:lvl8pPr marL="3197014" algn="l" defTabSz="913432" rtl="0" eaLnBrk="1" latinLnBrk="0" hangingPunct="1">
                        <a:defRPr sz="1800" kern="1200">
                          <a:solidFill>
                            <a:schemeClr val="dk1"/>
                          </a:solidFill>
                          <a:latin typeface="Arial"/>
                          <a:ea typeface="华文楷体"/>
                        </a:defRPr>
                      </a:lvl8pPr>
                      <a:lvl9pPr marL="3653728" algn="l" defTabSz="913432" rtl="0" eaLnBrk="1" latinLnBrk="0" hangingPunct="1">
                        <a:defRPr sz="1800" kern="1200">
                          <a:solidFill>
                            <a:schemeClr val="dk1"/>
                          </a:solidFill>
                          <a:latin typeface="Arial"/>
                          <a:ea typeface="华文楷体"/>
                        </a:defRPr>
                      </a:lvl9pPr>
                    </a:lstStyle>
                    <a:p>
                      <a:pPr algn="ctr">
                        <a:spcBef>
                          <a:spcPts val="0"/>
                        </a:spcBef>
                        <a:spcAft>
                          <a:spcPts val="100"/>
                        </a:spcAft>
                      </a:pPr>
                      <a:r>
                        <a:rPr lang="en-US" sz="1199" b="1" kern="0">
                          <a:solidFill>
                            <a:schemeClr val="bg1"/>
                          </a:solidFill>
                          <a:latin typeface="+mn-lt"/>
                          <a:ea typeface="+mn-lt"/>
                          <a:cs typeface="+mn-lt"/>
                          <a:sym typeface="+mn-lt"/>
                        </a:rPr>
                        <a:t>Impact</a:t>
                      </a:r>
                    </a:p>
                  </a:txBody>
                  <a:tcPr marL="46966" marR="46966" marT="46966" marB="46966" vert="vert270" anchor="ctr">
                    <a:lnL w="635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83D3"/>
                    </a:solidFill>
                  </a:tcPr>
                </a:tc>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marL="182880" marR="0" lvl="0" indent="-182880" algn="l" defTabSz="914400" rtl="0" eaLnBrk="1" fontAlgn="auto" latinLnBrk="0" hangingPunct="1">
                        <a:lnSpc>
                          <a:spcPct val="100000"/>
                        </a:lnSpc>
                        <a:spcBef>
                          <a:spcPts val="0"/>
                        </a:spcBef>
                        <a:spcAft>
                          <a:spcPts val="100"/>
                        </a:spcAft>
                        <a:buClr>
                          <a:schemeClr val="tx1"/>
                        </a:buClr>
                        <a:buSzPct val="75000"/>
                        <a:buFont typeface="Wingdings 3" panose="05040102010807070707" pitchFamily="18" charset="2"/>
                        <a:buChar char=""/>
                        <a:tabLst/>
                        <a:defRPr/>
                      </a:pPr>
                      <a:r>
                        <a:rPr lang="en-US" sz="900" kern="1200">
                          <a:solidFill>
                            <a:schemeClr val="bg1"/>
                          </a:solidFill>
                          <a:latin typeface="+mn-lt"/>
                          <a:ea typeface="+mn-lt"/>
                          <a:cs typeface="+mn-lt"/>
                          <a:sym typeface="+mn-lt"/>
                        </a:rPr>
                        <a:t>Greater control and oversight to transform the process</a:t>
                      </a:r>
                    </a:p>
                    <a:p>
                      <a:pPr marL="182880" marR="0" lvl="0" indent="-182880" algn="l" defTabSz="914400" rtl="0" eaLnBrk="1" fontAlgn="auto" latinLnBrk="0" hangingPunct="1">
                        <a:lnSpc>
                          <a:spcPct val="100000"/>
                        </a:lnSpc>
                        <a:spcBef>
                          <a:spcPts val="0"/>
                        </a:spcBef>
                        <a:spcAft>
                          <a:spcPts val="100"/>
                        </a:spcAft>
                        <a:buClr>
                          <a:schemeClr val="tx1"/>
                        </a:buClr>
                        <a:buSzPct val="75000"/>
                        <a:buFont typeface="Wingdings 3" panose="05040102010807070707" pitchFamily="18" charset="2"/>
                        <a:buChar char=""/>
                        <a:tabLst/>
                        <a:defRPr/>
                      </a:pPr>
                      <a:r>
                        <a:rPr lang="en-US" sz="900" kern="1200">
                          <a:solidFill>
                            <a:schemeClr val="bg1"/>
                          </a:solidFill>
                          <a:latin typeface="+mn-lt"/>
                          <a:ea typeface="+mn-lt"/>
                          <a:cs typeface="+mn-lt"/>
                          <a:sym typeface="+mn-lt"/>
                        </a:rPr>
                        <a:t>Process knowledge and control is retained locally</a:t>
                      </a:r>
                    </a:p>
                    <a:p>
                      <a:pPr marL="182880" marR="0" lvl="0" indent="-182880" algn="l" defTabSz="914400" rtl="0" eaLnBrk="1" fontAlgn="auto" latinLnBrk="0" hangingPunct="1">
                        <a:lnSpc>
                          <a:spcPct val="100000"/>
                        </a:lnSpc>
                        <a:spcBef>
                          <a:spcPts val="0"/>
                        </a:spcBef>
                        <a:spcAft>
                          <a:spcPts val="100"/>
                        </a:spcAft>
                        <a:buClr>
                          <a:schemeClr val="tx1"/>
                        </a:buClr>
                        <a:buSzPct val="75000"/>
                        <a:buFont typeface="Wingdings 3" panose="05040102010807070707" pitchFamily="18" charset="2"/>
                        <a:buChar char=""/>
                        <a:tabLst/>
                        <a:defRPr/>
                      </a:pPr>
                      <a:r>
                        <a:rPr lang="en-US" sz="900" kern="1200">
                          <a:solidFill>
                            <a:schemeClr val="bg1"/>
                          </a:solidFill>
                          <a:latin typeface="+mn-lt"/>
                          <a:ea typeface="+mn-lt"/>
                          <a:cs typeface="+mn-lt"/>
                          <a:sym typeface="+mn-lt"/>
                        </a:rPr>
                        <a:t>Delivers process optimization and greater agility</a:t>
                      </a:r>
                    </a:p>
                  </a:txBody>
                  <a:tcPr marL="46966" marR="182785" marT="46966" marB="46966">
                    <a:lnL w="12700" cap="flat" cmpd="sng" algn="ctr">
                      <a:solidFill>
                        <a:srgbClr val="FFFFFF"/>
                      </a:solidFill>
                      <a:prstDash val="solid"/>
                      <a:round/>
                      <a:headEnd type="none" w="med" len="med"/>
                      <a:tailEnd type="none" w="med" len="med"/>
                    </a:lnL>
                    <a:lnR w="12700" cap="flat" cmpd="sng" algn="ctr">
                      <a:solidFill>
                        <a:srgbClr val="E7E6E6">
                          <a:lumMod val="90000"/>
                        </a:srgbClr>
                      </a:solid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432" rtl="0" eaLnBrk="1" latinLnBrk="0" hangingPunct="1">
                        <a:defRPr sz="1800" kern="1200">
                          <a:solidFill>
                            <a:schemeClr val="dk1"/>
                          </a:solidFill>
                          <a:latin typeface="Arial"/>
                          <a:ea typeface="华文楷体"/>
                        </a:defRPr>
                      </a:lvl1pPr>
                      <a:lvl2pPr marL="456716" algn="l" defTabSz="913432" rtl="0" eaLnBrk="1" latinLnBrk="0" hangingPunct="1">
                        <a:defRPr sz="1800" kern="1200">
                          <a:solidFill>
                            <a:schemeClr val="dk1"/>
                          </a:solidFill>
                          <a:latin typeface="Arial"/>
                          <a:ea typeface="华文楷体"/>
                        </a:defRPr>
                      </a:lvl2pPr>
                      <a:lvl3pPr marL="913432" algn="l" defTabSz="913432" rtl="0" eaLnBrk="1" latinLnBrk="0" hangingPunct="1">
                        <a:defRPr sz="1800" kern="1200">
                          <a:solidFill>
                            <a:schemeClr val="dk1"/>
                          </a:solidFill>
                          <a:latin typeface="Arial"/>
                          <a:ea typeface="华文楷体"/>
                        </a:defRPr>
                      </a:lvl3pPr>
                      <a:lvl4pPr marL="1370148" algn="l" defTabSz="913432" rtl="0" eaLnBrk="1" latinLnBrk="0" hangingPunct="1">
                        <a:defRPr sz="1800" kern="1200">
                          <a:solidFill>
                            <a:schemeClr val="dk1"/>
                          </a:solidFill>
                          <a:latin typeface="Arial"/>
                          <a:ea typeface="华文楷体"/>
                        </a:defRPr>
                      </a:lvl4pPr>
                      <a:lvl5pPr marL="1826865" algn="l" defTabSz="913432" rtl="0" eaLnBrk="1" latinLnBrk="0" hangingPunct="1">
                        <a:defRPr sz="1800" kern="1200">
                          <a:solidFill>
                            <a:schemeClr val="dk1"/>
                          </a:solidFill>
                          <a:latin typeface="Arial"/>
                          <a:ea typeface="华文楷体"/>
                        </a:defRPr>
                      </a:lvl5pPr>
                      <a:lvl6pPr marL="2283580" algn="l" defTabSz="913432" rtl="0" eaLnBrk="1" latinLnBrk="0" hangingPunct="1">
                        <a:defRPr sz="1800" kern="1200">
                          <a:solidFill>
                            <a:schemeClr val="dk1"/>
                          </a:solidFill>
                          <a:latin typeface="Arial"/>
                          <a:ea typeface="华文楷体"/>
                        </a:defRPr>
                      </a:lvl6pPr>
                      <a:lvl7pPr marL="2740297" algn="l" defTabSz="913432" rtl="0" eaLnBrk="1" latinLnBrk="0" hangingPunct="1">
                        <a:defRPr sz="1800" kern="1200">
                          <a:solidFill>
                            <a:schemeClr val="dk1"/>
                          </a:solidFill>
                          <a:latin typeface="Arial"/>
                          <a:ea typeface="华文楷体"/>
                        </a:defRPr>
                      </a:lvl7pPr>
                      <a:lvl8pPr marL="3197014" algn="l" defTabSz="913432" rtl="0" eaLnBrk="1" latinLnBrk="0" hangingPunct="1">
                        <a:defRPr sz="1800" kern="1200">
                          <a:solidFill>
                            <a:schemeClr val="dk1"/>
                          </a:solidFill>
                          <a:latin typeface="Arial"/>
                          <a:ea typeface="华文楷体"/>
                        </a:defRPr>
                      </a:lvl8pPr>
                      <a:lvl9pPr marL="3653728" algn="l" defTabSz="913432" rtl="0" eaLnBrk="1" latinLnBrk="0" hangingPunct="1">
                        <a:defRPr sz="1800" kern="1200">
                          <a:solidFill>
                            <a:schemeClr val="dk1"/>
                          </a:solidFill>
                          <a:latin typeface="Arial"/>
                          <a:ea typeface="华文楷体"/>
                        </a:defRPr>
                      </a:lvl9pPr>
                    </a:lstStyle>
                    <a:p>
                      <a:pPr marL="182880" marR="0" lvl="0" indent="-182880" algn="l" defTabSz="914400" rtl="0" eaLnBrk="1" fontAlgn="auto" latinLnBrk="0" hangingPunct="1">
                        <a:lnSpc>
                          <a:spcPct val="100000"/>
                        </a:lnSpc>
                        <a:spcBef>
                          <a:spcPts val="0"/>
                        </a:spcBef>
                        <a:spcAft>
                          <a:spcPts val="100"/>
                        </a:spcAft>
                        <a:buClr>
                          <a:schemeClr val="tx1"/>
                        </a:buClr>
                        <a:buSzPct val="75000"/>
                        <a:buFont typeface="Wingdings 3" panose="05040102010807070707" pitchFamily="18" charset="2"/>
                        <a:buChar char=""/>
                        <a:tabLst/>
                        <a:defRPr/>
                      </a:pPr>
                      <a:r>
                        <a:rPr lang="en-US" sz="900">
                          <a:solidFill>
                            <a:schemeClr val="bg1"/>
                          </a:solidFill>
                          <a:latin typeface="+mn-lt"/>
                          <a:ea typeface="+mn-lt"/>
                          <a:cs typeface="+mn-lt"/>
                          <a:sym typeface="+mn-lt"/>
                        </a:rPr>
                        <a:t>Delays</a:t>
                      </a:r>
                      <a:r>
                        <a:rPr lang="en-US" sz="900" baseline="0">
                          <a:solidFill>
                            <a:schemeClr val="bg1"/>
                          </a:solidFill>
                          <a:latin typeface="+mn-lt"/>
                          <a:ea typeface="+mn-lt"/>
                          <a:cs typeface="+mn-lt"/>
                          <a:sym typeface="+mn-lt"/>
                        </a:rPr>
                        <a:t> the realization of benefits</a:t>
                      </a:r>
                      <a:endParaRPr lang="en-US" sz="900">
                        <a:solidFill>
                          <a:schemeClr val="bg1"/>
                        </a:solidFill>
                        <a:latin typeface="+mn-lt"/>
                        <a:ea typeface="+mn-lt"/>
                        <a:cs typeface="+mn-lt"/>
                        <a:sym typeface="+mn-lt"/>
                      </a:endParaRPr>
                    </a:p>
                    <a:p>
                      <a:pPr marL="182880" marR="0" lvl="0" indent="-182880" algn="l" defTabSz="914400" rtl="0" eaLnBrk="1" fontAlgn="auto" latinLnBrk="0" hangingPunct="1">
                        <a:lnSpc>
                          <a:spcPct val="100000"/>
                        </a:lnSpc>
                        <a:spcBef>
                          <a:spcPts val="0"/>
                        </a:spcBef>
                        <a:spcAft>
                          <a:spcPts val="100"/>
                        </a:spcAft>
                        <a:buClr>
                          <a:schemeClr val="tx1"/>
                        </a:buClr>
                        <a:buSzPct val="75000"/>
                        <a:buFont typeface="Wingdings 3" panose="05040102010807070707" pitchFamily="18" charset="2"/>
                        <a:buChar char=""/>
                        <a:tabLst/>
                        <a:defRPr/>
                      </a:pPr>
                      <a:r>
                        <a:rPr lang="en-US" sz="900" kern="1200">
                          <a:solidFill>
                            <a:schemeClr val="bg1"/>
                          </a:solidFill>
                          <a:latin typeface="+mn-lt"/>
                          <a:ea typeface="+mn-lt"/>
                          <a:cs typeface="+mn-lt"/>
                          <a:sym typeface="+mn-lt"/>
                        </a:rPr>
                        <a:t>More difficult</a:t>
                      </a:r>
                      <a:r>
                        <a:rPr lang="en-US" sz="900" kern="1200" baseline="0">
                          <a:solidFill>
                            <a:schemeClr val="bg1"/>
                          </a:solidFill>
                          <a:latin typeface="+mn-lt"/>
                          <a:ea typeface="+mn-lt"/>
                          <a:cs typeface="+mn-lt"/>
                          <a:sym typeface="+mn-lt"/>
                        </a:rPr>
                        <a:t> to implement new designs into decentralized organization </a:t>
                      </a:r>
                      <a:endParaRPr lang="en-US" sz="900" kern="1200">
                        <a:solidFill>
                          <a:schemeClr val="bg1"/>
                        </a:solidFill>
                        <a:latin typeface="+mn-lt"/>
                        <a:ea typeface="+mn-lt"/>
                        <a:cs typeface="+mn-lt"/>
                        <a:sym typeface="+mn-lt"/>
                      </a:endParaRPr>
                    </a:p>
                  </a:txBody>
                  <a:tcPr marL="46966" marR="46966" marT="46966" marB="46966">
                    <a:lnL w="12700" cap="flat" cmpd="sng" algn="ctr">
                      <a:solidFill>
                        <a:srgbClr val="E7E6E6">
                          <a:lumMod val="90000"/>
                        </a:srgbClr>
                      </a:solidFill>
                      <a:prstDash val="solid"/>
                      <a:round/>
                      <a:headEnd type="none" w="med" len="med"/>
                      <a:tailEnd type="none" w="med" len="med"/>
                    </a:lnL>
                    <a:lnR w="12700" cap="flat" cmpd="sng" algn="ctr">
                      <a:solidFill>
                        <a:srgbClr val="E7E6E6">
                          <a:lumMod val="90000"/>
                        </a:srgbClr>
                      </a:solid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432" rtl="0" eaLnBrk="1" latinLnBrk="0" hangingPunct="1">
                        <a:defRPr sz="1800" kern="1200">
                          <a:solidFill>
                            <a:schemeClr val="dk1"/>
                          </a:solidFill>
                          <a:latin typeface="Arial"/>
                          <a:ea typeface="华文楷体"/>
                        </a:defRPr>
                      </a:lvl1pPr>
                      <a:lvl2pPr marL="456716" algn="l" defTabSz="913432" rtl="0" eaLnBrk="1" latinLnBrk="0" hangingPunct="1">
                        <a:defRPr sz="1800" kern="1200">
                          <a:solidFill>
                            <a:schemeClr val="dk1"/>
                          </a:solidFill>
                          <a:latin typeface="Arial"/>
                          <a:ea typeface="华文楷体"/>
                        </a:defRPr>
                      </a:lvl2pPr>
                      <a:lvl3pPr marL="913432" algn="l" defTabSz="913432" rtl="0" eaLnBrk="1" latinLnBrk="0" hangingPunct="1">
                        <a:defRPr sz="1800" kern="1200">
                          <a:solidFill>
                            <a:schemeClr val="dk1"/>
                          </a:solidFill>
                          <a:latin typeface="Arial"/>
                          <a:ea typeface="华文楷体"/>
                        </a:defRPr>
                      </a:lvl3pPr>
                      <a:lvl4pPr marL="1370148" algn="l" defTabSz="913432" rtl="0" eaLnBrk="1" latinLnBrk="0" hangingPunct="1">
                        <a:defRPr sz="1800" kern="1200">
                          <a:solidFill>
                            <a:schemeClr val="dk1"/>
                          </a:solidFill>
                          <a:latin typeface="Arial"/>
                          <a:ea typeface="华文楷体"/>
                        </a:defRPr>
                      </a:lvl4pPr>
                      <a:lvl5pPr marL="1826865" algn="l" defTabSz="913432" rtl="0" eaLnBrk="1" latinLnBrk="0" hangingPunct="1">
                        <a:defRPr sz="1800" kern="1200">
                          <a:solidFill>
                            <a:schemeClr val="dk1"/>
                          </a:solidFill>
                          <a:latin typeface="Arial"/>
                          <a:ea typeface="华文楷体"/>
                        </a:defRPr>
                      </a:lvl5pPr>
                      <a:lvl6pPr marL="2283580" algn="l" defTabSz="913432" rtl="0" eaLnBrk="1" latinLnBrk="0" hangingPunct="1">
                        <a:defRPr sz="1800" kern="1200">
                          <a:solidFill>
                            <a:schemeClr val="dk1"/>
                          </a:solidFill>
                          <a:latin typeface="Arial"/>
                          <a:ea typeface="华文楷体"/>
                        </a:defRPr>
                      </a:lvl6pPr>
                      <a:lvl7pPr marL="2740297" algn="l" defTabSz="913432" rtl="0" eaLnBrk="1" latinLnBrk="0" hangingPunct="1">
                        <a:defRPr sz="1800" kern="1200">
                          <a:solidFill>
                            <a:schemeClr val="dk1"/>
                          </a:solidFill>
                          <a:latin typeface="Arial"/>
                          <a:ea typeface="华文楷体"/>
                        </a:defRPr>
                      </a:lvl7pPr>
                      <a:lvl8pPr marL="3197014" algn="l" defTabSz="913432" rtl="0" eaLnBrk="1" latinLnBrk="0" hangingPunct="1">
                        <a:defRPr sz="1800" kern="1200">
                          <a:solidFill>
                            <a:schemeClr val="dk1"/>
                          </a:solidFill>
                          <a:latin typeface="Arial"/>
                          <a:ea typeface="华文楷体"/>
                        </a:defRPr>
                      </a:lvl8pPr>
                      <a:lvl9pPr marL="3653728" algn="l" defTabSz="913432" rtl="0" eaLnBrk="1" latinLnBrk="0" hangingPunct="1">
                        <a:defRPr sz="1800" kern="1200">
                          <a:solidFill>
                            <a:schemeClr val="dk1"/>
                          </a:solidFill>
                          <a:latin typeface="Arial"/>
                          <a:ea typeface="华文楷体"/>
                        </a:defRPr>
                      </a:lvl9pPr>
                    </a:lstStyle>
                    <a:p>
                      <a:pPr marL="182880" marR="0" lvl="0" indent="-182880" algn="l" defTabSz="914400" rtl="0" eaLnBrk="1" fontAlgn="auto" latinLnBrk="0" hangingPunct="1">
                        <a:lnSpc>
                          <a:spcPct val="100000"/>
                        </a:lnSpc>
                        <a:spcBef>
                          <a:spcPts val="0"/>
                        </a:spcBef>
                        <a:spcAft>
                          <a:spcPts val="100"/>
                        </a:spcAft>
                        <a:buClr>
                          <a:schemeClr val="tx1"/>
                        </a:buClr>
                        <a:buSzPct val="75000"/>
                        <a:buFont typeface="Wingdings 3" panose="05040102010807070707" pitchFamily="18" charset="2"/>
                        <a:buChar char=""/>
                        <a:tabLst/>
                        <a:defRPr/>
                      </a:pPr>
                      <a:r>
                        <a:rPr lang="en-US" sz="900" kern="1200">
                          <a:solidFill>
                            <a:schemeClr val="bg1"/>
                          </a:solidFill>
                          <a:latin typeface="+mn-lt"/>
                          <a:ea typeface="+mn-lt"/>
                          <a:cs typeface="+mn-lt"/>
                          <a:sym typeface="+mn-lt"/>
                        </a:rPr>
                        <a:t>Balances operational risk and desire to achieve savings</a:t>
                      </a:r>
                    </a:p>
                    <a:p>
                      <a:pPr marL="182880" marR="0" lvl="0" indent="-182880" algn="l" defTabSz="914400" rtl="0" eaLnBrk="1" fontAlgn="auto" latinLnBrk="0" hangingPunct="1">
                        <a:lnSpc>
                          <a:spcPct val="100000"/>
                        </a:lnSpc>
                        <a:spcBef>
                          <a:spcPts val="0"/>
                        </a:spcBef>
                        <a:spcAft>
                          <a:spcPts val="100"/>
                        </a:spcAft>
                        <a:buClr>
                          <a:schemeClr val="tx1"/>
                        </a:buClr>
                        <a:buSzPct val="75000"/>
                        <a:buFont typeface="Wingdings 3" panose="05040102010807070707" pitchFamily="18" charset="2"/>
                        <a:buChar char=""/>
                        <a:tabLst/>
                        <a:defRPr/>
                      </a:pPr>
                      <a:r>
                        <a:rPr lang="en-US" sz="900" kern="1200">
                          <a:solidFill>
                            <a:schemeClr val="bg1"/>
                          </a:solidFill>
                          <a:latin typeface="+mn-lt"/>
                          <a:ea typeface="+mn-lt"/>
                          <a:cs typeface="+mn-lt"/>
                          <a:sym typeface="+mn-lt"/>
                        </a:rPr>
                        <a:t>Easier to implement new designs into centralized locations</a:t>
                      </a:r>
                    </a:p>
                  </a:txBody>
                  <a:tcPr marL="46966" marR="46966" marT="46966" marB="46966">
                    <a:lnL w="12700" cap="flat" cmpd="sng" algn="ctr">
                      <a:solidFill>
                        <a:srgbClr val="E7E6E6">
                          <a:lumMod val="90000"/>
                        </a:srgbClr>
                      </a:solidFill>
                      <a:prstDash val="solid"/>
                      <a:round/>
                      <a:headEnd type="none" w="med" len="med"/>
                      <a:tailEnd type="none" w="med" len="med"/>
                    </a:lnL>
                    <a:lnR w="12700" cap="flat" cmpd="sng" algn="ctr">
                      <a:solidFill>
                        <a:srgbClr val="E7E6E6">
                          <a:lumMod val="90000"/>
                        </a:srgbClr>
                      </a:solid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432" rtl="0" eaLnBrk="1" latinLnBrk="0" hangingPunct="1">
                        <a:defRPr sz="1800" kern="1200">
                          <a:solidFill>
                            <a:schemeClr val="dk1"/>
                          </a:solidFill>
                          <a:latin typeface="Arial"/>
                          <a:ea typeface="华文楷体"/>
                        </a:defRPr>
                      </a:lvl1pPr>
                      <a:lvl2pPr marL="456716" algn="l" defTabSz="913432" rtl="0" eaLnBrk="1" latinLnBrk="0" hangingPunct="1">
                        <a:defRPr sz="1800" kern="1200">
                          <a:solidFill>
                            <a:schemeClr val="dk1"/>
                          </a:solidFill>
                          <a:latin typeface="Arial"/>
                          <a:ea typeface="华文楷体"/>
                        </a:defRPr>
                      </a:lvl2pPr>
                      <a:lvl3pPr marL="913432" algn="l" defTabSz="913432" rtl="0" eaLnBrk="1" latinLnBrk="0" hangingPunct="1">
                        <a:defRPr sz="1800" kern="1200">
                          <a:solidFill>
                            <a:schemeClr val="dk1"/>
                          </a:solidFill>
                          <a:latin typeface="Arial"/>
                          <a:ea typeface="华文楷体"/>
                        </a:defRPr>
                      </a:lvl3pPr>
                      <a:lvl4pPr marL="1370148" algn="l" defTabSz="913432" rtl="0" eaLnBrk="1" latinLnBrk="0" hangingPunct="1">
                        <a:defRPr sz="1800" kern="1200">
                          <a:solidFill>
                            <a:schemeClr val="dk1"/>
                          </a:solidFill>
                          <a:latin typeface="Arial"/>
                          <a:ea typeface="华文楷体"/>
                        </a:defRPr>
                      </a:lvl4pPr>
                      <a:lvl5pPr marL="1826865" algn="l" defTabSz="913432" rtl="0" eaLnBrk="1" latinLnBrk="0" hangingPunct="1">
                        <a:defRPr sz="1800" kern="1200">
                          <a:solidFill>
                            <a:schemeClr val="dk1"/>
                          </a:solidFill>
                          <a:latin typeface="Arial"/>
                          <a:ea typeface="华文楷体"/>
                        </a:defRPr>
                      </a:lvl5pPr>
                      <a:lvl6pPr marL="2283580" algn="l" defTabSz="913432" rtl="0" eaLnBrk="1" latinLnBrk="0" hangingPunct="1">
                        <a:defRPr sz="1800" kern="1200">
                          <a:solidFill>
                            <a:schemeClr val="dk1"/>
                          </a:solidFill>
                          <a:latin typeface="Arial"/>
                          <a:ea typeface="华文楷体"/>
                        </a:defRPr>
                      </a:lvl6pPr>
                      <a:lvl7pPr marL="2740297" algn="l" defTabSz="913432" rtl="0" eaLnBrk="1" latinLnBrk="0" hangingPunct="1">
                        <a:defRPr sz="1800" kern="1200">
                          <a:solidFill>
                            <a:schemeClr val="dk1"/>
                          </a:solidFill>
                          <a:latin typeface="Arial"/>
                          <a:ea typeface="华文楷体"/>
                        </a:defRPr>
                      </a:lvl7pPr>
                      <a:lvl8pPr marL="3197014" algn="l" defTabSz="913432" rtl="0" eaLnBrk="1" latinLnBrk="0" hangingPunct="1">
                        <a:defRPr sz="1800" kern="1200">
                          <a:solidFill>
                            <a:schemeClr val="dk1"/>
                          </a:solidFill>
                          <a:latin typeface="Arial"/>
                          <a:ea typeface="华文楷体"/>
                        </a:defRPr>
                      </a:lvl8pPr>
                      <a:lvl9pPr marL="3653728" algn="l" defTabSz="913432" rtl="0" eaLnBrk="1" latinLnBrk="0" hangingPunct="1">
                        <a:defRPr sz="1800" kern="1200">
                          <a:solidFill>
                            <a:schemeClr val="dk1"/>
                          </a:solidFill>
                          <a:latin typeface="Arial"/>
                          <a:ea typeface="华文楷体"/>
                        </a:defRPr>
                      </a:lvl9pPr>
                    </a:lstStyle>
                    <a:p>
                      <a:pPr marL="182880" marR="0" lvl="0" indent="-182880" algn="l" defTabSz="914400" rtl="0" eaLnBrk="1" fontAlgn="auto" latinLnBrk="0" hangingPunct="1">
                        <a:lnSpc>
                          <a:spcPct val="100000"/>
                        </a:lnSpc>
                        <a:spcBef>
                          <a:spcPts val="0"/>
                        </a:spcBef>
                        <a:spcAft>
                          <a:spcPts val="100"/>
                        </a:spcAft>
                        <a:buClr>
                          <a:schemeClr val="tx1"/>
                        </a:buClr>
                        <a:buSzPct val="75000"/>
                        <a:buFont typeface="Wingdings 3" panose="05040102010807070707" pitchFamily="18" charset="2"/>
                        <a:buChar char=""/>
                        <a:tabLst/>
                        <a:defRPr/>
                      </a:pPr>
                      <a:r>
                        <a:rPr lang="en-US" sz="900" kern="1200">
                          <a:solidFill>
                            <a:schemeClr val="bg1"/>
                          </a:solidFill>
                          <a:latin typeface="+mn-lt"/>
                          <a:ea typeface="+mn-lt"/>
                          <a:cs typeface="+mn-lt"/>
                          <a:sym typeface="+mn-lt"/>
                        </a:rPr>
                        <a:t>Quickly achieves benefits from labor arbitrage and organizational restructuring</a:t>
                      </a:r>
                    </a:p>
                    <a:p>
                      <a:pPr marL="182880" marR="0" lvl="0" indent="-182880" algn="l" defTabSz="914400" rtl="0" eaLnBrk="1" fontAlgn="auto" latinLnBrk="0" hangingPunct="1">
                        <a:lnSpc>
                          <a:spcPct val="100000"/>
                        </a:lnSpc>
                        <a:spcBef>
                          <a:spcPts val="0"/>
                        </a:spcBef>
                        <a:spcAft>
                          <a:spcPts val="100"/>
                        </a:spcAft>
                        <a:buClr>
                          <a:schemeClr val="tx1"/>
                        </a:buClr>
                        <a:buSzPct val="75000"/>
                        <a:buFont typeface="Wingdings 3" panose="05040102010807070707" pitchFamily="18" charset="2"/>
                        <a:buChar char=""/>
                        <a:tabLst/>
                        <a:defRPr/>
                      </a:pPr>
                      <a:r>
                        <a:rPr lang="en-US" sz="900" kern="1200">
                          <a:solidFill>
                            <a:schemeClr val="bg1"/>
                          </a:solidFill>
                          <a:latin typeface="+mn-lt"/>
                          <a:ea typeface="+mn-lt"/>
                          <a:cs typeface="+mn-lt"/>
                          <a:sym typeface="+mn-lt"/>
                        </a:rPr>
                        <a:t>Increases transition complexity and operational risk</a:t>
                      </a:r>
                    </a:p>
                    <a:p>
                      <a:pPr marL="182880" marR="0" lvl="0" indent="-182880" algn="l" defTabSz="914400" rtl="0" eaLnBrk="1" fontAlgn="auto" latinLnBrk="0" hangingPunct="1">
                        <a:lnSpc>
                          <a:spcPct val="100000"/>
                        </a:lnSpc>
                        <a:spcBef>
                          <a:spcPts val="0"/>
                        </a:spcBef>
                        <a:spcAft>
                          <a:spcPts val="100"/>
                        </a:spcAft>
                        <a:buClr>
                          <a:schemeClr val="tx1"/>
                        </a:buClr>
                        <a:buSzPct val="75000"/>
                        <a:buFont typeface="Wingdings 3" panose="05040102010807070707" pitchFamily="18" charset="2"/>
                        <a:buChar char=""/>
                        <a:tabLst/>
                        <a:defRPr/>
                      </a:pPr>
                      <a:r>
                        <a:rPr lang="en-US" sz="900" kern="1200">
                          <a:solidFill>
                            <a:schemeClr val="bg1"/>
                          </a:solidFill>
                          <a:latin typeface="+mn-lt"/>
                          <a:ea typeface="+mn-lt"/>
                          <a:cs typeface="+mn-lt"/>
                          <a:sym typeface="+mn-lt"/>
                        </a:rPr>
                        <a:t>Moves organization into suboptimized process and technology</a:t>
                      </a:r>
                    </a:p>
                  </a:txBody>
                  <a:tcPr marL="46966" marR="46966" marT="46966" marB="46966">
                    <a:lnL w="12700" cap="flat" cmpd="sng" algn="ctr">
                      <a:solidFill>
                        <a:srgbClr val="E7E6E6">
                          <a:lumMod val="90000"/>
                        </a:srgbClr>
                      </a:solidFill>
                      <a:prstDash val="solid"/>
                      <a:round/>
                      <a:headEnd type="none" w="med" len="med"/>
                      <a:tailEnd type="none" w="med" len="med"/>
                    </a:lnL>
                    <a:lnR w="12700" cap="flat" cmpd="sng" algn="ctr">
                      <a:solidFill>
                        <a:srgbClr val="FFFFFF">
                          <a:lumMod val="85000"/>
                        </a:srgbClr>
                      </a:solidFill>
                      <a:prstDash val="solid"/>
                      <a:round/>
                      <a:headEnd type="none" w="med" len="med"/>
                      <a:tailEnd type="none" w="med" len="med"/>
                    </a:lnR>
                    <a:lnT w="12700" cap="flat" cmpd="sng" algn="ctr">
                      <a:solidFill>
                        <a:srgbClr val="E7E6E6">
                          <a:lumMod val="90000"/>
                        </a:srgbClr>
                      </a:solidFill>
                      <a:prstDash val="solid"/>
                      <a:round/>
                      <a:headEnd type="none" w="med" len="med"/>
                      <a:tailEnd type="none" w="med" len="med"/>
                    </a:lnT>
                    <a:lnB w="12700" cap="flat" cmpd="sng" algn="ctr">
                      <a:solidFill>
                        <a:srgbClr val="E7E6E6">
                          <a:lumMod val="90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cxnSp>
        <p:nvCxnSpPr>
          <p:cNvPr id="196" name="Straight Arrow Connector 195">
            <a:extLst>
              <a:ext uri="{FF2B5EF4-FFF2-40B4-BE49-F238E27FC236}">
                <a16:creationId xmlns:a16="http://schemas.microsoft.com/office/drawing/2014/main" id="{CC8DC7D1-BE6C-FB06-130E-D7BA5A64BDA5}"/>
              </a:ext>
            </a:extLst>
          </p:cNvPr>
          <p:cNvCxnSpPr>
            <a:cxnSpLocks/>
            <a:stCxn id="197" idx="3"/>
          </p:cNvCxnSpPr>
          <p:nvPr/>
        </p:nvCxnSpPr>
        <p:spPr>
          <a:xfrm flipH="1" flipV="1">
            <a:off x="9463050" y="4825343"/>
            <a:ext cx="2438467" cy="1426"/>
          </a:xfrm>
          <a:prstGeom prst="straightConnector1">
            <a:avLst/>
          </a:prstGeom>
          <a:noFill/>
          <a:ln w="12700" cap="flat" cmpd="sng" algn="ctr">
            <a:solidFill>
              <a:srgbClr val="2E2E38">
                <a:lumMod val="60000"/>
                <a:lumOff val="40000"/>
              </a:srgbClr>
            </a:solidFill>
            <a:prstDash val="solid"/>
            <a:tailEnd type="triangle"/>
          </a:ln>
          <a:effectLst/>
        </p:spPr>
      </p:cxnSp>
      <p:sp>
        <p:nvSpPr>
          <p:cNvPr id="197" name="Rectangle 196">
            <a:extLst>
              <a:ext uri="{FF2B5EF4-FFF2-40B4-BE49-F238E27FC236}">
                <a16:creationId xmlns:a16="http://schemas.microsoft.com/office/drawing/2014/main" id="{A3FB388F-CC8F-CED0-F0A4-78436AD2B13E}"/>
              </a:ext>
            </a:extLst>
          </p:cNvPr>
          <p:cNvSpPr/>
          <p:nvPr/>
        </p:nvSpPr>
        <p:spPr>
          <a:xfrm>
            <a:off x="928357" y="4707959"/>
            <a:ext cx="10973160" cy="237620"/>
          </a:xfrm>
          <a:prstGeom prst="rect">
            <a:avLst/>
          </a:prstGeom>
          <a:gradFill flip="none" rotWithShape="1">
            <a:gsLst>
              <a:gs pos="95000">
                <a:srgbClr val="F37520"/>
              </a:gs>
              <a:gs pos="36000">
                <a:srgbClr val="FFFFFF"/>
              </a:gs>
            </a:gsLst>
            <a:lin ang="2700000" scaled="1"/>
            <a:tileRect/>
          </a:gradFill>
          <a:ln w="9525" cap="flat" cmpd="sng" algn="ctr">
            <a:solidFill>
              <a:srgbClr val="E7E6E6"/>
            </a:solidFill>
            <a:prstDash val="solid"/>
          </a:ln>
          <a:effectLst/>
        </p:spPr>
        <p:txBody>
          <a:bodyPr rtlCol="0" anchor="ctr" anchorCtr="0"/>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000000"/>
                </a:solidFill>
                <a:effectLst/>
                <a:uLnTx/>
                <a:uFillTx/>
                <a:ea typeface="+mn-lt"/>
                <a:cs typeface="Arial" panose="020B0604020202020204"/>
                <a:sym typeface="+mn-lt"/>
              </a:rPr>
              <a:t>Transition Risk</a:t>
            </a:r>
            <a:r>
              <a:rPr kumimoji="0" lang="en-US" sz="1100" b="1" i="0" u="none" strike="noStrike" kern="0" cap="none" spc="0" normalizeH="0" baseline="30000" noProof="0">
                <a:ln>
                  <a:noFill/>
                </a:ln>
                <a:solidFill>
                  <a:srgbClr val="000000"/>
                </a:solidFill>
                <a:effectLst/>
                <a:uLnTx/>
                <a:uFillTx/>
                <a:ea typeface="+mn-lt"/>
                <a:cs typeface="Arial" panose="020B0604020202020204"/>
                <a:sym typeface="+mn-lt"/>
              </a:rPr>
              <a:t>1</a:t>
            </a:r>
          </a:p>
        </p:txBody>
      </p:sp>
      <p:sp>
        <p:nvSpPr>
          <p:cNvPr id="198" name="Rectangle 197">
            <a:extLst>
              <a:ext uri="{FF2B5EF4-FFF2-40B4-BE49-F238E27FC236}">
                <a16:creationId xmlns:a16="http://schemas.microsoft.com/office/drawing/2014/main" id="{506BAAFD-E49F-7F84-3CDD-4D9D5397EB61}"/>
              </a:ext>
            </a:extLst>
          </p:cNvPr>
          <p:cNvSpPr/>
          <p:nvPr/>
        </p:nvSpPr>
        <p:spPr>
          <a:xfrm>
            <a:off x="3962482" y="1389292"/>
            <a:ext cx="2202581" cy="274494"/>
          </a:xfrm>
          <a:prstGeom prst="rect">
            <a:avLst/>
          </a:prstGeom>
          <a:solidFill>
            <a:srgbClr val="0090A0"/>
          </a:solidFill>
          <a:ln w="12700" cap="flat" cmpd="sng" algn="ctr">
            <a:noFill/>
            <a:prstDash val="solid"/>
          </a:ln>
          <a:effectLst/>
        </p:spPr>
        <p:txBody>
          <a:bodyPr lIns="0" rIns="0" anchor="ct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n-US" sz="1199" b="1"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“Improve then Move”</a:t>
            </a:r>
            <a:endParaRPr kumimoji="0" lang="en-US" sz="1049" b="1"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endParaRPr>
          </a:p>
        </p:txBody>
      </p:sp>
      <p:sp>
        <p:nvSpPr>
          <p:cNvPr id="199" name="Oval 198">
            <a:extLst>
              <a:ext uri="{FF2B5EF4-FFF2-40B4-BE49-F238E27FC236}">
                <a16:creationId xmlns:a16="http://schemas.microsoft.com/office/drawing/2014/main" id="{D0780B79-EC88-7AEA-D40E-9AF1F39A3A6D}"/>
              </a:ext>
            </a:extLst>
          </p:cNvPr>
          <p:cNvSpPr/>
          <p:nvPr/>
        </p:nvSpPr>
        <p:spPr>
          <a:xfrm>
            <a:off x="3834513" y="1361888"/>
            <a:ext cx="322449" cy="332336"/>
          </a:xfrm>
          <a:prstGeom prst="ellipse">
            <a:avLst/>
          </a:prstGeom>
          <a:solidFill>
            <a:srgbClr val="2E2E38"/>
          </a:solidFill>
          <a:ln w="38100" cap="flat" cmpd="sng" algn="ctr">
            <a:noFill/>
            <a:prstDash val="solid"/>
            <a:headEnd type="none" w="med" len="med"/>
            <a:tailEnd type="none" w="med" len="med"/>
          </a:ln>
          <a:effectLst/>
        </p:spPr>
        <p:txBody>
          <a:bodyPr anchor="ctr"/>
          <a:lstStyle/>
          <a:p>
            <a:pPr algn="ctr" fontAlgn="base">
              <a:spcBef>
                <a:spcPct val="50000"/>
              </a:spcBef>
              <a:spcAft>
                <a:spcPct val="0"/>
              </a:spcAft>
              <a:defRPr/>
            </a:pPr>
            <a:r>
              <a:rPr lang="en-US" sz="1199" b="1" kern="0">
                <a:solidFill>
                  <a:srgbClr val="FFFFFF"/>
                </a:solidFill>
                <a:latin typeface="Arial" panose="020B0604020202020204"/>
                <a:ea typeface="+mn-lt"/>
                <a:cs typeface="Arial" panose="020B0604020202020204"/>
                <a:sym typeface="+mn-lt"/>
              </a:rPr>
              <a:t>B</a:t>
            </a:r>
          </a:p>
        </p:txBody>
      </p:sp>
      <p:sp>
        <p:nvSpPr>
          <p:cNvPr id="200" name="Rectangle 199">
            <a:extLst>
              <a:ext uri="{FF2B5EF4-FFF2-40B4-BE49-F238E27FC236}">
                <a16:creationId xmlns:a16="http://schemas.microsoft.com/office/drawing/2014/main" id="{891E59C7-BB4A-B815-9713-816E1E317AB1}"/>
              </a:ext>
            </a:extLst>
          </p:cNvPr>
          <p:cNvSpPr/>
          <p:nvPr/>
        </p:nvSpPr>
        <p:spPr>
          <a:xfrm>
            <a:off x="9569545" y="1376420"/>
            <a:ext cx="2178273" cy="274177"/>
          </a:xfrm>
          <a:prstGeom prst="rect">
            <a:avLst/>
          </a:prstGeom>
          <a:solidFill>
            <a:srgbClr val="0090A0"/>
          </a:solidFill>
          <a:ln w="25400" cap="flat" cmpd="sng" algn="ctr">
            <a:noFill/>
            <a:prstDash val="solid"/>
          </a:ln>
          <a:effectLst/>
        </p:spPr>
        <p:txBody>
          <a:bodyPr lIns="0" rIns="0" anchor="ct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n-US" sz="1199" b="1"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“Move then Improve”</a:t>
            </a:r>
            <a:endParaRPr kumimoji="0" lang="en-US" sz="1049" b="1"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endParaRPr>
          </a:p>
        </p:txBody>
      </p:sp>
      <p:sp>
        <p:nvSpPr>
          <p:cNvPr id="201" name="Oval 200">
            <a:extLst>
              <a:ext uri="{FF2B5EF4-FFF2-40B4-BE49-F238E27FC236}">
                <a16:creationId xmlns:a16="http://schemas.microsoft.com/office/drawing/2014/main" id="{E2EE7217-AB40-CA2F-9A26-03D858B2BE5B}"/>
              </a:ext>
            </a:extLst>
          </p:cNvPr>
          <p:cNvSpPr/>
          <p:nvPr/>
        </p:nvSpPr>
        <p:spPr>
          <a:xfrm>
            <a:off x="9391706" y="1361888"/>
            <a:ext cx="322449" cy="332336"/>
          </a:xfrm>
          <a:prstGeom prst="ellipse">
            <a:avLst/>
          </a:prstGeom>
          <a:solidFill>
            <a:srgbClr val="2E2E38"/>
          </a:solidFill>
          <a:ln w="38100" cap="flat" cmpd="sng" algn="ctr">
            <a:noFill/>
            <a:prstDash val="solid"/>
            <a:headEnd type="none" w="med" len="med"/>
            <a:tailEnd type="none" w="med" len="med"/>
          </a:ln>
          <a:effectLst/>
        </p:spPr>
        <p:txBody>
          <a:bodyPr anchor="ctr"/>
          <a:lstStyle/>
          <a:p>
            <a:pPr algn="ctr" fontAlgn="base">
              <a:spcBef>
                <a:spcPct val="50000"/>
              </a:spcBef>
              <a:spcAft>
                <a:spcPct val="0"/>
              </a:spcAft>
              <a:defRPr/>
            </a:pPr>
            <a:r>
              <a:rPr lang="en-US" sz="1199" b="1" kern="0">
                <a:solidFill>
                  <a:srgbClr val="FFFFFF"/>
                </a:solidFill>
                <a:latin typeface="Arial" panose="020B0604020202020204"/>
                <a:ea typeface="+mn-lt"/>
                <a:cs typeface="Arial" panose="020B0604020202020204"/>
                <a:sym typeface="+mn-lt"/>
              </a:rPr>
              <a:t>D</a:t>
            </a:r>
          </a:p>
        </p:txBody>
      </p:sp>
      <p:sp>
        <p:nvSpPr>
          <p:cNvPr id="202" name="Rectangle 201">
            <a:extLst>
              <a:ext uri="{FF2B5EF4-FFF2-40B4-BE49-F238E27FC236}">
                <a16:creationId xmlns:a16="http://schemas.microsoft.com/office/drawing/2014/main" id="{EF27F9BD-22E8-02A2-4D32-A86EE3FFDB5D}"/>
              </a:ext>
            </a:extLst>
          </p:cNvPr>
          <p:cNvSpPr/>
          <p:nvPr/>
        </p:nvSpPr>
        <p:spPr>
          <a:xfrm>
            <a:off x="6721084" y="1391734"/>
            <a:ext cx="2284765" cy="274177"/>
          </a:xfrm>
          <a:prstGeom prst="rect">
            <a:avLst/>
          </a:prstGeom>
          <a:solidFill>
            <a:srgbClr val="0090A0"/>
          </a:solidFill>
          <a:ln w="25400" cap="flat" cmpd="sng" algn="ctr">
            <a:noFill/>
            <a:prstDash val="solid"/>
          </a:ln>
          <a:effectLst/>
        </p:spPr>
        <p:txBody>
          <a:bodyPr lIns="0" rIns="0" anchor="ct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n-GB" sz="1199" b="1"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“Move and Improve</a:t>
            </a:r>
            <a:r>
              <a:rPr kumimoji="0" lang="en-US" sz="1199" b="1"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a:t>
            </a:r>
            <a:endParaRPr kumimoji="0" lang="en-GB" sz="1199" b="1"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endParaRPr>
          </a:p>
        </p:txBody>
      </p:sp>
      <p:sp>
        <p:nvSpPr>
          <p:cNvPr id="203" name="Oval 202">
            <a:extLst>
              <a:ext uri="{FF2B5EF4-FFF2-40B4-BE49-F238E27FC236}">
                <a16:creationId xmlns:a16="http://schemas.microsoft.com/office/drawing/2014/main" id="{8346F315-F1DC-4A34-2AA6-4E277343FA4E}"/>
              </a:ext>
            </a:extLst>
          </p:cNvPr>
          <p:cNvSpPr/>
          <p:nvPr/>
        </p:nvSpPr>
        <p:spPr>
          <a:xfrm>
            <a:off x="6590792" y="1361888"/>
            <a:ext cx="322449" cy="332336"/>
          </a:xfrm>
          <a:prstGeom prst="ellipse">
            <a:avLst/>
          </a:prstGeom>
          <a:solidFill>
            <a:srgbClr val="2E2E38"/>
          </a:solidFill>
          <a:ln w="38100" cap="flat" cmpd="sng" algn="ctr">
            <a:noFill/>
            <a:prstDash val="solid"/>
            <a:headEnd type="none" w="med" len="med"/>
            <a:tailEnd type="none" w="med" len="med"/>
          </a:ln>
          <a:effectLst/>
        </p:spPr>
        <p:txBody>
          <a:bodyPr anchor="ctr"/>
          <a:lstStyle/>
          <a:p>
            <a:pPr algn="ctr" fontAlgn="base">
              <a:spcBef>
                <a:spcPct val="50000"/>
              </a:spcBef>
              <a:spcAft>
                <a:spcPct val="0"/>
              </a:spcAft>
              <a:defRPr/>
            </a:pPr>
            <a:r>
              <a:rPr lang="en-US" sz="1199" b="1" kern="0">
                <a:solidFill>
                  <a:srgbClr val="FFFFFF"/>
                </a:solidFill>
                <a:latin typeface="Arial" panose="020B0604020202020204"/>
                <a:ea typeface="+mn-lt"/>
                <a:cs typeface="Arial" panose="020B0604020202020204"/>
                <a:sym typeface="+mn-lt"/>
              </a:rPr>
              <a:t>C</a:t>
            </a:r>
          </a:p>
        </p:txBody>
      </p:sp>
      <p:sp>
        <p:nvSpPr>
          <p:cNvPr id="204" name="Rectangle 203">
            <a:extLst>
              <a:ext uri="{FF2B5EF4-FFF2-40B4-BE49-F238E27FC236}">
                <a16:creationId xmlns:a16="http://schemas.microsoft.com/office/drawing/2014/main" id="{2C28E544-819A-4822-E038-57042DA4530E}"/>
              </a:ext>
            </a:extLst>
          </p:cNvPr>
          <p:cNvSpPr/>
          <p:nvPr/>
        </p:nvSpPr>
        <p:spPr>
          <a:xfrm>
            <a:off x="1064244" y="1389292"/>
            <a:ext cx="2368125" cy="274494"/>
          </a:xfrm>
          <a:prstGeom prst="rect">
            <a:avLst/>
          </a:prstGeom>
          <a:solidFill>
            <a:srgbClr val="0090A0"/>
          </a:solidFill>
          <a:ln w="12700" cap="flat" cmpd="sng" algn="ctr">
            <a:noFill/>
            <a:prstDash val="solid"/>
          </a:ln>
          <a:effectLst/>
        </p:spPr>
        <p:txBody>
          <a:bodyPr lIns="0" rIns="0" anchor="ct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n-US" sz="1199" b="1"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rPr>
              <a:t>“Transform”</a:t>
            </a:r>
            <a:endParaRPr kumimoji="0" lang="en-US" sz="1049" b="1" i="0" u="none" strike="noStrike" kern="0" cap="none" spc="0" normalizeH="0" baseline="0" noProof="0">
              <a:ln>
                <a:noFill/>
              </a:ln>
              <a:solidFill>
                <a:srgbClr val="FFFFFF"/>
              </a:solidFill>
              <a:effectLst/>
              <a:uLnTx/>
              <a:uFillTx/>
              <a:latin typeface="Arial" panose="020B0604020202020204"/>
              <a:ea typeface="+mn-lt"/>
              <a:cs typeface="Arial" panose="020B0604020202020204"/>
              <a:sym typeface="+mn-lt"/>
            </a:endParaRPr>
          </a:p>
        </p:txBody>
      </p:sp>
      <p:sp>
        <p:nvSpPr>
          <p:cNvPr id="205" name="Oval 204">
            <a:extLst>
              <a:ext uri="{FF2B5EF4-FFF2-40B4-BE49-F238E27FC236}">
                <a16:creationId xmlns:a16="http://schemas.microsoft.com/office/drawing/2014/main" id="{740F713A-DDC2-9DD3-BF26-021EF9FC68AC}"/>
              </a:ext>
            </a:extLst>
          </p:cNvPr>
          <p:cNvSpPr/>
          <p:nvPr/>
        </p:nvSpPr>
        <p:spPr>
          <a:xfrm>
            <a:off x="928357" y="1361888"/>
            <a:ext cx="322449" cy="332336"/>
          </a:xfrm>
          <a:prstGeom prst="ellipse">
            <a:avLst/>
          </a:prstGeom>
          <a:solidFill>
            <a:srgbClr val="2E2E38"/>
          </a:solidFill>
          <a:ln w="38100" cap="flat" cmpd="sng" algn="ctr">
            <a:noFill/>
            <a:prstDash val="solid"/>
            <a:headEnd type="none" w="med" len="med"/>
            <a:tailEnd type="none" w="med" len="med"/>
          </a:ln>
          <a:effectLst/>
        </p:spPr>
        <p:txBody>
          <a:bodyPr anchor="ctr"/>
          <a:lstStyle/>
          <a:p>
            <a:pPr algn="ctr" fontAlgn="base">
              <a:spcBef>
                <a:spcPct val="50000"/>
              </a:spcBef>
              <a:spcAft>
                <a:spcPct val="0"/>
              </a:spcAft>
              <a:defRPr/>
            </a:pPr>
            <a:r>
              <a:rPr lang="en-US" sz="1199" b="1" kern="0">
                <a:solidFill>
                  <a:srgbClr val="FFFFFF"/>
                </a:solidFill>
                <a:latin typeface="Arial" panose="020B0604020202020204"/>
                <a:ea typeface="+mn-lt"/>
                <a:cs typeface="Arial" panose="020B0604020202020204"/>
                <a:sym typeface="+mn-lt"/>
              </a:rPr>
              <a:t>A</a:t>
            </a:r>
          </a:p>
        </p:txBody>
      </p:sp>
      <p:sp>
        <p:nvSpPr>
          <p:cNvPr id="206" name="Rectangle 205">
            <a:extLst>
              <a:ext uri="{FF2B5EF4-FFF2-40B4-BE49-F238E27FC236}">
                <a16:creationId xmlns:a16="http://schemas.microsoft.com/office/drawing/2014/main" id="{A736078E-140C-90A6-6CA6-2BFEB207A27A}"/>
              </a:ext>
            </a:extLst>
          </p:cNvPr>
          <p:cNvSpPr/>
          <p:nvPr/>
        </p:nvSpPr>
        <p:spPr>
          <a:xfrm>
            <a:off x="1147602" y="2894781"/>
            <a:ext cx="682987" cy="148784"/>
          </a:xfrm>
          <a:prstGeom prst="rect">
            <a:avLst/>
          </a:prstGeom>
          <a:noFill/>
          <a:ln w="9525" cap="flat" cmpd="sng" algn="ctr">
            <a:noFill/>
            <a:prstDash val="solid"/>
          </a:ln>
          <a:effectLst/>
        </p:spPr>
        <p:txBody>
          <a:bodyPr rtlCol="0" anchor="ctr" anchorCtr="0"/>
          <a:lstStyle/>
          <a:p>
            <a:pPr algn="ctr">
              <a:defRPr/>
            </a:pPr>
            <a:r>
              <a:rPr lang="en-US" sz="800" b="1" kern="0">
                <a:solidFill>
                  <a:srgbClr val="2E2E38"/>
                </a:solidFill>
                <a:latin typeface="Arial" panose="020B0604020202020204"/>
                <a:ea typeface="+mn-lt"/>
                <a:cs typeface="Arial" panose="020B0604020202020204"/>
                <a:sym typeface="+mn-lt"/>
              </a:rPr>
              <a:t>Onshore</a:t>
            </a:r>
          </a:p>
        </p:txBody>
      </p:sp>
      <p:sp>
        <p:nvSpPr>
          <p:cNvPr id="207" name="Rectangle 206">
            <a:extLst>
              <a:ext uri="{FF2B5EF4-FFF2-40B4-BE49-F238E27FC236}">
                <a16:creationId xmlns:a16="http://schemas.microsoft.com/office/drawing/2014/main" id="{2499406A-71AD-6D7E-AD9F-B4606FEFEFF8}"/>
              </a:ext>
            </a:extLst>
          </p:cNvPr>
          <p:cNvSpPr/>
          <p:nvPr/>
        </p:nvSpPr>
        <p:spPr>
          <a:xfrm>
            <a:off x="2542963" y="2894781"/>
            <a:ext cx="682987" cy="148784"/>
          </a:xfrm>
          <a:prstGeom prst="rect">
            <a:avLst/>
          </a:prstGeom>
          <a:noFill/>
          <a:ln w="9525" cap="flat" cmpd="sng" algn="ctr">
            <a:noFill/>
            <a:prstDash val="solid"/>
          </a:ln>
          <a:effectLst/>
        </p:spPr>
        <p:txBody>
          <a:bodyPr rtlCol="0" anchor="ctr" anchorCtr="0"/>
          <a:lstStyle/>
          <a:p>
            <a:pPr algn="ctr">
              <a:defRPr/>
            </a:pPr>
            <a:r>
              <a:rPr lang="en-US" sz="800" b="1" kern="0">
                <a:solidFill>
                  <a:srgbClr val="2E2E38"/>
                </a:solidFill>
                <a:latin typeface="Arial" panose="020B0604020202020204"/>
                <a:ea typeface="+mn-lt"/>
                <a:cs typeface="Arial" panose="020B0604020202020204"/>
                <a:sym typeface="+mn-lt"/>
              </a:rPr>
              <a:t>Offshore</a:t>
            </a:r>
          </a:p>
        </p:txBody>
      </p:sp>
      <p:sp>
        <p:nvSpPr>
          <p:cNvPr id="208" name="Rectangle 207">
            <a:extLst>
              <a:ext uri="{FF2B5EF4-FFF2-40B4-BE49-F238E27FC236}">
                <a16:creationId xmlns:a16="http://schemas.microsoft.com/office/drawing/2014/main" id="{4E0E1727-494F-8A97-177D-E513A6E394BC}"/>
              </a:ext>
            </a:extLst>
          </p:cNvPr>
          <p:cNvSpPr/>
          <p:nvPr/>
        </p:nvSpPr>
        <p:spPr>
          <a:xfrm>
            <a:off x="4041074" y="2894781"/>
            <a:ext cx="682987" cy="148784"/>
          </a:xfrm>
          <a:prstGeom prst="rect">
            <a:avLst/>
          </a:prstGeom>
          <a:noFill/>
          <a:ln w="9525" cap="flat" cmpd="sng" algn="ctr">
            <a:noFill/>
            <a:prstDash val="solid"/>
          </a:ln>
          <a:effectLst/>
        </p:spPr>
        <p:txBody>
          <a:bodyPr rtlCol="0" anchor="ctr" anchorCtr="0"/>
          <a:lstStyle/>
          <a:p>
            <a:pPr algn="ctr">
              <a:defRPr/>
            </a:pPr>
            <a:r>
              <a:rPr lang="en-US" sz="800" b="1" kern="0">
                <a:solidFill>
                  <a:srgbClr val="2E2E38"/>
                </a:solidFill>
                <a:latin typeface="Arial" panose="020B0604020202020204"/>
                <a:ea typeface="+mn-lt"/>
                <a:cs typeface="Arial" panose="020B0604020202020204"/>
                <a:sym typeface="+mn-lt"/>
              </a:rPr>
              <a:t>Onshore</a:t>
            </a:r>
          </a:p>
        </p:txBody>
      </p:sp>
      <p:sp>
        <p:nvSpPr>
          <p:cNvPr id="209" name="Rectangle 208">
            <a:extLst>
              <a:ext uri="{FF2B5EF4-FFF2-40B4-BE49-F238E27FC236}">
                <a16:creationId xmlns:a16="http://schemas.microsoft.com/office/drawing/2014/main" id="{D3585A5D-9612-7D35-5A86-2725DEB1B505}"/>
              </a:ext>
            </a:extLst>
          </p:cNvPr>
          <p:cNvSpPr/>
          <p:nvPr/>
        </p:nvSpPr>
        <p:spPr>
          <a:xfrm>
            <a:off x="5463293" y="2894781"/>
            <a:ext cx="682987" cy="148784"/>
          </a:xfrm>
          <a:prstGeom prst="rect">
            <a:avLst/>
          </a:prstGeom>
          <a:noFill/>
          <a:ln w="9525" cap="flat" cmpd="sng" algn="ctr">
            <a:noFill/>
            <a:prstDash val="solid"/>
          </a:ln>
          <a:effectLst/>
        </p:spPr>
        <p:txBody>
          <a:bodyPr rtlCol="0" anchor="ctr" anchorCtr="0"/>
          <a:lstStyle/>
          <a:p>
            <a:pPr algn="ctr">
              <a:defRPr/>
            </a:pPr>
            <a:r>
              <a:rPr lang="en-US" sz="800" b="1" kern="0">
                <a:solidFill>
                  <a:srgbClr val="2E2E38"/>
                </a:solidFill>
                <a:latin typeface="Arial" panose="020B0604020202020204"/>
                <a:ea typeface="+mn-lt"/>
                <a:cs typeface="Arial" panose="020B0604020202020204"/>
                <a:sym typeface="+mn-lt"/>
              </a:rPr>
              <a:t>Offshore</a:t>
            </a:r>
          </a:p>
        </p:txBody>
      </p:sp>
      <p:sp>
        <p:nvSpPr>
          <p:cNvPr id="210" name="Rectangle 209">
            <a:extLst>
              <a:ext uri="{FF2B5EF4-FFF2-40B4-BE49-F238E27FC236}">
                <a16:creationId xmlns:a16="http://schemas.microsoft.com/office/drawing/2014/main" id="{66CDCD64-3968-9D2C-210D-FD67019BFC1C}"/>
              </a:ext>
            </a:extLst>
          </p:cNvPr>
          <p:cNvSpPr/>
          <p:nvPr/>
        </p:nvSpPr>
        <p:spPr>
          <a:xfrm>
            <a:off x="6859781" y="2894781"/>
            <a:ext cx="645386" cy="148784"/>
          </a:xfrm>
          <a:prstGeom prst="rect">
            <a:avLst/>
          </a:prstGeom>
          <a:noFill/>
          <a:ln w="9525" cap="flat" cmpd="sng" algn="ctr">
            <a:noFill/>
            <a:prstDash val="solid"/>
          </a:ln>
          <a:effectLst/>
        </p:spPr>
        <p:txBody>
          <a:bodyPr rtlCol="0" anchor="ctr" anchorCtr="0"/>
          <a:lstStyle/>
          <a:p>
            <a:pPr algn="ctr">
              <a:defRPr/>
            </a:pPr>
            <a:r>
              <a:rPr lang="en-US" sz="800" b="1" kern="0">
                <a:solidFill>
                  <a:srgbClr val="2E2E38"/>
                </a:solidFill>
                <a:latin typeface="Arial" panose="020B0604020202020204"/>
                <a:ea typeface="+mn-lt"/>
                <a:cs typeface="Arial" panose="020B0604020202020204"/>
                <a:sym typeface="+mn-lt"/>
              </a:rPr>
              <a:t>Onshore</a:t>
            </a:r>
          </a:p>
        </p:txBody>
      </p:sp>
      <p:sp>
        <p:nvSpPr>
          <p:cNvPr id="211" name="Rectangle 210">
            <a:extLst>
              <a:ext uri="{FF2B5EF4-FFF2-40B4-BE49-F238E27FC236}">
                <a16:creationId xmlns:a16="http://schemas.microsoft.com/office/drawing/2014/main" id="{04D702AF-1692-EB70-D4D5-161B5E740886}"/>
              </a:ext>
            </a:extLst>
          </p:cNvPr>
          <p:cNvSpPr/>
          <p:nvPr/>
        </p:nvSpPr>
        <p:spPr>
          <a:xfrm>
            <a:off x="8255142" y="2894781"/>
            <a:ext cx="779265" cy="130956"/>
          </a:xfrm>
          <a:prstGeom prst="rect">
            <a:avLst/>
          </a:prstGeom>
          <a:noFill/>
          <a:ln w="9525" cap="flat" cmpd="sng" algn="ctr">
            <a:noFill/>
            <a:prstDash val="solid"/>
          </a:ln>
          <a:effectLst/>
        </p:spPr>
        <p:txBody>
          <a:bodyPr rtlCol="0" anchor="ctr" anchorCtr="0"/>
          <a:lstStyle/>
          <a:p>
            <a:pPr algn="ctr">
              <a:defRPr/>
            </a:pPr>
            <a:r>
              <a:rPr lang="en-US" sz="800" b="1" kern="0">
                <a:solidFill>
                  <a:srgbClr val="2E2E38"/>
                </a:solidFill>
                <a:latin typeface="Arial" panose="020B0604020202020204"/>
                <a:ea typeface="+mn-lt"/>
                <a:cs typeface="Arial" panose="020B0604020202020204"/>
                <a:sym typeface="+mn-lt"/>
              </a:rPr>
              <a:t>Offshore</a:t>
            </a:r>
          </a:p>
        </p:txBody>
      </p:sp>
      <p:sp>
        <p:nvSpPr>
          <p:cNvPr id="212" name="Rectangle 211">
            <a:extLst>
              <a:ext uri="{FF2B5EF4-FFF2-40B4-BE49-F238E27FC236}">
                <a16:creationId xmlns:a16="http://schemas.microsoft.com/office/drawing/2014/main" id="{B07D74CB-5CE5-6F37-FADC-224162F28B57}"/>
              </a:ext>
            </a:extLst>
          </p:cNvPr>
          <p:cNvSpPr/>
          <p:nvPr/>
        </p:nvSpPr>
        <p:spPr>
          <a:xfrm>
            <a:off x="9572617" y="2894781"/>
            <a:ext cx="654748" cy="148784"/>
          </a:xfrm>
          <a:prstGeom prst="rect">
            <a:avLst/>
          </a:prstGeom>
          <a:noFill/>
          <a:ln w="9525" cap="flat" cmpd="sng" algn="ctr">
            <a:noFill/>
            <a:prstDash val="solid"/>
          </a:ln>
          <a:effectLst/>
        </p:spPr>
        <p:txBody>
          <a:bodyPr rtlCol="0" anchor="ctr" anchorCtr="0"/>
          <a:lstStyle/>
          <a:p>
            <a:pPr algn="ctr">
              <a:defRPr/>
            </a:pPr>
            <a:r>
              <a:rPr lang="en-US" sz="800" b="1" kern="0">
                <a:solidFill>
                  <a:srgbClr val="2E2E38"/>
                </a:solidFill>
                <a:latin typeface="Arial" panose="020B0604020202020204"/>
                <a:ea typeface="+mn-lt"/>
                <a:cs typeface="Arial" panose="020B0604020202020204"/>
                <a:sym typeface="+mn-lt"/>
              </a:rPr>
              <a:t>Onshore</a:t>
            </a:r>
          </a:p>
        </p:txBody>
      </p:sp>
      <p:sp>
        <p:nvSpPr>
          <p:cNvPr id="213" name="Rectangle 212">
            <a:extLst>
              <a:ext uri="{FF2B5EF4-FFF2-40B4-BE49-F238E27FC236}">
                <a16:creationId xmlns:a16="http://schemas.microsoft.com/office/drawing/2014/main" id="{AB07EBB9-76A6-6BFC-044C-735D37165510}"/>
              </a:ext>
            </a:extLst>
          </p:cNvPr>
          <p:cNvSpPr/>
          <p:nvPr/>
        </p:nvSpPr>
        <p:spPr>
          <a:xfrm>
            <a:off x="11004905" y="2894781"/>
            <a:ext cx="805672" cy="148783"/>
          </a:xfrm>
          <a:prstGeom prst="rect">
            <a:avLst/>
          </a:prstGeom>
          <a:noFill/>
          <a:ln w="9525" cap="flat" cmpd="sng" algn="ctr">
            <a:noFill/>
            <a:prstDash val="solid"/>
          </a:ln>
          <a:effectLst/>
        </p:spPr>
        <p:txBody>
          <a:bodyPr rtlCol="0" anchor="ctr" anchorCtr="0"/>
          <a:lstStyle/>
          <a:p>
            <a:pPr algn="ctr">
              <a:defRPr/>
            </a:pPr>
            <a:r>
              <a:rPr lang="en-US" sz="800" b="1" kern="0">
                <a:solidFill>
                  <a:srgbClr val="2E2E38"/>
                </a:solidFill>
                <a:latin typeface="Arial" panose="020B0604020202020204"/>
                <a:ea typeface="+mn-lt"/>
                <a:cs typeface="Arial" panose="020B0604020202020204"/>
                <a:sym typeface="+mn-lt"/>
              </a:rPr>
              <a:t>Offshore</a:t>
            </a:r>
          </a:p>
        </p:txBody>
      </p:sp>
      <p:grpSp>
        <p:nvGrpSpPr>
          <p:cNvPr id="214" name="Group 213">
            <a:extLst>
              <a:ext uri="{FF2B5EF4-FFF2-40B4-BE49-F238E27FC236}">
                <a16:creationId xmlns:a16="http://schemas.microsoft.com/office/drawing/2014/main" id="{179C2644-8BE5-DB56-471E-4A2C3E7FBF56}"/>
              </a:ext>
            </a:extLst>
          </p:cNvPr>
          <p:cNvGrpSpPr/>
          <p:nvPr/>
        </p:nvGrpSpPr>
        <p:grpSpPr>
          <a:xfrm>
            <a:off x="1250805" y="1939251"/>
            <a:ext cx="548988" cy="936386"/>
            <a:chOff x="1425576" y="1822450"/>
            <a:chExt cx="549274" cy="1032125"/>
          </a:xfrm>
        </p:grpSpPr>
        <p:sp>
          <p:nvSpPr>
            <p:cNvPr id="215" name="Rectangle 214">
              <a:extLst>
                <a:ext uri="{FF2B5EF4-FFF2-40B4-BE49-F238E27FC236}">
                  <a16:creationId xmlns:a16="http://schemas.microsoft.com/office/drawing/2014/main" id="{003E34B2-C5AC-E87F-F6F0-6A39AAF053BE}"/>
                </a:ext>
              </a:extLst>
            </p:cNvPr>
            <p:cNvSpPr/>
            <p:nvPr/>
          </p:nvSpPr>
          <p:spPr>
            <a:xfrm>
              <a:off x="1425576" y="2630738"/>
              <a:ext cx="549274" cy="223837"/>
            </a:xfrm>
            <a:prstGeom prst="rect">
              <a:avLst/>
            </a:prstGeom>
            <a:solidFill>
              <a:srgbClr val="747480"/>
            </a:solidFill>
            <a:ln w="12700" cap="flat" cmpd="sng" algn="ctr">
              <a:noFill/>
              <a:prstDash val="solid"/>
            </a:ln>
            <a:effectLst/>
          </p:spPr>
          <p:txBody>
            <a:bodyPr lIns="0" rIns="0" anchor="ctr"/>
            <a:lstStyle/>
            <a:p>
              <a:pPr algn="ctr" fontAlgn="base">
                <a:spcBef>
                  <a:spcPct val="50000"/>
                </a:spcBef>
                <a:spcAft>
                  <a:spcPct val="0"/>
                </a:spcAft>
                <a:defRPr/>
              </a:pPr>
              <a:r>
                <a:rPr lang="en-US" sz="800" kern="0">
                  <a:solidFill>
                    <a:srgbClr val="FFFFFF"/>
                  </a:solidFill>
                  <a:latin typeface="Arial" panose="020B0604020202020204"/>
                  <a:ea typeface="+mn-lt"/>
                  <a:cs typeface="Arial" panose="020B0604020202020204"/>
                  <a:sym typeface="+mn-lt"/>
                </a:rPr>
                <a:t>Start</a:t>
              </a:r>
            </a:p>
          </p:txBody>
        </p:sp>
        <p:sp>
          <p:nvSpPr>
            <p:cNvPr id="216" name="Rectangle 215">
              <a:extLst>
                <a:ext uri="{FF2B5EF4-FFF2-40B4-BE49-F238E27FC236}">
                  <a16:creationId xmlns:a16="http://schemas.microsoft.com/office/drawing/2014/main" id="{5C813D13-958F-29BB-6B51-E97AA71CE86D}"/>
                </a:ext>
              </a:extLst>
            </p:cNvPr>
            <p:cNvSpPr/>
            <p:nvPr/>
          </p:nvSpPr>
          <p:spPr>
            <a:xfrm>
              <a:off x="1425576" y="1822450"/>
              <a:ext cx="549274" cy="223837"/>
            </a:xfrm>
            <a:prstGeom prst="rect">
              <a:avLst/>
            </a:prstGeom>
            <a:solidFill>
              <a:srgbClr val="747480"/>
            </a:solidFill>
            <a:ln w="12700" cap="flat" cmpd="sng" algn="ctr">
              <a:noFill/>
              <a:prstDash val="solid"/>
            </a:ln>
            <a:effectLst/>
          </p:spPr>
          <p:txBody>
            <a:bodyPr lIns="0" rIns="0" anchor="ctr"/>
            <a:lstStyle/>
            <a:p>
              <a:pPr algn="ctr" fontAlgn="base">
                <a:spcBef>
                  <a:spcPct val="50000"/>
                </a:spcBef>
                <a:spcAft>
                  <a:spcPct val="0"/>
                </a:spcAft>
                <a:defRPr/>
              </a:pPr>
              <a:r>
                <a:rPr lang="en-US" sz="800" kern="0">
                  <a:solidFill>
                    <a:srgbClr val="FFFFFF"/>
                  </a:solidFill>
                  <a:latin typeface="Arial" panose="020B0604020202020204"/>
                  <a:ea typeface="+mn-lt"/>
                  <a:cs typeface="Arial" panose="020B0604020202020204"/>
                  <a:sym typeface="+mn-lt"/>
                </a:rPr>
                <a:t>End</a:t>
              </a:r>
            </a:p>
          </p:txBody>
        </p:sp>
        <p:cxnSp>
          <p:nvCxnSpPr>
            <p:cNvPr id="217" name="Straight Connector 216">
              <a:extLst>
                <a:ext uri="{FF2B5EF4-FFF2-40B4-BE49-F238E27FC236}">
                  <a16:creationId xmlns:a16="http://schemas.microsoft.com/office/drawing/2014/main" id="{58A21C61-2492-6928-08AD-55C8963B582B}"/>
                </a:ext>
              </a:extLst>
            </p:cNvPr>
            <p:cNvCxnSpPr>
              <a:stCxn id="215" idx="0"/>
              <a:endCxn id="216" idx="2"/>
            </p:cNvCxnSpPr>
            <p:nvPr/>
          </p:nvCxnSpPr>
          <p:spPr>
            <a:xfrm flipV="1">
              <a:off x="1700213" y="2046287"/>
              <a:ext cx="0" cy="584451"/>
            </a:xfrm>
            <a:prstGeom prst="line">
              <a:avLst/>
            </a:prstGeom>
            <a:noFill/>
            <a:ln w="12700" cap="flat" cmpd="sng" algn="ctr">
              <a:solidFill>
                <a:srgbClr val="2E2E38"/>
              </a:solidFill>
              <a:prstDash val="solid"/>
              <a:headEnd type="none" w="med" len="med"/>
              <a:tailEnd type="triangle" w="lg" len="lg"/>
            </a:ln>
            <a:effectLst/>
          </p:spPr>
        </p:cxnSp>
      </p:grpSp>
      <p:sp>
        <p:nvSpPr>
          <p:cNvPr id="218" name="Rectangle 217">
            <a:extLst>
              <a:ext uri="{FF2B5EF4-FFF2-40B4-BE49-F238E27FC236}">
                <a16:creationId xmlns:a16="http://schemas.microsoft.com/office/drawing/2014/main" id="{18566A28-E938-3B19-55AD-587F019C6648}"/>
              </a:ext>
            </a:extLst>
          </p:cNvPr>
          <p:cNvSpPr/>
          <p:nvPr/>
        </p:nvSpPr>
        <p:spPr>
          <a:xfrm>
            <a:off x="4108072" y="2651917"/>
            <a:ext cx="548988" cy="223720"/>
          </a:xfrm>
          <a:prstGeom prst="rect">
            <a:avLst/>
          </a:prstGeom>
          <a:solidFill>
            <a:srgbClr val="747480"/>
          </a:solidFill>
          <a:ln w="12700" cap="flat" cmpd="sng" algn="ctr">
            <a:noFill/>
            <a:prstDash val="solid"/>
          </a:ln>
          <a:effectLst/>
        </p:spPr>
        <p:txBody>
          <a:bodyPr lIns="0" rIns="0" anchor="ctr"/>
          <a:lstStyle/>
          <a:p>
            <a:pPr algn="ctr" fontAlgn="base">
              <a:spcBef>
                <a:spcPct val="50000"/>
              </a:spcBef>
              <a:spcAft>
                <a:spcPct val="0"/>
              </a:spcAft>
              <a:defRPr/>
            </a:pPr>
            <a:r>
              <a:rPr lang="en-US" sz="800" kern="0">
                <a:solidFill>
                  <a:srgbClr val="FFFFFF"/>
                </a:solidFill>
                <a:latin typeface="Arial" panose="020B0604020202020204"/>
                <a:ea typeface="+mn-lt"/>
                <a:cs typeface="Arial" panose="020B0604020202020204"/>
                <a:sym typeface="+mn-lt"/>
              </a:rPr>
              <a:t>Start</a:t>
            </a:r>
          </a:p>
        </p:txBody>
      </p:sp>
      <p:sp>
        <p:nvSpPr>
          <p:cNvPr id="219" name="Rectangle 218">
            <a:extLst>
              <a:ext uri="{FF2B5EF4-FFF2-40B4-BE49-F238E27FC236}">
                <a16:creationId xmlns:a16="http://schemas.microsoft.com/office/drawing/2014/main" id="{106D6478-6D0F-1F64-44F6-72FC51FF8D5E}"/>
              </a:ext>
            </a:extLst>
          </p:cNvPr>
          <p:cNvSpPr/>
          <p:nvPr/>
        </p:nvSpPr>
        <p:spPr>
          <a:xfrm>
            <a:off x="5283553" y="1869540"/>
            <a:ext cx="548988" cy="223720"/>
          </a:xfrm>
          <a:prstGeom prst="rect">
            <a:avLst/>
          </a:prstGeom>
          <a:solidFill>
            <a:srgbClr val="747480"/>
          </a:solidFill>
          <a:ln w="12700" cap="flat" cmpd="sng" algn="ctr">
            <a:noFill/>
            <a:prstDash val="solid"/>
          </a:ln>
          <a:effectLst/>
        </p:spPr>
        <p:txBody>
          <a:bodyPr lIns="0" rIns="0" anchor="ctr"/>
          <a:lstStyle/>
          <a:p>
            <a:pPr algn="ctr" fontAlgn="base">
              <a:spcBef>
                <a:spcPct val="50000"/>
              </a:spcBef>
              <a:spcAft>
                <a:spcPct val="0"/>
              </a:spcAft>
              <a:defRPr/>
            </a:pPr>
            <a:r>
              <a:rPr lang="en-US" sz="800" kern="0">
                <a:solidFill>
                  <a:srgbClr val="FFFFFF"/>
                </a:solidFill>
                <a:latin typeface="Arial" panose="020B0604020202020204"/>
                <a:ea typeface="+mn-lt"/>
                <a:cs typeface="Arial" panose="020B0604020202020204"/>
                <a:sym typeface="+mn-lt"/>
              </a:rPr>
              <a:t>End</a:t>
            </a:r>
          </a:p>
        </p:txBody>
      </p:sp>
      <p:cxnSp>
        <p:nvCxnSpPr>
          <p:cNvPr id="220" name="Connector: Elbow 219">
            <a:extLst>
              <a:ext uri="{FF2B5EF4-FFF2-40B4-BE49-F238E27FC236}">
                <a16:creationId xmlns:a16="http://schemas.microsoft.com/office/drawing/2014/main" id="{F34EA639-B2AF-DF62-8763-037A8DE62F0D}"/>
              </a:ext>
            </a:extLst>
          </p:cNvPr>
          <p:cNvCxnSpPr>
            <a:cxnSpLocks/>
          </p:cNvCxnSpPr>
          <p:nvPr/>
        </p:nvCxnSpPr>
        <p:spPr>
          <a:xfrm rot="5400000" flipH="1" flipV="1">
            <a:off x="4654438" y="1727533"/>
            <a:ext cx="537883" cy="1269339"/>
          </a:xfrm>
          <a:prstGeom prst="bentConnector3">
            <a:avLst>
              <a:gd name="adj1" fmla="val 68879"/>
            </a:avLst>
          </a:prstGeom>
          <a:noFill/>
          <a:ln w="12700" cap="flat" cmpd="sng" algn="ctr">
            <a:solidFill>
              <a:srgbClr val="2E2E38"/>
            </a:solidFill>
            <a:prstDash val="solid"/>
            <a:headEnd type="none" w="med" len="med"/>
            <a:tailEnd type="triangle" w="lg" len="lg"/>
          </a:ln>
          <a:effectLst/>
        </p:spPr>
      </p:cxnSp>
      <p:sp>
        <p:nvSpPr>
          <p:cNvPr id="221" name="Rectangle 220">
            <a:extLst>
              <a:ext uri="{FF2B5EF4-FFF2-40B4-BE49-F238E27FC236}">
                <a16:creationId xmlns:a16="http://schemas.microsoft.com/office/drawing/2014/main" id="{D30D46B7-629D-8CFF-F58D-FD621A97C607}"/>
              </a:ext>
            </a:extLst>
          </p:cNvPr>
          <p:cNvSpPr/>
          <p:nvPr/>
        </p:nvSpPr>
        <p:spPr>
          <a:xfrm>
            <a:off x="6907980" y="2651917"/>
            <a:ext cx="548988" cy="223720"/>
          </a:xfrm>
          <a:prstGeom prst="rect">
            <a:avLst/>
          </a:prstGeom>
          <a:solidFill>
            <a:srgbClr val="747480"/>
          </a:solidFill>
          <a:ln w="12700" cap="flat" cmpd="sng" algn="ctr">
            <a:noFill/>
            <a:prstDash val="solid"/>
          </a:ln>
          <a:effectLst/>
        </p:spPr>
        <p:txBody>
          <a:bodyPr lIns="0" rIns="0" anchor="ctr"/>
          <a:lstStyle/>
          <a:p>
            <a:pPr algn="ctr" fontAlgn="base">
              <a:spcBef>
                <a:spcPct val="50000"/>
              </a:spcBef>
              <a:spcAft>
                <a:spcPct val="0"/>
              </a:spcAft>
              <a:defRPr/>
            </a:pPr>
            <a:r>
              <a:rPr lang="en-US" sz="800" kern="0">
                <a:solidFill>
                  <a:srgbClr val="FFFFFF"/>
                </a:solidFill>
                <a:latin typeface="Arial" panose="020B0604020202020204"/>
                <a:ea typeface="+mn-lt"/>
                <a:cs typeface="Arial" panose="020B0604020202020204"/>
                <a:sym typeface="+mn-lt"/>
              </a:rPr>
              <a:t>Start</a:t>
            </a:r>
          </a:p>
        </p:txBody>
      </p:sp>
      <p:sp>
        <p:nvSpPr>
          <p:cNvPr id="222" name="Rectangle 221">
            <a:extLst>
              <a:ext uri="{FF2B5EF4-FFF2-40B4-BE49-F238E27FC236}">
                <a16:creationId xmlns:a16="http://schemas.microsoft.com/office/drawing/2014/main" id="{8363A587-6557-DDAC-F277-856DB0B70355}"/>
              </a:ext>
            </a:extLst>
          </p:cNvPr>
          <p:cNvSpPr/>
          <p:nvPr/>
        </p:nvSpPr>
        <p:spPr>
          <a:xfrm>
            <a:off x="8138951" y="1869540"/>
            <a:ext cx="548988" cy="223720"/>
          </a:xfrm>
          <a:prstGeom prst="rect">
            <a:avLst/>
          </a:prstGeom>
          <a:solidFill>
            <a:srgbClr val="747480"/>
          </a:solidFill>
          <a:ln w="12700" cap="flat" cmpd="sng" algn="ctr">
            <a:noFill/>
            <a:prstDash val="solid"/>
          </a:ln>
          <a:effectLst/>
        </p:spPr>
        <p:txBody>
          <a:bodyPr lIns="0" rIns="0" anchor="ctr"/>
          <a:lstStyle/>
          <a:p>
            <a:pPr algn="ctr" fontAlgn="base">
              <a:spcBef>
                <a:spcPct val="50000"/>
              </a:spcBef>
              <a:spcAft>
                <a:spcPct val="0"/>
              </a:spcAft>
              <a:defRPr/>
            </a:pPr>
            <a:r>
              <a:rPr lang="en-US" sz="800" kern="0">
                <a:solidFill>
                  <a:srgbClr val="FFFFFF"/>
                </a:solidFill>
                <a:latin typeface="Arial" panose="020B0604020202020204"/>
                <a:ea typeface="+mn-lt"/>
                <a:cs typeface="Arial" panose="020B0604020202020204"/>
                <a:sym typeface="+mn-lt"/>
              </a:rPr>
              <a:t>End</a:t>
            </a:r>
          </a:p>
        </p:txBody>
      </p:sp>
      <p:cxnSp>
        <p:nvCxnSpPr>
          <p:cNvPr id="223" name="Connector: Elbow 222">
            <a:extLst>
              <a:ext uri="{FF2B5EF4-FFF2-40B4-BE49-F238E27FC236}">
                <a16:creationId xmlns:a16="http://schemas.microsoft.com/office/drawing/2014/main" id="{95EF3A7B-3298-34BB-520F-0168F787C468}"/>
              </a:ext>
            </a:extLst>
          </p:cNvPr>
          <p:cNvCxnSpPr>
            <a:cxnSpLocks/>
          </p:cNvCxnSpPr>
          <p:nvPr/>
        </p:nvCxnSpPr>
        <p:spPr>
          <a:xfrm rot="5400000" flipH="1" flipV="1">
            <a:off x="7509836" y="1727533"/>
            <a:ext cx="537883" cy="1269339"/>
          </a:xfrm>
          <a:prstGeom prst="bentConnector3">
            <a:avLst/>
          </a:prstGeom>
          <a:noFill/>
          <a:ln w="12700" cap="flat" cmpd="sng" algn="ctr">
            <a:solidFill>
              <a:srgbClr val="2E2E38"/>
            </a:solidFill>
            <a:prstDash val="solid"/>
            <a:headEnd type="none" w="med" len="med"/>
            <a:tailEnd type="triangle" w="lg" len="lg"/>
          </a:ln>
          <a:effectLst/>
        </p:spPr>
      </p:cxnSp>
      <p:sp>
        <p:nvSpPr>
          <p:cNvPr id="224" name="Freeform: Shape 223">
            <a:extLst>
              <a:ext uri="{FF2B5EF4-FFF2-40B4-BE49-F238E27FC236}">
                <a16:creationId xmlns:a16="http://schemas.microsoft.com/office/drawing/2014/main" id="{C1856E42-647B-85D0-A2EE-EF4CF4C02D89}"/>
              </a:ext>
            </a:extLst>
          </p:cNvPr>
          <p:cNvSpPr/>
          <p:nvPr/>
        </p:nvSpPr>
        <p:spPr>
          <a:xfrm>
            <a:off x="7149921" y="2182641"/>
            <a:ext cx="1218565" cy="209441"/>
          </a:xfrm>
          <a:custGeom>
            <a:avLst/>
            <a:gdLst>
              <a:gd name="connsiteX0" fmla="*/ 0 w 1219200"/>
              <a:gd name="connsiteY0" fmla="*/ 209550 h 209550"/>
              <a:gd name="connsiteX1" fmla="*/ 0 w 1219200"/>
              <a:gd name="connsiteY1" fmla="*/ 0 h 209550"/>
              <a:gd name="connsiteX2" fmla="*/ 1219200 w 1219200"/>
              <a:gd name="connsiteY2" fmla="*/ 0 h 209550"/>
            </a:gdLst>
            <a:ahLst/>
            <a:cxnLst>
              <a:cxn ang="0">
                <a:pos x="connsiteX0" y="connsiteY0"/>
              </a:cxn>
              <a:cxn ang="0">
                <a:pos x="connsiteX1" y="connsiteY1"/>
              </a:cxn>
              <a:cxn ang="0">
                <a:pos x="connsiteX2" y="connsiteY2"/>
              </a:cxn>
            </a:cxnLst>
            <a:rect l="l" t="t" r="r" b="b"/>
            <a:pathLst>
              <a:path w="1219200" h="209550">
                <a:moveTo>
                  <a:pt x="0" y="209550"/>
                </a:moveTo>
                <a:lnTo>
                  <a:pt x="0" y="0"/>
                </a:lnTo>
                <a:lnTo>
                  <a:pt x="1219200" y="0"/>
                </a:lnTo>
              </a:path>
            </a:pathLst>
          </a:custGeom>
          <a:noFill/>
          <a:ln w="9525" cap="flat" cmpd="sng" algn="ctr">
            <a:solidFill>
              <a:srgbClr val="747480"/>
            </a:solidFill>
            <a:prstDash val="lgDash"/>
          </a:ln>
          <a:effectLst/>
        </p:spPr>
        <p:txBody>
          <a:bodyPr rtlCol="0" anchor="ctr"/>
          <a:lstStyle/>
          <a:p>
            <a:pPr algn="ctr">
              <a:defRPr/>
            </a:pPr>
            <a:endParaRPr lang="en-US" sz="1799" kern="0">
              <a:solidFill>
                <a:srgbClr val="2E2E38"/>
              </a:solidFill>
              <a:latin typeface="Arial" panose="020B0604020202020204"/>
            </a:endParaRPr>
          </a:p>
        </p:txBody>
      </p:sp>
      <p:sp>
        <p:nvSpPr>
          <p:cNvPr id="225" name="Rectangle 224">
            <a:extLst>
              <a:ext uri="{FF2B5EF4-FFF2-40B4-BE49-F238E27FC236}">
                <a16:creationId xmlns:a16="http://schemas.microsoft.com/office/drawing/2014/main" id="{EFC966B8-D2CC-D7BA-0EFC-EF1FAA32948A}"/>
              </a:ext>
            </a:extLst>
          </p:cNvPr>
          <p:cNvSpPr/>
          <p:nvPr/>
        </p:nvSpPr>
        <p:spPr>
          <a:xfrm>
            <a:off x="9625496" y="2651917"/>
            <a:ext cx="548988" cy="223720"/>
          </a:xfrm>
          <a:prstGeom prst="rect">
            <a:avLst/>
          </a:prstGeom>
          <a:solidFill>
            <a:srgbClr val="747480"/>
          </a:solidFill>
          <a:ln w="12700" cap="flat" cmpd="sng" algn="ctr">
            <a:noFill/>
            <a:prstDash val="solid"/>
          </a:ln>
          <a:effectLst/>
        </p:spPr>
        <p:txBody>
          <a:bodyPr lIns="0" rIns="0" anchor="ctr"/>
          <a:lstStyle/>
          <a:p>
            <a:pPr algn="ctr" fontAlgn="base">
              <a:spcBef>
                <a:spcPct val="50000"/>
              </a:spcBef>
              <a:spcAft>
                <a:spcPct val="0"/>
              </a:spcAft>
              <a:defRPr/>
            </a:pPr>
            <a:r>
              <a:rPr lang="en-US" sz="800" kern="0">
                <a:solidFill>
                  <a:srgbClr val="FFFFFF"/>
                </a:solidFill>
                <a:latin typeface="Arial" panose="020B0604020202020204"/>
                <a:ea typeface="+mn-lt"/>
                <a:cs typeface="Arial" panose="020B0604020202020204"/>
                <a:sym typeface="+mn-lt"/>
              </a:rPr>
              <a:t>Start</a:t>
            </a:r>
          </a:p>
        </p:txBody>
      </p:sp>
      <p:sp>
        <p:nvSpPr>
          <p:cNvPr id="226" name="Rectangle 225">
            <a:extLst>
              <a:ext uri="{FF2B5EF4-FFF2-40B4-BE49-F238E27FC236}">
                <a16:creationId xmlns:a16="http://schemas.microsoft.com/office/drawing/2014/main" id="{C8F6691E-E92B-91C7-F156-74EB238FD9C2}"/>
              </a:ext>
            </a:extLst>
          </p:cNvPr>
          <p:cNvSpPr/>
          <p:nvPr/>
        </p:nvSpPr>
        <p:spPr>
          <a:xfrm>
            <a:off x="10880723" y="1901274"/>
            <a:ext cx="548988" cy="223720"/>
          </a:xfrm>
          <a:prstGeom prst="rect">
            <a:avLst/>
          </a:prstGeom>
          <a:solidFill>
            <a:srgbClr val="747480"/>
          </a:solidFill>
          <a:ln w="12700" cap="flat" cmpd="sng" algn="ctr">
            <a:noFill/>
            <a:prstDash val="solid"/>
          </a:ln>
          <a:effectLst/>
        </p:spPr>
        <p:txBody>
          <a:bodyPr lIns="0" rIns="0" anchor="ctr"/>
          <a:lstStyle/>
          <a:p>
            <a:pPr algn="ctr" fontAlgn="base">
              <a:spcBef>
                <a:spcPct val="50000"/>
              </a:spcBef>
              <a:spcAft>
                <a:spcPct val="0"/>
              </a:spcAft>
              <a:defRPr/>
            </a:pPr>
            <a:r>
              <a:rPr lang="en-US" sz="800" kern="0">
                <a:solidFill>
                  <a:srgbClr val="FFFFFF"/>
                </a:solidFill>
                <a:latin typeface="Arial" panose="020B0604020202020204"/>
                <a:ea typeface="+mn-lt"/>
                <a:cs typeface="Arial" panose="020B0604020202020204"/>
                <a:sym typeface="+mn-lt"/>
              </a:rPr>
              <a:t>End</a:t>
            </a:r>
          </a:p>
        </p:txBody>
      </p:sp>
      <p:cxnSp>
        <p:nvCxnSpPr>
          <p:cNvPr id="227" name="Connector: Elbow 226">
            <a:extLst>
              <a:ext uri="{FF2B5EF4-FFF2-40B4-BE49-F238E27FC236}">
                <a16:creationId xmlns:a16="http://schemas.microsoft.com/office/drawing/2014/main" id="{E4FBFFE3-7E6D-A37A-30FC-17F9BFE85323}"/>
              </a:ext>
            </a:extLst>
          </p:cNvPr>
          <p:cNvCxnSpPr>
            <a:cxnSpLocks/>
            <a:endCxn id="226" idx="2"/>
          </p:cNvCxnSpPr>
          <p:nvPr/>
        </p:nvCxnSpPr>
        <p:spPr>
          <a:xfrm flipV="1">
            <a:off x="10160375" y="2124993"/>
            <a:ext cx="994843" cy="663231"/>
          </a:xfrm>
          <a:prstGeom prst="bentConnector2">
            <a:avLst/>
          </a:prstGeom>
          <a:noFill/>
          <a:ln w="12700" cap="flat" cmpd="sng" algn="ctr">
            <a:solidFill>
              <a:srgbClr val="2E2E38"/>
            </a:solidFill>
            <a:prstDash val="solid"/>
            <a:headEnd type="none" w="med" len="med"/>
            <a:tailEnd type="triangle" w="lg" len="lg"/>
          </a:ln>
          <a:effectLst/>
        </p:spPr>
      </p:cxnSp>
      <p:sp>
        <p:nvSpPr>
          <p:cNvPr id="228" name="Rectangle 227">
            <a:extLst>
              <a:ext uri="{FF2B5EF4-FFF2-40B4-BE49-F238E27FC236}">
                <a16:creationId xmlns:a16="http://schemas.microsoft.com/office/drawing/2014/main" id="{059C3653-87CC-344E-CC73-109E40D2A0F5}"/>
              </a:ext>
            </a:extLst>
          </p:cNvPr>
          <p:cNvSpPr/>
          <p:nvPr/>
        </p:nvSpPr>
        <p:spPr>
          <a:xfrm>
            <a:off x="9609541" y="2093261"/>
            <a:ext cx="548988" cy="223720"/>
          </a:xfrm>
          <a:prstGeom prst="rect">
            <a:avLst/>
          </a:prstGeom>
          <a:solidFill>
            <a:srgbClr val="747480"/>
          </a:solidFill>
          <a:ln w="12700" cap="flat" cmpd="sng" algn="ctr">
            <a:noFill/>
            <a:prstDash val="solid"/>
          </a:ln>
          <a:effectLst/>
        </p:spPr>
        <p:txBody>
          <a:bodyPr lIns="0" rIns="0" anchor="ctr"/>
          <a:lstStyle/>
          <a:p>
            <a:pPr algn="ctr" fontAlgn="base">
              <a:spcBef>
                <a:spcPct val="50000"/>
              </a:spcBef>
              <a:spcAft>
                <a:spcPct val="0"/>
              </a:spcAft>
              <a:defRPr/>
            </a:pPr>
            <a:r>
              <a:rPr lang="en-US" sz="800" kern="0">
                <a:solidFill>
                  <a:srgbClr val="FFFFFF"/>
                </a:solidFill>
                <a:latin typeface="Arial" panose="020B0604020202020204"/>
                <a:ea typeface="+mn-lt"/>
                <a:cs typeface="Arial" panose="020B0604020202020204"/>
                <a:sym typeface="+mn-lt"/>
              </a:rPr>
              <a:t>Start</a:t>
            </a:r>
          </a:p>
        </p:txBody>
      </p:sp>
      <p:cxnSp>
        <p:nvCxnSpPr>
          <p:cNvPr id="229" name="Straight Connector 228">
            <a:extLst>
              <a:ext uri="{FF2B5EF4-FFF2-40B4-BE49-F238E27FC236}">
                <a16:creationId xmlns:a16="http://schemas.microsoft.com/office/drawing/2014/main" id="{A8F2B5E4-7B83-4F5F-E44C-80555AC97BD3}"/>
              </a:ext>
            </a:extLst>
          </p:cNvPr>
          <p:cNvCxnSpPr>
            <a:cxnSpLocks/>
          </p:cNvCxnSpPr>
          <p:nvPr/>
        </p:nvCxnSpPr>
        <p:spPr>
          <a:xfrm flipV="1">
            <a:off x="10152668" y="2186874"/>
            <a:ext cx="969264" cy="0"/>
          </a:xfrm>
          <a:prstGeom prst="line">
            <a:avLst/>
          </a:prstGeom>
          <a:noFill/>
          <a:ln w="9525" cap="flat" cmpd="sng" algn="ctr">
            <a:solidFill>
              <a:srgbClr val="2E2E38">
                <a:lumMod val="60000"/>
                <a:lumOff val="40000"/>
              </a:srgbClr>
            </a:solidFill>
            <a:prstDash val="solid"/>
            <a:headEnd type="none" w="med" len="med"/>
            <a:tailEnd type="none" w="med" len="med"/>
          </a:ln>
          <a:effectLst/>
        </p:spPr>
      </p:cxnSp>
      <p:cxnSp>
        <p:nvCxnSpPr>
          <p:cNvPr id="230" name="Straight Connector 229">
            <a:extLst>
              <a:ext uri="{FF2B5EF4-FFF2-40B4-BE49-F238E27FC236}">
                <a16:creationId xmlns:a16="http://schemas.microsoft.com/office/drawing/2014/main" id="{AE8E5AA9-AD9D-4372-C0B3-DB7CD2806E63}"/>
              </a:ext>
            </a:extLst>
          </p:cNvPr>
          <p:cNvCxnSpPr>
            <a:cxnSpLocks/>
          </p:cNvCxnSpPr>
          <p:nvPr/>
        </p:nvCxnSpPr>
        <p:spPr>
          <a:xfrm>
            <a:off x="3581355" y="1581353"/>
            <a:ext cx="0" cy="1879957"/>
          </a:xfrm>
          <a:prstGeom prst="line">
            <a:avLst/>
          </a:prstGeom>
          <a:noFill/>
          <a:ln w="9525" cap="flat" cmpd="sng" algn="ctr">
            <a:solidFill>
              <a:srgbClr val="2E2E38">
                <a:lumMod val="60000"/>
                <a:lumOff val="40000"/>
              </a:srgbClr>
            </a:solidFill>
            <a:prstDash val="lgDash"/>
            <a:headEnd type="none" w="med" len="med"/>
            <a:tailEnd type="none" w="med" len="med"/>
          </a:ln>
          <a:effectLst/>
        </p:spPr>
      </p:cxnSp>
      <p:cxnSp>
        <p:nvCxnSpPr>
          <p:cNvPr id="231" name="Straight Connector 230">
            <a:extLst>
              <a:ext uri="{FF2B5EF4-FFF2-40B4-BE49-F238E27FC236}">
                <a16:creationId xmlns:a16="http://schemas.microsoft.com/office/drawing/2014/main" id="{DE476BE1-A301-C846-1D7B-EF38F7C80D48}"/>
              </a:ext>
            </a:extLst>
          </p:cNvPr>
          <p:cNvCxnSpPr>
            <a:cxnSpLocks/>
          </p:cNvCxnSpPr>
          <p:nvPr/>
        </p:nvCxnSpPr>
        <p:spPr>
          <a:xfrm>
            <a:off x="6378993" y="1581353"/>
            <a:ext cx="0" cy="1879957"/>
          </a:xfrm>
          <a:prstGeom prst="line">
            <a:avLst/>
          </a:prstGeom>
          <a:noFill/>
          <a:ln w="9525" cap="flat" cmpd="sng" algn="ctr">
            <a:solidFill>
              <a:srgbClr val="2E2E38">
                <a:lumMod val="60000"/>
                <a:lumOff val="40000"/>
              </a:srgbClr>
            </a:solidFill>
            <a:prstDash val="lgDash"/>
            <a:headEnd type="none" w="med" len="med"/>
            <a:tailEnd type="none" w="med" len="med"/>
          </a:ln>
          <a:effectLst/>
        </p:spPr>
      </p:cxnSp>
      <p:cxnSp>
        <p:nvCxnSpPr>
          <p:cNvPr id="232" name="Straight Connector 231">
            <a:extLst>
              <a:ext uri="{FF2B5EF4-FFF2-40B4-BE49-F238E27FC236}">
                <a16:creationId xmlns:a16="http://schemas.microsoft.com/office/drawing/2014/main" id="{C9F0900C-83D6-3D35-4413-1057C241FE6E}"/>
              </a:ext>
            </a:extLst>
          </p:cNvPr>
          <p:cNvCxnSpPr>
            <a:cxnSpLocks/>
          </p:cNvCxnSpPr>
          <p:nvPr/>
        </p:nvCxnSpPr>
        <p:spPr>
          <a:xfrm>
            <a:off x="9130290" y="1593447"/>
            <a:ext cx="0" cy="1879957"/>
          </a:xfrm>
          <a:prstGeom prst="line">
            <a:avLst/>
          </a:prstGeom>
          <a:noFill/>
          <a:ln w="9525" cap="flat" cmpd="sng" algn="ctr">
            <a:solidFill>
              <a:srgbClr val="2E2E38">
                <a:lumMod val="60000"/>
                <a:lumOff val="40000"/>
              </a:srgbClr>
            </a:solidFill>
            <a:prstDash val="lgDash"/>
            <a:headEnd type="none" w="med" len="med"/>
            <a:tailEnd type="none" w="med" len="med"/>
          </a:ln>
          <a:effectLst/>
        </p:spPr>
      </p:cxnSp>
      <p:sp>
        <p:nvSpPr>
          <p:cNvPr id="3" name="Date Placeholder 2">
            <a:extLst>
              <a:ext uri="{FF2B5EF4-FFF2-40B4-BE49-F238E27FC236}">
                <a16:creationId xmlns:a16="http://schemas.microsoft.com/office/drawing/2014/main" id="{F4F69F5C-B649-A838-0578-44783D995365}"/>
              </a:ext>
            </a:extLst>
          </p:cNvPr>
          <p:cNvSpPr>
            <a:spLocks noGrp="1"/>
          </p:cNvSpPr>
          <p:nvPr>
            <p:ph type="dt" sz="half" idx="10"/>
          </p:nvPr>
        </p:nvSpPr>
        <p:spPr/>
        <p:txBody>
          <a:bodyPr/>
          <a:lstStyle/>
          <a:p>
            <a:fld id="{EBCC9B09-A1DE-41EA-AE1F-B5017660D67D}" type="datetime1">
              <a:rPr lang="en-US" smtClean="0"/>
              <a:t>9/19/2025</a:t>
            </a:fld>
            <a:endParaRPr lang="en-US"/>
          </a:p>
        </p:txBody>
      </p:sp>
      <p:sp>
        <p:nvSpPr>
          <p:cNvPr id="4" name="Slide Number Placeholder 3">
            <a:extLst>
              <a:ext uri="{FF2B5EF4-FFF2-40B4-BE49-F238E27FC236}">
                <a16:creationId xmlns:a16="http://schemas.microsoft.com/office/drawing/2014/main" id="{70C2093B-77AD-5F23-CF1F-D5BC7674B4B2}"/>
              </a:ext>
            </a:extLst>
          </p:cNvPr>
          <p:cNvSpPr>
            <a:spLocks noGrp="1"/>
          </p:cNvSpPr>
          <p:nvPr>
            <p:ph type="sldNum" sz="quarter" idx="12"/>
          </p:nvPr>
        </p:nvSpPr>
        <p:spPr/>
        <p:txBody>
          <a:bodyPr/>
          <a:lstStyle/>
          <a:p>
            <a:fld id="{94FCA0F3-9F3A-694B-99BB-0E592A797735}" type="slidenum">
              <a:rPr lang="en-US" smtClean="0"/>
              <a:t>77</a:t>
            </a:fld>
            <a:endParaRPr lang="en-US"/>
          </a:p>
        </p:txBody>
      </p:sp>
    </p:spTree>
    <p:extLst>
      <p:ext uri="{BB962C8B-B14F-4D97-AF65-F5344CB8AC3E}">
        <p14:creationId xmlns:p14="http://schemas.microsoft.com/office/powerpoint/2010/main" val="109864940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73B93A-3064-464E-904C-9BDABC5E4E71}"/>
              </a:ext>
            </a:extLst>
          </p:cNvPr>
          <p:cNvSpPr>
            <a:spLocks noGrp="1"/>
          </p:cNvSpPr>
          <p:nvPr>
            <p:ph type="title"/>
          </p:nvPr>
        </p:nvSpPr>
        <p:spPr/>
        <p:txBody>
          <a:bodyPr/>
          <a:lstStyle/>
          <a:p>
            <a:r>
              <a:rPr lang="en-IN" b="1"/>
              <a:t>Cost Optimization Strategies</a:t>
            </a:r>
            <a:endParaRPr lang="en-US" b="1"/>
          </a:p>
        </p:txBody>
      </p:sp>
      <p:sp>
        <p:nvSpPr>
          <p:cNvPr id="15" name="Title 1">
            <a:extLst>
              <a:ext uri="{FF2B5EF4-FFF2-40B4-BE49-F238E27FC236}">
                <a16:creationId xmlns:a16="http://schemas.microsoft.com/office/drawing/2014/main" id="{333D3D1C-9717-4807-8A2E-6EF35CBBC7D8}"/>
              </a:ext>
            </a:extLst>
          </p:cNvPr>
          <p:cNvSpPr txBox="1">
            <a:spLocks/>
          </p:cNvSpPr>
          <p:nvPr/>
        </p:nvSpPr>
        <p:spPr>
          <a:xfrm>
            <a:off x="1608121" y="6134854"/>
            <a:ext cx="9311518" cy="363742"/>
          </a:xfrm>
          <a:prstGeom prst="rect">
            <a:avLst/>
          </a:prstGeom>
        </p:spPr>
        <p:txBody>
          <a:bodyPr vert="horz" lIns="0" tIns="0" rIns="0" bIns="0" rtlCol="0" anchor="t" anchorCtr="0">
            <a:noAutofit/>
          </a:bodyPr>
          <a:lstStyle>
            <a:lvl1pPr algn="l" defTabSz="913943" rtl="0" eaLnBrk="1" latinLnBrk="0" hangingPunct="1">
              <a:lnSpc>
                <a:spcPct val="85000"/>
              </a:lnSpc>
              <a:spcBef>
                <a:spcPct val="0"/>
              </a:spcBef>
              <a:buNone/>
              <a:defRPr sz="2399" b="0" kern="1200">
                <a:solidFill>
                  <a:schemeClr val="tx1"/>
                </a:solidFill>
                <a:latin typeface="Arial" panose="020B0604020202020204" pitchFamily="34" charset="0"/>
                <a:ea typeface="+mj-ea"/>
                <a:cs typeface="Arial" pitchFamily="34" charset="0"/>
              </a:defRPr>
            </a:lvl1pPr>
          </a:lstStyle>
          <a:p>
            <a:pPr marL="0" marR="0" lvl="0" indent="0" algn="l" defTabSz="913943" rtl="0" eaLnBrk="1" fontAlgn="auto" latinLnBrk="0" hangingPunct="1">
              <a:lnSpc>
                <a:spcPct val="85000"/>
              </a:lnSpc>
              <a:spcBef>
                <a:spcPct val="0"/>
              </a:spcBef>
              <a:spcAft>
                <a:spcPts val="0"/>
              </a:spcAft>
              <a:buClrTx/>
              <a:buSzTx/>
              <a:buFontTx/>
              <a:buNone/>
              <a:tabLst/>
              <a:defRPr/>
            </a:pPr>
            <a:endParaRPr kumimoji="0" lang="en-IN" sz="1600" b="1" i="1" u="none" strike="noStrike" kern="1200" cap="none" spc="0" normalizeH="0" baseline="0" noProof="0">
              <a:ln>
                <a:noFill/>
              </a:ln>
              <a:solidFill>
                <a:srgbClr val="2E2E38"/>
              </a:solidFill>
              <a:effectLst/>
              <a:uLnTx/>
              <a:uFillTx/>
              <a:latin typeface="Arial" panose="020B0604020202020204" pitchFamily="34" charset="0"/>
              <a:ea typeface="+mj-ea"/>
              <a:cs typeface="Arial" pitchFamily="34" charset="0"/>
            </a:endParaRPr>
          </a:p>
        </p:txBody>
      </p:sp>
      <p:graphicFrame>
        <p:nvGraphicFramePr>
          <p:cNvPr id="40" name="Table 39">
            <a:extLst>
              <a:ext uri="{FF2B5EF4-FFF2-40B4-BE49-F238E27FC236}">
                <a16:creationId xmlns:a16="http://schemas.microsoft.com/office/drawing/2014/main" id="{289B4632-F53E-4FFA-BE08-376657E50795}"/>
              </a:ext>
            </a:extLst>
          </p:cNvPr>
          <p:cNvGraphicFramePr>
            <a:graphicFrameLocks noGrp="1"/>
          </p:cNvGraphicFramePr>
          <p:nvPr/>
        </p:nvGraphicFramePr>
        <p:xfrm>
          <a:off x="1674308" y="2459554"/>
          <a:ext cx="9814519" cy="3733800"/>
        </p:xfrm>
        <a:graphic>
          <a:graphicData uri="http://schemas.openxmlformats.org/drawingml/2006/table">
            <a:tbl>
              <a:tblPr bandRow="1"/>
              <a:tblGrid>
                <a:gridCol w="621511">
                  <a:extLst>
                    <a:ext uri="{9D8B030D-6E8A-4147-A177-3AD203B41FA5}">
                      <a16:colId xmlns:a16="http://schemas.microsoft.com/office/drawing/2014/main" val="4190163926"/>
                    </a:ext>
                  </a:extLst>
                </a:gridCol>
                <a:gridCol w="2298252">
                  <a:extLst>
                    <a:ext uri="{9D8B030D-6E8A-4147-A177-3AD203B41FA5}">
                      <a16:colId xmlns:a16="http://schemas.microsoft.com/office/drawing/2014/main" val="4151483636"/>
                    </a:ext>
                  </a:extLst>
                </a:gridCol>
                <a:gridCol w="2298252">
                  <a:extLst>
                    <a:ext uri="{9D8B030D-6E8A-4147-A177-3AD203B41FA5}">
                      <a16:colId xmlns:a16="http://schemas.microsoft.com/office/drawing/2014/main" val="71903159"/>
                    </a:ext>
                  </a:extLst>
                </a:gridCol>
                <a:gridCol w="2298252">
                  <a:extLst>
                    <a:ext uri="{9D8B030D-6E8A-4147-A177-3AD203B41FA5}">
                      <a16:colId xmlns:a16="http://schemas.microsoft.com/office/drawing/2014/main" val="3447728861"/>
                    </a:ext>
                  </a:extLst>
                </a:gridCol>
                <a:gridCol w="2298252">
                  <a:extLst>
                    <a:ext uri="{9D8B030D-6E8A-4147-A177-3AD203B41FA5}">
                      <a16:colId xmlns:a16="http://schemas.microsoft.com/office/drawing/2014/main" val="574619221"/>
                    </a:ext>
                  </a:extLst>
                </a:gridCol>
              </a:tblGrid>
              <a:tr h="191427">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endParaRPr lang="en-AU" sz="900">
                        <a:solidFill>
                          <a:schemeClr val="bg2"/>
                        </a:solidFill>
                        <a:latin typeface="Arial" panose="020B0604020202020204" pitchFamily="34" charset="0"/>
                        <a:cs typeface="Arial" panose="020B0604020202020204" pitchFamily="34" charset="0"/>
                      </a:endParaRPr>
                    </a:p>
                  </a:txBody>
                  <a:tcP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0" marR="0" lvl="2" indent="0" algn="ctr" defTabSz="457200" rtl="0" eaLnBrk="0" fontAlgn="base" latinLnBrk="0" hangingPunct="0">
                        <a:lnSpc>
                          <a:spcPct val="100000"/>
                        </a:lnSpc>
                        <a:spcBef>
                          <a:spcPts val="0"/>
                        </a:spcBef>
                        <a:spcAft>
                          <a:spcPts val="600"/>
                        </a:spcAft>
                        <a:buClr>
                          <a:schemeClr val="tx1">
                            <a:lumMod val="75000"/>
                            <a:lumOff val="25000"/>
                          </a:schemeClr>
                        </a:buClr>
                        <a:buSzPct val="70000"/>
                        <a:buFont typeface="Arial" panose="020B0604020202020204" pitchFamily="34" charset="0"/>
                        <a:buNone/>
                        <a:tabLst/>
                        <a:defRPr/>
                      </a:pPr>
                      <a:r>
                        <a:rPr lang="en-AU" sz="900" b="1" kern="0">
                          <a:solidFill>
                            <a:schemeClr val="bg2"/>
                          </a:solidFill>
                          <a:latin typeface="Arial" panose="020B0604020202020204" pitchFamily="34" charset="0"/>
                          <a:ea typeface="+mn-ea"/>
                          <a:cs typeface="Arial" panose="020B0604020202020204" pitchFamily="34" charset="0"/>
                        </a:rPr>
                        <a:t>1. Lift and shift (then fix)</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57150" cap="flat" cmpd="sng" algn="ctr">
                      <a:solidFill>
                        <a:srgbClr val="FFFFFF"/>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0" marR="0" lvl="2" indent="0" algn="ctr" defTabSz="457200" rtl="0" eaLnBrk="0" fontAlgn="base" latinLnBrk="0" hangingPunct="0">
                        <a:lnSpc>
                          <a:spcPct val="100000"/>
                        </a:lnSpc>
                        <a:spcBef>
                          <a:spcPts val="0"/>
                        </a:spcBef>
                        <a:spcAft>
                          <a:spcPts val="600"/>
                        </a:spcAft>
                        <a:buClr>
                          <a:schemeClr val="tx1">
                            <a:lumMod val="75000"/>
                            <a:lumOff val="25000"/>
                          </a:schemeClr>
                        </a:buClr>
                        <a:buSzPct val="70000"/>
                        <a:buFont typeface="Arial" panose="020B0604020202020204" pitchFamily="34" charset="0"/>
                        <a:buNone/>
                        <a:tabLst/>
                        <a:defRPr/>
                      </a:pPr>
                      <a:r>
                        <a:rPr lang="en-AU" sz="900" b="1" kern="0">
                          <a:solidFill>
                            <a:schemeClr val="bg2"/>
                          </a:solidFill>
                          <a:latin typeface="Arial" panose="020B0604020202020204" pitchFamily="34" charset="0"/>
                          <a:ea typeface="+mn-ea"/>
                          <a:cs typeface="Arial" panose="020B0604020202020204" pitchFamily="34" charset="0"/>
                        </a:rPr>
                        <a:t>2. Fix (Transform) then shift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57150" cap="flat" cmpd="sng" algn="ctr">
                      <a:solidFill>
                        <a:srgbClr val="FFFFFF"/>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0" marR="0" lvl="2" indent="0" algn="ctr" defTabSz="457200" rtl="0" eaLnBrk="0" fontAlgn="base" latinLnBrk="0" hangingPunct="0">
                        <a:lnSpc>
                          <a:spcPct val="100000"/>
                        </a:lnSpc>
                        <a:spcBef>
                          <a:spcPts val="0"/>
                        </a:spcBef>
                        <a:spcAft>
                          <a:spcPts val="600"/>
                        </a:spcAft>
                        <a:buClr>
                          <a:schemeClr val="tx1">
                            <a:lumMod val="75000"/>
                            <a:lumOff val="25000"/>
                          </a:schemeClr>
                        </a:buClr>
                        <a:buSzPct val="70000"/>
                        <a:buFont typeface="Arial" panose="020B0604020202020204" pitchFamily="34" charset="0"/>
                        <a:buNone/>
                        <a:tabLst/>
                        <a:defRPr/>
                      </a:pPr>
                      <a:r>
                        <a:rPr lang="en-AU" sz="900" b="1" kern="0">
                          <a:solidFill>
                            <a:schemeClr val="bg2"/>
                          </a:solidFill>
                          <a:latin typeface="Arial" panose="020B0604020202020204" pitchFamily="34" charset="0"/>
                          <a:ea typeface="+mn-ea"/>
                          <a:cs typeface="Arial" panose="020B0604020202020204" pitchFamily="34" charset="0"/>
                        </a:rPr>
                        <a:t>3. Hybrid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57150" cap="flat" cmpd="sng" algn="ctr">
                      <a:solidFill>
                        <a:srgbClr val="FFFFFF"/>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0" marR="0" lvl="2" indent="0" algn="ctr" defTabSz="457200" rtl="0" eaLnBrk="0" fontAlgn="base" latinLnBrk="0" hangingPunct="0">
                        <a:lnSpc>
                          <a:spcPct val="100000"/>
                        </a:lnSpc>
                        <a:spcBef>
                          <a:spcPts val="0"/>
                        </a:spcBef>
                        <a:spcAft>
                          <a:spcPts val="600"/>
                        </a:spcAft>
                        <a:buClr>
                          <a:schemeClr val="tx1">
                            <a:lumMod val="75000"/>
                            <a:lumOff val="25000"/>
                          </a:schemeClr>
                        </a:buClr>
                        <a:buSzPct val="70000"/>
                        <a:buFont typeface="Arial" panose="020B0604020202020204" pitchFamily="34" charset="0"/>
                        <a:buNone/>
                        <a:tabLst/>
                        <a:defRPr/>
                      </a:pPr>
                      <a:r>
                        <a:rPr lang="en-AU" sz="900" b="1" kern="0">
                          <a:solidFill>
                            <a:schemeClr val="bg2"/>
                          </a:solidFill>
                          <a:latin typeface="Arial" panose="020B0604020202020204" pitchFamily="34" charset="0"/>
                          <a:ea typeface="+mn-ea"/>
                          <a:cs typeface="Arial" panose="020B0604020202020204" pitchFamily="34" charset="0"/>
                        </a:rPr>
                        <a:t>4. Transform (only)</a:t>
                      </a:r>
                    </a:p>
                  </a:txBody>
                  <a:tcPr anchor="ctr">
                    <a:lnL w="12700" cap="flat" cmpd="sng" algn="ctr">
                      <a:solidFill>
                        <a:schemeClr val="tx1"/>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1511630017"/>
                  </a:ext>
                </a:extLst>
              </a:tr>
              <a:tr h="1582464">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r>
                        <a:rPr lang="en-AU" sz="900" b="1">
                          <a:solidFill>
                            <a:schemeClr val="bg2"/>
                          </a:solidFill>
                          <a:latin typeface="Arial" panose="020B0604020202020204" pitchFamily="34" charset="0"/>
                          <a:cs typeface="Arial" panose="020B0604020202020204" pitchFamily="34" charset="0"/>
                        </a:rPr>
                        <a:t>Pros</a:t>
                      </a:r>
                    </a:p>
                  </a:txBody>
                  <a:tcP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Drives immediate labor arbitrage.</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Requires less time investment.</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Shifts the transformation target over to the vendor.</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Removes the need to transform the process (shifts</a:t>
                      </a:r>
                      <a:r>
                        <a:rPr lang="en-US" sz="900" b="0" kern="0" baseline="0" noProof="0">
                          <a:solidFill>
                            <a:schemeClr val="bg2"/>
                          </a:solidFill>
                          <a:latin typeface="Arial" panose="020B0604020202020204" pitchFamily="34" charset="0"/>
                          <a:ea typeface="+mn-ea"/>
                          <a:cs typeface="Arial" panose="020B0604020202020204" pitchFamily="34" charset="0"/>
                        </a:rPr>
                        <a:t> the task to vendor).</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baseline="0" noProof="0">
                          <a:solidFill>
                            <a:schemeClr val="bg2"/>
                          </a:solidFill>
                          <a:latin typeface="Arial" panose="020B0604020202020204" pitchFamily="34" charset="0"/>
                          <a:ea typeface="+mn-ea"/>
                          <a:cs typeface="Arial" panose="020B0604020202020204" pitchFamily="34" charset="0"/>
                        </a:rPr>
                        <a:t>Utilizes the BPO providers ability to automate and improve the process.</a:t>
                      </a:r>
                    </a:p>
                  </a:txBody>
                  <a:tcPr marL="72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Improves</a:t>
                      </a:r>
                      <a:r>
                        <a:rPr lang="en-US" sz="900" b="0" kern="0" baseline="0" noProof="0">
                          <a:solidFill>
                            <a:schemeClr val="bg2"/>
                          </a:solidFill>
                          <a:latin typeface="Arial" panose="020B0604020202020204" pitchFamily="34" charset="0"/>
                          <a:ea typeface="+mn-ea"/>
                          <a:cs typeface="Arial" panose="020B0604020202020204" pitchFamily="34" charset="0"/>
                        </a:rPr>
                        <a:t> service quality and efficiency before it is transferred.</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baseline="0" noProof="0">
                          <a:solidFill>
                            <a:schemeClr val="bg2"/>
                          </a:solidFill>
                          <a:latin typeface="Arial" panose="020B0604020202020204" pitchFamily="34" charset="0"/>
                          <a:ea typeface="+mn-ea"/>
                          <a:cs typeface="Arial" panose="020B0604020202020204" pitchFamily="34" charset="0"/>
                        </a:rPr>
                        <a:t>Provides ability to change the process upfront.</a:t>
                      </a:r>
                      <a:endParaRPr lang="en-US" sz="900" b="0" kern="0" noProof="0">
                        <a:solidFill>
                          <a:schemeClr val="bg2"/>
                        </a:solidFill>
                        <a:latin typeface="Arial" panose="020B0604020202020204" pitchFamily="34" charset="0"/>
                        <a:ea typeface="+mn-ea"/>
                        <a:cs typeface="Arial" panose="020B0604020202020204" pitchFamily="34" charset="0"/>
                      </a:endParaRP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Avoids paying for services which are not required/eliminated through optimization.</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Enhances: Business As Usual (BAU) transparency of BPO performance and coordination of handoffs.</a:t>
                      </a:r>
                    </a:p>
                  </a:txBody>
                  <a:tcPr marL="72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Delivers compounding process quality</a:t>
                      </a:r>
                      <a:r>
                        <a:rPr lang="en-US" sz="900" b="0" kern="0" baseline="0" noProof="0">
                          <a:solidFill>
                            <a:schemeClr val="bg2"/>
                          </a:solidFill>
                          <a:latin typeface="Arial" panose="020B0604020202020204" pitchFamily="34" charset="0"/>
                          <a:ea typeface="+mn-ea"/>
                          <a:cs typeface="Arial" panose="020B0604020202020204" pitchFamily="34" charset="0"/>
                        </a:rPr>
                        <a:t> and cost benefit.</a:t>
                      </a:r>
                      <a:endParaRPr lang="en-US" sz="900" b="0" kern="0" noProof="0">
                        <a:solidFill>
                          <a:schemeClr val="bg2"/>
                        </a:solidFill>
                        <a:latin typeface="Arial" panose="020B0604020202020204" pitchFamily="34" charset="0"/>
                        <a:ea typeface="+mn-ea"/>
                        <a:cs typeface="Arial" panose="020B0604020202020204" pitchFamily="34" charset="0"/>
                      </a:endParaRP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Avoids paying of services which are not required/eliminated through optimization.</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Drives immediate labor arbitrage in priority areas.</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Potential to utilize BPO vendor to undertake transformation pre, during and/or post transition.</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Rapid approach to standardize and consolidate activities.</a:t>
                      </a:r>
                    </a:p>
                  </a:txBody>
                  <a:tcPr marL="72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Greater control and oversight to transform the process.</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Process knowledge and control is retained within the business.</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noProof="0">
                          <a:solidFill>
                            <a:schemeClr val="bg2"/>
                          </a:solidFill>
                          <a:latin typeface="Arial" panose="020B0604020202020204" pitchFamily="34" charset="0"/>
                          <a:cs typeface="Arial" panose="020B0604020202020204" pitchFamily="34" charset="0"/>
                        </a:rPr>
                        <a:t>Delivers</a:t>
                      </a:r>
                      <a:r>
                        <a:rPr lang="en-US" sz="900" baseline="0" noProof="0">
                          <a:solidFill>
                            <a:schemeClr val="bg2"/>
                          </a:solidFill>
                          <a:latin typeface="Arial" panose="020B0604020202020204" pitchFamily="34" charset="0"/>
                          <a:cs typeface="Arial" panose="020B0604020202020204" pitchFamily="34" charset="0"/>
                        </a:rPr>
                        <a:t> process optimization and continuous improvement in the process.</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aseline="0" noProof="0">
                          <a:solidFill>
                            <a:schemeClr val="bg2"/>
                          </a:solidFill>
                          <a:latin typeface="Arial" panose="020B0604020202020204" pitchFamily="34" charset="0"/>
                          <a:cs typeface="Arial" panose="020B0604020202020204" pitchFamily="34" charset="0"/>
                        </a:rPr>
                        <a:t>Greater agility (ability to respond to change).</a:t>
                      </a:r>
                    </a:p>
                  </a:txBody>
                  <a:tcPr marL="72000" marR="36000">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550091"/>
                  </a:ext>
                </a:extLst>
              </a:tr>
              <a:tr h="1352752">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r>
                        <a:rPr lang="en-AU" sz="900" b="1">
                          <a:solidFill>
                            <a:schemeClr val="bg2"/>
                          </a:solidFill>
                          <a:latin typeface="Arial" panose="020B0604020202020204" pitchFamily="34" charset="0"/>
                          <a:cs typeface="Arial" panose="020B0604020202020204" pitchFamily="34" charset="0"/>
                        </a:rPr>
                        <a:t>Cons</a:t>
                      </a:r>
                    </a:p>
                  </a:txBody>
                  <a:tcP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Existing inefficient processes continue in offshore location.</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Process redesign becomes harder to control once transitioned.</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Requires commercial due diligence to embed continuous improvement and automation.</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Requires innovation support from the business to advise the vendor.</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Benefits are shared with the vendor.</a:t>
                      </a:r>
                    </a:p>
                  </a:txBody>
                  <a:tcPr marL="72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Requires greater time and financial investment upfront to improve process prior to transition.</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Delays </a:t>
                      </a:r>
                      <a:r>
                        <a:rPr lang="en-US" sz="900" b="0" kern="0" baseline="0" noProof="0">
                          <a:solidFill>
                            <a:schemeClr val="bg2"/>
                          </a:solidFill>
                          <a:latin typeface="Arial" panose="020B0604020202020204" pitchFamily="34" charset="0"/>
                          <a:ea typeface="+mn-ea"/>
                          <a:cs typeface="Arial" panose="020B0604020202020204" pitchFamily="34" charset="0"/>
                        </a:rPr>
                        <a:t>labor arbitrage benefit achieved through lift and shift.</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baseline="0" noProof="0">
                          <a:solidFill>
                            <a:schemeClr val="bg2"/>
                          </a:solidFill>
                          <a:latin typeface="Arial" panose="020B0604020202020204" pitchFamily="34" charset="0"/>
                          <a:ea typeface="+mn-ea"/>
                          <a:cs typeface="Arial" panose="020B0604020202020204" pitchFamily="34" charset="0"/>
                        </a:rPr>
                        <a:t>Requires greater stakeholder engagement/management.</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endParaRPr lang="en-US" sz="900" b="0" kern="0" baseline="0" noProof="0">
                        <a:solidFill>
                          <a:schemeClr val="bg2"/>
                        </a:solidFill>
                        <a:latin typeface="Arial" panose="020B0604020202020204" pitchFamily="34" charset="0"/>
                        <a:ea typeface="+mn-ea"/>
                        <a:cs typeface="Arial" panose="020B0604020202020204" pitchFamily="34" charset="0"/>
                      </a:endParaRPr>
                    </a:p>
                  </a:txBody>
                  <a:tcPr marL="72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baseline="0" noProof="0">
                          <a:solidFill>
                            <a:schemeClr val="bg2"/>
                          </a:solidFill>
                          <a:latin typeface="Arial" panose="020B0604020202020204" pitchFamily="34" charset="0"/>
                          <a:ea typeface="+mn-ea"/>
                          <a:cs typeface="Arial" panose="020B0604020202020204" pitchFamily="34" charset="0"/>
                        </a:rPr>
                        <a:t>Additional time required compared to lift and shift (priority required).</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baseline="0" noProof="0">
                          <a:solidFill>
                            <a:schemeClr val="bg2"/>
                          </a:solidFill>
                          <a:latin typeface="Arial" panose="020B0604020202020204" pitchFamily="34" charset="0"/>
                          <a:ea typeface="+mn-ea"/>
                          <a:cs typeface="Arial" panose="020B0604020202020204" pitchFamily="34" charset="0"/>
                        </a:rPr>
                        <a:t>Introduces another dependency to be achieved prior to the go-live date of the BPO process.</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baseline="0" noProof="0">
                          <a:solidFill>
                            <a:schemeClr val="bg2"/>
                          </a:solidFill>
                          <a:latin typeface="Arial" panose="020B0604020202020204" pitchFamily="34" charset="0"/>
                          <a:ea typeface="+mn-ea"/>
                          <a:cs typeface="Arial" panose="020B0604020202020204" pitchFamily="34" charset="0"/>
                        </a:rPr>
                        <a:t>Not all activities can be optimized prior to transition.</a:t>
                      </a:r>
                      <a:endParaRPr lang="en-US" sz="900" b="0" kern="0" noProof="0">
                        <a:solidFill>
                          <a:schemeClr val="bg2"/>
                        </a:solidFill>
                        <a:latin typeface="Arial" panose="020B0604020202020204" pitchFamily="34" charset="0"/>
                        <a:ea typeface="+mn-ea"/>
                        <a:cs typeface="Arial" panose="020B0604020202020204" pitchFamily="34" charset="0"/>
                      </a:endParaRPr>
                    </a:p>
                  </a:txBody>
                  <a:tcPr marL="72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dk1"/>
                          </a:solidFill>
                          <a:latin typeface="Arial"/>
                        </a:defRPr>
                      </a:lvl1pPr>
                      <a:lvl2pPr marL="456971" algn="l" defTabSz="913943" rtl="0" eaLnBrk="1" latinLnBrk="0" hangingPunct="1">
                        <a:defRPr sz="1799" kern="1200">
                          <a:solidFill>
                            <a:schemeClr val="dk1"/>
                          </a:solidFill>
                          <a:latin typeface="Arial"/>
                        </a:defRPr>
                      </a:lvl2pPr>
                      <a:lvl3pPr marL="913943" algn="l" defTabSz="913943" rtl="0" eaLnBrk="1" latinLnBrk="0" hangingPunct="1">
                        <a:defRPr sz="1799" kern="1200">
                          <a:solidFill>
                            <a:schemeClr val="dk1"/>
                          </a:solidFill>
                          <a:latin typeface="Arial"/>
                        </a:defRPr>
                      </a:lvl3pPr>
                      <a:lvl4pPr marL="1370914" algn="l" defTabSz="913943" rtl="0" eaLnBrk="1" latinLnBrk="0" hangingPunct="1">
                        <a:defRPr sz="1799" kern="1200">
                          <a:solidFill>
                            <a:schemeClr val="dk1"/>
                          </a:solidFill>
                          <a:latin typeface="Arial"/>
                        </a:defRPr>
                      </a:lvl4pPr>
                      <a:lvl5pPr marL="1827886" algn="l" defTabSz="913943" rtl="0" eaLnBrk="1" latinLnBrk="0" hangingPunct="1">
                        <a:defRPr sz="1799" kern="1200">
                          <a:solidFill>
                            <a:schemeClr val="dk1"/>
                          </a:solidFill>
                          <a:latin typeface="Arial"/>
                        </a:defRPr>
                      </a:lvl5pPr>
                      <a:lvl6pPr marL="2284857" algn="l" defTabSz="913943" rtl="0" eaLnBrk="1" latinLnBrk="0" hangingPunct="1">
                        <a:defRPr sz="1799" kern="1200">
                          <a:solidFill>
                            <a:schemeClr val="dk1"/>
                          </a:solidFill>
                          <a:latin typeface="Arial"/>
                        </a:defRPr>
                      </a:lvl6pPr>
                      <a:lvl7pPr marL="2741828" algn="l" defTabSz="913943" rtl="0" eaLnBrk="1" latinLnBrk="0" hangingPunct="1">
                        <a:defRPr sz="1799" kern="1200">
                          <a:solidFill>
                            <a:schemeClr val="dk1"/>
                          </a:solidFill>
                          <a:latin typeface="Arial"/>
                        </a:defRPr>
                      </a:lvl7pPr>
                      <a:lvl8pPr marL="3198800" algn="l" defTabSz="913943" rtl="0" eaLnBrk="1" latinLnBrk="0" hangingPunct="1">
                        <a:defRPr sz="1799" kern="1200">
                          <a:solidFill>
                            <a:schemeClr val="dk1"/>
                          </a:solidFill>
                          <a:latin typeface="Arial"/>
                        </a:defRPr>
                      </a:lvl8pPr>
                      <a:lvl9pPr marL="3655771" algn="l" defTabSz="913943" rtl="0" eaLnBrk="1" latinLnBrk="0" hangingPunct="1">
                        <a:defRPr sz="1799" kern="1200">
                          <a:solidFill>
                            <a:schemeClr val="dk1"/>
                          </a:solidFill>
                          <a:latin typeface="Arial"/>
                        </a:defRPr>
                      </a:lvl9pPr>
                    </a:lstStyle>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Requires in-house capability and maturity to drive optimization.</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Labor arbitrage not achieved.</a:t>
                      </a:r>
                    </a:p>
                    <a:p>
                      <a:pPr marL="176213" marR="0" lvl="2" indent="-176213" algn="l" defTabSz="457200" rtl="0" eaLnBrk="0" fontAlgn="base" latinLnBrk="0" hangingPunct="0">
                        <a:lnSpc>
                          <a:spcPct val="100000"/>
                        </a:lnSpc>
                        <a:spcBef>
                          <a:spcPts val="0"/>
                        </a:spcBef>
                        <a:spcAft>
                          <a:spcPts val="300"/>
                        </a:spcAft>
                        <a:buClr>
                          <a:schemeClr val="bg2"/>
                        </a:buClr>
                        <a:buSzPct val="70000"/>
                        <a:buFont typeface="Arial" panose="020B0604020202020204" pitchFamily="34" charset="0"/>
                        <a:buChar char="►"/>
                        <a:tabLst/>
                        <a:defRPr/>
                      </a:pPr>
                      <a:r>
                        <a:rPr lang="en-US" sz="900" b="0" kern="0" noProof="0">
                          <a:solidFill>
                            <a:schemeClr val="bg2"/>
                          </a:solidFill>
                          <a:latin typeface="Arial" panose="020B0604020202020204" pitchFamily="34" charset="0"/>
                          <a:ea typeface="+mn-ea"/>
                          <a:cs typeface="Arial" panose="020B0604020202020204" pitchFamily="34" charset="0"/>
                        </a:rPr>
                        <a:t>Not suitable for all process, e.g., sub-optimal to have low value, non time-sensitive transactional activity remaining in high-cost locations.</a:t>
                      </a:r>
                    </a:p>
                  </a:txBody>
                  <a:tcPr marL="72000" marR="36000">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38563120"/>
                  </a:ext>
                </a:extLst>
              </a:tr>
            </a:tbl>
          </a:graphicData>
        </a:graphic>
      </p:graphicFrame>
      <p:grpSp>
        <p:nvGrpSpPr>
          <p:cNvPr id="3" name="Group 2">
            <a:extLst>
              <a:ext uri="{FF2B5EF4-FFF2-40B4-BE49-F238E27FC236}">
                <a16:creationId xmlns:a16="http://schemas.microsoft.com/office/drawing/2014/main" id="{F3A395B1-2E7F-4FAC-AE3A-E7054F695740}"/>
              </a:ext>
            </a:extLst>
          </p:cNvPr>
          <p:cNvGrpSpPr/>
          <p:nvPr/>
        </p:nvGrpSpPr>
        <p:grpSpPr>
          <a:xfrm>
            <a:off x="2627790" y="1505162"/>
            <a:ext cx="8530067" cy="905326"/>
            <a:chOff x="3322352" y="1102072"/>
            <a:chExt cx="7289250" cy="1561815"/>
          </a:xfrm>
        </p:grpSpPr>
        <p:pic>
          <p:nvPicPr>
            <p:cNvPr id="41" name="Picture 40">
              <a:extLst>
                <a:ext uri="{FF2B5EF4-FFF2-40B4-BE49-F238E27FC236}">
                  <a16:creationId xmlns:a16="http://schemas.microsoft.com/office/drawing/2014/main" id="{BB2782A2-AECB-451D-8B48-6C2F3F2AD5F3}"/>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322352" y="1102072"/>
              <a:ext cx="1499619" cy="1561815"/>
            </a:xfrm>
            <a:prstGeom prst="rect">
              <a:avLst/>
            </a:prstGeom>
          </p:spPr>
        </p:pic>
        <p:pic>
          <p:nvPicPr>
            <p:cNvPr id="42" name="Picture 41">
              <a:extLst>
                <a:ext uri="{FF2B5EF4-FFF2-40B4-BE49-F238E27FC236}">
                  <a16:creationId xmlns:a16="http://schemas.microsoft.com/office/drawing/2014/main" id="{FC986EC2-DD46-4599-A86E-CEFC99DB3E5A}"/>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5252229" y="1102072"/>
              <a:ext cx="1499619" cy="1561815"/>
            </a:xfrm>
            <a:prstGeom prst="rect">
              <a:avLst/>
            </a:prstGeom>
          </p:spPr>
        </p:pic>
        <p:pic>
          <p:nvPicPr>
            <p:cNvPr id="43" name="Picture 42">
              <a:extLst>
                <a:ext uri="{FF2B5EF4-FFF2-40B4-BE49-F238E27FC236}">
                  <a16:creationId xmlns:a16="http://schemas.microsoft.com/office/drawing/2014/main" id="{9F3B24AC-726E-481D-B41D-EF45DFBD6A00}"/>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7182106" y="1102072"/>
              <a:ext cx="1499619" cy="1561815"/>
            </a:xfrm>
            <a:prstGeom prst="rect">
              <a:avLst/>
            </a:prstGeom>
          </p:spPr>
        </p:pic>
        <p:pic>
          <p:nvPicPr>
            <p:cNvPr id="44" name="Picture 43">
              <a:extLst>
                <a:ext uri="{FF2B5EF4-FFF2-40B4-BE49-F238E27FC236}">
                  <a16:creationId xmlns:a16="http://schemas.microsoft.com/office/drawing/2014/main" id="{299ED3D6-89CA-464E-ADCD-4456ACD07F64}"/>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9111983" y="1102072"/>
              <a:ext cx="1499619" cy="1561815"/>
            </a:xfrm>
            <a:prstGeom prst="rect">
              <a:avLst/>
            </a:prstGeom>
          </p:spPr>
        </p:pic>
      </p:grpSp>
      <p:sp>
        <p:nvSpPr>
          <p:cNvPr id="45" name="TextBox 44">
            <a:extLst>
              <a:ext uri="{FF2B5EF4-FFF2-40B4-BE49-F238E27FC236}">
                <a16:creationId xmlns:a16="http://schemas.microsoft.com/office/drawing/2014/main" id="{E6327B4B-0E78-498F-8A82-0984C3A12DED}"/>
              </a:ext>
            </a:extLst>
          </p:cNvPr>
          <p:cNvSpPr txBox="1"/>
          <p:nvPr/>
        </p:nvSpPr>
        <p:spPr>
          <a:xfrm rot="16200000">
            <a:off x="1346629" y="2001307"/>
            <a:ext cx="1106048" cy="167738"/>
          </a:xfrm>
          <a:prstGeom prst="rect">
            <a:avLst/>
          </a:prstGeom>
          <a:noFill/>
        </p:spPr>
        <p:txBody>
          <a:bodyPr wrap="square" lIns="0" tIns="36576" rIns="0" bIns="0" rtlCol="0">
            <a:spAutoFit/>
          </a:bodyPr>
          <a:lstStyle/>
          <a:p>
            <a:pPr marL="0" marR="0" lvl="0" indent="0" algn="ctr" defTabSz="914400" rtl="0" eaLnBrk="0" fontAlgn="base" latinLnBrk="0" hangingPunct="0">
              <a:lnSpc>
                <a:spcPct val="85000"/>
              </a:lnSpc>
              <a:spcBef>
                <a:spcPct val="0"/>
              </a:spcBef>
              <a:spcAft>
                <a:spcPts val="600"/>
              </a:spcAft>
              <a:buClr>
                <a:srgbClr val="FFE600"/>
              </a:buClr>
              <a:buSzPct val="70000"/>
              <a:buFontTx/>
              <a:buNone/>
              <a:tabLst/>
              <a:defRPr/>
            </a:pPr>
            <a:r>
              <a:rPr kumimoji="0" lang="en-AU" sz="1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Process maturity</a:t>
            </a:r>
          </a:p>
        </p:txBody>
      </p:sp>
      <p:sp>
        <p:nvSpPr>
          <p:cNvPr id="11" name="Line 10">
            <a:extLst>
              <a:ext uri="{FF2B5EF4-FFF2-40B4-BE49-F238E27FC236}">
                <a16:creationId xmlns:a16="http://schemas.microsoft.com/office/drawing/2014/main" id="{65A5A0D5-E78E-44A6-9239-2999E811E566}"/>
              </a:ext>
            </a:extLst>
          </p:cNvPr>
          <p:cNvSpPr>
            <a:spLocks noChangeShapeType="1"/>
          </p:cNvSpPr>
          <p:nvPr/>
        </p:nvSpPr>
        <p:spPr bwMode="auto">
          <a:xfrm flipV="1">
            <a:off x="1652268" y="1027171"/>
            <a:ext cx="9814518"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2" name="Line 10">
            <a:extLst>
              <a:ext uri="{FF2B5EF4-FFF2-40B4-BE49-F238E27FC236}">
                <a16:creationId xmlns:a16="http://schemas.microsoft.com/office/drawing/2014/main" id="{4DACF2BA-CE21-4430-82BB-BC51B96E4FB5}"/>
              </a:ext>
            </a:extLst>
          </p:cNvPr>
          <p:cNvSpPr>
            <a:spLocks noChangeShapeType="1"/>
          </p:cNvSpPr>
          <p:nvPr/>
        </p:nvSpPr>
        <p:spPr bwMode="auto">
          <a:xfrm flipV="1">
            <a:off x="1652268" y="1462065"/>
            <a:ext cx="9814518"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3" name="TextBox 12">
            <a:extLst>
              <a:ext uri="{FF2B5EF4-FFF2-40B4-BE49-F238E27FC236}">
                <a16:creationId xmlns:a16="http://schemas.microsoft.com/office/drawing/2014/main" id="{E39B0BC9-5E86-4203-A7A7-3DFF471A95D5}"/>
              </a:ext>
            </a:extLst>
          </p:cNvPr>
          <p:cNvSpPr txBox="1"/>
          <p:nvPr/>
        </p:nvSpPr>
        <p:spPr>
          <a:xfrm>
            <a:off x="1660156" y="1049745"/>
            <a:ext cx="9798753" cy="406265"/>
          </a:xfrm>
          <a:prstGeom prst="rect">
            <a:avLst/>
          </a:prstGeom>
          <a:noFill/>
        </p:spPr>
        <p:txBody>
          <a:bodyPr wrap="square" lIns="0" tIns="36576" rIns="0" bIns="0" rtlCol="0">
            <a:spAutoFit/>
          </a:bodyPr>
          <a:lstStyle/>
          <a:p>
            <a:pPr marL="0" marR="0" lvl="0" indent="0" algn="l" defTabSz="914400" rtl="0" eaLnBrk="1" fontAlgn="auto" latinLnBrk="0" hangingPunct="1">
              <a:lnSpc>
                <a:spcPct val="100000"/>
              </a:lnSpc>
              <a:spcBef>
                <a:spcPts val="0"/>
              </a:spcBef>
              <a:spcAft>
                <a:spcPts val="600"/>
              </a:spcAft>
              <a:buClr>
                <a:srgbClr val="27ACAA"/>
              </a:buClr>
              <a:buSzPct val="70000"/>
              <a:buFontTx/>
              <a:buNone/>
              <a:tabLst/>
              <a:defRPr/>
            </a:pPr>
            <a:r>
              <a:rPr kumimoji="0" lang="en-IN"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There are four basic strategies to drive rapid and sustainable cost optimization; presenting different pros and cons across: Cost, effort, risk, pace and benefits.</a:t>
            </a:r>
          </a:p>
        </p:txBody>
      </p:sp>
      <p:sp>
        <p:nvSpPr>
          <p:cNvPr id="14" name="TextBox 13">
            <a:extLst>
              <a:ext uri="{FF2B5EF4-FFF2-40B4-BE49-F238E27FC236}">
                <a16:creationId xmlns:a16="http://schemas.microsoft.com/office/drawing/2014/main" id="{EF0B7A67-6875-4178-9D13-6FB800FCC848}"/>
              </a:ext>
            </a:extLst>
          </p:cNvPr>
          <p:cNvSpPr txBox="1"/>
          <p:nvPr/>
        </p:nvSpPr>
        <p:spPr>
          <a:xfrm>
            <a:off x="1642450" y="6200687"/>
            <a:ext cx="9737091" cy="141577"/>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IN"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BAU: Business As Usual. </a:t>
            </a:r>
          </a:p>
        </p:txBody>
      </p:sp>
    </p:spTree>
    <p:extLst>
      <p:ext uri="{BB962C8B-B14F-4D97-AF65-F5344CB8AC3E}">
        <p14:creationId xmlns:p14="http://schemas.microsoft.com/office/powerpoint/2010/main" val="275576118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6EEAC0-2C2B-9511-D851-A260D5AA05A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5C76134-D6E9-2CB9-469C-F9CBED9DEBE4}"/>
              </a:ext>
            </a:extLst>
          </p:cNvPr>
          <p:cNvSpPr>
            <a:spLocks noGrp="1"/>
          </p:cNvSpPr>
          <p:nvPr>
            <p:ph type="title"/>
          </p:nvPr>
        </p:nvSpPr>
        <p:spPr/>
        <p:txBody>
          <a:bodyPr/>
          <a:lstStyle/>
          <a:p>
            <a:r>
              <a:rPr lang="en-US"/>
              <a:t>Accountability &amp; Interaction Model for New Controllership</a:t>
            </a:r>
            <a:endParaRPr lang="en-IN"/>
          </a:p>
        </p:txBody>
      </p:sp>
      <p:sp>
        <p:nvSpPr>
          <p:cNvPr id="8" name="SmartArt Placeholder 7">
            <a:extLst>
              <a:ext uri="{FF2B5EF4-FFF2-40B4-BE49-F238E27FC236}">
                <a16:creationId xmlns:a16="http://schemas.microsoft.com/office/drawing/2014/main" id="{7CF46548-3400-57BE-2F99-AD9301B97951}"/>
              </a:ext>
            </a:extLst>
          </p:cNvPr>
          <p:cNvSpPr>
            <a:spLocks noGrp="1"/>
          </p:cNvSpPr>
          <p:nvPr>
            <p:ph type="dgm" sz="quarter" idx="17"/>
          </p:nvPr>
        </p:nvSpPr>
        <p:spPr/>
        <p:txBody>
          <a:bodyPr/>
          <a:lstStyle/>
          <a:p>
            <a:endParaRPr lang="en-IN"/>
          </a:p>
        </p:txBody>
      </p:sp>
      <p:sp>
        <p:nvSpPr>
          <p:cNvPr id="3" name="Rectangle 2">
            <a:extLst>
              <a:ext uri="{FF2B5EF4-FFF2-40B4-BE49-F238E27FC236}">
                <a16:creationId xmlns:a16="http://schemas.microsoft.com/office/drawing/2014/main" id="{40F549F1-CD6C-18A3-0634-5B56072A901E}"/>
              </a:ext>
            </a:extLst>
          </p:cNvPr>
          <p:cNvSpPr/>
          <p:nvPr/>
        </p:nvSpPr>
        <p:spPr>
          <a:xfrm>
            <a:off x="8212177" y="2981849"/>
            <a:ext cx="3780836" cy="2724249"/>
          </a:xfrm>
          <a:prstGeom prst="rect">
            <a:avLst/>
          </a:prstGeom>
          <a:solidFill>
            <a:srgbClr val="FFFFFF">
              <a:lumMod val="95000"/>
            </a:srgbClr>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err="1">
              <a:ln>
                <a:noFill/>
              </a:ln>
              <a:solidFill>
                <a:sysClr val="windowText" lastClr="000000"/>
              </a:solidFill>
              <a:effectLst/>
              <a:uLnTx/>
              <a:uFillTx/>
              <a:latin typeface="Arial" panose="020B0604020202020204"/>
              <a:ea typeface="+mn-ea"/>
              <a:cs typeface="+mn-cs"/>
            </a:endParaRPr>
          </a:p>
        </p:txBody>
      </p:sp>
      <p:cxnSp>
        <p:nvCxnSpPr>
          <p:cNvPr id="4" name="Straight Arrow Connector 3">
            <a:extLst>
              <a:ext uri="{FF2B5EF4-FFF2-40B4-BE49-F238E27FC236}">
                <a16:creationId xmlns:a16="http://schemas.microsoft.com/office/drawing/2014/main" id="{2B3355F6-A67E-6F98-D1F0-BCBDB6982A9A}"/>
              </a:ext>
            </a:extLst>
          </p:cNvPr>
          <p:cNvCxnSpPr>
            <a:cxnSpLocks/>
          </p:cNvCxnSpPr>
          <p:nvPr/>
        </p:nvCxnSpPr>
        <p:spPr>
          <a:xfrm flipH="1">
            <a:off x="6339125" y="1887934"/>
            <a:ext cx="2333996" cy="901023"/>
          </a:xfrm>
          <a:prstGeom prst="straightConnector1">
            <a:avLst/>
          </a:prstGeom>
          <a:noFill/>
          <a:ln w="6350" cap="flat" cmpd="sng" algn="ctr">
            <a:solidFill>
              <a:srgbClr val="3774B1">
                <a:alpha val="50000"/>
              </a:srgbClr>
            </a:solidFill>
            <a:prstDash val="solid"/>
            <a:miter lim="800000"/>
            <a:tailEnd type="triangle"/>
          </a:ln>
          <a:effectLst/>
        </p:spPr>
      </p:cxnSp>
      <p:cxnSp>
        <p:nvCxnSpPr>
          <p:cNvPr id="5" name="Straight Arrow Connector 4">
            <a:extLst>
              <a:ext uri="{FF2B5EF4-FFF2-40B4-BE49-F238E27FC236}">
                <a16:creationId xmlns:a16="http://schemas.microsoft.com/office/drawing/2014/main" id="{C85E1AB6-721D-4175-871B-8F71F91BBBCF}"/>
              </a:ext>
            </a:extLst>
          </p:cNvPr>
          <p:cNvCxnSpPr>
            <a:cxnSpLocks/>
          </p:cNvCxnSpPr>
          <p:nvPr/>
        </p:nvCxnSpPr>
        <p:spPr>
          <a:xfrm flipH="1">
            <a:off x="8104326" y="2619237"/>
            <a:ext cx="561137" cy="396500"/>
          </a:xfrm>
          <a:prstGeom prst="straightConnector1">
            <a:avLst/>
          </a:prstGeom>
          <a:noFill/>
          <a:ln w="6350" cap="flat" cmpd="sng" algn="ctr">
            <a:solidFill>
              <a:srgbClr val="D3BDF2">
                <a:alpha val="50000"/>
              </a:srgbClr>
            </a:solidFill>
            <a:prstDash val="solid"/>
            <a:miter lim="800000"/>
            <a:tailEnd type="triangle"/>
          </a:ln>
          <a:effectLst/>
        </p:spPr>
      </p:cxnSp>
      <p:sp>
        <p:nvSpPr>
          <p:cNvPr id="6" name="Rectangle 5">
            <a:extLst>
              <a:ext uri="{FF2B5EF4-FFF2-40B4-BE49-F238E27FC236}">
                <a16:creationId xmlns:a16="http://schemas.microsoft.com/office/drawing/2014/main" id="{A94E3C23-1F9B-66D2-B6C4-9E2918E04FDB}"/>
              </a:ext>
            </a:extLst>
          </p:cNvPr>
          <p:cNvSpPr/>
          <p:nvPr/>
        </p:nvSpPr>
        <p:spPr>
          <a:xfrm>
            <a:off x="8356092" y="3049960"/>
            <a:ext cx="3493008" cy="387198"/>
          </a:xfrm>
          <a:prstGeom prst="rect">
            <a:avLst/>
          </a:prstGeom>
          <a:solidFill>
            <a:srgbClr val="019881"/>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Arial" panose="020B0604020202020204"/>
                <a:ea typeface="+mn-ea"/>
                <a:cs typeface="+mn-cs"/>
              </a:rPr>
              <a:t>FP&amp;A  / BUF (regional / global)</a:t>
            </a:r>
          </a:p>
        </p:txBody>
      </p:sp>
      <p:sp>
        <p:nvSpPr>
          <p:cNvPr id="7" name="Rectangle 6">
            <a:extLst>
              <a:ext uri="{FF2B5EF4-FFF2-40B4-BE49-F238E27FC236}">
                <a16:creationId xmlns:a16="http://schemas.microsoft.com/office/drawing/2014/main" id="{AA7ED6BA-121E-5218-4F1D-D77AD3A7D90E}"/>
              </a:ext>
            </a:extLst>
          </p:cNvPr>
          <p:cNvSpPr/>
          <p:nvPr/>
        </p:nvSpPr>
        <p:spPr>
          <a:xfrm>
            <a:off x="8356092" y="3531130"/>
            <a:ext cx="3493008" cy="765525"/>
          </a:xfrm>
          <a:prstGeom prst="rect">
            <a:avLst/>
          </a:prstGeom>
          <a:solidFill>
            <a:srgbClr val="FFFFFF">
              <a:lumMod val="65000"/>
            </a:srgbClr>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t"/>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Forecasting, planning budgeting (financial, cash, tax, etc.)</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Price and cost analysis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Review business results vs plan / budget / </a:t>
            </a:r>
            <a:r>
              <a:rPr kumimoji="0" lang="en-US" sz="1100" b="0" i="0" u="none" strike="noStrike" kern="0" cap="none" spc="0" normalizeH="0" baseline="0" noProof="0" err="1">
                <a:ln>
                  <a:noFill/>
                </a:ln>
                <a:solidFill>
                  <a:srgbClr val="FFFFFF"/>
                </a:solidFill>
                <a:effectLst/>
                <a:uLnTx/>
                <a:uFillTx/>
                <a:latin typeface="Arial" panose="020B0604020202020204"/>
                <a:ea typeface="+mn-ea"/>
                <a:cs typeface="+mn-cs"/>
              </a:rPr>
              <a:t>fcst</a:t>
            </a:r>
            <a:endParaRPr kumimoji="0" lang="en-US" sz="1100" b="0" i="0" u="none" strike="noStrike" kern="0" cap="none" spc="0" normalizeH="0" baseline="0" noProof="0">
              <a:ln>
                <a:noFill/>
              </a:ln>
              <a:solidFill>
                <a:srgbClr val="FFFFFF"/>
              </a:solidFill>
              <a:effectLst/>
              <a:uLnTx/>
              <a:uFillTx/>
              <a:latin typeface="Arial" panose="020B0604020202020204"/>
              <a:ea typeface="+mn-ea"/>
              <a:cs typeface="+mn-cs"/>
            </a:endParaRPr>
          </a:p>
        </p:txBody>
      </p:sp>
      <p:sp>
        <p:nvSpPr>
          <p:cNvPr id="9" name="Rectangle 8">
            <a:extLst>
              <a:ext uri="{FF2B5EF4-FFF2-40B4-BE49-F238E27FC236}">
                <a16:creationId xmlns:a16="http://schemas.microsoft.com/office/drawing/2014/main" id="{C8B994F4-5618-B8BB-DD50-14AE8236870E}"/>
              </a:ext>
            </a:extLst>
          </p:cNvPr>
          <p:cNvSpPr/>
          <p:nvPr/>
        </p:nvSpPr>
        <p:spPr>
          <a:xfrm>
            <a:off x="342900" y="2984568"/>
            <a:ext cx="3493008" cy="387201"/>
          </a:xfrm>
          <a:prstGeom prst="rect">
            <a:avLst/>
          </a:prstGeom>
          <a:solidFill>
            <a:srgbClr val="019881"/>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Arial" panose="020B0604020202020204"/>
                <a:ea typeface="+mn-ea"/>
                <a:cs typeface="+mn-cs"/>
              </a:rPr>
              <a:t>EBS A2R</a:t>
            </a:r>
          </a:p>
        </p:txBody>
      </p:sp>
      <p:sp>
        <p:nvSpPr>
          <p:cNvPr id="10" name="Rectangle 9">
            <a:extLst>
              <a:ext uri="{FF2B5EF4-FFF2-40B4-BE49-F238E27FC236}">
                <a16:creationId xmlns:a16="http://schemas.microsoft.com/office/drawing/2014/main" id="{6D4BFFA2-7277-6698-7469-3CE8363E849F}"/>
              </a:ext>
            </a:extLst>
          </p:cNvPr>
          <p:cNvSpPr/>
          <p:nvPr/>
        </p:nvSpPr>
        <p:spPr>
          <a:xfrm>
            <a:off x="342900" y="3444187"/>
            <a:ext cx="3493006" cy="2261912"/>
          </a:xfrm>
          <a:prstGeom prst="rect">
            <a:avLst/>
          </a:prstGeom>
          <a:solidFill>
            <a:srgbClr val="FFFFFF">
              <a:lumMod val="65000"/>
            </a:srgbClr>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t"/>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Coordinate with sub-ledger teams to close SLs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GL / Close execution (regionally coordinated)</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Prepare and review GL entries for low/mid-complexity accounts and below materiality thresholds</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Intercompany &amp; Fixed Assets (global / centralized)</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Inventory Costing transactions (from SCF)</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Perform reconciliations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Process harmonization (+DTP/WI updates)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Global process ownership, continuous improvement and standardization, with controls &amp; compliance improvement</a:t>
            </a:r>
          </a:p>
        </p:txBody>
      </p:sp>
      <p:sp>
        <p:nvSpPr>
          <p:cNvPr id="11" name="Rectangle 10">
            <a:extLst>
              <a:ext uri="{FF2B5EF4-FFF2-40B4-BE49-F238E27FC236}">
                <a16:creationId xmlns:a16="http://schemas.microsoft.com/office/drawing/2014/main" id="{7A166EC6-0EF8-CA69-11F9-1C10BDED711C}"/>
              </a:ext>
            </a:extLst>
          </p:cNvPr>
          <p:cNvSpPr/>
          <p:nvPr/>
        </p:nvSpPr>
        <p:spPr>
          <a:xfrm>
            <a:off x="4349496" y="2986162"/>
            <a:ext cx="3493008" cy="387201"/>
          </a:xfrm>
          <a:prstGeom prst="rect">
            <a:avLst/>
          </a:prstGeom>
          <a:solidFill>
            <a:srgbClr val="FFB000"/>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lIns="9144" rIns="9144"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000000"/>
                </a:solidFill>
                <a:effectLst/>
                <a:uLnTx/>
                <a:uFillTx/>
                <a:latin typeface="Arial" panose="020B0604020202020204"/>
                <a:ea typeface="+mn-ea"/>
                <a:cs typeface="+mn-cs"/>
              </a:rPr>
              <a:t>Country / Region Controller</a:t>
            </a:r>
          </a:p>
        </p:txBody>
      </p:sp>
      <p:sp>
        <p:nvSpPr>
          <p:cNvPr id="12" name="Rectangle 11">
            <a:extLst>
              <a:ext uri="{FF2B5EF4-FFF2-40B4-BE49-F238E27FC236}">
                <a16:creationId xmlns:a16="http://schemas.microsoft.com/office/drawing/2014/main" id="{006882B1-47AF-A7A1-0F9B-52455DE5FCD3}"/>
              </a:ext>
            </a:extLst>
          </p:cNvPr>
          <p:cNvSpPr/>
          <p:nvPr/>
        </p:nvSpPr>
        <p:spPr>
          <a:xfrm>
            <a:off x="4345048" y="3444187"/>
            <a:ext cx="3493008" cy="2261912"/>
          </a:xfrm>
          <a:prstGeom prst="rect">
            <a:avLst/>
          </a:prstGeom>
          <a:solidFill>
            <a:srgbClr val="FFFFFF">
              <a:lumMod val="65000"/>
            </a:srgbClr>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t"/>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High materiality / high complexity JE preparation and/or review during entity close</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Sign off on Legal Entity results (BS, PL)</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BS review &amp; accountability</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PL review &amp; accountability (aligned to Inventory / Costing in EBS)</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Communication with local BU leaders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Hosts entity close calls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Triage and address entity close issues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Reconciliation and controls oversight</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Legal Entity Audit coordination</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Bridge to </a:t>
            </a:r>
            <a:r>
              <a:rPr kumimoji="0" lang="en-US" sz="1100" b="0" i="0" u="none" strike="noStrike" kern="0" cap="none" spc="0" normalizeH="0" baseline="0" noProof="0" err="1">
                <a:ln>
                  <a:noFill/>
                </a:ln>
                <a:solidFill>
                  <a:srgbClr val="FFFFFF"/>
                </a:solidFill>
                <a:effectLst/>
                <a:uLnTx/>
                <a:uFillTx/>
                <a:latin typeface="Arial" panose="020B0604020202020204"/>
                <a:ea typeface="+mn-ea"/>
                <a:cs typeface="+mn-cs"/>
              </a:rPr>
              <a:t>mgmt</a:t>
            </a: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 reporting / internal reporting</a:t>
            </a:r>
          </a:p>
        </p:txBody>
      </p:sp>
      <p:sp>
        <p:nvSpPr>
          <p:cNvPr id="13" name="Rectangle 12">
            <a:extLst>
              <a:ext uri="{FF2B5EF4-FFF2-40B4-BE49-F238E27FC236}">
                <a16:creationId xmlns:a16="http://schemas.microsoft.com/office/drawing/2014/main" id="{F2F5C30C-2A1A-C549-8FE1-A489A04A0DC2}"/>
              </a:ext>
            </a:extLst>
          </p:cNvPr>
          <p:cNvSpPr/>
          <p:nvPr/>
        </p:nvSpPr>
        <p:spPr>
          <a:xfrm>
            <a:off x="4346316" y="998865"/>
            <a:ext cx="3491741" cy="387201"/>
          </a:xfrm>
          <a:prstGeom prst="rect">
            <a:avLst/>
          </a:prstGeom>
          <a:solidFill>
            <a:srgbClr val="019881"/>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Arial" panose="020B0604020202020204"/>
                <a:ea typeface="+mn-ea"/>
                <a:cs typeface="+mn-cs"/>
              </a:rPr>
              <a:t>CCR</a:t>
            </a:r>
          </a:p>
        </p:txBody>
      </p:sp>
      <p:sp>
        <p:nvSpPr>
          <p:cNvPr id="14" name="Rectangle 13">
            <a:extLst>
              <a:ext uri="{FF2B5EF4-FFF2-40B4-BE49-F238E27FC236}">
                <a16:creationId xmlns:a16="http://schemas.microsoft.com/office/drawing/2014/main" id="{C6E475F9-1DC9-4C59-2C36-C21EBF302060}"/>
              </a:ext>
            </a:extLst>
          </p:cNvPr>
          <p:cNvSpPr/>
          <p:nvPr/>
        </p:nvSpPr>
        <p:spPr>
          <a:xfrm>
            <a:off x="4346316" y="1456368"/>
            <a:ext cx="3491741" cy="1178909"/>
          </a:xfrm>
          <a:prstGeom prst="rect">
            <a:avLst/>
          </a:prstGeom>
          <a:solidFill>
            <a:srgbClr val="FFFFFF">
              <a:lumMod val="65000"/>
            </a:srgbClr>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t"/>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Consolidation</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Corporate results, reporting and filings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Technical Accounting</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External Reporting</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Global close coordination calls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Global audit coordination</a:t>
            </a:r>
          </a:p>
        </p:txBody>
      </p:sp>
      <p:cxnSp>
        <p:nvCxnSpPr>
          <p:cNvPr id="15" name="Straight Arrow Connector 14">
            <a:extLst>
              <a:ext uri="{FF2B5EF4-FFF2-40B4-BE49-F238E27FC236}">
                <a16:creationId xmlns:a16="http://schemas.microsoft.com/office/drawing/2014/main" id="{373A1FFF-9E74-D04F-0D04-7BE4F6BE1F9C}"/>
              </a:ext>
            </a:extLst>
          </p:cNvPr>
          <p:cNvCxnSpPr/>
          <p:nvPr/>
        </p:nvCxnSpPr>
        <p:spPr>
          <a:xfrm>
            <a:off x="5969910" y="2676961"/>
            <a:ext cx="0" cy="256032"/>
          </a:xfrm>
          <a:prstGeom prst="straightConnector1">
            <a:avLst/>
          </a:prstGeom>
          <a:noFill/>
          <a:ln w="28575" cap="flat" cmpd="sng" algn="ctr">
            <a:solidFill>
              <a:srgbClr val="3774B1"/>
            </a:solidFill>
            <a:prstDash val="solid"/>
            <a:miter lim="800000"/>
            <a:tailEnd type="triangle"/>
          </a:ln>
          <a:effectLst/>
        </p:spPr>
      </p:cxnSp>
      <p:cxnSp>
        <p:nvCxnSpPr>
          <p:cNvPr id="16" name="Straight Arrow Connector 15">
            <a:extLst>
              <a:ext uri="{FF2B5EF4-FFF2-40B4-BE49-F238E27FC236}">
                <a16:creationId xmlns:a16="http://schemas.microsoft.com/office/drawing/2014/main" id="{1A5D0493-0DFA-F5F8-6418-09C9A5CB0CA3}"/>
              </a:ext>
            </a:extLst>
          </p:cNvPr>
          <p:cNvCxnSpPr>
            <a:cxnSpLocks/>
          </p:cNvCxnSpPr>
          <p:nvPr/>
        </p:nvCxnSpPr>
        <p:spPr>
          <a:xfrm flipV="1">
            <a:off x="6111516" y="2674098"/>
            <a:ext cx="0" cy="253347"/>
          </a:xfrm>
          <a:prstGeom prst="straightConnector1">
            <a:avLst/>
          </a:prstGeom>
          <a:noFill/>
          <a:ln w="28575" cap="flat" cmpd="sng" algn="ctr">
            <a:solidFill>
              <a:srgbClr val="3774B1"/>
            </a:solidFill>
            <a:prstDash val="solid"/>
            <a:miter lim="800000"/>
            <a:tailEnd type="triangle"/>
          </a:ln>
          <a:effectLst/>
        </p:spPr>
      </p:cxnSp>
      <p:cxnSp>
        <p:nvCxnSpPr>
          <p:cNvPr id="17" name="Straight Arrow Connector 16">
            <a:extLst>
              <a:ext uri="{FF2B5EF4-FFF2-40B4-BE49-F238E27FC236}">
                <a16:creationId xmlns:a16="http://schemas.microsoft.com/office/drawing/2014/main" id="{0F93413E-D77D-C16D-9D20-7100B4052DA3}"/>
              </a:ext>
            </a:extLst>
          </p:cNvPr>
          <p:cNvCxnSpPr>
            <a:cxnSpLocks/>
          </p:cNvCxnSpPr>
          <p:nvPr/>
        </p:nvCxnSpPr>
        <p:spPr>
          <a:xfrm>
            <a:off x="4001090" y="3125352"/>
            <a:ext cx="223885" cy="0"/>
          </a:xfrm>
          <a:prstGeom prst="straightConnector1">
            <a:avLst/>
          </a:prstGeom>
          <a:noFill/>
          <a:ln w="28575" cap="flat" cmpd="sng" algn="ctr">
            <a:solidFill>
              <a:srgbClr val="FF6B6B"/>
            </a:solidFill>
            <a:prstDash val="solid"/>
            <a:miter lim="800000"/>
            <a:tailEnd type="triangle"/>
          </a:ln>
          <a:effectLst/>
        </p:spPr>
      </p:cxnSp>
      <p:cxnSp>
        <p:nvCxnSpPr>
          <p:cNvPr id="18" name="Straight Arrow Connector 17">
            <a:extLst>
              <a:ext uri="{FF2B5EF4-FFF2-40B4-BE49-F238E27FC236}">
                <a16:creationId xmlns:a16="http://schemas.microsoft.com/office/drawing/2014/main" id="{05AD272B-517D-EF28-8CC7-28D07F700FF4}"/>
              </a:ext>
            </a:extLst>
          </p:cNvPr>
          <p:cNvCxnSpPr>
            <a:cxnSpLocks/>
          </p:cNvCxnSpPr>
          <p:nvPr/>
        </p:nvCxnSpPr>
        <p:spPr>
          <a:xfrm flipH="1" flipV="1">
            <a:off x="3979823" y="3280130"/>
            <a:ext cx="223885" cy="7607"/>
          </a:xfrm>
          <a:prstGeom prst="straightConnector1">
            <a:avLst/>
          </a:prstGeom>
          <a:noFill/>
          <a:ln w="28575" cap="flat" cmpd="sng" algn="ctr">
            <a:solidFill>
              <a:srgbClr val="FF6B6B"/>
            </a:solidFill>
            <a:prstDash val="solid"/>
            <a:miter lim="800000"/>
            <a:tailEnd type="triangle"/>
          </a:ln>
          <a:effectLst/>
        </p:spPr>
      </p:cxnSp>
      <p:cxnSp>
        <p:nvCxnSpPr>
          <p:cNvPr id="19" name="Straight Arrow Connector 18">
            <a:extLst>
              <a:ext uri="{FF2B5EF4-FFF2-40B4-BE49-F238E27FC236}">
                <a16:creationId xmlns:a16="http://schemas.microsoft.com/office/drawing/2014/main" id="{3FE0F609-B0A4-4C0C-F4A3-7B0023144237}"/>
              </a:ext>
            </a:extLst>
          </p:cNvPr>
          <p:cNvCxnSpPr>
            <a:cxnSpLocks/>
          </p:cNvCxnSpPr>
          <p:nvPr/>
        </p:nvCxnSpPr>
        <p:spPr>
          <a:xfrm>
            <a:off x="7945760" y="3117746"/>
            <a:ext cx="223885" cy="0"/>
          </a:xfrm>
          <a:prstGeom prst="straightConnector1">
            <a:avLst/>
          </a:prstGeom>
          <a:noFill/>
          <a:ln w="28575" cap="flat" cmpd="sng" algn="ctr">
            <a:solidFill>
              <a:srgbClr val="D3BDF2"/>
            </a:solidFill>
            <a:prstDash val="solid"/>
            <a:miter lim="800000"/>
            <a:tailEnd type="triangle"/>
          </a:ln>
          <a:effectLst/>
        </p:spPr>
      </p:cxnSp>
      <p:cxnSp>
        <p:nvCxnSpPr>
          <p:cNvPr id="20" name="Straight Arrow Connector 19">
            <a:extLst>
              <a:ext uri="{FF2B5EF4-FFF2-40B4-BE49-F238E27FC236}">
                <a16:creationId xmlns:a16="http://schemas.microsoft.com/office/drawing/2014/main" id="{027609E9-7AA1-30B9-FC98-0B2CC29A5A87}"/>
              </a:ext>
            </a:extLst>
          </p:cNvPr>
          <p:cNvCxnSpPr>
            <a:cxnSpLocks/>
          </p:cNvCxnSpPr>
          <p:nvPr/>
        </p:nvCxnSpPr>
        <p:spPr>
          <a:xfrm flipH="1" flipV="1">
            <a:off x="7924493" y="3272524"/>
            <a:ext cx="223885" cy="7607"/>
          </a:xfrm>
          <a:prstGeom prst="straightConnector1">
            <a:avLst/>
          </a:prstGeom>
          <a:noFill/>
          <a:ln w="28575" cap="flat" cmpd="sng" algn="ctr">
            <a:solidFill>
              <a:srgbClr val="D3BDF2"/>
            </a:solidFill>
            <a:prstDash val="solid"/>
            <a:miter lim="800000"/>
            <a:tailEnd type="triangle"/>
          </a:ln>
          <a:effectLst/>
        </p:spPr>
      </p:cxnSp>
      <p:sp>
        <p:nvSpPr>
          <p:cNvPr id="21" name="Rectangle 20">
            <a:extLst>
              <a:ext uri="{FF2B5EF4-FFF2-40B4-BE49-F238E27FC236}">
                <a16:creationId xmlns:a16="http://schemas.microsoft.com/office/drawing/2014/main" id="{BB1A8DEA-89E7-C894-B947-93DF2C3DB00D}"/>
              </a:ext>
            </a:extLst>
          </p:cNvPr>
          <p:cNvSpPr/>
          <p:nvPr/>
        </p:nvSpPr>
        <p:spPr>
          <a:xfrm>
            <a:off x="8356091" y="4390627"/>
            <a:ext cx="3493008" cy="387201"/>
          </a:xfrm>
          <a:prstGeom prst="rect">
            <a:avLst/>
          </a:prstGeom>
          <a:solidFill>
            <a:srgbClr val="019881"/>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latin typeface="Arial" panose="020B0604020202020204"/>
                <a:ea typeface="+mn-ea"/>
                <a:cs typeface="+mn-cs"/>
              </a:rPr>
              <a:t>Local BU Leadership (BoD / MD / FD)</a:t>
            </a:r>
          </a:p>
        </p:txBody>
      </p:sp>
      <p:sp>
        <p:nvSpPr>
          <p:cNvPr id="22" name="Rectangle 21">
            <a:extLst>
              <a:ext uri="{FF2B5EF4-FFF2-40B4-BE49-F238E27FC236}">
                <a16:creationId xmlns:a16="http://schemas.microsoft.com/office/drawing/2014/main" id="{E4EFC9CD-9B14-3722-92C2-64F8FE044CF1}"/>
              </a:ext>
            </a:extLst>
          </p:cNvPr>
          <p:cNvSpPr/>
          <p:nvPr/>
        </p:nvSpPr>
        <p:spPr>
          <a:xfrm>
            <a:off x="8356091" y="4871801"/>
            <a:ext cx="3493008" cy="756232"/>
          </a:xfrm>
          <a:prstGeom prst="rect">
            <a:avLst/>
          </a:prstGeom>
          <a:solidFill>
            <a:srgbClr val="FFFFFF">
              <a:lumMod val="65000"/>
            </a:srgbClr>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t"/>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Review local business results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Sign off on Statutory &amp; Tax Filings (not Finance unless required)</a:t>
            </a:r>
          </a:p>
        </p:txBody>
      </p:sp>
      <p:sp>
        <p:nvSpPr>
          <p:cNvPr id="23" name="TextBox 22">
            <a:extLst>
              <a:ext uri="{FF2B5EF4-FFF2-40B4-BE49-F238E27FC236}">
                <a16:creationId xmlns:a16="http://schemas.microsoft.com/office/drawing/2014/main" id="{A48E2BF4-64E8-F39B-424A-40D1C9264F87}"/>
              </a:ext>
            </a:extLst>
          </p:cNvPr>
          <p:cNvSpPr txBox="1"/>
          <p:nvPr/>
        </p:nvSpPr>
        <p:spPr>
          <a:xfrm>
            <a:off x="8682155" y="5845441"/>
            <a:ext cx="2969339" cy="415498"/>
          </a:xfrm>
          <a:prstGeom prst="rect">
            <a:avLst/>
          </a:prstGeom>
          <a:noFill/>
          <a:ln w="19050">
            <a:solidFill>
              <a:srgbClr val="019881"/>
            </a:solidFill>
          </a:ln>
        </p:spPr>
        <p:txBody>
          <a:bodyPr wrap="square">
            <a:sp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1" u="none" strike="noStrike" kern="0" cap="none" spc="0" normalizeH="0" baseline="0" noProof="0">
                <a:ln>
                  <a:noFill/>
                </a:ln>
                <a:solidFill>
                  <a:srgbClr val="000000"/>
                </a:solidFill>
                <a:effectLst/>
                <a:uLnTx/>
                <a:uFillTx/>
                <a:latin typeface="Arial" panose="020B0604020202020204"/>
              </a:rPr>
              <a:t>Liaise with Tax team to understand relevant accounting changes and reporting needs</a:t>
            </a:r>
          </a:p>
        </p:txBody>
      </p:sp>
      <p:sp>
        <p:nvSpPr>
          <p:cNvPr id="24" name="TextBox 23">
            <a:extLst>
              <a:ext uri="{FF2B5EF4-FFF2-40B4-BE49-F238E27FC236}">
                <a16:creationId xmlns:a16="http://schemas.microsoft.com/office/drawing/2014/main" id="{3D3707C5-ECEC-9E05-AEE3-8E2817A0FA31}"/>
              </a:ext>
            </a:extLst>
          </p:cNvPr>
          <p:cNvSpPr txBox="1"/>
          <p:nvPr/>
        </p:nvSpPr>
        <p:spPr>
          <a:xfrm>
            <a:off x="8673121" y="1629835"/>
            <a:ext cx="2969339" cy="430887"/>
          </a:xfrm>
          <a:prstGeom prst="rect">
            <a:avLst/>
          </a:prstGeom>
          <a:noFill/>
          <a:ln w="19050">
            <a:solidFill>
              <a:srgbClr val="3774B1"/>
            </a:solidFill>
          </a:ln>
        </p:spPr>
        <p:txBody>
          <a:bodyPr wrap="square">
            <a:sp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1" u="none" strike="noStrike" kern="0" cap="none" spc="0" normalizeH="0" baseline="0" noProof="0">
                <a:ln>
                  <a:noFill/>
                </a:ln>
                <a:solidFill>
                  <a:srgbClr val="000000"/>
                </a:solidFill>
                <a:effectLst/>
                <a:uLnTx/>
                <a:uFillTx/>
                <a:latin typeface="Arial" panose="020B0604020202020204"/>
              </a:rPr>
              <a:t>Region controller serves as POC for entity questions during consolidation</a:t>
            </a:r>
          </a:p>
        </p:txBody>
      </p:sp>
      <p:sp>
        <p:nvSpPr>
          <p:cNvPr id="25" name="TextBox 24">
            <a:extLst>
              <a:ext uri="{FF2B5EF4-FFF2-40B4-BE49-F238E27FC236}">
                <a16:creationId xmlns:a16="http://schemas.microsoft.com/office/drawing/2014/main" id="{20E269D0-0810-2283-E75C-2D21E1B27CCF}"/>
              </a:ext>
            </a:extLst>
          </p:cNvPr>
          <p:cNvSpPr txBox="1"/>
          <p:nvPr/>
        </p:nvSpPr>
        <p:spPr>
          <a:xfrm>
            <a:off x="8673121" y="2207465"/>
            <a:ext cx="2971800" cy="415498"/>
          </a:xfrm>
          <a:prstGeom prst="rect">
            <a:avLst/>
          </a:prstGeom>
          <a:noFill/>
          <a:ln w="19050">
            <a:solidFill>
              <a:srgbClr val="D3BDF2"/>
            </a:solidFill>
          </a:ln>
        </p:spPr>
        <p:txBody>
          <a:bodyPr wrap="square">
            <a:sp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1" u="none" strike="noStrike" kern="0" cap="none" spc="0" normalizeH="0" baseline="0" noProof="0">
                <a:ln>
                  <a:noFill/>
                </a:ln>
                <a:solidFill>
                  <a:srgbClr val="000000"/>
                </a:solidFill>
                <a:effectLst/>
                <a:uLnTx/>
                <a:uFillTx/>
                <a:latin typeface="Arial" panose="020B0604020202020204"/>
              </a:rPr>
              <a:t>Serve as POC for BU leadership regarding filings, signoffs, audit, controls, etc.</a:t>
            </a:r>
          </a:p>
        </p:txBody>
      </p:sp>
      <p:sp>
        <p:nvSpPr>
          <p:cNvPr id="26" name="TextBox 25">
            <a:extLst>
              <a:ext uri="{FF2B5EF4-FFF2-40B4-BE49-F238E27FC236}">
                <a16:creationId xmlns:a16="http://schemas.microsoft.com/office/drawing/2014/main" id="{A9C51FAC-ED00-5B50-0844-E664FEFF3F78}"/>
              </a:ext>
            </a:extLst>
          </p:cNvPr>
          <p:cNvSpPr txBox="1"/>
          <p:nvPr/>
        </p:nvSpPr>
        <p:spPr>
          <a:xfrm>
            <a:off x="2177124" y="6412000"/>
            <a:ext cx="2047851" cy="415498"/>
          </a:xfrm>
          <a:prstGeom prst="rect">
            <a:avLst/>
          </a:prstGeom>
          <a:noFill/>
          <a:ln>
            <a:noFill/>
            <a:prstDash val="dash"/>
          </a:ln>
        </p:spPr>
        <p:txBody>
          <a:bodyPr wrap="square">
            <a:spAutoFit/>
          </a:bodyPr>
          <a:lstStyle/>
          <a:p>
            <a:pPr>
              <a:defRPr/>
            </a:pPr>
            <a:r>
              <a:rPr lang="en-US" sz="700" i="1">
                <a:solidFill>
                  <a:srgbClr val="000000"/>
                </a:solidFill>
                <a:latin typeface="Arial" panose="020B0604020202020204"/>
              </a:rPr>
              <a:t>Key</a:t>
            </a:r>
          </a:p>
          <a:p>
            <a:pPr marL="171450" indent="-171450">
              <a:buFont typeface="Arial" panose="020B0604020202020204" pitchFamily="34" charset="0"/>
              <a:buChar char="•"/>
              <a:defRPr/>
            </a:pPr>
            <a:r>
              <a:rPr lang="en-US" sz="700" i="1">
                <a:solidFill>
                  <a:srgbClr val="000000"/>
                </a:solidFill>
                <a:latin typeface="Arial" panose="020B0604020202020204"/>
              </a:rPr>
              <a:t>Interaction between teams</a:t>
            </a:r>
          </a:p>
          <a:p>
            <a:pPr marL="171450" indent="-171450">
              <a:buFont typeface="Arial" panose="020B0604020202020204" pitchFamily="34" charset="0"/>
              <a:buChar char="•"/>
              <a:defRPr/>
            </a:pPr>
            <a:r>
              <a:rPr lang="en-US" sz="700">
                <a:solidFill>
                  <a:srgbClr val="000000"/>
                </a:solidFill>
                <a:highlight>
                  <a:srgbClr val="C0C0C0"/>
                </a:highlight>
                <a:latin typeface="Arial" panose="020B0604020202020204"/>
              </a:rPr>
              <a:t>Responsibilities / accountabilities</a:t>
            </a:r>
          </a:p>
        </p:txBody>
      </p:sp>
      <p:sp>
        <p:nvSpPr>
          <p:cNvPr id="27" name="TextBox 26">
            <a:extLst>
              <a:ext uri="{FF2B5EF4-FFF2-40B4-BE49-F238E27FC236}">
                <a16:creationId xmlns:a16="http://schemas.microsoft.com/office/drawing/2014/main" id="{CC71A18A-0E66-8EDA-BEE4-A63AFBBE7DC8}"/>
              </a:ext>
            </a:extLst>
          </p:cNvPr>
          <p:cNvSpPr txBox="1"/>
          <p:nvPr/>
        </p:nvSpPr>
        <p:spPr>
          <a:xfrm>
            <a:off x="4203708" y="6502133"/>
            <a:ext cx="4038386" cy="307777"/>
          </a:xfrm>
          <a:prstGeom prst="rect">
            <a:avLst/>
          </a:prstGeom>
          <a:noFill/>
        </p:spPr>
        <p:txBody>
          <a:bodyPr wrap="square">
            <a:spAutoFit/>
          </a:bodyPr>
          <a:lstStyle/>
          <a:p>
            <a:pPr>
              <a:defRPr/>
            </a:pPr>
            <a:r>
              <a:rPr lang="en-US" sz="700">
                <a:solidFill>
                  <a:srgbClr val="000000"/>
                </a:solidFill>
                <a:latin typeface="Arial" panose="020B0604020202020204"/>
              </a:rPr>
              <a:t>Note: Current close is operated according to MRC; LE-based close to be implemented with OneStream go-live; migration path TBD.  In this diagram, use MRC and LE interchangeably.</a:t>
            </a:r>
          </a:p>
        </p:txBody>
      </p:sp>
      <p:sp>
        <p:nvSpPr>
          <p:cNvPr id="28" name="Rectangle 27">
            <a:extLst>
              <a:ext uri="{FF2B5EF4-FFF2-40B4-BE49-F238E27FC236}">
                <a16:creationId xmlns:a16="http://schemas.microsoft.com/office/drawing/2014/main" id="{ABC367D3-B677-AE50-974E-90AD06709435}"/>
              </a:ext>
            </a:extLst>
          </p:cNvPr>
          <p:cNvSpPr/>
          <p:nvPr/>
        </p:nvSpPr>
        <p:spPr>
          <a:xfrm>
            <a:off x="4345044" y="6022715"/>
            <a:ext cx="3493008" cy="387201"/>
          </a:xfrm>
          <a:prstGeom prst="rect">
            <a:avLst/>
          </a:prstGeom>
          <a:solidFill>
            <a:srgbClr val="019881"/>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Arial" panose="020B0604020202020204"/>
                <a:ea typeface="+mn-ea"/>
                <a:cs typeface="+mn-cs"/>
              </a:rPr>
              <a:t>Other (e.g., Tax, Treasury)</a:t>
            </a:r>
          </a:p>
        </p:txBody>
      </p:sp>
      <p:cxnSp>
        <p:nvCxnSpPr>
          <p:cNvPr id="29" name="Straight Arrow Connector 28">
            <a:extLst>
              <a:ext uri="{FF2B5EF4-FFF2-40B4-BE49-F238E27FC236}">
                <a16:creationId xmlns:a16="http://schemas.microsoft.com/office/drawing/2014/main" id="{0C2E1C99-D413-66F1-C6E4-F9D18398F6DA}"/>
              </a:ext>
            </a:extLst>
          </p:cNvPr>
          <p:cNvCxnSpPr/>
          <p:nvPr/>
        </p:nvCxnSpPr>
        <p:spPr>
          <a:xfrm>
            <a:off x="5991176" y="5736488"/>
            <a:ext cx="0" cy="256032"/>
          </a:xfrm>
          <a:prstGeom prst="straightConnector1">
            <a:avLst/>
          </a:prstGeom>
          <a:noFill/>
          <a:ln w="28575" cap="flat" cmpd="sng" algn="ctr">
            <a:solidFill>
              <a:srgbClr val="019881"/>
            </a:solidFill>
            <a:prstDash val="solid"/>
            <a:miter lim="800000"/>
            <a:tailEnd type="triangle"/>
          </a:ln>
          <a:effectLst/>
        </p:spPr>
      </p:cxnSp>
      <p:cxnSp>
        <p:nvCxnSpPr>
          <p:cNvPr id="30" name="Straight Arrow Connector 29">
            <a:extLst>
              <a:ext uri="{FF2B5EF4-FFF2-40B4-BE49-F238E27FC236}">
                <a16:creationId xmlns:a16="http://schemas.microsoft.com/office/drawing/2014/main" id="{87334E79-8CEC-E898-978C-38470AD3E81C}"/>
              </a:ext>
            </a:extLst>
          </p:cNvPr>
          <p:cNvCxnSpPr>
            <a:cxnSpLocks/>
          </p:cNvCxnSpPr>
          <p:nvPr/>
        </p:nvCxnSpPr>
        <p:spPr>
          <a:xfrm flipV="1">
            <a:off x="6132782" y="5733625"/>
            <a:ext cx="0" cy="253347"/>
          </a:xfrm>
          <a:prstGeom prst="straightConnector1">
            <a:avLst/>
          </a:prstGeom>
          <a:noFill/>
          <a:ln w="28575" cap="flat" cmpd="sng" algn="ctr">
            <a:solidFill>
              <a:srgbClr val="019881"/>
            </a:solidFill>
            <a:prstDash val="solid"/>
            <a:miter lim="800000"/>
            <a:tailEnd type="triangle"/>
          </a:ln>
          <a:effectLst/>
        </p:spPr>
      </p:cxnSp>
      <p:cxnSp>
        <p:nvCxnSpPr>
          <p:cNvPr id="31" name="Straight Arrow Connector 30">
            <a:extLst>
              <a:ext uri="{FF2B5EF4-FFF2-40B4-BE49-F238E27FC236}">
                <a16:creationId xmlns:a16="http://schemas.microsoft.com/office/drawing/2014/main" id="{97BB2C82-722B-40BA-9E0B-E1A0580BC345}"/>
              </a:ext>
            </a:extLst>
          </p:cNvPr>
          <p:cNvCxnSpPr>
            <a:cxnSpLocks/>
          </p:cNvCxnSpPr>
          <p:nvPr/>
        </p:nvCxnSpPr>
        <p:spPr>
          <a:xfrm>
            <a:off x="3605588" y="2643103"/>
            <a:ext cx="403621" cy="372634"/>
          </a:xfrm>
          <a:prstGeom prst="straightConnector1">
            <a:avLst/>
          </a:prstGeom>
          <a:noFill/>
          <a:ln w="6350" cap="flat" cmpd="sng" algn="ctr">
            <a:solidFill>
              <a:srgbClr val="FF6B6B">
                <a:alpha val="50000"/>
              </a:srgbClr>
            </a:solidFill>
            <a:prstDash val="solid"/>
            <a:miter lim="800000"/>
            <a:tailEnd type="triangle"/>
          </a:ln>
          <a:effectLst/>
        </p:spPr>
      </p:cxnSp>
      <p:cxnSp>
        <p:nvCxnSpPr>
          <p:cNvPr id="32" name="Straight Arrow Connector 31">
            <a:extLst>
              <a:ext uri="{FF2B5EF4-FFF2-40B4-BE49-F238E27FC236}">
                <a16:creationId xmlns:a16="http://schemas.microsoft.com/office/drawing/2014/main" id="{8133F192-D612-01EC-F4D8-9DE5E2D1839B}"/>
              </a:ext>
            </a:extLst>
          </p:cNvPr>
          <p:cNvCxnSpPr>
            <a:cxnSpLocks/>
          </p:cNvCxnSpPr>
          <p:nvPr/>
        </p:nvCxnSpPr>
        <p:spPr>
          <a:xfrm flipH="1">
            <a:off x="6359868" y="5859779"/>
            <a:ext cx="2313253" cy="0"/>
          </a:xfrm>
          <a:prstGeom prst="straightConnector1">
            <a:avLst/>
          </a:prstGeom>
          <a:noFill/>
          <a:ln w="6350" cap="flat" cmpd="sng" algn="ctr">
            <a:solidFill>
              <a:srgbClr val="019881">
                <a:alpha val="50000"/>
              </a:srgbClr>
            </a:solidFill>
            <a:prstDash val="solid"/>
            <a:miter lim="800000"/>
            <a:tailEnd type="triangle"/>
          </a:ln>
          <a:effectLst/>
        </p:spPr>
      </p:cxnSp>
      <p:sp>
        <p:nvSpPr>
          <p:cNvPr id="33" name="TextBox 32">
            <a:extLst>
              <a:ext uri="{FF2B5EF4-FFF2-40B4-BE49-F238E27FC236}">
                <a16:creationId xmlns:a16="http://schemas.microsoft.com/office/drawing/2014/main" id="{E1BEAFCE-257C-548D-2BCE-C0F8DECCB38F}"/>
              </a:ext>
            </a:extLst>
          </p:cNvPr>
          <p:cNvSpPr txBox="1"/>
          <p:nvPr/>
        </p:nvSpPr>
        <p:spPr>
          <a:xfrm>
            <a:off x="342900" y="1967811"/>
            <a:ext cx="3491741" cy="900246"/>
          </a:xfrm>
          <a:prstGeom prst="rect">
            <a:avLst/>
          </a:prstGeom>
          <a:solidFill>
            <a:srgbClr val="FFFFFF"/>
          </a:solidFill>
          <a:ln w="19050">
            <a:solidFill>
              <a:srgbClr val="FF6B6B"/>
            </a:solidFill>
          </a:ln>
        </p:spPr>
        <p:txBody>
          <a:bodyPr wrap="square">
            <a:sp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1" u="none" strike="noStrike" kern="0" cap="none" spc="0" normalizeH="0" baseline="0" noProof="0">
                <a:ln>
                  <a:noFill/>
                </a:ln>
                <a:solidFill>
                  <a:srgbClr val="000000"/>
                </a:solidFill>
                <a:effectLst/>
                <a:uLnTx/>
                <a:uFillTx/>
                <a:latin typeface="Arial" panose="020B0604020202020204"/>
              </a:rPr>
              <a:t>Serve as POC for Entity Close, for Accounting treatment questions from EBS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1" u="none" strike="noStrike" kern="0" cap="none" spc="0" normalizeH="0" baseline="0" noProof="0">
                <a:ln>
                  <a:noFill/>
                </a:ln>
                <a:solidFill>
                  <a:srgbClr val="000000"/>
                </a:solidFill>
                <a:effectLst/>
                <a:uLnTx/>
                <a:uFillTx/>
                <a:latin typeface="Arial" panose="020B0604020202020204"/>
              </a:rPr>
              <a:t>Coordinate on implementation of policy updates, process harmonization, accounting process changes, strategy for upskilling of A2R team</a:t>
            </a:r>
          </a:p>
        </p:txBody>
      </p:sp>
      <p:sp>
        <p:nvSpPr>
          <p:cNvPr id="34" name="Date Placeholder 33">
            <a:extLst>
              <a:ext uri="{FF2B5EF4-FFF2-40B4-BE49-F238E27FC236}">
                <a16:creationId xmlns:a16="http://schemas.microsoft.com/office/drawing/2014/main" id="{C01E7142-185A-F3A5-4D44-C323DBECCD67}"/>
              </a:ext>
            </a:extLst>
          </p:cNvPr>
          <p:cNvSpPr>
            <a:spLocks noGrp="1"/>
          </p:cNvSpPr>
          <p:nvPr>
            <p:ph type="dt" sz="half" idx="10"/>
          </p:nvPr>
        </p:nvSpPr>
        <p:spPr/>
        <p:txBody>
          <a:bodyPr/>
          <a:lstStyle/>
          <a:p>
            <a:fld id="{FC41F463-D594-4FCE-81EA-B496E9AE2187}" type="datetime1">
              <a:rPr lang="en-US" smtClean="0"/>
              <a:t>9/19/2025</a:t>
            </a:fld>
            <a:endParaRPr lang="en-US"/>
          </a:p>
        </p:txBody>
      </p:sp>
      <p:sp>
        <p:nvSpPr>
          <p:cNvPr id="35" name="Slide Number Placeholder 34">
            <a:extLst>
              <a:ext uri="{FF2B5EF4-FFF2-40B4-BE49-F238E27FC236}">
                <a16:creationId xmlns:a16="http://schemas.microsoft.com/office/drawing/2014/main" id="{C6E074CF-325D-3CC0-5752-E9F643E74E32}"/>
              </a:ext>
            </a:extLst>
          </p:cNvPr>
          <p:cNvSpPr>
            <a:spLocks noGrp="1"/>
          </p:cNvSpPr>
          <p:nvPr>
            <p:ph type="sldNum" sz="quarter" idx="12"/>
          </p:nvPr>
        </p:nvSpPr>
        <p:spPr/>
        <p:txBody>
          <a:bodyPr/>
          <a:lstStyle/>
          <a:p>
            <a:fld id="{94FCA0F3-9F3A-694B-99BB-0E592A797735}" type="slidenum">
              <a:rPr lang="en-US" smtClean="0"/>
              <a:t>79</a:t>
            </a:fld>
            <a:endParaRPr lang="en-US"/>
          </a:p>
        </p:txBody>
      </p:sp>
    </p:spTree>
    <p:extLst>
      <p:ext uri="{BB962C8B-B14F-4D97-AF65-F5344CB8AC3E}">
        <p14:creationId xmlns:p14="http://schemas.microsoft.com/office/powerpoint/2010/main" val="360067805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ECFB15-AF95-4EA6-60E6-05A01E734953}"/>
              </a:ext>
            </a:extLst>
          </p:cNvPr>
          <p:cNvSpPr>
            <a:spLocks noGrp="1"/>
          </p:cNvSpPr>
          <p:nvPr>
            <p:ph type="title"/>
          </p:nvPr>
        </p:nvSpPr>
        <p:spPr/>
        <p:txBody>
          <a:bodyPr/>
          <a:lstStyle/>
          <a:p>
            <a:r>
              <a:rPr lang="en-US"/>
              <a:t>CFM vs. Regional / Country Controller</a:t>
            </a:r>
            <a:endParaRPr lang="en-IN"/>
          </a:p>
        </p:txBody>
      </p:sp>
      <p:sp>
        <p:nvSpPr>
          <p:cNvPr id="5" name="Slide Number Placeholder 4">
            <a:extLst>
              <a:ext uri="{FF2B5EF4-FFF2-40B4-BE49-F238E27FC236}">
                <a16:creationId xmlns:a16="http://schemas.microsoft.com/office/drawing/2014/main" id="{D8F79A6D-C7A8-96A9-BB05-0476FFDB4B93}"/>
              </a:ext>
            </a:extLst>
          </p:cNvPr>
          <p:cNvSpPr>
            <a:spLocks noGrp="1"/>
          </p:cNvSpPr>
          <p:nvPr>
            <p:ph type="sldNum" sz="quarter" idx="12"/>
          </p:nvPr>
        </p:nvSpPr>
        <p:spPr/>
        <p:txBody>
          <a:bodyPr/>
          <a:lstStyle/>
          <a:p>
            <a:fld id="{94FCA0F3-9F3A-694B-99BB-0E592A797735}" type="slidenum">
              <a:rPr lang="en-US" smtClean="0"/>
              <a:t>80</a:t>
            </a:fld>
            <a:endParaRPr lang="en-US"/>
          </a:p>
        </p:txBody>
      </p:sp>
      <p:sp>
        <p:nvSpPr>
          <p:cNvPr id="6" name="Date Placeholder 5">
            <a:extLst>
              <a:ext uri="{FF2B5EF4-FFF2-40B4-BE49-F238E27FC236}">
                <a16:creationId xmlns:a16="http://schemas.microsoft.com/office/drawing/2014/main" id="{83FB194D-22A1-161D-9606-51C9A9C74ACE}"/>
              </a:ext>
            </a:extLst>
          </p:cNvPr>
          <p:cNvSpPr>
            <a:spLocks noGrp="1"/>
          </p:cNvSpPr>
          <p:nvPr>
            <p:ph type="dt" sz="half" idx="10"/>
          </p:nvPr>
        </p:nvSpPr>
        <p:spPr/>
        <p:txBody>
          <a:bodyPr/>
          <a:lstStyle/>
          <a:p>
            <a:fld id="{81C44758-C39B-45CE-B1F7-2F67C326BBFA}" type="datetime1">
              <a:rPr lang="en-US" smtClean="0"/>
              <a:t>9/19/2025</a:t>
            </a:fld>
            <a:endParaRPr lang="en-US"/>
          </a:p>
        </p:txBody>
      </p:sp>
      <p:sp>
        <p:nvSpPr>
          <p:cNvPr id="8" name="SmartArt Placeholder 7">
            <a:extLst>
              <a:ext uri="{FF2B5EF4-FFF2-40B4-BE49-F238E27FC236}">
                <a16:creationId xmlns:a16="http://schemas.microsoft.com/office/drawing/2014/main" id="{0AEE51C8-F689-53AE-1E23-CFC93EC44153}"/>
              </a:ext>
            </a:extLst>
          </p:cNvPr>
          <p:cNvSpPr>
            <a:spLocks noGrp="1"/>
          </p:cNvSpPr>
          <p:nvPr>
            <p:ph type="dgm" sz="quarter" idx="17"/>
          </p:nvPr>
        </p:nvSpPr>
        <p:spPr/>
        <p:txBody>
          <a:bodyPr/>
          <a:lstStyle/>
          <a:p>
            <a:endParaRPr lang="en-IN"/>
          </a:p>
        </p:txBody>
      </p:sp>
      <p:sp>
        <p:nvSpPr>
          <p:cNvPr id="9" name="Rectangle 8">
            <a:extLst>
              <a:ext uri="{FF2B5EF4-FFF2-40B4-BE49-F238E27FC236}">
                <a16:creationId xmlns:a16="http://schemas.microsoft.com/office/drawing/2014/main" id="{18FFB646-2693-E6F8-FE70-720B76602DB0}"/>
              </a:ext>
            </a:extLst>
          </p:cNvPr>
          <p:cNvSpPr/>
          <p:nvPr/>
        </p:nvSpPr>
        <p:spPr>
          <a:xfrm>
            <a:off x="6200775" y="932153"/>
            <a:ext cx="5648325" cy="1137882"/>
          </a:xfrm>
          <a:prstGeom prst="rect">
            <a:avLst/>
          </a:prstGeom>
          <a:no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err="1">
              <a:ln>
                <a:noFill/>
              </a:ln>
              <a:solidFill>
                <a:sysClr val="windowText" lastClr="000000"/>
              </a:solidFill>
              <a:effectLst/>
              <a:uLnTx/>
              <a:uFillTx/>
              <a:latin typeface="Arial" panose="020B0604020202020204"/>
              <a:ea typeface="+mn-ea"/>
              <a:cs typeface="+mn-cs"/>
            </a:endParaRPr>
          </a:p>
        </p:txBody>
      </p:sp>
      <p:sp>
        <p:nvSpPr>
          <p:cNvPr id="10" name="Rectangle 9">
            <a:extLst>
              <a:ext uri="{FF2B5EF4-FFF2-40B4-BE49-F238E27FC236}">
                <a16:creationId xmlns:a16="http://schemas.microsoft.com/office/drawing/2014/main" id="{3924DCDD-C740-5426-C611-76B27DF7CBE2}"/>
              </a:ext>
            </a:extLst>
          </p:cNvPr>
          <p:cNvSpPr/>
          <p:nvPr/>
        </p:nvSpPr>
        <p:spPr>
          <a:xfrm>
            <a:off x="342900" y="932152"/>
            <a:ext cx="5429151" cy="222980"/>
          </a:xfrm>
          <a:prstGeom prst="rect">
            <a:avLst/>
          </a:prstGeom>
          <a:solidFill>
            <a:srgbClr val="019881"/>
          </a:solidFill>
          <a:ln w="9525" cap="flat" cmpd="sng" algn="ctr">
            <a:noFill/>
            <a:prstDash val="solid"/>
          </a:ln>
          <a:effectLst>
            <a:outerShdw blurRad="50800" dist="38100" dir="2700000" algn="tl" rotWithShape="0">
              <a:prstClr val="black">
                <a:alpha val="40000"/>
              </a:prstClr>
            </a:outerShdw>
          </a:effectLst>
        </p:spPr>
        <p:txBody>
          <a:bodyPr lIns="45720" tIns="45720" rIns="45720" bIns="45720" rtlCol="0" anchor="ctr" anchorCtr="0"/>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FFFFFF"/>
                </a:solidFill>
                <a:effectLst/>
                <a:uLnTx/>
                <a:uFillTx/>
                <a:latin typeface="Arial" panose="020B0604020202020204"/>
              </a:rPr>
              <a:t>Cluster Finance Manager (CFM) – Current State</a:t>
            </a:r>
          </a:p>
        </p:txBody>
      </p:sp>
      <p:sp>
        <p:nvSpPr>
          <p:cNvPr id="11" name="Rectangle 10">
            <a:extLst>
              <a:ext uri="{FF2B5EF4-FFF2-40B4-BE49-F238E27FC236}">
                <a16:creationId xmlns:a16="http://schemas.microsoft.com/office/drawing/2014/main" id="{16D3FF46-918D-3A00-210D-A34F66592B1F}"/>
              </a:ext>
            </a:extLst>
          </p:cNvPr>
          <p:cNvSpPr/>
          <p:nvPr/>
        </p:nvSpPr>
        <p:spPr>
          <a:xfrm>
            <a:off x="6341091" y="2184013"/>
            <a:ext cx="5429151" cy="222980"/>
          </a:xfrm>
          <a:prstGeom prst="rect">
            <a:avLst/>
          </a:prstGeom>
          <a:solidFill>
            <a:srgbClr val="FFB000"/>
          </a:solidFill>
          <a:ln w="9525" cap="flat" cmpd="sng" algn="ctr">
            <a:noFill/>
            <a:prstDash val="solid"/>
          </a:ln>
          <a:effectLst>
            <a:outerShdw blurRad="50800" dist="38100" dir="2700000" algn="tl" rotWithShape="0">
              <a:prstClr val="black">
                <a:alpha val="40000"/>
              </a:prstClr>
            </a:outerShdw>
          </a:effectLst>
        </p:spPr>
        <p:txBody>
          <a:bodyPr lIns="45720" tIns="45720" rIns="45720" bIns="45720" rtlCol="0" anchor="ctr" anchorCtr="0"/>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000000"/>
                </a:solidFill>
                <a:effectLst/>
                <a:uLnTx/>
                <a:uFillTx/>
                <a:latin typeface="Arial" panose="020B0604020202020204"/>
              </a:rPr>
              <a:t>Country / Region Controller Activities</a:t>
            </a:r>
          </a:p>
        </p:txBody>
      </p:sp>
      <p:sp>
        <p:nvSpPr>
          <p:cNvPr id="12" name="Isosceles Triangle 11">
            <a:extLst>
              <a:ext uri="{FF2B5EF4-FFF2-40B4-BE49-F238E27FC236}">
                <a16:creationId xmlns:a16="http://schemas.microsoft.com/office/drawing/2014/main" id="{140CC97C-D502-7C4E-8125-846E22F7C3C6}"/>
              </a:ext>
            </a:extLst>
          </p:cNvPr>
          <p:cNvSpPr/>
          <p:nvPr/>
        </p:nvSpPr>
        <p:spPr>
          <a:xfrm rot="5400000">
            <a:off x="3757896" y="3748693"/>
            <a:ext cx="4731487" cy="360083"/>
          </a:xfrm>
          <a:prstGeom prst="triangle">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err="1">
              <a:ln>
                <a:noFill/>
              </a:ln>
              <a:solidFill>
                <a:sysClr val="windowText" lastClr="000000"/>
              </a:solidFill>
              <a:effectLst/>
              <a:uLnTx/>
              <a:uFillTx/>
              <a:latin typeface="Arial" panose="020B0604020202020204"/>
              <a:ea typeface="+mn-ea"/>
              <a:cs typeface="+mn-cs"/>
            </a:endParaRPr>
          </a:p>
        </p:txBody>
      </p:sp>
      <p:graphicFrame>
        <p:nvGraphicFramePr>
          <p:cNvPr id="13" name="Table 13">
            <a:extLst>
              <a:ext uri="{FF2B5EF4-FFF2-40B4-BE49-F238E27FC236}">
                <a16:creationId xmlns:a16="http://schemas.microsoft.com/office/drawing/2014/main" id="{DADF6D6F-6833-3B95-43C5-23392BD4BD45}"/>
              </a:ext>
            </a:extLst>
          </p:cNvPr>
          <p:cNvGraphicFramePr>
            <a:graphicFrameLocks noGrp="1"/>
          </p:cNvGraphicFramePr>
          <p:nvPr>
            <p:extLst>
              <p:ext uri="{D42A27DB-BD31-4B8C-83A1-F6EECF244321}">
                <p14:modId xmlns:p14="http://schemas.microsoft.com/office/powerpoint/2010/main" val="632988061"/>
              </p:ext>
            </p:extLst>
          </p:nvPr>
        </p:nvGraphicFramePr>
        <p:xfrm>
          <a:off x="409687" y="1462452"/>
          <a:ext cx="5350293" cy="4724400"/>
        </p:xfrm>
        <a:graphic>
          <a:graphicData uri="http://schemas.openxmlformats.org/drawingml/2006/table">
            <a:tbl>
              <a:tblPr firstRow="1" bandRow="1"/>
              <a:tblGrid>
                <a:gridCol w="1280981">
                  <a:extLst>
                    <a:ext uri="{9D8B030D-6E8A-4147-A177-3AD203B41FA5}">
                      <a16:colId xmlns:a16="http://schemas.microsoft.com/office/drawing/2014/main" val="3148094427"/>
                    </a:ext>
                  </a:extLst>
                </a:gridCol>
                <a:gridCol w="1770766">
                  <a:extLst>
                    <a:ext uri="{9D8B030D-6E8A-4147-A177-3AD203B41FA5}">
                      <a16:colId xmlns:a16="http://schemas.microsoft.com/office/drawing/2014/main" val="1881440162"/>
                    </a:ext>
                  </a:extLst>
                </a:gridCol>
                <a:gridCol w="2298546">
                  <a:extLst>
                    <a:ext uri="{9D8B030D-6E8A-4147-A177-3AD203B41FA5}">
                      <a16:colId xmlns:a16="http://schemas.microsoft.com/office/drawing/2014/main" val="2795560794"/>
                    </a:ext>
                  </a:extLst>
                </a:gridCol>
              </a:tblGrid>
              <a:tr h="916072">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marL="0" algn="l" defTabSz="914400" rtl="0" eaLnBrk="1" latinLnBrk="0" hangingPunct="1"/>
                      <a:r>
                        <a:rPr lang="en-US" sz="1000" b="0" kern="1200">
                          <a:solidFill>
                            <a:schemeClr val="bg1"/>
                          </a:solidFill>
                          <a:latin typeface="+mn-lt"/>
                          <a:ea typeface="+mn-ea"/>
                          <a:cs typeface="+mn-cs"/>
                        </a:rPr>
                        <a:t>Accuracy validation &amp; controlling</a:t>
                      </a:r>
                    </a:p>
                  </a:txBody>
                  <a:tcPr>
                    <a:lnL w="12700" cmpd="sng">
                      <a:solidFill>
                        <a:srgbClr val="FFFFFF"/>
                      </a:solidFill>
                    </a:lnL>
                    <a:lnR w="12700" cmpd="sng">
                      <a:solidFill>
                        <a:srgbClr val="FFFFFF"/>
                      </a:solidFill>
                    </a:lnR>
                    <a:lnT w="12700" cmpd="sng">
                      <a:solidFill>
                        <a:srgbClr val="FFFFFF"/>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a:solidFill>
                            <a:schemeClr val="bg1"/>
                          </a:solidFill>
                          <a:latin typeface="+mn-lt"/>
                          <a:ea typeface="+mn-ea"/>
                          <a:cs typeface="+mn-cs"/>
                        </a:rPr>
                        <a:t>Accountability for the completeness and validity of actuals</a:t>
                      </a:r>
                    </a:p>
                  </a:txBody>
                  <a:tcPr>
                    <a:lnL w="12700" cmpd="sng">
                      <a:solidFill>
                        <a:srgbClr val="FFFFFF"/>
                      </a:solidFill>
                    </a:lnL>
                    <a:lnR w="12700" cmpd="sng">
                      <a:solidFill>
                        <a:srgbClr val="FFFFFF"/>
                      </a:solidFill>
                    </a:lnR>
                    <a:lnT w="12700" cmpd="sng">
                      <a:solidFill>
                        <a:srgbClr val="FFFFFF"/>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marL="171450" indent="-171450">
                        <a:buFont typeface="Arial" panose="020B0604020202020204" pitchFamily="34" charset="0"/>
                        <a:buChar char="•"/>
                      </a:pPr>
                      <a:r>
                        <a:rPr lang="en-US" sz="1000" b="0">
                          <a:solidFill>
                            <a:schemeClr val="bg1"/>
                          </a:solidFill>
                        </a:rPr>
                        <a:t>Reviews BVA (e.g., PNL, Capex, CF/BS) for errors and completeness</a:t>
                      </a:r>
                    </a:p>
                    <a:p>
                      <a:pPr marL="171450" indent="-171450">
                        <a:buFont typeface="Arial" panose="020B0604020202020204" pitchFamily="34" charset="0"/>
                        <a:buChar char="•"/>
                      </a:pPr>
                      <a:r>
                        <a:rPr lang="en-US" sz="1000" b="0">
                          <a:solidFill>
                            <a:schemeClr val="bg1"/>
                          </a:solidFill>
                        </a:rPr>
                        <a:t>Executes Bravo approvals for actuals submissions</a:t>
                      </a:r>
                    </a:p>
                    <a:p>
                      <a:pPr marL="171450" indent="-171450">
                        <a:buFont typeface="Arial" panose="020B0604020202020204" pitchFamily="34" charset="0"/>
                        <a:buChar char="•"/>
                      </a:pPr>
                      <a:r>
                        <a:rPr lang="en-US" sz="1000" b="0">
                          <a:solidFill>
                            <a:schemeClr val="bg1"/>
                          </a:solidFill>
                        </a:rPr>
                        <a:t>Owns healthiness of LE trial balance</a:t>
                      </a:r>
                    </a:p>
                  </a:txBody>
                  <a:tcPr>
                    <a:lnL w="12700" cmpd="sng">
                      <a:solidFill>
                        <a:srgbClr val="FFFFFF"/>
                      </a:solidFill>
                    </a:lnL>
                    <a:lnR w="12700" cmpd="sng">
                      <a:solidFill>
                        <a:srgbClr val="FFFFFF"/>
                      </a:solidFill>
                    </a:lnR>
                    <a:lnT w="12700" cmpd="sng">
                      <a:solidFill>
                        <a:srgbClr val="FFFFFF"/>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4497365"/>
                  </a:ext>
                </a:extLst>
              </a:tr>
              <a:tr h="7955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lang="en-US" sz="1000" b="0" kern="1200">
                          <a:solidFill>
                            <a:schemeClr val="bg1"/>
                          </a:solidFill>
                          <a:latin typeface="+mn-lt"/>
                          <a:ea typeface="+mn-ea"/>
                          <a:cs typeface="+mn-cs"/>
                        </a:rPr>
                        <a:t>Stakeholder orchestration &amp; navigation</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a:solidFill>
                            <a:schemeClr val="bg1"/>
                          </a:solidFill>
                          <a:latin typeface="+mn-lt"/>
                          <a:ea typeface="+mn-ea"/>
                          <a:cs typeface="+mn-cs"/>
                        </a:rPr>
                        <a:t>Coordination across stakeholders to drive financial reporting and close</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171450" indent="-171450">
                        <a:buFont typeface="Arial" panose="020B0604020202020204" pitchFamily="34" charset="0"/>
                        <a:buChar char="•"/>
                      </a:pPr>
                      <a:r>
                        <a:rPr lang="en-US" sz="1000" b="0" dirty="0">
                          <a:solidFill>
                            <a:schemeClr val="bg1"/>
                          </a:solidFill>
                        </a:rPr>
                        <a:t>Acts as liaison between BUF / COE teams and GS Finance</a:t>
                      </a:r>
                    </a:p>
                    <a:p>
                      <a:pPr marL="171450" indent="-171450">
                        <a:buFont typeface="Arial" panose="020B0604020202020204" pitchFamily="34" charset="0"/>
                        <a:buChar char="•"/>
                      </a:pPr>
                      <a:r>
                        <a:rPr lang="en-US" sz="1000" b="0" dirty="0">
                          <a:solidFill>
                            <a:schemeClr val="bg1"/>
                          </a:solidFill>
                        </a:rPr>
                        <a:t>Organizes processes &amp; leads meetings in preparation for closing</a:t>
                      </a:r>
                    </a:p>
                    <a:p>
                      <a:pPr marL="171450" indent="-171450">
                        <a:buFont typeface="Arial" panose="020B0604020202020204" pitchFamily="34" charset="0"/>
                        <a:buChar char="•"/>
                      </a:pPr>
                      <a:r>
                        <a:rPr lang="en-US" sz="1000" b="0" dirty="0">
                          <a:solidFill>
                            <a:schemeClr val="bg1"/>
                          </a:solidFill>
                        </a:rPr>
                        <a:t>Coordinates and consolidates inputs from LE </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44498699"/>
                  </a:ext>
                </a:extLst>
              </a:tr>
              <a:tr h="7955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lang="en-US" sz="1000" b="0" kern="1200">
                          <a:solidFill>
                            <a:schemeClr val="bg1"/>
                          </a:solidFill>
                          <a:latin typeface="+mn-lt"/>
                          <a:ea typeface="+mn-ea"/>
                          <a:cs typeface="+mn-cs"/>
                        </a:rPr>
                        <a:t>First-level analysis</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a:solidFill>
                            <a:schemeClr val="bg1"/>
                          </a:solidFill>
                          <a:latin typeface="+mn-lt"/>
                          <a:ea typeface="+mn-ea"/>
                          <a:cs typeface="+mn-cs"/>
                        </a:rPr>
                        <a:t>Leveraging technical accounting knowledge to provide interpretation of results</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171450" indent="-171450">
                        <a:buFont typeface="Arial" panose="020B0604020202020204" pitchFamily="34" charset="0"/>
                        <a:buChar char="•"/>
                      </a:pPr>
                      <a:r>
                        <a:rPr lang="en-US" sz="1000" b="0">
                          <a:solidFill>
                            <a:schemeClr val="bg1"/>
                          </a:solidFill>
                        </a:rPr>
                        <a:t>Uses technical accounting &amp; business acumen to add first-level commentary and analysis</a:t>
                      </a:r>
                    </a:p>
                    <a:p>
                      <a:pPr marL="171450" indent="-171450">
                        <a:buFont typeface="Arial" panose="020B0604020202020204" pitchFamily="34" charset="0"/>
                        <a:buChar char="•"/>
                      </a:pPr>
                      <a:r>
                        <a:rPr lang="en-US" sz="1000" b="0">
                          <a:solidFill>
                            <a:schemeClr val="bg1"/>
                          </a:solidFill>
                        </a:rPr>
                        <a:t>Provides review and ensures commentary appropriately reflects results for BUFs</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68543616"/>
                  </a:ext>
                </a:extLst>
              </a:tr>
              <a:tr h="554464">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lang="en-US" sz="1000" b="0" kern="1200">
                          <a:solidFill>
                            <a:schemeClr val="bg1"/>
                          </a:solidFill>
                          <a:latin typeface="+mn-lt"/>
                          <a:ea typeface="+mn-ea"/>
                          <a:cs typeface="+mn-cs"/>
                        </a:rPr>
                        <a:t>Process improvement &amp; finance projects</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a:solidFill>
                            <a:schemeClr val="bg1"/>
                          </a:solidFill>
                          <a:latin typeface="+mn-lt"/>
                          <a:ea typeface="+mn-ea"/>
                          <a:cs typeface="+mn-cs"/>
                        </a:rPr>
                        <a:t>Seeking opportunities to enhance operations </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171450" indent="-171450">
                        <a:buFont typeface="Arial" panose="020B0604020202020204" pitchFamily="34" charset="0"/>
                        <a:buChar char="•"/>
                      </a:pPr>
                      <a:r>
                        <a:rPr lang="en-US" sz="1000" b="0">
                          <a:solidFill>
                            <a:schemeClr val="bg1"/>
                          </a:solidFill>
                        </a:rPr>
                        <a:t>Identifies &amp; documents ways to improve closing processes</a:t>
                      </a:r>
                    </a:p>
                    <a:p>
                      <a:pPr marL="171450" indent="-171450">
                        <a:buFont typeface="Arial" panose="020B0604020202020204" pitchFamily="34" charset="0"/>
                        <a:buChar char="•"/>
                      </a:pPr>
                      <a:r>
                        <a:rPr lang="en-US" sz="1000" b="0">
                          <a:solidFill>
                            <a:schemeClr val="bg1"/>
                          </a:solidFill>
                        </a:rPr>
                        <a:t>Manages IT implementation projects</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9453121"/>
                  </a:ext>
                </a:extLst>
              </a:tr>
              <a:tr h="675000">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lang="en-US" sz="1000" b="0" kern="1200">
                          <a:solidFill>
                            <a:schemeClr val="bg1"/>
                          </a:solidFill>
                          <a:latin typeface="+mn-lt"/>
                          <a:ea typeface="+mn-ea"/>
                          <a:cs typeface="+mn-cs"/>
                        </a:rPr>
                        <a:t>Ad hoc &amp; stranded</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a:solidFill>
                            <a:schemeClr val="bg1"/>
                          </a:solidFill>
                          <a:latin typeface="+mn-lt"/>
                          <a:ea typeface="+mn-ea"/>
                          <a:cs typeface="+mn-cs"/>
                        </a:rPr>
                        <a:t>Activities beyond the scope of the core CFM role, often as a result of legacy processes</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171450" indent="-171450">
                        <a:buFont typeface="Arial" panose="020B0604020202020204" pitchFamily="34" charset="0"/>
                        <a:buChar char="•"/>
                      </a:pPr>
                      <a:r>
                        <a:rPr lang="en-US" sz="1000" b="0">
                          <a:solidFill>
                            <a:schemeClr val="bg1"/>
                          </a:solidFill>
                        </a:rPr>
                        <a:t>Assists with legal entity accounting issues</a:t>
                      </a:r>
                    </a:p>
                    <a:p>
                      <a:pPr marL="171450" indent="-171450">
                        <a:buFont typeface="Arial" panose="020B0604020202020204" pitchFamily="34" charset="0"/>
                        <a:buChar char="•"/>
                      </a:pPr>
                      <a:r>
                        <a:rPr lang="en-US" sz="1000" b="0">
                          <a:solidFill>
                            <a:schemeClr val="bg1"/>
                          </a:solidFill>
                        </a:rPr>
                        <a:t>Manages T&amp;E on Concur</a:t>
                      </a:r>
                    </a:p>
                    <a:p>
                      <a:pPr marL="171450" indent="-171450">
                        <a:buFont typeface="Arial" panose="020B0604020202020204" pitchFamily="34" charset="0"/>
                        <a:buChar char="•"/>
                      </a:pPr>
                      <a:r>
                        <a:rPr lang="en-US" sz="1000" b="0">
                          <a:solidFill>
                            <a:schemeClr val="bg1"/>
                          </a:solidFill>
                        </a:rPr>
                        <a:t>Acts as 'messenger' for BUF &amp; teams on out-of-scope inquiries</a:t>
                      </a:r>
                    </a:p>
                  </a:txBody>
                  <a:tcPr>
                    <a:lnL w="12700" cmpd="sng">
                      <a:solidFill>
                        <a:srgbClr val="FFFFFF"/>
                      </a:solidFill>
                    </a:lnL>
                    <a:lnR w="12700" cmpd="sng">
                      <a:solidFill>
                        <a:srgbClr val="FFFFFF"/>
                      </a:solidFill>
                    </a:lnR>
                    <a:lnT w="12700" cap="flat" cmpd="sng" algn="ctr">
                      <a:solidFill>
                        <a:srgbClr val="000000"/>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432236184"/>
                  </a:ext>
                </a:extLst>
              </a:tr>
            </a:tbl>
          </a:graphicData>
        </a:graphic>
      </p:graphicFrame>
      <p:sp>
        <p:nvSpPr>
          <p:cNvPr id="14" name="Rectangle 13">
            <a:extLst>
              <a:ext uri="{FF2B5EF4-FFF2-40B4-BE49-F238E27FC236}">
                <a16:creationId xmlns:a16="http://schemas.microsoft.com/office/drawing/2014/main" id="{50B2C843-F65D-28B8-E8D3-B10B544F1C89}"/>
              </a:ext>
            </a:extLst>
          </p:cNvPr>
          <p:cNvSpPr/>
          <p:nvPr/>
        </p:nvSpPr>
        <p:spPr>
          <a:xfrm>
            <a:off x="6341090" y="4843913"/>
            <a:ext cx="5429151" cy="254536"/>
          </a:xfrm>
          <a:prstGeom prst="rect">
            <a:avLst/>
          </a:prstGeom>
          <a:solidFill>
            <a:srgbClr val="3774B1"/>
          </a:solidFill>
          <a:ln w="9525" cap="flat" cmpd="sng" algn="ctr">
            <a:noFill/>
            <a:prstDash val="solid"/>
          </a:ln>
          <a:effectLst>
            <a:outerShdw blurRad="50800" dist="38100" dir="2700000" algn="tl" rotWithShape="0">
              <a:prstClr val="black">
                <a:alpha val="40000"/>
              </a:prstClr>
            </a:outerShdw>
          </a:effectLst>
        </p:spPr>
        <p:txBody>
          <a:bodyPr lIns="45720" tIns="45720" rIns="45720" bIns="45720" rtlCol="0" anchor="ctr" anchorCtr="0"/>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FFFFFF"/>
                </a:solidFill>
                <a:effectLst/>
                <a:uLnTx/>
                <a:uFillTx/>
                <a:latin typeface="Arial" panose="020B0604020202020204"/>
              </a:rPr>
              <a:t>Other Teams’ Activities</a:t>
            </a:r>
          </a:p>
        </p:txBody>
      </p:sp>
      <p:sp>
        <p:nvSpPr>
          <p:cNvPr id="15" name="TextBox 14">
            <a:extLst>
              <a:ext uri="{FF2B5EF4-FFF2-40B4-BE49-F238E27FC236}">
                <a16:creationId xmlns:a16="http://schemas.microsoft.com/office/drawing/2014/main" id="{C69E204E-B6D3-216F-13D4-B21CE72174BD}"/>
              </a:ext>
            </a:extLst>
          </p:cNvPr>
          <p:cNvSpPr txBox="1"/>
          <p:nvPr/>
        </p:nvSpPr>
        <p:spPr>
          <a:xfrm>
            <a:off x="740664" y="1248551"/>
            <a:ext cx="557784" cy="153888"/>
          </a:xfrm>
          <a:prstGeom prst="rect">
            <a:avLst/>
          </a:prstGeom>
          <a:noFill/>
        </p:spPr>
        <p:txBody>
          <a:bodyPr wrap="square" lIns="0" tIns="0" rIns="0" bIns="0" rtlCol="0">
            <a:spAutoFit/>
          </a:bodyPr>
          <a:lstStyle/>
          <a:p>
            <a:r>
              <a:rPr lang="en-US" sz="1000" i="1" u="sng">
                <a:solidFill>
                  <a:srgbClr val="000000"/>
                </a:solidFill>
                <a:latin typeface="Arial" panose="020B0604020202020204"/>
              </a:rPr>
              <a:t>Activity</a:t>
            </a:r>
          </a:p>
        </p:txBody>
      </p:sp>
      <p:sp>
        <p:nvSpPr>
          <p:cNvPr id="16" name="TextBox 15">
            <a:extLst>
              <a:ext uri="{FF2B5EF4-FFF2-40B4-BE49-F238E27FC236}">
                <a16:creationId xmlns:a16="http://schemas.microsoft.com/office/drawing/2014/main" id="{A6A0359F-F899-F859-36F0-5BA40E25E261}"/>
              </a:ext>
            </a:extLst>
          </p:cNvPr>
          <p:cNvSpPr txBox="1"/>
          <p:nvPr/>
        </p:nvSpPr>
        <p:spPr>
          <a:xfrm>
            <a:off x="2356104" y="1242610"/>
            <a:ext cx="862584" cy="153888"/>
          </a:xfrm>
          <a:prstGeom prst="rect">
            <a:avLst/>
          </a:prstGeom>
          <a:noFill/>
        </p:spPr>
        <p:txBody>
          <a:bodyPr wrap="square" lIns="0" tIns="0" rIns="0" bIns="0" rtlCol="0">
            <a:spAutoFit/>
          </a:bodyPr>
          <a:lstStyle/>
          <a:p>
            <a:r>
              <a:rPr lang="en-US" sz="1000" i="1" u="sng">
                <a:solidFill>
                  <a:srgbClr val="000000"/>
                </a:solidFill>
                <a:latin typeface="Arial" panose="020B0604020202020204"/>
              </a:rPr>
              <a:t>Description</a:t>
            </a:r>
          </a:p>
        </p:txBody>
      </p:sp>
      <p:sp>
        <p:nvSpPr>
          <p:cNvPr id="17" name="TextBox 16">
            <a:extLst>
              <a:ext uri="{FF2B5EF4-FFF2-40B4-BE49-F238E27FC236}">
                <a16:creationId xmlns:a16="http://schemas.microsoft.com/office/drawing/2014/main" id="{64125489-093C-B62C-C94D-FA576BFD3319}"/>
              </a:ext>
            </a:extLst>
          </p:cNvPr>
          <p:cNvSpPr txBox="1"/>
          <p:nvPr/>
        </p:nvSpPr>
        <p:spPr>
          <a:xfrm>
            <a:off x="4340701" y="1242610"/>
            <a:ext cx="862584" cy="153888"/>
          </a:xfrm>
          <a:prstGeom prst="rect">
            <a:avLst/>
          </a:prstGeom>
          <a:noFill/>
        </p:spPr>
        <p:txBody>
          <a:bodyPr wrap="square" lIns="0" tIns="0" rIns="0" bIns="0" rtlCol="0">
            <a:spAutoFit/>
          </a:bodyPr>
          <a:lstStyle/>
          <a:p>
            <a:r>
              <a:rPr lang="en-US" sz="1000" i="1" u="sng">
                <a:solidFill>
                  <a:srgbClr val="000000"/>
                </a:solidFill>
                <a:latin typeface="Arial" panose="020B0604020202020204"/>
              </a:rPr>
              <a:t>Examples</a:t>
            </a:r>
          </a:p>
        </p:txBody>
      </p:sp>
      <p:sp>
        <p:nvSpPr>
          <p:cNvPr id="18" name="Oval 17">
            <a:extLst>
              <a:ext uri="{FF2B5EF4-FFF2-40B4-BE49-F238E27FC236}">
                <a16:creationId xmlns:a16="http://schemas.microsoft.com/office/drawing/2014/main" id="{97AAB5C7-BD0C-570E-B60A-6C01FEFA0727}"/>
              </a:ext>
            </a:extLst>
          </p:cNvPr>
          <p:cNvSpPr/>
          <p:nvPr/>
        </p:nvSpPr>
        <p:spPr>
          <a:xfrm>
            <a:off x="6341091" y="1061635"/>
            <a:ext cx="914400" cy="914400"/>
          </a:xfrm>
          <a:prstGeom prst="ellipse">
            <a:avLst/>
          </a:prstGeom>
          <a:solidFill>
            <a:srgbClr val="019881"/>
          </a:solidFill>
          <a:ln w="12700" cap="flat" cmpd="sng" algn="ctr">
            <a:noFill/>
            <a:prstDash val="solid"/>
            <a:miter lim="800000"/>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err="1">
              <a:ln>
                <a:noFill/>
              </a:ln>
              <a:solidFill>
                <a:sysClr val="windowText" lastClr="000000"/>
              </a:solidFill>
              <a:effectLst/>
              <a:uLnTx/>
              <a:uFillTx/>
              <a:latin typeface="Arial" panose="020B0604020202020204"/>
              <a:ea typeface="+mn-ea"/>
              <a:cs typeface="+mn-cs"/>
            </a:endParaRPr>
          </a:p>
        </p:txBody>
      </p:sp>
      <p:pic>
        <p:nvPicPr>
          <p:cNvPr id="19" name="Graphic 18" descr="User outline">
            <a:extLst>
              <a:ext uri="{FF2B5EF4-FFF2-40B4-BE49-F238E27FC236}">
                <a16:creationId xmlns:a16="http://schemas.microsoft.com/office/drawing/2014/main" id="{69AF250A-B222-BB14-58E7-ADF629ACE6E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341091" y="993207"/>
            <a:ext cx="914400" cy="914400"/>
          </a:xfrm>
          <a:prstGeom prst="rect">
            <a:avLst/>
          </a:prstGeom>
        </p:spPr>
      </p:pic>
      <p:sp>
        <p:nvSpPr>
          <p:cNvPr id="20" name="Rectangle 19">
            <a:extLst>
              <a:ext uri="{FF2B5EF4-FFF2-40B4-BE49-F238E27FC236}">
                <a16:creationId xmlns:a16="http://schemas.microsoft.com/office/drawing/2014/main" id="{E7EF779E-901A-79CE-0102-8B161F981536}"/>
              </a:ext>
            </a:extLst>
          </p:cNvPr>
          <p:cNvSpPr/>
          <p:nvPr/>
        </p:nvSpPr>
        <p:spPr>
          <a:xfrm>
            <a:off x="7404328" y="1058528"/>
            <a:ext cx="4295933" cy="222980"/>
          </a:xfrm>
          <a:prstGeom prst="rect">
            <a:avLst/>
          </a:prstGeom>
          <a:solidFill>
            <a:srgbClr val="019881"/>
          </a:solidFill>
          <a:ln w="9525"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FFFFFF"/>
                </a:solidFill>
                <a:effectLst/>
                <a:uLnTx/>
                <a:uFillTx/>
                <a:latin typeface="Arial" panose="020B0604020202020204"/>
                <a:ea typeface="+mn-ea"/>
                <a:cs typeface="+mn-cs"/>
              </a:rPr>
              <a:t>Required Skillset</a:t>
            </a:r>
          </a:p>
        </p:txBody>
      </p:sp>
      <p:sp>
        <p:nvSpPr>
          <p:cNvPr id="21" name="Rectangle 20">
            <a:extLst>
              <a:ext uri="{FF2B5EF4-FFF2-40B4-BE49-F238E27FC236}">
                <a16:creationId xmlns:a16="http://schemas.microsoft.com/office/drawing/2014/main" id="{237713DD-AAD2-1557-6450-24F7C50A93FF}"/>
              </a:ext>
            </a:extLst>
          </p:cNvPr>
          <p:cNvSpPr/>
          <p:nvPr/>
        </p:nvSpPr>
        <p:spPr>
          <a:xfrm>
            <a:off x="7404329" y="1330566"/>
            <a:ext cx="4295933" cy="571297"/>
          </a:xfrm>
          <a:prstGeom prst="rect">
            <a:avLst/>
          </a:prstGeom>
          <a:solidFill>
            <a:srgbClr val="FFFFFF">
              <a:lumMod val="65000"/>
            </a:srgbClr>
          </a:solidFill>
          <a:ln w="9525" cap="flat" cmpd="sng" algn="ctr">
            <a:noFill/>
            <a:prstDash val="solid"/>
            <a:miter lim="800000"/>
          </a:ln>
          <a:effectLst>
            <a:outerShdw blurRad="50800" dist="38100" dir="2700000" algn="tl" rotWithShape="0">
              <a:prstClr val="black">
                <a:alpha val="40000"/>
              </a:prstClr>
            </a:outerShdw>
          </a:effectLst>
        </p:spPr>
        <p:txBody>
          <a:bodyPr rtlCol="0" anchor="t"/>
          <a:lstStyle/>
          <a:p>
            <a:pPr marL="342900" marR="0" lvl="0" indent="-34290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0" u="none" strike="noStrike" kern="0" cap="none" spc="0" normalizeH="0" baseline="0" noProof="0">
                <a:ln>
                  <a:noFill/>
                </a:ln>
                <a:solidFill>
                  <a:srgbClr val="FFFFFF"/>
                </a:solidFill>
                <a:effectLst/>
                <a:uLnTx/>
                <a:uFillTx/>
                <a:latin typeface="Arial" panose="020B0604020202020204"/>
                <a:ea typeface="+mn-ea"/>
                <a:cs typeface="+mn-cs"/>
              </a:rPr>
              <a:t>CPA or equivalency in region</a:t>
            </a:r>
          </a:p>
          <a:p>
            <a:pPr marL="342900" marR="0" lvl="0" indent="-34290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0" u="none" strike="noStrike" kern="0" cap="none" spc="0" normalizeH="0" baseline="0" noProof="0">
                <a:ln>
                  <a:noFill/>
                </a:ln>
                <a:solidFill>
                  <a:srgbClr val="FFFFFF"/>
                </a:solidFill>
                <a:effectLst/>
                <a:uLnTx/>
                <a:uFillTx/>
                <a:latin typeface="Arial" panose="020B0604020202020204"/>
                <a:ea typeface="+mn-ea"/>
                <a:cs typeface="+mn-cs"/>
              </a:rPr>
              <a:t>Local / Regional Tax regulatory expertise</a:t>
            </a:r>
          </a:p>
          <a:p>
            <a:pPr marL="342900" marR="0" lvl="0" indent="-34290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0" u="none" strike="noStrike" kern="0" cap="none" spc="0" normalizeH="0" baseline="0" noProof="0">
                <a:ln>
                  <a:noFill/>
                </a:ln>
                <a:solidFill>
                  <a:srgbClr val="FFFFFF"/>
                </a:solidFill>
                <a:effectLst/>
                <a:uLnTx/>
                <a:uFillTx/>
                <a:latin typeface="Arial" panose="020B0604020202020204"/>
                <a:ea typeface="+mn-ea"/>
                <a:cs typeface="+mn-cs"/>
              </a:rPr>
              <a:t>Budgeting/Forecasting expertise</a:t>
            </a:r>
          </a:p>
        </p:txBody>
      </p:sp>
      <p:sp>
        <p:nvSpPr>
          <p:cNvPr id="22" name="Oval 21">
            <a:extLst>
              <a:ext uri="{FF2B5EF4-FFF2-40B4-BE49-F238E27FC236}">
                <a16:creationId xmlns:a16="http://schemas.microsoft.com/office/drawing/2014/main" id="{F2485592-7917-872E-15CC-4BF4A3829323}"/>
              </a:ext>
            </a:extLst>
          </p:cNvPr>
          <p:cNvSpPr/>
          <p:nvPr/>
        </p:nvSpPr>
        <p:spPr>
          <a:xfrm>
            <a:off x="75145" y="1526156"/>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1</a:t>
            </a:r>
          </a:p>
        </p:txBody>
      </p:sp>
      <p:sp>
        <p:nvSpPr>
          <p:cNvPr id="23" name="Oval 22">
            <a:extLst>
              <a:ext uri="{FF2B5EF4-FFF2-40B4-BE49-F238E27FC236}">
                <a16:creationId xmlns:a16="http://schemas.microsoft.com/office/drawing/2014/main" id="{99C64CCD-6456-DE57-A673-41F06A7FFDFB}"/>
              </a:ext>
            </a:extLst>
          </p:cNvPr>
          <p:cNvSpPr/>
          <p:nvPr/>
        </p:nvSpPr>
        <p:spPr>
          <a:xfrm>
            <a:off x="75145" y="2676813"/>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2</a:t>
            </a:r>
          </a:p>
        </p:txBody>
      </p:sp>
      <p:sp>
        <p:nvSpPr>
          <p:cNvPr id="24" name="Oval 23">
            <a:extLst>
              <a:ext uri="{FF2B5EF4-FFF2-40B4-BE49-F238E27FC236}">
                <a16:creationId xmlns:a16="http://schemas.microsoft.com/office/drawing/2014/main" id="{AF16BD3D-4D06-196B-79F9-78ED1BA911CC}"/>
              </a:ext>
            </a:extLst>
          </p:cNvPr>
          <p:cNvSpPr/>
          <p:nvPr/>
        </p:nvSpPr>
        <p:spPr>
          <a:xfrm>
            <a:off x="75145" y="3668442"/>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3</a:t>
            </a:r>
          </a:p>
        </p:txBody>
      </p:sp>
      <p:sp>
        <p:nvSpPr>
          <p:cNvPr id="25" name="Oval 24">
            <a:extLst>
              <a:ext uri="{FF2B5EF4-FFF2-40B4-BE49-F238E27FC236}">
                <a16:creationId xmlns:a16="http://schemas.microsoft.com/office/drawing/2014/main" id="{E63508F2-2145-A10D-046C-A5E547F3627D}"/>
              </a:ext>
            </a:extLst>
          </p:cNvPr>
          <p:cNvSpPr/>
          <p:nvPr/>
        </p:nvSpPr>
        <p:spPr>
          <a:xfrm>
            <a:off x="75145" y="4681209"/>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4</a:t>
            </a:r>
          </a:p>
        </p:txBody>
      </p:sp>
      <p:sp>
        <p:nvSpPr>
          <p:cNvPr id="26" name="Oval 25">
            <a:extLst>
              <a:ext uri="{FF2B5EF4-FFF2-40B4-BE49-F238E27FC236}">
                <a16:creationId xmlns:a16="http://schemas.microsoft.com/office/drawing/2014/main" id="{71AA9C8E-B66F-0CCF-EF68-970111A60AED}"/>
              </a:ext>
            </a:extLst>
          </p:cNvPr>
          <p:cNvSpPr/>
          <p:nvPr/>
        </p:nvSpPr>
        <p:spPr>
          <a:xfrm>
            <a:off x="75145" y="5377380"/>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5</a:t>
            </a:r>
          </a:p>
        </p:txBody>
      </p:sp>
      <p:sp>
        <p:nvSpPr>
          <p:cNvPr id="27" name="Oval 26">
            <a:extLst>
              <a:ext uri="{FF2B5EF4-FFF2-40B4-BE49-F238E27FC236}">
                <a16:creationId xmlns:a16="http://schemas.microsoft.com/office/drawing/2014/main" id="{64FC04F7-88B7-8FEA-1614-2DBB76F18014}"/>
              </a:ext>
            </a:extLst>
          </p:cNvPr>
          <p:cNvSpPr/>
          <p:nvPr/>
        </p:nvSpPr>
        <p:spPr>
          <a:xfrm>
            <a:off x="6424912" y="2512643"/>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1</a:t>
            </a:r>
          </a:p>
        </p:txBody>
      </p:sp>
      <p:sp>
        <p:nvSpPr>
          <p:cNvPr id="28" name="Oval 27">
            <a:extLst>
              <a:ext uri="{FF2B5EF4-FFF2-40B4-BE49-F238E27FC236}">
                <a16:creationId xmlns:a16="http://schemas.microsoft.com/office/drawing/2014/main" id="{09433202-F511-BA30-DBB4-E562E165CFD7}"/>
              </a:ext>
            </a:extLst>
          </p:cNvPr>
          <p:cNvSpPr/>
          <p:nvPr/>
        </p:nvSpPr>
        <p:spPr>
          <a:xfrm>
            <a:off x="6424912" y="3089869"/>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2</a:t>
            </a:r>
          </a:p>
        </p:txBody>
      </p:sp>
      <p:sp>
        <p:nvSpPr>
          <p:cNvPr id="29" name="Oval 28">
            <a:extLst>
              <a:ext uri="{FF2B5EF4-FFF2-40B4-BE49-F238E27FC236}">
                <a16:creationId xmlns:a16="http://schemas.microsoft.com/office/drawing/2014/main" id="{21F43AC7-FD76-1B8A-236C-D3EB91A9B2E8}"/>
              </a:ext>
            </a:extLst>
          </p:cNvPr>
          <p:cNvSpPr/>
          <p:nvPr/>
        </p:nvSpPr>
        <p:spPr>
          <a:xfrm>
            <a:off x="6424912" y="3699875"/>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3</a:t>
            </a:r>
          </a:p>
        </p:txBody>
      </p:sp>
      <p:sp>
        <p:nvSpPr>
          <p:cNvPr id="30" name="Oval 29">
            <a:extLst>
              <a:ext uri="{FF2B5EF4-FFF2-40B4-BE49-F238E27FC236}">
                <a16:creationId xmlns:a16="http://schemas.microsoft.com/office/drawing/2014/main" id="{AA8050C9-059D-BAB6-6D10-E9E04C3EEB92}"/>
              </a:ext>
            </a:extLst>
          </p:cNvPr>
          <p:cNvSpPr/>
          <p:nvPr/>
        </p:nvSpPr>
        <p:spPr>
          <a:xfrm>
            <a:off x="6424912" y="5246765"/>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4</a:t>
            </a:r>
          </a:p>
        </p:txBody>
      </p:sp>
      <p:sp>
        <p:nvSpPr>
          <p:cNvPr id="31" name="Oval 30">
            <a:extLst>
              <a:ext uri="{FF2B5EF4-FFF2-40B4-BE49-F238E27FC236}">
                <a16:creationId xmlns:a16="http://schemas.microsoft.com/office/drawing/2014/main" id="{B7B56BBC-1437-745D-E0D5-ECF9DA1D30B9}"/>
              </a:ext>
            </a:extLst>
          </p:cNvPr>
          <p:cNvSpPr/>
          <p:nvPr/>
        </p:nvSpPr>
        <p:spPr>
          <a:xfrm>
            <a:off x="6424912" y="5657701"/>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5</a:t>
            </a:r>
          </a:p>
        </p:txBody>
      </p:sp>
      <p:sp>
        <p:nvSpPr>
          <p:cNvPr id="32" name="Oval 31">
            <a:extLst>
              <a:ext uri="{FF2B5EF4-FFF2-40B4-BE49-F238E27FC236}">
                <a16:creationId xmlns:a16="http://schemas.microsoft.com/office/drawing/2014/main" id="{7D6BD6C8-DE28-C9EE-A143-E62FDC516DFC}"/>
              </a:ext>
            </a:extLst>
          </p:cNvPr>
          <p:cNvSpPr/>
          <p:nvPr/>
        </p:nvSpPr>
        <p:spPr>
          <a:xfrm>
            <a:off x="6424912" y="4337422"/>
            <a:ext cx="274320" cy="274320"/>
          </a:xfrm>
          <a:prstGeom prst="ellipse">
            <a:avLst/>
          </a:prstGeom>
          <a:solidFill>
            <a:srgbClr val="ECECEC"/>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ysClr val="windowText" lastClr="000000"/>
                </a:solidFill>
                <a:effectLst/>
                <a:uLnTx/>
                <a:uFillTx/>
                <a:latin typeface="Arial" panose="020B0604020202020204"/>
                <a:ea typeface="+mn-ea"/>
                <a:cs typeface="+mn-cs"/>
              </a:rPr>
              <a:t>5</a:t>
            </a:r>
          </a:p>
        </p:txBody>
      </p:sp>
      <p:graphicFrame>
        <p:nvGraphicFramePr>
          <p:cNvPr id="33" name="Table 13">
            <a:extLst>
              <a:ext uri="{FF2B5EF4-FFF2-40B4-BE49-F238E27FC236}">
                <a16:creationId xmlns:a16="http://schemas.microsoft.com/office/drawing/2014/main" id="{60E0A2E9-0499-05FB-BCAE-71CC1F05D3A4}"/>
              </a:ext>
            </a:extLst>
          </p:cNvPr>
          <p:cNvGraphicFramePr>
            <a:graphicFrameLocks noGrp="1"/>
          </p:cNvGraphicFramePr>
          <p:nvPr>
            <p:extLst>
              <p:ext uri="{D42A27DB-BD31-4B8C-83A1-F6EECF244321}">
                <p14:modId xmlns:p14="http://schemas.microsoft.com/office/powerpoint/2010/main" val="1637533186"/>
              </p:ext>
            </p:extLst>
          </p:nvPr>
        </p:nvGraphicFramePr>
        <p:xfrm>
          <a:off x="6718282" y="2471953"/>
          <a:ext cx="5051960" cy="2223954"/>
        </p:xfrm>
        <a:graphic>
          <a:graphicData uri="http://schemas.openxmlformats.org/drawingml/2006/table">
            <a:tbl>
              <a:tblPr firstRow="1" bandRow="1"/>
              <a:tblGrid>
                <a:gridCol w="5051960">
                  <a:extLst>
                    <a:ext uri="{9D8B030D-6E8A-4147-A177-3AD203B41FA5}">
                      <a16:colId xmlns:a16="http://schemas.microsoft.com/office/drawing/2014/main" val="3148094427"/>
                    </a:ext>
                  </a:extLst>
                </a:gridCol>
              </a:tblGrid>
              <a:tr h="609238">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noProof="0">
                          <a:solidFill>
                            <a:schemeClr val="bg1"/>
                          </a:solidFill>
                          <a:latin typeface="+mn-lt"/>
                          <a:ea typeface="+mn-ea"/>
                          <a:cs typeface="+mn-cs"/>
                        </a:rPr>
                        <a:t>Signoff on Legal Entity Balance results (</a:t>
                      </a:r>
                      <a:r>
                        <a:rPr lang="en-US" sz="1000" b="0" kern="1200">
                          <a:solidFill>
                            <a:schemeClr val="bg1"/>
                          </a:solidFill>
                          <a:latin typeface="+mn-lt"/>
                          <a:ea typeface="+mn-ea"/>
                          <a:cs typeface="+mn-cs"/>
                        </a:rPr>
                        <a:t>BS review &amp; accountability; </a:t>
                      </a:r>
                      <a:r>
                        <a:rPr lang="en-US" sz="1000" b="0" kern="1200" noProof="0">
                          <a:solidFill>
                            <a:schemeClr val="bg1"/>
                          </a:solidFill>
                          <a:latin typeface="+mn-lt"/>
                          <a:ea typeface="+mn-ea"/>
                          <a:cs typeface="+mn-cs"/>
                        </a:rPr>
                        <a:t>PL review &amp; accountability - aligned to Inventory / Costing in EBS; </a:t>
                      </a:r>
                      <a:r>
                        <a:rPr lang="en-US" sz="1000" b="0" kern="1200">
                          <a:solidFill>
                            <a:schemeClr val="bg1"/>
                          </a:solidFill>
                          <a:latin typeface="+mn-lt"/>
                          <a:ea typeface="+mn-ea"/>
                          <a:cs typeface="+mn-cs"/>
                        </a:rPr>
                        <a:t>Communication with local BU leaders)</a:t>
                      </a:r>
                    </a:p>
                  </a:txBody>
                  <a:tcPr>
                    <a:lnL w="12700" cmpd="sng">
                      <a:solidFill>
                        <a:srgbClr val="FFFFFF"/>
                      </a:solidFill>
                    </a:lnL>
                    <a:lnR w="12700" cmpd="sng">
                      <a:solidFill>
                        <a:srgbClr val="FFFFFF"/>
                      </a:solidFill>
                    </a:lnR>
                    <a:lnT w="12700" cmpd="sng">
                      <a:solidFill>
                        <a:srgbClr val="FFFFFF"/>
                      </a:solidFill>
                    </a:lnT>
                    <a:lnB w="12700" cap="flat" cmpd="sng" algn="ctr">
                      <a:solidFill>
                        <a:srgbClr val="ECECEC">
                          <a:lumMod val="90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4497365"/>
                  </a:ext>
                </a:extLst>
              </a:tr>
              <a:tr h="60923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noProof="0">
                          <a:solidFill>
                            <a:schemeClr val="bg1"/>
                          </a:solidFill>
                          <a:latin typeface="+mn-lt"/>
                          <a:ea typeface="+mn-ea"/>
                          <a:cs typeface="+mn-cs"/>
                        </a:rPr>
                        <a:t>Bridge to management reporting / internal reporting; Triage and address entity close issues; Coordinate with teams as needed (CCR, EBS A2R, FP&amp;A / BUF, Local BU Leadership, Tax, and Treasury)</a:t>
                      </a:r>
                    </a:p>
                  </a:txBody>
                  <a:tcPr>
                    <a:lnL w="12700" cmpd="sng">
                      <a:solidFill>
                        <a:srgbClr val="FFFFFF"/>
                      </a:solidFill>
                    </a:lnL>
                    <a:lnR w="12700" cmpd="sng">
                      <a:solidFill>
                        <a:srgbClr val="FFFFFF"/>
                      </a:solidFill>
                    </a:lnR>
                    <a:lnT w="12700" cap="flat" cmpd="sng" algn="ctr">
                      <a:solidFill>
                        <a:srgbClr val="ECECEC">
                          <a:lumMod val="90000"/>
                        </a:srgbClr>
                      </a:solidFill>
                      <a:prstDash val="solid"/>
                      <a:round/>
                      <a:headEnd type="none" w="med" len="med"/>
                      <a:tailEnd type="none" w="med" len="med"/>
                    </a:lnT>
                    <a:lnB w="12700" cap="flat" cmpd="sng" algn="ctr">
                      <a:solidFill>
                        <a:srgbClr val="ECECEC">
                          <a:lumMod val="90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44498699"/>
                  </a:ext>
                </a:extLst>
              </a:tr>
              <a:tr h="609238">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noProof="0">
                          <a:solidFill>
                            <a:schemeClr val="bg1"/>
                          </a:solidFill>
                          <a:latin typeface="+mn-lt"/>
                          <a:ea typeface="+mn-ea"/>
                          <a:cs typeface="+mn-cs"/>
                        </a:rPr>
                        <a:t>Signoff on Legal Entity Balance results (</a:t>
                      </a:r>
                      <a:r>
                        <a:rPr lang="en-US" sz="1000" b="0" kern="1200">
                          <a:solidFill>
                            <a:schemeClr val="bg1"/>
                          </a:solidFill>
                          <a:latin typeface="+mn-lt"/>
                          <a:ea typeface="+mn-ea"/>
                          <a:cs typeface="+mn-cs"/>
                        </a:rPr>
                        <a:t>BS review &amp; accountability; </a:t>
                      </a:r>
                      <a:r>
                        <a:rPr lang="en-US" sz="1000" b="0" kern="1200" noProof="0">
                          <a:solidFill>
                            <a:schemeClr val="bg1"/>
                          </a:solidFill>
                          <a:latin typeface="+mn-lt"/>
                          <a:ea typeface="+mn-ea"/>
                          <a:cs typeface="+mn-cs"/>
                        </a:rPr>
                        <a:t>PL review &amp; accountability - aligned to Inventory / Costing in EBS; </a:t>
                      </a:r>
                      <a:r>
                        <a:rPr lang="en-US" sz="1000" b="0" kern="1200">
                          <a:solidFill>
                            <a:schemeClr val="bg1"/>
                          </a:solidFill>
                          <a:latin typeface="+mn-lt"/>
                          <a:ea typeface="+mn-ea"/>
                          <a:cs typeface="+mn-cs"/>
                        </a:rPr>
                        <a:t>Communication with local BU leaders)</a:t>
                      </a:r>
                    </a:p>
                  </a:txBody>
                  <a:tcPr>
                    <a:lnL w="12700" cmpd="sng">
                      <a:solidFill>
                        <a:srgbClr val="FFFFFF"/>
                      </a:solidFill>
                    </a:lnL>
                    <a:lnR w="12700" cmpd="sng">
                      <a:solidFill>
                        <a:srgbClr val="FFFFFF"/>
                      </a:solidFill>
                    </a:lnR>
                    <a:lnT w="12700" cap="flat" cmpd="sng" algn="ctr">
                      <a:solidFill>
                        <a:srgbClr val="ECECEC">
                          <a:lumMod val="90000"/>
                        </a:srgbClr>
                      </a:solidFill>
                      <a:prstDash val="solid"/>
                      <a:round/>
                      <a:headEnd type="none" w="med" len="med"/>
                      <a:tailEnd type="none" w="med" len="med"/>
                    </a:lnT>
                    <a:lnB w="12700" cap="flat" cmpd="sng" algn="ctr">
                      <a:solidFill>
                        <a:srgbClr val="ECECEC">
                          <a:lumMod val="90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68543616"/>
                  </a:ext>
                </a:extLst>
              </a:tr>
              <a:tr h="270773">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a:solidFill>
                            <a:schemeClr val="bg1"/>
                          </a:solidFill>
                          <a:latin typeface="+mn-lt"/>
                          <a:ea typeface="+mn-ea"/>
                          <a:cs typeface="+mn-cs"/>
                        </a:rPr>
                        <a:t>Activities related to the Country / Regional Controller’s responsibilities (indirect tax, activities impacting Legal Entity BS, P&amp;L, etc.)</a:t>
                      </a:r>
                    </a:p>
                  </a:txBody>
                  <a:tcPr>
                    <a:lnL w="12700" cmpd="sng">
                      <a:solidFill>
                        <a:srgbClr val="FFFFFF"/>
                      </a:solidFill>
                    </a:lnL>
                    <a:lnR w="12700" cmpd="sng">
                      <a:solidFill>
                        <a:srgbClr val="FFFFFF"/>
                      </a:solidFill>
                    </a:lnR>
                    <a:lnT w="12700" cap="flat" cmpd="sng" algn="ctr">
                      <a:solidFill>
                        <a:srgbClr val="ECECEC">
                          <a:lumMod val="90000"/>
                        </a:srgbClr>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432236184"/>
                  </a:ext>
                </a:extLst>
              </a:tr>
            </a:tbl>
          </a:graphicData>
        </a:graphic>
      </p:graphicFrame>
      <p:graphicFrame>
        <p:nvGraphicFramePr>
          <p:cNvPr id="34" name="Table 33">
            <a:extLst>
              <a:ext uri="{FF2B5EF4-FFF2-40B4-BE49-F238E27FC236}">
                <a16:creationId xmlns:a16="http://schemas.microsoft.com/office/drawing/2014/main" id="{154678D0-9CD7-F8F5-965E-CEA07076D77E}"/>
              </a:ext>
            </a:extLst>
          </p:cNvPr>
          <p:cNvGraphicFramePr>
            <a:graphicFrameLocks noGrp="1"/>
          </p:cNvGraphicFramePr>
          <p:nvPr>
            <p:extLst>
              <p:ext uri="{D42A27DB-BD31-4B8C-83A1-F6EECF244321}">
                <p14:modId xmlns:p14="http://schemas.microsoft.com/office/powerpoint/2010/main" val="2441980719"/>
              </p:ext>
            </p:extLst>
          </p:nvPr>
        </p:nvGraphicFramePr>
        <p:xfrm>
          <a:off x="6718282" y="5180871"/>
          <a:ext cx="5051960" cy="997292"/>
        </p:xfrm>
        <a:graphic>
          <a:graphicData uri="http://schemas.openxmlformats.org/drawingml/2006/table">
            <a:tbl>
              <a:tblPr firstRow="1" bandRow="1"/>
              <a:tblGrid>
                <a:gridCol w="5051960">
                  <a:extLst>
                    <a:ext uri="{9D8B030D-6E8A-4147-A177-3AD203B41FA5}">
                      <a16:colId xmlns:a16="http://schemas.microsoft.com/office/drawing/2014/main" val="3913361134"/>
                    </a:ext>
                  </a:extLst>
                </a:gridCol>
              </a:tblGrid>
              <a:tr h="448652">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noProof="0">
                          <a:solidFill>
                            <a:schemeClr val="bg1"/>
                          </a:solidFill>
                          <a:latin typeface="+mn-lt"/>
                          <a:ea typeface="+mn-ea"/>
                          <a:cs typeface="+mn-cs"/>
                        </a:rPr>
                        <a:t>Identification &amp; documentation of close processes improvements and manage IT implementation projects (EBS)</a:t>
                      </a:r>
                      <a:endParaRPr lang="en-US" sz="1000" b="0" kern="1200">
                        <a:solidFill>
                          <a:schemeClr val="bg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ap="flat" cmpd="sng" algn="ctr">
                      <a:solidFill>
                        <a:srgbClr val="FFFFFF">
                          <a:lumMod val="85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9413331"/>
                  </a:ext>
                </a:extLst>
              </a:tr>
              <a:tr h="497380">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kern="1200">
                          <a:solidFill>
                            <a:schemeClr val="bg1"/>
                          </a:solidFill>
                          <a:latin typeface="+mn-lt"/>
                          <a:ea typeface="+mn-ea"/>
                          <a:cs typeface="+mn-cs"/>
                        </a:rPr>
                        <a:t>Activities related to preparation or transactional in nature (ownership of these activities is TBD)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000" b="0" kern="1200">
                        <a:solidFill>
                          <a:schemeClr val="bg1"/>
                        </a:solidFill>
                        <a:latin typeface="+mn-lt"/>
                        <a:ea typeface="+mn-ea"/>
                        <a:cs typeface="+mn-cs"/>
                      </a:endParaRPr>
                    </a:p>
                  </a:txBody>
                  <a:tcPr>
                    <a:lnL w="12700" cmpd="sng">
                      <a:solidFill>
                        <a:srgbClr val="FFFFFF"/>
                      </a:solidFill>
                    </a:lnL>
                    <a:lnR w="12700" cmpd="sng">
                      <a:solidFill>
                        <a:srgbClr val="FFFFFF"/>
                      </a:solidFill>
                    </a:lnR>
                    <a:lnT w="12700" cap="flat" cmpd="sng" algn="ctr">
                      <a:solidFill>
                        <a:srgbClr val="FFFFFF">
                          <a:lumMod val="85000"/>
                        </a:srgbClr>
                      </a:solidFill>
                      <a:prstDash val="solid"/>
                      <a:round/>
                      <a:headEnd type="none" w="med" len="med"/>
                      <a:tailEnd type="none" w="med" len="med"/>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1901700296"/>
                  </a:ext>
                </a:extLst>
              </a:tr>
            </a:tbl>
          </a:graphicData>
        </a:graphic>
      </p:graphicFrame>
    </p:spTree>
    <p:extLst>
      <p:ext uri="{BB962C8B-B14F-4D97-AF65-F5344CB8AC3E}">
        <p14:creationId xmlns:p14="http://schemas.microsoft.com/office/powerpoint/2010/main" val="181639029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2C57A5-21C0-EAE8-3511-555C78346251}"/>
              </a:ext>
            </a:extLst>
          </p:cNvPr>
          <p:cNvSpPr>
            <a:spLocks noGrp="1"/>
          </p:cNvSpPr>
          <p:nvPr>
            <p:ph type="title"/>
          </p:nvPr>
        </p:nvSpPr>
        <p:spPr/>
        <p:txBody>
          <a:bodyPr/>
          <a:lstStyle/>
          <a:p>
            <a:r>
              <a:rPr lang="en-US"/>
              <a:t>Current State Taxonomy &amp; Activity Placement - Accounting</a:t>
            </a:r>
            <a:endParaRPr lang="en-IN"/>
          </a:p>
        </p:txBody>
      </p:sp>
      <p:sp>
        <p:nvSpPr>
          <p:cNvPr id="5" name="Slide Number Placeholder 4">
            <a:extLst>
              <a:ext uri="{FF2B5EF4-FFF2-40B4-BE49-F238E27FC236}">
                <a16:creationId xmlns:a16="http://schemas.microsoft.com/office/drawing/2014/main" id="{1B7BCC86-690C-5F43-23FD-2C0B6ED4B8F8}"/>
              </a:ext>
            </a:extLst>
          </p:cNvPr>
          <p:cNvSpPr>
            <a:spLocks noGrp="1"/>
          </p:cNvSpPr>
          <p:nvPr>
            <p:ph type="sldNum" sz="quarter" idx="12"/>
          </p:nvPr>
        </p:nvSpPr>
        <p:spPr/>
        <p:txBody>
          <a:bodyPr/>
          <a:lstStyle/>
          <a:p>
            <a:fld id="{94FCA0F3-9F3A-694B-99BB-0E592A797735}" type="slidenum">
              <a:rPr lang="en-US" smtClean="0"/>
              <a:t>81</a:t>
            </a:fld>
            <a:endParaRPr lang="en-US"/>
          </a:p>
        </p:txBody>
      </p:sp>
      <p:sp>
        <p:nvSpPr>
          <p:cNvPr id="6" name="Date Placeholder 5">
            <a:extLst>
              <a:ext uri="{FF2B5EF4-FFF2-40B4-BE49-F238E27FC236}">
                <a16:creationId xmlns:a16="http://schemas.microsoft.com/office/drawing/2014/main" id="{84E1E0C0-F3D4-FA3C-2D32-F0717FCCF014}"/>
              </a:ext>
            </a:extLst>
          </p:cNvPr>
          <p:cNvSpPr>
            <a:spLocks noGrp="1"/>
          </p:cNvSpPr>
          <p:nvPr>
            <p:ph type="dt" sz="half" idx="10"/>
          </p:nvPr>
        </p:nvSpPr>
        <p:spPr/>
        <p:txBody>
          <a:bodyPr/>
          <a:lstStyle/>
          <a:p>
            <a:fld id="{1C9D762D-0CDE-45FC-8739-71A1726A2AE9}" type="datetime1">
              <a:rPr lang="en-US" smtClean="0"/>
              <a:t>9/19/2025</a:t>
            </a:fld>
            <a:endParaRPr lang="en-US"/>
          </a:p>
        </p:txBody>
      </p:sp>
      <p:sp>
        <p:nvSpPr>
          <p:cNvPr id="8" name="SmartArt Placeholder 7">
            <a:extLst>
              <a:ext uri="{FF2B5EF4-FFF2-40B4-BE49-F238E27FC236}">
                <a16:creationId xmlns:a16="http://schemas.microsoft.com/office/drawing/2014/main" id="{F948E42E-0691-6165-D73F-D526C29D0429}"/>
              </a:ext>
            </a:extLst>
          </p:cNvPr>
          <p:cNvSpPr>
            <a:spLocks noGrp="1"/>
          </p:cNvSpPr>
          <p:nvPr>
            <p:ph type="dgm" sz="quarter" idx="17"/>
          </p:nvPr>
        </p:nvSpPr>
        <p:spPr/>
        <p:txBody>
          <a:bodyPr/>
          <a:lstStyle/>
          <a:p>
            <a:endParaRPr lang="en-IN"/>
          </a:p>
        </p:txBody>
      </p:sp>
      <p:graphicFrame>
        <p:nvGraphicFramePr>
          <p:cNvPr id="46" name="Table 6">
            <a:extLst>
              <a:ext uri="{FF2B5EF4-FFF2-40B4-BE49-F238E27FC236}">
                <a16:creationId xmlns:a16="http://schemas.microsoft.com/office/drawing/2014/main" id="{F90F2ED1-3DE1-C1CD-1CD0-F31A5B96D0D7}"/>
              </a:ext>
            </a:extLst>
          </p:cNvPr>
          <p:cNvGraphicFramePr>
            <a:graphicFrameLocks noGrp="1"/>
          </p:cNvGraphicFramePr>
          <p:nvPr>
            <p:extLst>
              <p:ext uri="{D42A27DB-BD31-4B8C-83A1-F6EECF244321}">
                <p14:modId xmlns:p14="http://schemas.microsoft.com/office/powerpoint/2010/main" val="2196690831"/>
              </p:ext>
            </p:extLst>
          </p:nvPr>
        </p:nvGraphicFramePr>
        <p:xfrm>
          <a:off x="508578" y="1190625"/>
          <a:ext cx="11340366" cy="4876800"/>
        </p:xfrm>
        <a:graphic>
          <a:graphicData uri="http://schemas.openxmlformats.org/drawingml/2006/table">
            <a:tbl>
              <a:tblPr firstRow="1" bandRow="1"/>
              <a:tblGrid>
                <a:gridCol w="2452788">
                  <a:extLst>
                    <a:ext uri="{9D8B030D-6E8A-4147-A177-3AD203B41FA5}">
                      <a16:colId xmlns:a16="http://schemas.microsoft.com/office/drawing/2014/main" val="3568030385"/>
                    </a:ext>
                  </a:extLst>
                </a:gridCol>
                <a:gridCol w="1477591">
                  <a:extLst>
                    <a:ext uri="{9D8B030D-6E8A-4147-A177-3AD203B41FA5}">
                      <a16:colId xmlns:a16="http://schemas.microsoft.com/office/drawing/2014/main" val="364989192"/>
                    </a:ext>
                  </a:extLst>
                </a:gridCol>
                <a:gridCol w="1493504">
                  <a:extLst>
                    <a:ext uri="{9D8B030D-6E8A-4147-A177-3AD203B41FA5}">
                      <a16:colId xmlns:a16="http://schemas.microsoft.com/office/drawing/2014/main" val="4098739158"/>
                    </a:ext>
                  </a:extLst>
                </a:gridCol>
                <a:gridCol w="1429950">
                  <a:extLst>
                    <a:ext uri="{9D8B030D-6E8A-4147-A177-3AD203B41FA5}">
                      <a16:colId xmlns:a16="http://schemas.microsoft.com/office/drawing/2014/main" val="1880961957"/>
                    </a:ext>
                  </a:extLst>
                </a:gridCol>
                <a:gridCol w="1495511">
                  <a:extLst>
                    <a:ext uri="{9D8B030D-6E8A-4147-A177-3AD203B41FA5}">
                      <a16:colId xmlns:a16="http://schemas.microsoft.com/office/drawing/2014/main" val="4158594830"/>
                    </a:ext>
                  </a:extLst>
                </a:gridCol>
                <a:gridCol w="1495511">
                  <a:extLst>
                    <a:ext uri="{9D8B030D-6E8A-4147-A177-3AD203B41FA5}">
                      <a16:colId xmlns:a16="http://schemas.microsoft.com/office/drawing/2014/main" val="2977063028"/>
                    </a:ext>
                  </a:extLst>
                </a:gridCol>
                <a:gridCol w="1495511">
                  <a:extLst>
                    <a:ext uri="{9D8B030D-6E8A-4147-A177-3AD203B41FA5}">
                      <a16:colId xmlns:a16="http://schemas.microsoft.com/office/drawing/2014/main" val="1235822183"/>
                    </a:ext>
                  </a:extLst>
                </a:gridCol>
              </a:tblGrid>
              <a:tr h="128336">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endParaRPr lang="en-US" sz="1400"/>
                    </a:p>
                    <a:p>
                      <a:pPr algn="ctr"/>
                      <a:r>
                        <a:rPr lang="en-US" sz="1400"/>
                        <a:t>Taxonomy (L3)</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19881"/>
                    </a:solidFill>
                  </a:tcPr>
                </a:tc>
                <a:tc grid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a:t>EBS</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19881"/>
                    </a:solidFill>
                  </a:tcPr>
                </a:tc>
                <a:tc hMerge="1">
                  <a:txBody>
                    <a:bodyPr/>
                    <a:lstStyle/>
                    <a:p>
                      <a:endParaRPr lang="en-US" sz="1200"/>
                    </a:p>
                  </a:txBody>
                  <a:tcPr/>
                </a:tc>
                <a:tc grid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a:t>Controllership</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19881"/>
                    </a:solidFill>
                  </a:tcPr>
                </a:tc>
                <a:tc hMerge="1">
                  <a:txBody>
                    <a:bodyPr/>
                    <a:lstStyle/>
                    <a:p>
                      <a:endParaRPr lang="en-US" sz="1200"/>
                    </a:p>
                  </a:txBody>
                  <a:tcPr/>
                </a:tc>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a:t>BUF</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19881"/>
                    </a:solidFill>
                  </a:tcPr>
                </a:tc>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a:t>CII</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19881"/>
                    </a:solidFill>
                  </a:tcPr>
                </a:tc>
                <a:extLst>
                  <a:ext uri="{0D108BD9-81ED-4DB2-BD59-A6C34878D82A}">
                    <a16:rowId xmlns:a16="http://schemas.microsoft.com/office/drawing/2014/main" val="2018192994"/>
                  </a:ext>
                </a:extLst>
              </a:tr>
              <a:tr h="128690">
                <a:tc vMerge="1">
                  <a:txBody>
                    <a:bodyPr/>
                    <a:lstStyle/>
                    <a:p>
                      <a:endParaRPr lang="en-US"/>
                    </a:p>
                  </a:txBody>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400" b="1">
                          <a:solidFill>
                            <a:schemeClr val="bg1"/>
                          </a:solidFill>
                        </a:rPr>
                        <a:t>Prepare</a:t>
                      </a:r>
                    </a:p>
                  </a:txBody>
                  <a:tcPr>
                    <a:lnL w="381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01988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400" b="1">
                          <a:solidFill>
                            <a:schemeClr val="bg1"/>
                          </a:solidFill>
                        </a:rPr>
                        <a:t>Review</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01988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400" b="1">
                          <a:solidFill>
                            <a:schemeClr val="bg1"/>
                          </a:solidFill>
                        </a:rPr>
                        <a:t>Prepare</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01988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400" b="1">
                          <a:solidFill>
                            <a:schemeClr val="bg1"/>
                          </a:solidFill>
                        </a:rPr>
                        <a:t>Review</a:t>
                      </a:r>
                    </a:p>
                  </a:txBody>
                  <a:tcPr>
                    <a:lnL w="12700" cmpd="sng">
                      <a:solidFill>
                        <a:srgbClr val="FFFFFF"/>
                      </a:solidFill>
                    </a:lnL>
                    <a:lnR w="381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019881"/>
                    </a:solidFill>
                  </a:tcPr>
                </a:tc>
                <a:tc vMerge="1">
                  <a:txBody>
                    <a:bodyPr/>
                    <a:lstStyle/>
                    <a:p>
                      <a:pPr algn="ctr"/>
                      <a:endParaRPr lang="en-US" sz="1400" b="1">
                        <a:solidFill>
                          <a:schemeClr val="bg1"/>
                        </a:solidFill>
                      </a:endParaRPr>
                    </a:p>
                  </a:txBody>
                  <a:tcPr>
                    <a:solidFill>
                      <a:srgbClr val="019881"/>
                    </a:solidFill>
                  </a:tcPr>
                </a:tc>
                <a:tc vMerge="1">
                  <a:txBody>
                    <a:bodyPr/>
                    <a:lstStyle/>
                    <a:p>
                      <a:pPr algn="ctr"/>
                      <a:endParaRPr lang="en-US" sz="1400" b="1">
                        <a:solidFill>
                          <a:schemeClr val="bg1"/>
                        </a:solidFill>
                      </a:endParaRPr>
                    </a:p>
                  </a:txBody>
                  <a:tcPr>
                    <a:solidFill>
                      <a:srgbClr val="019881"/>
                    </a:solidFill>
                  </a:tcPr>
                </a:tc>
                <a:extLst>
                  <a:ext uri="{0D108BD9-81ED-4DB2-BD59-A6C34878D82A}">
                    <a16:rowId xmlns:a16="http://schemas.microsoft.com/office/drawing/2014/main" val="3077536918"/>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Consolidation Period end close</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395557759"/>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Financial &amp; External SEC Reporting</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2210910742"/>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Financial Reporting</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31841361"/>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Governmental/Regulatory Reporting</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784702085"/>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Intercompany</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076035559"/>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Internal Reporting and Analysis</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3800611422"/>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Inventory Costing (PIC)</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30714110"/>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Legal Entity Accounting</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2483866549"/>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0" kern="0" spc="-18">
                          <a:solidFill>
                            <a:schemeClr val="bg1"/>
                          </a:solidFill>
                          <a:latin typeface="+mn-lt"/>
                          <a:ea typeface="+mn-ea"/>
                          <a:cs typeface="+mn-cs"/>
                        </a:rPr>
                        <a:t>Operational Controllership Activities</a:t>
                      </a:r>
                      <a:r>
                        <a:rPr lang="en-US" sz="900" b="0" kern="0" spc="-18" baseline="30000">
                          <a:solidFill>
                            <a:schemeClr val="bg1"/>
                          </a:solidFill>
                          <a:latin typeface="+mn-lt"/>
                          <a:ea typeface="+mn-ea"/>
                          <a:cs typeface="+mn-cs"/>
                        </a:rPr>
                        <a:t>3</a:t>
                      </a:r>
                      <a:endParaRPr kumimoji="0" lang="en-US" sz="900" b="0" i="0" u="none" strike="noStrike" kern="0" cap="none" spc="-18" normalizeH="0" baseline="0" noProof="0">
                        <a:ln>
                          <a:noFill/>
                        </a:ln>
                        <a:solidFill>
                          <a:schemeClr val="bg1"/>
                        </a:solidFill>
                        <a:effectLst/>
                        <a:uLnTx/>
                        <a:uFillTx/>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810160365"/>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Policies and Procedures</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2988173991"/>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0" kern="1200">
                          <a:solidFill>
                            <a:schemeClr val="bg1"/>
                          </a:solidFill>
                          <a:latin typeface="+mn-lt"/>
                          <a:ea typeface="+mn-ea"/>
                          <a:cs typeface="+mn-cs"/>
                        </a:rPr>
                        <a:t>Reconciliations</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72342875"/>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0" kern="1200">
                          <a:solidFill>
                            <a:schemeClr val="bg1"/>
                          </a:solidFill>
                          <a:latin typeface="+mn-lt"/>
                          <a:ea typeface="+mn-ea"/>
                          <a:cs typeface="+mn-cs"/>
                        </a:rPr>
                        <a:t>Topsides</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1337293514"/>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0" cap="none" spc="-18" normalizeH="0" baseline="0" noProof="0">
                          <a:ln>
                            <a:noFill/>
                          </a:ln>
                          <a:solidFill>
                            <a:schemeClr val="bg1"/>
                          </a:solidFill>
                          <a:effectLst/>
                          <a:uLnTx/>
                          <a:uFillTx/>
                          <a:latin typeface="+mn-lt"/>
                          <a:ea typeface="+mn-ea"/>
                          <a:cs typeface="+mn-cs"/>
                        </a:rPr>
                        <a:t>Transactional Accounting</a:t>
                      </a:r>
                      <a:r>
                        <a:rPr kumimoji="0" lang="en-US" sz="900" b="0" i="0" u="none" strike="noStrike" kern="0" cap="none" spc="-18" normalizeH="0" baseline="30000" noProof="0">
                          <a:ln>
                            <a:noFill/>
                          </a:ln>
                          <a:solidFill>
                            <a:schemeClr val="bg1"/>
                          </a:solidFill>
                          <a:effectLst/>
                          <a:uLnTx/>
                          <a:uFillTx/>
                          <a:latin typeface="+mn-lt"/>
                          <a:ea typeface="+mn-ea"/>
                          <a:cs typeface="+mn-cs"/>
                        </a:rPr>
                        <a:t>1 4</a:t>
                      </a:r>
                      <a:endParaRPr lang="en-US" sz="900" b="0" kern="1200">
                        <a:solidFill>
                          <a:schemeClr val="bg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97669154"/>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0" cap="none" spc="-18" normalizeH="0" baseline="0" noProof="0">
                          <a:ln>
                            <a:noFill/>
                          </a:ln>
                          <a:solidFill>
                            <a:schemeClr val="bg1"/>
                          </a:solidFill>
                          <a:effectLst/>
                          <a:uLnTx/>
                          <a:uFillTx/>
                          <a:latin typeface="+mn-lt"/>
                          <a:ea typeface="+mn-ea"/>
                          <a:cs typeface="+mn-cs"/>
                        </a:rPr>
                        <a:t>Trial balances</a:t>
                      </a:r>
                      <a:r>
                        <a:rPr kumimoji="0" lang="en-US" sz="900" b="0" i="0" u="none" strike="noStrike" kern="0" cap="none" spc="-18" normalizeH="0" baseline="30000" noProof="0">
                          <a:ln>
                            <a:noFill/>
                          </a:ln>
                          <a:solidFill>
                            <a:schemeClr val="bg1"/>
                          </a:solidFill>
                          <a:effectLst/>
                          <a:uLnTx/>
                          <a:uFillTx/>
                          <a:latin typeface="+mn-lt"/>
                          <a:ea typeface="+mn-ea"/>
                          <a:cs typeface="+mn-cs"/>
                        </a:rPr>
                        <a:t>2</a:t>
                      </a:r>
                      <a:endParaRPr lang="en-US" sz="900" b="0">
                        <a:solidFill>
                          <a:schemeClr val="bg1"/>
                        </a:solidFill>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2833357174"/>
                  </a:ext>
                </a:extLst>
              </a:tr>
            </a:tbl>
          </a:graphicData>
        </a:graphic>
      </p:graphicFrame>
      <p:sp>
        <p:nvSpPr>
          <p:cNvPr id="47" name="Rectangle: Rounded Corners 46">
            <a:extLst>
              <a:ext uri="{FF2B5EF4-FFF2-40B4-BE49-F238E27FC236}">
                <a16:creationId xmlns:a16="http://schemas.microsoft.com/office/drawing/2014/main" id="{1612E9D6-8314-53DE-00A6-232390A96462}"/>
              </a:ext>
            </a:extLst>
          </p:cNvPr>
          <p:cNvSpPr/>
          <p:nvPr/>
        </p:nvSpPr>
        <p:spPr>
          <a:xfrm>
            <a:off x="6145650" y="1832929"/>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48" name="Rectangle: Rounded Corners 47">
            <a:extLst>
              <a:ext uri="{FF2B5EF4-FFF2-40B4-BE49-F238E27FC236}">
                <a16:creationId xmlns:a16="http://schemas.microsoft.com/office/drawing/2014/main" id="{C461EAA7-E145-47F8-1D07-65CD08D12EE3}"/>
              </a:ext>
            </a:extLst>
          </p:cNvPr>
          <p:cNvSpPr/>
          <p:nvPr/>
        </p:nvSpPr>
        <p:spPr>
          <a:xfrm>
            <a:off x="3153807" y="3952567"/>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49" name="Rectangle: Rounded Corners 48">
            <a:extLst>
              <a:ext uri="{FF2B5EF4-FFF2-40B4-BE49-F238E27FC236}">
                <a16:creationId xmlns:a16="http://schemas.microsoft.com/office/drawing/2014/main" id="{9B89B4CD-F117-1A21-2A44-98AB06B7252F}"/>
              </a:ext>
            </a:extLst>
          </p:cNvPr>
          <p:cNvSpPr/>
          <p:nvPr/>
        </p:nvSpPr>
        <p:spPr>
          <a:xfrm>
            <a:off x="7517223" y="1832929"/>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50" name="Rectangle: Rounded Corners 49">
            <a:extLst>
              <a:ext uri="{FF2B5EF4-FFF2-40B4-BE49-F238E27FC236}">
                <a16:creationId xmlns:a16="http://schemas.microsoft.com/office/drawing/2014/main" id="{CD84A890-F426-39FE-22C8-D59BF36EAF98}"/>
              </a:ext>
            </a:extLst>
          </p:cNvPr>
          <p:cNvSpPr/>
          <p:nvPr/>
        </p:nvSpPr>
        <p:spPr>
          <a:xfrm>
            <a:off x="4649292" y="3952567"/>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51" name="Rectangle: Rounded Corners 50">
            <a:extLst>
              <a:ext uri="{FF2B5EF4-FFF2-40B4-BE49-F238E27FC236}">
                <a16:creationId xmlns:a16="http://schemas.microsoft.com/office/drawing/2014/main" id="{3FB75043-ED68-02C9-A5B1-0CCC11BABCF3}"/>
              </a:ext>
            </a:extLst>
          </p:cNvPr>
          <p:cNvSpPr/>
          <p:nvPr/>
        </p:nvSpPr>
        <p:spPr>
          <a:xfrm>
            <a:off x="6145650" y="2139187"/>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52" name="Rectangle: Rounded Corners 51">
            <a:extLst>
              <a:ext uri="{FF2B5EF4-FFF2-40B4-BE49-F238E27FC236}">
                <a16:creationId xmlns:a16="http://schemas.microsoft.com/office/drawing/2014/main" id="{78BBFA23-F694-23A6-58A8-35147A545059}"/>
              </a:ext>
            </a:extLst>
          </p:cNvPr>
          <p:cNvSpPr/>
          <p:nvPr/>
        </p:nvSpPr>
        <p:spPr>
          <a:xfrm>
            <a:off x="7517223" y="2139187"/>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53" name="Rectangle: Rounded Corners 52">
            <a:extLst>
              <a:ext uri="{FF2B5EF4-FFF2-40B4-BE49-F238E27FC236}">
                <a16:creationId xmlns:a16="http://schemas.microsoft.com/office/drawing/2014/main" id="{A8554338-C0C3-77E8-0F84-E630590FADF5}"/>
              </a:ext>
            </a:extLst>
          </p:cNvPr>
          <p:cNvSpPr/>
          <p:nvPr/>
        </p:nvSpPr>
        <p:spPr>
          <a:xfrm>
            <a:off x="3153807" y="2448881"/>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54" name="Rectangle: Rounded Corners 53">
            <a:extLst>
              <a:ext uri="{FF2B5EF4-FFF2-40B4-BE49-F238E27FC236}">
                <a16:creationId xmlns:a16="http://schemas.microsoft.com/office/drawing/2014/main" id="{7E22EDEC-87D4-ABB4-A279-70B8C12B76DA}"/>
              </a:ext>
            </a:extLst>
          </p:cNvPr>
          <p:cNvSpPr/>
          <p:nvPr/>
        </p:nvSpPr>
        <p:spPr>
          <a:xfrm>
            <a:off x="4649292" y="2448881"/>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55" name="Rectangle: Rounded Corners 54">
            <a:extLst>
              <a:ext uri="{FF2B5EF4-FFF2-40B4-BE49-F238E27FC236}">
                <a16:creationId xmlns:a16="http://schemas.microsoft.com/office/drawing/2014/main" id="{00D5E30E-B643-2424-8123-953C6951BB20}"/>
              </a:ext>
            </a:extLst>
          </p:cNvPr>
          <p:cNvSpPr/>
          <p:nvPr/>
        </p:nvSpPr>
        <p:spPr>
          <a:xfrm>
            <a:off x="3153807" y="2754530"/>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56" name="Rectangle: Rounded Corners 55">
            <a:extLst>
              <a:ext uri="{FF2B5EF4-FFF2-40B4-BE49-F238E27FC236}">
                <a16:creationId xmlns:a16="http://schemas.microsoft.com/office/drawing/2014/main" id="{FF097987-F9BE-667E-C055-BF30CB789A36}"/>
              </a:ext>
            </a:extLst>
          </p:cNvPr>
          <p:cNvSpPr/>
          <p:nvPr/>
        </p:nvSpPr>
        <p:spPr>
          <a:xfrm>
            <a:off x="7517223" y="2754530"/>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57" name="Rectangle: Rounded Corners 56">
            <a:extLst>
              <a:ext uri="{FF2B5EF4-FFF2-40B4-BE49-F238E27FC236}">
                <a16:creationId xmlns:a16="http://schemas.microsoft.com/office/drawing/2014/main" id="{DA23447F-CE22-60F2-66E7-8D93A796B491}"/>
              </a:ext>
            </a:extLst>
          </p:cNvPr>
          <p:cNvSpPr/>
          <p:nvPr/>
        </p:nvSpPr>
        <p:spPr>
          <a:xfrm>
            <a:off x="3153807" y="3051513"/>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58" name="Rectangle: Rounded Corners 57">
            <a:extLst>
              <a:ext uri="{FF2B5EF4-FFF2-40B4-BE49-F238E27FC236}">
                <a16:creationId xmlns:a16="http://schemas.microsoft.com/office/drawing/2014/main" id="{33EC4F54-B8C5-9F51-497F-7A3F38206C9A}"/>
              </a:ext>
            </a:extLst>
          </p:cNvPr>
          <p:cNvSpPr/>
          <p:nvPr/>
        </p:nvSpPr>
        <p:spPr>
          <a:xfrm>
            <a:off x="4649292" y="3051513"/>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59" name="Rectangle: Rounded Corners 58">
            <a:extLst>
              <a:ext uri="{FF2B5EF4-FFF2-40B4-BE49-F238E27FC236}">
                <a16:creationId xmlns:a16="http://schemas.microsoft.com/office/drawing/2014/main" id="{EA5E5528-B186-EAED-8741-E0C284705D13}"/>
              </a:ext>
            </a:extLst>
          </p:cNvPr>
          <p:cNvSpPr/>
          <p:nvPr/>
        </p:nvSpPr>
        <p:spPr>
          <a:xfrm>
            <a:off x="6145650" y="4253860"/>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60" name="Rectangle: Rounded Corners 59">
            <a:extLst>
              <a:ext uri="{FF2B5EF4-FFF2-40B4-BE49-F238E27FC236}">
                <a16:creationId xmlns:a16="http://schemas.microsoft.com/office/drawing/2014/main" id="{1750F92F-7710-A937-EEC6-9CEB1BAA4ADA}"/>
              </a:ext>
            </a:extLst>
          </p:cNvPr>
          <p:cNvSpPr/>
          <p:nvPr/>
        </p:nvSpPr>
        <p:spPr>
          <a:xfrm>
            <a:off x="7517223" y="4253860"/>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61" name="Rectangle: Rounded Corners 60">
            <a:extLst>
              <a:ext uri="{FF2B5EF4-FFF2-40B4-BE49-F238E27FC236}">
                <a16:creationId xmlns:a16="http://schemas.microsoft.com/office/drawing/2014/main" id="{D72948EB-A735-D744-D7D7-8D638E47A269}"/>
              </a:ext>
            </a:extLst>
          </p:cNvPr>
          <p:cNvSpPr/>
          <p:nvPr/>
        </p:nvSpPr>
        <p:spPr>
          <a:xfrm>
            <a:off x="6145650" y="4584590"/>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62" name="Rectangle: Rounded Corners 61">
            <a:extLst>
              <a:ext uri="{FF2B5EF4-FFF2-40B4-BE49-F238E27FC236}">
                <a16:creationId xmlns:a16="http://schemas.microsoft.com/office/drawing/2014/main" id="{4EECD8F2-B4D1-1E48-8776-CFCAED9F6E4F}"/>
              </a:ext>
            </a:extLst>
          </p:cNvPr>
          <p:cNvSpPr/>
          <p:nvPr/>
        </p:nvSpPr>
        <p:spPr>
          <a:xfrm>
            <a:off x="7517223" y="4584590"/>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63" name="Rectangle: Rounded Corners 62">
            <a:extLst>
              <a:ext uri="{FF2B5EF4-FFF2-40B4-BE49-F238E27FC236}">
                <a16:creationId xmlns:a16="http://schemas.microsoft.com/office/drawing/2014/main" id="{A7441AD9-439B-D87B-F696-F9ACDD6ABA4C}"/>
              </a:ext>
            </a:extLst>
          </p:cNvPr>
          <p:cNvSpPr/>
          <p:nvPr/>
        </p:nvSpPr>
        <p:spPr>
          <a:xfrm>
            <a:off x="3153807" y="5486949"/>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64" name="Rectangle: Rounded Corners 63">
            <a:extLst>
              <a:ext uri="{FF2B5EF4-FFF2-40B4-BE49-F238E27FC236}">
                <a16:creationId xmlns:a16="http://schemas.microsoft.com/office/drawing/2014/main" id="{11499E08-C9F0-DD74-5DD4-A3B1C83EE6BB}"/>
              </a:ext>
            </a:extLst>
          </p:cNvPr>
          <p:cNvSpPr/>
          <p:nvPr/>
        </p:nvSpPr>
        <p:spPr>
          <a:xfrm>
            <a:off x="4649292" y="5486949"/>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65" name="Rectangle: Rounded Corners 64">
            <a:extLst>
              <a:ext uri="{FF2B5EF4-FFF2-40B4-BE49-F238E27FC236}">
                <a16:creationId xmlns:a16="http://schemas.microsoft.com/office/drawing/2014/main" id="{FE3CA0CB-01A5-52B0-DC87-21516130A6F6}"/>
              </a:ext>
            </a:extLst>
          </p:cNvPr>
          <p:cNvSpPr/>
          <p:nvPr/>
        </p:nvSpPr>
        <p:spPr>
          <a:xfrm>
            <a:off x="3153807" y="5798353"/>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66" name="Rectangle: Rounded Corners 65">
            <a:extLst>
              <a:ext uri="{FF2B5EF4-FFF2-40B4-BE49-F238E27FC236}">
                <a16:creationId xmlns:a16="http://schemas.microsoft.com/office/drawing/2014/main" id="{EA012C30-536C-49E4-2403-997A3A176B25}"/>
              </a:ext>
            </a:extLst>
          </p:cNvPr>
          <p:cNvSpPr/>
          <p:nvPr/>
        </p:nvSpPr>
        <p:spPr>
          <a:xfrm>
            <a:off x="4649292" y="5798353"/>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67" name="Rectangle: Rounded Corners 66">
            <a:extLst>
              <a:ext uri="{FF2B5EF4-FFF2-40B4-BE49-F238E27FC236}">
                <a16:creationId xmlns:a16="http://schemas.microsoft.com/office/drawing/2014/main" id="{82BD666B-C1EA-A2E5-EE64-01288C177013}"/>
              </a:ext>
            </a:extLst>
          </p:cNvPr>
          <p:cNvSpPr/>
          <p:nvPr/>
        </p:nvSpPr>
        <p:spPr>
          <a:xfrm>
            <a:off x="7517223" y="2448881"/>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68" name="Rectangle: Rounded Corners 67">
            <a:extLst>
              <a:ext uri="{FF2B5EF4-FFF2-40B4-BE49-F238E27FC236}">
                <a16:creationId xmlns:a16="http://schemas.microsoft.com/office/drawing/2014/main" id="{D975EABB-3F9C-AC83-C94E-98B2063EBE69}"/>
              </a:ext>
            </a:extLst>
          </p:cNvPr>
          <p:cNvSpPr/>
          <p:nvPr/>
        </p:nvSpPr>
        <p:spPr>
          <a:xfrm>
            <a:off x="3153807" y="3354251"/>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69" name="Rectangle: Rounded Corners 68">
            <a:extLst>
              <a:ext uri="{FF2B5EF4-FFF2-40B4-BE49-F238E27FC236}">
                <a16:creationId xmlns:a16="http://schemas.microsoft.com/office/drawing/2014/main" id="{7B975FFF-C91A-0BFA-3586-7FEE2A25E1ED}"/>
              </a:ext>
            </a:extLst>
          </p:cNvPr>
          <p:cNvSpPr/>
          <p:nvPr/>
        </p:nvSpPr>
        <p:spPr>
          <a:xfrm>
            <a:off x="7517223" y="3354251"/>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70" name="Rectangle: Rounded Corners 69">
            <a:extLst>
              <a:ext uri="{FF2B5EF4-FFF2-40B4-BE49-F238E27FC236}">
                <a16:creationId xmlns:a16="http://schemas.microsoft.com/office/drawing/2014/main" id="{BC9E44BB-3E38-6440-7B66-28447DD5A67F}"/>
              </a:ext>
            </a:extLst>
          </p:cNvPr>
          <p:cNvSpPr/>
          <p:nvPr/>
        </p:nvSpPr>
        <p:spPr>
          <a:xfrm>
            <a:off x="3153807" y="4870667"/>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71" name="Rectangle: Rounded Corners 70">
            <a:extLst>
              <a:ext uri="{FF2B5EF4-FFF2-40B4-BE49-F238E27FC236}">
                <a16:creationId xmlns:a16="http://schemas.microsoft.com/office/drawing/2014/main" id="{8004571D-6CC1-BF69-3140-167BF696D250}"/>
              </a:ext>
            </a:extLst>
          </p:cNvPr>
          <p:cNvSpPr/>
          <p:nvPr/>
        </p:nvSpPr>
        <p:spPr>
          <a:xfrm>
            <a:off x="4649292" y="4870667"/>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72" name="Rectangle: Rounded Corners 71">
            <a:extLst>
              <a:ext uri="{FF2B5EF4-FFF2-40B4-BE49-F238E27FC236}">
                <a16:creationId xmlns:a16="http://schemas.microsoft.com/office/drawing/2014/main" id="{C04B3D8A-D1F9-693C-B23B-FEF07A696C0E}"/>
              </a:ext>
            </a:extLst>
          </p:cNvPr>
          <p:cNvSpPr/>
          <p:nvPr/>
        </p:nvSpPr>
        <p:spPr>
          <a:xfrm>
            <a:off x="6145650" y="5171324"/>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73" name="Rectangle: Rounded Corners 72">
            <a:extLst>
              <a:ext uri="{FF2B5EF4-FFF2-40B4-BE49-F238E27FC236}">
                <a16:creationId xmlns:a16="http://schemas.microsoft.com/office/drawing/2014/main" id="{41C65235-1597-1EE2-DA60-F9CB4B01EB70}"/>
              </a:ext>
            </a:extLst>
          </p:cNvPr>
          <p:cNvSpPr/>
          <p:nvPr/>
        </p:nvSpPr>
        <p:spPr>
          <a:xfrm>
            <a:off x="7517223" y="5171324"/>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74" name="Rectangle: Rounded Corners 73">
            <a:extLst>
              <a:ext uri="{FF2B5EF4-FFF2-40B4-BE49-F238E27FC236}">
                <a16:creationId xmlns:a16="http://schemas.microsoft.com/office/drawing/2014/main" id="{1B77E40B-1F11-11D8-7784-3898DA84BA31}"/>
              </a:ext>
            </a:extLst>
          </p:cNvPr>
          <p:cNvSpPr/>
          <p:nvPr/>
        </p:nvSpPr>
        <p:spPr>
          <a:xfrm>
            <a:off x="9077642" y="3668019"/>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75" name="Rectangle: Rounded Corners 74">
            <a:extLst>
              <a:ext uri="{FF2B5EF4-FFF2-40B4-BE49-F238E27FC236}">
                <a16:creationId xmlns:a16="http://schemas.microsoft.com/office/drawing/2014/main" id="{AAF7F2A1-1392-52C6-A508-FD5A9205442D}"/>
              </a:ext>
            </a:extLst>
          </p:cNvPr>
          <p:cNvSpPr/>
          <p:nvPr/>
        </p:nvSpPr>
        <p:spPr>
          <a:xfrm>
            <a:off x="9077642" y="5481419"/>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76" name="Rectangle: Rounded Corners 75">
            <a:extLst>
              <a:ext uri="{FF2B5EF4-FFF2-40B4-BE49-F238E27FC236}">
                <a16:creationId xmlns:a16="http://schemas.microsoft.com/office/drawing/2014/main" id="{4B14625D-CD59-AC06-1486-AEFFD89D5CD9}"/>
              </a:ext>
            </a:extLst>
          </p:cNvPr>
          <p:cNvSpPr/>
          <p:nvPr/>
        </p:nvSpPr>
        <p:spPr>
          <a:xfrm>
            <a:off x="10586142" y="4584590"/>
            <a:ext cx="1097280" cy="228600"/>
          </a:xfrm>
          <a:prstGeom prst="roundRect">
            <a:avLst/>
          </a:prstGeom>
          <a:solidFill>
            <a:srgbClr val="BCD530"/>
          </a:solidFill>
          <a:ln w="12700" cap="flat" cmpd="sng" algn="ctr">
            <a:solidFill>
              <a:srgbClr val="BCD53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77" name="Rectangle: Rounded Corners 76">
            <a:extLst>
              <a:ext uri="{FF2B5EF4-FFF2-40B4-BE49-F238E27FC236}">
                <a16:creationId xmlns:a16="http://schemas.microsoft.com/office/drawing/2014/main" id="{8326A0BD-D1DA-E0D2-C4BD-C308263CB3B6}"/>
              </a:ext>
            </a:extLst>
          </p:cNvPr>
          <p:cNvSpPr/>
          <p:nvPr/>
        </p:nvSpPr>
        <p:spPr>
          <a:xfrm>
            <a:off x="7429749" y="6361408"/>
            <a:ext cx="4419194" cy="399515"/>
          </a:xfrm>
          <a:prstGeom prst="roundRect">
            <a:avLst/>
          </a:prstGeom>
          <a:noFill/>
          <a:ln w="12700" cap="flat" cmpd="sng" algn="ctr">
            <a:solidFill>
              <a:srgbClr val="019881"/>
            </a:solidFill>
            <a:prstDash val="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anose="020B0604020202020204"/>
              <a:ea typeface="+mn-ea"/>
              <a:cs typeface="+mn-cs"/>
            </a:endParaRPr>
          </a:p>
        </p:txBody>
      </p:sp>
      <p:sp>
        <p:nvSpPr>
          <p:cNvPr id="78" name="Rectangle: Rounded Corners 77">
            <a:extLst>
              <a:ext uri="{FF2B5EF4-FFF2-40B4-BE49-F238E27FC236}">
                <a16:creationId xmlns:a16="http://schemas.microsoft.com/office/drawing/2014/main" id="{E1C0F707-6A0A-6DA5-5D02-8493A237B08E}"/>
              </a:ext>
            </a:extLst>
          </p:cNvPr>
          <p:cNvSpPr/>
          <p:nvPr/>
        </p:nvSpPr>
        <p:spPr>
          <a:xfrm>
            <a:off x="7429749" y="6441887"/>
            <a:ext cx="2230468" cy="340172"/>
          </a:xfrm>
          <a:prstGeom prst="roundRect">
            <a:avLst/>
          </a:prstGeom>
          <a:noFill/>
          <a:ln w="12700" cap="flat" cmpd="sng" algn="ctr">
            <a:noFill/>
            <a:prstDash val="solid"/>
            <a:miter lim="800000"/>
          </a:ln>
          <a:effectLst/>
        </p:spPr>
        <p:txBody>
          <a:bodyPr lIns="109728"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a:ln>
                  <a:noFill/>
                </a:ln>
                <a:solidFill>
                  <a:sysClr val="windowText" lastClr="000000"/>
                </a:solidFill>
                <a:effectLst/>
                <a:uLnTx/>
                <a:uFillTx/>
                <a:latin typeface="Arial" panose="020B0604020202020204"/>
                <a:ea typeface="+mn-ea"/>
                <a:cs typeface="+mn-cs"/>
              </a:rPr>
              <a:t>Key:    Process </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000" b="0" i="1" u="none" strike="noStrike" kern="0" cap="none" spc="0" normalizeH="0" baseline="0" noProof="0">
              <a:ln>
                <a:noFill/>
              </a:ln>
              <a:solidFill>
                <a:sysClr val="windowText" lastClr="000000"/>
              </a:solidFill>
              <a:effectLst/>
              <a:uLnTx/>
              <a:uFillTx/>
              <a:latin typeface="Arial" panose="020B0604020202020204"/>
              <a:ea typeface="+mn-ea"/>
              <a:cs typeface="+mn-cs"/>
            </a:endParaRPr>
          </a:p>
        </p:txBody>
      </p:sp>
      <p:sp>
        <p:nvSpPr>
          <p:cNvPr id="79" name="Rectangle: Rounded Corners 78">
            <a:extLst>
              <a:ext uri="{FF2B5EF4-FFF2-40B4-BE49-F238E27FC236}">
                <a16:creationId xmlns:a16="http://schemas.microsoft.com/office/drawing/2014/main" id="{ACA6DB51-FBC5-2262-0CAF-84AC410066B2}"/>
              </a:ext>
            </a:extLst>
          </p:cNvPr>
          <p:cNvSpPr/>
          <p:nvPr/>
        </p:nvSpPr>
        <p:spPr>
          <a:xfrm>
            <a:off x="8694818" y="6440401"/>
            <a:ext cx="985241" cy="23685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FFFFFF"/>
                </a:solidFill>
                <a:effectLst/>
                <a:uLnTx/>
                <a:uFillTx/>
                <a:latin typeface="Arial" panose="020B0604020202020204"/>
                <a:ea typeface="+mn-ea"/>
                <a:cs typeface="+mn-cs"/>
              </a:rPr>
              <a:t>Global</a:t>
            </a:r>
          </a:p>
        </p:txBody>
      </p:sp>
      <p:sp>
        <p:nvSpPr>
          <p:cNvPr id="80" name="Rectangle: Rounded Corners 79">
            <a:extLst>
              <a:ext uri="{FF2B5EF4-FFF2-40B4-BE49-F238E27FC236}">
                <a16:creationId xmlns:a16="http://schemas.microsoft.com/office/drawing/2014/main" id="{98526CD0-6ABA-4F2F-534B-4C21E7EF2AE4}"/>
              </a:ext>
            </a:extLst>
          </p:cNvPr>
          <p:cNvSpPr/>
          <p:nvPr/>
        </p:nvSpPr>
        <p:spPr>
          <a:xfrm>
            <a:off x="9746368" y="6440401"/>
            <a:ext cx="985241" cy="236850"/>
          </a:xfrm>
          <a:prstGeom prst="roundRect">
            <a:avLst/>
          </a:prstGeom>
          <a:solidFill>
            <a:srgbClr val="3774B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FFFFFF"/>
                </a:solidFill>
                <a:effectLst/>
                <a:uLnTx/>
                <a:uFillTx/>
                <a:latin typeface="Arial" panose="020B0604020202020204"/>
                <a:ea typeface="+mn-ea"/>
                <a:cs typeface="+mn-cs"/>
              </a:rPr>
              <a:t>Regional</a:t>
            </a:r>
          </a:p>
        </p:txBody>
      </p:sp>
      <p:sp>
        <p:nvSpPr>
          <p:cNvPr id="81" name="Rectangle: Rounded Corners 80">
            <a:extLst>
              <a:ext uri="{FF2B5EF4-FFF2-40B4-BE49-F238E27FC236}">
                <a16:creationId xmlns:a16="http://schemas.microsoft.com/office/drawing/2014/main" id="{3503A888-36B1-7710-A651-02D728199462}"/>
              </a:ext>
            </a:extLst>
          </p:cNvPr>
          <p:cNvSpPr/>
          <p:nvPr/>
        </p:nvSpPr>
        <p:spPr>
          <a:xfrm>
            <a:off x="10797917" y="6440401"/>
            <a:ext cx="985241" cy="236850"/>
          </a:xfrm>
          <a:prstGeom prst="roundRect">
            <a:avLst/>
          </a:prstGeom>
          <a:solidFill>
            <a:srgbClr val="BCD53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82" name="Rectangle: Rounded Corners 81">
            <a:extLst>
              <a:ext uri="{FF2B5EF4-FFF2-40B4-BE49-F238E27FC236}">
                <a16:creationId xmlns:a16="http://schemas.microsoft.com/office/drawing/2014/main" id="{0134E1B8-79A8-D626-3624-F22CCFC3DAF5}"/>
              </a:ext>
            </a:extLst>
          </p:cNvPr>
          <p:cNvSpPr/>
          <p:nvPr/>
        </p:nvSpPr>
        <p:spPr>
          <a:xfrm>
            <a:off x="1975134" y="6144474"/>
            <a:ext cx="5530528" cy="626823"/>
          </a:xfrm>
          <a:prstGeom prst="roundRect">
            <a:avLst/>
          </a:prstGeom>
          <a:noFill/>
          <a:ln w="12700" cap="flat" cmpd="sng" algn="ctr">
            <a:noFill/>
            <a:prstDash val="dash"/>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18" normalizeH="0" baseline="0" noProof="0">
                <a:ln>
                  <a:noFill/>
                </a:ln>
                <a:solidFill>
                  <a:srgbClr val="000000"/>
                </a:solidFill>
                <a:effectLst/>
                <a:uLnTx/>
                <a:uFillTx/>
                <a:latin typeface="Arial" panose="020B0604020202020204"/>
                <a:ea typeface="+mn-ea"/>
                <a:cs typeface="+mn-cs"/>
              </a:rPr>
              <a:t>Note: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18" normalizeH="0" baseline="30000" noProof="0">
                <a:ln>
                  <a:noFill/>
                </a:ln>
                <a:solidFill>
                  <a:srgbClr val="000000"/>
                </a:solidFill>
                <a:effectLst/>
                <a:uLnTx/>
                <a:uFillTx/>
                <a:latin typeface="Arial" panose="020B0604020202020204"/>
                <a:ea typeface="+mn-ea"/>
                <a:cs typeface="+mn-cs"/>
              </a:rPr>
              <a:t>1</a:t>
            </a:r>
            <a:r>
              <a:rPr kumimoji="0" lang="en-US" sz="700" b="0" i="0" u="none" strike="noStrike" kern="0" cap="none" spc="-18" normalizeH="0" baseline="0" noProof="0">
                <a:ln>
                  <a:noFill/>
                </a:ln>
                <a:solidFill>
                  <a:srgbClr val="000000"/>
                </a:solidFill>
                <a:effectLst/>
                <a:uLnTx/>
                <a:uFillTx/>
                <a:latin typeface="Arial" panose="020B0604020202020204"/>
                <a:ea typeface="+mn-ea"/>
                <a:cs typeface="+mn-cs"/>
              </a:rPr>
              <a:t>Transactional accounting includes Cash, Bank, Currency, &amp; Hedging; Inventory &amp; COGS; Procurement Accounting; Revenue Accounting; General Accounting; Lease Accounting; Fixed Assets; Comp &amp; Benefits Accounting</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18" normalizeH="0" baseline="30000" noProof="0">
                <a:ln>
                  <a:noFill/>
                </a:ln>
                <a:solidFill>
                  <a:srgbClr val="000000"/>
                </a:solidFill>
                <a:effectLst/>
                <a:uLnTx/>
                <a:uFillTx/>
                <a:latin typeface="Arial" panose="020B0604020202020204"/>
                <a:ea typeface="+mn-ea"/>
                <a:cs typeface="+mn-cs"/>
              </a:rPr>
              <a:t>2</a:t>
            </a:r>
            <a:r>
              <a:rPr kumimoji="0" lang="en-US" sz="700" b="0" i="0" u="none" strike="noStrike" kern="0" cap="none" spc="-18" normalizeH="0" baseline="0" noProof="0">
                <a:ln>
                  <a:noFill/>
                </a:ln>
                <a:solidFill>
                  <a:srgbClr val="000000"/>
                </a:solidFill>
                <a:effectLst/>
                <a:uLnTx/>
                <a:uFillTx/>
                <a:latin typeface="Arial" panose="020B0604020202020204"/>
                <a:ea typeface="+mn-ea"/>
                <a:cs typeface="+mn-cs"/>
              </a:rPr>
              <a:t>Trial balances includes trial balance submission to OneStream; Trial balance submission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18" normalizeH="0" baseline="30000" noProof="0">
                <a:ln>
                  <a:noFill/>
                </a:ln>
                <a:solidFill>
                  <a:srgbClr val="000000"/>
                </a:solidFill>
                <a:effectLst/>
                <a:uLnTx/>
                <a:uFillTx/>
                <a:latin typeface="Arial" panose="020B0604020202020204"/>
                <a:ea typeface="+mn-ea"/>
                <a:cs typeface="+mn-cs"/>
              </a:rPr>
              <a:t>3</a:t>
            </a:r>
            <a:r>
              <a:rPr kumimoji="0" lang="en-US" sz="700" b="0" i="0" u="none" strike="noStrike" kern="0" cap="none" spc="-18" normalizeH="0" baseline="0" noProof="0">
                <a:ln>
                  <a:noFill/>
                </a:ln>
                <a:solidFill>
                  <a:srgbClr val="000000"/>
                </a:solidFill>
                <a:effectLst/>
                <a:uLnTx/>
                <a:uFillTx/>
                <a:latin typeface="Arial" panose="020B0604020202020204"/>
                <a:ea typeface="+mn-ea"/>
                <a:cs typeface="+mn-cs"/>
              </a:rPr>
              <a:t>Operational Controllership Activities includes Master Data Maintenance – LE &amp; Account Only; Business Partnering; Other – Special Projects; Responding to Escalations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18" normalizeH="0" baseline="30000" noProof="0">
                <a:ln>
                  <a:noFill/>
                </a:ln>
                <a:solidFill>
                  <a:srgbClr val="000000"/>
                </a:solidFill>
                <a:effectLst/>
                <a:uLnTx/>
                <a:uFillTx/>
                <a:latin typeface="Arial" panose="020B0604020202020204"/>
                <a:ea typeface="+mn-ea"/>
                <a:cs typeface="+mn-cs"/>
              </a:rPr>
              <a:t>4</a:t>
            </a:r>
            <a:r>
              <a:rPr kumimoji="0" lang="en-US" sz="700" b="0" i="0" u="none" strike="noStrike" kern="0" cap="none" spc="-18" normalizeH="0" baseline="0" noProof="0">
                <a:ln>
                  <a:noFill/>
                </a:ln>
                <a:solidFill>
                  <a:srgbClr val="000000"/>
                </a:solidFill>
                <a:effectLst/>
                <a:uLnTx/>
                <a:uFillTx/>
                <a:latin typeface="Arial" panose="020B0604020202020204"/>
                <a:ea typeface="+mn-ea"/>
                <a:cs typeface="+mn-cs"/>
              </a:rPr>
              <a:t>Transactional accounting is non-standard, except for Fixed Assets.</a:t>
            </a:r>
            <a:endParaRPr kumimoji="0" lang="en-US" sz="700" b="0" i="0" u="none" strike="noStrike" kern="0" cap="none" spc="0" normalizeH="0" baseline="30000" noProof="0">
              <a:ln>
                <a:noFill/>
              </a:ln>
              <a:solidFill>
                <a:srgbClr val="000000"/>
              </a:solidFill>
              <a:effectLst/>
              <a:uLnTx/>
              <a:uFillTx/>
              <a:latin typeface="Arial" panose="020B0604020202020204"/>
              <a:ea typeface="+mn-ea"/>
              <a:cs typeface="+mn-cs"/>
            </a:endParaRPr>
          </a:p>
        </p:txBody>
      </p:sp>
    </p:spTree>
    <p:extLst>
      <p:ext uri="{BB962C8B-B14F-4D97-AF65-F5344CB8AC3E}">
        <p14:creationId xmlns:p14="http://schemas.microsoft.com/office/powerpoint/2010/main" val="41043954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4E4214-C675-30A4-4D44-BACBA2AF58FE}"/>
              </a:ext>
            </a:extLst>
          </p:cNvPr>
          <p:cNvSpPr>
            <a:spLocks noGrp="1"/>
          </p:cNvSpPr>
          <p:nvPr>
            <p:ph type="title"/>
          </p:nvPr>
        </p:nvSpPr>
        <p:spPr/>
        <p:txBody>
          <a:bodyPr/>
          <a:lstStyle/>
          <a:p>
            <a:r>
              <a:rPr lang="en-US"/>
              <a:t>Future State Taxonomy &amp; Activity Placement - Accounting</a:t>
            </a:r>
            <a:endParaRPr lang="en-IN"/>
          </a:p>
        </p:txBody>
      </p:sp>
      <p:sp>
        <p:nvSpPr>
          <p:cNvPr id="5" name="Slide Number Placeholder 4">
            <a:extLst>
              <a:ext uri="{FF2B5EF4-FFF2-40B4-BE49-F238E27FC236}">
                <a16:creationId xmlns:a16="http://schemas.microsoft.com/office/drawing/2014/main" id="{F935D0C8-FFE8-2565-5135-3B0BA3F1B767}"/>
              </a:ext>
            </a:extLst>
          </p:cNvPr>
          <p:cNvSpPr>
            <a:spLocks noGrp="1"/>
          </p:cNvSpPr>
          <p:nvPr>
            <p:ph type="sldNum" sz="quarter" idx="12"/>
          </p:nvPr>
        </p:nvSpPr>
        <p:spPr/>
        <p:txBody>
          <a:bodyPr/>
          <a:lstStyle/>
          <a:p>
            <a:fld id="{94FCA0F3-9F3A-694B-99BB-0E592A797735}" type="slidenum">
              <a:rPr lang="en-US" smtClean="0"/>
              <a:t>82</a:t>
            </a:fld>
            <a:endParaRPr lang="en-US"/>
          </a:p>
        </p:txBody>
      </p:sp>
      <p:sp>
        <p:nvSpPr>
          <p:cNvPr id="6" name="Date Placeholder 5">
            <a:extLst>
              <a:ext uri="{FF2B5EF4-FFF2-40B4-BE49-F238E27FC236}">
                <a16:creationId xmlns:a16="http://schemas.microsoft.com/office/drawing/2014/main" id="{86360539-71FA-8067-630C-4DFFA92E3EEB}"/>
              </a:ext>
            </a:extLst>
          </p:cNvPr>
          <p:cNvSpPr>
            <a:spLocks noGrp="1"/>
          </p:cNvSpPr>
          <p:nvPr>
            <p:ph type="dt" sz="half" idx="10"/>
          </p:nvPr>
        </p:nvSpPr>
        <p:spPr/>
        <p:txBody>
          <a:bodyPr/>
          <a:lstStyle/>
          <a:p>
            <a:fld id="{B29FA821-82A2-44DF-89EA-DF1C852C8519}" type="datetime1">
              <a:rPr lang="en-US" smtClean="0"/>
              <a:t>9/19/2025</a:t>
            </a:fld>
            <a:endParaRPr lang="en-US"/>
          </a:p>
        </p:txBody>
      </p:sp>
      <p:sp>
        <p:nvSpPr>
          <p:cNvPr id="8" name="SmartArt Placeholder 7">
            <a:extLst>
              <a:ext uri="{FF2B5EF4-FFF2-40B4-BE49-F238E27FC236}">
                <a16:creationId xmlns:a16="http://schemas.microsoft.com/office/drawing/2014/main" id="{EB025E9F-5F89-A61C-CCDB-FCBEBC874EFA}"/>
              </a:ext>
            </a:extLst>
          </p:cNvPr>
          <p:cNvSpPr>
            <a:spLocks noGrp="1"/>
          </p:cNvSpPr>
          <p:nvPr>
            <p:ph type="dgm" sz="quarter" idx="17"/>
          </p:nvPr>
        </p:nvSpPr>
        <p:spPr/>
        <p:txBody>
          <a:bodyPr/>
          <a:lstStyle/>
          <a:p>
            <a:endParaRPr lang="en-IN"/>
          </a:p>
        </p:txBody>
      </p:sp>
      <p:graphicFrame>
        <p:nvGraphicFramePr>
          <p:cNvPr id="45" name="Table 6">
            <a:extLst>
              <a:ext uri="{FF2B5EF4-FFF2-40B4-BE49-F238E27FC236}">
                <a16:creationId xmlns:a16="http://schemas.microsoft.com/office/drawing/2014/main" id="{64514CE4-3FEE-06F0-1672-238CD54FA597}"/>
              </a:ext>
            </a:extLst>
          </p:cNvPr>
          <p:cNvGraphicFramePr>
            <a:graphicFrameLocks noGrp="1"/>
          </p:cNvGraphicFramePr>
          <p:nvPr>
            <p:extLst>
              <p:ext uri="{D42A27DB-BD31-4B8C-83A1-F6EECF244321}">
                <p14:modId xmlns:p14="http://schemas.microsoft.com/office/powerpoint/2010/main" val="1325204932"/>
              </p:ext>
            </p:extLst>
          </p:nvPr>
        </p:nvGraphicFramePr>
        <p:xfrm>
          <a:off x="508578" y="1190625"/>
          <a:ext cx="11340366" cy="4876800"/>
        </p:xfrm>
        <a:graphic>
          <a:graphicData uri="http://schemas.openxmlformats.org/drawingml/2006/table">
            <a:tbl>
              <a:tblPr firstRow="1" bandRow="1"/>
              <a:tblGrid>
                <a:gridCol w="2452788">
                  <a:extLst>
                    <a:ext uri="{9D8B030D-6E8A-4147-A177-3AD203B41FA5}">
                      <a16:colId xmlns:a16="http://schemas.microsoft.com/office/drawing/2014/main" val="3568030385"/>
                    </a:ext>
                  </a:extLst>
                </a:gridCol>
                <a:gridCol w="1477591">
                  <a:extLst>
                    <a:ext uri="{9D8B030D-6E8A-4147-A177-3AD203B41FA5}">
                      <a16:colId xmlns:a16="http://schemas.microsoft.com/office/drawing/2014/main" val="364989192"/>
                    </a:ext>
                  </a:extLst>
                </a:gridCol>
                <a:gridCol w="1493504">
                  <a:extLst>
                    <a:ext uri="{9D8B030D-6E8A-4147-A177-3AD203B41FA5}">
                      <a16:colId xmlns:a16="http://schemas.microsoft.com/office/drawing/2014/main" val="4098739158"/>
                    </a:ext>
                  </a:extLst>
                </a:gridCol>
                <a:gridCol w="1429950">
                  <a:extLst>
                    <a:ext uri="{9D8B030D-6E8A-4147-A177-3AD203B41FA5}">
                      <a16:colId xmlns:a16="http://schemas.microsoft.com/office/drawing/2014/main" val="1880961957"/>
                    </a:ext>
                  </a:extLst>
                </a:gridCol>
                <a:gridCol w="1495511">
                  <a:extLst>
                    <a:ext uri="{9D8B030D-6E8A-4147-A177-3AD203B41FA5}">
                      <a16:colId xmlns:a16="http://schemas.microsoft.com/office/drawing/2014/main" val="4158594830"/>
                    </a:ext>
                  </a:extLst>
                </a:gridCol>
                <a:gridCol w="1495511">
                  <a:extLst>
                    <a:ext uri="{9D8B030D-6E8A-4147-A177-3AD203B41FA5}">
                      <a16:colId xmlns:a16="http://schemas.microsoft.com/office/drawing/2014/main" val="2977063028"/>
                    </a:ext>
                  </a:extLst>
                </a:gridCol>
                <a:gridCol w="1495511">
                  <a:extLst>
                    <a:ext uri="{9D8B030D-6E8A-4147-A177-3AD203B41FA5}">
                      <a16:colId xmlns:a16="http://schemas.microsoft.com/office/drawing/2014/main" val="1235822183"/>
                    </a:ext>
                  </a:extLst>
                </a:gridCol>
              </a:tblGrid>
              <a:tr h="128336">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endParaRPr lang="en-US" sz="1400"/>
                    </a:p>
                    <a:p>
                      <a:pPr algn="ctr"/>
                      <a:r>
                        <a:rPr lang="en-US" sz="1400"/>
                        <a:t>Taxonomy (L3)</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19881"/>
                    </a:solidFill>
                  </a:tcPr>
                </a:tc>
                <a:tc grid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a:t>EBS</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19881"/>
                    </a:solidFill>
                  </a:tcPr>
                </a:tc>
                <a:tc hMerge="1">
                  <a:txBody>
                    <a:bodyPr/>
                    <a:lstStyle/>
                    <a:p>
                      <a:endParaRPr lang="en-US" sz="1200"/>
                    </a:p>
                  </a:txBody>
                  <a:tcPr/>
                </a:tc>
                <a:tc grid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a:t>Controllership</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19881"/>
                    </a:solidFill>
                  </a:tcPr>
                </a:tc>
                <a:tc hMerge="1">
                  <a:txBody>
                    <a:bodyPr/>
                    <a:lstStyle/>
                    <a:p>
                      <a:endParaRPr lang="en-US" sz="1200"/>
                    </a:p>
                  </a:txBody>
                  <a:tcPr/>
                </a:tc>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a:t>BUF</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19881"/>
                    </a:solidFill>
                  </a:tcPr>
                </a:tc>
                <a:tc rowSpan="2">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r>
                        <a:rPr lang="en-US" sz="1400"/>
                        <a:t>CII</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19881"/>
                    </a:solidFill>
                  </a:tcPr>
                </a:tc>
                <a:extLst>
                  <a:ext uri="{0D108BD9-81ED-4DB2-BD59-A6C34878D82A}">
                    <a16:rowId xmlns:a16="http://schemas.microsoft.com/office/drawing/2014/main" val="2018192994"/>
                  </a:ext>
                </a:extLst>
              </a:tr>
              <a:tr h="128690">
                <a:tc vMerge="1">
                  <a:txBody>
                    <a:bodyPr/>
                    <a:lstStyle/>
                    <a:p>
                      <a:endParaRPr lang="en-US"/>
                    </a:p>
                  </a:txBody>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400" b="1">
                          <a:solidFill>
                            <a:schemeClr val="bg1"/>
                          </a:solidFill>
                        </a:rPr>
                        <a:t>Prepare</a:t>
                      </a:r>
                    </a:p>
                  </a:txBody>
                  <a:tcPr>
                    <a:lnL w="381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01988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400" b="1">
                          <a:solidFill>
                            <a:schemeClr val="bg1"/>
                          </a:solidFill>
                        </a:rPr>
                        <a:t>Review</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01988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400" b="1">
                          <a:solidFill>
                            <a:schemeClr val="bg1"/>
                          </a:solidFill>
                        </a:rPr>
                        <a:t>Prepare</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019881"/>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a:r>
                        <a:rPr lang="en-US" sz="1400" b="1">
                          <a:solidFill>
                            <a:schemeClr val="bg1"/>
                          </a:solidFill>
                        </a:rPr>
                        <a:t>Review</a:t>
                      </a:r>
                    </a:p>
                  </a:txBody>
                  <a:tcPr>
                    <a:lnL w="12700" cmpd="sng">
                      <a:solidFill>
                        <a:srgbClr val="FFFFFF"/>
                      </a:solidFill>
                    </a:lnL>
                    <a:lnR w="381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019881"/>
                    </a:solidFill>
                  </a:tcPr>
                </a:tc>
                <a:tc vMerge="1">
                  <a:txBody>
                    <a:bodyPr/>
                    <a:lstStyle/>
                    <a:p>
                      <a:pPr algn="ctr"/>
                      <a:endParaRPr lang="en-US" sz="1400" b="1">
                        <a:solidFill>
                          <a:schemeClr val="bg1"/>
                        </a:solidFill>
                      </a:endParaRPr>
                    </a:p>
                  </a:txBody>
                  <a:tcPr>
                    <a:solidFill>
                      <a:srgbClr val="019881"/>
                    </a:solidFill>
                  </a:tcPr>
                </a:tc>
                <a:tc vMerge="1">
                  <a:txBody>
                    <a:bodyPr/>
                    <a:lstStyle/>
                    <a:p>
                      <a:pPr algn="ctr"/>
                      <a:endParaRPr lang="en-US" sz="1400" b="1">
                        <a:solidFill>
                          <a:schemeClr val="bg1"/>
                        </a:solidFill>
                      </a:endParaRPr>
                    </a:p>
                  </a:txBody>
                  <a:tcPr>
                    <a:solidFill>
                      <a:srgbClr val="019881"/>
                    </a:solidFill>
                  </a:tcPr>
                </a:tc>
                <a:extLst>
                  <a:ext uri="{0D108BD9-81ED-4DB2-BD59-A6C34878D82A}">
                    <a16:rowId xmlns:a16="http://schemas.microsoft.com/office/drawing/2014/main" val="3077536918"/>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Consolidation Period end close</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395557759"/>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Financial &amp; External SEC Reporting</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endParaRPr lang="en-US" sz="1400" b="1" kern="1200">
                        <a:solidFill>
                          <a:schemeClr val="lt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2210910742"/>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Financial Reporting</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31841361"/>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Governmental/Regulatory Reporting</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784702085"/>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Intercompany</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076035559"/>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Internal Reporting and Analysis</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3800611422"/>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Inventory Costing (PIC)</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30714110"/>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Legal Entity Accounting</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2483866549"/>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0" kern="0" spc="-18">
                          <a:solidFill>
                            <a:schemeClr val="bg1"/>
                          </a:solidFill>
                          <a:latin typeface="+mn-lt"/>
                          <a:ea typeface="+mn-ea"/>
                          <a:cs typeface="+mn-cs"/>
                        </a:rPr>
                        <a:t>Operational Controllership Activities</a:t>
                      </a:r>
                      <a:r>
                        <a:rPr lang="en-US" sz="900" b="0" kern="0" spc="-18" baseline="30000">
                          <a:solidFill>
                            <a:schemeClr val="bg1"/>
                          </a:solidFill>
                          <a:latin typeface="+mn-lt"/>
                          <a:ea typeface="+mn-ea"/>
                          <a:cs typeface="+mn-cs"/>
                        </a:rPr>
                        <a:t>3</a:t>
                      </a:r>
                      <a:endParaRPr kumimoji="0" lang="en-US" sz="900" b="0" i="0" u="none" strike="noStrike" kern="0" cap="none" spc="-18" normalizeH="0" baseline="0" noProof="0">
                        <a:ln>
                          <a:noFill/>
                        </a:ln>
                        <a:solidFill>
                          <a:schemeClr val="bg1"/>
                        </a:solidFill>
                        <a:effectLst/>
                        <a:uLnTx/>
                        <a:uFillTx/>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810160365"/>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algn="l" defTabSz="914400" rtl="0" eaLnBrk="1" latinLnBrk="0" hangingPunct="1"/>
                      <a:r>
                        <a:rPr kumimoji="0" lang="en-US" sz="900" b="0" i="0" u="none" strike="noStrike" kern="0" cap="none" spc="-18" normalizeH="0" baseline="0">
                          <a:ln>
                            <a:noFill/>
                          </a:ln>
                          <a:solidFill>
                            <a:schemeClr val="bg1"/>
                          </a:solidFill>
                          <a:effectLst/>
                          <a:uLnTx/>
                          <a:uFillTx/>
                          <a:latin typeface="+mn-lt"/>
                          <a:ea typeface="+mn-ea"/>
                          <a:cs typeface="+mn-cs"/>
                        </a:rPr>
                        <a:t>Policies and Procedures</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2988173991"/>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0" kern="1200">
                          <a:solidFill>
                            <a:schemeClr val="bg1"/>
                          </a:solidFill>
                          <a:latin typeface="+mn-lt"/>
                          <a:ea typeface="+mn-ea"/>
                          <a:cs typeface="+mn-cs"/>
                        </a:rPr>
                        <a:t>Reconciliations</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72342875"/>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0" kern="1200">
                          <a:solidFill>
                            <a:schemeClr val="bg1"/>
                          </a:solidFill>
                          <a:latin typeface="+mn-lt"/>
                          <a:ea typeface="+mn-ea"/>
                          <a:cs typeface="+mn-cs"/>
                        </a:rPr>
                        <a:t>Topsides</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1337293514"/>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0" cap="none" spc="-18" normalizeH="0" baseline="0" noProof="0">
                          <a:ln>
                            <a:noFill/>
                          </a:ln>
                          <a:solidFill>
                            <a:schemeClr val="bg1"/>
                          </a:solidFill>
                          <a:effectLst/>
                          <a:uLnTx/>
                          <a:uFillTx/>
                          <a:latin typeface="+mn-lt"/>
                          <a:ea typeface="+mn-ea"/>
                          <a:cs typeface="+mn-cs"/>
                        </a:rPr>
                        <a:t>Transactional Accounting</a:t>
                      </a:r>
                      <a:r>
                        <a:rPr kumimoji="0" lang="en-US" sz="900" b="0" i="0" u="none" strike="noStrike" kern="0" cap="none" spc="-18" normalizeH="0" baseline="30000" noProof="0">
                          <a:ln>
                            <a:noFill/>
                          </a:ln>
                          <a:solidFill>
                            <a:schemeClr val="bg1"/>
                          </a:solidFill>
                          <a:effectLst/>
                          <a:uLnTx/>
                          <a:uFillTx/>
                          <a:latin typeface="+mn-lt"/>
                          <a:ea typeface="+mn-ea"/>
                          <a:cs typeface="+mn-cs"/>
                        </a:rPr>
                        <a:t>1 4</a:t>
                      </a:r>
                      <a:endParaRPr lang="en-US" sz="900" b="0" kern="1200">
                        <a:solidFill>
                          <a:schemeClr val="bg1"/>
                        </a:solidFill>
                        <a:latin typeface="+mn-lt"/>
                        <a:ea typeface="+mn-ea"/>
                        <a:cs typeface="+mn-cs"/>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97669154"/>
                  </a:ext>
                </a:extLst>
              </a:tr>
              <a:tr h="128336">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0" cap="none" spc="-18" normalizeH="0" baseline="0" noProof="0">
                          <a:ln>
                            <a:noFill/>
                          </a:ln>
                          <a:solidFill>
                            <a:schemeClr val="bg1"/>
                          </a:solidFill>
                          <a:effectLst/>
                          <a:uLnTx/>
                          <a:uFillTx/>
                          <a:latin typeface="+mn-lt"/>
                          <a:ea typeface="+mn-ea"/>
                          <a:cs typeface="+mn-cs"/>
                        </a:rPr>
                        <a:t>Trial balances</a:t>
                      </a:r>
                      <a:r>
                        <a:rPr kumimoji="0" lang="en-US" sz="900" b="0" i="0" u="none" strike="noStrike" kern="0" cap="none" spc="-18" normalizeH="0" baseline="30000" noProof="0">
                          <a:ln>
                            <a:noFill/>
                          </a:ln>
                          <a:solidFill>
                            <a:schemeClr val="bg1"/>
                          </a:solidFill>
                          <a:effectLst/>
                          <a:uLnTx/>
                          <a:uFillTx/>
                          <a:latin typeface="+mn-lt"/>
                          <a:ea typeface="+mn-ea"/>
                          <a:cs typeface="+mn-cs"/>
                        </a:rPr>
                        <a:t>2</a:t>
                      </a:r>
                      <a:endParaRPr lang="en-US" sz="900" b="0">
                        <a:solidFill>
                          <a:schemeClr val="bg1"/>
                        </a:solidFill>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endParaRPr lang="en-US" sz="1400"/>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lumMod val="85000"/>
                      </a:srgbClr>
                    </a:solidFill>
                  </a:tcPr>
                </a:tc>
                <a:extLst>
                  <a:ext uri="{0D108BD9-81ED-4DB2-BD59-A6C34878D82A}">
                    <a16:rowId xmlns:a16="http://schemas.microsoft.com/office/drawing/2014/main" val="2833357174"/>
                  </a:ext>
                </a:extLst>
              </a:tr>
            </a:tbl>
          </a:graphicData>
        </a:graphic>
      </p:graphicFrame>
      <p:sp>
        <p:nvSpPr>
          <p:cNvPr id="46" name="Rectangle: Rounded Corners 45">
            <a:extLst>
              <a:ext uri="{FF2B5EF4-FFF2-40B4-BE49-F238E27FC236}">
                <a16:creationId xmlns:a16="http://schemas.microsoft.com/office/drawing/2014/main" id="{12E89310-F0C9-9627-14A2-9032673F3441}"/>
              </a:ext>
            </a:extLst>
          </p:cNvPr>
          <p:cNvSpPr/>
          <p:nvPr/>
        </p:nvSpPr>
        <p:spPr>
          <a:xfrm>
            <a:off x="6145650" y="1832929"/>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47" name="Rectangle: Rounded Corners 46">
            <a:extLst>
              <a:ext uri="{FF2B5EF4-FFF2-40B4-BE49-F238E27FC236}">
                <a16:creationId xmlns:a16="http://schemas.microsoft.com/office/drawing/2014/main" id="{8B835FE4-6C85-03AA-AC07-5C7A8D494445}"/>
              </a:ext>
            </a:extLst>
          </p:cNvPr>
          <p:cNvSpPr/>
          <p:nvPr/>
        </p:nvSpPr>
        <p:spPr>
          <a:xfrm>
            <a:off x="3153807" y="3952567"/>
            <a:ext cx="1097280" cy="228600"/>
          </a:xfrm>
          <a:prstGeom prst="roundRect">
            <a:avLst/>
          </a:prstGeom>
          <a:solidFill>
            <a:srgbClr val="3774B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Regional</a:t>
            </a:r>
          </a:p>
        </p:txBody>
      </p:sp>
      <p:sp>
        <p:nvSpPr>
          <p:cNvPr id="48" name="Rectangle: Rounded Corners 47">
            <a:extLst>
              <a:ext uri="{FF2B5EF4-FFF2-40B4-BE49-F238E27FC236}">
                <a16:creationId xmlns:a16="http://schemas.microsoft.com/office/drawing/2014/main" id="{A4FA4068-9E1C-5667-E8EA-14E81539E9C6}"/>
              </a:ext>
            </a:extLst>
          </p:cNvPr>
          <p:cNvSpPr/>
          <p:nvPr/>
        </p:nvSpPr>
        <p:spPr>
          <a:xfrm>
            <a:off x="7517223" y="1832929"/>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49" name="Rectangle: Rounded Corners 48">
            <a:extLst>
              <a:ext uri="{FF2B5EF4-FFF2-40B4-BE49-F238E27FC236}">
                <a16:creationId xmlns:a16="http://schemas.microsoft.com/office/drawing/2014/main" id="{10D418B7-C59D-9093-2611-392BDF094D05}"/>
              </a:ext>
            </a:extLst>
          </p:cNvPr>
          <p:cNvSpPr/>
          <p:nvPr/>
        </p:nvSpPr>
        <p:spPr>
          <a:xfrm>
            <a:off x="4649292" y="3952567"/>
            <a:ext cx="1097280" cy="228600"/>
          </a:xfrm>
          <a:prstGeom prst="roundRect">
            <a:avLst/>
          </a:prstGeom>
          <a:solidFill>
            <a:srgbClr val="3774B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Regional</a:t>
            </a:r>
          </a:p>
        </p:txBody>
      </p:sp>
      <p:sp>
        <p:nvSpPr>
          <p:cNvPr id="50" name="Rectangle: Rounded Corners 49">
            <a:extLst>
              <a:ext uri="{FF2B5EF4-FFF2-40B4-BE49-F238E27FC236}">
                <a16:creationId xmlns:a16="http://schemas.microsoft.com/office/drawing/2014/main" id="{76C5E1BB-5A0F-5E49-40E5-6248811B8C00}"/>
              </a:ext>
            </a:extLst>
          </p:cNvPr>
          <p:cNvSpPr/>
          <p:nvPr/>
        </p:nvSpPr>
        <p:spPr>
          <a:xfrm>
            <a:off x="6145650" y="2139187"/>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51" name="Rectangle: Rounded Corners 50">
            <a:extLst>
              <a:ext uri="{FF2B5EF4-FFF2-40B4-BE49-F238E27FC236}">
                <a16:creationId xmlns:a16="http://schemas.microsoft.com/office/drawing/2014/main" id="{9161F3CC-3EC5-AE55-98AE-6CDA2050EDEB}"/>
              </a:ext>
            </a:extLst>
          </p:cNvPr>
          <p:cNvSpPr/>
          <p:nvPr/>
        </p:nvSpPr>
        <p:spPr>
          <a:xfrm>
            <a:off x="7517223" y="2139187"/>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52" name="Rectangle: Rounded Corners 51">
            <a:extLst>
              <a:ext uri="{FF2B5EF4-FFF2-40B4-BE49-F238E27FC236}">
                <a16:creationId xmlns:a16="http://schemas.microsoft.com/office/drawing/2014/main" id="{6F3FE6BB-7A50-ED61-A7D1-65505B0F0117}"/>
              </a:ext>
            </a:extLst>
          </p:cNvPr>
          <p:cNvSpPr/>
          <p:nvPr/>
        </p:nvSpPr>
        <p:spPr>
          <a:xfrm>
            <a:off x="3153807" y="2448881"/>
            <a:ext cx="1097280" cy="228600"/>
          </a:xfrm>
          <a:prstGeom prst="roundRect">
            <a:avLst/>
          </a:prstGeom>
          <a:solidFill>
            <a:srgbClr val="01988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FFFFFF"/>
                </a:solidFill>
                <a:effectLst/>
                <a:uLnTx/>
                <a:uFillTx/>
                <a:latin typeface="Arial" panose="020B0604020202020204"/>
                <a:ea typeface="+mn-ea"/>
                <a:cs typeface="+mn-cs"/>
              </a:rPr>
              <a:t>Global</a:t>
            </a:r>
          </a:p>
        </p:txBody>
      </p:sp>
      <p:sp>
        <p:nvSpPr>
          <p:cNvPr id="53" name="Rectangle: Rounded Corners 52">
            <a:extLst>
              <a:ext uri="{FF2B5EF4-FFF2-40B4-BE49-F238E27FC236}">
                <a16:creationId xmlns:a16="http://schemas.microsoft.com/office/drawing/2014/main" id="{79EE2097-2584-D381-9AA3-C739FBD191D0}"/>
              </a:ext>
            </a:extLst>
          </p:cNvPr>
          <p:cNvSpPr/>
          <p:nvPr/>
        </p:nvSpPr>
        <p:spPr>
          <a:xfrm>
            <a:off x="4649292" y="2448881"/>
            <a:ext cx="1097280" cy="228600"/>
          </a:xfrm>
          <a:prstGeom prst="roundRect">
            <a:avLst/>
          </a:prstGeom>
          <a:solidFill>
            <a:srgbClr val="BCD53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54" name="Rectangle: Rounded Corners 53">
            <a:extLst>
              <a:ext uri="{FF2B5EF4-FFF2-40B4-BE49-F238E27FC236}">
                <a16:creationId xmlns:a16="http://schemas.microsoft.com/office/drawing/2014/main" id="{C91689E2-2628-903C-078F-F4C88DE24FA4}"/>
              </a:ext>
            </a:extLst>
          </p:cNvPr>
          <p:cNvSpPr/>
          <p:nvPr/>
        </p:nvSpPr>
        <p:spPr>
          <a:xfrm>
            <a:off x="3153807" y="2754530"/>
            <a:ext cx="1097280" cy="228600"/>
          </a:xfrm>
          <a:prstGeom prst="roundRect">
            <a:avLst/>
          </a:prstGeom>
          <a:solidFill>
            <a:srgbClr val="01988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FFFFFF"/>
                </a:solidFill>
                <a:effectLst/>
                <a:uLnTx/>
                <a:uFillTx/>
                <a:latin typeface="Arial" panose="020B0604020202020204"/>
                <a:ea typeface="+mn-ea"/>
                <a:cs typeface="+mn-cs"/>
              </a:rPr>
              <a:t>Global</a:t>
            </a:r>
          </a:p>
        </p:txBody>
      </p:sp>
      <p:sp>
        <p:nvSpPr>
          <p:cNvPr id="55" name="Rectangle: Rounded Corners 54">
            <a:extLst>
              <a:ext uri="{FF2B5EF4-FFF2-40B4-BE49-F238E27FC236}">
                <a16:creationId xmlns:a16="http://schemas.microsoft.com/office/drawing/2014/main" id="{C64D4422-5515-3DAA-7996-99DBACC3C0D0}"/>
              </a:ext>
            </a:extLst>
          </p:cNvPr>
          <p:cNvSpPr/>
          <p:nvPr/>
        </p:nvSpPr>
        <p:spPr>
          <a:xfrm>
            <a:off x="7517223" y="2754530"/>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56" name="Rectangle: Rounded Corners 55">
            <a:extLst>
              <a:ext uri="{FF2B5EF4-FFF2-40B4-BE49-F238E27FC236}">
                <a16:creationId xmlns:a16="http://schemas.microsoft.com/office/drawing/2014/main" id="{A5BCB4CC-D429-7C04-9DCD-27552D12287D}"/>
              </a:ext>
            </a:extLst>
          </p:cNvPr>
          <p:cNvSpPr/>
          <p:nvPr/>
        </p:nvSpPr>
        <p:spPr>
          <a:xfrm>
            <a:off x="3153807" y="3051513"/>
            <a:ext cx="1097280" cy="228600"/>
          </a:xfrm>
          <a:prstGeom prst="roundRect">
            <a:avLst/>
          </a:prstGeom>
          <a:solidFill>
            <a:srgbClr val="01988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FFFFFF"/>
                </a:solidFill>
                <a:effectLst/>
                <a:uLnTx/>
                <a:uFillTx/>
                <a:latin typeface="Arial" panose="020B0604020202020204"/>
                <a:ea typeface="+mn-ea"/>
                <a:cs typeface="+mn-cs"/>
              </a:rPr>
              <a:t>Global</a:t>
            </a:r>
          </a:p>
        </p:txBody>
      </p:sp>
      <p:sp>
        <p:nvSpPr>
          <p:cNvPr id="57" name="Rectangle: Rounded Corners 56">
            <a:extLst>
              <a:ext uri="{FF2B5EF4-FFF2-40B4-BE49-F238E27FC236}">
                <a16:creationId xmlns:a16="http://schemas.microsoft.com/office/drawing/2014/main" id="{59C802D7-3F71-B125-834E-A48F7BA33E6C}"/>
              </a:ext>
            </a:extLst>
          </p:cNvPr>
          <p:cNvSpPr/>
          <p:nvPr/>
        </p:nvSpPr>
        <p:spPr>
          <a:xfrm>
            <a:off x="4649292" y="3051513"/>
            <a:ext cx="1097280" cy="228600"/>
          </a:xfrm>
          <a:prstGeom prst="roundRect">
            <a:avLst/>
          </a:prstGeom>
          <a:solidFill>
            <a:srgbClr val="01988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FFFFFF"/>
                </a:solidFill>
                <a:effectLst/>
                <a:uLnTx/>
                <a:uFillTx/>
                <a:latin typeface="Arial" panose="020B0604020202020204"/>
                <a:ea typeface="+mn-ea"/>
                <a:cs typeface="+mn-cs"/>
              </a:rPr>
              <a:t>Global</a:t>
            </a:r>
          </a:p>
        </p:txBody>
      </p:sp>
      <p:sp>
        <p:nvSpPr>
          <p:cNvPr id="58" name="Rectangle: Rounded Corners 57">
            <a:extLst>
              <a:ext uri="{FF2B5EF4-FFF2-40B4-BE49-F238E27FC236}">
                <a16:creationId xmlns:a16="http://schemas.microsoft.com/office/drawing/2014/main" id="{DAA30DFA-E4FA-158E-2AF3-B52FD51A46A7}"/>
              </a:ext>
            </a:extLst>
          </p:cNvPr>
          <p:cNvSpPr/>
          <p:nvPr/>
        </p:nvSpPr>
        <p:spPr>
          <a:xfrm>
            <a:off x="6145650" y="4253860"/>
            <a:ext cx="1097280" cy="228600"/>
          </a:xfrm>
          <a:prstGeom prst="roundRect">
            <a:avLst/>
          </a:prstGeom>
          <a:solidFill>
            <a:srgbClr val="BCD53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59" name="Rectangle: Rounded Corners 58">
            <a:extLst>
              <a:ext uri="{FF2B5EF4-FFF2-40B4-BE49-F238E27FC236}">
                <a16:creationId xmlns:a16="http://schemas.microsoft.com/office/drawing/2014/main" id="{6EFE98AC-8968-B434-C9B6-54DE571095D3}"/>
              </a:ext>
            </a:extLst>
          </p:cNvPr>
          <p:cNvSpPr/>
          <p:nvPr/>
        </p:nvSpPr>
        <p:spPr>
          <a:xfrm>
            <a:off x="7517223" y="4253860"/>
            <a:ext cx="1097280" cy="228600"/>
          </a:xfrm>
          <a:prstGeom prst="roundRect">
            <a:avLst/>
          </a:prstGeom>
          <a:solidFill>
            <a:srgbClr val="BCD53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60" name="Rectangle: Rounded Corners 59">
            <a:extLst>
              <a:ext uri="{FF2B5EF4-FFF2-40B4-BE49-F238E27FC236}">
                <a16:creationId xmlns:a16="http://schemas.microsoft.com/office/drawing/2014/main" id="{17F48958-FE3E-472E-4BEF-C9E2D8DFB575}"/>
              </a:ext>
            </a:extLst>
          </p:cNvPr>
          <p:cNvSpPr/>
          <p:nvPr/>
        </p:nvSpPr>
        <p:spPr>
          <a:xfrm>
            <a:off x="6145650" y="4584590"/>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61" name="Rectangle: Rounded Corners 60">
            <a:extLst>
              <a:ext uri="{FF2B5EF4-FFF2-40B4-BE49-F238E27FC236}">
                <a16:creationId xmlns:a16="http://schemas.microsoft.com/office/drawing/2014/main" id="{9941BE5D-887C-E5AB-0EBF-F64B5786178B}"/>
              </a:ext>
            </a:extLst>
          </p:cNvPr>
          <p:cNvSpPr/>
          <p:nvPr/>
        </p:nvSpPr>
        <p:spPr>
          <a:xfrm>
            <a:off x="7517223" y="4584590"/>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62" name="Rectangle: Rounded Corners 61">
            <a:extLst>
              <a:ext uri="{FF2B5EF4-FFF2-40B4-BE49-F238E27FC236}">
                <a16:creationId xmlns:a16="http://schemas.microsoft.com/office/drawing/2014/main" id="{16F5AF04-19B3-F42B-B003-D5BAD0B8FAF6}"/>
              </a:ext>
            </a:extLst>
          </p:cNvPr>
          <p:cNvSpPr/>
          <p:nvPr/>
        </p:nvSpPr>
        <p:spPr>
          <a:xfrm>
            <a:off x="3153807" y="5486949"/>
            <a:ext cx="1097280" cy="228600"/>
          </a:xfrm>
          <a:prstGeom prst="roundRect">
            <a:avLst/>
          </a:prstGeom>
          <a:solidFill>
            <a:srgbClr val="01988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FFFFFF"/>
                </a:solidFill>
                <a:effectLst/>
                <a:uLnTx/>
                <a:uFillTx/>
                <a:latin typeface="Arial" panose="020B0604020202020204"/>
                <a:ea typeface="+mn-ea"/>
                <a:cs typeface="+mn-cs"/>
              </a:rPr>
              <a:t>Global</a:t>
            </a:r>
          </a:p>
        </p:txBody>
      </p:sp>
      <p:sp>
        <p:nvSpPr>
          <p:cNvPr id="63" name="Rectangle: Rounded Corners 62">
            <a:extLst>
              <a:ext uri="{FF2B5EF4-FFF2-40B4-BE49-F238E27FC236}">
                <a16:creationId xmlns:a16="http://schemas.microsoft.com/office/drawing/2014/main" id="{EA22E474-BD11-F1F4-A42D-CDDEAC6D8173}"/>
              </a:ext>
            </a:extLst>
          </p:cNvPr>
          <p:cNvSpPr/>
          <p:nvPr/>
        </p:nvSpPr>
        <p:spPr>
          <a:xfrm>
            <a:off x="4649292" y="5486949"/>
            <a:ext cx="1097280" cy="228600"/>
          </a:xfrm>
          <a:prstGeom prst="roundRect">
            <a:avLst/>
          </a:prstGeom>
          <a:solidFill>
            <a:srgbClr val="01988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FFFFFF"/>
                </a:solidFill>
                <a:effectLst/>
                <a:uLnTx/>
                <a:uFillTx/>
                <a:latin typeface="Arial" panose="020B0604020202020204"/>
                <a:ea typeface="+mn-ea"/>
                <a:cs typeface="+mn-cs"/>
              </a:rPr>
              <a:t>Global</a:t>
            </a:r>
          </a:p>
        </p:txBody>
      </p:sp>
      <p:sp>
        <p:nvSpPr>
          <p:cNvPr id="64" name="Rectangle: Rounded Corners 63">
            <a:extLst>
              <a:ext uri="{FF2B5EF4-FFF2-40B4-BE49-F238E27FC236}">
                <a16:creationId xmlns:a16="http://schemas.microsoft.com/office/drawing/2014/main" id="{891437E6-7FC9-47CF-26A8-7234AC1A5668}"/>
              </a:ext>
            </a:extLst>
          </p:cNvPr>
          <p:cNvSpPr/>
          <p:nvPr/>
        </p:nvSpPr>
        <p:spPr>
          <a:xfrm>
            <a:off x="3153807" y="5798353"/>
            <a:ext cx="1097280" cy="228600"/>
          </a:xfrm>
          <a:prstGeom prst="roundRect">
            <a:avLst/>
          </a:prstGeom>
          <a:solidFill>
            <a:srgbClr val="3774B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Regional</a:t>
            </a:r>
          </a:p>
        </p:txBody>
      </p:sp>
      <p:sp>
        <p:nvSpPr>
          <p:cNvPr id="65" name="Rectangle: Rounded Corners 64">
            <a:extLst>
              <a:ext uri="{FF2B5EF4-FFF2-40B4-BE49-F238E27FC236}">
                <a16:creationId xmlns:a16="http://schemas.microsoft.com/office/drawing/2014/main" id="{78883E16-BC5F-C2A9-6690-BBBC39DC8499}"/>
              </a:ext>
            </a:extLst>
          </p:cNvPr>
          <p:cNvSpPr/>
          <p:nvPr/>
        </p:nvSpPr>
        <p:spPr>
          <a:xfrm>
            <a:off x="4649292" y="5798353"/>
            <a:ext cx="1097280" cy="228600"/>
          </a:xfrm>
          <a:prstGeom prst="roundRect">
            <a:avLst/>
          </a:prstGeom>
          <a:solidFill>
            <a:srgbClr val="3774B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Regional</a:t>
            </a:r>
          </a:p>
        </p:txBody>
      </p:sp>
      <p:sp>
        <p:nvSpPr>
          <p:cNvPr id="66" name="Rectangle: Rounded Corners 65">
            <a:extLst>
              <a:ext uri="{FF2B5EF4-FFF2-40B4-BE49-F238E27FC236}">
                <a16:creationId xmlns:a16="http://schemas.microsoft.com/office/drawing/2014/main" id="{2A8AAFFF-4C8D-77AB-14F9-7131D87C5830}"/>
              </a:ext>
            </a:extLst>
          </p:cNvPr>
          <p:cNvSpPr/>
          <p:nvPr/>
        </p:nvSpPr>
        <p:spPr>
          <a:xfrm>
            <a:off x="7517223" y="2448881"/>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67" name="Rectangle: Rounded Corners 66">
            <a:extLst>
              <a:ext uri="{FF2B5EF4-FFF2-40B4-BE49-F238E27FC236}">
                <a16:creationId xmlns:a16="http://schemas.microsoft.com/office/drawing/2014/main" id="{41C6075B-242C-C8C7-915B-5D004DAF52D1}"/>
              </a:ext>
            </a:extLst>
          </p:cNvPr>
          <p:cNvSpPr/>
          <p:nvPr/>
        </p:nvSpPr>
        <p:spPr>
          <a:xfrm>
            <a:off x="3153807" y="3354251"/>
            <a:ext cx="1097280" cy="228600"/>
          </a:xfrm>
          <a:prstGeom prst="roundRect">
            <a:avLst/>
          </a:prstGeom>
          <a:solidFill>
            <a:srgbClr val="3774B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Regional</a:t>
            </a:r>
          </a:p>
        </p:txBody>
      </p:sp>
      <p:sp>
        <p:nvSpPr>
          <p:cNvPr id="68" name="Rectangle: Rounded Corners 67">
            <a:extLst>
              <a:ext uri="{FF2B5EF4-FFF2-40B4-BE49-F238E27FC236}">
                <a16:creationId xmlns:a16="http://schemas.microsoft.com/office/drawing/2014/main" id="{E3AE8B1C-20BB-6DBB-919B-57507EBEE22C}"/>
              </a:ext>
            </a:extLst>
          </p:cNvPr>
          <p:cNvSpPr/>
          <p:nvPr/>
        </p:nvSpPr>
        <p:spPr>
          <a:xfrm>
            <a:off x="7517223" y="3362070"/>
            <a:ext cx="1097280" cy="228600"/>
          </a:xfrm>
          <a:prstGeom prst="roundRect">
            <a:avLst/>
          </a:prstGeom>
          <a:solidFill>
            <a:srgbClr val="3774B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Regional</a:t>
            </a:r>
          </a:p>
        </p:txBody>
      </p:sp>
      <p:sp>
        <p:nvSpPr>
          <p:cNvPr id="69" name="Rectangle: Rounded Corners 68">
            <a:extLst>
              <a:ext uri="{FF2B5EF4-FFF2-40B4-BE49-F238E27FC236}">
                <a16:creationId xmlns:a16="http://schemas.microsoft.com/office/drawing/2014/main" id="{24B1A1DC-6006-B0BC-343C-B997971611B4}"/>
              </a:ext>
            </a:extLst>
          </p:cNvPr>
          <p:cNvSpPr/>
          <p:nvPr/>
        </p:nvSpPr>
        <p:spPr>
          <a:xfrm>
            <a:off x="3153807" y="4870667"/>
            <a:ext cx="1097280" cy="228600"/>
          </a:xfrm>
          <a:prstGeom prst="roundRect">
            <a:avLst/>
          </a:prstGeom>
          <a:solidFill>
            <a:srgbClr val="BCD53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70" name="Rectangle: Rounded Corners 69">
            <a:extLst>
              <a:ext uri="{FF2B5EF4-FFF2-40B4-BE49-F238E27FC236}">
                <a16:creationId xmlns:a16="http://schemas.microsoft.com/office/drawing/2014/main" id="{BE1AFCFC-FA88-9E7D-3EC2-C9CA43F3D95E}"/>
              </a:ext>
            </a:extLst>
          </p:cNvPr>
          <p:cNvSpPr/>
          <p:nvPr/>
        </p:nvSpPr>
        <p:spPr>
          <a:xfrm>
            <a:off x="4649292" y="4870667"/>
            <a:ext cx="1097280" cy="228600"/>
          </a:xfrm>
          <a:prstGeom prst="roundRect">
            <a:avLst/>
          </a:prstGeom>
          <a:solidFill>
            <a:srgbClr val="BCD53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71" name="Rectangle: Rounded Corners 70">
            <a:extLst>
              <a:ext uri="{FF2B5EF4-FFF2-40B4-BE49-F238E27FC236}">
                <a16:creationId xmlns:a16="http://schemas.microsoft.com/office/drawing/2014/main" id="{9B8561D4-D259-8398-3D2C-540E5E2663CD}"/>
              </a:ext>
            </a:extLst>
          </p:cNvPr>
          <p:cNvSpPr/>
          <p:nvPr/>
        </p:nvSpPr>
        <p:spPr>
          <a:xfrm>
            <a:off x="6145650" y="5171324"/>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72" name="Rectangle: Rounded Corners 71">
            <a:extLst>
              <a:ext uri="{FF2B5EF4-FFF2-40B4-BE49-F238E27FC236}">
                <a16:creationId xmlns:a16="http://schemas.microsoft.com/office/drawing/2014/main" id="{E47CDCA7-A957-CD1E-1F3B-37CEC3636372}"/>
              </a:ext>
            </a:extLst>
          </p:cNvPr>
          <p:cNvSpPr/>
          <p:nvPr/>
        </p:nvSpPr>
        <p:spPr>
          <a:xfrm>
            <a:off x="7517223" y="5171324"/>
            <a:ext cx="1097280" cy="22860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Global</a:t>
            </a:r>
          </a:p>
        </p:txBody>
      </p:sp>
      <p:sp>
        <p:nvSpPr>
          <p:cNvPr id="73" name="Rectangle: Rounded Corners 72">
            <a:extLst>
              <a:ext uri="{FF2B5EF4-FFF2-40B4-BE49-F238E27FC236}">
                <a16:creationId xmlns:a16="http://schemas.microsoft.com/office/drawing/2014/main" id="{06818059-B08D-7BD3-ACEB-B9681F8A67C0}"/>
              </a:ext>
            </a:extLst>
          </p:cNvPr>
          <p:cNvSpPr/>
          <p:nvPr/>
        </p:nvSpPr>
        <p:spPr>
          <a:xfrm>
            <a:off x="3153807" y="3665655"/>
            <a:ext cx="1097280" cy="228600"/>
          </a:xfrm>
          <a:prstGeom prst="roundRect">
            <a:avLst/>
          </a:prstGeom>
          <a:solidFill>
            <a:srgbClr val="3774B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Regional</a:t>
            </a:r>
          </a:p>
        </p:txBody>
      </p:sp>
      <p:sp>
        <p:nvSpPr>
          <p:cNvPr id="74" name="Rectangle: Rounded Corners 73">
            <a:extLst>
              <a:ext uri="{FF2B5EF4-FFF2-40B4-BE49-F238E27FC236}">
                <a16:creationId xmlns:a16="http://schemas.microsoft.com/office/drawing/2014/main" id="{3FF693B0-9DFC-A8ED-1A7E-623DE2FC55B9}"/>
              </a:ext>
            </a:extLst>
          </p:cNvPr>
          <p:cNvSpPr/>
          <p:nvPr/>
        </p:nvSpPr>
        <p:spPr>
          <a:xfrm>
            <a:off x="4649292" y="3670885"/>
            <a:ext cx="1097280" cy="228600"/>
          </a:xfrm>
          <a:prstGeom prst="roundRect">
            <a:avLst/>
          </a:prstGeom>
          <a:solidFill>
            <a:srgbClr val="3774B1"/>
          </a:solidFill>
          <a:ln w="28575" cap="flat" cmpd="sng" algn="ctr">
            <a:solidFill>
              <a:srgbClr val="FFB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ECECEC"/>
                </a:solidFill>
                <a:effectLst/>
                <a:uLnTx/>
                <a:uFillTx/>
                <a:latin typeface="Arial" panose="020B0604020202020204"/>
                <a:ea typeface="+mn-ea"/>
                <a:cs typeface="+mn-cs"/>
              </a:rPr>
              <a:t>Regional</a:t>
            </a:r>
          </a:p>
        </p:txBody>
      </p:sp>
      <p:sp>
        <p:nvSpPr>
          <p:cNvPr id="75" name="Rectangle: Rounded Corners 74">
            <a:extLst>
              <a:ext uri="{FF2B5EF4-FFF2-40B4-BE49-F238E27FC236}">
                <a16:creationId xmlns:a16="http://schemas.microsoft.com/office/drawing/2014/main" id="{D6824DA2-979F-D04E-62D9-EB03E91EB7F9}"/>
              </a:ext>
            </a:extLst>
          </p:cNvPr>
          <p:cNvSpPr/>
          <p:nvPr/>
        </p:nvSpPr>
        <p:spPr>
          <a:xfrm>
            <a:off x="7429749" y="6361408"/>
            <a:ext cx="4419194" cy="399515"/>
          </a:xfrm>
          <a:prstGeom prst="roundRect">
            <a:avLst/>
          </a:prstGeom>
          <a:noFill/>
          <a:ln w="12700" cap="flat" cmpd="sng" algn="ctr">
            <a:solidFill>
              <a:srgbClr val="019881"/>
            </a:solidFill>
            <a:prstDash val="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anose="020B0604020202020204"/>
              <a:ea typeface="+mn-ea"/>
              <a:cs typeface="+mn-cs"/>
            </a:endParaRPr>
          </a:p>
        </p:txBody>
      </p:sp>
      <p:sp>
        <p:nvSpPr>
          <p:cNvPr id="76" name="Rectangle: Rounded Corners 75">
            <a:extLst>
              <a:ext uri="{FF2B5EF4-FFF2-40B4-BE49-F238E27FC236}">
                <a16:creationId xmlns:a16="http://schemas.microsoft.com/office/drawing/2014/main" id="{329AFAEB-4010-F4F3-7912-C0710CE8BF81}"/>
              </a:ext>
            </a:extLst>
          </p:cNvPr>
          <p:cNvSpPr/>
          <p:nvPr/>
        </p:nvSpPr>
        <p:spPr>
          <a:xfrm>
            <a:off x="7429749" y="6441887"/>
            <a:ext cx="2230468" cy="340172"/>
          </a:xfrm>
          <a:prstGeom prst="roundRect">
            <a:avLst/>
          </a:prstGeom>
          <a:noFill/>
          <a:ln w="12700" cap="flat" cmpd="sng" algn="ctr">
            <a:noFill/>
            <a:prstDash val="solid"/>
            <a:miter lim="800000"/>
          </a:ln>
          <a:effectLst/>
        </p:spPr>
        <p:txBody>
          <a:bodyPr lIns="109728"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a:ln>
                  <a:noFill/>
                </a:ln>
                <a:solidFill>
                  <a:sysClr val="windowText" lastClr="000000"/>
                </a:solidFill>
                <a:effectLst/>
                <a:uLnTx/>
                <a:uFillTx/>
                <a:latin typeface="Arial" panose="020B0604020202020204"/>
                <a:ea typeface="+mn-ea"/>
                <a:cs typeface="+mn-cs"/>
              </a:rPr>
              <a:t>Key:    Process </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000" b="0" i="1" u="none" strike="noStrike" kern="0" cap="none" spc="0" normalizeH="0" baseline="0" noProof="0">
              <a:ln>
                <a:noFill/>
              </a:ln>
              <a:solidFill>
                <a:sysClr val="windowText" lastClr="000000"/>
              </a:solidFill>
              <a:effectLst/>
              <a:uLnTx/>
              <a:uFillTx/>
              <a:latin typeface="Arial" panose="020B0604020202020204"/>
              <a:ea typeface="+mn-ea"/>
              <a:cs typeface="+mn-cs"/>
            </a:endParaRPr>
          </a:p>
        </p:txBody>
      </p:sp>
      <p:sp>
        <p:nvSpPr>
          <p:cNvPr id="77" name="Rectangle: Rounded Corners 76">
            <a:extLst>
              <a:ext uri="{FF2B5EF4-FFF2-40B4-BE49-F238E27FC236}">
                <a16:creationId xmlns:a16="http://schemas.microsoft.com/office/drawing/2014/main" id="{506FDDFB-065D-7999-4E69-5D10F97A5E90}"/>
              </a:ext>
            </a:extLst>
          </p:cNvPr>
          <p:cNvSpPr/>
          <p:nvPr/>
        </p:nvSpPr>
        <p:spPr>
          <a:xfrm>
            <a:off x="8694818" y="6440401"/>
            <a:ext cx="985241" cy="236850"/>
          </a:xfrm>
          <a:prstGeom prst="roundRect">
            <a:avLst/>
          </a:prstGeom>
          <a:solidFill>
            <a:srgbClr val="01988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FFFFFF"/>
                </a:solidFill>
                <a:effectLst/>
                <a:uLnTx/>
                <a:uFillTx/>
                <a:latin typeface="Arial" panose="020B0604020202020204"/>
                <a:ea typeface="+mn-ea"/>
                <a:cs typeface="+mn-cs"/>
              </a:rPr>
              <a:t>Global</a:t>
            </a:r>
          </a:p>
        </p:txBody>
      </p:sp>
      <p:sp>
        <p:nvSpPr>
          <p:cNvPr id="78" name="Rectangle: Rounded Corners 77">
            <a:extLst>
              <a:ext uri="{FF2B5EF4-FFF2-40B4-BE49-F238E27FC236}">
                <a16:creationId xmlns:a16="http://schemas.microsoft.com/office/drawing/2014/main" id="{F10054CE-C935-3FEC-995D-3DD9DC40B12F}"/>
              </a:ext>
            </a:extLst>
          </p:cNvPr>
          <p:cNvSpPr/>
          <p:nvPr/>
        </p:nvSpPr>
        <p:spPr>
          <a:xfrm>
            <a:off x="9746368" y="6440401"/>
            <a:ext cx="985241" cy="236850"/>
          </a:xfrm>
          <a:prstGeom prst="roundRect">
            <a:avLst/>
          </a:prstGeom>
          <a:solidFill>
            <a:srgbClr val="3774B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FFFFFF"/>
                </a:solidFill>
                <a:effectLst/>
                <a:uLnTx/>
                <a:uFillTx/>
                <a:latin typeface="Arial" panose="020B0604020202020204"/>
                <a:ea typeface="+mn-ea"/>
                <a:cs typeface="+mn-cs"/>
              </a:rPr>
              <a:t>Regional</a:t>
            </a:r>
          </a:p>
        </p:txBody>
      </p:sp>
      <p:sp>
        <p:nvSpPr>
          <p:cNvPr id="79" name="Rectangle: Rounded Corners 78">
            <a:extLst>
              <a:ext uri="{FF2B5EF4-FFF2-40B4-BE49-F238E27FC236}">
                <a16:creationId xmlns:a16="http://schemas.microsoft.com/office/drawing/2014/main" id="{0EB7B705-4A49-DD4C-D56C-ECFA943A12B9}"/>
              </a:ext>
            </a:extLst>
          </p:cNvPr>
          <p:cNvSpPr/>
          <p:nvPr/>
        </p:nvSpPr>
        <p:spPr>
          <a:xfrm>
            <a:off x="10797917" y="6440401"/>
            <a:ext cx="985241" cy="236850"/>
          </a:xfrm>
          <a:prstGeom prst="roundRect">
            <a:avLst/>
          </a:prstGeom>
          <a:solidFill>
            <a:srgbClr val="BCD53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panose="020B0604020202020204"/>
                <a:ea typeface="+mn-ea"/>
                <a:cs typeface="+mn-cs"/>
              </a:rPr>
              <a:t>Non-standard</a:t>
            </a:r>
          </a:p>
        </p:txBody>
      </p:sp>
      <p:sp>
        <p:nvSpPr>
          <p:cNvPr id="80" name="Rectangle: Rounded Corners 79">
            <a:extLst>
              <a:ext uri="{FF2B5EF4-FFF2-40B4-BE49-F238E27FC236}">
                <a16:creationId xmlns:a16="http://schemas.microsoft.com/office/drawing/2014/main" id="{118AC850-CD7B-5190-ED03-7E56CE9B7C36}"/>
              </a:ext>
            </a:extLst>
          </p:cNvPr>
          <p:cNvSpPr/>
          <p:nvPr/>
        </p:nvSpPr>
        <p:spPr>
          <a:xfrm>
            <a:off x="1975134" y="6144474"/>
            <a:ext cx="5530528" cy="626823"/>
          </a:xfrm>
          <a:prstGeom prst="roundRect">
            <a:avLst/>
          </a:prstGeom>
          <a:noFill/>
          <a:ln w="12700" cap="flat" cmpd="sng" algn="ctr">
            <a:noFill/>
            <a:prstDash val="dash"/>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18" normalizeH="0" baseline="0" noProof="0">
                <a:ln>
                  <a:noFill/>
                </a:ln>
                <a:solidFill>
                  <a:srgbClr val="000000"/>
                </a:solidFill>
                <a:effectLst/>
                <a:uLnTx/>
                <a:uFillTx/>
                <a:latin typeface="Arial" panose="020B0604020202020204"/>
                <a:ea typeface="+mn-ea"/>
                <a:cs typeface="+mn-cs"/>
              </a:rPr>
              <a:t>Note: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18" normalizeH="0" baseline="30000" noProof="0">
                <a:ln>
                  <a:noFill/>
                </a:ln>
                <a:solidFill>
                  <a:srgbClr val="000000"/>
                </a:solidFill>
                <a:effectLst/>
                <a:uLnTx/>
                <a:uFillTx/>
                <a:latin typeface="Arial" panose="020B0604020202020204"/>
                <a:ea typeface="+mn-ea"/>
                <a:cs typeface="+mn-cs"/>
              </a:rPr>
              <a:t>1</a:t>
            </a:r>
            <a:r>
              <a:rPr kumimoji="0" lang="en-US" sz="700" b="0" i="0" u="none" strike="noStrike" kern="0" cap="none" spc="-18" normalizeH="0" baseline="0" noProof="0">
                <a:ln>
                  <a:noFill/>
                </a:ln>
                <a:solidFill>
                  <a:srgbClr val="000000"/>
                </a:solidFill>
                <a:effectLst/>
                <a:uLnTx/>
                <a:uFillTx/>
                <a:latin typeface="Arial" panose="020B0604020202020204"/>
                <a:ea typeface="+mn-ea"/>
                <a:cs typeface="+mn-cs"/>
              </a:rPr>
              <a:t>Transactional accounting includes Cash, Bank, Currency, &amp; Hedging; Inventory &amp; COGS; Procurement Accounting; Revenue Accounting; General Accounting; Lease Accounting; Fixed Assets; Comp &amp; Benefits Accounting</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18" normalizeH="0" baseline="30000" noProof="0">
                <a:ln>
                  <a:noFill/>
                </a:ln>
                <a:solidFill>
                  <a:srgbClr val="000000"/>
                </a:solidFill>
                <a:effectLst/>
                <a:uLnTx/>
                <a:uFillTx/>
                <a:latin typeface="Arial" panose="020B0604020202020204"/>
                <a:ea typeface="+mn-ea"/>
                <a:cs typeface="+mn-cs"/>
              </a:rPr>
              <a:t>2</a:t>
            </a:r>
            <a:r>
              <a:rPr kumimoji="0" lang="en-US" sz="700" b="0" i="0" u="none" strike="noStrike" kern="0" cap="none" spc="-18" normalizeH="0" baseline="0" noProof="0">
                <a:ln>
                  <a:noFill/>
                </a:ln>
                <a:solidFill>
                  <a:srgbClr val="000000"/>
                </a:solidFill>
                <a:effectLst/>
                <a:uLnTx/>
                <a:uFillTx/>
                <a:latin typeface="Arial" panose="020B0604020202020204"/>
                <a:ea typeface="+mn-ea"/>
                <a:cs typeface="+mn-cs"/>
              </a:rPr>
              <a:t>Trial balances includes trial balance submission to OneStream; Trial balance submission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18" normalizeH="0" baseline="30000" noProof="0">
                <a:ln>
                  <a:noFill/>
                </a:ln>
                <a:solidFill>
                  <a:srgbClr val="000000"/>
                </a:solidFill>
                <a:effectLst/>
                <a:uLnTx/>
                <a:uFillTx/>
                <a:latin typeface="Arial" panose="020B0604020202020204"/>
                <a:ea typeface="+mn-ea"/>
                <a:cs typeface="+mn-cs"/>
              </a:rPr>
              <a:t>3</a:t>
            </a:r>
            <a:r>
              <a:rPr kumimoji="0" lang="en-US" sz="700" b="0" i="0" u="none" strike="noStrike" kern="0" cap="none" spc="-18" normalizeH="0" baseline="0" noProof="0">
                <a:ln>
                  <a:noFill/>
                </a:ln>
                <a:solidFill>
                  <a:srgbClr val="000000"/>
                </a:solidFill>
                <a:effectLst/>
                <a:uLnTx/>
                <a:uFillTx/>
                <a:latin typeface="Arial" panose="020B0604020202020204"/>
                <a:ea typeface="+mn-ea"/>
                <a:cs typeface="+mn-cs"/>
              </a:rPr>
              <a:t>Operational Controllership Activities includes Master Data Maintenance – LE &amp; Account Only; Business Partnering; Other – Special Projects; Responding to Escalations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18" normalizeH="0" baseline="30000" noProof="0">
                <a:ln>
                  <a:noFill/>
                </a:ln>
                <a:solidFill>
                  <a:srgbClr val="000000"/>
                </a:solidFill>
                <a:effectLst/>
                <a:uLnTx/>
                <a:uFillTx/>
                <a:latin typeface="Arial" panose="020B0604020202020204"/>
                <a:ea typeface="+mn-ea"/>
                <a:cs typeface="+mn-cs"/>
              </a:rPr>
              <a:t>4</a:t>
            </a:r>
            <a:r>
              <a:rPr kumimoji="0" lang="en-US" sz="700" b="0" i="0" u="none" strike="noStrike" kern="0" cap="none" spc="-18" normalizeH="0" baseline="0" noProof="0">
                <a:ln>
                  <a:noFill/>
                </a:ln>
                <a:solidFill>
                  <a:srgbClr val="000000"/>
                </a:solidFill>
                <a:effectLst/>
                <a:uLnTx/>
                <a:uFillTx/>
                <a:latin typeface="Arial" panose="020B0604020202020204"/>
                <a:ea typeface="+mn-ea"/>
                <a:cs typeface="+mn-cs"/>
              </a:rPr>
              <a:t>Transactional accounting is non-standard, except for Fixed Assets.</a:t>
            </a:r>
            <a:endParaRPr kumimoji="0" lang="en-US" sz="700" b="0" i="0" u="none" strike="noStrike" kern="0" cap="none" spc="0" normalizeH="0" baseline="30000" noProof="0">
              <a:ln>
                <a:noFill/>
              </a:ln>
              <a:solidFill>
                <a:srgbClr val="000000"/>
              </a:solidFill>
              <a:effectLst/>
              <a:uLnTx/>
              <a:uFillTx/>
              <a:latin typeface="Arial" panose="020B0604020202020204"/>
              <a:ea typeface="+mn-ea"/>
              <a:cs typeface="+mn-cs"/>
            </a:endParaRPr>
          </a:p>
        </p:txBody>
      </p:sp>
    </p:spTree>
    <p:extLst>
      <p:ext uri="{BB962C8B-B14F-4D97-AF65-F5344CB8AC3E}">
        <p14:creationId xmlns:p14="http://schemas.microsoft.com/office/powerpoint/2010/main" val="147066223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42E98A-741E-2496-FE4F-DDD2DAA95D3F}"/>
              </a:ext>
            </a:extLst>
          </p:cNvPr>
          <p:cNvSpPr>
            <a:spLocks noGrp="1"/>
          </p:cNvSpPr>
          <p:nvPr>
            <p:ph type="title"/>
          </p:nvPr>
        </p:nvSpPr>
        <p:spPr/>
        <p:txBody>
          <a:bodyPr/>
          <a:lstStyle/>
          <a:p>
            <a:r>
              <a:rPr lang="en-IN"/>
              <a:t>GPO Structure</a:t>
            </a:r>
          </a:p>
        </p:txBody>
      </p:sp>
      <p:sp>
        <p:nvSpPr>
          <p:cNvPr id="5" name="Slide Number Placeholder 4">
            <a:extLst>
              <a:ext uri="{FF2B5EF4-FFF2-40B4-BE49-F238E27FC236}">
                <a16:creationId xmlns:a16="http://schemas.microsoft.com/office/drawing/2014/main" id="{8423D478-0E6D-65F7-27BD-58CEC3546EBD}"/>
              </a:ext>
            </a:extLst>
          </p:cNvPr>
          <p:cNvSpPr>
            <a:spLocks noGrp="1"/>
          </p:cNvSpPr>
          <p:nvPr>
            <p:ph type="sldNum" sz="quarter" idx="12"/>
          </p:nvPr>
        </p:nvSpPr>
        <p:spPr/>
        <p:txBody>
          <a:bodyPr/>
          <a:lstStyle/>
          <a:p>
            <a:fld id="{94FCA0F3-9F3A-694B-99BB-0E592A797735}" type="slidenum">
              <a:rPr lang="en-US" smtClean="0"/>
              <a:t>83</a:t>
            </a:fld>
            <a:endParaRPr lang="en-US"/>
          </a:p>
        </p:txBody>
      </p:sp>
      <p:sp>
        <p:nvSpPr>
          <p:cNvPr id="6" name="Date Placeholder 5">
            <a:extLst>
              <a:ext uri="{FF2B5EF4-FFF2-40B4-BE49-F238E27FC236}">
                <a16:creationId xmlns:a16="http://schemas.microsoft.com/office/drawing/2014/main" id="{0864C2ED-612B-CCCC-76DE-3DA77F755CD7}"/>
              </a:ext>
            </a:extLst>
          </p:cNvPr>
          <p:cNvSpPr>
            <a:spLocks noGrp="1"/>
          </p:cNvSpPr>
          <p:nvPr>
            <p:ph type="dt" sz="half" idx="10"/>
          </p:nvPr>
        </p:nvSpPr>
        <p:spPr/>
        <p:txBody>
          <a:bodyPr/>
          <a:lstStyle/>
          <a:p>
            <a:fld id="{4196C590-844D-4854-A49D-C8F6679218D3}" type="datetime1">
              <a:rPr lang="en-US" smtClean="0"/>
              <a:t>9/19/2025</a:t>
            </a:fld>
            <a:endParaRPr lang="en-US"/>
          </a:p>
        </p:txBody>
      </p:sp>
      <p:sp>
        <p:nvSpPr>
          <p:cNvPr id="8" name="SmartArt Placeholder 7">
            <a:extLst>
              <a:ext uri="{FF2B5EF4-FFF2-40B4-BE49-F238E27FC236}">
                <a16:creationId xmlns:a16="http://schemas.microsoft.com/office/drawing/2014/main" id="{0DE36AA5-6143-BF93-5DA6-69E66600EB07}"/>
              </a:ext>
            </a:extLst>
          </p:cNvPr>
          <p:cNvSpPr>
            <a:spLocks noGrp="1"/>
          </p:cNvSpPr>
          <p:nvPr>
            <p:ph type="dgm" sz="quarter" idx="17"/>
          </p:nvPr>
        </p:nvSpPr>
        <p:spPr/>
        <p:txBody>
          <a:bodyPr/>
          <a:lstStyle/>
          <a:p>
            <a:endParaRPr lang="en-IN"/>
          </a:p>
        </p:txBody>
      </p:sp>
      <p:sp>
        <p:nvSpPr>
          <p:cNvPr id="9" name="Text Placeholder 2">
            <a:extLst>
              <a:ext uri="{FF2B5EF4-FFF2-40B4-BE49-F238E27FC236}">
                <a16:creationId xmlns:a16="http://schemas.microsoft.com/office/drawing/2014/main" id="{568231D5-70A9-F12A-56C3-7F433568F1C5}"/>
              </a:ext>
            </a:extLst>
          </p:cNvPr>
          <p:cNvSpPr txBox="1">
            <a:spLocks/>
          </p:cNvSpPr>
          <p:nvPr/>
        </p:nvSpPr>
        <p:spPr>
          <a:xfrm>
            <a:off x="411183" y="1311903"/>
            <a:ext cx="11466000" cy="458198"/>
          </a:xfrm>
          <a:prstGeom prst="rect">
            <a:avLst/>
          </a:prstGeom>
        </p:spPr>
        <p:txBody>
          <a:bodyPr vert="horz" lIns="0" tIns="0" rIns="0" bIns="0" rtlCol="0" anchor="t">
            <a:noAutofit/>
          </a:bodyPr>
          <a:lstStyle>
            <a:lvl1pPr marL="0" indent="0" algn="l" defTabSz="914400" rtl="0" eaLnBrk="1" latinLnBrk="0" hangingPunct="1">
              <a:lnSpc>
                <a:spcPct val="100000"/>
              </a:lnSpc>
              <a:spcBef>
                <a:spcPts val="1200"/>
              </a:spcBef>
              <a:buFont typeface="Arial" panose="020B0604020202020204" pitchFamily="34" charset="0"/>
              <a:buNone/>
              <a:defRPr sz="1600" kern="1200">
                <a:solidFill>
                  <a:schemeClr val="tx1"/>
                </a:solidFill>
                <a:latin typeface="+mn-lt"/>
                <a:ea typeface="+mn-ea"/>
                <a:cs typeface="+mn-cs"/>
              </a:defRPr>
            </a:lvl1pPr>
            <a:lvl2pPr marL="216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2pPr>
            <a:lvl3pPr marL="432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3pPr>
            <a:lvl4pPr marL="648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4pPr>
            <a:lvl5pPr marL="864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GB" sz="1600" b="0" i="0" u="none" strike="noStrike" kern="1200" cap="none" spc="0" normalizeH="0" baseline="0" noProof="0">
                <a:ln>
                  <a:noFill/>
                </a:ln>
                <a:solidFill>
                  <a:srgbClr val="333333"/>
                </a:solidFill>
                <a:effectLst/>
                <a:uLnTx/>
                <a:uFillTx/>
                <a:latin typeface="Arial"/>
                <a:ea typeface="+mn-ea"/>
                <a:cs typeface="+mn-cs"/>
              </a:rPr>
              <a:t>A comprehensive GPO model comprises responsibility for process design, delivery &amp; IT solution design. GPO’s responsibilities for Global will evolve from </a:t>
            </a:r>
            <a:r>
              <a:rPr kumimoji="0" lang="en-GB" sz="1600" b="1" i="0" u="none" strike="noStrike" kern="1200" cap="none" spc="0" normalizeH="0" baseline="0" noProof="0">
                <a:ln>
                  <a:noFill/>
                </a:ln>
                <a:solidFill>
                  <a:srgbClr val="333333"/>
                </a:solidFill>
                <a:effectLst/>
                <a:uLnTx/>
                <a:uFillTx/>
                <a:latin typeface="Arial"/>
                <a:ea typeface="+mn-ea"/>
                <a:cs typeface="+mn-cs"/>
              </a:rPr>
              <a:t>advanced model </a:t>
            </a:r>
            <a:r>
              <a:rPr kumimoji="0" lang="en-GB" sz="1600" b="0" i="0" u="none" strike="noStrike" kern="1200" cap="none" spc="0" normalizeH="0" baseline="0" noProof="0">
                <a:ln>
                  <a:noFill/>
                </a:ln>
                <a:solidFill>
                  <a:srgbClr val="333333"/>
                </a:solidFill>
                <a:effectLst/>
                <a:uLnTx/>
                <a:uFillTx/>
                <a:latin typeface="Arial"/>
                <a:ea typeface="+mn-ea"/>
                <a:cs typeface="+mn-cs"/>
              </a:rPr>
              <a:t>to </a:t>
            </a:r>
            <a:r>
              <a:rPr kumimoji="0" lang="en-GB" sz="1600" b="1" i="0" u="none" strike="noStrike" kern="1200" cap="none" spc="0" normalizeH="0" baseline="0" noProof="0">
                <a:ln>
                  <a:noFill/>
                </a:ln>
                <a:solidFill>
                  <a:srgbClr val="333333"/>
                </a:solidFill>
                <a:effectLst/>
                <a:uLnTx/>
                <a:uFillTx/>
                <a:latin typeface="Arial"/>
                <a:ea typeface="+mn-ea"/>
                <a:cs typeface="+mn-cs"/>
              </a:rPr>
              <a:t>comprehensive E2E responsibility</a:t>
            </a:r>
            <a:r>
              <a:rPr kumimoji="0" lang="en-GB" sz="1600" b="0" i="0" u="none" strike="noStrike" kern="1200" cap="none" spc="0" normalizeH="0" baseline="0" noProof="0">
                <a:ln>
                  <a:noFill/>
                </a:ln>
                <a:solidFill>
                  <a:srgbClr val="333333"/>
                </a:solidFill>
                <a:effectLst/>
                <a:uLnTx/>
                <a:uFillTx/>
                <a:latin typeface="Arial"/>
                <a:ea typeface="+mn-ea"/>
                <a:cs typeface="+mn-cs"/>
              </a:rPr>
              <a:t>.  </a:t>
            </a:r>
            <a:endParaRPr kumimoji="0" lang="en-GB" sz="1600" b="0" i="0" u="none" strike="noStrike" kern="1200" cap="none" spc="0" normalizeH="0" baseline="0" noProof="0">
              <a:ln>
                <a:noFill/>
              </a:ln>
              <a:solidFill>
                <a:srgbClr val="333333">
                  <a:lumMod val="50000"/>
                </a:srgbClr>
              </a:solidFill>
              <a:effectLst/>
              <a:uLnTx/>
              <a:uFillTx/>
              <a:latin typeface="Arial"/>
              <a:ea typeface="+mn-ea"/>
              <a:cs typeface="Arial"/>
            </a:endParaRPr>
          </a:p>
        </p:txBody>
      </p:sp>
      <p:sp>
        <p:nvSpPr>
          <p:cNvPr id="10" name="Rectangle 9">
            <a:extLst>
              <a:ext uri="{FF2B5EF4-FFF2-40B4-BE49-F238E27FC236}">
                <a16:creationId xmlns:a16="http://schemas.microsoft.com/office/drawing/2014/main" id="{88907FD0-534E-6F83-436E-58F571E8108F}"/>
              </a:ext>
            </a:extLst>
          </p:cNvPr>
          <p:cNvSpPr/>
          <p:nvPr/>
        </p:nvSpPr>
        <p:spPr>
          <a:xfrm>
            <a:off x="1354021" y="3984232"/>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GBS process governance</a:t>
            </a:r>
          </a:p>
        </p:txBody>
      </p:sp>
      <p:sp>
        <p:nvSpPr>
          <p:cNvPr id="11" name="Rectangle 10">
            <a:extLst>
              <a:ext uri="{FF2B5EF4-FFF2-40B4-BE49-F238E27FC236}">
                <a16:creationId xmlns:a16="http://schemas.microsoft.com/office/drawing/2014/main" id="{F018C11E-0054-8A81-A1F3-7A300991A35D}"/>
              </a:ext>
            </a:extLst>
          </p:cNvPr>
          <p:cNvSpPr/>
          <p:nvPr/>
        </p:nvSpPr>
        <p:spPr>
          <a:xfrm>
            <a:off x="1354021" y="4531708"/>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Process design</a:t>
            </a:r>
          </a:p>
        </p:txBody>
      </p:sp>
      <p:sp>
        <p:nvSpPr>
          <p:cNvPr id="12" name="Rectangle 11">
            <a:extLst>
              <a:ext uri="{FF2B5EF4-FFF2-40B4-BE49-F238E27FC236}">
                <a16:creationId xmlns:a16="http://schemas.microsoft.com/office/drawing/2014/main" id="{6696CF0E-DF23-3217-79BE-42EA736A8E35}"/>
              </a:ext>
            </a:extLst>
          </p:cNvPr>
          <p:cNvSpPr/>
          <p:nvPr/>
        </p:nvSpPr>
        <p:spPr>
          <a:xfrm>
            <a:off x="1354021" y="4257970"/>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Retained process governance</a:t>
            </a:r>
          </a:p>
        </p:txBody>
      </p:sp>
      <p:sp>
        <p:nvSpPr>
          <p:cNvPr id="13" name="Rectangle 12">
            <a:extLst>
              <a:ext uri="{FF2B5EF4-FFF2-40B4-BE49-F238E27FC236}">
                <a16:creationId xmlns:a16="http://schemas.microsoft.com/office/drawing/2014/main" id="{F01E0A13-CD48-2A8C-440E-5ACB85139760}"/>
              </a:ext>
            </a:extLst>
          </p:cNvPr>
          <p:cNvSpPr/>
          <p:nvPr/>
        </p:nvSpPr>
        <p:spPr>
          <a:xfrm>
            <a:off x="1354021" y="4805447"/>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Process build </a:t>
            </a:r>
          </a:p>
        </p:txBody>
      </p:sp>
      <p:sp>
        <p:nvSpPr>
          <p:cNvPr id="14" name="Rectangle 13">
            <a:extLst>
              <a:ext uri="{FF2B5EF4-FFF2-40B4-BE49-F238E27FC236}">
                <a16:creationId xmlns:a16="http://schemas.microsoft.com/office/drawing/2014/main" id="{B6CE2A20-BD0A-2EC9-2498-BDF1CEED9CB6}"/>
              </a:ext>
            </a:extLst>
          </p:cNvPr>
          <p:cNvSpPr/>
          <p:nvPr/>
        </p:nvSpPr>
        <p:spPr>
          <a:xfrm>
            <a:off x="1354021" y="5079185"/>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Process execution</a:t>
            </a:r>
          </a:p>
        </p:txBody>
      </p:sp>
      <p:sp>
        <p:nvSpPr>
          <p:cNvPr id="15" name="Rectangle 14">
            <a:extLst>
              <a:ext uri="{FF2B5EF4-FFF2-40B4-BE49-F238E27FC236}">
                <a16:creationId xmlns:a16="http://schemas.microsoft.com/office/drawing/2014/main" id="{807039F2-935F-6CF2-FB3A-62374F51A0DA}"/>
              </a:ext>
            </a:extLst>
          </p:cNvPr>
          <p:cNvSpPr/>
          <p:nvPr/>
        </p:nvSpPr>
        <p:spPr>
          <a:xfrm>
            <a:off x="1354021" y="5352923"/>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IT solution design</a:t>
            </a:r>
          </a:p>
        </p:txBody>
      </p:sp>
      <p:sp>
        <p:nvSpPr>
          <p:cNvPr id="16" name="Oval 15">
            <a:extLst>
              <a:ext uri="{FF2B5EF4-FFF2-40B4-BE49-F238E27FC236}">
                <a16:creationId xmlns:a16="http://schemas.microsoft.com/office/drawing/2014/main" id="{F298D9DA-7901-3A9E-3792-4773667B79EC}"/>
              </a:ext>
            </a:extLst>
          </p:cNvPr>
          <p:cNvSpPr/>
          <p:nvPr/>
        </p:nvSpPr>
        <p:spPr>
          <a:xfrm>
            <a:off x="975082" y="3984232"/>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17" name="Oval 16">
            <a:extLst>
              <a:ext uri="{FF2B5EF4-FFF2-40B4-BE49-F238E27FC236}">
                <a16:creationId xmlns:a16="http://schemas.microsoft.com/office/drawing/2014/main" id="{8745E567-25B1-1F45-A469-E62065D3A7E7}"/>
              </a:ext>
            </a:extLst>
          </p:cNvPr>
          <p:cNvSpPr/>
          <p:nvPr/>
        </p:nvSpPr>
        <p:spPr>
          <a:xfrm>
            <a:off x="975082" y="4257970"/>
            <a:ext cx="180000" cy="180000"/>
          </a:xfrm>
          <a:prstGeom prst="ellipse">
            <a:avLst/>
          </a:prstGeom>
          <a:solidFill>
            <a:srgbClr val="000000">
              <a:lumMod val="65000"/>
              <a:lumOff val="35000"/>
            </a:srgbClr>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18" name="Oval 17">
            <a:extLst>
              <a:ext uri="{FF2B5EF4-FFF2-40B4-BE49-F238E27FC236}">
                <a16:creationId xmlns:a16="http://schemas.microsoft.com/office/drawing/2014/main" id="{26F2E7B0-F48E-82E1-11B5-6D79F5F8F688}"/>
              </a:ext>
            </a:extLst>
          </p:cNvPr>
          <p:cNvSpPr/>
          <p:nvPr/>
        </p:nvSpPr>
        <p:spPr>
          <a:xfrm>
            <a:off x="975082" y="4531708"/>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19" name="Oval 18">
            <a:extLst>
              <a:ext uri="{FF2B5EF4-FFF2-40B4-BE49-F238E27FC236}">
                <a16:creationId xmlns:a16="http://schemas.microsoft.com/office/drawing/2014/main" id="{04D0C4A9-E8F3-DBCD-3910-F87344F247FA}"/>
              </a:ext>
            </a:extLst>
          </p:cNvPr>
          <p:cNvSpPr/>
          <p:nvPr/>
        </p:nvSpPr>
        <p:spPr>
          <a:xfrm>
            <a:off x="975082" y="4805447"/>
            <a:ext cx="180000" cy="180000"/>
          </a:xfrm>
          <a:prstGeom prst="ellipse">
            <a:avLst/>
          </a:prstGeom>
          <a:solidFill>
            <a:srgbClr val="000000">
              <a:lumMod val="65000"/>
              <a:lumOff val="35000"/>
            </a:srgbClr>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20" name="Oval 19">
            <a:extLst>
              <a:ext uri="{FF2B5EF4-FFF2-40B4-BE49-F238E27FC236}">
                <a16:creationId xmlns:a16="http://schemas.microsoft.com/office/drawing/2014/main" id="{7EA6487C-24CA-CA64-E6B0-D2FF1435AE8F}"/>
              </a:ext>
            </a:extLst>
          </p:cNvPr>
          <p:cNvSpPr/>
          <p:nvPr/>
        </p:nvSpPr>
        <p:spPr>
          <a:xfrm>
            <a:off x="975082" y="5079185"/>
            <a:ext cx="180000" cy="180000"/>
          </a:xfrm>
          <a:prstGeom prst="ellipse">
            <a:avLst/>
          </a:prstGeom>
          <a:solidFill>
            <a:srgbClr val="000000">
              <a:lumMod val="65000"/>
              <a:lumOff val="35000"/>
            </a:srgbClr>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21" name="Oval 20">
            <a:extLst>
              <a:ext uri="{FF2B5EF4-FFF2-40B4-BE49-F238E27FC236}">
                <a16:creationId xmlns:a16="http://schemas.microsoft.com/office/drawing/2014/main" id="{85BFF6E9-7152-599F-AC2B-AB8724C2609F}"/>
              </a:ext>
            </a:extLst>
          </p:cNvPr>
          <p:cNvSpPr/>
          <p:nvPr/>
        </p:nvSpPr>
        <p:spPr>
          <a:xfrm>
            <a:off x="975082" y="5352923"/>
            <a:ext cx="180000" cy="180000"/>
          </a:xfrm>
          <a:prstGeom prst="ellipse">
            <a:avLst/>
          </a:prstGeom>
          <a:solidFill>
            <a:srgbClr val="000000">
              <a:lumMod val="65000"/>
              <a:lumOff val="35000"/>
            </a:srgbClr>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22" name="Rectangle 21">
            <a:extLst>
              <a:ext uri="{FF2B5EF4-FFF2-40B4-BE49-F238E27FC236}">
                <a16:creationId xmlns:a16="http://schemas.microsoft.com/office/drawing/2014/main" id="{D664A8E6-5E76-7346-F0F9-B6982F23B4ED}"/>
              </a:ext>
            </a:extLst>
          </p:cNvPr>
          <p:cNvSpPr/>
          <p:nvPr/>
        </p:nvSpPr>
        <p:spPr>
          <a:xfrm>
            <a:off x="4922621" y="3984232"/>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GBS process governance</a:t>
            </a:r>
          </a:p>
        </p:txBody>
      </p:sp>
      <p:sp>
        <p:nvSpPr>
          <p:cNvPr id="23" name="Rectangle 22">
            <a:extLst>
              <a:ext uri="{FF2B5EF4-FFF2-40B4-BE49-F238E27FC236}">
                <a16:creationId xmlns:a16="http://schemas.microsoft.com/office/drawing/2014/main" id="{CA13B084-CE1E-0459-F25B-2E3B563F995F}"/>
              </a:ext>
            </a:extLst>
          </p:cNvPr>
          <p:cNvSpPr/>
          <p:nvPr/>
        </p:nvSpPr>
        <p:spPr>
          <a:xfrm>
            <a:off x="4922621" y="4531708"/>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Process design</a:t>
            </a:r>
          </a:p>
        </p:txBody>
      </p:sp>
      <p:sp>
        <p:nvSpPr>
          <p:cNvPr id="24" name="Rectangle 23">
            <a:extLst>
              <a:ext uri="{FF2B5EF4-FFF2-40B4-BE49-F238E27FC236}">
                <a16:creationId xmlns:a16="http://schemas.microsoft.com/office/drawing/2014/main" id="{D0A2E8A4-A747-42D9-8188-DBCF79E4AF9D}"/>
              </a:ext>
            </a:extLst>
          </p:cNvPr>
          <p:cNvSpPr/>
          <p:nvPr/>
        </p:nvSpPr>
        <p:spPr>
          <a:xfrm>
            <a:off x="4922621" y="4257970"/>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Retained process governance</a:t>
            </a:r>
          </a:p>
        </p:txBody>
      </p:sp>
      <p:sp>
        <p:nvSpPr>
          <p:cNvPr id="25" name="Rectangle 24">
            <a:extLst>
              <a:ext uri="{FF2B5EF4-FFF2-40B4-BE49-F238E27FC236}">
                <a16:creationId xmlns:a16="http://schemas.microsoft.com/office/drawing/2014/main" id="{F8A431EB-5E5B-51C9-4377-8858FF73F640}"/>
              </a:ext>
            </a:extLst>
          </p:cNvPr>
          <p:cNvSpPr/>
          <p:nvPr/>
        </p:nvSpPr>
        <p:spPr>
          <a:xfrm>
            <a:off x="4922621" y="4805447"/>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Process build </a:t>
            </a:r>
          </a:p>
        </p:txBody>
      </p:sp>
      <p:sp>
        <p:nvSpPr>
          <p:cNvPr id="26" name="Rectangle 25">
            <a:extLst>
              <a:ext uri="{FF2B5EF4-FFF2-40B4-BE49-F238E27FC236}">
                <a16:creationId xmlns:a16="http://schemas.microsoft.com/office/drawing/2014/main" id="{05325F0A-BF16-3D92-88F2-3B128D16ABC2}"/>
              </a:ext>
            </a:extLst>
          </p:cNvPr>
          <p:cNvSpPr/>
          <p:nvPr/>
        </p:nvSpPr>
        <p:spPr>
          <a:xfrm>
            <a:off x="4922621" y="5079185"/>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Process execution</a:t>
            </a:r>
          </a:p>
        </p:txBody>
      </p:sp>
      <p:sp>
        <p:nvSpPr>
          <p:cNvPr id="27" name="Rectangle 26">
            <a:extLst>
              <a:ext uri="{FF2B5EF4-FFF2-40B4-BE49-F238E27FC236}">
                <a16:creationId xmlns:a16="http://schemas.microsoft.com/office/drawing/2014/main" id="{0A855040-8F09-5B0F-1CF5-1A1B0A034080}"/>
              </a:ext>
            </a:extLst>
          </p:cNvPr>
          <p:cNvSpPr/>
          <p:nvPr/>
        </p:nvSpPr>
        <p:spPr>
          <a:xfrm>
            <a:off x="4922621" y="5352923"/>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IT solution design</a:t>
            </a:r>
          </a:p>
        </p:txBody>
      </p:sp>
      <p:sp>
        <p:nvSpPr>
          <p:cNvPr id="28" name="Rectangle 27">
            <a:extLst>
              <a:ext uri="{FF2B5EF4-FFF2-40B4-BE49-F238E27FC236}">
                <a16:creationId xmlns:a16="http://schemas.microsoft.com/office/drawing/2014/main" id="{050700BC-AEA4-3866-9E36-8C3D78F112F6}"/>
              </a:ext>
            </a:extLst>
          </p:cNvPr>
          <p:cNvSpPr/>
          <p:nvPr/>
        </p:nvSpPr>
        <p:spPr>
          <a:xfrm>
            <a:off x="8522096" y="3984232"/>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GBS process governance</a:t>
            </a:r>
          </a:p>
        </p:txBody>
      </p:sp>
      <p:sp>
        <p:nvSpPr>
          <p:cNvPr id="29" name="Rectangle 28">
            <a:extLst>
              <a:ext uri="{FF2B5EF4-FFF2-40B4-BE49-F238E27FC236}">
                <a16:creationId xmlns:a16="http://schemas.microsoft.com/office/drawing/2014/main" id="{4CB7186A-7F89-3F90-A684-65C6BAFE62F3}"/>
              </a:ext>
            </a:extLst>
          </p:cNvPr>
          <p:cNvSpPr/>
          <p:nvPr/>
        </p:nvSpPr>
        <p:spPr>
          <a:xfrm>
            <a:off x="8522096" y="4531708"/>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Process design</a:t>
            </a:r>
          </a:p>
        </p:txBody>
      </p:sp>
      <p:sp>
        <p:nvSpPr>
          <p:cNvPr id="30" name="Rectangle 29">
            <a:extLst>
              <a:ext uri="{FF2B5EF4-FFF2-40B4-BE49-F238E27FC236}">
                <a16:creationId xmlns:a16="http://schemas.microsoft.com/office/drawing/2014/main" id="{D312199E-93F4-293E-2B78-4E47670EC326}"/>
              </a:ext>
            </a:extLst>
          </p:cNvPr>
          <p:cNvSpPr/>
          <p:nvPr/>
        </p:nvSpPr>
        <p:spPr>
          <a:xfrm>
            <a:off x="8522096" y="4257970"/>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Retained process governance</a:t>
            </a:r>
          </a:p>
        </p:txBody>
      </p:sp>
      <p:sp>
        <p:nvSpPr>
          <p:cNvPr id="31" name="Rectangle 30">
            <a:extLst>
              <a:ext uri="{FF2B5EF4-FFF2-40B4-BE49-F238E27FC236}">
                <a16:creationId xmlns:a16="http://schemas.microsoft.com/office/drawing/2014/main" id="{A965184C-4199-1912-2828-637BE3B298D7}"/>
              </a:ext>
            </a:extLst>
          </p:cNvPr>
          <p:cNvSpPr/>
          <p:nvPr/>
        </p:nvSpPr>
        <p:spPr>
          <a:xfrm>
            <a:off x="8522096" y="4805447"/>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Process build </a:t>
            </a:r>
          </a:p>
        </p:txBody>
      </p:sp>
      <p:sp>
        <p:nvSpPr>
          <p:cNvPr id="32" name="Rectangle 31">
            <a:extLst>
              <a:ext uri="{FF2B5EF4-FFF2-40B4-BE49-F238E27FC236}">
                <a16:creationId xmlns:a16="http://schemas.microsoft.com/office/drawing/2014/main" id="{C21BE4DE-E7FB-59A4-9157-720FCE9C0C60}"/>
              </a:ext>
            </a:extLst>
          </p:cNvPr>
          <p:cNvSpPr/>
          <p:nvPr/>
        </p:nvSpPr>
        <p:spPr>
          <a:xfrm>
            <a:off x="8522096" y="5079185"/>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Process execution</a:t>
            </a:r>
          </a:p>
        </p:txBody>
      </p:sp>
      <p:sp>
        <p:nvSpPr>
          <p:cNvPr id="33" name="Rectangle 32">
            <a:extLst>
              <a:ext uri="{FF2B5EF4-FFF2-40B4-BE49-F238E27FC236}">
                <a16:creationId xmlns:a16="http://schemas.microsoft.com/office/drawing/2014/main" id="{71A51754-0C8D-81F9-2BE5-DC8EB2E79903}"/>
              </a:ext>
            </a:extLst>
          </p:cNvPr>
          <p:cNvSpPr/>
          <p:nvPr/>
        </p:nvSpPr>
        <p:spPr>
          <a:xfrm>
            <a:off x="8522096" y="5352923"/>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IT solution design</a:t>
            </a:r>
          </a:p>
        </p:txBody>
      </p:sp>
      <p:sp>
        <p:nvSpPr>
          <p:cNvPr id="34" name="Rectangle 33">
            <a:extLst>
              <a:ext uri="{FF2B5EF4-FFF2-40B4-BE49-F238E27FC236}">
                <a16:creationId xmlns:a16="http://schemas.microsoft.com/office/drawing/2014/main" id="{CD0D1270-EC58-43B1-E5BC-C84A1941A7A8}"/>
              </a:ext>
            </a:extLst>
          </p:cNvPr>
          <p:cNvSpPr/>
          <p:nvPr/>
        </p:nvSpPr>
        <p:spPr>
          <a:xfrm>
            <a:off x="1359900" y="5626662"/>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Outcome/Demand steering</a:t>
            </a:r>
          </a:p>
        </p:txBody>
      </p:sp>
      <p:sp>
        <p:nvSpPr>
          <p:cNvPr id="35" name="Oval 34">
            <a:extLst>
              <a:ext uri="{FF2B5EF4-FFF2-40B4-BE49-F238E27FC236}">
                <a16:creationId xmlns:a16="http://schemas.microsoft.com/office/drawing/2014/main" id="{375FC42F-5004-86A3-0136-FEFF06029F8A}"/>
              </a:ext>
            </a:extLst>
          </p:cNvPr>
          <p:cNvSpPr/>
          <p:nvPr/>
        </p:nvSpPr>
        <p:spPr>
          <a:xfrm>
            <a:off x="975082" y="5626662"/>
            <a:ext cx="180000" cy="180000"/>
          </a:xfrm>
          <a:prstGeom prst="ellipse">
            <a:avLst/>
          </a:prstGeom>
          <a:solidFill>
            <a:srgbClr val="000000">
              <a:lumMod val="65000"/>
              <a:lumOff val="35000"/>
            </a:srgbClr>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36" name="Rectangle 35">
            <a:extLst>
              <a:ext uri="{FF2B5EF4-FFF2-40B4-BE49-F238E27FC236}">
                <a16:creationId xmlns:a16="http://schemas.microsoft.com/office/drawing/2014/main" id="{BF89A833-257E-0F19-4D2D-BB95087A4827}"/>
              </a:ext>
            </a:extLst>
          </p:cNvPr>
          <p:cNvSpPr/>
          <p:nvPr/>
        </p:nvSpPr>
        <p:spPr>
          <a:xfrm>
            <a:off x="4928500" y="5626662"/>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Outcome/Demand steering</a:t>
            </a:r>
          </a:p>
        </p:txBody>
      </p:sp>
      <p:sp>
        <p:nvSpPr>
          <p:cNvPr id="37" name="Rectangle 36">
            <a:extLst>
              <a:ext uri="{FF2B5EF4-FFF2-40B4-BE49-F238E27FC236}">
                <a16:creationId xmlns:a16="http://schemas.microsoft.com/office/drawing/2014/main" id="{B5FF235D-1656-71B9-50EF-CABC5341B3EA}"/>
              </a:ext>
            </a:extLst>
          </p:cNvPr>
          <p:cNvSpPr/>
          <p:nvPr/>
        </p:nvSpPr>
        <p:spPr>
          <a:xfrm>
            <a:off x="8527975" y="5626662"/>
            <a:ext cx="2159421" cy="188828"/>
          </a:xfrm>
          <a:prstGeom prst="rect">
            <a:avLst/>
          </a:prstGeom>
          <a:noFill/>
          <a:ln w="3175" cap="flat" cmpd="sng" algn="ctr">
            <a:noFill/>
            <a:prstDash val="solid"/>
          </a:ln>
          <a:effectLst/>
        </p:spPr>
        <p:txBody>
          <a:bodyPr rot="0" spcFirstLastPara="0" vertOverflow="overflow" horzOverflow="overflow" vert="horz" wrap="square" lIns="96000" tIns="96000" rIns="96000" bIns="9600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Outcome/Demand steering</a:t>
            </a:r>
          </a:p>
        </p:txBody>
      </p:sp>
      <p:sp>
        <p:nvSpPr>
          <p:cNvPr id="38" name="Oval 37">
            <a:extLst>
              <a:ext uri="{FF2B5EF4-FFF2-40B4-BE49-F238E27FC236}">
                <a16:creationId xmlns:a16="http://schemas.microsoft.com/office/drawing/2014/main" id="{DBCB0DDB-7917-56E8-A5FD-AC4CAD3EC2EE}"/>
              </a:ext>
            </a:extLst>
          </p:cNvPr>
          <p:cNvSpPr/>
          <p:nvPr/>
        </p:nvSpPr>
        <p:spPr>
          <a:xfrm>
            <a:off x="4587007" y="3993174"/>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39" name="Oval 38">
            <a:extLst>
              <a:ext uri="{FF2B5EF4-FFF2-40B4-BE49-F238E27FC236}">
                <a16:creationId xmlns:a16="http://schemas.microsoft.com/office/drawing/2014/main" id="{53B59E3C-AD12-4D3E-19BC-06CA56085157}"/>
              </a:ext>
            </a:extLst>
          </p:cNvPr>
          <p:cNvSpPr/>
          <p:nvPr/>
        </p:nvSpPr>
        <p:spPr>
          <a:xfrm>
            <a:off x="4587007" y="4266913"/>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40" name="Oval 39">
            <a:extLst>
              <a:ext uri="{FF2B5EF4-FFF2-40B4-BE49-F238E27FC236}">
                <a16:creationId xmlns:a16="http://schemas.microsoft.com/office/drawing/2014/main" id="{81824B91-E857-5B5B-D06D-C316E22E4878}"/>
              </a:ext>
            </a:extLst>
          </p:cNvPr>
          <p:cNvSpPr/>
          <p:nvPr/>
        </p:nvSpPr>
        <p:spPr>
          <a:xfrm>
            <a:off x="4587007" y="4540651"/>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41" name="Oval 40">
            <a:extLst>
              <a:ext uri="{FF2B5EF4-FFF2-40B4-BE49-F238E27FC236}">
                <a16:creationId xmlns:a16="http://schemas.microsoft.com/office/drawing/2014/main" id="{A4E7F556-E3A8-A81A-8D26-7C4150E76B44}"/>
              </a:ext>
            </a:extLst>
          </p:cNvPr>
          <p:cNvSpPr/>
          <p:nvPr/>
        </p:nvSpPr>
        <p:spPr>
          <a:xfrm>
            <a:off x="4587007" y="4814389"/>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42" name="Oval 41">
            <a:extLst>
              <a:ext uri="{FF2B5EF4-FFF2-40B4-BE49-F238E27FC236}">
                <a16:creationId xmlns:a16="http://schemas.microsoft.com/office/drawing/2014/main" id="{D77B18B0-222A-7453-3DFC-E80E2D567D0A}"/>
              </a:ext>
            </a:extLst>
          </p:cNvPr>
          <p:cNvSpPr/>
          <p:nvPr/>
        </p:nvSpPr>
        <p:spPr>
          <a:xfrm>
            <a:off x="4587007" y="5088127"/>
            <a:ext cx="180000" cy="180000"/>
          </a:xfrm>
          <a:prstGeom prst="ellipse">
            <a:avLst/>
          </a:prstGeom>
          <a:solidFill>
            <a:srgbClr val="000000">
              <a:lumMod val="65000"/>
              <a:lumOff val="35000"/>
            </a:srgbClr>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43" name="Oval 42">
            <a:extLst>
              <a:ext uri="{FF2B5EF4-FFF2-40B4-BE49-F238E27FC236}">
                <a16:creationId xmlns:a16="http://schemas.microsoft.com/office/drawing/2014/main" id="{27992408-4C32-8821-DAD7-F1D52F325689}"/>
              </a:ext>
            </a:extLst>
          </p:cNvPr>
          <p:cNvSpPr/>
          <p:nvPr/>
        </p:nvSpPr>
        <p:spPr>
          <a:xfrm>
            <a:off x="4587007" y="5361866"/>
            <a:ext cx="180000" cy="180000"/>
          </a:xfrm>
          <a:prstGeom prst="ellipse">
            <a:avLst/>
          </a:prstGeom>
          <a:solidFill>
            <a:srgbClr val="000000">
              <a:lumMod val="65000"/>
              <a:lumOff val="35000"/>
            </a:srgbClr>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44" name="Oval 43">
            <a:extLst>
              <a:ext uri="{FF2B5EF4-FFF2-40B4-BE49-F238E27FC236}">
                <a16:creationId xmlns:a16="http://schemas.microsoft.com/office/drawing/2014/main" id="{4568F15B-A19A-8811-A868-B9CB7F98F4D8}"/>
              </a:ext>
            </a:extLst>
          </p:cNvPr>
          <p:cNvSpPr/>
          <p:nvPr/>
        </p:nvSpPr>
        <p:spPr>
          <a:xfrm>
            <a:off x="4587007" y="5635605"/>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45" name="Oval 44">
            <a:extLst>
              <a:ext uri="{FF2B5EF4-FFF2-40B4-BE49-F238E27FC236}">
                <a16:creationId xmlns:a16="http://schemas.microsoft.com/office/drawing/2014/main" id="{93D80094-E4B2-37C8-FAAB-64CB45A09F70}"/>
              </a:ext>
            </a:extLst>
          </p:cNvPr>
          <p:cNvSpPr/>
          <p:nvPr/>
        </p:nvSpPr>
        <p:spPr>
          <a:xfrm>
            <a:off x="8187407" y="3993174"/>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46" name="Oval 45">
            <a:extLst>
              <a:ext uri="{FF2B5EF4-FFF2-40B4-BE49-F238E27FC236}">
                <a16:creationId xmlns:a16="http://schemas.microsoft.com/office/drawing/2014/main" id="{E28C61C2-16E4-5837-3C2E-23A42E1C72D7}"/>
              </a:ext>
            </a:extLst>
          </p:cNvPr>
          <p:cNvSpPr/>
          <p:nvPr/>
        </p:nvSpPr>
        <p:spPr>
          <a:xfrm>
            <a:off x="8187407" y="4266913"/>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47" name="Oval 46">
            <a:extLst>
              <a:ext uri="{FF2B5EF4-FFF2-40B4-BE49-F238E27FC236}">
                <a16:creationId xmlns:a16="http://schemas.microsoft.com/office/drawing/2014/main" id="{41AE2157-658E-F4D2-F8C0-2492CC1D7103}"/>
              </a:ext>
            </a:extLst>
          </p:cNvPr>
          <p:cNvSpPr/>
          <p:nvPr/>
        </p:nvSpPr>
        <p:spPr>
          <a:xfrm>
            <a:off x="8187407" y="4540651"/>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48" name="Oval 47">
            <a:extLst>
              <a:ext uri="{FF2B5EF4-FFF2-40B4-BE49-F238E27FC236}">
                <a16:creationId xmlns:a16="http://schemas.microsoft.com/office/drawing/2014/main" id="{99E247BE-311E-4E8B-5D92-FAEDD4BC94BB}"/>
              </a:ext>
            </a:extLst>
          </p:cNvPr>
          <p:cNvSpPr/>
          <p:nvPr/>
        </p:nvSpPr>
        <p:spPr>
          <a:xfrm>
            <a:off x="8187407" y="4814389"/>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49" name="Oval 48">
            <a:extLst>
              <a:ext uri="{FF2B5EF4-FFF2-40B4-BE49-F238E27FC236}">
                <a16:creationId xmlns:a16="http://schemas.microsoft.com/office/drawing/2014/main" id="{A1F9CE0F-32D3-BCB1-8845-DAEEE410BB3C}"/>
              </a:ext>
            </a:extLst>
          </p:cNvPr>
          <p:cNvSpPr/>
          <p:nvPr/>
        </p:nvSpPr>
        <p:spPr>
          <a:xfrm>
            <a:off x="8187407" y="5088127"/>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50" name="Oval 49">
            <a:extLst>
              <a:ext uri="{FF2B5EF4-FFF2-40B4-BE49-F238E27FC236}">
                <a16:creationId xmlns:a16="http://schemas.microsoft.com/office/drawing/2014/main" id="{2CF88BD8-2A4B-F50B-9306-64E7B5F9FD00}"/>
              </a:ext>
            </a:extLst>
          </p:cNvPr>
          <p:cNvSpPr/>
          <p:nvPr/>
        </p:nvSpPr>
        <p:spPr>
          <a:xfrm>
            <a:off x="8187407" y="5361866"/>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51" name="Oval 50">
            <a:extLst>
              <a:ext uri="{FF2B5EF4-FFF2-40B4-BE49-F238E27FC236}">
                <a16:creationId xmlns:a16="http://schemas.microsoft.com/office/drawing/2014/main" id="{A7B656D7-47C9-C8E4-676C-2DFD66259A7B}"/>
              </a:ext>
            </a:extLst>
          </p:cNvPr>
          <p:cNvSpPr/>
          <p:nvPr/>
        </p:nvSpPr>
        <p:spPr>
          <a:xfrm>
            <a:off x="8187407" y="5635605"/>
            <a:ext cx="180000" cy="180000"/>
          </a:xfrm>
          <a:prstGeom prst="ellipse">
            <a:avLst/>
          </a:prstGeom>
          <a:solidFill>
            <a:srgbClr val="FFE600"/>
          </a:solidFill>
          <a:ln w="12700" cap="flat" cmpd="sng" algn="ctr">
            <a:solidFill>
              <a:srgbClr val="646464"/>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cxnSp>
        <p:nvCxnSpPr>
          <p:cNvPr id="52" name="Straight Connector 51">
            <a:extLst>
              <a:ext uri="{FF2B5EF4-FFF2-40B4-BE49-F238E27FC236}">
                <a16:creationId xmlns:a16="http://schemas.microsoft.com/office/drawing/2014/main" id="{234F4AFA-53EC-90D8-21F0-861F1332F0B9}"/>
              </a:ext>
            </a:extLst>
          </p:cNvPr>
          <p:cNvCxnSpPr/>
          <p:nvPr/>
        </p:nvCxnSpPr>
        <p:spPr>
          <a:xfrm>
            <a:off x="4298975" y="2143197"/>
            <a:ext cx="0" cy="3720408"/>
          </a:xfrm>
          <a:prstGeom prst="line">
            <a:avLst/>
          </a:prstGeom>
          <a:noFill/>
          <a:ln w="3175" cap="flat" cmpd="sng" algn="ctr">
            <a:solidFill>
              <a:srgbClr val="FFFFFF"/>
            </a:solidFill>
            <a:prstDash val="dash"/>
          </a:ln>
          <a:effectLst/>
        </p:spPr>
      </p:cxnSp>
      <p:cxnSp>
        <p:nvCxnSpPr>
          <p:cNvPr id="53" name="Straight Connector 52">
            <a:extLst>
              <a:ext uri="{FF2B5EF4-FFF2-40B4-BE49-F238E27FC236}">
                <a16:creationId xmlns:a16="http://schemas.microsoft.com/office/drawing/2014/main" id="{C3267BBC-F604-AE3A-3719-A176511EE5C0}"/>
              </a:ext>
            </a:extLst>
          </p:cNvPr>
          <p:cNvCxnSpPr/>
          <p:nvPr/>
        </p:nvCxnSpPr>
        <p:spPr>
          <a:xfrm>
            <a:off x="7899375" y="2143197"/>
            <a:ext cx="0" cy="3720408"/>
          </a:xfrm>
          <a:prstGeom prst="line">
            <a:avLst/>
          </a:prstGeom>
          <a:noFill/>
          <a:ln w="3175" cap="flat" cmpd="sng" algn="ctr">
            <a:solidFill>
              <a:srgbClr val="FFFFFF"/>
            </a:solidFill>
            <a:prstDash val="dash"/>
          </a:ln>
          <a:effectLst/>
        </p:spPr>
      </p:cxnSp>
      <p:sp>
        <p:nvSpPr>
          <p:cNvPr id="54" name="AutoShape 49">
            <a:extLst>
              <a:ext uri="{FF2B5EF4-FFF2-40B4-BE49-F238E27FC236}">
                <a16:creationId xmlns:a16="http://schemas.microsoft.com/office/drawing/2014/main" id="{2EFB859F-8160-FB81-3D76-8CB3609409DA}"/>
              </a:ext>
            </a:extLst>
          </p:cNvPr>
          <p:cNvSpPr>
            <a:spLocks noChangeArrowheads="1"/>
          </p:cNvSpPr>
          <p:nvPr>
            <p:custDataLst>
              <p:tags r:id="rId1"/>
            </p:custDataLst>
          </p:nvPr>
        </p:nvSpPr>
        <p:spPr bwMode="gray">
          <a:xfrm>
            <a:off x="4296284" y="2071074"/>
            <a:ext cx="3587463" cy="227352"/>
          </a:xfrm>
          <a:prstGeom prst="rect">
            <a:avLst/>
          </a:prstGeom>
          <a:noFill/>
          <a:ln w="9525" algn="ctr">
            <a:noFill/>
            <a:miter lim="800000"/>
            <a:headEnd/>
            <a:tailEnd/>
          </a:ln>
        </p:spPr>
        <p:txBody>
          <a:bodyPr lIns="146897" tIns="76388" rIns="146897" bIns="76388" anchor="t"/>
          <a:lstStyle/>
          <a:p>
            <a:pPr marL="0" marR="0" lvl="0" indent="0" algn="ctr" defTabSz="1701716" rtl="0" eaLnBrk="0" fontAlgn="auto" latinLnBrk="0" hangingPunct="0">
              <a:lnSpc>
                <a:spcPct val="100000"/>
              </a:lnSpc>
              <a:spcBef>
                <a:spcPts val="0"/>
              </a:spcBef>
              <a:spcAft>
                <a:spcPts val="0"/>
              </a:spcAft>
              <a:buClr>
                <a:srgbClr val="666699"/>
              </a:buClr>
              <a:buSzPct val="75000"/>
              <a:buFontTx/>
              <a:buNone/>
              <a:tabLst/>
              <a:defRPr/>
            </a:pPr>
            <a:r>
              <a:rPr kumimoji="0" lang="en-US" sz="1400" b="1" i="0" u="none" strike="noStrike" kern="0" cap="none" spc="0" normalizeH="0" baseline="0" noProof="0">
                <a:ln>
                  <a:noFill/>
                </a:ln>
                <a:solidFill>
                  <a:srgbClr val="333333"/>
                </a:solidFill>
                <a:effectLst/>
                <a:uLnTx/>
                <a:uFillTx/>
                <a:latin typeface="Arial"/>
                <a:ea typeface="+mn-ea"/>
                <a:cs typeface="Arial" panose="020B0604020202020204" pitchFamily="34" charset="0"/>
                <a:sym typeface="Helvetica Light"/>
              </a:rPr>
              <a:t>*GPO advanced model</a:t>
            </a:r>
          </a:p>
          <a:p>
            <a:pPr marL="0" marR="0" lvl="0" indent="0" algn="ctr" defTabSz="1701716" rtl="0" eaLnBrk="0" fontAlgn="auto" latinLnBrk="0" hangingPunct="0">
              <a:lnSpc>
                <a:spcPct val="100000"/>
              </a:lnSpc>
              <a:spcBef>
                <a:spcPts val="0"/>
              </a:spcBef>
              <a:spcAft>
                <a:spcPts val="0"/>
              </a:spcAft>
              <a:buClr>
                <a:srgbClr val="666699"/>
              </a:buClr>
              <a:buSzPct val="75000"/>
              <a:buFontTx/>
              <a:buNone/>
              <a:tabLst/>
              <a:defRPr/>
            </a:pPr>
            <a:r>
              <a:rPr kumimoji="0" lang="en-US" sz="1200" b="0" i="1" u="none" strike="noStrike" kern="1200" cap="none" spc="-53" normalizeH="0" baseline="0" noProof="0">
                <a:ln>
                  <a:noFill/>
                </a:ln>
                <a:solidFill>
                  <a:srgbClr val="333333"/>
                </a:solidFill>
                <a:effectLst/>
                <a:uLnTx/>
                <a:uFillTx/>
                <a:latin typeface="Arial"/>
                <a:ea typeface="+mn-ea"/>
                <a:cs typeface="+mn-cs"/>
              </a:rPr>
              <a:t>E2E design and build responsibilities</a:t>
            </a:r>
          </a:p>
          <a:p>
            <a:pPr marL="0" marR="0" lvl="0" indent="0" algn="ctr" defTabSz="1701716" rtl="0" eaLnBrk="0" fontAlgn="auto" latinLnBrk="0" hangingPunct="0">
              <a:lnSpc>
                <a:spcPct val="100000"/>
              </a:lnSpc>
              <a:spcBef>
                <a:spcPts val="0"/>
              </a:spcBef>
              <a:spcAft>
                <a:spcPts val="0"/>
              </a:spcAft>
              <a:buClr>
                <a:srgbClr val="666699"/>
              </a:buClr>
              <a:buSzPct val="75000"/>
              <a:buFontTx/>
              <a:buNone/>
              <a:tabLst/>
              <a:defRPr/>
            </a:pPr>
            <a:endParaRPr kumimoji="0" lang="en-US" sz="1000" b="1" i="1" u="none" strike="noStrike" kern="0" cap="none" spc="0" normalizeH="0" baseline="0" noProof="0">
              <a:ln>
                <a:noFill/>
              </a:ln>
              <a:solidFill>
                <a:srgbClr val="333333"/>
              </a:solidFill>
              <a:effectLst/>
              <a:uLnTx/>
              <a:uFillTx/>
              <a:latin typeface="Arial"/>
              <a:ea typeface="+mn-ea"/>
              <a:cs typeface="Arial" panose="020B0604020202020204" pitchFamily="34" charset="0"/>
              <a:sym typeface="Helvetica Light"/>
            </a:endParaRPr>
          </a:p>
        </p:txBody>
      </p:sp>
      <p:sp>
        <p:nvSpPr>
          <p:cNvPr id="55" name="AutoShape 49">
            <a:extLst>
              <a:ext uri="{FF2B5EF4-FFF2-40B4-BE49-F238E27FC236}">
                <a16:creationId xmlns:a16="http://schemas.microsoft.com/office/drawing/2014/main" id="{D9646344-EF10-C312-1E9C-A135426B558E}"/>
              </a:ext>
            </a:extLst>
          </p:cNvPr>
          <p:cNvSpPr>
            <a:spLocks noChangeArrowheads="1"/>
          </p:cNvSpPr>
          <p:nvPr>
            <p:custDataLst>
              <p:tags r:id="rId2"/>
            </p:custDataLst>
          </p:nvPr>
        </p:nvSpPr>
        <p:spPr bwMode="gray">
          <a:xfrm>
            <a:off x="692108" y="2071074"/>
            <a:ext cx="3600399" cy="227352"/>
          </a:xfrm>
          <a:prstGeom prst="rect">
            <a:avLst/>
          </a:prstGeom>
          <a:noFill/>
          <a:ln w="9525" algn="ctr">
            <a:noFill/>
            <a:miter lim="800000"/>
            <a:headEnd/>
            <a:tailEnd/>
          </a:ln>
        </p:spPr>
        <p:txBody>
          <a:bodyPr lIns="146897" tIns="76388" rIns="146897" bIns="76388" anchor="t"/>
          <a:lstStyle/>
          <a:p>
            <a:pPr marL="0" marR="0" lvl="0" indent="0" algn="ctr" defTabSz="1701716" rtl="0" eaLnBrk="0" fontAlgn="auto" latinLnBrk="0" hangingPunct="0">
              <a:lnSpc>
                <a:spcPct val="100000"/>
              </a:lnSpc>
              <a:spcBef>
                <a:spcPts val="0"/>
              </a:spcBef>
              <a:spcAft>
                <a:spcPts val="0"/>
              </a:spcAft>
              <a:buClr>
                <a:srgbClr val="666699"/>
              </a:buClr>
              <a:buSzPct val="75000"/>
              <a:buFontTx/>
              <a:buNone/>
              <a:tabLst/>
              <a:defRPr/>
            </a:pPr>
            <a:r>
              <a:rPr kumimoji="0" lang="en-US" sz="1400" b="1" i="0" u="none" strike="noStrike" kern="0" cap="none" spc="0" normalizeH="0" baseline="0" noProof="0">
                <a:ln>
                  <a:noFill/>
                </a:ln>
                <a:solidFill>
                  <a:srgbClr val="333333"/>
                </a:solidFill>
                <a:effectLst/>
                <a:uLnTx/>
                <a:uFillTx/>
                <a:latin typeface="Arial"/>
                <a:ea typeface="+mn-ea"/>
                <a:cs typeface="Arial" panose="020B0604020202020204" pitchFamily="34" charset="0"/>
                <a:sym typeface="Helvetica Light"/>
              </a:rPr>
              <a:t>GPO light model</a:t>
            </a:r>
          </a:p>
          <a:p>
            <a:pPr marL="0" marR="0" lvl="0" indent="0" algn="ctr" defTabSz="1701716" rtl="0" eaLnBrk="0" fontAlgn="auto" latinLnBrk="0" hangingPunct="0">
              <a:lnSpc>
                <a:spcPct val="100000"/>
              </a:lnSpc>
              <a:spcBef>
                <a:spcPts val="0"/>
              </a:spcBef>
              <a:spcAft>
                <a:spcPts val="0"/>
              </a:spcAft>
              <a:buClr>
                <a:srgbClr val="666699"/>
              </a:buClr>
              <a:buSzPct val="75000"/>
              <a:buFontTx/>
              <a:buNone/>
              <a:tabLst/>
              <a:defRPr/>
            </a:pPr>
            <a:r>
              <a:rPr kumimoji="0" lang="en-US" sz="1200" b="0" i="1" u="none" strike="noStrike" kern="1200" cap="none" spc="-53" normalizeH="0" baseline="0" noProof="0">
                <a:ln>
                  <a:noFill/>
                </a:ln>
                <a:solidFill>
                  <a:srgbClr val="333333"/>
                </a:solidFill>
                <a:effectLst/>
                <a:uLnTx/>
                <a:uFillTx/>
                <a:latin typeface="Arial"/>
                <a:ea typeface="+mn-ea"/>
                <a:cs typeface="+mn-cs"/>
              </a:rPr>
              <a:t>Design responsibilities for GBS processes</a:t>
            </a:r>
            <a:endParaRPr kumimoji="0" lang="en-US" sz="1200" b="0" i="1" u="none" strike="noStrike" kern="1200" cap="none" spc="0" normalizeH="0" baseline="0" noProof="0">
              <a:ln>
                <a:noFill/>
              </a:ln>
              <a:solidFill>
                <a:srgbClr val="333333"/>
              </a:solidFill>
              <a:effectLst/>
              <a:uLnTx/>
              <a:uFillTx/>
              <a:latin typeface="Arial"/>
              <a:ea typeface="Nokia Pure Text Light" panose="020B0403020202020204" pitchFamily="34" charset="0"/>
              <a:cs typeface="+mn-cs"/>
            </a:endParaRPr>
          </a:p>
          <a:p>
            <a:pPr marL="0" marR="0" lvl="0" indent="0" algn="ctr" defTabSz="1701716" rtl="0" eaLnBrk="0" fontAlgn="auto" latinLnBrk="0" hangingPunct="0">
              <a:lnSpc>
                <a:spcPct val="100000"/>
              </a:lnSpc>
              <a:spcBef>
                <a:spcPts val="0"/>
              </a:spcBef>
              <a:spcAft>
                <a:spcPts val="0"/>
              </a:spcAft>
              <a:buClr>
                <a:srgbClr val="666699"/>
              </a:buClr>
              <a:buSzPct val="75000"/>
              <a:buFontTx/>
              <a:buNone/>
              <a:tabLst/>
              <a:defRPr/>
            </a:pPr>
            <a:endParaRPr kumimoji="0" lang="en-US" sz="1400" b="1" i="0" u="none" strike="noStrike" kern="0" cap="none" spc="0" normalizeH="0" baseline="0" noProof="0">
              <a:ln>
                <a:noFill/>
              </a:ln>
              <a:solidFill>
                <a:srgbClr val="333333"/>
              </a:solidFill>
              <a:effectLst/>
              <a:uLnTx/>
              <a:uFillTx/>
              <a:latin typeface="Arial"/>
              <a:ea typeface="+mn-ea"/>
              <a:cs typeface="Arial" panose="020B0604020202020204" pitchFamily="34" charset="0"/>
              <a:sym typeface="Helvetica Light"/>
            </a:endParaRPr>
          </a:p>
        </p:txBody>
      </p:sp>
      <p:sp>
        <p:nvSpPr>
          <p:cNvPr id="56" name="AutoShape 49">
            <a:extLst>
              <a:ext uri="{FF2B5EF4-FFF2-40B4-BE49-F238E27FC236}">
                <a16:creationId xmlns:a16="http://schemas.microsoft.com/office/drawing/2014/main" id="{DD0F9AD4-EC9D-BFD8-4760-7D1FB3F261D7}"/>
              </a:ext>
            </a:extLst>
          </p:cNvPr>
          <p:cNvSpPr>
            <a:spLocks noChangeArrowheads="1"/>
          </p:cNvSpPr>
          <p:nvPr>
            <p:custDataLst>
              <p:tags r:id="rId3"/>
            </p:custDataLst>
          </p:nvPr>
        </p:nvSpPr>
        <p:spPr bwMode="gray">
          <a:xfrm>
            <a:off x="7912312" y="2071074"/>
            <a:ext cx="3651398" cy="227352"/>
          </a:xfrm>
          <a:prstGeom prst="rect">
            <a:avLst/>
          </a:prstGeom>
          <a:noFill/>
          <a:ln w="9525" algn="ctr">
            <a:noFill/>
            <a:miter lim="800000"/>
            <a:headEnd/>
            <a:tailEnd/>
          </a:ln>
        </p:spPr>
        <p:txBody>
          <a:bodyPr lIns="146897" tIns="76388" rIns="146897" bIns="76388" anchor="t"/>
          <a:lstStyle/>
          <a:p>
            <a:pPr marL="0" marR="0" lvl="0" indent="0" algn="ctr" defTabSz="1701716" rtl="0" eaLnBrk="0" fontAlgn="auto" latinLnBrk="0" hangingPunct="0">
              <a:lnSpc>
                <a:spcPct val="100000"/>
              </a:lnSpc>
              <a:spcBef>
                <a:spcPts val="0"/>
              </a:spcBef>
              <a:spcAft>
                <a:spcPts val="0"/>
              </a:spcAft>
              <a:buClr>
                <a:srgbClr val="666699"/>
              </a:buClr>
              <a:buSzPct val="75000"/>
              <a:buFontTx/>
              <a:buNone/>
              <a:tabLst/>
              <a:defRPr/>
            </a:pPr>
            <a:r>
              <a:rPr kumimoji="0" lang="en-US" sz="1400" b="1" i="0" u="none" strike="noStrike" kern="0" cap="none" spc="0" normalizeH="0" baseline="0" noProof="0">
                <a:ln>
                  <a:noFill/>
                </a:ln>
                <a:solidFill>
                  <a:srgbClr val="333333"/>
                </a:solidFill>
                <a:effectLst/>
                <a:uLnTx/>
                <a:uFillTx/>
                <a:latin typeface="Arial"/>
                <a:ea typeface="+mn-ea"/>
                <a:cs typeface="Arial" panose="020B0604020202020204" pitchFamily="34" charset="0"/>
                <a:sym typeface="Helvetica Light"/>
              </a:rPr>
              <a:t>GBS comprehensive model</a:t>
            </a:r>
          </a:p>
          <a:p>
            <a:pPr marL="0" marR="0" lvl="0" indent="0" algn="ctr" defTabSz="1701716" rtl="0" eaLnBrk="0" fontAlgn="auto" latinLnBrk="0" hangingPunct="0">
              <a:lnSpc>
                <a:spcPct val="100000"/>
              </a:lnSpc>
              <a:spcBef>
                <a:spcPts val="0"/>
              </a:spcBef>
              <a:spcAft>
                <a:spcPts val="0"/>
              </a:spcAft>
              <a:buClr>
                <a:srgbClr val="666699"/>
              </a:buClr>
              <a:buSzPct val="75000"/>
              <a:buFontTx/>
              <a:buNone/>
              <a:tabLst/>
              <a:defRPr/>
            </a:pPr>
            <a:r>
              <a:rPr kumimoji="0" lang="en-US" sz="1200" b="0" i="1" u="none" strike="noStrike" kern="1200" cap="none" spc="-53" normalizeH="0" baseline="0" noProof="0">
                <a:ln>
                  <a:noFill/>
                </a:ln>
                <a:solidFill>
                  <a:srgbClr val="333333"/>
                </a:solidFill>
                <a:effectLst/>
                <a:uLnTx/>
                <a:uFillTx/>
                <a:latin typeface="Arial"/>
                <a:ea typeface="+mn-ea"/>
                <a:cs typeface="+mn-cs"/>
              </a:rPr>
              <a:t>Full fledged E2E responsibility (GSO*)</a:t>
            </a:r>
            <a:endParaRPr kumimoji="0" lang="en-US" sz="1200" b="1" i="1" u="none" strike="noStrike" kern="0" cap="none" spc="0" normalizeH="0" baseline="0" noProof="0">
              <a:ln>
                <a:noFill/>
              </a:ln>
              <a:solidFill>
                <a:srgbClr val="333333"/>
              </a:solidFill>
              <a:effectLst/>
              <a:uLnTx/>
              <a:uFillTx/>
              <a:latin typeface="Arial"/>
              <a:ea typeface="+mn-ea"/>
              <a:cs typeface="Arial" panose="020B0604020202020204" pitchFamily="34" charset="0"/>
              <a:sym typeface="Helvetica Light"/>
            </a:endParaRPr>
          </a:p>
        </p:txBody>
      </p:sp>
      <p:sp>
        <p:nvSpPr>
          <p:cNvPr id="57" name="Rectangle 56">
            <a:extLst>
              <a:ext uri="{FF2B5EF4-FFF2-40B4-BE49-F238E27FC236}">
                <a16:creationId xmlns:a16="http://schemas.microsoft.com/office/drawing/2014/main" id="{A86877AC-DF4E-D583-8F33-3C2D8873765D}"/>
              </a:ext>
            </a:extLst>
          </p:cNvPr>
          <p:cNvSpPr/>
          <p:nvPr/>
        </p:nvSpPr>
        <p:spPr>
          <a:xfrm>
            <a:off x="924941" y="2923685"/>
            <a:ext cx="439477" cy="857992"/>
          </a:xfrm>
          <a:prstGeom prst="rect">
            <a:avLst/>
          </a:prstGeom>
          <a:solidFill>
            <a:srgbClr val="E9CD49"/>
          </a:solidFill>
          <a:ln w="3175" cap="flat" cmpd="sng" algn="ctr">
            <a:solidFill>
              <a:srgbClr val="E9CD49"/>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58" name="Rectangle 57">
            <a:extLst>
              <a:ext uri="{FF2B5EF4-FFF2-40B4-BE49-F238E27FC236}">
                <a16:creationId xmlns:a16="http://schemas.microsoft.com/office/drawing/2014/main" id="{F8ED57C2-9D68-18B2-2A64-5435152D8D5F}"/>
              </a:ext>
            </a:extLst>
          </p:cNvPr>
          <p:cNvSpPr/>
          <p:nvPr/>
        </p:nvSpPr>
        <p:spPr>
          <a:xfrm>
            <a:off x="1798688" y="2687203"/>
            <a:ext cx="1104000" cy="221109"/>
          </a:xfrm>
          <a:prstGeom prst="rect">
            <a:avLst/>
          </a:prstGeom>
          <a:noFill/>
          <a:ln w="3175" cap="flat" cmpd="sng" algn="ctr">
            <a:no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 cap="flat" cmpd="sng" algn="ctr">
                <a:solidFill>
                  <a:srgbClr val="273142"/>
                </a:solidFill>
                <a:prstDash val="solid"/>
                <a:round/>
                <a:headEnd type="none" w="med" len="med"/>
                <a:tailEnd type="none" w="med" len="med"/>
              </a14:hiddenLine>
            </a:ext>
          </a:extLst>
        </p:spPr>
        <p:txBody>
          <a:bodyPr rot="0" spcFirstLastPara="0" vertOverflow="overflow" horzOverflow="overflow" vert="horz" wrap="square" lIns="96000" tIns="48000" rIns="9600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333333"/>
                </a:solidFill>
                <a:effectLst/>
                <a:uLnTx/>
                <a:uFillTx/>
                <a:latin typeface="Arial"/>
                <a:ea typeface="+mn-ea"/>
                <a:cs typeface="+mn-cs"/>
              </a:rPr>
              <a:t>SSC/BPO Org.</a:t>
            </a:r>
          </a:p>
        </p:txBody>
      </p:sp>
      <p:sp>
        <p:nvSpPr>
          <p:cNvPr id="59" name="Rectangle 58">
            <a:extLst>
              <a:ext uri="{FF2B5EF4-FFF2-40B4-BE49-F238E27FC236}">
                <a16:creationId xmlns:a16="http://schemas.microsoft.com/office/drawing/2014/main" id="{0CE4953E-8013-9A92-A44C-9B7AB81C9D8B}"/>
              </a:ext>
            </a:extLst>
          </p:cNvPr>
          <p:cNvSpPr/>
          <p:nvPr/>
        </p:nvSpPr>
        <p:spPr>
          <a:xfrm>
            <a:off x="1798688" y="2923685"/>
            <a:ext cx="1104000" cy="857993"/>
          </a:xfrm>
          <a:prstGeom prst="rect">
            <a:avLst/>
          </a:prstGeom>
          <a:solidFill>
            <a:schemeClr val="tx1">
              <a:lumMod val="40000"/>
              <a:lumOff val="60000"/>
              <a:alpha val="44000"/>
            </a:schemeClr>
          </a:solidFill>
          <a:ln w="12700" cap="flat" cmpd="sng" algn="ctr">
            <a:solidFill>
              <a:srgbClr val="FFFFFF"/>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67" b="0" i="0" u="none" strike="noStrike" kern="0" cap="none" spc="0" normalizeH="0" baseline="0" noProof="0">
              <a:ln>
                <a:noFill/>
              </a:ln>
              <a:solidFill>
                <a:srgbClr val="333333"/>
              </a:solidFill>
              <a:effectLst/>
              <a:uLnTx/>
              <a:uFillTx/>
              <a:latin typeface="Arial"/>
              <a:ea typeface="+mn-ea"/>
              <a:cs typeface="+mn-cs"/>
            </a:endParaRPr>
          </a:p>
        </p:txBody>
      </p:sp>
      <p:sp>
        <p:nvSpPr>
          <p:cNvPr id="60" name="Rectangle 59">
            <a:extLst>
              <a:ext uri="{FF2B5EF4-FFF2-40B4-BE49-F238E27FC236}">
                <a16:creationId xmlns:a16="http://schemas.microsoft.com/office/drawing/2014/main" id="{215CD728-0E5E-1574-C65E-A4C2F1BFBB72}"/>
              </a:ext>
            </a:extLst>
          </p:cNvPr>
          <p:cNvSpPr/>
          <p:nvPr/>
        </p:nvSpPr>
        <p:spPr>
          <a:xfrm>
            <a:off x="2914411" y="2684803"/>
            <a:ext cx="1186245" cy="223511"/>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6000" tIns="48000" rIns="9600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333333"/>
                </a:solidFill>
                <a:effectLst/>
                <a:uLnTx/>
                <a:uFillTx/>
                <a:latin typeface="Arial"/>
                <a:ea typeface="+mn-ea"/>
                <a:cs typeface="+mn-cs"/>
              </a:rPr>
              <a:t>Retained Org.</a:t>
            </a:r>
          </a:p>
        </p:txBody>
      </p:sp>
      <p:sp>
        <p:nvSpPr>
          <p:cNvPr id="61" name="Rectangle 60">
            <a:extLst>
              <a:ext uri="{FF2B5EF4-FFF2-40B4-BE49-F238E27FC236}">
                <a16:creationId xmlns:a16="http://schemas.microsoft.com/office/drawing/2014/main" id="{76846039-213D-50B1-0BA4-947809CDC0E3}"/>
              </a:ext>
            </a:extLst>
          </p:cNvPr>
          <p:cNvSpPr/>
          <p:nvPr/>
        </p:nvSpPr>
        <p:spPr>
          <a:xfrm>
            <a:off x="2995725" y="2923685"/>
            <a:ext cx="1104000" cy="857993"/>
          </a:xfrm>
          <a:prstGeom prst="rect">
            <a:avLst/>
          </a:prstGeom>
          <a:solidFill>
            <a:schemeClr val="tx1">
              <a:lumMod val="75000"/>
              <a:alpha val="28000"/>
            </a:schemeClr>
          </a:solidFill>
          <a:ln w="12700" cap="flat" cmpd="sng" algn="ctr">
            <a:no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67" b="0" i="0" u="none" strike="noStrike" kern="0" cap="none" spc="0" normalizeH="0" baseline="0" noProof="0">
              <a:ln>
                <a:noFill/>
              </a:ln>
              <a:solidFill>
                <a:srgbClr val="333333"/>
              </a:solidFill>
              <a:effectLst/>
              <a:uLnTx/>
              <a:uFillTx/>
              <a:latin typeface="Arial"/>
              <a:ea typeface="+mn-ea"/>
              <a:cs typeface="+mn-cs"/>
            </a:endParaRPr>
          </a:p>
        </p:txBody>
      </p:sp>
      <p:sp>
        <p:nvSpPr>
          <p:cNvPr id="62" name="Rectangle 61">
            <a:extLst>
              <a:ext uri="{FF2B5EF4-FFF2-40B4-BE49-F238E27FC236}">
                <a16:creationId xmlns:a16="http://schemas.microsoft.com/office/drawing/2014/main" id="{FFAEBF8F-14D9-507C-3127-C36EA7B9CCE9}"/>
              </a:ext>
            </a:extLst>
          </p:cNvPr>
          <p:cNvSpPr/>
          <p:nvPr/>
        </p:nvSpPr>
        <p:spPr>
          <a:xfrm>
            <a:off x="866775" y="2687203"/>
            <a:ext cx="543475" cy="233576"/>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6000" tIns="48000" rIns="9600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333333"/>
                </a:solidFill>
                <a:effectLst/>
                <a:uLnTx/>
                <a:uFillTx/>
                <a:latin typeface="Arial"/>
                <a:ea typeface="+mn-ea"/>
                <a:cs typeface="+mn-cs"/>
              </a:rPr>
              <a:t>GPO</a:t>
            </a:r>
          </a:p>
        </p:txBody>
      </p:sp>
      <p:cxnSp>
        <p:nvCxnSpPr>
          <p:cNvPr id="63" name="Straight Connector 62">
            <a:extLst>
              <a:ext uri="{FF2B5EF4-FFF2-40B4-BE49-F238E27FC236}">
                <a16:creationId xmlns:a16="http://schemas.microsoft.com/office/drawing/2014/main" id="{1DDC8442-F0B0-BB6E-D3DA-01B19B877B86}"/>
              </a:ext>
            </a:extLst>
          </p:cNvPr>
          <p:cNvCxnSpPr>
            <a:stCxn id="57" idx="3"/>
          </p:cNvCxnSpPr>
          <p:nvPr/>
        </p:nvCxnSpPr>
        <p:spPr>
          <a:xfrm>
            <a:off x="1364419" y="3352681"/>
            <a:ext cx="986269" cy="0"/>
          </a:xfrm>
          <a:prstGeom prst="line">
            <a:avLst/>
          </a:prstGeom>
          <a:noFill/>
          <a:ln w="19050" cap="flat" cmpd="sng" algn="ctr">
            <a:solidFill>
              <a:srgbClr val="FFE600"/>
            </a:solidFill>
            <a:prstDash val="solid"/>
            <a:round/>
            <a:headEnd type="none" w="sm" len="sm"/>
            <a:tailEnd type="oval" w="med" len="med"/>
          </a:ln>
          <a:effectLst/>
        </p:spPr>
      </p:cxnSp>
      <p:sp>
        <p:nvSpPr>
          <p:cNvPr id="64" name="Rectangle 63">
            <a:extLst>
              <a:ext uri="{FF2B5EF4-FFF2-40B4-BE49-F238E27FC236}">
                <a16:creationId xmlns:a16="http://schemas.microsoft.com/office/drawing/2014/main" id="{CED52115-F383-80C7-D05C-DF9A65211CD6}"/>
              </a:ext>
            </a:extLst>
          </p:cNvPr>
          <p:cNvSpPr/>
          <p:nvPr/>
        </p:nvSpPr>
        <p:spPr>
          <a:xfrm>
            <a:off x="1362625" y="3195341"/>
            <a:ext cx="436063" cy="15734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Design</a:t>
            </a:r>
          </a:p>
        </p:txBody>
      </p:sp>
      <p:sp>
        <p:nvSpPr>
          <p:cNvPr id="65" name="Rectangle 64">
            <a:extLst>
              <a:ext uri="{FF2B5EF4-FFF2-40B4-BE49-F238E27FC236}">
                <a16:creationId xmlns:a16="http://schemas.microsoft.com/office/drawing/2014/main" id="{493EE3A4-774D-B233-11EF-9BFB47CA7838}"/>
              </a:ext>
            </a:extLst>
          </p:cNvPr>
          <p:cNvSpPr/>
          <p:nvPr/>
        </p:nvSpPr>
        <p:spPr>
          <a:xfrm>
            <a:off x="4525340" y="2916076"/>
            <a:ext cx="439477" cy="857992"/>
          </a:xfrm>
          <a:prstGeom prst="rect">
            <a:avLst/>
          </a:prstGeom>
          <a:solidFill>
            <a:srgbClr val="E9CD49"/>
          </a:solidFill>
          <a:ln w="3175" cap="flat" cmpd="sng" algn="ctr">
            <a:solidFill>
              <a:srgbClr val="E9CD49"/>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66" name="Rectangle 65">
            <a:extLst>
              <a:ext uri="{FF2B5EF4-FFF2-40B4-BE49-F238E27FC236}">
                <a16:creationId xmlns:a16="http://schemas.microsoft.com/office/drawing/2014/main" id="{681D7CD4-E089-6401-6D6B-2F20768A343A}"/>
              </a:ext>
            </a:extLst>
          </p:cNvPr>
          <p:cNvSpPr/>
          <p:nvPr/>
        </p:nvSpPr>
        <p:spPr>
          <a:xfrm>
            <a:off x="5399087" y="2679594"/>
            <a:ext cx="1104000" cy="221109"/>
          </a:xfrm>
          <a:prstGeom prst="rect">
            <a:avLst/>
          </a:prstGeom>
          <a:noFill/>
          <a:ln w="3175" cap="flat" cmpd="sng" algn="ctr">
            <a:no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 cap="flat" cmpd="sng" algn="ctr">
                <a:solidFill>
                  <a:srgbClr val="273142"/>
                </a:solidFill>
                <a:prstDash val="solid"/>
                <a:round/>
                <a:headEnd type="none" w="med" len="med"/>
                <a:tailEnd type="none" w="med" len="med"/>
              </a14:hiddenLine>
            </a:ext>
          </a:extLst>
        </p:spPr>
        <p:txBody>
          <a:bodyPr rot="0" spcFirstLastPara="0" vertOverflow="overflow" horzOverflow="overflow" vert="horz" wrap="square" lIns="96000" tIns="48000" rIns="9600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333333"/>
                </a:solidFill>
                <a:effectLst/>
                <a:uLnTx/>
                <a:uFillTx/>
                <a:latin typeface="Arial"/>
                <a:ea typeface="+mn-ea"/>
                <a:cs typeface="+mn-cs"/>
              </a:rPr>
              <a:t>GBS</a:t>
            </a:r>
          </a:p>
        </p:txBody>
      </p:sp>
      <p:sp>
        <p:nvSpPr>
          <p:cNvPr id="67" name="Rectangle 66">
            <a:extLst>
              <a:ext uri="{FF2B5EF4-FFF2-40B4-BE49-F238E27FC236}">
                <a16:creationId xmlns:a16="http://schemas.microsoft.com/office/drawing/2014/main" id="{9D88AA29-4B88-959A-94B4-C49F6694A251}"/>
              </a:ext>
            </a:extLst>
          </p:cNvPr>
          <p:cNvSpPr/>
          <p:nvPr/>
        </p:nvSpPr>
        <p:spPr>
          <a:xfrm>
            <a:off x="5399087" y="2916076"/>
            <a:ext cx="1104000" cy="857993"/>
          </a:xfrm>
          <a:prstGeom prst="rect">
            <a:avLst/>
          </a:prstGeom>
          <a:solidFill>
            <a:schemeClr val="tx1">
              <a:lumMod val="40000"/>
              <a:lumOff val="60000"/>
              <a:alpha val="44000"/>
            </a:schemeClr>
          </a:solidFill>
          <a:ln w="12700" cap="flat" cmpd="sng" algn="ctr">
            <a:solidFill>
              <a:srgbClr val="FFFFFF"/>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67" b="0" i="0" u="none" strike="noStrike" kern="0" cap="none" spc="0" normalizeH="0" baseline="0" noProof="0">
              <a:ln>
                <a:noFill/>
              </a:ln>
              <a:solidFill>
                <a:srgbClr val="333333"/>
              </a:solidFill>
              <a:effectLst/>
              <a:uLnTx/>
              <a:uFillTx/>
              <a:latin typeface="Arial"/>
              <a:ea typeface="+mn-ea"/>
              <a:cs typeface="+mn-cs"/>
            </a:endParaRPr>
          </a:p>
        </p:txBody>
      </p:sp>
      <p:sp>
        <p:nvSpPr>
          <p:cNvPr id="68" name="Rectangle 67">
            <a:extLst>
              <a:ext uri="{FF2B5EF4-FFF2-40B4-BE49-F238E27FC236}">
                <a16:creationId xmlns:a16="http://schemas.microsoft.com/office/drawing/2014/main" id="{8B37D51A-E8A4-6F8D-6B69-D1DFC7B5B3F0}"/>
              </a:ext>
            </a:extLst>
          </p:cNvPr>
          <p:cNvSpPr/>
          <p:nvPr/>
        </p:nvSpPr>
        <p:spPr>
          <a:xfrm>
            <a:off x="6596124" y="2634810"/>
            <a:ext cx="1177872" cy="265893"/>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6000" tIns="48000" rIns="9600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333333"/>
                </a:solidFill>
                <a:effectLst/>
                <a:uLnTx/>
                <a:uFillTx/>
                <a:latin typeface="Arial"/>
                <a:ea typeface="+mn-ea"/>
                <a:cs typeface="+mn-cs"/>
              </a:rPr>
              <a:t>Retained Org.</a:t>
            </a:r>
          </a:p>
        </p:txBody>
      </p:sp>
      <p:sp>
        <p:nvSpPr>
          <p:cNvPr id="69" name="Rectangle 68">
            <a:extLst>
              <a:ext uri="{FF2B5EF4-FFF2-40B4-BE49-F238E27FC236}">
                <a16:creationId xmlns:a16="http://schemas.microsoft.com/office/drawing/2014/main" id="{3DB47F92-2E3D-6CCF-FAEF-AF584B2B6EF0}"/>
              </a:ext>
            </a:extLst>
          </p:cNvPr>
          <p:cNvSpPr/>
          <p:nvPr/>
        </p:nvSpPr>
        <p:spPr>
          <a:xfrm>
            <a:off x="6596124" y="2916076"/>
            <a:ext cx="1104000" cy="857993"/>
          </a:xfrm>
          <a:prstGeom prst="rect">
            <a:avLst/>
          </a:prstGeom>
          <a:solidFill>
            <a:schemeClr val="tx1">
              <a:lumMod val="75000"/>
              <a:alpha val="28000"/>
            </a:schemeClr>
          </a:solidFill>
          <a:ln w="12700" cap="flat" cmpd="sng" algn="ctr">
            <a:no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67" b="0" i="0" u="none" strike="noStrike" kern="0" cap="none" spc="0" normalizeH="0" baseline="0" noProof="0">
              <a:ln>
                <a:noFill/>
              </a:ln>
              <a:solidFill>
                <a:srgbClr val="333333"/>
              </a:solidFill>
              <a:effectLst/>
              <a:uLnTx/>
              <a:uFillTx/>
              <a:latin typeface="Arial"/>
              <a:ea typeface="+mn-ea"/>
              <a:cs typeface="+mn-cs"/>
            </a:endParaRPr>
          </a:p>
        </p:txBody>
      </p:sp>
      <p:sp>
        <p:nvSpPr>
          <p:cNvPr id="70" name="Rectangle 69">
            <a:extLst>
              <a:ext uri="{FF2B5EF4-FFF2-40B4-BE49-F238E27FC236}">
                <a16:creationId xmlns:a16="http://schemas.microsoft.com/office/drawing/2014/main" id="{C311722E-A6CA-F90E-2903-0F306B6C890D}"/>
              </a:ext>
            </a:extLst>
          </p:cNvPr>
          <p:cNvSpPr/>
          <p:nvPr/>
        </p:nvSpPr>
        <p:spPr>
          <a:xfrm>
            <a:off x="4505325" y="2679595"/>
            <a:ext cx="457699" cy="21261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6000" tIns="48000" rIns="9600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333333"/>
                </a:solidFill>
                <a:effectLst/>
                <a:uLnTx/>
                <a:uFillTx/>
                <a:latin typeface="Arial"/>
                <a:ea typeface="+mn-ea"/>
                <a:cs typeface="+mn-cs"/>
              </a:rPr>
              <a:t>GPO</a:t>
            </a:r>
          </a:p>
        </p:txBody>
      </p:sp>
      <p:cxnSp>
        <p:nvCxnSpPr>
          <p:cNvPr id="71" name="Straight Connector 70">
            <a:extLst>
              <a:ext uri="{FF2B5EF4-FFF2-40B4-BE49-F238E27FC236}">
                <a16:creationId xmlns:a16="http://schemas.microsoft.com/office/drawing/2014/main" id="{4C160C45-1945-5EDE-1616-7115F6DD428C}"/>
              </a:ext>
            </a:extLst>
          </p:cNvPr>
          <p:cNvCxnSpPr/>
          <p:nvPr/>
        </p:nvCxnSpPr>
        <p:spPr>
          <a:xfrm>
            <a:off x="4964817" y="3198840"/>
            <a:ext cx="2626072" cy="0"/>
          </a:xfrm>
          <a:prstGeom prst="line">
            <a:avLst/>
          </a:prstGeom>
          <a:noFill/>
          <a:ln w="19050" cap="flat" cmpd="sng" algn="ctr">
            <a:solidFill>
              <a:srgbClr val="FFE600"/>
            </a:solidFill>
            <a:prstDash val="solid"/>
            <a:round/>
            <a:headEnd type="none" w="sm" len="sm"/>
            <a:tailEnd type="oval" w="med" len="med"/>
          </a:ln>
          <a:effectLst/>
        </p:spPr>
      </p:cxnSp>
      <p:sp>
        <p:nvSpPr>
          <p:cNvPr id="72" name="Rectangle 71">
            <a:extLst>
              <a:ext uri="{FF2B5EF4-FFF2-40B4-BE49-F238E27FC236}">
                <a16:creationId xmlns:a16="http://schemas.microsoft.com/office/drawing/2014/main" id="{8A26F263-1553-CBA8-852E-3934303F5525}"/>
              </a:ext>
            </a:extLst>
          </p:cNvPr>
          <p:cNvSpPr/>
          <p:nvPr/>
        </p:nvSpPr>
        <p:spPr>
          <a:xfrm>
            <a:off x="4963024" y="3041500"/>
            <a:ext cx="436063" cy="15734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Design</a:t>
            </a:r>
          </a:p>
        </p:txBody>
      </p:sp>
      <p:cxnSp>
        <p:nvCxnSpPr>
          <p:cNvPr id="73" name="Straight Connector 72">
            <a:extLst>
              <a:ext uri="{FF2B5EF4-FFF2-40B4-BE49-F238E27FC236}">
                <a16:creationId xmlns:a16="http://schemas.microsoft.com/office/drawing/2014/main" id="{0644829C-5D7A-DB7E-4CA9-5E4999A090DD}"/>
              </a:ext>
            </a:extLst>
          </p:cNvPr>
          <p:cNvCxnSpPr/>
          <p:nvPr/>
        </p:nvCxnSpPr>
        <p:spPr>
          <a:xfrm>
            <a:off x="4964817" y="3559733"/>
            <a:ext cx="2626072" cy="0"/>
          </a:xfrm>
          <a:prstGeom prst="line">
            <a:avLst/>
          </a:prstGeom>
          <a:noFill/>
          <a:ln w="19050" cap="flat" cmpd="sng" algn="ctr">
            <a:solidFill>
              <a:srgbClr val="FFE600"/>
            </a:solidFill>
            <a:prstDash val="solid"/>
            <a:round/>
            <a:headEnd type="none" w="sm" len="sm"/>
            <a:tailEnd type="oval" w="med" len="med"/>
          </a:ln>
          <a:effectLst/>
        </p:spPr>
      </p:cxnSp>
      <p:sp>
        <p:nvSpPr>
          <p:cNvPr id="74" name="Rectangle 73">
            <a:extLst>
              <a:ext uri="{FF2B5EF4-FFF2-40B4-BE49-F238E27FC236}">
                <a16:creationId xmlns:a16="http://schemas.microsoft.com/office/drawing/2014/main" id="{84B2B734-62D6-E0D0-24BD-DAAADF3E92E6}"/>
              </a:ext>
            </a:extLst>
          </p:cNvPr>
          <p:cNvSpPr/>
          <p:nvPr/>
        </p:nvSpPr>
        <p:spPr>
          <a:xfrm>
            <a:off x="4963024" y="3402393"/>
            <a:ext cx="436063" cy="15734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Build</a:t>
            </a:r>
          </a:p>
        </p:txBody>
      </p:sp>
      <p:sp>
        <p:nvSpPr>
          <p:cNvPr id="75" name="Rectangle 74">
            <a:extLst>
              <a:ext uri="{FF2B5EF4-FFF2-40B4-BE49-F238E27FC236}">
                <a16:creationId xmlns:a16="http://schemas.microsoft.com/office/drawing/2014/main" id="{ADA3BBB9-D3F5-8124-CA23-F0886F4097BC}"/>
              </a:ext>
            </a:extLst>
          </p:cNvPr>
          <p:cNvSpPr/>
          <p:nvPr/>
        </p:nvSpPr>
        <p:spPr>
          <a:xfrm>
            <a:off x="8125740" y="2928261"/>
            <a:ext cx="439477" cy="857992"/>
          </a:xfrm>
          <a:prstGeom prst="rect">
            <a:avLst/>
          </a:prstGeom>
          <a:solidFill>
            <a:srgbClr val="E9CD49"/>
          </a:solidFill>
          <a:ln w="3175" cap="flat" cmpd="sng" algn="ctr">
            <a:solidFill>
              <a:srgbClr val="E9CD49"/>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endParaRPr>
          </a:p>
        </p:txBody>
      </p:sp>
      <p:sp>
        <p:nvSpPr>
          <p:cNvPr id="76" name="Rectangle 75">
            <a:extLst>
              <a:ext uri="{FF2B5EF4-FFF2-40B4-BE49-F238E27FC236}">
                <a16:creationId xmlns:a16="http://schemas.microsoft.com/office/drawing/2014/main" id="{46B3B026-2D39-0DD4-96CF-9B97721CFD90}"/>
              </a:ext>
            </a:extLst>
          </p:cNvPr>
          <p:cNvSpPr/>
          <p:nvPr/>
        </p:nvSpPr>
        <p:spPr>
          <a:xfrm>
            <a:off x="8999486" y="2691779"/>
            <a:ext cx="1104000" cy="221109"/>
          </a:xfrm>
          <a:prstGeom prst="rect">
            <a:avLst/>
          </a:prstGeom>
          <a:noFill/>
          <a:ln w="3175" cap="flat" cmpd="sng" algn="ctr">
            <a:no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175" cap="flat" cmpd="sng" algn="ctr">
                <a:solidFill>
                  <a:srgbClr val="273142"/>
                </a:solidFill>
                <a:prstDash val="solid"/>
                <a:round/>
                <a:headEnd type="none" w="med" len="med"/>
                <a:tailEnd type="none" w="med" len="med"/>
              </a14:hiddenLine>
            </a:ext>
          </a:extLst>
        </p:spPr>
        <p:txBody>
          <a:bodyPr rot="0" spcFirstLastPara="0" vertOverflow="overflow" horzOverflow="overflow" vert="horz" wrap="square" lIns="96000" tIns="48000" rIns="9600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333333"/>
                </a:solidFill>
                <a:effectLst/>
                <a:uLnTx/>
                <a:uFillTx/>
                <a:latin typeface="Arial"/>
                <a:ea typeface="+mn-ea"/>
                <a:cs typeface="+mn-cs"/>
              </a:rPr>
              <a:t>GBS</a:t>
            </a:r>
          </a:p>
        </p:txBody>
      </p:sp>
      <p:sp>
        <p:nvSpPr>
          <p:cNvPr id="77" name="Rectangle 76">
            <a:extLst>
              <a:ext uri="{FF2B5EF4-FFF2-40B4-BE49-F238E27FC236}">
                <a16:creationId xmlns:a16="http://schemas.microsoft.com/office/drawing/2014/main" id="{BAC0AE95-5032-17BA-E60F-91F0158D3EFE}"/>
              </a:ext>
            </a:extLst>
          </p:cNvPr>
          <p:cNvSpPr/>
          <p:nvPr/>
        </p:nvSpPr>
        <p:spPr>
          <a:xfrm>
            <a:off x="8999486" y="2928261"/>
            <a:ext cx="1104000" cy="857993"/>
          </a:xfrm>
          <a:prstGeom prst="rect">
            <a:avLst/>
          </a:prstGeom>
          <a:solidFill>
            <a:schemeClr val="tx1">
              <a:lumMod val="40000"/>
              <a:lumOff val="60000"/>
              <a:alpha val="44000"/>
            </a:schemeClr>
          </a:solidFill>
          <a:ln w="12700" cap="flat" cmpd="sng" algn="ctr">
            <a:solidFill>
              <a:srgbClr val="FFFFFF"/>
            </a:solid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67" b="0" i="0" u="none" strike="noStrike" kern="0" cap="none" spc="0" normalizeH="0" baseline="0" noProof="0">
              <a:ln>
                <a:noFill/>
              </a:ln>
              <a:solidFill>
                <a:srgbClr val="333333"/>
              </a:solidFill>
              <a:effectLst/>
              <a:uLnTx/>
              <a:uFillTx/>
              <a:latin typeface="Arial"/>
              <a:ea typeface="+mn-ea"/>
              <a:cs typeface="+mn-cs"/>
            </a:endParaRPr>
          </a:p>
        </p:txBody>
      </p:sp>
      <p:sp>
        <p:nvSpPr>
          <p:cNvPr id="78" name="Rectangle 77">
            <a:extLst>
              <a:ext uri="{FF2B5EF4-FFF2-40B4-BE49-F238E27FC236}">
                <a16:creationId xmlns:a16="http://schemas.microsoft.com/office/drawing/2014/main" id="{008CD37E-E62F-3F25-B78C-60C0B9028628}"/>
              </a:ext>
            </a:extLst>
          </p:cNvPr>
          <p:cNvSpPr/>
          <p:nvPr/>
        </p:nvSpPr>
        <p:spPr>
          <a:xfrm>
            <a:off x="10130726" y="2680804"/>
            <a:ext cx="1177871" cy="232084"/>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6000" tIns="48000" rIns="9600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333333"/>
                </a:solidFill>
                <a:effectLst/>
                <a:uLnTx/>
                <a:uFillTx/>
                <a:latin typeface="Arial"/>
                <a:ea typeface="+mn-ea"/>
                <a:cs typeface="+mn-cs"/>
              </a:rPr>
              <a:t>Retained Org.</a:t>
            </a:r>
          </a:p>
        </p:txBody>
      </p:sp>
      <p:sp>
        <p:nvSpPr>
          <p:cNvPr id="79" name="Rectangle 78">
            <a:extLst>
              <a:ext uri="{FF2B5EF4-FFF2-40B4-BE49-F238E27FC236}">
                <a16:creationId xmlns:a16="http://schemas.microsoft.com/office/drawing/2014/main" id="{46C64AA7-353A-23AD-1FCB-33D65DE42654}"/>
              </a:ext>
            </a:extLst>
          </p:cNvPr>
          <p:cNvSpPr/>
          <p:nvPr/>
        </p:nvSpPr>
        <p:spPr>
          <a:xfrm>
            <a:off x="10196524" y="2928261"/>
            <a:ext cx="1104000" cy="857993"/>
          </a:xfrm>
          <a:prstGeom prst="rect">
            <a:avLst/>
          </a:prstGeom>
          <a:solidFill>
            <a:schemeClr val="tx1">
              <a:lumMod val="75000"/>
              <a:alpha val="28000"/>
            </a:schemeClr>
          </a:solidFill>
          <a:ln w="12700" cap="flat" cmpd="sng" algn="ctr">
            <a:noFill/>
            <a:prstDash val="solid"/>
            <a:round/>
            <a:headEnd type="none" w="med" len="med"/>
            <a:tailEnd type="none" w="med" len="med"/>
          </a:ln>
          <a:effectLst/>
        </p:spPr>
        <p:txBody>
          <a:bodyPr rot="0" spcFirstLastPara="0" vertOverflow="overflow" horzOverflow="overflow" vert="horz" wrap="square" lIns="96000" tIns="96000" rIns="96000" bIns="9600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67" b="0" i="0" u="none" strike="noStrike" kern="0" cap="none" spc="0" normalizeH="0" baseline="0" noProof="0">
              <a:ln>
                <a:noFill/>
              </a:ln>
              <a:solidFill>
                <a:srgbClr val="333333"/>
              </a:solidFill>
              <a:effectLst/>
              <a:uLnTx/>
              <a:uFillTx/>
              <a:latin typeface="Arial"/>
              <a:ea typeface="+mn-ea"/>
              <a:cs typeface="+mn-cs"/>
            </a:endParaRPr>
          </a:p>
        </p:txBody>
      </p:sp>
      <p:sp>
        <p:nvSpPr>
          <p:cNvPr id="80" name="Rectangle 79">
            <a:extLst>
              <a:ext uri="{FF2B5EF4-FFF2-40B4-BE49-F238E27FC236}">
                <a16:creationId xmlns:a16="http://schemas.microsoft.com/office/drawing/2014/main" id="{46BBBAFB-6F89-3567-C2BF-F74B209F8240}"/>
              </a:ext>
            </a:extLst>
          </p:cNvPr>
          <p:cNvSpPr/>
          <p:nvPr/>
        </p:nvSpPr>
        <p:spPr>
          <a:xfrm>
            <a:off x="8067675" y="2691779"/>
            <a:ext cx="524270" cy="257575"/>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96000" tIns="48000" rIns="96000" bIns="4800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333333"/>
                </a:solidFill>
                <a:effectLst/>
                <a:uLnTx/>
                <a:uFillTx/>
                <a:latin typeface="Arial"/>
                <a:ea typeface="+mn-ea"/>
                <a:cs typeface="+mn-cs"/>
              </a:rPr>
              <a:t>GSO*</a:t>
            </a:r>
          </a:p>
        </p:txBody>
      </p:sp>
      <p:cxnSp>
        <p:nvCxnSpPr>
          <p:cNvPr id="81" name="Straight Connector 80">
            <a:extLst>
              <a:ext uri="{FF2B5EF4-FFF2-40B4-BE49-F238E27FC236}">
                <a16:creationId xmlns:a16="http://schemas.microsoft.com/office/drawing/2014/main" id="{81B5C57B-666B-A534-100D-C45C2F58CDA9}"/>
              </a:ext>
            </a:extLst>
          </p:cNvPr>
          <p:cNvCxnSpPr/>
          <p:nvPr/>
        </p:nvCxnSpPr>
        <p:spPr>
          <a:xfrm>
            <a:off x="8565217" y="3070702"/>
            <a:ext cx="2613452" cy="0"/>
          </a:xfrm>
          <a:prstGeom prst="line">
            <a:avLst/>
          </a:prstGeom>
          <a:noFill/>
          <a:ln w="19050" cap="flat" cmpd="sng" algn="ctr">
            <a:solidFill>
              <a:srgbClr val="FFE600"/>
            </a:solidFill>
            <a:prstDash val="solid"/>
            <a:round/>
            <a:headEnd type="none" w="sm" len="sm"/>
            <a:tailEnd type="oval" w="med" len="med"/>
          </a:ln>
          <a:effectLst/>
        </p:spPr>
      </p:cxnSp>
      <p:sp>
        <p:nvSpPr>
          <p:cNvPr id="82" name="Rectangle 81">
            <a:extLst>
              <a:ext uri="{FF2B5EF4-FFF2-40B4-BE49-F238E27FC236}">
                <a16:creationId xmlns:a16="http://schemas.microsoft.com/office/drawing/2014/main" id="{5D495532-F7B8-BBC3-0CB8-D05FC0541C0F}"/>
              </a:ext>
            </a:extLst>
          </p:cNvPr>
          <p:cNvSpPr/>
          <p:nvPr/>
        </p:nvSpPr>
        <p:spPr>
          <a:xfrm>
            <a:off x="8563424" y="2913362"/>
            <a:ext cx="436063" cy="15734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Design</a:t>
            </a:r>
          </a:p>
        </p:txBody>
      </p:sp>
      <p:cxnSp>
        <p:nvCxnSpPr>
          <p:cNvPr id="83" name="Straight Connector 82">
            <a:extLst>
              <a:ext uri="{FF2B5EF4-FFF2-40B4-BE49-F238E27FC236}">
                <a16:creationId xmlns:a16="http://schemas.microsoft.com/office/drawing/2014/main" id="{9B4369A8-EBF7-3C25-62CA-2D3BEEB1236A}"/>
              </a:ext>
            </a:extLst>
          </p:cNvPr>
          <p:cNvCxnSpPr/>
          <p:nvPr/>
        </p:nvCxnSpPr>
        <p:spPr>
          <a:xfrm>
            <a:off x="8565217" y="3270829"/>
            <a:ext cx="2613452" cy="0"/>
          </a:xfrm>
          <a:prstGeom prst="line">
            <a:avLst/>
          </a:prstGeom>
          <a:noFill/>
          <a:ln w="19050" cap="flat" cmpd="sng" algn="ctr">
            <a:solidFill>
              <a:srgbClr val="FFE600"/>
            </a:solidFill>
            <a:prstDash val="solid"/>
            <a:round/>
            <a:headEnd type="none" w="sm" len="sm"/>
            <a:tailEnd type="oval" w="med" len="med"/>
          </a:ln>
          <a:effectLst/>
        </p:spPr>
      </p:cxnSp>
      <p:sp>
        <p:nvSpPr>
          <p:cNvPr id="84" name="Rectangle 83">
            <a:extLst>
              <a:ext uri="{FF2B5EF4-FFF2-40B4-BE49-F238E27FC236}">
                <a16:creationId xmlns:a16="http://schemas.microsoft.com/office/drawing/2014/main" id="{A1B3652A-46B3-C145-E892-79EAAD71B8CA}"/>
              </a:ext>
            </a:extLst>
          </p:cNvPr>
          <p:cNvSpPr/>
          <p:nvPr/>
        </p:nvSpPr>
        <p:spPr>
          <a:xfrm>
            <a:off x="8563424" y="3113489"/>
            <a:ext cx="436063" cy="15734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Build</a:t>
            </a:r>
          </a:p>
        </p:txBody>
      </p:sp>
      <p:cxnSp>
        <p:nvCxnSpPr>
          <p:cNvPr id="85" name="Straight Connector 84">
            <a:extLst>
              <a:ext uri="{FF2B5EF4-FFF2-40B4-BE49-F238E27FC236}">
                <a16:creationId xmlns:a16="http://schemas.microsoft.com/office/drawing/2014/main" id="{F181779B-E5A9-8423-C649-1AD04BA58DCC}"/>
              </a:ext>
            </a:extLst>
          </p:cNvPr>
          <p:cNvCxnSpPr/>
          <p:nvPr/>
        </p:nvCxnSpPr>
        <p:spPr>
          <a:xfrm>
            <a:off x="8565217" y="3470955"/>
            <a:ext cx="2613452" cy="0"/>
          </a:xfrm>
          <a:prstGeom prst="line">
            <a:avLst/>
          </a:prstGeom>
          <a:noFill/>
          <a:ln w="19050" cap="flat" cmpd="sng" algn="ctr">
            <a:solidFill>
              <a:srgbClr val="FFE600"/>
            </a:solidFill>
            <a:prstDash val="solid"/>
            <a:round/>
            <a:headEnd type="none" w="sm" len="sm"/>
            <a:tailEnd type="oval" w="med" len="med"/>
          </a:ln>
          <a:effectLst/>
        </p:spPr>
      </p:cxnSp>
      <p:sp>
        <p:nvSpPr>
          <p:cNvPr id="86" name="Rectangle 85">
            <a:extLst>
              <a:ext uri="{FF2B5EF4-FFF2-40B4-BE49-F238E27FC236}">
                <a16:creationId xmlns:a16="http://schemas.microsoft.com/office/drawing/2014/main" id="{9417FD06-4664-DFBF-D1AB-67CE64F7D77D}"/>
              </a:ext>
            </a:extLst>
          </p:cNvPr>
          <p:cNvSpPr/>
          <p:nvPr/>
        </p:nvSpPr>
        <p:spPr>
          <a:xfrm>
            <a:off x="8563424" y="3313615"/>
            <a:ext cx="436063" cy="15734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Operate</a:t>
            </a:r>
          </a:p>
        </p:txBody>
      </p:sp>
      <p:cxnSp>
        <p:nvCxnSpPr>
          <p:cNvPr id="87" name="Straight Connector 86">
            <a:extLst>
              <a:ext uri="{FF2B5EF4-FFF2-40B4-BE49-F238E27FC236}">
                <a16:creationId xmlns:a16="http://schemas.microsoft.com/office/drawing/2014/main" id="{3114818D-1BAB-2E23-BD84-E7810823872B}"/>
              </a:ext>
            </a:extLst>
          </p:cNvPr>
          <p:cNvCxnSpPr/>
          <p:nvPr/>
        </p:nvCxnSpPr>
        <p:spPr>
          <a:xfrm>
            <a:off x="8565217" y="3671081"/>
            <a:ext cx="2613452" cy="0"/>
          </a:xfrm>
          <a:prstGeom prst="line">
            <a:avLst/>
          </a:prstGeom>
          <a:noFill/>
          <a:ln w="19050" cap="flat" cmpd="sng" algn="ctr">
            <a:solidFill>
              <a:srgbClr val="FFE600"/>
            </a:solidFill>
            <a:prstDash val="solid"/>
            <a:round/>
            <a:headEnd type="none" w="sm" len="sm"/>
            <a:tailEnd type="oval" w="med" len="med"/>
          </a:ln>
          <a:effectLst/>
        </p:spPr>
      </p:cxnSp>
      <p:sp>
        <p:nvSpPr>
          <p:cNvPr id="88" name="Rectangle 87">
            <a:extLst>
              <a:ext uri="{FF2B5EF4-FFF2-40B4-BE49-F238E27FC236}">
                <a16:creationId xmlns:a16="http://schemas.microsoft.com/office/drawing/2014/main" id="{9BDE3D91-3F0D-F6DF-CE17-29AADFB48DF1}"/>
              </a:ext>
            </a:extLst>
          </p:cNvPr>
          <p:cNvSpPr/>
          <p:nvPr/>
        </p:nvSpPr>
        <p:spPr>
          <a:xfrm>
            <a:off x="8563424" y="3513741"/>
            <a:ext cx="436063" cy="157340"/>
          </a:xfrm>
          <a:prstGeom prst="rect">
            <a:avLst/>
          </a:prstGeom>
          <a:noFill/>
          <a:ln w="3175" cap="flat" cmpd="sng" algn="ctr">
            <a:noFill/>
            <a:prstDash val="solid"/>
          </a:ln>
          <a:effectLst/>
          <a:extLst>
            <a:ext uri="{909E8E84-426E-40DD-AFC4-6F175D3DCCD1}">
              <a14:hiddenFill xmlns:a14="http://schemas.microsoft.com/office/drawing/2010/main">
                <a:solidFill>
                  <a:schemeClr val="accent1"/>
                </a:solidFill>
              </a14:hiddenFill>
            </a:ext>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333333"/>
                </a:solidFill>
                <a:effectLst/>
                <a:uLnTx/>
                <a:uFillTx/>
                <a:latin typeface="Arial"/>
                <a:ea typeface="Nokia Pure Text Light" panose="020B0403020202020204" pitchFamily="34" charset="0"/>
                <a:cs typeface="+mn-cs"/>
              </a:rPr>
              <a:t>IT</a:t>
            </a:r>
          </a:p>
        </p:txBody>
      </p:sp>
      <p:grpSp>
        <p:nvGrpSpPr>
          <p:cNvPr id="89" name="Group 88">
            <a:extLst>
              <a:ext uri="{FF2B5EF4-FFF2-40B4-BE49-F238E27FC236}">
                <a16:creationId xmlns:a16="http://schemas.microsoft.com/office/drawing/2014/main" id="{11AB0DD8-18A7-D137-1DE1-30BB60F03297}"/>
              </a:ext>
            </a:extLst>
          </p:cNvPr>
          <p:cNvGrpSpPr/>
          <p:nvPr/>
        </p:nvGrpSpPr>
        <p:grpSpPr>
          <a:xfrm>
            <a:off x="924941" y="6020071"/>
            <a:ext cx="10513976" cy="720002"/>
            <a:chOff x="924941" y="5098016"/>
            <a:chExt cx="10513976" cy="484905"/>
          </a:xfrm>
        </p:grpSpPr>
        <p:sp>
          <p:nvSpPr>
            <p:cNvPr id="90" name="TextBox 89">
              <a:extLst>
                <a:ext uri="{FF2B5EF4-FFF2-40B4-BE49-F238E27FC236}">
                  <a16:creationId xmlns:a16="http://schemas.microsoft.com/office/drawing/2014/main" id="{72E8DCEC-BA50-7690-38EB-7D07A2E20816}"/>
                </a:ext>
              </a:extLst>
            </p:cNvPr>
            <p:cNvSpPr txBox="1"/>
            <p:nvPr/>
          </p:nvSpPr>
          <p:spPr>
            <a:xfrm>
              <a:off x="924941" y="5098019"/>
              <a:ext cx="3321258" cy="484902"/>
            </a:xfrm>
            <a:prstGeom prst="roundRect">
              <a:avLst/>
            </a:prstGeom>
            <a:solidFill>
              <a:srgbClr val="C0C0C0">
                <a:lumMod val="20000"/>
                <a:lumOff val="80000"/>
              </a:srgbClr>
            </a:solidFill>
          </p:spPr>
          <p:txBody>
            <a:bodyPr wrap="square" lIns="72000" tIns="72000" rIns="72000" bIns="72000" rtlCol="0" anchor="ctr">
              <a:noAutofit/>
            </a:bodyPr>
            <a:lstStyle/>
            <a:p>
              <a:pPr marL="0" marR="0" lvl="0" indent="0" algn="l" defTabSz="914400" rtl="0" eaLnBrk="1" fontAlgn="auto" latinLnBrk="0" hangingPunct="1">
                <a:lnSpc>
                  <a:spcPct val="100000"/>
                </a:lnSpc>
                <a:spcBef>
                  <a:spcPts val="0"/>
                </a:spcBef>
                <a:spcAft>
                  <a:spcPts val="600"/>
                </a:spcAft>
                <a:buClr>
                  <a:srgbClr val="FFE600"/>
                </a:buClr>
                <a:buSzPct val="70000"/>
                <a:buFontTx/>
                <a:buNone/>
                <a:tabLst/>
                <a:defRPr/>
              </a:pPr>
              <a:r>
                <a:rPr kumimoji="0" lang="en-US" sz="1050" b="0" i="1" u="none" strike="noStrike" kern="0" cap="none" spc="0" normalizeH="0" baseline="0" noProof="0">
                  <a:ln>
                    <a:noFill/>
                  </a:ln>
                  <a:solidFill>
                    <a:srgbClr val="333333"/>
                  </a:solidFill>
                  <a:effectLst/>
                  <a:uLnTx/>
                  <a:uFillTx/>
                  <a:latin typeface="Arial"/>
                  <a:ea typeface="+mn-ea"/>
                  <a:cs typeface="+mn-cs"/>
                </a:rPr>
                <a:t>Focus on process governance and process design. GPO light model is a common starting point to setup process in a GBS or SSC/BPO environment.</a:t>
              </a:r>
            </a:p>
          </p:txBody>
        </p:sp>
        <p:sp>
          <p:nvSpPr>
            <p:cNvPr id="91" name="TextBox 90">
              <a:extLst>
                <a:ext uri="{FF2B5EF4-FFF2-40B4-BE49-F238E27FC236}">
                  <a16:creationId xmlns:a16="http://schemas.microsoft.com/office/drawing/2014/main" id="{2DFAB3AC-7BE0-6058-3B9D-63C736FD95EC}"/>
                </a:ext>
              </a:extLst>
            </p:cNvPr>
            <p:cNvSpPr txBox="1"/>
            <p:nvPr/>
          </p:nvSpPr>
          <p:spPr>
            <a:xfrm>
              <a:off x="4552162" y="5098017"/>
              <a:ext cx="3321258" cy="484903"/>
            </a:xfrm>
            <a:prstGeom prst="roundRect">
              <a:avLst/>
            </a:prstGeom>
            <a:solidFill>
              <a:srgbClr val="C0C0C0">
                <a:lumMod val="20000"/>
                <a:lumOff val="80000"/>
              </a:srgbClr>
            </a:solidFill>
          </p:spPr>
          <p:txBody>
            <a:bodyPr wrap="square" lIns="72000" tIns="72000" rIns="72000" bIns="72000" rtlCol="0" anchor="ctr">
              <a:noAutofit/>
            </a:bodyPr>
            <a:lstStyle/>
            <a:p>
              <a:pPr marL="0" marR="0" lvl="0" indent="0" algn="l" defTabSz="914400" rtl="0" eaLnBrk="1" fontAlgn="auto" latinLnBrk="0" hangingPunct="1">
                <a:lnSpc>
                  <a:spcPct val="100000"/>
                </a:lnSpc>
                <a:spcBef>
                  <a:spcPts val="0"/>
                </a:spcBef>
                <a:spcAft>
                  <a:spcPts val="600"/>
                </a:spcAft>
                <a:buClr>
                  <a:srgbClr val="FFE600"/>
                </a:buClr>
                <a:buSzPct val="70000"/>
                <a:buFontTx/>
                <a:buNone/>
                <a:tabLst/>
                <a:defRPr/>
              </a:pPr>
              <a:r>
                <a:rPr kumimoji="0" lang="en-US" sz="1050" b="0" i="1" u="none" strike="noStrike" kern="0" cap="none" spc="0" normalizeH="0" baseline="0" noProof="0">
                  <a:ln>
                    <a:noFill/>
                  </a:ln>
                  <a:solidFill>
                    <a:srgbClr val="333333"/>
                  </a:solidFill>
                  <a:effectLst/>
                  <a:uLnTx/>
                  <a:uFillTx/>
                  <a:latin typeface="Arial"/>
                  <a:ea typeface="+mn-ea"/>
                  <a:cs typeface="+mn-cs"/>
                </a:rPr>
                <a:t>The GPO has full responsibility for process governance in regards to design and build on a global scale incl. process governance for retained/local functions.</a:t>
              </a:r>
            </a:p>
          </p:txBody>
        </p:sp>
        <p:sp>
          <p:nvSpPr>
            <p:cNvPr id="92" name="TextBox 91">
              <a:extLst>
                <a:ext uri="{FF2B5EF4-FFF2-40B4-BE49-F238E27FC236}">
                  <a16:creationId xmlns:a16="http://schemas.microsoft.com/office/drawing/2014/main" id="{E322E98B-5C57-D8B0-4DFF-B285A55831CE}"/>
                </a:ext>
              </a:extLst>
            </p:cNvPr>
            <p:cNvSpPr txBox="1"/>
            <p:nvPr/>
          </p:nvSpPr>
          <p:spPr>
            <a:xfrm>
              <a:off x="8117659" y="5098016"/>
              <a:ext cx="3321258" cy="484903"/>
            </a:xfrm>
            <a:prstGeom prst="roundRect">
              <a:avLst/>
            </a:prstGeom>
            <a:solidFill>
              <a:srgbClr val="C0C0C0">
                <a:lumMod val="20000"/>
                <a:lumOff val="80000"/>
              </a:srgbClr>
            </a:solidFill>
          </p:spPr>
          <p:txBody>
            <a:bodyPr wrap="square" lIns="72000" tIns="72000" rIns="72000" bIns="72000" rtlCol="0" anchor="ctr">
              <a:noAutofit/>
            </a:bodyPr>
            <a:lstStyle/>
            <a:p>
              <a:pPr marL="0" marR="0" lvl="0" indent="0" algn="l" defTabSz="914400" rtl="0" eaLnBrk="1" fontAlgn="auto" latinLnBrk="0" hangingPunct="1">
                <a:lnSpc>
                  <a:spcPct val="100000"/>
                </a:lnSpc>
                <a:spcBef>
                  <a:spcPts val="0"/>
                </a:spcBef>
                <a:spcAft>
                  <a:spcPts val="600"/>
                </a:spcAft>
                <a:buClr>
                  <a:srgbClr val="FFE600"/>
                </a:buClr>
                <a:buSzPct val="70000"/>
                <a:buFontTx/>
                <a:buNone/>
                <a:tabLst/>
                <a:defRPr/>
              </a:pPr>
              <a:r>
                <a:rPr kumimoji="0" lang="en-US" sz="1050" b="0" i="1" u="none" strike="noStrike" kern="0" cap="none" spc="0" normalizeH="0" baseline="0" noProof="0">
                  <a:ln>
                    <a:noFill/>
                  </a:ln>
                  <a:solidFill>
                    <a:srgbClr val="333333"/>
                  </a:solidFill>
                  <a:effectLst/>
                  <a:uLnTx/>
                  <a:uFillTx/>
                  <a:latin typeface="Arial"/>
                  <a:ea typeface="+mn-ea"/>
                  <a:cs typeface="+mn-cs"/>
                </a:rPr>
                <a:t>GPO focuses on E2E process responsibility for design, build, and execute. The governance embraces also IT solution design and driving of new technologies. </a:t>
              </a:r>
            </a:p>
          </p:txBody>
        </p:sp>
      </p:grpSp>
      <p:sp>
        <p:nvSpPr>
          <p:cNvPr id="93" name="TextBox 92">
            <a:extLst>
              <a:ext uri="{FF2B5EF4-FFF2-40B4-BE49-F238E27FC236}">
                <a16:creationId xmlns:a16="http://schemas.microsoft.com/office/drawing/2014/main" id="{2DE86524-5E1E-6AD9-29DA-DFED6C1A9FFB}"/>
              </a:ext>
            </a:extLst>
          </p:cNvPr>
          <p:cNvSpPr txBox="1"/>
          <p:nvPr/>
        </p:nvSpPr>
        <p:spPr>
          <a:xfrm>
            <a:off x="4221898" y="1863895"/>
            <a:ext cx="3783090" cy="4968150"/>
          </a:xfrm>
          <a:prstGeom prst="rect">
            <a:avLst/>
          </a:prstGeom>
          <a:noFill/>
          <a:ln w="19050">
            <a:solidFill>
              <a:schemeClr val="accent4"/>
            </a:solidFill>
          </a:ln>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err="1">
              <a:ln>
                <a:noFill/>
              </a:ln>
              <a:solidFill>
                <a:srgbClr val="333333"/>
              </a:solidFill>
              <a:effectLst/>
              <a:uLnTx/>
              <a:uFillTx/>
              <a:latin typeface="Arial"/>
              <a:ea typeface="+mn-ea"/>
              <a:cs typeface="+mn-cs"/>
            </a:endParaRPr>
          </a:p>
        </p:txBody>
      </p:sp>
      <p:sp>
        <p:nvSpPr>
          <p:cNvPr id="94" name="Speech Bubble: Rectangle with Corners Rounded 93">
            <a:extLst>
              <a:ext uri="{FF2B5EF4-FFF2-40B4-BE49-F238E27FC236}">
                <a16:creationId xmlns:a16="http://schemas.microsoft.com/office/drawing/2014/main" id="{CCF73789-58B6-D5D7-264D-6ED4A5E4D4CE}"/>
              </a:ext>
            </a:extLst>
          </p:cNvPr>
          <p:cNvSpPr/>
          <p:nvPr/>
        </p:nvSpPr>
        <p:spPr bwMode="auto">
          <a:xfrm>
            <a:off x="6297815" y="4506014"/>
            <a:ext cx="1568453" cy="966467"/>
          </a:xfrm>
          <a:prstGeom prst="wedgeRoundRectCallout">
            <a:avLst>
              <a:gd name="adj1" fmla="val -59110"/>
              <a:gd name="adj2" fmla="val 37758"/>
              <a:gd name="adj3" fmla="val 16667"/>
            </a:avLst>
          </a:prstGeom>
          <a:solidFill>
            <a:srgbClr val="F2DE8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333333"/>
                </a:solidFill>
                <a:effectLst/>
                <a:uLnTx/>
                <a:uFillTx/>
                <a:latin typeface="Arial"/>
                <a:ea typeface="+mn-ea"/>
                <a:cs typeface="Arial"/>
              </a:rPr>
              <a:t>Process Execution is assumed to be the responsibility of the Tower Lead, with IT Solution Design being the responsibility of IT </a:t>
            </a:r>
          </a:p>
        </p:txBody>
      </p:sp>
      <p:sp>
        <p:nvSpPr>
          <p:cNvPr id="95" name="Speech Bubble: Rectangle with Corners Rounded 94">
            <a:extLst>
              <a:ext uri="{FF2B5EF4-FFF2-40B4-BE49-F238E27FC236}">
                <a16:creationId xmlns:a16="http://schemas.microsoft.com/office/drawing/2014/main" id="{113F5350-7CAC-3DCF-C51E-08AA1BC9AF43}"/>
              </a:ext>
            </a:extLst>
          </p:cNvPr>
          <p:cNvSpPr/>
          <p:nvPr/>
        </p:nvSpPr>
        <p:spPr bwMode="auto">
          <a:xfrm>
            <a:off x="2647567" y="4511041"/>
            <a:ext cx="1442074" cy="966467"/>
          </a:xfrm>
          <a:prstGeom prst="wedgeRoundRectCallout">
            <a:avLst>
              <a:gd name="adj1" fmla="val -59110"/>
              <a:gd name="adj2" fmla="val 37758"/>
              <a:gd name="adj3" fmla="val 16667"/>
            </a:avLst>
          </a:prstGeom>
          <a:solidFill>
            <a:srgbClr val="F2DE8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333333"/>
                </a:solidFill>
                <a:effectLst/>
                <a:uLnTx/>
                <a:uFillTx/>
                <a:latin typeface="Arial"/>
                <a:ea typeface="+mn-ea"/>
                <a:cs typeface="Arial"/>
              </a:rPr>
              <a:t>Currently the Global GPO is operating in a GPO Light Model </a:t>
            </a:r>
          </a:p>
        </p:txBody>
      </p:sp>
    </p:spTree>
    <p:extLst>
      <p:ext uri="{BB962C8B-B14F-4D97-AF65-F5344CB8AC3E}">
        <p14:creationId xmlns:p14="http://schemas.microsoft.com/office/powerpoint/2010/main" val="2986584773"/>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5FE9F6-D650-ED59-2557-69B228F0D997}"/>
              </a:ext>
            </a:extLst>
          </p:cNvPr>
          <p:cNvSpPr>
            <a:spLocks noGrp="1"/>
          </p:cNvSpPr>
          <p:nvPr>
            <p:ph type="title"/>
          </p:nvPr>
        </p:nvSpPr>
        <p:spPr/>
        <p:txBody>
          <a:bodyPr/>
          <a:lstStyle/>
          <a:p>
            <a:r>
              <a:rPr kumimoji="0" lang="en-GB" sz="2400" b="1" i="0" u="none" strike="noStrike" kern="1200" cap="none" spc="0" normalizeH="0" baseline="0" noProof="0">
                <a:ln>
                  <a:noFill/>
                </a:ln>
                <a:solidFill>
                  <a:srgbClr val="333333"/>
                </a:solidFill>
                <a:effectLst/>
                <a:uLnTx/>
                <a:uFillTx/>
                <a:latin typeface="Arial"/>
                <a:ea typeface="+mj-ea"/>
                <a:cs typeface="+mj-cs"/>
              </a:rPr>
              <a:t>Responsibilities of Global Process Owners (GPO)</a:t>
            </a:r>
            <a:br>
              <a:rPr kumimoji="0" lang="en-GB" sz="2400" b="1" i="0" u="none" strike="noStrike" kern="1200" cap="none" spc="0" normalizeH="0" baseline="0" noProof="0">
                <a:ln>
                  <a:noFill/>
                </a:ln>
                <a:solidFill>
                  <a:srgbClr val="333333"/>
                </a:solidFill>
                <a:effectLst/>
                <a:uLnTx/>
                <a:uFillTx/>
                <a:latin typeface="Arial"/>
                <a:ea typeface="+mj-ea"/>
                <a:cs typeface="+mj-cs"/>
              </a:rPr>
            </a:br>
            <a:endParaRPr lang="en-IN"/>
          </a:p>
        </p:txBody>
      </p:sp>
      <p:sp>
        <p:nvSpPr>
          <p:cNvPr id="5" name="Slide Number Placeholder 4">
            <a:extLst>
              <a:ext uri="{FF2B5EF4-FFF2-40B4-BE49-F238E27FC236}">
                <a16:creationId xmlns:a16="http://schemas.microsoft.com/office/drawing/2014/main" id="{BCA9B482-0B4F-7064-A4D7-E22E65151345}"/>
              </a:ext>
            </a:extLst>
          </p:cNvPr>
          <p:cNvSpPr>
            <a:spLocks noGrp="1"/>
          </p:cNvSpPr>
          <p:nvPr>
            <p:ph type="sldNum" sz="quarter" idx="12"/>
          </p:nvPr>
        </p:nvSpPr>
        <p:spPr/>
        <p:txBody>
          <a:bodyPr/>
          <a:lstStyle/>
          <a:p>
            <a:fld id="{94FCA0F3-9F3A-694B-99BB-0E592A797735}" type="slidenum">
              <a:rPr lang="en-US" smtClean="0"/>
              <a:t>84</a:t>
            </a:fld>
            <a:endParaRPr lang="en-US"/>
          </a:p>
        </p:txBody>
      </p:sp>
      <p:sp>
        <p:nvSpPr>
          <p:cNvPr id="6" name="Date Placeholder 5">
            <a:extLst>
              <a:ext uri="{FF2B5EF4-FFF2-40B4-BE49-F238E27FC236}">
                <a16:creationId xmlns:a16="http://schemas.microsoft.com/office/drawing/2014/main" id="{A785F454-8220-2A02-2DB5-1B5F072FB241}"/>
              </a:ext>
            </a:extLst>
          </p:cNvPr>
          <p:cNvSpPr>
            <a:spLocks noGrp="1"/>
          </p:cNvSpPr>
          <p:nvPr>
            <p:ph type="dt" sz="half" idx="10"/>
          </p:nvPr>
        </p:nvSpPr>
        <p:spPr/>
        <p:txBody>
          <a:bodyPr/>
          <a:lstStyle/>
          <a:p>
            <a:fld id="{5EFF797B-C9DE-4C19-8497-712C88CD9BE6}" type="datetime1">
              <a:rPr lang="en-US" smtClean="0"/>
              <a:t>9/19/2025</a:t>
            </a:fld>
            <a:endParaRPr lang="en-US"/>
          </a:p>
        </p:txBody>
      </p:sp>
      <p:sp>
        <p:nvSpPr>
          <p:cNvPr id="8" name="SmartArt Placeholder 7">
            <a:extLst>
              <a:ext uri="{FF2B5EF4-FFF2-40B4-BE49-F238E27FC236}">
                <a16:creationId xmlns:a16="http://schemas.microsoft.com/office/drawing/2014/main" id="{94BFCB8E-B4BE-C3B6-E562-A7E98A72CFDE}"/>
              </a:ext>
            </a:extLst>
          </p:cNvPr>
          <p:cNvSpPr>
            <a:spLocks noGrp="1"/>
          </p:cNvSpPr>
          <p:nvPr>
            <p:ph type="dgm" sz="quarter" idx="17"/>
          </p:nvPr>
        </p:nvSpPr>
        <p:spPr/>
        <p:txBody>
          <a:bodyPr/>
          <a:lstStyle/>
          <a:p>
            <a:endParaRPr lang="en-IN"/>
          </a:p>
        </p:txBody>
      </p:sp>
      <p:sp>
        <p:nvSpPr>
          <p:cNvPr id="9" name="Text Placeholder 2">
            <a:extLst>
              <a:ext uri="{FF2B5EF4-FFF2-40B4-BE49-F238E27FC236}">
                <a16:creationId xmlns:a16="http://schemas.microsoft.com/office/drawing/2014/main" id="{8F49A06E-FC00-D2F7-FE2A-61917F4A0039}"/>
              </a:ext>
            </a:extLst>
          </p:cNvPr>
          <p:cNvSpPr txBox="1">
            <a:spLocks/>
          </p:cNvSpPr>
          <p:nvPr/>
        </p:nvSpPr>
        <p:spPr>
          <a:xfrm>
            <a:off x="481584" y="1334382"/>
            <a:ext cx="11228832" cy="822960"/>
          </a:xfrm>
          <a:prstGeom prst="rect">
            <a:avLst/>
          </a:prstGeom>
        </p:spPr>
        <p:txBody>
          <a:bodyPr vert="horz" lIns="45720" tIns="45720" rIns="45720" bIns="45720" rtlCol="0" anchor="ctr" anchorCtr="0">
            <a:noAutofit/>
          </a:bodyPr>
          <a:lstStyle>
            <a:lvl1pPr marL="0" indent="0" algn="l" defTabSz="914400" rtl="0" eaLnBrk="1" latinLnBrk="0" hangingPunct="1">
              <a:lnSpc>
                <a:spcPct val="100000"/>
              </a:lnSpc>
              <a:spcBef>
                <a:spcPts val="1200"/>
              </a:spcBef>
              <a:buFont typeface="Arial" panose="020B0604020202020204" pitchFamily="34" charset="0"/>
              <a:buNone/>
              <a:defRPr sz="1600" kern="1200">
                <a:solidFill>
                  <a:schemeClr val="tx1"/>
                </a:solidFill>
                <a:latin typeface="+mn-lt"/>
                <a:ea typeface="+mn-ea"/>
                <a:cs typeface="+mn-cs"/>
              </a:defRPr>
            </a:lvl1pPr>
            <a:lvl2pPr marL="216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2pPr>
            <a:lvl3pPr marL="432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3pPr>
            <a:lvl4pPr marL="648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4pPr>
            <a:lvl5pPr marL="864000" indent="-216000" algn="l" defTabSz="914400" rtl="0" eaLnBrk="1" latinLnBrk="0" hangingPunct="1">
              <a:lnSpc>
                <a:spcPct val="100000"/>
              </a:lnSpc>
              <a:spcBef>
                <a:spcPts val="6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GB" sz="1400" b="0" i="0" u="none" strike="noStrike" kern="1200" cap="none" spc="0" normalizeH="0" baseline="0" noProof="0">
                <a:ln>
                  <a:noFill/>
                </a:ln>
                <a:solidFill>
                  <a:srgbClr val="333333"/>
                </a:solidFill>
                <a:effectLst/>
                <a:uLnTx/>
                <a:uFillTx/>
                <a:latin typeface="EYInterstate" panose="02000503020000020004" pitchFamily="2" charset="0"/>
              </a:rPr>
              <a:t>Global Process Owners are executives who owns the end-to-end processes of their assigned workstreams across functions, geographic locations or business units. They are the overall accountable for the business process on a global scale and will be accountable for all process design and build activities as well as continuous improvement across the full solution including technology enablement.</a:t>
            </a:r>
          </a:p>
        </p:txBody>
      </p:sp>
      <p:graphicFrame>
        <p:nvGraphicFramePr>
          <p:cNvPr id="10" name="Table 88">
            <a:extLst>
              <a:ext uri="{FF2B5EF4-FFF2-40B4-BE49-F238E27FC236}">
                <a16:creationId xmlns:a16="http://schemas.microsoft.com/office/drawing/2014/main" id="{C350683D-2067-5D96-92A5-9A58EB78E7F0}"/>
              </a:ext>
            </a:extLst>
          </p:cNvPr>
          <p:cNvGraphicFramePr>
            <a:graphicFrameLocks noGrp="1"/>
          </p:cNvGraphicFramePr>
          <p:nvPr>
            <p:extLst>
              <p:ext uri="{D42A27DB-BD31-4B8C-83A1-F6EECF244321}">
                <p14:modId xmlns:p14="http://schemas.microsoft.com/office/powerpoint/2010/main" val="669524147"/>
              </p:ext>
            </p:extLst>
          </p:nvPr>
        </p:nvGraphicFramePr>
        <p:xfrm>
          <a:off x="481584" y="2245853"/>
          <a:ext cx="11228832" cy="4028834"/>
        </p:xfrm>
        <a:graphic>
          <a:graphicData uri="http://schemas.openxmlformats.org/drawingml/2006/table">
            <a:tbl>
              <a:tblPr firstRow="1" bandRow="1">
                <a:tableStyleId>{5C22544A-7EE6-4342-B048-85BDC9FD1C3A}</a:tableStyleId>
              </a:tblPr>
              <a:tblGrid>
                <a:gridCol w="1645920">
                  <a:extLst>
                    <a:ext uri="{9D8B030D-6E8A-4147-A177-3AD203B41FA5}">
                      <a16:colId xmlns:a16="http://schemas.microsoft.com/office/drawing/2014/main" val="3555040695"/>
                    </a:ext>
                  </a:extLst>
                </a:gridCol>
                <a:gridCol w="9582912">
                  <a:extLst>
                    <a:ext uri="{9D8B030D-6E8A-4147-A177-3AD203B41FA5}">
                      <a16:colId xmlns:a16="http://schemas.microsoft.com/office/drawing/2014/main" val="29919979"/>
                    </a:ext>
                  </a:extLst>
                </a:gridCol>
              </a:tblGrid>
              <a:tr h="320040">
                <a:tc>
                  <a:txBody>
                    <a:bodyPr/>
                    <a:lstStyle/>
                    <a:p>
                      <a:pPr algn="ctr"/>
                      <a:r>
                        <a:rPr lang="en-GB" sz="1200">
                          <a:solidFill>
                            <a:schemeClr val="tx1"/>
                          </a:solidFill>
                          <a:latin typeface="+mj-lt"/>
                        </a:rPr>
                        <a:t>Responsibilities</a:t>
                      </a:r>
                    </a:p>
                  </a:txBody>
                  <a:tcPr marL="45720" marR="45720" marT="0" marB="0" anchor="ctr">
                    <a:lnB w="3175" cap="flat" cmpd="sng" algn="ctr">
                      <a:solidFill>
                        <a:schemeClr val="bg1">
                          <a:lumMod val="50000"/>
                        </a:schemeClr>
                      </a:solidFill>
                      <a:prstDash val="solid"/>
                      <a:round/>
                      <a:headEnd type="none" w="med" len="med"/>
                      <a:tailEnd type="none" w="med" len="med"/>
                    </a:lnB>
                    <a:solidFill>
                      <a:srgbClr val="46647B"/>
                    </a:solidFill>
                  </a:tcPr>
                </a:tc>
                <a:tc>
                  <a:txBody>
                    <a:bodyPr/>
                    <a:lstStyle/>
                    <a:p>
                      <a:pPr algn="ctr"/>
                      <a:r>
                        <a:rPr lang="en-GB" sz="1200">
                          <a:solidFill>
                            <a:schemeClr val="tx1"/>
                          </a:solidFill>
                          <a:latin typeface="+mj-lt"/>
                        </a:rPr>
                        <a:t>Description</a:t>
                      </a:r>
                    </a:p>
                  </a:txBody>
                  <a:tcPr marL="45720" marR="45720" marT="0" marB="0" anchor="ctr">
                    <a:lnB w="3175" cap="flat" cmpd="sng" algn="ctr">
                      <a:solidFill>
                        <a:schemeClr val="bg1">
                          <a:lumMod val="50000"/>
                        </a:schemeClr>
                      </a:solidFill>
                      <a:prstDash val="solid"/>
                      <a:round/>
                      <a:headEnd type="none" w="med" len="med"/>
                      <a:tailEnd type="none" w="med" len="med"/>
                    </a:lnB>
                    <a:solidFill>
                      <a:srgbClr val="46647B"/>
                    </a:solidFill>
                  </a:tcPr>
                </a:tc>
                <a:extLst>
                  <a:ext uri="{0D108BD9-81ED-4DB2-BD59-A6C34878D82A}">
                    <a16:rowId xmlns:a16="http://schemas.microsoft.com/office/drawing/2014/main" val="2846819905"/>
                  </a:ext>
                </a:extLst>
              </a:tr>
              <a:tr h="365760">
                <a:tc rowSpan="6">
                  <a:txBody>
                    <a:bodyPr/>
                    <a:lstStyle/>
                    <a:p>
                      <a:pPr lvl="0" algn="l"/>
                      <a:r>
                        <a:rPr lang="en-GB" sz="1200" b="1">
                          <a:solidFill>
                            <a:schemeClr val="bg1"/>
                          </a:solidFill>
                          <a:latin typeface="+mn-lt"/>
                        </a:rPr>
                        <a:t>Solution performance and improvement</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lang="en-GB" sz="1000" kern="1200">
                          <a:solidFill>
                            <a:schemeClr val="bg1"/>
                          </a:solidFill>
                          <a:latin typeface="+mn-lt"/>
                          <a:ea typeface="+mn-ea"/>
                          <a:cs typeface="+mn-cs"/>
                        </a:rPr>
                        <a:t>Development of global process blueprint and standardisation across functions and ensure end-to-end process/solution adherence to implemented global standards across GBS centres and all sites</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24574565"/>
                  </a:ext>
                </a:extLst>
              </a:tr>
              <a:tr h="365760">
                <a:tc vMerge="1">
                  <a:txBody>
                    <a:bodyPr/>
                    <a:lstStyle/>
                    <a:p>
                      <a:pPr lvl="0" algn="l"/>
                      <a:endParaRPr lang="en-GB" sz="1000" b="1">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lang="en-GB" sz="1000">
                          <a:solidFill>
                            <a:schemeClr val="bg1"/>
                          </a:solidFill>
                          <a:latin typeface="+mn-lt"/>
                        </a:rPr>
                        <a:t>Identify and propagate process/solution improvements and scope enhancements, ensuring proper controls are in place to mitigate any risks associated with the process (e.g. SOD)</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941579712"/>
                  </a:ext>
                </a:extLst>
              </a:tr>
              <a:tr h="325514">
                <a:tc vMerge="1">
                  <a:txBody>
                    <a:bodyPr/>
                    <a:lstStyle/>
                    <a:p>
                      <a:endParaRPr lang="en-GB"/>
                    </a:p>
                  </a:txBody>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000">
                          <a:solidFill>
                            <a:schemeClr val="bg1"/>
                          </a:solidFill>
                          <a:latin typeface="+mn-lt"/>
                        </a:rPr>
                        <a:t>Identification of the key process owners and the skills required for a specific activity within their workstream</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426772628"/>
                  </a:ext>
                </a:extLst>
              </a:tr>
              <a:tr h="365760">
                <a:tc vMerge="1">
                  <a:txBody>
                    <a:bodyPr/>
                    <a:lstStyle/>
                    <a:p>
                      <a:pPr lvl="0" algn="l"/>
                      <a:endParaRPr lang="en-GB" sz="1000" b="1">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1200"/>
                        </a:spcBef>
                        <a:spcAft>
                          <a:spcPts val="0"/>
                        </a:spcAft>
                        <a:buClrTx/>
                        <a:buSzTx/>
                        <a:buFontTx/>
                        <a:buNone/>
                        <a:tabLst/>
                        <a:defRPr/>
                      </a:pPr>
                      <a:r>
                        <a:rPr lang="en-GB" sz="1000" kern="1200">
                          <a:solidFill>
                            <a:schemeClr val="bg1"/>
                          </a:solidFill>
                          <a:latin typeface="+mn-lt"/>
                          <a:ea typeface="+mn-ea"/>
                          <a:cs typeface="+mn-cs"/>
                        </a:rPr>
                        <a:t>Decide on the functional SLA/KPI targets that will measure the process’s efficiency and effectiveness, in alignment with functions/divisions;</a:t>
                      </a:r>
                      <a:r>
                        <a:rPr lang="en-GB" sz="1000" kern="1200" baseline="0">
                          <a:solidFill>
                            <a:schemeClr val="bg1"/>
                          </a:solidFill>
                          <a:latin typeface="+mn-lt"/>
                          <a:ea typeface="+mn-ea"/>
                          <a:cs typeface="+mn-cs"/>
                        </a:rPr>
                        <a:t> </a:t>
                      </a:r>
                      <a:br>
                        <a:rPr lang="en-GB" sz="1000" kern="1200" baseline="0">
                          <a:solidFill>
                            <a:schemeClr val="bg1"/>
                          </a:solidFill>
                          <a:latin typeface="+mn-lt"/>
                          <a:ea typeface="+mn-ea"/>
                          <a:cs typeface="+mn-cs"/>
                        </a:rPr>
                      </a:br>
                      <a:r>
                        <a:rPr lang="en-GB" sz="1000" kern="1200" baseline="0">
                          <a:solidFill>
                            <a:schemeClr val="bg1"/>
                          </a:solidFill>
                          <a:latin typeface="+mn-lt"/>
                          <a:ea typeface="+mn-ea"/>
                          <a:cs typeface="+mn-cs"/>
                        </a:rPr>
                        <a:t>Analyse</a:t>
                      </a:r>
                      <a:r>
                        <a:rPr lang="en-GB" sz="1000" kern="1200">
                          <a:solidFill>
                            <a:schemeClr val="bg1"/>
                          </a:solidFill>
                          <a:latin typeface="+mn-lt"/>
                          <a:ea typeface="+mn-ea"/>
                          <a:cs typeface="+mn-cs"/>
                        </a:rPr>
                        <a:t> and review</a:t>
                      </a:r>
                      <a:r>
                        <a:rPr lang="en-GB" sz="1000" kern="1200" baseline="0">
                          <a:solidFill>
                            <a:schemeClr val="bg1"/>
                          </a:solidFill>
                          <a:latin typeface="+mn-lt"/>
                          <a:ea typeface="+mn-ea"/>
                          <a:cs typeface="+mn-cs"/>
                        </a:rPr>
                        <a:t> </a:t>
                      </a:r>
                      <a:r>
                        <a:rPr lang="en-GB" sz="1000" kern="1200">
                          <a:solidFill>
                            <a:schemeClr val="bg1"/>
                          </a:solidFill>
                          <a:latin typeface="+mn-lt"/>
                          <a:ea typeface="+mn-ea"/>
                          <a:cs typeface="+mn-cs"/>
                        </a:rPr>
                        <a:t>the performance of their workstream</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270535349"/>
                  </a:ext>
                </a:extLst>
              </a:tr>
              <a:tr h="274320">
                <a:tc vMerge="1">
                  <a:txBody>
                    <a:bodyPr/>
                    <a:lstStyle/>
                    <a:p>
                      <a:endParaRPr lang="en-GB"/>
                    </a:p>
                  </a:txBody>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000">
                          <a:solidFill>
                            <a:schemeClr val="bg1"/>
                          </a:solidFill>
                          <a:latin typeface="+mn-lt"/>
                        </a:rPr>
                        <a:t>Take ownership of </a:t>
                      </a:r>
                      <a:r>
                        <a:rPr lang="en-GB" sz="1000" baseline="0">
                          <a:solidFill>
                            <a:schemeClr val="bg1"/>
                          </a:solidFill>
                          <a:latin typeface="+mn-lt"/>
                        </a:rPr>
                        <a:t>improvement projects (including budgets), </a:t>
                      </a:r>
                      <a:r>
                        <a:rPr lang="en-US" sz="1000" baseline="0">
                          <a:solidFill>
                            <a:schemeClr val="bg1"/>
                          </a:solidFill>
                          <a:latin typeface="+mn-lt"/>
                        </a:rPr>
                        <a:t>along with scope and roadmap in alignment with functions/divisions</a:t>
                      </a:r>
                      <a:endParaRPr lang="en-GB" sz="1000">
                        <a:solidFill>
                          <a:schemeClr val="bg1"/>
                        </a:solidFill>
                        <a:latin typeface="+mn-lt"/>
                      </a:endParaRP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226778271"/>
                  </a:ext>
                </a:extLst>
              </a:tr>
              <a:tr h="274320">
                <a:tc vMerge="1">
                  <a:txBody>
                    <a:bodyPr/>
                    <a:lstStyle/>
                    <a:p>
                      <a:pPr lvl="0" algn="l"/>
                      <a:endParaRPr lang="en-GB" sz="1000" b="1">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000">
                          <a:solidFill>
                            <a:schemeClr val="bg1"/>
                          </a:solidFill>
                          <a:latin typeface="+mn-lt"/>
                        </a:rPr>
                        <a:t>Monitor market trends, learn new technologies and understand the disruptions affecting their processes, and adopt them to the company if useful  </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058680072"/>
                  </a:ext>
                </a:extLst>
              </a:tr>
              <a:tr h="274320">
                <a:tc rowSpan="3">
                  <a:txBody>
                    <a:bodyPr/>
                    <a:lstStyle/>
                    <a:p>
                      <a:pPr lvl="0" algn="l"/>
                      <a:r>
                        <a:rPr lang="en-GB" sz="1200" b="1">
                          <a:solidFill>
                            <a:schemeClr val="bg1"/>
                          </a:solidFill>
                          <a:latin typeface="+mn-lt"/>
                        </a:rPr>
                        <a:t>People Management</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200"/>
                        </a:spcAft>
                        <a:buClrTx/>
                        <a:buSzTx/>
                        <a:buFontTx/>
                        <a:buNone/>
                        <a:tabLst/>
                        <a:defRPr/>
                      </a:pPr>
                      <a:r>
                        <a:rPr lang="en-GB" sz="1000">
                          <a:solidFill>
                            <a:schemeClr val="bg1"/>
                          </a:solidFill>
                          <a:latin typeface="+mn-lt"/>
                        </a:rPr>
                        <a:t>Define talent development goals and hire key solution leadership positions</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247529213"/>
                  </a:ext>
                </a:extLst>
              </a:tr>
              <a:tr h="274320">
                <a:tc vMerge="1">
                  <a:txBody>
                    <a:bodyPr/>
                    <a:lstStyle/>
                    <a:p>
                      <a:pPr lvl="0" algn="l"/>
                      <a:endParaRPr lang="en-GB" sz="1000" b="1">
                        <a:solidFill>
                          <a:schemeClr val="tx1"/>
                        </a:solidFill>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200"/>
                        </a:spcAft>
                        <a:buClrTx/>
                        <a:buSzTx/>
                        <a:buFontTx/>
                        <a:buNone/>
                        <a:tabLst/>
                        <a:defRPr/>
                      </a:pPr>
                      <a:r>
                        <a:rPr lang="en-GB" sz="1000" baseline="0">
                          <a:solidFill>
                            <a:schemeClr val="bg1"/>
                          </a:solidFill>
                          <a:latin typeface="+mn-lt"/>
                        </a:rPr>
                        <a:t>Own and update the training agenda, cultivate digital competencies and leadership by coaching and guiding others</a:t>
                      </a:r>
                      <a:endParaRPr lang="en-GB" sz="1000">
                        <a:solidFill>
                          <a:schemeClr val="bg1"/>
                        </a:solidFill>
                        <a:latin typeface="+mn-lt"/>
                      </a:endParaRP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889458906"/>
                  </a:ext>
                </a:extLst>
              </a:tr>
              <a:tr h="274320">
                <a:tc vMerge="1">
                  <a:txBody>
                    <a:bodyPr/>
                    <a:lstStyle/>
                    <a:p>
                      <a:pPr lvl="0" algn="l"/>
                      <a:endParaRPr lang="en-GB" sz="1000" b="1">
                        <a:solidFill>
                          <a:schemeClr val="tx1"/>
                        </a:solidFill>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lang="en-US" sz="1000">
                          <a:solidFill>
                            <a:schemeClr val="bg1"/>
                          </a:solidFill>
                          <a:latin typeface="+mn-lt"/>
                        </a:rPr>
                        <a:t>Perform goal setting and performance review</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144725229"/>
                  </a:ext>
                </a:extLst>
              </a:tr>
              <a:tr h="274320">
                <a:tc rowSpan="3">
                  <a:txBody>
                    <a:bodyPr/>
                    <a:lstStyle/>
                    <a:p>
                      <a:pPr lvl="0" algn="l"/>
                      <a:r>
                        <a:rPr lang="en-GB" sz="1200" b="1">
                          <a:solidFill>
                            <a:schemeClr val="bg1"/>
                          </a:solidFill>
                          <a:latin typeface="+mn-lt"/>
                        </a:rPr>
                        <a:t>Governance and Stakeholder Management</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000" kern="1200">
                          <a:solidFill>
                            <a:schemeClr val="bg1"/>
                          </a:solidFill>
                          <a:latin typeface="+mn-lt"/>
                          <a:ea typeface="+mn-ea"/>
                          <a:cs typeface="+mn-cs"/>
                        </a:rPr>
                        <a:t>Align solution scoping, design and SLA topics with the leadership  and with functions/divisions in governance committees</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172358632"/>
                  </a:ext>
                </a:extLst>
              </a:tr>
              <a:tr h="274320">
                <a:tc vMerge="1">
                  <a:txBody>
                    <a:bodyPr/>
                    <a:lstStyle/>
                    <a:p>
                      <a:pPr lvl="0" algn="l"/>
                      <a:endParaRPr lang="en-GB" sz="1000" b="1">
                        <a:solidFill>
                          <a:schemeClr val="tx1"/>
                        </a:solidFill>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000" kern="1200">
                          <a:solidFill>
                            <a:schemeClr val="bg1"/>
                          </a:solidFill>
                          <a:latin typeface="+mn-lt"/>
                          <a:ea typeface="+mn-ea"/>
                          <a:cs typeface="+mn-cs"/>
                        </a:rPr>
                        <a:t>Represent and discuss solution with other major stakeholder groups, e.g. site, regional or global functional/divisional representatives  </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97698161"/>
                  </a:ext>
                </a:extLst>
              </a:tr>
              <a:tr h="365760">
                <a:tc vMerge="1">
                  <a:txBody>
                    <a:bodyPr/>
                    <a:lstStyle/>
                    <a:p>
                      <a:pPr lvl="0" algn="l"/>
                      <a:endParaRPr lang="en-GB" sz="1000" b="1">
                        <a:solidFill>
                          <a:schemeClr val="tx1"/>
                        </a:solidFill>
                        <a:latin typeface="+mj-lt"/>
                      </a:endParaRPr>
                    </a:p>
                  </a:txBody>
                  <a:tcPr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1200"/>
                        </a:spcBef>
                        <a:spcAft>
                          <a:spcPts val="0"/>
                        </a:spcAft>
                        <a:buClrTx/>
                        <a:buSzTx/>
                        <a:buFontTx/>
                        <a:buNone/>
                        <a:tabLst/>
                        <a:defRPr/>
                      </a:pPr>
                      <a:r>
                        <a:rPr lang="en-GB" sz="1000" kern="1200">
                          <a:solidFill>
                            <a:schemeClr val="bg1"/>
                          </a:solidFill>
                          <a:latin typeface="+mn-lt"/>
                          <a:ea typeface="+mn-ea"/>
                          <a:cs typeface="+mn-cs"/>
                        </a:rPr>
                        <a:t>Closely coordinate all aspects of designing and operating of the solution with heads of functions and ensure all process related decision are aligned with the strategy and business objectives.</a:t>
                      </a:r>
                    </a:p>
                  </a:txBody>
                  <a:tcPr marL="45720" marR="4572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173161996"/>
                  </a:ext>
                </a:extLst>
              </a:tr>
            </a:tbl>
          </a:graphicData>
        </a:graphic>
      </p:graphicFrame>
    </p:spTree>
    <p:extLst>
      <p:ext uri="{BB962C8B-B14F-4D97-AF65-F5344CB8AC3E}">
        <p14:creationId xmlns:p14="http://schemas.microsoft.com/office/powerpoint/2010/main" val="181130904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830037-5296-B704-4313-5E306DFAC23A}"/>
              </a:ext>
            </a:extLst>
          </p:cNvPr>
          <p:cNvSpPr>
            <a:spLocks noGrp="1"/>
          </p:cNvSpPr>
          <p:nvPr>
            <p:ph type="title"/>
          </p:nvPr>
        </p:nvSpPr>
        <p:spPr/>
        <p:txBody>
          <a:bodyPr/>
          <a:lstStyle/>
          <a:p>
            <a:r>
              <a:rPr kumimoji="0" lang="en-GB" sz="4000" b="0" i="0" u="none" strike="noStrike" kern="1200" cap="all" spc="0" normalizeH="0" baseline="0" noProof="0">
                <a:ln>
                  <a:noFill/>
                </a:ln>
                <a:solidFill>
                  <a:srgbClr val="415A6C"/>
                </a:solidFill>
                <a:effectLst/>
                <a:uLnTx/>
                <a:uFillTx/>
                <a:latin typeface="Energy Display" panose="020B0508050000020004" pitchFamily="34" charset="0"/>
                <a:ea typeface="+mj-ea"/>
                <a:cs typeface="Energy Display" panose="020B0508050000020004" pitchFamily="34" charset="0"/>
              </a:rPr>
              <a:t>GPO responsibilities | </a:t>
            </a:r>
            <a:r>
              <a:rPr kumimoji="0" lang="en-GB" sz="4000" b="0" i="0" u="none" strike="noStrike" kern="1200" cap="all" spc="0" normalizeH="0" baseline="0" noProof="0">
                <a:ln>
                  <a:noFill/>
                </a:ln>
                <a:solidFill>
                  <a:srgbClr val="FF007F"/>
                </a:solidFill>
                <a:effectLst/>
                <a:uLnTx/>
                <a:uFillTx/>
                <a:latin typeface="Energy Display" panose="020B0508050000020004" pitchFamily="34" charset="0"/>
                <a:ea typeface="+mj-ea"/>
                <a:cs typeface="Energy Display" panose="020B0508050000020004" pitchFamily="34" charset="0"/>
              </a:rPr>
              <a:t>Interaction model</a:t>
            </a:r>
            <a:endParaRPr lang="en-IN"/>
          </a:p>
        </p:txBody>
      </p:sp>
      <p:sp>
        <p:nvSpPr>
          <p:cNvPr id="57" name="Rectangle: Rounded Corners 56">
            <a:extLst>
              <a:ext uri="{FF2B5EF4-FFF2-40B4-BE49-F238E27FC236}">
                <a16:creationId xmlns:a16="http://schemas.microsoft.com/office/drawing/2014/main" id="{D54BFCD6-3964-B18C-8BC2-D60A7DEABA61}"/>
              </a:ext>
            </a:extLst>
          </p:cNvPr>
          <p:cNvSpPr/>
          <p:nvPr/>
        </p:nvSpPr>
        <p:spPr>
          <a:xfrm>
            <a:off x="373487" y="3433579"/>
            <a:ext cx="2175981" cy="1161288"/>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latin typeface="Energy"/>
                <a:ea typeface="+mn-ea"/>
                <a:cs typeface="Arial" panose="020B0604020202020204" pitchFamily="34" charset="0"/>
              </a:rPr>
              <a:t>Controller prioritizes financial accuracy and compliance</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latin typeface="Energy"/>
                <a:ea typeface="+mn-ea"/>
                <a:cs typeface="Arial" panose="020B0604020202020204" pitchFamily="34" charset="0"/>
              </a:rPr>
              <a:t>Planning &amp; Business Partnering needs to obtain accurate forecasts &amp; working day metrics</a:t>
            </a:r>
          </a:p>
        </p:txBody>
      </p:sp>
      <p:sp>
        <p:nvSpPr>
          <p:cNvPr id="58" name="Rectangle: Rounded Corners 57">
            <a:extLst>
              <a:ext uri="{FF2B5EF4-FFF2-40B4-BE49-F238E27FC236}">
                <a16:creationId xmlns:a16="http://schemas.microsoft.com/office/drawing/2014/main" id="{5E4B10D2-CC07-8BFA-5950-CC40A832C614}"/>
              </a:ext>
            </a:extLst>
          </p:cNvPr>
          <p:cNvSpPr/>
          <p:nvPr/>
        </p:nvSpPr>
        <p:spPr>
          <a:xfrm>
            <a:off x="373487" y="1930991"/>
            <a:ext cx="2175981" cy="1161288"/>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latin typeface="Energy"/>
                <a:ea typeface="+mn-ea"/>
                <a:cs typeface="Arial" panose="020B0604020202020204" pitchFamily="34" charset="0"/>
              </a:rPr>
              <a:t>Business leadership requests the use of new emerging technology</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latin typeface="Energy"/>
                <a:ea typeface="+mn-ea"/>
                <a:cs typeface="Arial" panose="020B0604020202020204" pitchFamily="34" charset="0"/>
              </a:rPr>
              <a:t>Vendors may have questions on current tech stack/payment terms</a:t>
            </a:r>
          </a:p>
        </p:txBody>
      </p:sp>
      <p:sp>
        <p:nvSpPr>
          <p:cNvPr id="59" name="Rectangle: Rounded Corners 58">
            <a:extLst>
              <a:ext uri="{FF2B5EF4-FFF2-40B4-BE49-F238E27FC236}">
                <a16:creationId xmlns:a16="http://schemas.microsoft.com/office/drawing/2014/main" id="{F303922E-89AC-E265-94C8-4B5837B74494}"/>
              </a:ext>
            </a:extLst>
          </p:cNvPr>
          <p:cNvSpPr/>
          <p:nvPr/>
        </p:nvSpPr>
        <p:spPr>
          <a:xfrm>
            <a:off x="355890" y="4936167"/>
            <a:ext cx="2175981" cy="1162908"/>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latin typeface="Energy"/>
                <a:ea typeface="+mn-ea"/>
                <a:cs typeface="Arial" panose="020B0604020202020204" pitchFamily="34" charset="0"/>
              </a:rPr>
              <a:t>Customers may raise questions around billing/service delivery</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latin typeface="Energy"/>
                <a:ea typeface="+mn-ea"/>
                <a:cs typeface="Arial" panose="020B0604020202020204" pitchFamily="34" charset="0"/>
              </a:rPr>
              <a:t>Vendors request reliable payment processes and communication on invoice status</a:t>
            </a:r>
          </a:p>
        </p:txBody>
      </p:sp>
      <p:grpSp>
        <p:nvGrpSpPr>
          <p:cNvPr id="60" name="Group 59">
            <a:extLst>
              <a:ext uri="{FF2B5EF4-FFF2-40B4-BE49-F238E27FC236}">
                <a16:creationId xmlns:a16="http://schemas.microsoft.com/office/drawing/2014/main" id="{988835A9-EB20-8E10-9360-66D8FD051E50}"/>
              </a:ext>
            </a:extLst>
          </p:cNvPr>
          <p:cNvGrpSpPr/>
          <p:nvPr/>
        </p:nvGrpSpPr>
        <p:grpSpPr>
          <a:xfrm>
            <a:off x="8007785" y="2561615"/>
            <a:ext cx="4071920" cy="706665"/>
            <a:chOff x="8078337" y="1652757"/>
            <a:chExt cx="3721208" cy="706665"/>
          </a:xfrm>
          <a:effectLst/>
        </p:grpSpPr>
        <p:sp>
          <p:nvSpPr>
            <p:cNvPr id="61" name="Rectangle: Rounded Corners 60">
              <a:extLst>
                <a:ext uri="{FF2B5EF4-FFF2-40B4-BE49-F238E27FC236}">
                  <a16:creationId xmlns:a16="http://schemas.microsoft.com/office/drawing/2014/main" id="{1A3A88E5-7D19-583E-B13B-48469411F5C7}"/>
                </a:ext>
              </a:extLst>
            </p:cNvPr>
            <p:cNvSpPr/>
            <p:nvPr/>
          </p:nvSpPr>
          <p:spPr>
            <a:xfrm>
              <a:off x="8078337" y="1652757"/>
              <a:ext cx="3721208" cy="182880"/>
            </a:xfrm>
            <a:prstGeom prst="roundRect">
              <a:avLst/>
            </a:prstGeom>
            <a:solidFill>
              <a:srgbClr val="55C3F0"/>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Process Improvement Team</a:t>
              </a:r>
            </a:p>
          </p:txBody>
        </p:sp>
        <p:sp>
          <p:nvSpPr>
            <p:cNvPr id="62" name="Rectangle: Rounded Corners 61">
              <a:extLst>
                <a:ext uri="{FF2B5EF4-FFF2-40B4-BE49-F238E27FC236}">
                  <a16:creationId xmlns:a16="http://schemas.microsoft.com/office/drawing/2014/main" id="{A83692C9-AE0A-99C4-6838-FCB6457A5840}"/>
                </a:ext>
              </a:extLst>
            </p:cNvPr>
            <p:cNvSpPr/>
            <p:nvPr/>
          </p:nvSpPr>
          <p:spPr>
            <a:xfrm>
              <a:off x="8078337" y="1856502"/>
              <a:ext cx="3721208" cy="502920"/>
            </a:xfrm>
            <a:prstGeom prst="roundRect">
              <a:avLst/>
            </a:prstGeom>
            <a:solidFill>
              <a:srgbClr val="55C3F0"/>
            </a:solidFill>
            <a:ln w="28575"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prstClr val="black"/>
                  </a:solidFill>
                  <a:effectLst/>
                  <a:uLnTx/>
                  <a:uFillTx/>
                  <a:latin typeface="Energy"/>
                  <a:ea typeface="+mn-ea"/>
                  <a:cs typeface="Arial" panose="020B0604020202020204" pitchFamily="34" charset="0"/>
                </a:rPr>
                <a:t>Collaborates with GPOs to identify, design, and pilot process enhancements.</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prstClr val="black"/>
                  </a:solidFill>
                  <a:effectLst/>
                  <a:uLnTx/>
                  <a:uFillTx/>
                  <a:latin typeface="Energy"/>
                  <a:ea typeface="+mn-ea"/>
                  <a:cs typeface="Arial" panose="020B0604020202020204" pitchFamily="34" charset="0"/>
                </a:rPr>
                <a:t>Supports change management and adoption of new practices.</a:t>
              </a:r>
            </a:p>
          </p:txBody>
        </p:sp>
      </p:grpSp>
      <p:grpSp>
        <p:nvGrpSpPr>
          <p:cNvPr id="63" name="Group 62">
            <a:extLst>
              <a:ext uri="{FF2B5EF4-FFF2-40B4-BE49-F238E27FC236}">
                <a16:creationId xmlns:a16="http://schemas.microsoft.com/office/drawing/2014/main" id="{BFB2E016-84B5-F6FC-E698-46895EA80A75}"/>
              </a:ext>
            </a:extLst>
          </p:cNvPr>
          <p:cNvGrpSpPr/>
          <p:nvPr/>
        </p:nvGrpSpPr>
        <p:grpSpPr>
          <a:xfrm>
            <a:off x="8007785" y="5902556"/>
            <a:ext cx="4071920" cy="662862"/>
            <a:chOff x="8108683" y="5839056"/>
            <a:chExt cx="3721208" cy="662862"/>
          </a:xfrm>
          <a:solidFill>
            <a:srgbClr val="F08C2A">
              <a:lumMod val="60000"/>
              <a:lumOff val="40000"/>
            </a:srgbClr>
          </a:solidFill>
          <a:effectLst/>
        </p:grpSpPr>
        <p:sp>
          <p:nvSpPr>
            <p:cNvPr id="64" name="Rectangle: Rounded Corners 63">
              <a:extLst>
                <a:ext uri="{FF2B5EF4-FFF2-40B4-BE49-F238E27FC236}">
                  <a16:creationId xmlns:a16="http://schemas.microsoft.com/office/drawing/2014/main" id="{88E9D5B1-FB73-A9D8-C25D-AA5E1CBFEF37}"/>
                </a:ext>
              </a:extLst>
            </p:cNvPr>
            <p:cNvSpPr/>
            <p:nvPr/>
          </p:nvSpPr>
          <p:spPr>
            <a:xfrm>
              <a:off x="8108683" y="5839056"/>
              <a:ext cx="3721208" cy="182880"/>
            </a:xfrm>
            <a:prstGeom prst="round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BPO Operations</a:t>
              </a:r>
            </a:p>
          </p:txBody>
        </p:sp>
        <p:sp>
          <p:nvSpPr>
            <p:cNvPr id="65" name="Rectangle: Rounded Corners 64">
              <a:extLst>
                <a:ext uri="{FF2B5EF4-FFF2-40B4-BE49-F238E27FC236}">
                  <a16:creationId xmlns:a16="http://schemas.microsoft.com/office/drawing/2014/main" id="{B40AC92C-C87D-13D9-E911-3DCACE24E04D}"/>
                </a:ext>
              </a:extLst>
            </p:cNvPr>
            <p:cNvSpPr/>
            <p:nvPr/>
          </p:nvSpPr>
          <p:spPr>
            <a:xfrm>
              <a:off x="8108683" y="6035574"/>
              <a:ext cx="3721208" cy="466344"/>
            </a:xfrm>
            <a:prstGeom prst="roundRect">
              <a:avLst/>
            </a:prstGeom>
            <a:grpFill/>
            <a:ln w="12700"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Execute outsourced processes according to defined SLAs and KPIs.</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Provide regular performance reporting and participate in governance reviews.</a:t>
              </a:r>
            </a:p>
          </p:txBody>
        </p:sp>
      </p:grpSp>
      <p:grpSp>
        <p:nvGrpSpPr>
          <p:cNvPr id="66" name="Group 65">
            <a:extLst>
              <a:ext uri="{FF2B5EF4-FFF2-40B4-BE49-F238E27FC236}">
                <a16:creationId xmlns:a16="http://schemas.microsoft.com/office/drawing/2014/main" id="{0D310094-73C1-69C5-08BB-A26AB85E46B0}"/>
              </a:ext>
            </a:extLst>
          </p:cNvPr>
          <p:cNvGrpSpPr/>
          <p:nvPr/>
        </p:nvGrpSpPr>
        <p:grpSpPr>
          <a:xfrm>
            <a:off x="8006275" y="5075621"/>
            <a:ext cx="4075226" cy="663886"/>
            <a:chOff x="8108683" y="5001502"/>
            <a:chExt cx="3724229" cy="663886"/>
          </a:xfrm>
          <a:solidFill>
            <a:srgbClr val="55C3F0">
              <a:lumMod val="60000"/>
              <a:lumOff val="40000"/>
            </a:srgbClr>
          </a:solidFill>
          <a:effectLst/>
        </p:grpSpPr>
        <p:sp>
          <p:nvSpPr>
            <p:cNvPr id="67" name="Rectangle: Rounded Corners 66">
              <a:extLst>
                <a:ext uri="{FF2B5EF4-FFF2-40B4-BE49-F238E27FC236}">
                  <a16:creationId xmlns:a16="http://schemas.microsoft.com/office/drawing/2014/main" id="{8D5E4609-CCA0-407F-A11A-7F45C7D099FE}"/>
                </a:ext>
              </a:extLst>
            </p:cNvPr>
            <p:cNvSpPr/>
            <p:nvPr/>
          </p:nvSpPr>
          <p:spPr>
            <a:xfrm>
              <a:off x="8111704" y="5001502"/>
              <a:ext cx="3721208" cy="182880"/>
            </a:xfrm>
            <a:prstGeom prst="round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Service Delivery Leader/Managers</a:t>
              </a:r>
            </a:p>
          </p:txBody>
        </p:sp>
        <p:sp>
          <p:nvSpPr>
            <p:cNvPr id="68" name="Rectangle: Rounded Corners 67">
              <a:extLst>
                <a:ext uri="{FF2B5EF4-FFF2-40B4-BE49-F238E27FC236}">
                  <a16:creationId xmlns:a16="http://schemas.microsoft.com/office/drawing/2014/main" id="{A3DDCCB8-6E4D-9805-F38B-38A22D360CD4}"/>
                </a:ext>
              </a:extLst>
            </p:cNvPr>
            <p:cNvSpPr/>
            <p:nvPr/>
          </p:nvSpPr>
          <p:spPr>
            <a:xfrm>
              <a:off x="8108683" y="5199044"/>
              <a:ext cx="3721208" cy="466344"/>
            </a:xfrm>
            <a:prstGeom prst="roundRect">
              <a:avLst/>
            </a:prstGeom>
            <a:grpFill/>
            <a:ln w="12700"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Oversee service performance and ensure KPI/SLAs are met.</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Coordinate with GPOs on escalations and service delivery improvements.</a:t>
              </a:r>
            </a:p>
          </p:txBody>
        </p:sp>
      </p:grpSp>
      <p:grpSp>
        <p:nvGrpSpPr>
          <p:cNvPr id="69" name="Group 68">
            <a:extLst>
              <a:ext uri="{FF2B5EF4-FFF2-40B4-BE49-F238E27FC236}">
                <a16:creationId xmlns:a16="http://schemas.microsoft.com/office/drawing/2014/main" id="{30285753-3DB6-D945-2740-37BA3F9D4A1D}"/>
              </a:ext>
            </a:extLst>
          </p:cNvPr>
          <p:cNvGrpSpPr/>
          <p:nvPr/>
        </p:nvGrpSpPr>
        <p:grpSpPr>
          <a:xfrm>
            <a:off x="8006275" y="4244956"/>
            <a:ext cx="4075226" cy="667618"/>
            <a:chOff x="8108683" y="4161240"/>
            <a:chExt cx="3724229" cy="667618"/>
          </a:xfrm>
          <a:solidFill>
            <a:srgbClr val="415A6C">
              <a:lumMod val="20000"/>
              <a:lumOff val="80000"/>
            </a:srgbClr>
          </a:solidFill>
          <a:effectLst/>
        </p:grpSpPr>
        <p:sp>
          <p:nvSpPr>
            <p:cNvPr id="70" name="Rectangle: Rounded Corners 69">
              <a:extLst>
                <a:ext uri="{FF2B5EF4-FFF2-40B4-BE49-F238E27FC236}">
                  <a16:creationId xmlns:a16="http://schemas.microsoft.com/office/drawing/2014/main" id="{514C7340-E6FB-090F-21F8-FEB67E372F0D}"/>
                </a:ext>
              </a:extLst>
            </p:cNvPr>
            <p:cNvSpPr/>
            <p:nvPr/>
          </p:nvSpPr>
          <p:spPr>
            <a:xfrm>
              <a:off x="8111704" y="4161240"/>
              <a:ext cx="3721208" cy="182880"/>
            </a:xfrm>
            <a:prstGeom prst="round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ysClr val="windowText" lastClr="000000"/>
                  </a:solidFill>
                  <a:effectLst/>
                  <a:uLnTx/>
                  <a:uFillTx/>
                  <a:latin typeface="Energy"/>
                  <a:ea typeface="+mn-ea"/>
                  <a:cs typeface="Arial" panose="020B0604020202020204" pitchFamily="34" charset="0"/>
                </a:rPr>
                <a:t>Finance Operation Leads</a:t>
              </a:r>
            </a:p>
          </p:txBody>
        </p:sp>
        <p:sp>
          <p:nvSpPr>
            <p:cNvPr id="71" name="Rectangle: Rounded Corners 70">
              <a:extLst>
                <a:ext uri="{FF2B5EF4-FFF2-40B4-BE49-F238E27FC236}">
                  <a16:creationId xmlns:a16="http://schemas.microsoft.com/office/drawing/2014/main" id="{801E9907-59FF-A531-3A1F-F5627509BF58}"/>
                </a:ext>
              </a:extLst>
            </p:cNvPr>
            <p:cNvSpPr/>
            <p:nvPr/>
          </p:nvSpPr>
          <p:spPr>
            <a:xfrm>
              <a:off x="8108683" y="4362514"/>
              <a:ext cx="3721208" cy="466344"/>
            </a:xfrm>
            <a:prstGeom prst="roundRect">
              <a:avLst/>
            </a:prstGeom>
            <a:grpFill/>
            <a:ln w="28575"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Manage day-to-day finance operations and ensure compliance with GPO policy and process, acting as the liaison between local teams and GPOs for alignment.</a:t>
              </a:r>
            </a:p>
          </p:txBody>
        </p:sp>
      </p:grpSp>
      <p:sp>
        <p:nvSpPr>
          <p:cNvPr id="72" name="Rectangle: Rounded Corners 71">
            <a:extLst>
              <a:ext uri="{FF2B5EF4-FFF2-40B4-BE49-F238E27FC236}">
                <a16:creationId xmlns:a16="http://schemas.microsoft.com/office/drawing/2014/main" id="{D184F03C-75C5-56B7-EA67-5A63AAF6B1CE}"/>
              </a:ext>
            </a:extLst>
          </p:cNvPr>
          <p:cNvSpPr/>
          <p:nvPr/>
        </p:nvSpPr>
        <p:spPr>
          <a:xfrm>
            <a:off x="3109453" y="5857524"/>
            <a:ext cx="4389878" cy="284687"/>
          </a:xfrm>
          <a:prstGeom prst="roundRect">
            <a:avLst/>
          </a:prstGeom>
          <a:solidFill>
            <a:srgbClr val="E7E9EE"/>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100" b="1" i="0" u="none" strike="noStrike" kern="0" cap="none" spc="0" normalizeH="0" baseline="0" noProof="0">
                <a:ln>
                  <a:noFill/>
                </a:ln>
                <a:solidFill>
                  <a:prstClr val="black"/>
                </a:solidFill>
                <a:effectLst/>
                <a:uLnTx/>
                <a:uFillTx/>
                <a:latin typeface="Energy"/>
                <a:cs typeface="Arial" panose="020B0604020202020204" pitchFamily="34" charset="0"/>
              </a:rPr>
              <a:t>Captive Teams</a:t>
            </a:r>
            <a:endParaRPr kumimoji="0" lang="en-US" sz="1100" b="0" i="0" u="none" strike="noStrike" kern="0" cap="none" spc="0" normalizeH="0" baseline="0" noProof="0">
              <a:ln>
                <a:noFill/>
              </a:ln>
              <a:solidFill>
                <a:prstClr val="black"/>
              </a:solidFill>
              <a:effectLst/>
              <a:uLnTx/>
              <a:uFillTx/>
              <a:latin typeface="Energy"/>
              <a:cs typeface="Arial" panose="020B0604020202020204" pitchFamily="34" charset="0"/>
            </a:endParaRPr>
          </a:p>
        </p:txBody>
      </p:sp>
      <p:sp>
        <p:nvSpPr>
          <p:cNvPr id="73" name="Rectangle: Rounded Corners 72">
            <a:extLst>
              <a:ext uri="{FF2B5EF4-FFF2-40B4-BE49-F238E27FC236}">
                <a16:creationId xmlns:a16="http://schemas.microsoft.com/office/drawing/2014/main" id="{48FB4B12-515C-7FF2-E002-941D0DD1B0B3}"/>
              </a:ext>
            </a:extLst>
          </p:cNvPr>
          <p:cNvSpPr/>
          <p:nvPr/>
        </p:nvSpPr>
        <p:spPr>
          <a:xfrm>
            <a:off x="3118761" y="6167819"/>
            <a:ext cx="4370501" cy="397599"/>
          </a:xfrm>
          <a:prstGeom prst="roundRect">
            <a:avLst/>
          </a:prstGeom>
          <a:solidFill>
            <a:srgbClr val="E7E9EE"/>
          </a:solidFill>
          <a:ln w="12700" cap="flat" cmpd="sng" algn="ctr">
            <a:noFill/>
            <a:prstDash val="solid"/>
            <a:miter lim="800000"/>
          </a:ln>
          <a:effectLst/>
        </p:spPr>
        <p:txBody>
          <a:bodyPr rtlCol="0" anchor="ctr"/>
          <a:lstStyle/>
          <a:p>
            <a:pPr marL="0" marR="0" lvl="0" indent="0" defTabSz="914400" eaLnBrk="1" fontAlgn="auto" latinLnBrk="0" hangingPunct="1">
              <a:lnSpc>
                <a:spcPct val="95000"/>
              </a:lnSpc>
              <a:spcBef>
                <a:spcPts val="0"/>
              </a:spcBef>
              <a:spcAft>
                <a:spcPts val="0"/>
              </a:spcAft>
              <a:buClrTx/>
              <a:buSzTx/>
              <a:buFontTx/>
              <a:buNone/>
              <a:tabLst/>
              <a:defRPr/>
            </a:pPr>
            <a:r>
              <a:rPr kumimoji="0" lang="en-US" sz="900" b="0" i="0" u="none" strike="noStrike" kern="0" cap="none" spc="0" normalizeH="0" baseline="0" noProof="0">
                <a:ln>
                  <a:noFill/>
                </a:ln>
                <a:solidFill>
                  <a:prstClr val="black"/>
                </a:solidFill>
                <a:effectLst/>
                <a:uLnTx/>
                <a:uFillTx/>
                <a:latin typeface="Energy"/>
                <a:ea typeface="+mn-ea"/>
                <a:cs typeface="Arial" panose="020B0604020202020204" pitchFamily="34" charset="0"/>
              </a:rPr>
              <a:t>Execute standardized processes and provide operational insights and feedback to support continuous improvement and alignment with GPO strategy</a:t>
            </a:r>
          </a:p>
        </p:txBody>
      </p:sp>
      <p:sp>
        <p:nvSpPr>
          <p:cNvPr id="74" name="Rectangle: Rounded Corners 73">
            <a:extLst>
              <a:ext uri="{FF2B5EF4-FFF2-40B4-BE49-F238E27FC236}">
                <a16:creationId xmlns:a16="http://schemas.microsoft.com/office/drawing/2014/main" id="{33D4D2B9-951A-7D4F-37CC-27CDE3C9BCF6}"/>
              </a:ext>
            </a:extLst>
          </p:cNvPr>
          <p:cNvSpPr/>
          <p:nvPr/>
        </p:nvSpPr>
        <p:spPr>
          <a:xfrm>
            <a:off x="373487" y="3218476"/>
            <a:ext cx="2175981" cy="182880"/>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latin typeface="Energy"/>
                <a:ea typeface="+mn-ea"/>
                <a:cs typeface="Arial" panose="020B0604020202020204" pitchFamily="34" charset="0"/>
              </a:rPr>
              <a:t>Internal Stakeholders</a:t>
            </a:r>
          </a:p>
        </p:txBody>
      </p:sp>
      <p:sp>
        <p:nvSpPr>
          <p:cNvPr id="75" name="Rectangle: Rounded Corners 74">
            <a:extLst>
              <a:ext uri="{FF2B5EF4-FFF2-40B4-BE49-F238E27FC236}">
                <a16:creationId xmlns:a16="http://schemas.microsoft.com/office/drawing/2014/main" id="{04142C5E-5C57-7759-C499-D0E83AFC1948}"/>
              </a:ext>
            </a:extLst>
          </p:cNvPr>
          <p:cNvSpPr/>
          <p:nvPr/>
        </p:nvSpPr>
        <p:spPr>
          <a:xfrm>
            <a:off x="373486" y="1706420"/>
            <a:ext cx="2175981" cy="182880"/>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latin typeface="Energy"/>
                <a:ea typeface="+mn-ea"/>
                <a:cs typeface="Arial" panose="020B0604020202020204" pitchFamily="34" charset="0"/>
              </a:rPr>
              <a:t>Leadership Team</a:t>
            </a:r>
          </a:p>
        </p:txBody>
      </p:sp>
      <p:sp>
        <p:nvSpPr>
          <p:cNvPr id="76" name="Rectangle: Rounded Corners 75">
            <a:extLst>
              <a:ext uri="{FF2B5EF4-FFF2-40B4-BE49-F238E27FC236}">
                <a16:creationId xmlns:a16="http://schemas.microsoft.com/office/drawing/2014/main" id="{19CE60D8-6CF9-AE52-6791-E74A717D861E}"/>
              </a:ext>
            </a:extLst>
          </p:cNvPr>
          <p:cNvSpPr/>
          <p:nvPr/>
        </p:nvSpPr>
        <p:spPr>
          <a:xfrm>
            <a:off x="351235" y="4718002"/>
            <a:ext cx="2175981" cy="182880"/>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latin typeface="Energy"/>
                <a:ea typeface="+mn-ea"/>
                <a:cs typeface="Arial" panose="020B0604020202020204" pitchFamily="34" charset="0"/>
              </a:rPr>
              <a:t>External Stakeholders</a:t>
            </a:r>
          </a:p>
        </p:txBody>
      </p:sp>
      <p:sp>
        <p:nvSpPr>
          <p:cNvPr id="77" name="Rectangle: Rounded Corners 76">
            <a:extLst>
              <a:ext uri="{FF2B5EF4-FFF2-40B4-BE49-F238E27FC236}">
                <a16:creationId xmlns:a16="http://schemas.microsoft.com/office/drawing/2014/main" id="{F665A711-8EE8-0E35-ABF5-90DC0F42C321}"/>
              </a:ext>
            </a:extLst>
          </p:cNvPr>
          <p:cNvSpPr/>
          <p:nvPr/>
        </p:nvSpPr>
        <p:spPr>
          <a:xfrm>
            <a:off x="373487" y="1281712"/>
            <a:ext cx="2175981" cy="365760"/>
          </a:xfrm>
          <a:prstGeom prst="roundRect">
            <a:avLst/>
          </a:prstGeom>
          <a:solidFill>
            <a:srgbClr val="FFFFFF">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100" b="1" i="0" u="none" strike="noStrike" kern="0" cap="none" spc="0" normalizeH="0" baseline="0" noProof="0">
                <a:ln>
                  <a:noFill/>
                </a:ln>
                <a:solidFill>
                  <a:prstClr val="black"/>
                </a:solidFill>
                <a:effectLst/>
                <a:uLnTx/>
                <a:uFillTx/>
                <a:latin typeface="Energy"/>
                <a:cs typeface="Arial" panose="020B0604020202020204" pitchFamily="34" charset="0"/>
              </a:rPr>
              <a:t>Business Requirements/Direction</a:t>
            </a:r>
            <a:endParaRPr kumimoji="0" lang="en-US" sz="1100" b="0" i="0" u="none" strike="noStrike" kern="0" cap="none" spc="0" normalizeH="0" baseline="0" noProof="0">
              <a:ln>
                <a:noFill/>
              </a:ln>
              <a:solidFill>
                <a:prstClr val="black"/>
              </a:solidFill>
              <a:effectLst/>
              <a:uLnTx/>
              <a:uFillTx/>
              <a:latin typeface="Energy"/>
              <a:cs typeface="Arial" panose="020B0604020202020204" pitchFamily="34" charset="0"/>
            </a:endParaRPr>
          </a:p>
        </p:txBody>
      </p:sp>
      <p:sp>
        <p:nvSpPr>
          <p:cNvPr id="78" name="Rectangle: Rounded Corners 77">
            <a:extLst>
              <a:ext uri="{FF2B5EF4-FFF2-40B4-BE49-F238E27FC236}">
                <a16:creationId xmlns:a16="http://schemas.microsoft.com/office/drawing/2014/main" id="{2380A0F7-900F-6DCB-B528-E0903ED32B30}"/>
              </a:ext>
            </a:extLst>
          </p:cNvPr>
          <p:cNvSpPr/>
          <p:nvPr/>
        </p:nvSpPr>
        <p:spPr>
          <a:xfrm>
            <a:off x="7992612" y="1281712"/>
            <a:ext cx="4071920" cy="365760"/>
          </a:xfrm>
          <a:prstGeom prst="roundRect">
            <a:avLst/>
          </a:prstGeom>
          <a:solidFill>
            <a:srgbClr val="FFFFFF">
              <a:lumMod val="9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100" b="1" i="0" u="none" strike="noStrike" kern="0" cap="none" spc="0" normalizeH="0" baseline="0" noProof="0">
                <a:ln>
                  <a:noFill/>
                </a:ln>
                <a:solidFill>
                  <a:prstClr val="black"/>
                </a:solidFill>
                <a:effectLst/>
                <a:uLnTx/>
                <a:uFillTx/>
                <a:latin typeface="Energy"/>
                <a:cs typeface="Arial" panose="020B0604020202020204" pitchFamily="34" charset="0"/>
              </a:rPr>
              <a:t>GBS</a:t>
            </a:r>
            <a:r>
              <a:rPr lang="en-US" sz="1100" b="1" kern="0">
                <a:solidFill>
                  <a:prstClr val="black"/>
                </a:solidFill>
                <a:latin typeface="Energy"/>
                <a:cs typeface="Arial" panose="020B0604020202020204" pitchFamily="34" charset="0"/>
              </a:rPr>
              <a:t> </a:t>
            </a:r>
            <a:r>
              <a:rPr kumimoji="0" lang="en-US" sz="1100" b="1" i="0" u="none" strike="noStrike" kern="0" cap="none" spc="0" normalizeH="0" baseline="0" noProof="0">
                <a:ln>
                  <a:noFill/>
                </a:ln>
                <a:solidFill>
                  <a:prstClr val="black"/>
                </a:solidFill>
                <a:effectLst/>
                <a:uLnTx/>
                <a:uFillTx/>
                <a:latin typeface="Energy"/>
                <a:cs typeface="Arial" panose="020B0604020202020204" pitchFamily="34" charset="0"/>
              </a:rPr>
              <a:t>Interaction</a:t>
            </a:r>
            <a:endParaRPr kumimoji="0" lang="en-US" sz="1100" b="0" i="0" u="none" strike="noStrike" kern="0" cap="none" spc="0" normalizeH="0" baseline="0" noProof="0">
              <a:ln>
                <a:noFill/>
              </a:ln>
              <a:solidFill>
                <a:prstClr val="black"/>
              </a:solidFill>
              <a:effectLst/>
              <a:uLnTx/>
              <a:uFillTx/>
              <a:latin typeface="Energy"/>
              <a:cs typeface="Arial" panose="020B0604020202020204" pitchFamily="34" charset="0"/>
            </a:endParaRPr>
          </a:p>
        </p:txBody>
      </p:sp>
      <p:grpSp>
        <p:nvGrpSpPr>
          <p:cNvPr id="79" name="Group 78">
            <a:extLst>
              <a:ext uri="{FF2B5EF4-FFF2-40B4-BE49-F238E27FC236}">
                <a16:creationId xmlns:a16="http://schemas.microsoft.com/office/drawing/2014/main" id="{F726A4C1-5663-180A-DA8F-4A23E00C13A4}"/>
              </a:ext>
            </a:extLst>
          </p:cNvPr>
          <p:cNvGrpSpPr/>
          <p:nvPr/>
        </p:nvGrpSpPr>
        <p:grpSpPr>
          <a:xfrm>
            <a:off x="8007785" y="3431327"/>
            <a:ext cx="4071920" cy="650582"/>
            <a:chOff x="8078337" y="2406908"/>
            <a:chExt cx="3721208" cy="650582"/>
          </a:xfrm>
          <a:solidFill>
            <a:srgbClr val="FF007F">
              <a:lumMod val="40000"/>
              <a:lumOff val="60000"/>
            </a:srgbClr>
          </a:solidFill>
          <a:effectLst/>
        </p:grpSpPr>
        <p:sp>
          <p:nvSpPr>
            <p:cNvPr id="80" name="Rectangle: Rounded Corners 79">
              <a:extLst>
                <a:ext uri="{FF2B5EF4-FFF2-40B4-BE49-F238E27FC236}">
                  <a16:creationId xmlns:a16="http://schemas.microsoft.com/office/drawing/2014/main" id="{7178C471-87D8-1FA5-4BDD-56A9B91D13F8}"/>
                </a:ext>
              </a:extLst>
            </p:cNvPr>
            <p:cNvSpPr/>
            <p:nvPr/>
          </p:nvSpPr>
          <p:spPr>
            <a:xfrm>
              <a:off x="8078337" y="2406908"/>
              <a:ext cx="3721208" cy="182880"/>
            </a:xfrm>
            <a:prstGeom prst="round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Compliance &amp; Controls Leader</a:t>
              </a:r>
            </a:p>
          </p:txBody>
        </p:sp>
        <p:sp>
          <p:nvSpPr>
            <p:cNvPr id="81" name="Rectangle: Rounded Corners 80">
              <a:extLst>
                <a:ext uri="{FF2B5EF4-FFF2-40B4-BE49-F238E27FC236}">
                  <a16:creationId xmlns:a16="http://schemas.microsoft.com/office/drawing/2014/main" id="{21FF55D2-8327-66E8-008B-3CDA2E38C5EF}"/>
                </a:ext>
              </a:extLst>
            </p:cNvPr>
            <p:cNvSpPr/>
            <p:nvPr/>
          </p:nvSpPr>
          <p:spPr>
            <a:xfrm>
              <a:off x="8091731" y="2623741"/>
              <a:ext cx="3707814" cy="433749"/>
            </a:xfrm>
            <a:prstGeom prst="roundRect">
              <a:avLst/>
            </a:prstGeom>
            <a:grpFill/>
            <a:ln w="12700" cap="flat" cmpd="sng" algn="ctr">
              <a:noFill/>
              <a:prstDash val="solid"/>
              <a:miter lim="800000"/>
            </a:ln>
            <a:effectLst/>
          </p:spPr>
          <p:txBody>
            <a:bodyPr lIns="91440" tIns="45720" rIns="91440" bIns="45720"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prstClr val="black"/>
                  </a:solidFill>
                  <a:effectLst/>
                  <a:uLnTx/>
                  <a:uFillTx/>
                  <a:latin typeface="Energy"/>
                  <a:cs typeface="Arial" panose="020B0604020202020204" pitchFamily="34" charset="0"/>
                </a:rPr>
                <a:t>Ensures financial processes adhere to internal controls and regulatory compliance standards.</a:t>
              </a:r>
            </a:p>
          </p:txBody>
        </p:sp>
      </p:grpSp>
      <p:cxnSp>
        <p:nvCxnSpPr>
          <p:cNvPr id="82" name="Connector: Curved 81">
            <a:extLst>
              <a:ext uri="{FF2B5EF4-FFF2-40B4-BE49-F238E27FC236}">
                <a16:creationId xmlns:a16="http://schemas.microsoft.com/office/drawing/2014/main" id="{B473BB7B-02BE-C3DB-C1CF-07AF62260ECE}"/>
              </a:ext>
            </a:extLst>
          </p:cNvPr>
          <p:cNvCxnSpPr>
            <a:cxnSpLocks/>
            <a:stCxn id="58" idx="3"/>
          </p:cNvCxnSpPr>
          <p:nvPr/>
        </p:nvCxnSpPr>
        <p:spPr>
          <a:xfrm flipV="1">
            <a:off x="2549468" y="2045110"/>
            <a:ext cx="550675" cy="466525"/>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83" name="Connector: Curved 82">
            <a:extLst>
              <a:ext uri="{FF2B5EF4-FFF2-40B4-BE49-F238E27FC236}">
                <a16:creationId xmlns:a16="http://schemas.microsoft.com/office/drawing/2014/main" id="{9967A0A3-0291-2618-4BDF-2A944155F794}"/>
              </a:ext>
            </a:extLst>
          </p:cNvPr>
          <p:cNvCxnSpPr>
            <a:cxnSpLocks/>
            <a:stCxn id="57" idx="3"/>
          </p:cNvCxnSpPr>
          <p:nvPr/>
        </p:nvCxnSpPr>
        <p:spPr>
          <a:xfrm flipV="1">
            <a:off x="2549468" y="2722529"/>
            <a:ext cx="564069" cy="1291694"/>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84" name="Connector: Curved 83">
            <a:extLst>
              <a:ext uri="{FF2B5EF4-FFF2-40B4-BE49-F238E27FC236}">
                <a16:creationId xmlns:a16="http://schemas.microsoft.com/office/drawing/2014/main" id="{C996B3B5-3EAA-C4CC-4D6E-B829802E9A54}"/>
              </a:ext>
            </a:extLst>
          </p:cNvPr>
          <p:cNvCxnSpPr>
            <a:cxnSpLocks/>
            <a:stCxn id="57" idx="3"/>
          </p:cNvCxnSpPr>
          <p:nvPr/>
        </p:nvCxnSpPr>
        <p:spPr>
          <a:xfrm flipV="1">
            <a:off x="2549468" y="3804246"/>
            <a:ext cx="564069" cy="209977"/>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85" name="Connector: Curved 84">
            <a:extLst>
              <a:ext uri="{FF2B5EF4-FFF2-40B4-BE49-F238E27FC236}">
                <a16:creationId xmlns:a16="http://schemas.microsoft.com/office/drawing/2014/main" id="{A28FE95A-0AFC-FF7B-F953-8FAC09ED93D4}"/>
              </a:ext>
            </a:extLst>
          </p:cNvPr>
          <p:cNvCxnSpPr>
            <a:cxnSpLocks/>
            <a:stCxn id="57" idx="3"/>
          </p:cNvCxnSpPr>
          <p:nvPr/>
        </p:nvCxnSpPr>
        <p:spPr>
          <a:xfrm>
            <a:off x="2549468" y="4014223"/>
            <a:ext cx="557372" cy="863342"/>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86" name="Connector: Curved 85">
            <a:extLst>
              <a:ext uri="{FF2B5EF4-FFF2-40B4-BE49-F238E27FC236}">
                <a16:creationId xmlns:a16="http://schemas.microsoft.com/office/drawing/2014/main" id="{80513650-9586-9C8E-CEB0-AF9D655ECFA8}"/>
              </a:ext>
            </a:extLst>
          </p:cNvPr>
          <p:cNvCxnSpPr>
            <a:cxnSpLocks/>
            <a:stCxn id="59" idx="3"/>
          </p:cNvCxnSpPr>
          <p:nvPr/>
        </p:nvCxnSpPr>
        <p:spPr>
          <a:xfrm>
            <a:off x="2531871" y="5517621"/>
            <a:ext cx="574969" cy="14099"/>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87" name="Connector: Curved 86">
            <a:extLst>
              <a:ext uri="{FF2B5EF4-FFF2-40B4-BE49-F238E27FC236}">
                <a16:creationId xmlns:a16="http://schemas.microsoft.com/office/drawing/2014/main" id="{C2DE81FC-D388-25DD-2BE7-A230ACF03856}"/>
              </a:ext>
            </a:extLst>
          </p:cNvPr>
          <p:cNvCxnSpPr>
            <a:cxnSpLocks/>
            <a:stCxn id="59" idx="3"/>
            <a:endCxn id="73" idx="1"/>
          </p:cNvCxnSpPr>
          <p:nvPr/>
        </p:nvCxnSpPr>
        <p:spPr>
          <a:xfrm>
            <a:off x="2531871" y="5517621"/>
            <a:ext cx="586890" cy="848998"/>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88" name="Connector: Curved 87">
            <a:extLst>
              <a:ext uri="{FF2B5EF4-FFF2-40B4-BE49-F238E27FC236}">
                <a16:creationId xmlns:a16="http://schemas.microsoft.com/office/drawing/2014/main" id="{4CC00516-3738-CB04-38FC-968281052484}"/>
              </a:ext>
            </a:extLst>
          </p:cNvPr>
          <p:cNvCxnSpPr>
            <a:cxnSpLocks/>
            <a:endCxn id="100" idx="1"/>
          </p:cNvCxnSpPr>
          <p:nvPr/>
        </p:nvCxnSpPr>
        <p:spPr>
          <a:xfrm>
            <a:off x="7491873" y="2199638"/>
            <a:ext cx="452253" cy="296797"/>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89" name="Connector: Curved 88">
            <a:extLst>
              <a:ext uri="{FF2B5EF4-FFF2-40B4-BE49-F238E27FC236}">
                <a16:creationId xmlns:a16="http://schemas.microsoft.com/office/drawing/2014/main" id="{C1E1A6CA-31D6-A334-B134-D18417560205}"/>
              </a:ext>
            </a:extLst>
          </p:cNvPr>
          <p:cNvCxnSpPr>
            <a:cxnSpLocks/>
          </p:cNvCxnSpPr>
          <p:nvPr/>
        </p:nvCxnSpPr>
        <p:spPr>
          <a:xfrm>
            <a:off x="7495959" y="3804246"/>
            <a:ext cx="510316" cy="875156"/>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90" name="Connector: Curved 89">
            <a:extLst>
              <a:ext uri="{FF2B5EF4-FFF2-40B4-BE49-F238E27FC236}">
                <a16:creationId xmlns:a16="http://schemas.microsoft.com/office/drawing/2014/main" id="{CC79F65A-F83A-8E80-4590-A23FF8E3B723}"/>
              </a:ext>
            </a:extLst>
          </p:cNvPr>
          <p:cNvCxnSpPr>
            <a:cxnSpLocks/>
          </p:cNvCxnSpPr>
          <p:nvPr/>
        </p:nvCxnSpPr>
        <p:spPr>
          <a:xfrm>
            <a:off x="7489262" y="4877565"/>
            <a:ext cx="517013" cy="628770"/>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91" name="Connector: Curved 90">
            <a:extLst>
              <a:ext uri="{FF2B5EF4-FFF2-40B4-BE49-F238E27FC236}">
                <a16:creationId xmlns:a16="http://schemas.microsoft.com/office/drawing/2014/main" id="{5E0B2302-3213-F108-77A3-DB534FDE56D3}"/>
              </a:ext>
            </a:extLst>
          </p:cNvPr>
          <p:cNvCxnSpPr>
            <a:cxnSpLocks/>
          </p:cNvCxnSpPr>
          <p:nvPr/>
        </p:nvCxnSpPr>
        <p:spPr>
          <a:xfrm flipV="1">
            <a:off x="7489262" y="5598395"/>
            <a:ext cx="12700" cy="731520"/>
          </a:xfrm>
          <a:prstGeom prst="curvedConnector3">
            <a:avLst>
              <a:gd name="adj1" fmla="val 1800000"/>
            </a:avLst>
          </a:prstGeom>
          <a:noFill/>
          <a:ln w="6350" cap="flat" cmpd="sng" algn="ctr">
            <a:solidFill>
              <a:srgbClr val="FF007F"/>
            </a:solidFill>
            <a:prstDash val="solid"/>
            <a:miter lim="800000"/>
            <a:tailEnd type="triangle"/>
          </a:ln>
          <a:effectLst/>
        </p:spPr>
      </p:cxnSp>
      <p:cxnSp>
        <p:nvCxnSpPr>
          <p:cNvPr id="92" name="Connector: Curved 91">
            <a:extLst>
              <a:ext uri="{FF2B5EF4-FFF2-40B4-BE49-F238E27FC236}">
                <a16:creationId xmlns:a16="http://schemas.microsoft.com/office/drawing/2014/main" id="{A5368E20-03B6-13DB-4A9A-EA0D2FB8484A}"/>
              </a:ext>
            </a:extLst>
          </p:cNvPr>
          <p:cNvCxnSpPr>
            <a:cxnSpLocks/>
          </p:cNvCxnSpPr>
          <p:nvPr/>
        </p:nvCxnSpPr>
        <p:spPr>
          <a:xfrm>
            <a:off x="7489262" y="5531720"/>
            <a:ext cx="518523" cy="800526"/>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93" name="Connector: Curved 92">
            <a:extLst>
              <a:ext uri="{FF2B5EF4-FFF2-40B4-BE49-F238E27FC236}">
                <a16:creationId xmlns:a16="http://schemas.microsoft.com/office/drawing/2014/main" id="{D14E71F1-2A06-3915-9335-05C21FE71074}"/>
              </a:ext>
            </a:extLst>
          </p:cNvPr>
          <p:cNvCxnSpPr>
            <a:cxnSpLocks/>
          </p:cNvCxnSpPr>
          <p:nvPr/>
        </p:nvCxnSpPr>
        <p:spPr>
          <a:xfrm>
            <a:off x="7495959" y="2722529"/>
            <a:ext cx="525220" cy="1142506"/>
          </a:xfrm>
          <a:prstGeom prst="curvedConnector3">
            <a:avLst>
              <a:gd name="adj1" fmla="val 50000"/>
            </a:avLst>
          </a:prstGeom>
          <a:noFill/>
          <a:ln w="6350" cap="flat" cmpd="sng" algn="ctr">
            <a:solidFill>
              <a:srgbClr val="FF007F"/>
            </a:solidFill>
            <a:prstDash val="solid"/>
            <a:miter lim="800000"/>
            <a:tailEnd type="triangle"/>
          </a:ln>
          <a:effectLst/>
        </p:spPr>
      </p:cxnSp>
      <p:sp>
        <p:nvSpPr>
          <p:cNvPr id="94" name="Rectangle: Rounded Corners 93">
            <a:extLst>
              <a:ext uri="{FF2B5EF4-FFF2-40B4-BE49-F238E27FC236}">
                <a16:creationId xmlns:a16="http://schemas.microsoft.com/office/drawing/2014/main" id="{01456ED0-95CA-5784-D00F-798A0FD2D89D}"/>
              </a:ext>
            </a:extLst>
          </p:cNvPr>
          <p:cNvSpPr/>
          <p:nvPr/>
        </p:nvSpPr>
        <p:spPr>
          <a:xfrm>
            <a:off x="3100143" y="1281712"/>
            <a:ext cx="4389119" cy="365760"/>
          </a:xfrm>
          <a:prstGeom prst="roundRect">
            <a:avLst/>
          </a:prstGeom>
          <a:solidFill>
            <a:srgbClr val="FF007F">
              <a:lumMod val="20000"/>
              <a:lumOff val="8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100" b="1" i="0" u="none" strike="noStrike" kern="0" cap="none" spc="0" normalizeH="0" baseline="0" noProof="0">
                <a:ln>
                  <a:noFill/>
                </a:ln>
                <a:solidFill>
                  <a:prstClr val="black"/>
                </a:solidFill>
                <a:effectLst/>
                <a:uLnTx/>
                <a:uFillTx/>
                <a:latin typeface="Energy"/>
                <a:cs typeface="Arial" panose="020B0604020202020204" pitchFamily="34" charset="0"/>
              </a:rPr>
              <a:t>Global Process Owner</a:t>
            </a:r>
            <a:endParaRPr kumimoji="0" lang="en-US" sz="1100" b="0" i="0" u="none" strike="noStrike" kern="0" cap="none" spc="0" normalizeH="0" baseline="0" noProof="0">
              <a:ln>
                <a:noFill/>
              </a:ln>
              <a:solidFill>
                <a:prstClr val="black"/>
              </a:solidFill>
              <a:effectLst/>
              <a:uLnTx/>
              <a:uFillTx/>
              <a:latin typeface="Energy"/>
              <a:cs typeface="Arial" panose="020B0604020202020204" pitchFamily="34" charset="0"/>
            </a:endParaRPr>
          </a:p>
        </p:txBody>
      </p:sp>
      <p:sp>
        <p:nvSpPr>
          <p:cNvPr id="95" name="Rectangle: Rounded Corners 94">
            <a:extLst>
              <a:ext uri="{FF2B5EF4-FFF2-40B4-BE49-F238E27FC236}">
                <a16:creationId xmlns:a16="http://schemas.microsoft.com/office/drawing/2014/main" id="{05FAC633-4964-C060-0936-437D23C1B473}"/>
              </a:ext>
            </a:extLst>
          </p:cNvPr>
          <p:cNvSpPr/>
          <p:nvPr/>
        </p:nvSpPr>
        <p:spPr>
          <a:xfrm>
            <a:off x="3100143" y="1711419"/>
            <a:ext cx="4389120" cy="4052088"/>
          </a:xfrm>
          <a:prstGeom prst="roundRect">
            <a:avLst>
              <a:gd name="adj" fmla="val 6957"/>
            </a:avLst>
          </a:prstGeom>
          <a:solidFill>
            <a:srgbClr val="FF007F">
              <a:lumMod val="20000"/>
              <a:lumOff val="80000"/>
            </a:srgbClr>
          </a:solidFill>
          <a:ln w="12700"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Process transformation: </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Establish a clear guiding vision that directs and aligns all process transformation efforts across the </a:t>
            </a:r>
            <a:r>
              <a:rPr kumimoji="0" lang="en-US" sz="900" b="0" i="0" u="none" strike="noStrike" kern="0" cap="none" spc="0" normalizeH="0" baseline="0" noProof="0" err="1">
                <a:ln>
                  <a:noFill/>
                </a:ln>
                <a:solidFill>
                  <a:srgbClr val="000000"/>
                </a:solidFill>
                <a:effectLst/>
                <a:uLnTx/>
                <a:uFillTx/>
                <a:latin typeface="Energy"/>
                <a:ea typeface="+mn-ea"/>
                <a:cs typeface="Arial" panose="020B0604020202020204" pitchFamily="34" charset="0"/>
              </a:rPr>
              <a:t>organisation</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GBS process governance: </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Define and manage the oversight structures for Global Business Services to ensure consistency and accountability.</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Retained process governance: </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Maintain internal control over key processes that remain within the </a:t>
            </a:r>
            <a:r>
              <a:rPr kumimoji="0" lang="en-US" sz="900" b="0" i="0" u="none" strike="noStrike" kern="0" cap="none" spc="0" normalizeH="0" baseline="0" noProof="0" err="1">
                <a:ln>
                  <a:noFill/>
                </a:ln>
                <a:solidFill>
                  <a:srgbClr val="000000"/>
                </a:solidFill>
                <a:effectLst/>
                <a:uLnTx/>
                <a:uFillTx/>
                <a:latin typeface="Energy"/>
                <a:ea typeface="+mn-ea"/>
                <a:cs typeface="Arial" panose="020B0604020202020204" pitchFamily="34" charset="0"/>
              </a:rPr>
              <a:t>organisation</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 rather than being outsourced.</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Process design: </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Develop structured workflows and procedures that support operational efficiency and strategic goals.</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Process implementation: </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Roll out newly designed processes into the </a:t>
            </a:r>
            <a:r>
              <a:rPr kumimoji="0" lang="en-US" sz="900" b="0" i="0" u="none" strike="noStrike" kern="0" cap="none" spc="0" normalizeH="0" baseline="0" noProof="0" err="1">
                <a:ln>
                  <a:noFill/>
                </a:ln>
                <a:solidFill>
                  <a:srgbClr val="000000"/>
                </a:solidFill>
                <a:effectLst/>
                <a:uLnTx/>
                <a:uFillTx/>
                <a:latin typeface="Energy"/>
                <a:ea typeface="+mn-ea"/>
                <a:cs typeface="Arial" panose="020B0604020202020204" pitchFamily="34" charset="0"/>
              </a:rPr>
              <a:t>organisation</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 with appropriate planning and stakeholder engagement.</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Process </a:t>
            </a:r>
            <a:r>
              <a:rPr kumimoji="0" lang="en-US" sz="900" b="1" i="0" u="none" strike="noStrike" kern="0" cap="none" spc="0" normalizeH="0" baseline="0" noProof="0" err="1">
                <a:ln>
                  <a:noFill/>
                </a:ln>
                <a:solidFill>
                  <a:srgbClr val="000000"/>
                </a:solidFill>
                <a:effectLst/>
                <a:uLnTx/>
                <a:uFillTx/>
                <a:latin typeface="Energy"/>
                <a:ea typeface="+mn-ea"/>
                <a:cs typeface="Arial" panose="020B0604020202020204" pitchFamily="34" charset="0"/>
              </a:rPr>
              <a:t>eeecution</a:t>
            </a: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 and performance measurement: </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Operate business processes while tracking performance metrics to ensure they meet desired outcomes.</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Service delivery model: </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Structure how services are delivered to customers or internal teams to ensure quality and efficiency.</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Technology architecture and roadmap: </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Define the IT infrastructure and create a strategic plan for its evolution to support business needs.</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Sourcing model: </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Determine how goods and services are acquired, balancing internal capabilities with external partnerships.</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latin typeface="Energy"/>
                <a:ea typeface="+mn-ea"/>
                <a:cs typeface="Arial" panose="020B0604020202020204" pitchFamily="34" charset="0"/>
              </a:rPr>
              <a:t>Continuous improvements: </a:t>
            </a: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Drive ongoing enhancements to processes and services through iterative changes and feedback </a:t>
            </a:r>
            <a:r>
              <a:rPr kumimoji="0" lang="en-US" sz="1000" b="0" i="0" u="none" strike="noStrike" kern="0" cap="none" spc="0" normalizeH="0" baseline="0" noProof="0">
                <a:ln>
                  <a:noFill/>
                </a:ln>
                <a:solidFill>
                  <a:srgbClr val="000000"/>
                </a:solidFill>
                <a:effectLst/>
                <a:uLnTx/>
                <a:uFillTx/>
                <a:latin typeface="Energy"/>
                <a:ea typeface="+mn-ea"/>
                <a:cs typeface="Arial" panose="020B0604020202020204" pitchFamily="34" charset="0"/>
              </a:rPr>
              <a:t>loops.</a:t>
            </a:r>
          </a:p>
        </p:txBody>
      </p:sp>
      <p:grpSp>
        <p:nvGrpSpPr>
          <p:cNvPr id="96" name="Group 95">
            <a:extLst>
              <a:ext uri="{FF2B5EF4-FFF2-40B4-BE49-F238E27FC236}">
                <a16:creationId xmlns:a16="http://schemas.microsoft.com/office/drawing/2014/main" id="{D4341B85-6D9C-305D-EA2D-F689CB8A74D0}"/>
              </a:ext>
            </a:extLst>
          </p:cNvPr>
          <p:cNvGrpSpPr/>
          <p:nvPr/>
        </p:nvGrpSpPr>
        <p:grpSpPr>
          <a:xfrm>
            <a:off x="8006275" y="1730950"/>
            <a:ext cx="4075226" cy="667618"/>
            <a:chOff x="8108683" y="4161240"/>
            <a:chExt cx="3724229" cy="667618"/>
          </a:xfrm>
          <a:solidFill>
            <a:srgbClr val="55C3F0">
              <a:lumMod val="20000"/>
              <a:lumOff val="80000"/>
            </a:srgbClr>
          </a:solidFill>
          <a:effectLst/>
        </p:grpSpPr>
        <p:sp>
          <p:nvSpPr>
            <p:cNvPr id="97" name="Rectangle: Rounded Corners 96">
              <a:extLst>
                <a:ext uri="{FF2B5EF4-FFF2-40B4-BE49-F238E27FC236}">
                  <a16:creationId xmlns:a16="http://schemas.microsoft.com/office/drawing/2014/main" id="{2EA7F770-38C6-340B-A2AE-FDC1B50FFA07}"/>
                </a:ext>
              </a:extLst>
            </p:cNvPr>
            <p:cNvSpPr/>
            <p:nvPr/>
          </p:nvSpPr>
          <p:spPr>
            <a:xfrm>
              <a:off x="8111704" y="4161240"/>
              <a:ext cx="3721208" cy="182880"/>
            </a:xfrm>
            <a:prstGeom prst="round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ysClr val="windowText" lastClr="000000"/>
                  </a:solidFill>
                  <a:effectLst/>
                  <a:uLnTx/>
                  <a:uFillTx/>
                  <a:latin typeface="Energy"/>
                  <a:ea typeface="+mn-ea"/>
                  <a:cs typeface="Arial" panose="020B0604020202020204" pitchFamily="34" charset="0"/>
                </a:rPr>
                <a:t>Captive teams</a:t>
              </a:r>
            </a:p>
          </p:txBody>
        </p:sp>
        <p:sp>
          <p:nvSpPr>
            <p:cNvPr id="98" name="Rectangle: Rounded Corners 97">
              <a:extLst>
                <a:ext uri="{FF2B5EF4-FFF2-40B4-BE49-F238E27FC236}">
                  <a16:creationId xmlns:a16="http://schemas.microsoft.com/office/drawing/2014/main" id="{B91F57E0-11B9-436F-9081-C7C734E4BB17}"/>
                </a:ext>
              </a:extLst>
            </p:cNvPr>
            <p:cNvSpPr/>
            <p:nvPr/>
          </p:nvSpPr>
          <p:spPr>
            <a:xfrm>
              <a:off x="8108683" y="4362514"/>
              <a:ext cx="3721208" cy="466344"/>
            </a:xfrm>
            <a:prstGeom prst="roundRect">
              <a:avLst/>
            </a:prstGeom>
            <a:grpFill/>
            <a:ln w="28575"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Execute standardized processes and escalate exceptions to GPOs.</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latin typeface="Energy"/>
                  <a:ea typeface="+mn-ea"/>
                  <a:cs typeface="Arial" panose="020B0604020202020204" pitchFamily="34" charset="0"/>
                </a:rPr>
                <a:t>Provide feedback on process pain points and improvement opportunities.</a:t>
              </a:r>
            </a:p>
          </p:txBody>
        </p:sp>
      </p:grpSp>
      <p:cxnSp>
        <p:nvCxnSpPr>
          <p:cNvPr id="99" name="Connector: Curved 98">
            <a:extLst>
              <a:ext uri="{FF2B5EF4-FFF2-40B4-BE49-F238E27FC236}">
                <a16:creationId xmlns:a16="http://schemas.microsoft.com/office/drawing/2014/main" id="{188DD993-13E3-26EF-A523-8A7DB44051D1}"/>
              </a:ext>
            </a:extLst>
          </p:cNvPr>
          <p:cNvCxnSpPr>
            <a:cxnSpLocks/>
            <a:endCxn id="100" idx="1"/>
          </p:cNvCxnSpPr>
          <p:nvPr/>
        </p:nvCxnSpPr>
        <p:spPr>
          <a:xfrm flipV="1">
            <a:off x="7495959" y="2496435"/>
            <a:ext cx="448167" cy="226094"/>
          </a:xfrm>
          <a:prstGeom prst="curvedConnector3">
            <a:avLst>
              <a:gd name="adj1" fmla="val 50000"/>
            </a:avLst>
          </a:prstGeom>
          <a:noFill/>
          <a:ln w="6350" cap="flat" cmpd="sng" algn="ctr">
            <a:solidFill>
              <a:srgbClr val="FF007F"/>
            </a:solidFill>
            <a:prstDash val="solid"/>
            <a:miter lim="800000"/>
            <a:tailEnd type="triangle"/>
          </a:ln>
          <a:effectLst/>
        </p:spPr>
      </p:cxnSp>
      <p:sp>
        <p:nvSpPr>
          <p:cNvPr id="100" name="Rectangle: Rounded Corners 99">
            <a:extLst>
              <a:ext uri="{FF2B5EF4-FFF2-40B4-BE49-F238E27FC236}">
                <a16:creationId xmlns:a16="http://schemas.microsoft.com/office/drawing/2014/main" id="{803A0397-D6CF-A8E8-59F3-F5E540B611D4}"/>
              </a:ext>
            </a:extLst>
          </p:cNvPr>
          <p:cNvSpPr/>
          <p:nvPr/>
        </p:nvSpPr>
        <p:spPr>
          <a:xfrm>
            <a:off x="7944126" y="1700150"/>
            <a:ext cx="4207379" cy="1592570"/>
          </a:xfrm>
          <a:prstGeom prst="roundRect">
            <a:avLst>
              <a:gd name="adj" fmla="val 6759"/>
            </a:avLst>
          </a:prstGeom>
          <a:noFill/>
          <a:ln w="12700" cap="flat" cmpd="sng" algn="ctr">
            <a:solidFill>
              <a:sysClr val="windowText" lastClr="000000"/>
            </a:solidFill>
            <a:prstDash val="dash"/>
            <a:miter lim="800000"/>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ysClr val="windowText" lastClr="000000"/>
              </a:solidFill>
              <a:effectLst/>
              <a:uLnTx/>
              <a:uFillTx/>
              <a:latin typeface="Energy"/>
              <a:ea typeface="+mn-ea"/>
              <a:cs typeface="Arial" panose="020B0604020202020204" pitchFamily="34" charset="0"/>
            </a:endParaRPr>
          </a:p>
        </p:txBody>
      </p:sp>
      <p:sp>
        <p:nvSpPr>
          <p:cNvPr id="101" name="Rectangle: Rounded Corners 100">
            <a:extLst>
              <a:ext uri="{FF2B5EF4-FFF2-40B4-BE49-F238E27FC236}">
                <a16:creationId xmlns:a16="http://schemas.microsoft.com/office/drawing/2014/main" id="{AACF8174-0ECE-E89E-BAA6-D5A805B35CFA}"/>
              </a:ext>
            </a:extLst>
          </p:cNvPr>
          <p:cNvSpPr/>
          <p:nvPr/>
        </p:nvSpPr>
        <p:spPr>
          <a:xfrm>
            <a:off x="3242554" y="1742812"/>
            <a:ext cx="4136393" cy="429094"/>
          </a:xfrm>
          <a:prstGeom prst="round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102" name="Rectangle: Rounded Corners 101">
            <a:extLst>
              <a:ext uri="{FF2B5EF4-FFF2-40B4-BE49-F238E27FC236}">
                <a16:creationId xmlns:a16="http://schemas.microsoft.com/office/drawing/2014/main" id="{82057A05-133D-4BD1-C277-DE7EA60EC20A}"/>
              </a:ext>
            </a:extLst>
          </p:cNvPr>
          <p:cNvSpPr/>
          <p:nvPr/>
        </p:nvSpPr>
        <p:spPr>
          <a:xfrm>
            <a:off x="3242554" y="3352170"/>
            <a:ext cx="4136393" cy="375876"/>
          </a:xfrm>
          <a:prstGeom prst="round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103" name="Rectangle: Rounded Corners 102">
            <a:extLst>
              <a:ext uri="{FF2B5EF4-FFF2-40B4-BE49-F238E27FC236}">
                <a16:creationId xmlns:a16="http://schemas.microsoft.com/office/drawing/2014/main" id="{CF891736-35B8-1FC7-AE23-D4449F83CD26}"/>
              </a:ext>
            </a:extLst>
          </p:cNvPr>
          <p:cNvSpPr/>
          <p:nvPr/>
        </p:nvSpPr>
        <p:spPr>
          <a:xfrm>
            <a:off x="3242554" y="5344581"/>
            <a:ext cx="4136393" cy="375876"/>
          </a:xfrm>
          <a:prstGeom prst="round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104" name="Rectangle: Rounded Corners 103">
            <a:extLst>
              <a:ext uri="{FF2B5EF4-FFF2-40B4-BE49-F238E27FC236}">
                <a16:creationId xmlns:a16="http://schemas.microsoft.com/office/drawing/2014/main" id="{F5AD85F0-923B-7547-7C60-2736B39640B8}"/>
              </a:ext>
            </a:extLst>
          </p:cNvPr>
          <p:cNvSpPr/>
          <p:nvPr/>
        </p:nvSpPr>
        <p:spPr>
          <a:xfrm>
            <a:off x="3242553" y="3779054"/>
            <a:ext cx="4136393" cy="439917"/>
          </a:xfrm>
          <a:prstGeom prst="round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105" name="Rectangle: Rounded Corners 104">
            <a:extLst>
              <a:ext uri="{FF2B5EF4-FFF2-40B4-BE49-F238E27FC236}">
                <a16:creationId xmlns:a16="http://schemas.microsoft.com/office/drawing/2014/main" id="{2ECB3680-81D9-DDE6-C83B-422240720D56}"/>
              </a:ext>
            </a:extLst>
          </p:cNvPr>
          <p:cNvSpPr/>
          <p:nvPr/>
        </p:nvSpPr>
        <p:spPr>
          <a:xfrm>
            <a:off x="3242553" y="4603363"/>
            <a:ext cx="4136393" cy="375876"/>
          </a:xfrm>
          <a:prstGeom prst="round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81262555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5909D0-B34A-BB36-C50F-03B35142DD72}"/>
              </a:ext>
            </a:extLst>
          </p:cNvPr>
          <p:cNvSpPr>
            <a:spLocks noGrp="1"/>
          </p:cNvSpPr>
          <p:nvPr>
            <p:ph type="title"/>
          </p:nvPr>
        </p:nvSpPr>
        <p:spPr/>
        <p:txBody>
          <a:bodyPr/>
          <a:lstStyle/>
          <a:p>
            <a:r>
              <a:rPr lang="en-GB" sz="2400">
                <a:solidFill>
                  <a:srgbClr val="333333"/>
                </a:solidFill>
              </a:rPr>
              <a:t>Role Summaries</a:t>
            </a:r>
            <a:br>
              <a:rPr lang="en-GB" sz="2400">
                <a:solidFill>
                  <a:srgbClr val="333333"/>
                </a:solidFill>
              </a:rPr>
            </a:br>
            <a:endParaRPr lang="en-IN"/>
          </a:p>
        </p:txBody>
      </p:sp>
      <p:sp>
        <p:nvSpPr>
          <p:cNvPr id="5" name="Slide Number Placeholder 4">
            <a:extLst>
              <a:ext uri="{FF2B5EF4-FFF2-40B4-BE49-F238E27FC236}">
                <a16:creationId xmlns:a16="http://schemas.microsoft.com/office/drawing/2014/main" id="{F6D9EBEE-C3E5-7813-2FEF-0394DC41C6FA}"/>
              </a:ext>
            </a:extLst>
          </p:cNvPr>
          <p:cNvSpPr>
            <a:spLocks noGrp="1"/>
          </p:cNvSpPr>
          <p:nvPr>
            <p:ph type="sldNum" sz="quarter" idx="12"/>
          </p:nvPr>
        </p:nvSpPr>
        <p:spPr/>
        <p:txBody>
          <a:bodyPr/>
          <a:lstStyle/>
          <a:p>
            <a:fld id="{94FCA0F3-9F3A-694B-99BB-0E592A797735}" type="slidenum">
              <a:rPr lang="en-US" smtClean="0"/>
              <a:t>86</a:t>
            </a:fld>
            <a:endParaRPr lang="en-US"/>
          </a:p>
        </p:txBody>
      </p:sp>
      <p:sp>
        <p:nvSpPr>
          <p:cNvPr id="6" name="Date Placeholder 5">
            <a:extLst>
              <a:ext uri="{FF2B5EF4-FFF2-40B4-BE49-F238E27FC236}">
                <a16:creationId xmlns:a16="http://schemas.microsoft.com/office/drawing/2014/main" id="{D571811D-D869-32A0-02F7-1125299537F7}"/>
              </a:ext>
            </a:extLst>
          </p:cNvPr>
          <p:cNvSpPr>
            <a:spLocks noGrp="1"/>
          </p:cNvSpPr>
          <p:nvPr>
            <p:ph type="dt" sz="half" idx="10"/>
          </p:nvPr>
        </p:nvSpPr>
        <p:spPr/>
        <p:txBody>
          <a:bodyPr/>
          <a:lstStyle/>
          <a:p>
            <a:fld id="{C4445754-EE2E-4965-974D-15A8AE7D2948}" type="datetime1">
              <a:rPr lang="en-US" smtClean="0"/>
              <a:t>9/19/2025</a:t>
            </a:fld>
            <a:endParaRPr lang="en-US"/>
          </a:p>
        </p:txBody>
      </p:sp>
      <p:sp>
        <p:nvSpPr>
          <p:cNvPr id="8" name="SmartArt Placeholder 7">
            <a:extLst>
              <a:ext uri="{FF2B5EF4-FFF2-40B4-BE49-F238E27FC236}">
                <a16:creationId xmlns:a16="http://schemas.microsoft.com/office/drawing/2014/main" id="{D2B0A249-0727-4998-DA0F-6D6182585254}"/>
              </a:ext>
            </a:extLst>
          </p:cNvPr>
          <p:cNvSpPr>
            <a:spLocks noGrp="1"/>
          </p:cNvSpPr>
          <p:nvPr>
            <p:ph type="dgm" sz="quarter" idx="17"/>
          </p:nvPr>
        </p:nvSpPr>
        <p:spPr/>
        <p:txBody>
          <a:bodyPr/>
          <a:lstStyle/>
          <a:p>
            <a:endParaRPr lang="en-IN"/>
          </a:p>
        </p:txBody>
      </p:sp>
      <p:graphicFrame>
        <p:nvGraphicFramePr>
          <p:cNvPr id="13" name="Table 12">
            <a:extLst>
              <a:ext uri="{FF2B5EF4-FFF2-40B4-BE49-F238E27FC236}">
                <a16:creationId xmlns:a16="http://schemas.microsoft.com/office/drawing/2014/main" id="{FEC25413-CC37-8400-45DD-26E2EAABAA81}"/>
              </a:ext>
            </a:extLst>
          </p:cNvPr>
          <p:cNvGraphicFramePr>
            <a:graphicFrameLocks noGrp="1"/>
          </p:cNvGraphicFramePr>
          <p:nvPr>
            <p:extLst>
              <p:ext uri="{D42A27DB-BD31-4B8C-83A1-F6EECF244321}">
                <p14:modId xmlns:p14="http://schemas.microsoft.com/office/powerpoint/2010/main" val="1636546710"/>
              </p:ext>
            </p:extLst>
          </p:nvPr>
        </p:nvGraphicFramePr>
        <p:xfrm>
          <a:off x="709600" y="1329945"/>
          <a:ext cx="5386400" cy="4957268"/>
        </p:xfrm>
        <a:graphic>
          <a:graphicData uri="http://schemas.openxmlformats.org/drawingml/2006/table">
            <a:tbl>
              <a:tblPr firstRow="1" bandRow="1"/>
              <a:tblGrid>
                <a:gridCol w="5386400">
                  <a:extLst>
                    <a:ext uri="{9D8B030D-6E8A-4147-A177-3AD203B41FA5}">
                      <a16:colId xmlns:a16="http://schemas.microsoft.com/office/drawing/2014/main" val="20000"/>
                    </a:ext>
                  </a:extLst>
                </a:gridCol>
              </a:tblGrid>
              <a:tr h="254504">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r>
                        <a:rPr lang="en-GB" sz="1050">
                          <a:solidFill>
                            <a:schemeClr val="bg1"/>
                          </a:solidFill>
                        </a:rPr>
                        <a:t>Director of GBS</a:t>
                      </a:r>
                    </a:p>
                  </a:txBody>
                  <a:tcPr>
                    <a:lnL w="9525" cap="flat" cmpd="sng" algn="ctr">
                      <a:solidFill>
                        <a:srgbClr val="FFFFFF">
                          <a:lumMod val="75000"/>
                        </a:srgbClr>
                      </a:solidFill>
                      <a:prstDash val="solid"/>
                      <a:round/>
                      <a:headEnd type="none" w="med" len="med"/>
                      <a:tailEnd type="none" w="med" len="med"/>
                    </a:lnL>
                    <a:lnR w="9525" cap="flat" cmpd="sng" algn="ctr">
                      <a:solidFill>
                        <a:srgbClr val="FFFFFF">
                          <a:lumMod val="75000"/>
                        </a:srgbClr>
                      </a:solidFill>
                      <a:prstDash val="solid"/>
                      <a:round/>
                      <a:headEnd type="none" w="med" len="med"/>
                      <a:tailEnd type="none" w="med" len="med"/>
                    </a:lnR>
                    <a:lnT w="9525" cap="flat" cmpd="sng" algn="ctr">
                      <a:solidFill>
                        <a:srgbClr val="FFFFFF">
                          <a:lumMod val="75000"/>
                        </a:srgbClr>
                      </a:solidFill>
                      <a:prstDash val="solid"/>
                      <a:round/>
                      <a:headEnd type="none" w="med" len="med"/>
                      <a:tailEnd type="none" w="med" len="med"/>
                    </a:lnT>
                    <a:lnB w="9525"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EDB00">
                        <a:lumMod val="20000"/>
                        <a:lumOff val="80000"/>
                      </a:srgbClr>
                    </a:solidFill>
                  </a:tcPr>
                </a:tc>
                <a:extLst>
                  <a:ext uri="{0D108BD9-81ED-4DB2-BD59-A6C34878D82A}">
                    <a16:rowId xmlns:a16="http://schemas.microsoft.com/office/drawing/2014/main" val="10000"/>
                  </a:ext>
                </a:extLst>
              </a:tr>
              <a:tr h="25450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r>
                        <a:rPr lang="en-GB" sz="1050">
                          <a:solidFill>
                            <a:schemeClr val="bg1"/>
                          </a:solidFill>
                        </a:rPr>
                        <a:t>Role description:</a:t>
                      </a:r>
                    </a:p>
                  </a:txBody>
                  <a:tcPr>
                    <a:lnL w="9525" cap="flat" cmpd="sng" algn="ctr">
                      <a:solidFill>
                        <a:srgbClr val="FFFFFF">
                          <a:lumMod val="75000"/>
                        </a:srgbClr>
                      </a:solidFill>
                      <a:prstDash val="solid"/>
                      <a:round/>
                      <a:headEnd type="none" w="med" len="med"/>
                      <a:tailEnd type="none" w="med" len="med"/>
                    </a:lnL>
                    <a:lnR w="9525" cap="flat" cmpd="sng" algn="ctr">
                      <a:solidFill>
                        <a:srgbClr val="FFFFFF">
                          <a:lumMod val="75000"/>
                        </a:srgbClr>
                      </a:solidFill>
                      <a:prstDash val="solid"/>
                      <a:round/>
                      <a:headEnd type="none" w="med" len="med"/>
                      <a:tailEnd type="none" w="med" len="med"/>
                    </a:lnR>
                    <a:lnT w="9525" cap="flat" cmpd="sng" algn="ctr">
                      <a:solidFill>
                        <a:srgbClr val="FFFFFF">
                          <a:lumMod val="75000"/>
                        </a:srgbClr>
                      </a:solidFill>
                      <a:prstDash val="solid"/>
                      <a:round/>
                      <a:headEnd type="none" w="med" len="med"/>
                      <a:tailEnd type="none" w="med" len="med"/>
                    </a:lnT>
                    <a:lnB w="9525"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46647B"/>
                    </a:solidFill>
                  </a:tcPr>
                </a:tc>
                <a:extLst>
                  <a:ext uri="{0D108BD9-81ED-4DB2-BD59-A6C34878D82A}">
                    <a16:rowId xmlns:a16="http://schemas.microsoft.com/office/drawing/2014/main" val="10001"/>
                  </a:ext>
                </a:extLst>
              </a:tr>
              <a:tr h="376284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lvl="0" indent="0" algn="l" defTabSz="914400" rtl="0" eaLnBrk="1" fontAlgn="base" latinLnBrk="0" hangingPunct="1">
                        <a:lnSpc>
                          <a:spcPct val="100000"/>
                        </a:lnSpc>
                        <a:spcBef>
                          <a:spcPts val="0"/>
                        </a:spcBef>
                        <a:spcAft>
                          <a:spcPts val="800"/>
                        </a:spcAft>
                        <a:buFont typeface="Arial" panose="020B0604020202020204" pitchFamily="34" charset="0"/>
                        <a:buNone/>
                      </a:pPr>
                      <a:r>
                        <a:rPr lang="en-GB" sz="1000">
                          <a:solidFill>
                            <a:schemeClr val="bg1"/>
                          </a:solidFill>
                          <a:effectLst/>
                          <a:latin typeface="Tahoma" panose="020B0604030504040204" pitchFamily="34" charset="0"/>
                          <a:ea typeface="Times New Roman" panose="02020603050405020304" pitchFamily="18" charset="0"/>
                          <a:cs typeface="Times New Roman" panose="02020603050405020304" pitchFamily="18" charset="0"/>
                        </a:rPr>
                        <a:t>The Director of GBS will oversee the inception of the GBS organisation and steer the </a:t>
                      </a:r>
                      <a:r>
                        <a:rPr lang="en-GB" sz="1000" b="0" kern="1200">
                          <a:solidFill>
                            <a:schemeClr val="bg1"/>
                          </a:solidFill>
                          <a:effectLst/>
                          <a:latin typeface="+mn-lt"/>
                          <a:ea typeface="+mn-ea"/>
                          <a:cs typeface="+mn-cs"/>
                        </a:rPr>
                        <a:t>organisation through a period of high growth to maturity.  The role will be responsible for the ramp-up of services for existing functions as well as developing new capabilities, internal controls and service agreements and performance management.</a:t>
                      </a:r>
                    </a:p>
                    <a:p>
                      <a:pPr marL="0" lvl="0" indent="0" algn="l" defTabSz="914400" rtl="0" eaLnBrk="1" fontAlgn="base" latinLnBrk="0" hangingPunct="1">
                        <a:lnSpc>
                          <a:spcPct val="100000"/>
                        </a:lnSpc>
                        <a:spcBef>
                          <a:spcPts val="0"/>
                        </a:spcBef>
                        <a:spcAft>
                          <a:spcPts val="800"/>
                        </a:spcAft>
                        <a:buFont typeface="Arial" panose="020B0604020202020204" pitchFamily="34" charset="0"/>
                        <a:buNone/>
                      </a:pPr>
                      <a:r>
                        <a:rPr lang="en-GB" sz="1000" b="0" kern="1200">
                          <a:solidFill>
                            <a:schemeClr val="bg1"/>
                          </a:solidFill>
                          <a:effectLst/>
                          <a:latin typeface="+mn-lt"/>
                          <a:ea typeface="+mn-ea"/>
                          <a:cs typeface="+mn-cs"/>
                        </a:rPr>
                        <a:t>Line management responsibilities for the GBS management team, including</a:t>
                      </a: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GB" sz="1000" b="0" kern="1200">
                          <a:solidFill>
                            <a:schemeClr val="bg1"/>
                          </a:solidFill>
                          <a:effectLst/>
                          <a:latin typeface="+mn-lt"/>
                          <a:ea typeface="+mn-ea"/>
                          <a:cs typeface="+mn-cs"/>
                        </a:rPr>
                        <a:t>Head of Service Delivery – Overall leadership of GBS RDC Service Delivery centres including MDM, S2P, R2D, P2P, Q2C, P2R and H2R</a:t>
                      </a: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GB" sz="1000" b="0" kern="1200">
                          <a:solidFill>
                            <a:schemeClr val="bg1"/>
                          </a:solidFill>
                          <a:effectLst/>
                          <a:latin typeface="+mn-lt"/>
                          <a:ea typeface="+mn-ea"/>
                          <a:cs typeface="+mn-cs"/>
                        </a:rPr>
                        <a:t>Head of Reporting &amp; Analytics – responsible for GBS </a:t>
                      </a:r>
                      <a:r>
                        <a:rPr lang="en-GB" sz="1000" b="0" kern="1200" noProof="0">
                          <a:solidFill>
                            <a:schemeClr val="bg1"/>
                          </a:solidFill>
                          <a:effectLst/>
                          <a:latin typeface="+mn-lt"/>
                          <a:ea typeface="+mn-ea"/>
                          <a:cs typeface="+mn-cs"/>
                        </a:rPr>
                        <a:t>Foundational insight &amp; reporting, </a:t>
                      </a:r>
                      <a:r>
                        <a:rPr lang="en-GB" sz="1000" b="0" kern="1200">
                          <a:solidFill>
                            <a:schemeClr val="bg1"/>
                          </a:solidFill>
                          <a:effectLst/>
                          <a:latin typeface="+mn-lt"/>
                          <a:ea typeface="+mn-ea"/>
                          <a:cs typeface="+mn-cs"/>
                        </a:rPr>
                        <a:t>Predictive analytics and </a:t>
                      </a:r>
                      <a:r>
                        <a:rPr lang="en-GB" sz="1000" b="0" kern="1200" noProof="0">
                          <a:solidFill>
                            <a:schemeClr val="bg1"/>
                          </a:solidFill>
                          <a:effectLst/>
                          <a:latin typeface="+mn-lt"/>
                          <a:ea typeface="+mn-ea"/>
                          <a:cs typeface="+mn-cs"/>
                        </a:rPr>
                        <a:t>Data visualisation team</a:t>
                      </a: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GB" sz="1000" b="0" kern="1200">
                          <a:solidFill>
                            <a:schemeClr val="bg1"/>
                          </a:solidFill>
                          <a:effectLst/>
                          <a:latin typeface="+mn-lt"/>
                          <a:ea typeface="+mn-ea"/>
                          <a:cs typeface="+mn-cs"/>
                        </a:rPr>
                        <a:t>Head of  Service Management &amp; Transformation – responsible for process performance, transformational projects, continuous improvement, automation opportunity identification, third party contract management and performance management (internal GBS/third party), including key KPIs, SLAs/OLAs</a:t>
                      </a:r>
                    </a:p>
                    <a:p>
                      <a:pPr marL="171450" marR="0" lvl="0" indent="-171450" algn="l" defTabSz="914400" rtl="0" eaLnBrk="1" fontAlgn="base" latinLnBrk="0" hangingPunct="1">
                        <a:lnSpc>
                          <a:spcPct val="100000"/>
                        </a:lnSpc>
                        <a:spcBef>
                          <a:spcPts val="0"/>
                        </a:spcBef>
                        <a:spcAft>
                          <a:spcPts val="1000"/>
                        </a:spcAft>
                        <a:buClrTx/>
                        <a:buSzTx/>
                        <a:buFont typeface="Arial" panose="020B0604020202020204" pitchFamily="34" charset="0"/>
                        <a:buChar char="•"/>
                        <a:tabLst/>
                        <a:defRPr/>
                      </a:pPr>
                      <a:r>
                        <a:rPr lang="en-GB" sz="1000" b="0" kern="1200">
                          <a:solidFill>
                            <a:schemeClr val="bg1"/>
                          </a:solidFill>
                          <a:effectLst/>
                          <a:latin typeface="+mn-lt"/>
                          <a:ea typeface="+mn-ea"/>
                          <a:cs typeface="+mn-cs"/>
                        </a:rPr>
                        <a:t>Head of  Risk Management &amp; Controls – responsible for Controls design &amp; oversight, Risk Management &amp; Control governance</a:t>
                      </a:r>
                    </a:p>
                    <a:p>
                      <a:pPr marL="171450" marR="0" lvl="0" indent="-171450" algn="l" defTabSz="914400" rtl="0" eaLnBrk="1" fontAlgn="base" latinLnBrk="0" hangingPunct="1">
                        <a:lnSpc>
                          <a:spcPct val="100000"/>
                        </a:lnSpc>
                        <a:spcBef>
                          <a:spcPts val="0"/>
                        </a:spcBef>
                        <a:spcAft>
                          <a:spcPts val="1000"/>
                        </a:spcAft>
                        <a:buClrTx/>
                        <a:buSzTx/>
                        <a:buFont typeface="Arial" panose="020B0604020202020204" pitchFamily="34" charset="0"/>
                        <a:buChar char="•"/>
                        <a:tabLst/>
                        <a:defRPr/>
                      </a:pPr>
                      <a:r>
                        <a:rPr lang="en-GB" sz="1000" b="0" kern="1200">
                          <a:solidFill>
                            <a:schemeClr val="bg1"/>
                          </a:solidFill>
                          <a:effectLst/>
                          <a:latin typeface="+mn-lt"/>
                          <a:ea typeface="+mn-ea"/>
                          <a:cs typeface="+mn-cs"/>
                        </a:rPr>
                        <a:t>GPO Team – Executive team </a:t>
                      </a:r>
                      <a:r>
                        <a:rPr lang="en-GB" sz="1000" b="0" kern="1200" noProof="0">
                          <a:solidFill>
                            <a:schemeClr val="bg1"/>
                          </a:solidFill>
                          <a:effectLst/>
                          <a:latin typeface="+mn-lt"/>
                          <a:ea typeface="+mn-ea"/>
                          <a:cs typeface="+mn-cs"/>
                        </a:rPr>
                        <a:t>who owns the end-to-end processes of their assigned workstreams across functions, geographic locations or business units. They are the overall accountable for the business process on a global scale and will be accountable for all process design and build activities and overall governance</a:t>
                      </a:r>
                      <a:endParaRPr lang="en-IN" sz="1000" b="0" kern="1200">
                        <a:solidFill>
                          <a:schemeClr val="bg1"/>
                        </a:solidFill>
                        <a:effectLst/>
                        <a:latin typeface="+mn-lt"/>
                        <a:ea typeface="+mn-ea"/>
                        <a:cs typeface="+mn-cs"/>
                      </a:endParaRPr>
                    </a:p>
                  </a:txBody>
                  <a:tcPr>
                    <a:lnL w="9525" cap="flat" cmpd="sng" algn="ctr">
                      <a:solidFill>
                        <a:srgbClr val="FFFFFF">
                          <a:lumMod val="75000"/>
                        </a:srgbClr>
                      </a:solidFill>
                      <a:prstDash val="solid"/>
                      <a:round/>
                      <a:headEnd type="none" w="med" len="med"/>
                      <a:tailEnd type="none" w="med" len="med"/>
                    </a:lnL>
                    <a:lnR w="9525" cap="flat" cmpd="sng" algn="ctr">
                      <a:solidFill>
                        <a:srgbClr val="FFFFFF">
                          <a:lumMod val="75000"/>
                        </a:srgbClr>
                      </a:solidFill>
                      <a:prstDash val="solid"/>
                      <a:round/>
                      <a:headEnd type="none" w="med" len="med"/>
                      <a:tailEnd type="none" w="med" len="med"/>
                    </a:lnR>
                    <a:lnT w="9525" cap="flat" cmpd="sng" algn="ctr">
                      <a:solidFill>
                        <a:srgbClr val="FFFFFF">
                          <a:lumMod val="75000"/>
                        </a:srgbClr>
                      </a:solidFill>
                      <a:prstDash val="solid"/>
                      <a:round/>
                      <a:headEnd type="none" w="med" len="med"/>
                      <a:tailEnd type="none" w="med" len="med"/>
                    </a:lnT>
                    <a:lnB w="9525"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5450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indent="0">
                        <a:buFont typeface="Arial" panose="020B0604020202020204" pitchFamily="34" charset="0"/>
                        <a:buNone/>
                      </a:pPr>
                      <a:r>
                        <a:rPr lang="en-GB" sz="1050" b="0" kern="1200">
                          <a:solidFill>
                            <a:schemeClr val="bg1"/>
                          </a:solidFill>
                          <a:latin typeface="+mn-lt"/>
                          <a:ea typeface="+mn-ea"/>
                          <a:cs typeface="+mn-cs"/>
                        </a:rPr>
                        <a:t>Detailed job description:</a:t>
                      </a:r>
                    </a:p>
                  </a:txBody>
                  <a:tcPr>
                    <a:lnL w="9525" cap="flat" cmpd="sng" algn="ctr">
                      <a:solidFill>
                        <a:srgbClr val="FFFFFF">
                          <a:lumMod val="75000"/>
                        </a:srgbClr>
                      </a:solidFill>
                      <a:prstDash val="solid"/>
                      <a:round/>
                      <a:headEnd type="none" w="med" len="med"/>
                      <a:tailEnd type="none" w="med" len="med"/>
                    </a:lnL>
                    <a:lnR w="9525" cap="flat" cmpd="sng" algn="ctr">
                      <a:solidFill>
                        <a:srgbClr val="FFFFFF">
                          <a:lumMod val="75000"/>
                        </a:srgbClr>
                      </a:solidFill>
                      <a:prstDash val="solid"/>
                      <a:round/>
                      <a:headEnd type="none" w="med" len="med"/>
                      <a:tailEnd type="none" w="med" len="med"/>
                    </a:lnR>
                    <a:lnT w="9525" cap="flat" cmpd="sng" algn="ctr">
                      <a:solidFill>
                        <a:srgbClr val="FFFFFF">
                          <a:lumMod val="75000"/>
                        </a:srgbClr>
                      </a:solidFill>
                      <a:prstDash val="solid"/>
                      <a:round/>
                      <a:headEnd type="none" w="med" len="med"/>
                      <a:tailEnd type="none" w="med" len="med"/>
                    </a:lnT>
                    <a:lnB w="9525"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AEAE9F"/>
                    </a:solidFill>
                  </a:tcPr>
                </a:tc>
                <a:extLst>
                  <a:ext uri="{0D108BD9-81ED-4DB2-BD59-A6C34878D82A}">
                    <a16:rowId xmlns:a16="http://schemas.microsoft.com/office/drawing/2014/main" val="10003"/>
                  </a:ext>
                </a:extLst>
              </a:tr>
              <a:tr h="43090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indent="0">
                        <a:buFont typeface="Arial" panose="020B0604020202020204" pitchFamily="34" charset="0"/>
                        <a:buNone/>
                      </a:pPr>
                      <a:r>
                        <a:rPr lang="en-GB" sz="800">
                          <a:solidFill>
                            <a:schemeClr val="bg1"/>
                          </a:solidFill>
                        </a:rPr>
                        <a:t>Embed full word doc profile</a:t>
                      </a:r>
                    </a:p>
                  </a:txBody>
                  <a:tcPr>
                    <a:lnL w="9525" cap="flat" cmpd="sng" algn="ctr">
                      <a:solidFill>
                        <a:srgbClr val="FFFFFF">
                          <a:lumMod val="75000"/>
                        </a:srgbClr>
                      </a:solidFill>
                      <a:prstDash val="solid"/>
                      <a:round/>
                      <a:headEnd type="none" w="med" len="med"/>
                      <a:tailEnd type="none" w="med" len="med"/>
                    </a:lnL>
                    <a:lnR w="9525" cap="flat" cmpd="sng" algn="ctr">
                      <a:solidFill>
                        <a:srgbClr val="FFFFFF">
                          <a:lumMod val="75000"/>
                        </a:srgbClr>
                      </a:solidFill>
                      <a:prstDash val="solid"/>
                      <a:round/>
                      <a:headEnd type="none" w="med" len="med"/>
                      <a:tailEnd type="none" w="med" len="med"/>
                    </a:lnR>
                    <a:lnT w="9525" cap="flat" cmpd="sng" algn="ctr">
                      <a:solidFill>
                        <a:srgbClr val="FFFFFF">
                          <a:lumMod val="75000"/>
                        </a:srgbClr>
                      </a:solidFill>
                      <a:prstDash val="solid"/>
                      <a:round/>
                      <a:headEnd type="none" w="med" len="med"/>
                      <a:tailEnd type="none" w="med" len="med"/>
                    </a:lnT>
                    <a:lnB w="9525"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4" name="Table 13">
            <a:extLst>
              <a:ext uri="{FF2B5EF4-FFF2-40B4-BE49-F238E27FC236}">
                <a16:creationId xmlns:a16="http://schemas.microsoft.com/office/drawing/2014/main" id="{2E7C7AE9-9B14-9211-9AD8-D6C1C3EF8ABD}"/>
              </a:ext>
            </a:extLst>
          </p:cNvPr>
          <p:cNvGraphicFramePr>
            <a:graphicFrameLocks noGrp="1"/>
          </p:cNvGraphicFramePr>
          <p:nvPr>
            <p:extLst>
              <p:ext uri="{D42A27DB-BD31-4B8C-83A1-F6EECF244321}">
                <p14:modId xmlns:p14="http://schemas.microsoft.com/office/powerpoint/2010/main" val="1559681986"/>
              </p:ext>
            </p:extLst>
          </p:nvPr>
        </p:nvGraphicFramePr>
        <p:xfrm>
          <a:off x="6258560" y="1332497"/>
          <a:ext cx="5509456" cy="4954715"/>
        </p:xfrm>
        <a:graphic>
          <a:graphicData uri="http://schemas.openxmlformats.org/drawingml/2006/table">
            <a:tbl>
              <a:tblPr firstRow="1" bandRow="1"/>
              <a:tblGrid>
                <a:gridCol w="5509456">
                  <a:extLst>
                    <a:ext uri="{9D8B030D-6E8A-4147-A177-3AD203B41FA5}">
                      <a16:colId xmlns:a16="http://schemas.microsoft.com/office/drawing/2014/main" val="20000"/>
                    </a:ext>
                  </a:extLst>
                </a:gridCol>
              </a:tblGrid>
              <a:tr h="259501">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r>
                        <a:rPr lang="en-GB" sz="1050">
                          <a:solidFill>
                            <a:schemeClr val="bg1"/>
                          </a:solidFill>
                        </a:rPr>
                        <a:t>GPO</a:t>
                      </a:r>
                    </a:p>
                  </a:txBody>
                  <a:tcPr>
                    <a:lnL w="9525" cap="flat" cmpd="sng" algn="ctr">
                      <a:solidFill>
                        <a:srgbClr val="FFFFFF">
                          <a:lumMod val="75000"/>
                        </a:srgbClr>
                      </a:solidFill>
                      <a:prstDash val="solid"/>
                      <a:round/>
                      <a:headEnd type="none" w="med" len="med"/>
                      <a:tailEnd type="none" w="med" len="med"/>
                    </a:lnL>
                    <a:lnR w="9525" cap="flat" cmpd="sng" algn="ctr">
                      <a:solidFill>
                        <a:srgbClr val="FFFFFF">
                          <a:lumMod val="75000"/>
                        </a:srgbClr>
                      </a:solidFill>
                      <a:prstDash val="solid"/>
                      <a:round/>
                      <a:headEnd type="none" w="med" len="med"/>
                      <a:tailEnd type="none" w="med" len="med"/>
                    </a:lnR>
                    <a:lnT w="9525" cap="flat" cmpd="sng" algn="ctr">
                      <a:solidFill>
                        <a:srgbClr val="FFFFFF">
                          <a:lumMod val="75000"/>
                        </a:srgbClr>
                      </a:solidFill>
                      <a:prstDash val="solid"/>
                      <a:round/>
                      <a:headEnd type="none" w="med" len="med"/>
                      <a:tailEnd type="none" w="med" len="med"/>
                    </a:lnT>
                    <a:lnB w="9525"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FEDB00">
                        <a:lumMod val="20000"/>
                        <a:lumOff val="80000"/>
                      </a:srgbClr>
                    </a:solidFill>
                  </a:tcPr>
                </a:tc>
                <a:extLst>
                  <a:ext uri="{0D108BD9-81ED-4DB2-BD59-A6C34878D82A}">
                    <a16:rowId xmlns:a16="http://schemas.microsoft.com/office/drawing/2014/main" val="10000"/>
                  </a:ext>
                </a:extLst>
              </a:tr>
              <a:tr h="25950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r>
                        <a:rPr lang="en-GB" sz="1050" b="0" kern="1200">
                          <a:solidFill>
                            <a:schemeClr val="bg1"/>
                          </a:solidFill>
                          <a:effectLst/>
                          <a:latin typeface="+mn-lt"/>
                          <a:ea typeface="+mn-ea"/>
                          <a:cs typeface="+mn-cs"/>
                        </a:rPr>
                        <a:t>Role description:</a:t>
                      </a:r>
                    </a:p>
                  </a:txBody>
                  <a:tcPr>
                    <a:lnL w="9525" cap="flat" cmpd="sng" algn="ctr">
                      <a:solidFill>
                        <a:srgbClr val="FFFFFF">
                          <a:lumMod val="75000"/>
                        </a:srgbClr>
                      </a:solidFill>
                      <a:prstDash val="solid"/>
                      <a:round/>
                      <a:headEnd type="none" w="med" len="med"/>
                      <a:tailEnd type="none" w="med" len="med"/>
                    </a:lnL>
                    <a:lnR w="9525" cap="flat" cmpd="sng" algn="ctr">
                      <a:solidFill>
                        <a:srgbClr val="FFFFFF">
                          <a:lumMod val="75000"/>
                        </a:srgbClr>
                      </a:solidFill>
                      <a:prstDash val="solid"/>
                      <a:round/>
                      <a:headEnd type="none" w="med" len="med"/>
                      <a:tailEnd type="none" w="med" len="med"/>
                    </a:lnR>
                    <a:lnT w="9525" cap="flat" cmpd="sng" algn="ctr">
                      <a:solidFill>
                        <a:srgbClr val="FFFFFF">
                          <a:lumMod val="75000"/>
                        </a:srgbClr>
                      </a:solidFill>
                      <a:prstDash val="solid"/>
                      <a:round/>
                      <a:headEnd type="none" w="med" len="med"/>
                      <a:tailEnd type="none" w="med" len="med"/>
                    </a:lnT>
                    <a:lnB w="9525"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46647B"/>
                    </a:solidFill>
                  </a:tcPr>
                </a:tc>
                <a:extLst>
                  <a:ext uri="{0D108BD9-81ED-4DB2-BD59-A6C34878D82A}">
                    <a16:rowId xmlns:a16="http://schemas.microsoft.com/office/drawing/2014/main" val="10001"/>
                  </a:ext>
                </a:extLst>
              </a:tr>
              <a:tr h="3790292">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lvl="0" indent="0" algn="l" defTabSz="914400" rtl="0" eaLnBrk="1" fontAlgn="base" latinLnBrk="0" hangingPunct="1">
                        <a:lnSpc>
                          <a:spcPct val="100000"/>
                        </a:lnSpc>
                        <a:spcBef>
                          <a:spcPts val="0"/>
                        </a:spcBef>
                        <a:spcAft>
                          <a:spcPts val="800"/>
                        </a:spcAft>
                        <a:buFont typeface="Arial" panose="020B0604020202020204" pitchFamily="34" charset="0"/>
                        <a:buNone/>
                      </a:pPr>
                      <a:r>
                        <a:rPr lang="en-IN" sz="1000" kern="1200">
                          <a:solidFill>
                            <a:schemeClr val="bg1"/>
                          </a:solidFill>
                          <a:effectLst/>
                          <a:latin typeface="Tahoma" panose="020B0604030504040204" pitchFamily="34" charset="0"/>
                          <a:cs typeface="Times New Roman" panose="02020603050405020304" pitchFamily="18" charset="0"/>
                        </a:rPr>
                        <a:t>GPO will serve as the global process owner (GPO) for their respective process tower working with Functional Leaders, Head of Service Management and Transformation, Director of Global Business Services (GBS) and Service Delivery Tower Leads in the future to support process delivery, continuous improvement, transformation and a positive user/employee experience. Key accountabilities are:</a:t>
                      </a:r>
                      <a:endParaRPr lang="en-GB" sz="1000" kern="1200">
                        <a:solidFill>
                          <a:schemeClr val="bg1"/>
                        </a:solidFill>
                        <a:effectLst/>
                        <a:latin typeface="Tahoma" panose="020B0604030504040204" pitchFamily="34" charset="0"/>
                        <a:ea typeface="+mn-ea"/>
                        <a:cs typeface="Times New Roman" panose="02020603050405020304" pitchFamily="18" charset="0"/>
                      </a:endParaRP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IN" sz="1000" b="0" kern="1200">
                          <a:solidFill>
                            <a:schemeClr val="bg1"/>
                          </a:solidFill>
                          <a:effectLst/>
                          <a:latin typeface="+mn-lt"/>
                          <a:ea typeface="+mn-ea"/>
                          <a:cs typeface="+mn-cs"/>
                        </a:rPr>
                        <a:t>Designs, develops, and implements enterprise-wide Process and Services Delivery initiatives. </a:t>
                      </a: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IN" sz="1000" b="0" kern="1200">
                          <a:solidFill>
                            <a:schemeClr val="bg1"/>
                          </a:solidFill>
                          <a:effectLst/>
                          <a:latin typeface="+mn-lt"/>
                          <a:ea typeface="+mn-ea"/>
                          <a:cs typeface="+mn-cs"/>
                        </a:rPr>
                        <a:t>Performs needs assessment and solution development. </a:t>
                      </a: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IN" sz="1000" b="0" kern="1200">
                          <a:solidFill>
                            <a:schemeClr val="bg1"/>
                          </a:solidFill>
                          <a:effectLst/>
                          <a:latin typeface="+mn-lt"/>
                          <a:ea typeface="+mn-ea"/>
                          <a:cs typeface="+mn-cs"/>
                        </a:rPr>
                        <a:t>Initiates change requests and is responsible for demand management </a:t>
                      </a: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IN" sz="1000" b="0" kern="1200">
                          <a:solidFill>
                            <a:schemeClr val="bg1"/>
                          </a:solidFill>
                          <a:effectLst/>
                          <a:latin typeface="+mn-lt"/>
                          <a:ea typeface="+mn-ea"/>
                          <a:cs typeface="+mn-cs"/>
                        </a:rPr>
                        <a:t>Works with the relevant functional and business stakeholders to drive future focussed and appropriate policy development  </a:t>
                      </a: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IN" sz="1000" b="0" kern="1200">
                          <a:solidFill>
                            <a:schemeClr val="bg1"/>
                          </a:solidFill>
                          <a:effectLst/>
                          <a:latin typeface="+mn-lt"/>
                          <a:ea typeface="+mn-ea"/>
                          <a:cs typeface="+mn-cs"/>
                        </a:rPr>
                        <a:t>Drives process development, automation, simplification and continuous improvement. </a:t>
                      </a: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IN" sz="1000" b="0" kern="1200">
                          <a:solidFill>
                            <a:schemeClr val="bg1"/>
                          </a:solidFill>
                          <a:effectLst/>
                          <a:latin typeface="+mn-lt"/>
                          <a:ea typeface="+mn-ea"/>
                          <a:cs typeface="+mn-cs"/>
                        </a:rPr>
                        <a:t>Demonstrates knowledge of One “Company” strategic direction and is proficient in managing senior / executive level stakeholder relationships  </a:t>
                      </a: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IN" sz="1000" b="0" kern="1200">
                          <a:solidFill>
                            <a:schemeClr val="bg1"/>
                          </a:solidFill>
                          <a:effectLst/>
                          <a:latin typeface="+mn-lt"/>
                          <a:ea typeface="+mn-ea"/>
                          <a:cs typeface="+mn-cs"/>
                        </a:rPr>
                        <a:t>Provides consulting and expertise through effective communication. </a:t>
                      </a:r>
                    </a:p>
                    <a:p>
                      <a:pPr marL="171450" lvl="0" indent="-171450" algn="l" defTabSz="914400" rtl="0" eaLnBrk="1" fontAlgn="base" latinLnBrk="0" hangingPunct="1">
                        <a:lnSpc>
                          <a:spcPct val="100000"/>
                        </a:lnSpc>
                        <a:spcBef>
                          <a:spcPts val="0"/>
                        </a:spcBef>
                        <a:spcAft>
                          <a:spcPts val="1000"/>
                        </a:spcAft>
                        <a:buFont typeface="Arial" panose="020B0604020202020204" pitchFamily="34" charset="0"/>
                        <a:buChar char="•"/>
                      </a:pPr>
                      <a:r>
                        <a:rPr lang="en-IN" sz="1000" b="0" kern="1200">
                          <a:solidFill>
                            <a:schemeClr val="bg1"/>
                          </a:solidFill>
                          <a:effectLst/>
                          <a:latin typeface="+mn-lt"/>
                          <a:ea typeface="+mn-ea"/>
                          <a:cs typeface="+mn-cs"/>
                        </a:rPr>
                        <a:t>Leads large scale change implementations and projects focussed on the improvement of services  </a:t>
                      </a:r>
                    </a:p>
                  </a:txBody>
                  <a:tcPr>
                    <a:lnL w="9525" cap="flat" cmpd="sng" algn="ctr">
                      <a:solidFill>
                        <a:srgbClr val="FFFFFF">
                          <a:lumMod val="75000"/>
                        </a:srgbClr>
                      </a:solidFill>
                      <a:prstDash val="solid"/>
                      <a:round/>
                      <a:headEnd type="none" w="med" len="med"/>
                      <a:tailEnd type="none" w="med" len="med"/>
                    </a:lnL>
                    <a:lnR w="9525" cap="flat" cmpd="sng" algn="ctr">
                      <a:solidFill>
                        <a:srgbClr val="FFFFFF">
                          <a:lumMod val="75000"/>
                        </a:srgbClr>
                      </a:solidFill>
                      <a:prstDash val="solid"/>
                      <a:round/>
                      <a:headEnd type="none" w="med" len="med"/>
                      <a:tailEnd type="none" w="med" len="med"/>
                    </a:lnR>
                    <a:lnT w="9525" cap="flat" cmpd="sng" algn="ctr">
                      <a:solidFill>
                        <a:srgbClr val="FFFFFF">
                          <a:lumMod val="75000"/>
                        </a:srgbClr>
                      </a:solidFill>
                      <a:prstDash val="solid"/>
                      <a:round/>
                      <a:headEnd type="none" w="med" len="med"/>
                      <a:tailEnd type="none" w="med" len="med"/>
                    </a:lnT>
                    <a:lnB w="9525"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5950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indent="0">
                        <a:buFont typeface="Arial" panose="020B0604020202020204" pitchFamily="34" charset="0"/>
                        <a:buNone/>
                      </a:pPr>
                      <a:r>
                        <a:rPr lang="en-GB" sz="1050" b="0" kern="1200">
                          <a:solidFill>
                            <a:schemeClr val="bg1"/>
                          </a:solidFill>
                          <a:latin typeface="+mn-lt"/>
                          <a:ea typeface="+mn-ea"/>
                          <a:cs typeface="+mn-cs"/>
                        </a:rPr>
                        <a:t>Detailed job description:</a:t>
                      </a:r>
                    </a:p>
                  </a:txBody>
                  <a:tcPr>
                    <a:lnL w="9525" cap="flat" cmpd="sng" algn="ctr">
                      <a:solidFill>
                        <a:srgbClr val="FFFFFF">
                          <a:lumMod val="75000"/>
                        </a:srgbClr>
                      </a:solidFill>
                      <a:prstDash val="solid"/>
                      <a:round/>
                      <a:headEnd type="none" w="med" len="med"/>
                      <a:tailEnd type="none" w="med" len="med"/>
                    </a:lnL>
                    <a:lnR w="9525" cap="flat" cmpd="sng" algn="ctr">
                      <a:solidFill>
                        <a:srgbClr val="FFFFFF">
                          <a:lumMod val="75000"/>
                        </a:srgbClr>
                      </a:solidFill>
                      <a:prstDash val="solid"/>
                      <a:round/>
                      <a:headEnd type="none" w="med" len="med"/>
                      <a:tailEnd type="none" w="med" len="med"/>
                    </a:lnR>
                    <a:lnT w="9525" cap="flat" cmpd="sng" algn="ctr">
                      <a:solidFill>
                        <a:srgbClr val="FFFFFF">
                          <a:lumMod val="75000"/>
                        </a:srgbClr>
                      </a:solidFill>
                      <a:prstDash val="solid"/>
                      <a:round/>
                      <a:headEnd type="none" w="med" len="med"/>
                      <a:tailEnd type="none" w="med" len="med"/>
                    </a:lnT>
                    <a:lnB w="9525"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solidFill>
                      <a:srgbClr val="AEAE9F"/>
                    </a:solidFill>
                  </a:tcPr>
                </a:tc>
                <a:extLst>
                  <a:ext uri="{0D108BD9-81ED-4DB2-BD59-A6C34878D82A}">
                    <a16:rowId xmlns:a16="http://schemas.microsoft.com/office/drawing/2014/main" val="10003"/>
                  </a:ext>
                </a:extLst>
              </a:tr>
              <a:tr h="3859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indent="0">
                        <a:buFont typeface="Arial" panose="020B0604020202020204" pitchFamily="34" charset="0"/>
                        <a:buNone/>
                      </a:pPr>
                      <a:r>
                        <a:rPr lang="en-GB" sz="800">
                          <a:solidFill>
                            <a:schemeClr val="bg1"/>
                          </a:solidFill>
                        </a:rPr>
                        <a:t>Embed full word doc profile</a:t>
                      </a:r>
                    </a:p>
                  </a:txBody>
                  <a:tcPr>
                    <a:lnL w="9525" cap="flat" cmpd="sng" algn="ctr">
                      <a:solidFill>
                        <a:srgbClr val="FFFFFF">
                          <a:lumMod val="75000"/>
                        </a:srgbClr>
                      </a:solidFill>
                      <a:prstDash val="solid"/>
                      <a:round/>
                      <a:headEnd type="none" w="med" len="med"/>
                      <a:tailEnd type="none" w="med" len="med"/>
                    </a:lnL>
                    <a:lnR w="9525" cap="flat" cmpd="sng" algn="ctr">
                      <a:solidFill>
                        <a:srgbClr val="FFFFFF">
                          <a:lumMod val="75000"/>
                        </a:srgbClr>
                      </a:solidFill>
                      <a:prstDash val="solid"/>
                      <a:round/>
                      <a:headEnd type="none" w="med" len="med"/>
                      <a:tailEnd type="none" w="med" len="med"/>
                    </a:lnR>
                    <a:lnT w="9525" cap="flat" cmpd="sng" algn="ctr">
                      <a:solidFill>
                        <a:srgbClr val="FFFFFF">
                          <a:lumMod val="75000"/>
                        </a:srgbClr>
                      </a:solidFill>
                      <a:prstDash val="solid"/>
                      <a:round/>
                      <a:headEnd type="none" w="med" len="med"/>
                      <a:tailEnd type="none" w="med" len="med"/>
                    </a:lnT>
                    <a:lnB w="9525" cap="flat" cmpd="sng" algn="ctr">
                      <a:solidFill>
                        <a:srgbClr val="FFFFFF">
                          <a:lumMod val="75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235680793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3BC6F6-0483-708F-A09D-D2259BB501E5}"/>
              </a:ext>
            </a:extLst>
          </p:cNvPr>
          <p:cNvSpPr>
            <a:spLocks noGrp="1"/>
          </p:cNvSpPr>
          <p:nvPr>
            <p:ph type="title"/>
          </p:nvPr>
        </p:nvSpPr>
        <p:spPr/>
        <p:txBody>
          <a:bodyPr/>
          <a:lstStyle/>
          <a:p>
            <a:endParaRPr lang="en-IN"/>
          </a:p>
        </p:txBody>
      </p:sp>
      <p:pic>
        <p:nvPicPr>
          <p:cNvPr id="9" name="Content Placeholder 8">
            <a:extLst>
              <a:ext uri="{FF2B5EF4-FFF2-40B4-BE49-F238E27FC236}">
                <a16:creationId xmlns:a16="http://schemas.microsoft.com/office/drawing/2014/main" id="{368472AA-9E27-81D0-4884-A01DB81CAD0F}"/>
              </a:ext>
            </a:extLst>
          </p:cNvPr>
          <p:cNvPicPr>
            <a:picLocks noGrp="1" noChangeAspect="1"/>
          </p:cNvPicPr>
          <p:nvPr>
            <p:ph sz="quarter" idx="16"/>
          </p:nvPr>
        </p:nvPicPr>
        <p:blipFill>
          <a:blip r:embed="rId2"/>
          <a:stretch>
            <a:fillRect/>
          </a:stretch>
        </p:blipFill>
        <p:spPr>
          <a:xfrm>
            <a:off x="826800" y="1411288"/>
            <a:ext cx="4674175" cy="4638675"/>
          </a:xfrm>
        </p:spPr>
      </p:pic>
      <p:sp>
        <p:nvSpPr>
          <p:cNvPr id="4" name="Content Placeholder 3">
            <a:extLst>
              <a:ext uri="{FF2B5EF4-FFF2-40B4-BE49-F238E27FC236}">
                <a16:creationId xmlns:a16="http://schemas.microsoft.com/office/drawing/2014/main" id="{0E9CC588-9B7F-446B-964E-8A28A31365FA}"/>
              </a:ext>
            </a:extLst>
          </p:cNvPr>
          <p:cNvSpPr>
            <a:spLocks noGrp="1"/>
          </p:cNvSpPr>
          <p:nvPr>
            <p:ph sz="quarter" idx="15"/>
          </p:nvPr>
        </p:nvSpPr>
        <p:spPr/>
        <p:txBody>
          <a:bodyPr/>
          <a:lstStyle/>
          <a:p>
            <a:endParaRPr lang="en-IN"/>
          </a:p>
        </p:txBody>
      </p:sp>
      <p:sp>
        <p:nvSpPr>
          <p:cNvPr id="5" name="Slide Number Placeholder 4">
            <a:extLst>
              <a:ext uri="{FF2B5EF4-FFF2-40B4-BE49-F238E27FC236}">
                <a16:creationId xmlns:a16="http://schemas.microsoft.com/office/drawing/2014/main" id="{889E06A4-04FC-3E12-94AC-A92538BF073A}"/>
              </a:ext>
            </a:extLst>
          </p:cNvPr>
          <p:cNvSpPr>
            <a:spLocks noGrp="1"/>
          </p:cNvSpPr>
          <p:nvPr>
            <p:ph type="sldNum" sz="quarter" idx="12"/>
          </p:nvPr>
        </p:nvSpPr>
        <p:spPr/>
        <p:txBody>
          <a:bodyPr/>
          <a:lstStyle/>
          <a:p>
            <a:fld id="{94FCA0F3-9F3A-694B-99BB-0E592A797735}" type="slidenum">
              <a:rPr lang="en-US" smtClean="0"/>
              <a:t>87</a:t>
            </a:fld>
            <a:endParaRPr lang="en-US"/>
          </a:p>
        </p:txBody>
      </p:sp>
      <p:sp>
        <p:nvSpPr>
          <p:cNvPr id="6" name="Date Placeholder 5">
            <a:extLst>
              <a:ext uri="{FF2B5EF4-FFF2-40B4-BE49-F238E27FC236}">
                <a16:creationId xmlns:a16="http://schemas.microsoft.com/office/drawing/2014/main" id="{238706A2-D21F-49DF-F9E5-952BBFDEAD6A}"/>
              </a:ext>
            </a:extLst>
          </p:cNvPr>
          <p:cNvSpPr>
            <a:spLocks noGrp="1"/>
          </p:cNvSpPr>
          <p:nvPr>
            <p:ph type="dt" sz="half" idx="10"/>
          </p:nvPr>
        </p:nvSpPr>
        <p:spPr/>
        <p:txBody>
          <a:bodyPr/>
          <a:lstStyle/>
          <a:p>
            <a:fld id="{345C9E22-11CE-425B-9864-64378F237137}" type="datetime1">
              <a:rPr lang="en-US" smtClean="0"/>
              <a:t>9/19/2025</a:t>
            </a:fld>
            <a:endParaRPr lang="en-US"/>
          </a:p>
        </p:txBody>
      </p:sp>
      <p:sp>
        <p:nvSpPr>
          <p:cNvPr id="7" name="SmartArt Placeholder 6">
            <a:extLst>
              <a:ext uri="{FF2B5EF4-FFF2-40B4-BE49-F238E27FC236}">
                <a16:creationId xmlns:a16="http://schemas.microsoft.com/office/drawing/2014/main" id="{6745CAD9-B471-645F-616E-174D54E0A549}"/>
              </a:ext>
            </a:extLst>
          </p:cNvPr>
          <p:cNvSpPr>
            <a:spLocks noGrp="1"/>
          </p:cNvSpPr>
          <p:nvPr>
            <p:ph type="dgm" sz="quarter" idx="17"/>
          </p:nvPr>
        </p:nvSpPr>
        <p:spPr/>
        <p:txBody>
          <a:bodyPr/>
          <a:lstStyle/>
          <a:p>
            <a:endParaRPr lang="en-IN"/>
          </a:p>
        </p:txBody>
      </p:sp>
    </p:spTree>
    <p:extLst>
      <p:ext uri="{BB962C8B-B14F-4D97-AF65-F5344CB8AC3E}">
        <p14:creationId xmlns:p14="http://schemas.microsoft.com/office/powerpoint/2010/main" val="3862563710"/>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16A5211-4066-EB48-8DED-C415256BEEAD}"/>
              </a:ext>
            </a:extLst>
          </p:cNvPr>
          <p:cNvSpPr>
            <a:spLocks noGrp="1"/>
          </p:cNvSpPr>
          <p:nvPr>
            <p:ph type="title"/>
          </p:nvPr>
        </p:nvSpPr>
        <p:spPr>
          <a:xfrm>
            <a:off x="533400" y="370357"/>
            <a:ext cx="10515600" cy="696290"/>
          </a:xfrm>
        </p:spPr>
        <p:txBody>
          <a:bodyPr anchor="t">
            <a:normAutofit/>
          </a:bodyPr>
          <a:lstStyle/>
          <a:p>
            <a:r>
              <a:rPr lang="en-US">
                <a:latin typeface="+mn-lt"/>
                <a:ea typeface="+mn-lt"/>
                <a:cs typeface="+mn-lt"/>
                <a:sym typeface="+mn-lt"/>
              </a:rPr>
              <a:t>Revenue Recognition Accounting</a:t>
            </a:r>
            <a:endParaRPr lang="en-US" baseline="30000">
              <a:latin typeface="+mn-lt"/>
              <a:ea typeface="+mn-lt"/>
              <a:cs typeface="+mn-lt"/>
              <a:sym typeface="+mn-lt"/>
            </a:endParaRPr>
          </a:p>
        </p:txBody>
      </p:sp>
      <p:sp>
        <p:nvSpPr>
          <p:cNvPr id="6" name="Abgerundetes Rechteck 9">
            <a:extLst>
              <a:ext uri="{FF2B5EF4-FFF2-40B4-BE49-F238E27FC236}">
                <a16:creationId xmlns:a16="http://schemas.microsoft.com/office/drawing/2014/main" id="{03839151-E718-42D2-C25B-5DB58D42632B}"/>
              </a:ext>
            </a:extLst>
          </p:cNvPr>
          <p:cNvSpPr/>
          <p:nvPr/>
        </p:nvSpPr>
        <p:spPr bwMode="auto">
          <a:xfrm>
            <a:off x="6784848" y="1307592"/>
            <a:ext cx="1293044" cy="365760"/>
          </a:xfrm>
          <a:prstGeom prst="roundRect">
            <a:avLst/>
          </a:prstGeom>
          <a:gradFill>
            <a:gsLst>
              <a:gs pos="96000">
                <a:schemeClr val="bg1"/>
              </a:gs>
              <a:gs pos="96000">
                <a:srgbClr val="595959"/>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1200" cap="none" spc="0" normalizeH="0" baseline="0" noProof="0">
                <a:ln>
                  <a:noFill/>
                </a:ln>
                <a:solidFill>
                  <a:srgbClr val="0090A0"/>
                </a:solidFill>
                <a:effectLst/>
                <a:uLnTx/>
                <a:uFillTx/>
                <a:latin typeface="Arial" panose="020B0604020202020204"/>
                <a:ea typeface="+mn-ea"/>
                <a:cs typeface="+mn-cs"/>
              </a:rPr>
              <a:t>Brian Paula</a:t>
            </a:r>
            <a:r>
              <a:rPr kumimoji="0" lang="en-IN" sz="800" b="1" i="0" u="none" strike="noStrike" kern="1200" cap="none" spc="0" normalizeH="0" baseline="30000" noProof="0">
                <a:ln>
                  <a:noFill/>
                </a:ln>
                <a:solidFill>
                  <a:srgbClr val="0090A0"/>
                </a:solidFill>
                <a:effectLst/>
                <a:uLnTx/>
                <a:uFillTx/>
                <a:latin typeface="Arial" panose="020B0604020202020204"/>
                <a:ea typeface="+mn-ea"/>
                <a:cs typeface="+mn-cs"/>
              </a:rPr>
              <a:t>1,2</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1200" cap="none" spc="0" normalizeH="0" baseline="0" noProof="0">
                <a:ln>
                  <a:noFill/>
                </a:ln>
                <a:solidFill>
                  <a:srgbClr val="000000"/>
                </a:solidFill>
                <a:effectLst/>
                <a:uLnTx/>
                <a:uFillTx/>
                <a:latin typeface="Arial" panose="020B0604020202020204"/>
                <a:ea typeface="+mn-ea"/>
                <a:cs typeface="+mn-cs"/>
              </a:rPr>
              <a:t>Head, Controller</a:t>
            </a:r>
            <a:endParaRPr kumimoji="0" lang="de-DE" sz="7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cxnSp>
        <p:nvCxnSpPr>
          <p:cNvPr id="7" name="Connector: Elbow 6">
            <a:extLst>
              <a:ext uri="{FF2B5EF4-FFF2-40B4-BE49-F238E27FC236}">
                <a16:creationId xmlns:a16="http://schemas.microsoft.com/office/drawing/2014/main" id="{EFC6ECFB-C646-B923-2F4E-CE3DBCA4E8E8}"/>
              </a:ext>
            </a:extLst>
          </p:cNvPr>
          <p:cNvCxnSpPr>
            <a:cxnSpLocks/>
            <a:stCxn id="15" idx="2"/>
            <a:endCxn id="10" idx="0"/>
          </p:cNvCxnSpPr>
          <p:nvPr/>
        </p:nvCxnSpPr>
        <p:spPr>
          <a:xfrm rot="5400000">
            <a:off x="5957544" y="1906582"/>
            <a:ext cx="860085" cy="2087569"/>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10" name="Abgerundetes Rechteck 9">
            <a:extLst>
              <a:ext uri="{FF2B5EF4-FFF2-40B4-BE49-F238E27FC236}">
                <a16:creationId xmlns:a16="http://schemas.microsoft.com/office/drawing/2014/main" id="{BC7CADC2-A9D6-6E30-073B-115FBDB3954E}"/>
              </a:ext>
            </a:extLst>
          </p:cNvPr>
          <p:cNvSpPr/>
          <p:nvPr/>
        </p:nvSpPr>
        <p:spPr bwMode="auto">
          <a:xfrm>
            <a:off x="4697279" y="3380409"/>
            <a:ext cx="1293044" cy="365760"/>
          </a:xfrm>
          <a:prstGeom prst="roundRect">
            <a:avLst/>
          </a:prstGeom>
          <a:noFill/>
          <a:ln w="9525" cap="flat" cmpd="sng" algn="ctr">
            <a:solidFill>
              <a:schemeClr val="tx1"/>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Stephanie Bondar</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Contractor</a:t>
            </a:r>
          </a:p>
        </p:txBody>
      </p:sp>
      <p:sp>
        <p:nvSpPr>
          <p:cNvPr id="15" name="Abgerundetes Rechteck 9">
            <a:extLst>
              <a:ext uri="{FF2B5EF4-FFF2-40B4-BE49-F238E27FC236}">
                <a16:creationId xmlns:a16="http://schemas.microsoft.com/office/drawing/2014/main" id="{681EE542-7AE7-00BB-5C2A-DEE68FB788E1}"/>
              </a:ext>
            </a:extLst>
          </p:cNvPr>
          <p:cNvSpPr/>
          <p:nvPr/>
        </p:nvSpPr>
        <p:spPr bwMode="auto">
          <a:xfrm>
            <a:off x="6784848" y="2154564"/>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Emily David</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Revenue Acct. Director</a:t>
            </a:r>
            <a:endParaRPr kumimoji="0" lang="de-DE"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endParaRPr>
          </a:p>
        </p:txBody>
      </p:sp>
      <p:sp>
        <p:nvSpPr>
          <p:cNvPr id="21" name="Abgerundetes Rechteck 10">
            <a:extLst>
              <a:ext uri="{FF2B5EF4-FFF2-40B4-BE49-F238E27FC236}">
                <a16:creationId xmlns:a16="http://schemas.microsoft.com/office/drawing/2014/main" id="{E224F93E-727C-CFCD-545B-55A81017E9E4}"/>
              </a:ext>
            </a:extLst>
          </p:cNvPr>
          <p:cNvSpPr/>
          <p:nvPr/>
        </p:nvSpPr>
        <p:spPr bwMode="auto">
          <a:xfrm>
            <a:off x="6346605" y="3380409"/>
            <a:ext cx="1293044" cy="365760"/>
          </a:xfrm>
          <a:prstGeom prst="roundRect">
            <a:avLst/>
          </a:prstGeom>
          <a:noFill/>
          <a:ln w="9525" cap="flat" cmpd="sng" algn="ctr">
            <a:solidFill>
              <a:srgbClr val="000033"/>
            </a:solidFill>
            <a:prstDash val="solid"/>
            <a:round/>
            <a:headEnd type="none" w="med" len="med"/>
            <a:tailEnd type="none" w="med" len="med"/>
          </a:ln>
          <a:effectLst/>
        </p:spPr>
        <p:txBody>
          <a:bodyPr vert="horz" wrap="squar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Manager, Accounting </a:t>
            </a:r>
            <a:r>
              <a:rPr kumimoji="0" lang="de-DE" sz="7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rPr>
              <a:t>Open Role</a:t>
            </a:r>
          </a:p>
        </p:txBody>
      </p:sp>
      <p:cxnSp>
        <p:nvCxnSpPr>
          <p:cNvPr id="25" name="Connector: Elbow 24">
            <a:extLst>
              <a:ext uri="{FF2B5EF4-FFF2-40B4-BE49-F238E27FC236}">
                <a16:creationId xmlns:a16="http://schemas.microsoft.com/office/drawing/2014/main" id="{8F20D6FB-8505-8875-0781-DEA42AF3D04E}"/>
              </a:ext>
            </a:extLst>
          </p:cNvPr>
          <p:cNvCxnSpPr>
            <a:cxnSpLocks/>
            <a:stCxn id="15" idx="2"/>
            <a:endCxn id="21" idx="0"/>
          </p:cNvCxnSpPr>
          <p:nvPr/>
        </p:nvCxnSpPr>
        <p:spPr>
          <a:xfrm rot="5400000">
            <a:off x="6782207" y="2731245"/>
            <a:ext cx="860085" cy="438243"/>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29" name="Abgerundetes Rechteck 10">
            <a:extLst>
              <a:ext uri="{FF2B5EF4-FFF2-40B4-BE49-F238E27FC236}">
                <a16:creationId xmlns:a16="http://schemas.microsoft.com/office/drawing/2014/main" id="{5B7F222A-98EB-C7D2-6459-4308D5561E12}"/>
              </a:ext>
            </a:extLst>
          </p:cNvPr>
          <p:cNvSpPr/>
          <p:nvPr/>
        </p:nvSpPr>
        <p:spPr bwMode="auto">
          <a:xfrm>
            <a:off x="6346605" y="4240279"/>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Sandra Frazier</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Senior Accountant</a:t>
            </a:r>
          </a:p>
        </p:txBody>
      </p:sp>
      <p:cxnSp>
        <p:nvCxnSpPr>
          <p:cNvPr id="34" name="Straight Connector 33">
            <a:extLst>
              <a:ext uri="{FF2B5EF4-FFF2-40B4-BE49-F238E27FC236}">
                <a16:creationId xmlns:a16="http://schemas.microsoft.com/office/drawing/2014/main" id="{DCB07767-0A61-7568-FBEE-87C71A299CDB}"/>
              </a:ext>
            </a:extLst>
          </p:cNvPr>
          <p:cNvCxnSpPr>
            <a:cxnSpLocks/>
            <a:stCxn id="21" idx="2"/>
            <a:endCxn id="29" idx="0"/>
          </p:cNvCxnSpPr>
          <p:nvPr/>
        </p:nvCxnSpPr>
        <p:spPr>
          <a:xfrm>
            <a:off x="6993127" y="3746169"/>
            <a:ext cx="0" cy="49411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255B2608-FFC7-C314-5307-DE1429BD32A5}"/>
              </a:ext>
            </a:extLst>
          </p:cNvPr>
          <p:cNvSpPr/>
          <p:nvPr/>
        </p:nvSpPr>
        <p:spPr>
          <a:xfrm>
            <a:off x="8111808" y="2049945"/>
            <a:ext cx="2910823" cy="572348"/>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Oversees entire revenue close process, manages day to day operations / provides oversight of team, acting as conduit between Brian and rest of team.  Focused on revenue accounting / revenue recognition for UMP and Wheelhouse</a:t>
            </a:r>
          </a:p>
        </p:txBody>
      </p:sp>
      <p:sp>
        <p:nvSpPr>
          <p:cNvPr id="26" name="Rectangle 25">
            <a:extLst>
              <a:ext uri="{FF2B5EF4-FFF2-40B4-BE49-F238E27FC236}">
                <a16:creationId xmlns:a16="http://schemas.microsoft.com/office/drawing/2014/main" id="{6EDD317E-8D98-403A-7DDF-CBFFF312DD92}"/>
              </a:ext>
            </a:extLst>
          </p:cNvPr>
          <p:cNvSpPr/>
          <p:nvPr/>
        </p:nvSpPr>
        <p:spPr>
          <a:xfrm>
            <a:off x="4818301" y="4807028"/>
            <a:ext cx="2947726" cy="972912"/>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Focused on revenue accounting / recognition for UMP (majority of efforts), Wheelhouse, ERS and Folio/FDX. Main activities include pulling billing files (created by the billing team) from SharePoint, determining revenue recognition method, determine if amortization or period revenue is required, reviewing contracts from Spring CM, pulling billing data into Excel workbook to manually calculate revenue, and creating manual JEs and uploading to Oracle Cloud</a:t>
            </a:r>
          </a:p>
        </p:txBody>
      </p:sp>
      <p:sp>
        <p:nvSpPr>
          <p:cNvPr id="27" name="Rectangle 26">
            <a:extLst>
              <a:ext uri="{FF2B5EF4-FFF2-40B4-BE49-F238E27FC236}">
                <a16:creationId xmlns:a16="http://schemas.microsoft.com/office/drawing/2014/main" id="{BAED3130-8D77-448C-374B-13540314B7EB}"/>
              </a:ext>
            </a:extLst>
          </p:cNvPr>
          <p:cNvSpPr/>
          <p:nvPr/>
        </p:nvSpPr>
        <p:spPr>
          <a:xfrm>
            <a:off x="7639649" y="3397074"/>
            <a:ext cx="1580551" cy="33503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Once open role is filled, the current proposal is to eliminate contractor role and have the manager take over Contractor’s responsibilities</a:t>
            </a:r>
          </a:p>
        </p:txBody>
      </p:sp>
      <p:sp>
        <p:nvSpPr>
          <p:cNvPr id="28" name="Right Brace 27">
            <a:extLst>
              <a:ext uri="{FF2B5EF4-FFF2-40B4-BE49-F238E27FC236}">
                <a16:creationId xmlns:a16="http://schemas.microsoft.com/office/drawing/2014/main" id="{13C3CA27-E658-AD5C-D712-B3E30AE1D3C0}"/>
              </a:ext>
            </a:extLst>
          </p:cNvPr>
          <p:cNvSpPr/>
          <p:nvPr/>
        </p:nvSpPr>
        <p:spPr>
          <a:xfrm>
            <a:off x="7651433" y="3350282"/>
            <a:ext cx="45719" cy="429768"/>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2" name="Rectangle 31">
            <a:extLst>
              <a:ext uri="{FF2B5EF4-FFF2-40B4-BE49-F238E27FC236}">
                <a16:creationId xmlns:a16="http://schemas.microsoft.com/office/drawing/2014/main" id="{2651EEF1-3BD4-4692-5978-63D6E1D8794D}"/>
              </a:ext>
            </a:extLst>
          </p:cNvPr>
          <p:cNvSpPr/>
          <p:nvPr/>
        </p:nvSpPr>
        <p:spPr>
          <a:xfrm>
            <a:off x="8119077" y="1253704"/>
            <a:ext cx="2359179" cy="464627"/>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Focused on overseeing and managing Wealth’s revenue recognitionon, deferred revenue, sales commissions and related accounting processes. </a:t>
            </a:r>
          </a:p>
        </p:txBody>
      </p:sp>
      <p:sp>
        <p:nvSpPr>
          <p:cNvPr id="35" name="Rectangle: Top Corners Rounded 34">
            <a:extLst>
              <a:ext uri="{FF2B5EF4-FFF2-40B4-BE49-F238E27FC236}">
                <a16:creationId xmlns:a16="http://schemas.microsoft.com/office/drawing/2014/main" id="{08988E9D-2367-D3CE-D381-06F91567FB97}"/>
              </a:ext>
            </a:extLst>
          </p:cNvPr>
          <p:cNvSpPr/>
          <p:nvPr/>
        </p:nvSpPr>
        <p:spPr>
          <a:xfrm>
            <a:off x="283527" y="1765647"/>
            <a:ext cx="3266052" cy="274320"/>
          </a:xfrm>
          <a:prstGeom prst="round2SameRect">
            <a:avLst/>
          </a:prstGeom>
          <a:solidFill>
            <a:schemeClr val="accent3"/>
          </a:solidFill>
        </p:spPr>
        <p:txBody>
          <a:bodyPr wrap="square" lIns="80682" tIns="80682" rIns="80682" bIns="80682" anchor="ctr" anchorCtr="0">
            <a:noAutofit/>
          </a:bodyPr>
          <a:lstStyle/>
          <a:p>
            <a:pPr marL="0" marR="0" lvl="0" indent="0" algn="ctr" defTabSz="806705" rtl="0" eaLnBrk="1" fontAlgn="auto" latinLnBrk="0" hangingPunct="1">
              <a:lnSpc>
                <a:spcPct val="100000"/>
              </a:lnSpc>
              <a:spcBef>
                <a:spcPts val="0"/>
              </a:spcBef>
              <a:spcAft>
                <a:spcPts val="0"/>
              </a:spcAft>
              <a:buClrTx/>
              <a:buSzTx/>
              <a:buFontTx/>
              <a:buNone/>
              <a:tabLst/>
              <a:defRPr/>
            </a:pPr>
            <a:endParaRPr kumimoji="0" lang="en-US" sz="1059" b="0" i="0" u="none" strike="noStrike" kern="0" cap="none" spc="0" normalizeH="0" baseline="0" noProof="0">
              <a:ln>
                <a:noFill/>
              </a:ln>
              <a:solidFill>
                <a:srgbClr val="FFFFFF"/>
              </a:solidFill>
              <a:effectLst/>
              <a:uLnTx/>
              <a:uFillTx/>
              <a:latin typeface="Arial" panose="020B0604020202020204" pitchFamily="34" charset="0"/>
              <a:ea typeface="+mn-lt"/>
              <a:cs typeface="Arial" panose="020B0604020202020204" pitchFamily="34" charset="0"/>
              <a:sym typeface="+mn-lt"/>
            </a:endParaRPr>
          </a:p>
        </p:txBody>
      </p:sp>
      <p:graphicFrame>
        <p:nvGraphicFramePr>
          <p:cNvPr id="36" name="Table 26">
            <a:extLst>
              <a:ext uri="{FF2B5EF4-FFF2-40B4-BE49-F238E27FC236}">
                <a16:creationId xmlns:a16="http://schemas.microsoft.com/office/drawing/2014/main" id="{EB6721AF-2BCC-F2CF-11C0-87493D3FA98C}"/>
              </a:ext>
            </a:extLst>
          </p:cNvPr>
          <p:cNvGraphicFramePr>
            <a:graphicFrameLocks noGrp="1"/>
          </p:cNvGraphicFramePr>
          <p:nvPr>
            <p:custDataLst>
              <p:tags r:id="rId1"/>
            </p:custDataLst>
          </p:nvPr>
        </p:nvGraphicFramePr>
        <p:xfrm>
          <a:off x="284909" y="1751378"/>
          <a:ext cx="3266052" cy="2560320"/>
        </p:xfrm>
        <a:graphic>
          <a:graphicData uri="http://schemas.openxmlformats.org/drawingml/2006/table">
            <a:tbl>
              <a:tblPr firstRow="1" bandRow="1"/>
              <a:tblGrid>
                <a:gridCol w="1152724">
                  <a:extLst>
                    <a:ext uri="{9D8B030D-6E8A-4147-A177-3AD203B41FA5}">
                      <a16:colId xmlns:a16="http://schemas.microsoft.com/office/drawing/2014/main" val="3241423994"/>
                    </a:ext>
                  </a:extLst>
                </a:gridCol>
                <a:gridCol w="1056664">
                  <a:extLst>
                    <a:ext uri="{9D8B030D-6E8A-4147-A177-3AD203B41FA5}">
                      <a16:colId xmlns:a16="http://schemas.microsoft.com/office/drawing/2014/main" val="2978932216"/>
                    </a:ext>
                  </a:extLst>
                </a:gridCol>
                <a:gridCol w="1056664">
                  <a:extLst>
                    <a:ext uri="{9D8B030D-6E8A-4147-A177-3AD203B41FA5}">
                      <a16:colId xmlns:a16="http://schemas.microsoft.com/office/drawing/2014/main" val="285730689"/>
                    </a:ext>
                  </a:extLst>
                </a:gridCol>
              </a:tblGrid>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900" b="1">
                          <a:solidFill>
                            <a:schemeClr val="bg1"/>
                          </a:solidFill>
                          <a:latin typeface="+mn-lt"/>
                        </a:rPr>
                        <a:t>Process</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1">
                          <a:solidFill>
                            <a:schemeClr val="bg1"/>
                          </a:solidFill>
                          <a:latin typeface="+mn-lt"/>
                        </a:rPr>
                        <a:t>Employee FTEs</a:t>
                      </a:r>
                    </a:p>
                  </a:txBody>
                  <a:tcPr marL="27432" marR="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1">
                          <a:solidFill>
                            <a:schemeClr val="bg1"/>
                          </a:solidFill>
                          <a:latin typeface="+mn-lt"/>
                        </a:rPr>
                        <a:t>Contractor FTEs</a:t>
                      </a:r>
                    </a:p>
                  </a:txBody>
                  <a:tcPr marL="27432" marR="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7712561"/>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900" kern="1200">
                          <a:solidFill>
                            <a:schemeClr val="bg1"/>
                          </a:solidFill>
                          <a:latin typeface="+mn-lt"/>
                          <a:ea typeface="+mn-ea"/>
                          <a:cs typeface="+mn-cs"/>
                        </a:rPr>
                        <a:t>Contract-to-Cash</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4.7</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0.8</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20489718"/>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900">
                          <a:solidFill>
                            <a:schemeClr val="bg1"/>
                          </a:solidFill>
                          <a:latin typeface="+mn-lt"/>
                        </a:rPr>
                        <a:t>Source-to-Pay</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89240689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900">
                          <a:solidFill>
                            <a:schemeClr val="bg1"/>
                          </a:solidFill>
                          <a:latin typeface="+mn-lt"/>
                        </a:rPr>
                        <a:t>Record-to-Report</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0.9</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0.2</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536241088"/>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900">
                          <a:solidFill>
                            <a:schemeClr val="bg1"/>
                          </a:solidFill>
                          <a:latin typeface="+mn-lt"/>
                        </a:rPr>
                        <a:t>Planning &amp; Analysis</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54927821"/>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900">
                          <a:solidFill>
                            <a:schemeClr val="bg1"/>
                          </a:solidFill>
                          <a:latin typeface="+mn-lt"/>
                        </a:rPr>
                        <a:t>Other Finance</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932231"/>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900" b="1" kern="1200">
                          <a:solidFill>
                            <a:schemeClr val="bg1"/>
                          </a:solidFill>
                          <a:latin typeface="+mn-lt"/>
                          <a:ea typeface="+mn-ea"/>
                          <a:cs typeface="+mn-cs"/>
                        </a:rPr>
                        <a:t>Total Finance</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b="1" kern="1200" noProof="0">
                          <a:solidFill>
                            <a:schemeClr val="bg1"/>
                          </a:solidFill>
                          <a:latin typeface="+mn-lt"/>
                          <a:ea typeface="+mn-ea"/>
                          <a:cs typeface="+mn-cs"/>
                        </a:rPr>
                        <a:t>5.6</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b="1" kern="1200" noProof="0">
                          <a:solidFill>
                            <a:schemeClr val="bg1"/>
                          </a:solidFill>
                          <a:latin typeface="+mn-lt"/>
                          <a:ea typeface="+mn-ea"/>
                          <a:cs typeface="+mn-cs"/>
                        </a:rPr>
                        <a:t>1.0</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extLst>
                  <a:ext uri="{0D108BD9-81ED-4DB2-BD59-A6C34878D82A}">
                    <a16:rowId xmlns:a16="http://schemas.microsoft.com/office/drawing/2014/main" val="32455750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900" kern="1200">
                          <a:solidFill>
                            <a:schemeClr val="bg1"/>
                          </a:solidFill>
                          <a:latin typeface="+mn-lt"/>
                          <a:ea typeface="+mn-ea"/>
                          <a:cs typeface="+mn-cs"/>
                        </a:rPr>
                        <a:t>Non-Finance</a:t>
                      </a:r>
                      <a:r>
                        <a:rPr lang="en-US" sz="900" kern="1200" baseline="30000">
                          <a:solidFill>
                            <a:schemeClr val="bg1"/>
                          </a:solidFill>
                          <a:latin typeface="+mn-lt"/>
                          <a:ea typeface="+mn-ea"/>
                          <a:cs typeface="+mn-cs"/>
                        </a:rPr>
                        <a:t>2</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0.4</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88141378"/>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900" b="1" kern="1200">
                          <a:solidFill>
                            <a:schemeClr val="bg1"/>
                          </a:solidFill>
                          <a:latin typeface="+mn-lt"/>
                          <a:ea typeface="+mn-ea"/>
                          <a:cs typeface="+mn-cs"/>
                        </a:rPr>
                        <a:t>Total</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b="1" kern="1200" noProof="0">
                          <a:solidFill>
                            <a:schemeClr val="bg1"/>
                          </a:solidFill>
                          <a:latin typeface="+mn-lt"/>
                          <a:ea typeface="+mn-ea"/>
                          <a:cs typeface="+mn-cs"/>
                        </a:rPr>
                        <a:t>6.0</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b="1" kern="1200" noProof="0">
                          <a:solidFill>
                            <a:schemeClr val="bg1"/>
                          </a:solidFill>
                          <a:latin typeface="+mn-lt"/>
                          <a:ea typeface="+mn-ea"/>
                          <a:cs typeface="+mn-cs"/>
                        </a:rPr>
                        <a:t>1.0</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extLst>
                  <a:ext uri="{0D108BD9-81ED-4DB2-BD59-A6C34878D82A}">
                    <a16:rowId xmlns:a16="http://schemas.microsoft.com/office/drawing/2014/main" val="188748436"/>
                  </a:ext>
                </a:extLst>
              </a:tr>
              <a:tr h="91440">
                <a:tc>
                  <a:txBody>
                    <a:bodyPr/>
                    <a:lstStyle/>
                    <a:p>
                      <a:pPr algn="r"/>
                      <a:endParaRPr lang="en-US" sz="100" b="1" kern="1200">
                        <a:solidFill>
                          <a:schemeClr val="tx1"/>
                        </a:solidFill>
                        <a:latin typeface="+mn-lt"/>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US" sz="100" kern="1200" noProof="0">
                        <a:solidFill>
                          <a:schemeClr val="bg2"/>
                        </a:solidFill>
                        <a:latin typeface="+mn-lt"/>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US" sz="100" kern="1200" noProof="0">
                        <a:solidFill>
                          <a:schemeClr val="bg2"/>
                        </a:solidFill>
                        <a:latin typeface="+mn-lt"/>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820441"/>
                  </a:ext>
                </a:extLst>
              </a:tr>
            </a:tbl>
          </a:graphicData>
        </a:graphic>
      </p:graphicFrame>
      <p:sp>
        <p:nvSpPr>
          <p:cNvPr id="2" name="Oval 1">
            <a:extLst>
              <a:ext uri="{FF2B5EF4-FFF2-40B4-BE49-F238E27FC236}">
                <a16:creationId xmlns:a16="http://schemas.microsoft.com/office/drawing/2014/main" id="{5DB9B103-3517-5C4E-E094-75198AB416D4}"/>
              </a:ext>
            </a:extLst>
          </p:cNvPr>
          <p:cNvSpPr/>
          <p:nvPr/>
        </p:nvSpPr>
        <p:spPr>
          <a:xfrm>
            <a:off x="7962957" y="1209221"/>
            <a:ext cx="182880" cy="182880"/>
          </a:xfrm>
          <a:prstGeom prst="ellipse">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 b="0" i="0" u="none" strike="noStrike" kern="1200" cap="none" spc="0" normalizeH="0" baseline="0" noProof="0">
                <a:ln>
                  <a:noFill/>
                </a:ln>
                <a:solidFill>
                  <a:srgbClr val="000000"/>
                </a:solidFill>
                <a:effectLst/>
                <a:uLnTx/>
                <a:uFillTx/>
                <a:latin typeface="Arial" panose="020B0604020202020204"/>
                <a:ea typeface="+mn-ea"/>
                <a:cs typeface="+mn-cs"/>
              </a:rPr>
              <a:t>40%</a:t>
            </a:r>
          </a:p>
        </p:txBody>
      </p:sp>
      <p:graphicFrame>
        <p:nvGraphicFramePr>
          <p:cNvPr id="14" name="Table 13">
            <a:extLst>
              <a:ext uri="{FF2B5EF4-FFF2-40B4-BE49-F238E27FC236}">
                <a16:creationId xmlns:a16="http://schemas.microsoft.com/office/drawing/2014/main" id="{D8EC403F-D3A1-7D1E-0E73-499680D48A53}"/>
              </a:ext>
            </a:extLst>
          </p:cNvPr>
          <p:cNvGraphicFramePr>
            <a:graphicFrameLocks noGrp="1"/>
          </p:cNvGraphicFramePr>
          <p:nvPr/>
        </p:nvGraphicFramePr>
        <p:xfrm>
          <a:off x="283530" y="1387962"/>
          <a:ext cx="3266052" cy="274320"/>
        </p:xfrm>
        <a:graphic>
          <a:graphicData uri="http://schemas.openxmlformats.org/drawingml/2006/table">
            <a:tbl>
              <a:tblPr>
                <a:effectLst/>
              </a:tblPr>
              <a:tblGrid>
                <a:gridCol w="217497">
                  <a:extLst>
                    <a:ext uri="{9D8B030D-6E8A-4147-A177-3AD203B41FA5}">
                      <a16:colId xmlns:a16="http://schemas.microsoft.com/office/drawing/2014/main" val="2937933679"/>
                    </a:ext>
                  </a:extLst>
                </a:gridCol>
                <a:gridCol w="1016185">
                  <a:extLst>
                    <a:ext uri="{9D8B030D-6E8A-4147-A177-3AD203B41FA5}">
                      <a16:colId xmlns:a16="http://schemas.microsoft.com/office/drawing/2014/main" val="294730452"/>
                    </a:ext>
                  </a:extLst>
                </a:gridCol>
                <a:gridCol w="1016185">
                  <a:extLst>
                    <a:ext uri="{9D8B030D-6E8A-4147-A177-3AD203B41FA5}">
                      <a16:colId xmlns:a16="http://schemas.microsoft.com/office/drawing/2014/main" val="1373135318"/>
                    </a:ext>
                  </a:extLst>
                </a:gridCol>
                <a:gridCol w="1016185">
                  <a:extLst>
                    <a:ext uri="{9D8B030D-6E8A-4147-A177-3AD203B41FA5}">
                      <a16:colId xmlns:a16="http://schemas.microsoft.com/office/drawing/2014/main" val="2194066351"/>
                    </a:ext>
                  </a:extLst>
                </a:gridCol>
              </a:tblGrid>
              <a:tr h="274320">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endParaRPr lang="en-US" sz="100">
                        <a:solidFill>
                          <a:schemeClr val="accent2"/>
                        </a:solidFill>
                        <a:latin typeface="+mn-lt"/>
                        <a:ea typeface="+mn-lt"/>
                        <a:cs typeface="+mn-lt"/>
                        <a:sym typeface="+mn-lt"/>
                      </a:endParaRPr>
                    </a:p>
                  </a:txBody>
                  <a:tcPr marL="55321" marR="55321" marT="22860" marB="228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pPr marL="0" algn="l" defTabSz="914400" rtl="0" eaLnBrk="1" latinLnBrk="0" hangingPunct="1"/>
                      <a:r>
                        <a:rPr lang="en-US" sz="900" b="1" kern="1200">
                          <a:solidFill>
                            <a:schemeClr val="tx1"/>
                          </a:solidFill>
                          <a:latin typeface="+mj-lt"/>
                          <a:ea typeface="+mn-lt"/>
                          <a:cs typeface="+mn-lt"/>
                          <a:sym typeface="+mn-lt"/>
                        </a:rPr>
                        <a:t>HC: 7</a:t>
                      </a:r>
                      <a:endParaRPr lang="en-US" sz="900" b="1" kern="1200" baseline="30000">
                        <a:solidFill>
                          <a:schemeClr val="tx1"/>
                        </a:solidFill>
                        <a:latin typeface="+mj-lt"/>
                        <a:ea typeface="+mn-lt"/>
                        <a:cs typeface="+mn-lt"/>
                        <a:sym typeface="+mn-lt"/>
                      </a:endParaRPr>
                    </a:p>
                  </a:txBody>
                  <a:tcPr marL="55321" marR="55321" marT="22860" marB="22860" anchor="ctr">
                    <a:lnL w="6350" cap="flat" cmpd="sng" algn="ctr">
                      <a:noFill/>
                      <a:prstDash val="solid"/>
                      <a:round/>
                      <a:headEnd type="none" w="med" len="med"/>
                      <a:tailEnd type="none" w="med" len="med"/>
                    </a:lnL>
                    <a:lnR w="6350" cap="flat" cmpd="sng" algn="ctr">
                      <a:solidFill>
                        <a:schemeClr val="bg2">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r>
                        <a:rPr lang="en-US" sz="900" b="1" kern="1200">
                          <a:solidFill>
                            <a:schemeClr val="tx1"/>
                          </a:solidFill>
                          <a:latin typeface="+mj-lt"/>
                          <a:ea typeface="+mn-lt"/>
                          <a:cs typeface="+mn-lt"/>
                          <a:sym typeface="+mn-lt"/>
                        </a:rPr>
                        <a:t>FTE: 7</a:t>
                      </a:r>
                    </a:p>
                  </a:txBody>
                  <a:tcPr marL="55321" marR="55321" marT="22860" marB="22860" anchor="ctr">
                    <a:lnL w="6350" cap="flat" cmpd="sng" algn="ctr">
                      <a:solidFill>
                        <a:schemeClr val="bg2">
                          <a:lumMod val="75000"/>
                        </a:schemeClr>
                      </a:solidFill>
                      <a:prstDash val="solid"/>
                      <a:round/>
                      <a:headEnd type="none" w="med" len="med"/>
                      <a:tailEnd type="none" w="med" len="med"/>
                    </a:lnL>
                    <a:lnR w="6350" cap="flat" cmpd="sng" algn="ctr">
                      <a:solidFill>
                        <a:schemeClr val="bg2">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kern="1200">
                          <a:solidFill>
                            <a:schemeClr val="tx1"/>
                          </a:solidFill>
                          <a:latin typeface="+mj-lt"/>
                          <a:ea typeface="+mn-lt"/>
                          <a:cs typeface="+mn-lt"/>
                          <a:sym typeface="+mn-lt"/>
                        </a:rPr>
                        <a:t>Open Role: 1</a:t>
                      </a:r>
                    </a:p>
                  </a:txBody>
                  <a:tcPr marL="55321" marR="55321" marT="22860" marB="22860" anchor="ctr">
                    <a:lnL w="6350" cap="flat" cmpd="sng" algn="ctr">
                      <a:solidFill>
                        <a:schemeClr val="bg2">
                          <a:lumMod val="75000"/>
                        </a:schemeClr>
                      </a:solidFill>
                      <a:prstDash val="solid"/>
                      <a:round/>
                      <a:headEnd type="none" w="med" len="med"/>
                      <a:tailEnd type="none" w="med" len="med"/>
                    </a:lnL>
                    <a:lnR w="6350" cap="flat" cmpd="sng" algn="ctr">
                      <a:solidFill>
                        <a:schemeClr val="bg2">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64825776"/>
                  </a:ext>
                </a:extLst>
              </a:tr>
            </a:tbl>
          </a:graphicData>
        </a:graphic>
      </p:graphicFrame>
      <p:grpSp>
        <p:nvGrpSpPr>
          <p:cNvPr id="149" name="Group 148">
            <a:extLst>
              <a:ext uri="{FF2B5EF4-FFF2-40B4-BE49-F238E27FC236}">
                <a16:creationId xmlns:a16="http://schemas.microsoft.com/office/drawing/2014/main" id="{64342D80-DE8B-E401-D68A-1B2610FF29DD}"/>
              </a:ext>
            </a:extLst>
          </p:cNvPr>
          <p:cNvGrpSpPr/>
          <p:nvPr/>
        </p:nvGrpSpPr>
        <p:grpSpPr>
          <a:xfrm>
            <a:off x="6959089" y="1640340"/>
            <a:ext cx="912812" cy="102712"/>
            <a:chOff x="7155126" y="2164215"/>
            <a:chExt cx="912812" cy="102712"/>
          </a:xfrm>
        </p:grpSpPr>
        <p:sp>
          <p:nvSpPr>
            <p:cNvPr id="46" name="Rectangle 45">
              <a:extLst>
                <a:ext uri="{FF2B5EF4-FFF2-40B4-BE49-F238E27FC236}">
                  <a16:creationId xmlns:a16="http://schemas.microsoft.com/office/drawing/2014/main" id="{16DD0C82-8502-C299-D41F-ADA6DD819FCA}"/>
                </a:ext>
              </a:extLst>
            </p:cNvPr>
            <p:cNvSpPr/>
            <p:nvPr/>
          </p:nvSpPr>
          <p:spPr>
            <a:xfrm>
              <a:off x="7155126" y="2164215"/>
              <a:ext cx="398224" cy="102712"/>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45%</a:t>
              </a:r>
            </a:p>
          </p:txBody>
        </p:sp>
        <p:sp>
          <p:nvSpPr>
            <p:cNvPr id="47" name="Rectangle 46">
              <a:extLst>
                <a:ext uri="{FF2B5EF4-FFF2-40B4-BE49-F238E27FC236}">
                  <a16:creationId xmlns:a16="http://schemas.microsoft.com/office/drawing/2014/main" id="{2720D8E6-28B5-AEE0-8D84-380A024A9E5C}"/>
                </a:ext>
              </a:extLst>
            </p:cNvPr>
            <p:cNvSpPr/>
            <p:nvPr/>
          </p:nvSpPr>
          <p:spPr>
            <a:xfrm>
              <a:off x="7702178" y="2164215"/>
              <a:ext cx="365760" cy="102712"/>
            </a:xfrm>
            <a:prstGeom prst="rect">
              <a:avLst/>
            </a:prstGeom>
            <a:solidFill>
              <a:srgbClr val="34374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40%</a:t>
              </a:r>
            </a:p>
          </p:txBody>
        </p:sp>
        <p:sp>
          <p:nvSpPr>
            <p:cNvPr id="147" name="Rectangle 146">
              <a:extLst>
                <a:ext uri="{FF2B5EF4-FFF2-40B4-BE49-F238E27FC236}">
                  <a16:creationId xmlns:a16="http://schemas.microsoft.com/office/drawing/2014/main" id="{C8D85F0D-E032-3EA5-7961-438892320CAA}"/>
                </a:ext>
              </a:extLst>
            </p:cNvPr>
            <p:cNvSpPr/>
            <p:nvPr/>
          </p:nvSpPr>
          <p:spPr>
            <a:xfrm>
              <a:off x="7555764" y="2164215"/>
              <a:ext cx="144000" cy="102712"/>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15%</a:t>
              </a:r>
            </a:p>
          </p:txBody>
        </p:sp>
      </p:grpSp>
      <p:grpSp>
        <p:nvGrpSpPr>
          <p:cNvPr id="153" name="Group 152">
            <a:extLst>
              <a:ext uri="{FF2B5EF4-FFF2-40B4-BE49-F238E27FC236}">
                <a16:creationId xmlns:a16="http://schemas.microsoft.com/office/drawing/2014/main" id="{B9A84877-DA6B-2FEF-0B4B-78D9D8C87026}"/>
              </a:ext>
            </a:extLst>
          </p:cNvPr>
          <p:cNvGrpSpPr/>
          <p:nvPr/>
        </p:nvGrpSpPr>
        <p:grpSpPr>
          <a:xfrm>
            <a:off x="6543720" y="3695177"/>
            <a:ext cx="910435" cy="102713"/>
            <a:chOff x="4080032" y="2303779"/>
            <a:chExt cx="897432" cy="109729"/>
          </a:xfrm>
        </p:grpSpPr>
        <p:sp>
          <p:nvSpPr>
            <p:cNvPr id="154" name="Rectangle 153">
              <a:extLst>
                <a:ext uri="{FF2B5EF4-FFF2-40B4-BE49-F238E27FC236}">
                  <a16:creationId xmlns:a16="http://schemas.microsoft.com/office/drawing/2014/main" id="{D42E844C-A42C-6F1E-E40D-129D83D47CE1}"/>
                </a:ext>
              </a:extLst>
            </p:cNvPr>
            <p:cNvSpPr/>
            <p:nvPr/>
          </p:nvSpPr>
          <p:spPr>
            <a:xfrm>
              <a:off x="4080032" y="2303780"/>
              <a:ext cx="745203" cy="109728"/>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85%</a:t>
              </a:r>
            </a:p>
          </p:txBody>
        </p:sp>
        <p:sp>
          <p:nvSpPr>
            <p:cNvPr id="156" name="Rectangle 155">
              <a:extLst>
                <a:ext uri="{FF2B5EF4-FFF2-40B4-BE49-F238E27FC236}">
                  <a16:creationId xmlns:a16="http://schemas.microsoft.com/office/drawing/2014/main" id="{01C9BDAC-EF1C-8EEA-40FA-7C679B9A948D}"/>
                </a:ext>
              </a:extLst>
            </p:cNvPr>
            <p:cNvSpPr/>
            <p:nvPr/>
          </p:nvSpPr>
          <p:spPr>
            <a:xfrm>
              <a:off x="4825236" y="2303779"/>
              <a:ext cx="152228" cy="109677"/>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15%</a:t>
              </a:r>
            </a:p>
          </p:txBody>
        </p:sp>
      </p:grpSp>
      <p:grpSp>
        <p:nvGrpSpPr>
          <p:cNvPr id="157" name="Group 156">
            <a:extLst>
              <a:ext uri="{FF2B5EF4-FFF2-40B4-BE49-F238E27FC236}">
                <a16:creationId xmlns:a16="http://schemas.microsoft.com/office/drawing/2014/main" id="{900464CE-7AB2-0250-3EC4-5EC5EFDF1518}"/>
              </a:ext>
            </a:extLst>
          </p:cNvPr>
          <p:cNvGrpSpPr/>
          <p:nvPr/>
        </p:nvGrpSpPr>
        <p:grpSpPr>
          <a:xfrm>
            <a:off x="6542397" y="4563718"/>
            <a:ext cx="910434" cy="102712"/>
            <a:chOff x="4080032" y="2303780"/>
            <a:chExt cx="897431" cy="109728"/>
          </a:xfrm>
        </p:grpSpPr>
        <p:sp>
          <p:nvSpPr>
            <p:cNvPr id="158" name="Rectangle 157">
              <a:extLst>
                <a:ext uri="{FF2B5EF4-FFF2-40B4-BE49-F238E27FC236}">
                  <a16:creationId xmlns:a16="http://schemas.microsoft.com/office/drawing/2014/main" id="{B036262F-20CD-A828-9A7C-6B4D3D10CDF0}"/>
                </a:ext>
              </a:extLst>
            </p:cNvPr>
            <p:cNvSpPr/>
            <p:nvPr/>
          </p:nvSpPr>
          <p:spPr>
            <a:xfrm>
              <a:off x="4080032" y="2303780"/>
              <a:ext cx="745203" cy="109728"/>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85%</a:t>
              </a:r>
            </a:p>
          </p:txBody>
        </p:sp>
        <p:sp>
          <p:nvSpPr>
            <p:cNvPr id="159" name="Rectangle 158">
              <a:extLst>
                <a:ext uri="{FF2B5EF4-FFF2-40B4-BE49-F238E27FC236}">
                  <a16:creationId xmlns:a16="http://schemas.microsoft.com/office/drawing/2014/main" id="{E8136193-083E-1524-8404-87256E019299}"/>
                </a:ext>
              </a:extLst>
            </p:cNvPr>
            <p:cNvSpPr/>
            <p:nvPr/>
          </p:nvSpPr>
          <p:spPr>
            <a:xfrm>
              <a:off x="4826539" y="2303780"/>
              <a:ext cx="150924" cy="108789"/>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15%</a:t>
              </a:r>
            </a:p>
          </p:txBody>
        </p:sp>
      </p:grpSp>
      <p:grpSp>
        <p:nvGrpSpPr>
          <p:cNvPr id="160" name="Group 159">
            <a:extLst>
              <a:ext uri="{FF2B5EF4-FFF2-40B4-BE49-F238E27FC236}">
                <a16:creationId xmlns:a16="http://schemas.microsoft.com/office/drawing/2014/main" id="{EF3CB2AC-DC6D-0403-4234-2286C86C8461}"/>
              </a:ext>
            </a:extLst>
          </p:cNvPr>
          <p:cNvGrpSpPr/>
          <p:nvPr/>
        </p:nvGrpSpPr>
        <p:grpSpPr>
          <a:xfrm>
            <a:off x="4828118" y="3695177"/>
            <a:ext cx="910434" cy="102712"/>
            <a:chOff x="4080032" y="2303780"/>
            <a:chExt cx="897432" cy="109728"/>
          </a:xfrm>
        </p:grpSpPr>
        <p:sp>
          <p:nvSpPr>
            <p:cNvPr id="161" name="Rectangle 160">
              <a:extLst>
                <a:ext uri="{FF2B5EF4-FFF2-40B4-BE49-F238E27FC236}">
                  <a16:creationId xmlns:a16="http://schemas.microsoft.com/office/drawing/2014/main" id="{131536B3-F809-9CD7-E097-8F59CB9C3C8F}"/>
                </a:ext>
              </a:extLst>
            </p:cNvPr>
            <p:cNvSpPr/>
            <p:nvPr/>
          </p:nvSpPr>
          <p:spPr>
            <a:xfrm>
              <a:off x="4080032" y="2303780"/>
              <a:ext cx="720363" cy="109728"/>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80%</a:t>
              </a:r>
            </a:p>
          </p:txBody>
        </p:sp>
        <p:sp>
          <p:nvSpPr>
            <p:cNvPr id="162" name="Rectangle 161">
              <a:extLst>
                <a:ext uri="{FF2B5EF4-FFF2-40B4-BE49-F238E27FC236}">
                  <a16:creationId xmlns:a16="http://schemas.microsoft.com/office/drawing/2014/main" id="{CB468523-D767-479F-E131-41CDC28E7464}"/>
                </a:ext>
              </a:extLst>
            </p:cNvPr>
            <p:cNvSpPr/>
            <p:nvPr/>
          </p:nvSpPr>
          <p:spPr>
            <a:xfrm>
              <a:off x="4800395" y="2303780"/>
              <a:ext cx="177069" cy="109728"/>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20%</a:t>
              </a:r>
            </a:p>
          </p:txBody>
        </p:sp>
      </p:grpSp>
      <p:sp>
        <p:nvSpPr>
          <p:cNvPr id="163" name="Rectangle 162">
            <a:extLst>
              <a:ext uri="{FF2B5EF4-FFF2-40B4-BE49-F238E27FC236}">
                <a16:creationId xmlns:a16="http://schemas.microsoft.com/office/drawing/2014/main" id="{7BFD4E36-7A48-CA18-16B0-504EBAEA0E24}"/>
              </a:ext>
            </a:extLst>
          </p:cNvPr>
          <p:cNvSpPr/>
          <p:nvPr/>
        </p:nvSpPr>
        <p:spPr>
          <a:xfrm>
            <a:off x="1463039" y="6318069"/>
            <a:ext cx="7566131" cy="434006"/>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343741"/>
                </a:solidFill>
                <a:effectLst/>
                <a:uLnTx/>
                <a:uFillTx/>
                <a:latin typeface="Arial" panose="020B0604020202020204" pitchFamily="34" charset="0"/>
                <a:ea typeface="+mn-ea"/>
                <a:cs typeface="Arial" panose="020B0604020202020204" pitchFamily="34" charset="0"/>
              </a:rPr>
              <a:t>Source – </a:t>
            </a: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Stakeholder</a:t>
            </a:r>
            <a:r>
              <a:rPr kumimoji="0" lang="en-US" sz="800" b="0" i="0" u="none" strike="noStrike" kern="1200" cap="none" spc="0" normalizeH="0" baseline="0" noProof="0">
                <a:ln>
                  <a:noFill/>
                </a:ln>
                <a:solidFill>
                  <a:srgbClr val="343741"/>
                </a:solidFill>
                <a:effectLst/>
                <a:uLnTx/>
                <a:uFillTx/>
                <a:latin typeface="Arial" panose="020B0604020202020204" pitchFamily="34" charset="0"/>
                <a:ea typeface="+mn-ea"/>
                <a:cs typeface="Arial" panose="020B0604020202020204" pitchFamily="34" charset="0"/>
              </a:rPr>
              <a:t> interviews and Envestnet data collection - org charts, FTE time allocation, HR data.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30000" noProof="0">
                <a:ln>
                  <a:noFill/>
                </a:ln>
                <a:solidFill>
                  <a:srgbClr val="343741"/>
                </a:solidFill>
                <a:effectLst/>
                <a:uLnTx/>
                <a:uFillTx/>
                <a:latin typeface="Arial" panose="020B0604020202020204"/>
                <a:ea typeface="+mn-ea"/>
                <a:cs typeface="+mn-cs"/>
              </a:rPr>
              <a:t>1</a:t>
            </a:r>
            <a:r>
              <a:rPr kumimoji="0" lang="en-US" sz="800" b="0" i="0" u="none" strike="noStrike" kern="1200" cap="none" spc="0" normalizeH="0" baseline="0" noProof="0">
                <a:ln>
                  <a:noFill/>
                </a:ln>
                <a:solidFill>
                  <a:srgbClr val="343741"/>
                </a:solidFill>
                <a:effectLst/>
                <a:uLnTx/>
                <a:uFillTx/>
                <a:latin typeface="Arial" panose="020B0604020202020204"/>
                <a:ea typeface="+mn-ea"/>
                <a:cs typeface="+mn-cs"/>
              </a:rPr>
              <a:t> Brian Paula additionally oversees Yodlee accounting function (dotted-line reporting, not including in org. charts). Brian spends 60% of time on Wealth activities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30000" noProof="0">
                <a:ln>
                  <a:noFill/>
                </a:ln>
                <a:solidFill>
                  <a:srgbClr val="343741"/>
                </a:solidFill>
                <a:effectLst/>
                <a:uLnTx/>
                <a:uFillTx/>
                <a:latin typeface="Arial" panose="020B0604020202020204"/>
                <a:ea typeface="+mn-ea"/>
                <a:cs typeface="+mn-cs"/>
              </a:rPr>
              <a:t>2 </a:t>
            </a:r>
            <a:r>
              <a:rPr kumimoji="0" lang="en-US" sz="800" b="0" i="0" u="none" strike="noStrike" kern="1200" cap="none" spc="0" normalizeH="0" baseline="0" noProof="0">
                <a:ln>
                  <a:noFill/>
                </a:ln>
                <a:solidFill>
                  <a:srgbClr val="343741"/>
                </a:solidFill>
                <a:effectLst/>
                <a:uLnTx/>
                <a:uFillTx/>
                <a:latin typeface="Arial" panose="020B0604020202020204"/>
                <a:ea typeface="+mn-ea"/>
                <a:cs typeface="+mn-cs"/>
              </a:rPr>
              <a:t>Includes Brian’s non-Wealth efforts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343741"/>
                </a:solidFill>
                <a:effectLst/>
                <a:uLnTx/>
                <a:uFillTx/>
                <a:latin typeface="Arial" panose="020B0604020202020204"/>
                <a:ea typeface="+mn-ea"/>
                <a:cs typeface="+mn-cs"/>
              </a:rPr>
              <a:t>Note - this is the proposed / target team structure pending approvals </a:t>
            </a:r>
            <a:endParaRPr kumimoji="0" lang="en-US" sz="800" b="0" i="0" u="none" strike="noStrike" kern="1200" cap="none" spc="0" normalizeH="0" baseline="0" noProof="0">
              <a:ln>
                <a:noFill/>
              </a:ln>
              <a:solidFill>
                <a:srgbClr val="FF0000"/>
              </a:solidFill>
              <a:effectLst/>
              <a:uLnTx/>
              <a:uFillTx/>
              <a:latin typeface="Arial" panose="020B0604020202020204"/>
              <a:ea typeface="+mn-ea"/>
              <a:cs typeface="+mn-cs"/>
            </a:endParaRPr>
          </a:p>
        </p:txBody>
      </p:sp>
      <p:sp>
        <p:nvSpPr>
          <p:cNvPr id="31" name="Right Brace 30">
            <a:extLst>
              <a:ext uri="{FF2B5EF4-FFF2-40B4-BE49-F238E27FC236}">
                <a16:creationId xmlns:a16="http://schemas.microsoft.com/office/drawing/2014/main" id="{485D738F-0AD7-8D78-DCBF-7BC4A8F59F30}"/>
              </a:ext>
            </a:extLst>
          </p:cNvPr>
          <p:cNvSpPr/>
          <p:nvPr/>
        </p:nvSpPr>
        <p:spPr>
          <a:xfrm rot="5400000">
            <a:off x="6269305" y="3404861"/>
            <a:ext cx="45719" cy="2834640"/>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7" name="Rectangle: Rounded Corners 36">
            <a:extLst>
              <a:ext uri="{FF2B5EF4-FFF2-40B4-BE49-F238E27FC236}">
                <a16:creationId xmlns:a16="http://schemas.microsoft.com/office/drawing/2014/main" id="{7C794E82-EC58-4DBC-B1B8-31E38EB04B5C}"/>
              </a:ext>
            </a:extLst>
          </p:cNvPr>
          <p:cNvSpPr/>
          <p:nvPr/>
        </p:nvSpPr>
        <p:spPr>
          <a:xfrm>
            <a:off x="282457" y="4299288"/>
            <a:ext cx="3266052" cy="1352576"/>
          </a:xfrm>
          <a:prstGeom prst="roundRect">
            <a:avLst>
              <a:gd name="adj" fmla="val 8307"/>
            </a:avLst>
          </a:prstGeom>
          <a:noFill/>
          <a:ln w="3175">
            <a:solidFill>
              <a:schemeClr val="accent4">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a:ln>
                <a:noFill/>
              </a:ln>
              <a:solidFill>
                <a:srgbClr val="000000"/>
              </a:solidFill>
              <a:effectLst/>
              <a:uLnTx/>
              <a:uFillTx/>
              <a:latin typeface="Arial" panose="020B0604020202020204"/>
              <a:ea typeface="+mn-lt"/>
              <a:cs typeface="Calibri" panose="020F0502020204030204"/>
              <a:sym typeface="+mn-lt"/>
            </a:endParaRPr>
          </a:p>
        </p:txBody>
      </p:sp>
      <p:sp>
        <p:nvSpPr>
          <p:cNvPr id="38" name="Abgerundetes Rechteck 10">
            <a:extLst>
              <a:ext uri="{FF2B5EF4-FFF2-40B4-BE49-F238E27FC236}">
                <a16:creationId xmlns:a16="http://schemas.microsoft.com/office/drawing/2014/main" id="{8F38C0EF-0235-D64F-0627-A4A16C962BA9}"/>
              </a:ext>
            </a:extLst>
          </p:cNvPr>
          <p:cNvSpPr/>
          <p:nvPr/>
        </p:nvSpPr>
        <p:spPr bwMode="auto">
          <a:xfrm>
            <a:off x="462762" y="5372395"/>
            <a:ext cx="1293044" cy="195285"/>
          </a:xfrm>
          <a:prstGeom prst="roundRect">
            <a:avLst/>
          </a:prstGeom>
          <a:noFill/>
          <a:ln w="3175" cap="flat" cmpd="sng" algn="ctr">
            <a:solidFill>
              <a:srgbClr val="000033"/>
            </a:solidFill>
            <a:prstDash val="solid"/>
            <a:round/>
            <a:headEnd type="none" w="med" len="med"/>
            <a:tailEnd type="none" w="med" len="med"/>
          </a:ln>
          <a:effectLst/>
        </p:spPr>
        <p:txBody>
          <a:bodyPr vert="horz" wrap="squar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90A0"/>
                </a:solidFill>
                <a:effectLst/>
                <a:uLnTx/>
                <a:uFillTx/>
                <a:latin typeface="Arial" panose="020B0604020202020204"/>
                <a:ea typeface="ヒラギノ角ゴ ProN W3" charset="0"/>
                <a:cs typeface="ヒラギノ角ゴ ProN W3" charset="0"/>
                <a:sym typeface="Gill Sans" charset="0"/>
              </a:rPr>
              <a:t>Role interviewed</a:t>
            </a:r>
            <a:endParaRPr kumimoji="0" lang="de-DE" sz="700" b="0" i="0" u="none" strike="noStrike" kern="0" cap="none" spc="0" normalizeH="0" baseline="0" noProof="0">
              <a:ln>
                <a:noFill/>
              </a:ln>
              <a:solidFill>
                <a:srgbClr val="0090A0"/>
              </a:solidFill>
              <a:effectLst/>
              <a:uLnTx/>
              <a:uFillTx/>
              <a:latin typeface="Arial" panose="020B0604020202020204"/>
              <a:ea typeface="+mn-ea"/>
              <a:cs typeface="+mn-cs"/>
              <a:sym typeface="Gill Sans" charset="0"/>
            </a:endParaRPr>
          </a:p>
        </p:txBody>
      </p:sp>
      <p:sp>
        <p:nvSpPr>
          <p:cNvPr id="39" name="Oval 38">
            <a:extLst>
              <a:ext uri="{FF2B5EF4-FFF2-40B4-BE49-F238E27FC236}">
                <a16:creationId xmlns:a16="http://schemas.microsoft.com/office/drawing/2014/main" id="{20E27441-6B85-E94A-E6D8-EDE8323E69E9}"/>
              </a:ext>
            </a:extLst>
          </p:cNvPr>
          <p:cNvSpPr/>
          <p:nvPr/>
        </p:nvSpPr>
        <p:spPr>
          <a:xfrm>
            <a:off x="482067" y="5009381"/>
            <a:ext cx="335715" cy="272799"/>
          </a:xfrm>
          <a:prstGeom prst="ellipse">
            <a:avLst/>
          </a:prstGeom>
          <a:solidFill>
            <a:schemeClr val="accent4">
              <a:lumMod val="60000"/>
              <a:lumOff val="40000"/>
            </a:schemeClr>
          </a:solidFill>
          <a:ln>
            <a:solidFill>
              <a:schemeClr val="accent4">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a:t>
            </a:r>
          </a:p>
        </p:txBody>
      </p:sp>
      <p:grpSp>
        <p:nvGrpSpPr>
          <p:cNvPr id="40" name="Group 39">
            <a:extLst>
              <a:ext uri="{FF2B5EF4-FFF2-40B4-BE49-F238E27FC236}">
                <a16:creationId xmlns:a16="http://schemas.microsoft.com/office/drawing/2014/main" id="{14F22FD9-40C6-F859-8384-E89D13FD22DE}"/>
              </a:ext>
            </a:extLst>
          </p:cNvPr>
          <p:cNvGrpSpPr/>
          <p:nvPr/>
        </p:nvGrpSpPr>
        <p:grpSpPr>
          <a:xfrm>
            <a:off x="462762" y="4525489"/>
            <a:ext cx="2956938" cy="406472"/>
            <a:chOff x="474239" y="4524248"/>
            <a:chExt cx="1871325" cy="308649"/>
          </a:xfrm>
        </p:grpSpPr>
        <p:sp>
          <p:nvSpPr>
            <p:cNvPr id="42" name="Abgerundetes Rechteck 6">
              <a:extLst>
                <a:ext uri="{FF2B5EF4-FFF2-40B4-BE49-F238E27FC236}">
                  <a16:creationId xmlns:a16="http://schemas.microsoft.com/office/drawing/2014/main" id="{6884570E-9E0B-8112-AFE7-A9AA4F2D0109}"/>
                </a:ext>
              </a:extLst>
            </p:cNvPr>
            <p:cNvSpPr/>
            <p:nvPr/>
          </p:nvSpPr>
          <p:spPr bwMode="auto">
            <a:xfrm>
              <a:off x="474239" y="4524248"/>
              <a:ext cx="457200" cy="135508"/>
            </a:xfrm>
            <a:prstGeom prst="roundRect">
              <a:avLst/>
            </a:prstGeom>
            <a:gradFill>
              <a:gsLst>
                <a:gs pos="85000">
                  <a:schemeClr val="bg1"/>
                </a:gs>
                <a:gs pos="85000">
                  <a:srgbClr val="865E02"/>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Berwyn</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43" name="Abgerundetes Rechteck 6">
              <a:extLst>
                <a:ext uri="{FF2B5EF4-FFF2-40B4-BE49-F238E27FC236}">
                  <a16:creationId xmlns:a16="http://schemas.microsoft.com/office/drawing/2014/main" id="{2F28E944-687C-2DAE-A5F4-304EC75C87BD}"/>
                </a:ext>
              </a:extLst>
            </p:cNvPr>
            <p:cNvSpPr/>
            <p:nvPr/>
          </p:nvSpPr>
          <p:spPr bwMode="auto">
            <a:xfrm>
              <a:off x="945614" y="4524248"/>
              <a:ext cx="457200" cy="135508"/>
            </a:xfrm>
            <a:prstGeom prst="roundRect">
              <a:avLst/>
            </a:prstGeom>
            <a:gradFill>
              <a:gsLst>
                <a:gs pos="85000">
                  <a:schemeClr val="bg1"/>
                </a:gs>
                <a:gs pos="85000">
                  <a:srgbClr val="F37520"/>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Denver</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44" name="Abgerundetes Rechteck 6">
              <a:extLst>
                <a:ext uri="{FF2B5EF4-FFF2-40B4-BE49-F238E27FC236}">
                  <a16:creationId xmlns:a16="http://schemas.microsoft.com/office/drawing/2014/main" id="{483D654D-AF1F-B36F-4DE0-5AD364DF7998}"/>
                </a:ext>
              </a:extLst>
            </p:cNvPr>
            <p:cNvSpPr/>
            <p:nvPr/>
          </p:nvSpPr>
          <p:spPr bwMode="auto">
            <a:xfrm>
              <a:off x="1416989" y="4524248"/>
              <a:ext cx="457200" cy="135508"/>
            </a:xfrm>
            <a:prstGeom prst="roundRect">
              <a:avLst/>
            </a:prstGeom>
            <a:gradFill>
              <a:gsLst>
                <a:gs pos="85000">
                  <a:schemeClr val="bg1"/>
                </a:gs>
                <a:gs pos="85000">
                  <a:srgbClr val="0090A0"/>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Raleigh</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45" name="Abgerundetes Rechteck 6">
              <a:extLst>
                <a:ext uri="{FF2B5EF4-FFF2-40B4-BE49-F238E27FC236}">
                  <a16:creationId xmlns:a16="http://schemas.microsoft.com/office/drawing/2014/main" id="{EEA35BB5-3FB3-CF66-372C-371D4DC40746}"/>
                </a:ext>
              </a:extLst>
            </p:cNvPr>
            <p:cNvSpPr/>
            <p:nvPr/>
          </p:nvSpPr>
          <p:spPr bwMode="auto">
            <a:xfrm>
              <a:off x="1888364" y="4524248"/>
              <a:ext cx="457200" cy="135508"/>
            </a:xfrm>
            <a:prstGeom prst="roundRect">
              <a:avLst/>
            </a:prstGeom>
            <a:gradFill>
              <a:gsLst>
                <a:gs pos="85000">
                  <a:schemeClr val="bg1"/>
                </a:gs>
                <a:gs pos="85000">
                  <a:srgbClr val="005F9E"/>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Trivandrum</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48" name="Abgerundetes Rechteck 6">
              <a:extLst>
                <a:ext uri="{FF2B5EF4-FFF2-40B4-BE49-F238E27FC236}">
                  <a16:creationId xmlns:a16="http://schemas.microsoft.com/office/drawing/2014/main" id="{5183D621-F7E3-FEE5-B6E8-E628DB1AFE1C}"/>
                </a:ext>
              </a:extLst>
            </p:cNvPr>
            <p:cNvSpPr/>
            <p:nvPr/>
          </p:nvSpPr>
          <p:spPr bwMode="auto">
            <a:xfrm>
              <a:off x="475504" y="4697389"/>
              <a:ext cx="457200" cy="135508"/>
            </a:xfrm>
            <a:prstGeom prst="roundRect">
              <a:avLst/>
            </a:prstGeom>
            <a:gradFill>
              <a:gsLst>
                <a:gs pos="85000">
                  <a:schemeClr val="bg1"/>
                </a:gs>
                <a:gs pos="85000">
                  <a:schemeClr val="accent2"/>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Bangalore</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49" name="Abgerundetes Rechteck 6">
              <a:extLst>
                <a:ext uri="{FF2B5EF4-FFF2-40B4-BE49-F238E27FC236}">
                  <a16:creationId xmlns:a16="http://schemas.microsoft.com/office/drawing/2014/main" id="{E42F20AB-6CF0-0333-53DE-54BDF20F6A5F}"/>
                </a:ext>
              </a:extLst>
            </p:cNvPr>
            <p:cNvSpPr/>
            <p:nvPr/>
          </p:nvSpPr>
          <p:spPr bwMode="auto">
            <a:xfrm>
              <a:off x="946879" y="4697389"/>
              <a:ext cx="457200" cy="135508"/>
            </a:xfrm>
            <a:prstGeom prst="roundRect">
              <a:avLst/>
            </a:prstGeom>
            <a:gradFill>
              <a:gsLst>
                <a:gs pos="85000">
                  <a:schemeClr val="bg1"/>
                </a:gs>
                <a:gs pos="85000">
                  <a:srgbClr val="595959"/>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Field (US)</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50" name="Abgerundetes Rechteck 6">
              <a:extLst>
                <a:ext uri="{FF2B5EF4-FFF2-40B4-BE49-F238E27FC236}">
                  <a16:creationId xmlns:a16="http://schemas.microsoft.com/office/drawing/2014/main" id="{4197B252-D9AF-B9D6-5E2A-551B74BF4331}"/>
                </a:ext>
              </a:extLst>
            </p:cNvPr>
            <p:cNvSpPr/>
            <p:nvPr/>
          </p:nvSpPr>
          <p:spPr bwMode="auto">
            <a:xfrm>
              <a:off x="1418256" y="4697389"/>
              <a:ext cx="457200" cy="135508"/>
            </a:xfrm>
            <a:prstGeom prst="roundRect">
              <a:avLst/>
            </a:prstGeom>
            <a:gradFill>
              <a:gsLst>
                <a:gs pos="85000">
                  <a:schemeClr val="bg1"/>
                </a:gs>
                <a:gs pos="85000">
                  <a:srgbClr val="0D0D0D"/>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Field (IN)</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grpSp>
      <p:sp>
        <p:nvSpPr>
          <p:cNvPr id="51" name="Rectangle 50">
            <a:extLst>
              <a:ext uri="{FF2B5EF4-FFF2-40B4-BE49-F238E27FC236}">
                <a16:creationId xmlns:a16="http://schemas.microsoft.com/office/drawing/2014/main" id="{54EBE6E3-01B2-6051-A72B-53965D0D6000}"/>
              </a:ext>
            </a:extLst>
          </p:cNvPr>
          <p:cNvSpPr/>
          <p:nvPr/>
        </p:nvSpPr>
        <p:spPr>
          <a:xfrm>
            <a:off x="2407787" y="5069955"/>
            <a:ext cx="1024128" cy="178457"/>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700" b="0" i="0" u="none" strike="noStrike" kern="1200" cap="none" spc="0" normalizeH="0" baseline="0" noProof="0" err="1">
                <a:ln>
                  <a:noFill/>
                </a:ln>
                <a:solidFill>
                  <a:srgbClr val="FFFFFF"/>
                </a:solidFill>
                <a:effectLst/>
                <a:uLnTx/>
                <a:uFillTx/>
                <a:latin typeface="Arial" panose="020B0604020202020204"/>
                <a:ea typeface="+mn-ea"/>
                <a:cs typeface="+mn-cs"/>
              </a:rPr>
              <a:t>Yodlee</a:t>
            </a:r>
            <a:r>
              <a:rPr kumimoji="0" lang="en-IN" sz="700" b="0" i="0" u="none" strike="noStrike" kern="1200" cap="none" spc="0" normalizeH="0" baseline="0" noProof="0">
                <a:ln>
                  <a:noFill/>
                </a:ln>
                <a:solidFill>
                  <a:srgbClr val="FFFFFF"/>
                </a:solidFill>
                <a:effectLst/>
                <a:uLnTx/>
                <a:uFillTx/>
                <a:latin typeface="Arial" panose="020B0604020202020204"/>
                <a:ea typeface="+mn-ea"/>
                <a:cs typeface="+mn-cs"/>
              </a:rPr>
              <a:t> Efforts</a:t>
            </a:r>
          </a:p>
        </p:txBody>
      </p:sp>
      <p:sp>
        <p:nvSpPr>
          <p:cNvPr id="52" name="Rectangle 51">
            <a:extLst>
              <a:ext uri="{FF2B5EF4-FFF2-40B4-BE49-F238E27FC236}">
                <a16:creationId xmlns:a16="http://schemas.microsoft.com/office/drawing/2014/main" id="{845E8A57-684D-CDF3-E5E6-31C65B79F217}"/>
              </a:ext>
            </a:extLst>
          </p:cNvPr>
          <p:cNvSpPr/>
          <p:nvPr/>
        </p:nvSpPr>
        <p:spPr>
          <a:xfrm>
            <a:off x="346888" y="4373436"/>
            <a:ext cx="615505" cy="1265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Arial" panose="020B0604020202020204"/>
                <a:ea typeface="+mn-ea"/>
                <a:cs typeface="+mn-cs"/>
              </a:rPr>
              <a:t>Location</a:t>
            </a:r>
            <a:endParaRPr kumimoji="0" lang="en-US" sz="700" b="1"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3" name="Rectangle 52">
            <a:extLst>
              <a:ext uri="{FF2B5EF4-FFF2-40B4-BE49-F238E27FC236}">
                <a16:creationId xmlns:a16="http://schemas.microsoft.com/office/drawing/2014/main" id="{3063F13A-8B08-0B82-DF3A-9829B7E86441}"/>
              </a:ext>
            </a:extLst>
          </p:cNvPr>
          <p:cNvSpPr/>
          <p:nvPr/>
        </p:nvSpPr>
        <p:spPr>
          <a:xfrm>
            <a:off x="888274" y="5069956"/>
            <a:ext cx="1019360" cy="178456"/>
          </a:xfrm>
          <a:prstGeom prst="rect">
            <a:avLst/>
          </a:prstGeom>
          <a:solidFill>
            <a:srgbClr val="2CABFF"/>
          </a:solidFill>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700" b="0" i="0" u="none" strike="noStrike" kern="1200" cap="none" spc="0" normalizeH="0" baseline="0" noProof="0">
                <a:ln>
                  <a:noFill/>
                </a:ln>
                <a:solidFill>
                  <a:srgbClr val="FFFFFF"/>
                </a:solidFill>
                <a:effectLst/>
                <a:uLnTx/>
                <a:uFillTx/>
                <a:latin typeface="Arial" panose="020B0604020202020204"/>
                <a:ea typeface="+mn-ea"/>
                <a:cs typeface="+mn-cs"/>
              </a:rPr>
              <a:t>Part-Time Efforts</a:t>
            </a:r>
          </a:p>
        </p:txBody>
      </p:sp>
      <p:sp>
        <p:nvSpPr>
          <p:cNvPr id="57" name="Oval 56">
            <a:extLst>
              <a:ext uri="{FF2B5EF4-FFF2-40B4-BE49-F238E27FC236}">
                <a16:creationId xmlns:a16="http://schemas.microsoft.com/office/drawing/2014/main" id="{D344B3BE-298E-03A4-70BD-A2A7E9832E31}"/>
              </a:ext>
            </a:extLst>
          </p:cNvPr>
          <p:cNvSpPr/>
          <p:nvPr/>
        </p:nvSpPr>
        <p:spPr>
          <a:xfrm>
            <a:off x="1978555" y="5009381"/>
            <a:ext cx="335715" cy="272799"/>
          </a:xfrm>
          <a:prstGeom prst="ellipse">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a:t>
            </a:r>
          </a:p>
        </p:txBody>
      </p:sp>
      <p:cxnSp>
        <p:nvCxnSpPr>
          <p:cNvPr id="8" name="Straight Connector 7">
            <a:extLst>
              <a:ext uri="{FF2B5EF4-FFF2-40B4-BE49-F238E27FC236}">
                <a16:creationId xmlns:a16="http://schemas.microsoft.com/office/drawing/2014/main" id="{C87067BA-4E68-5711-D8A0-111065513F89}"/>
              </a:ext>
            </a:extLst>
          </p:cNvPr>
          <p:cNvCxnSpPr>
            <a:cxnSpLocks/>
            <a:stCxn id="15" idx="0"/>
            <a:endCxn id="147" idx="2"/>
          </p:cNvCxnSpPr>
          <p:nvPr/>
        </p:nvCxnSpPr>
        <p:spPr>
          <a:xfrm flipV="1">
            <a:off x="7431370" y="1743052"/>
            <a:ext cx="357" cy="411512"/>
          </a:xfrm>
          <a:prstGeom prst="line">
            <a:avLst/>
          </a:prstGeom>
        </p:spPr>
        <p:style>
          <a:lnRef idx="1">
            <a:schemeClr val="accent1"/>
          </a:lnRef>
          <a:fillRef idx="0">
            <a:schemeClr val="accent1"/>
          </a:fillRef>
          <a:effectRef idx="0">
            <a:schemeClr val="accent1"/>
          </a:effectRef>
          <a:fontRef idx="minor">
            <a:schemeClr val="tx1"/>
          </a:fontRef>
        </p:style>
      </p:cxnSp>
      <p:sp>
        <p:nvSpPr>
          <p:cNvPr id="12" name="Abgerundetes Rechteck 10">
            <a:extLst>
              <a:ext uri="{FF2B5EF4-FFF2-40B4-BE49-F238E27FC236}">
                <a16:creationId xmlns:a16="http://schemas.microsoft.com/office/drawing/2014/main" id="{54445AD2-69C1-1888-BDC3-20D620FB3E2E}"/>
              </a:ext>
            </a:extLst>
          </p:cNvPr>
          <p:cNvSpPr/>
          <p:nvPr/>
        </p:nvSpPr>
        <p:spPr bwMode="auto">
          <a:xfrm>
            <a:off x="9315890" y="4188599"/>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Alexander Phillips</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Senior Accountant</a:t>
            </a:r>
          </a:p>
        </p:txBody>
      </p:sp>
      <p:sp>
        <p:nvSpPr>
          <p:cNvPr id="22" name="Abgerundetes Rechteck 10">
            <a:extLst>
              <a:ext uri="{FF2B5EF4-FFF2-40B4-BE49-F238E27FC236}">
                <a16:creationId xmlns:a16="http://schemas.microsoft.com/office/drawing/2014/main" id="{E523BCBF-721A-FCDA-9657-C5DEA94591C9}"/>
              </a:ext>
            </a:extLst>
          </p:cNvPr>
          <p:cNvSpPr/>
          <p:nvPr/>
        </p:nvSpPr>
        <p:spPr bwMode="auto">
          <a:xfrm>
            <a:off x="9312239" y="3328729"/>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Andrew LaCour</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Manager, Accounting</a:t>
            </a:r>
          </a:p>
        </p:txBody>
      </p:sp>
      <p:cxnSp>
        <p:nvCxnSpPr>
          <p:cNvPr id="24" name="Straight Connector 23">
            <a:extLst>
              <a:ext uri="{FF2B5EF4-FFF2-40B4-BE49-F238E27FC236}">
                <a16:creationId xmlns:a16="http://schemas.microsoft.com/office/drawing/2014/main" id="{AAB76BA2-9576-E278-2B4F-F45079349D17}"/>
              </a:ext>
            </a:extLst>
          </p:cNvPr>
          <p:cNvCxnSpPr>
            <a:cxnSpLocks/>
            <a:stCxn id="22" idx="2"/>
            <a:endCxn id="12" idx="0"/>
          </p:cNvCxnSpPr>
          <p:nvPr/>
        </p:nvCxnSpPr>
        <p:spPr>
          <a:xfrm>
            <a:off x="9958761" y="3694489"/>
            <a:ext cx="3651" cy="49411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19AD1DFC-D14F-80BD-2EA3-2DC083989FE8}"/>
              </a:ext>
            </a:extLst>
          </p:cNvPr>
          <p:cNvSpPr/>
          <p:nvPr/>
        </p:nvSpPr>
        <p:spPr>
          <a:xfrm>
            <a:off x="10783736" y="3642830"/>
            <a:ext cx="1367962" cy="597427"/>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Focused on revenue accounting / recognition for TAM Portfolio Center, MoneyGuide, and EFT/Redi2. Main activities include pulling billing details from NetSuite, determine revenue recognition method and calculate revenue, create manual JE and upload to Oracle Cloud</a:t>
            </a:r>
          </a:p>
        </p:txBody>
      </p:sp>
      <p:grpSp>
        <p:nvGrpSpPr>
          <p:cNvPr id="59" name="Group 58">
            <a:extLst>
              <a:ext uri="{FF2B5EF4-FFF2-40B4-BE49-F238E27FC236}">
                <a16:creationId xmlns:a16="http://schemas.microsoft.com/office/drawing/2014/main" id="{38FDA078-0FF8-4200-58D6-E8E95E5F670F}"/>
              </a:ext>
            </a:extLst>
          </p:cNvPr>
          <p:cNvGrpSpPr/>
          <p:nvPr/>
        </p:nvGrpSpPr>
        <p:grpSpPr>
          <a:xfrm>
            <a:off x="9508165" y="4509195"/>
            <a:ext cx="910434" cy="102712"/>
            <a:chOff x="4080032" y="2303780"/>
            <a:chExt cx="897431" cy="109728"/>
          </a:xfrm>
        </p:grpSpPr>
        <p:sp>
          <p:nvSpPr>
            <p:cNvPr id="60" name="Rectangle 59">
              <a:extLst>
                <a:ext uri="{FF2B5EF4-FFF2-40B4-BE49-F238E27FC236}">
                  <a16:creationId xmlns:a16="http://schemas.microsoft.com/office/drawing/2014/main" id="{C887FF2C-F2EF-9CBF-0FD4-337BDA7C95ED}"/>
                </a:ext>
              </a:extLst>
            </p:cNvPr>
            <p:cNvSpPr/>
            <p:nvPr/>
          </p:nvSpPr>
          <p:spPr>
            <a:xfrm>
              <a:off x="4080032" y="2303780"/>
              <a:ext cx="745203" cy="109728"/>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85%</a:t>
              </a:r>
            </a:p>
          </p:txBody>
        </p:sp>
        <p:sp>
          <p:nvSpPr>
            <p:cNvPr id="61" name="Rectangle 60">
              <a:extLst>
                <a:ext uri="{FF2B5EF4-FFF2-40B4-BE49-F238E27FC236}">
                  <a16:creationId xmlns:a16="http://schemas.microsoft.com/office/drawing/2014/main" id="{F51F4021-2952-89B2-D75D-A8767C57C567}"/>
                </a:ext>
              </a:extLst>
            </p:cNvPr>
            <p:cNvSpPr/>
            <p:nvPr/>
          </p:nvSpPr>
          <p:spPr>
            <a:xfrm>
              <a:off x="4819718" y="2303780"/>
              <a:ext cx="157745" cy="103459"/>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15%</a:t>
              </a:r>
            </a:p>
          </p:txBody>
        </p:sp>
      </p:grpSp>
      <p:grpSp>
        <p:nvGrpSpPr>
          <p:cNvPr id="62" name="Group 61">
            <a:extLst>
              <a:ext uri="{FF2B5EF4-FFF2-40B4-BE49-F238E27FC236}">
                <a16:creationId xmlns:a16="http://schemas.microsoft.com/office/drawing/2014/main" id="{A24A6B82-B802-7E7E-9D4D-476AA0C2E710}"/>
              </a:ext>
            </a:extLst>
          </p:cNvPr>
          <p:cNvGrpSpPr/>
          <p:nvPr/>
        </p:nvGrpSpPr>
        <p:grpSpPr>
          <a:xfrm>
            <a:off x="9502568" y="3643497"/>
            <a:ext cx="910435" cy="102712"/>
            <a:chOff x="4080032" y="2303780"/>
            <a:chExt cx="897432" cy="109728"/>
          </a:xfrm>
        </p:grpSpPr>
        <p:sp>
          <p:nvSpPr>
            <p:cNvPr id="63" name="Rectangle 62">
              <a:extLst>
                <a:ext uri="{FF2B5EF4-FFF2-40B4-BE49-F238E27FC236}">
                  <a16:creationId xmlns:a16="http://schemas.microsoft.com/office/drawing/2014/main" id="{0527623B-9E1B-2622-F174-E2C24E9A73D7}"/>
                </a:ext>
              </a:extLst>
            </p:cNvPr>
            <p:cNvSpPr/>
            <p:nvPr/>
          </p:nvSpPr>
          <p:spPr>
            <a:xfrm>
              <a:off x="4080032" y="2303780"/>
              <a:ext cx="745203" cy="109728"/>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85%</a:t>
              </a:r>
            </a:p>
          </p:txBody>
        </p:sp>
        <p:sp>
          <p:nvSpPr>
            <p:cNvPr id="128" name="Rectangle 127">
              <a:extLst>
                <a:ext uri="{FF2B5EF4-FFF2-40B4-BE49-F238E27FC236}">
                  <a16:creationId xmlns:a16="http://schemas.microsoft.com/office/drawing/2014/main" id="{9C765E0F-5482-B7A2-B1CF-9B3F516F3814}"/>
                </a:ext>
              </a:extLst>
            </p:cNvPr>
            <p:cNvSpPr/>
            <p:nvPr/>
          </p:nvSpPr>
          <p:spPr>
            <a:xfrm>
              <a:off x="4825236" y="2303780"/>
              <a:ext cx="152228" cy="109685"/>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15%</a:t>
              </a:r>
            </a:p>
          </p:txBody>
        </p:sp>
      </p:grpSp>
      <p:sp>
        <p:nvSpPr>
          <p:cNvPr id="129" name="Right Brace 128">
            <a:extLst>
              <a:ext uri="{FF2B5EF4-FFF2-40B4-BE49-F238E27FC236}">
                <a16:creationId xmlns:a16="http://schemas.microsoft.com/office/drawing/2014/main" id="{3879177A-FFCB-04D0-F6B2-604C13E3E57A}"/>
              </a:ext>
            </a:extLst>
          </p:cNvPr>
          <p:cNvSpPr/>
          <p:nvPr/>
        </p:nvSpPr>
        <p:spPr>
          <a:xfrm>
            <a:off x="10689967" y="3293951"/>
            <a:ext cx="45719" cy="1371600"/>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31" name="Connector: Elbow 130">
            <a:extLst>
              <a:ext uri="{FF2B5EF4-FFF2-40B4-BE49-F238E27FC236}">
                <a16:creationId xmlns:a16="http://schemas.microsoft.com/office/drawing/2014/main" id="{350ECC05-C127-39D2-DBDB-77FBEB4A4493}"/>
              </a:ext>
            </a:extLst>
          </p:cNvPr>
          <p:cNvCxnSpPr>
            <a:cxnSpLocks/>
            <a:stCxn id="15" idx="2"/>
            <a:endCxn id="22" idx="0"/>
          </p:cNvCxnSpPr>
          <p:nvPr/>
        </p:nvCxnSpPr>
        <p:spPr>
          <a:xfrm rot="16200000" flipH="1">
            <a:off x="8290863" y="1660830"/>
            <a:ext cx="808405" cy="2527391"/>
          </a:xfrm>
          <a:prstGeom prst="bentConnector3">
            <a:avLst>
              <a:gd name="adj1" fmla="val 52631"/>
            </a:avLst>
          </a:prstGeom>
        </p:spPr>
        <p:style>
          <a:lnRef idx="1">
            <a:schemeClr val="accent1"/>
          </a:lnRef>
          <a:fillRef idx="0">
            <a:schemeClr val="accent1"/>
          </a:fillRef>
          <a:effectRef idx="0">
            <a:schemeClr val="accent1"/>
          </a:effectRef>
          <a:fontRef idx="minor">
            <a:schemeClr val="tx1"/>
          </a:fontRef>
        </p:style>
      </p:cxnSp>
      <p:grpSp>
        <p:nvGrpSpPr>
          <p:cNvPr id="150" name="Group 149">
            <a:extLst>
              <a:ext uri="{FF2B5EF4-FFF2-40B4-BE49-F238E27FC236}">
                <a16:creationId xmlns:a16="http://schemas.microsoft.com/office/drawing/2014/main" id="{E710B510-81A0-5223-1F39-1E994E9C6FB6}"/>
              </a:ext>
            </a:extLst>
          </p:cNvPr>
          <p:cNvGrpSpPr/>
          <p:nvPr/>
        </p:nvGrpSpPr>
        <p:grpSpPr>
          <a:xfrm>
            <a:off x="7010060" y="2490527"/>
            <a:ext cx="910433" cy="98149"/>
            <a:chOff x="4080032" y="2303780"/>
            <a:chExt cx="897432" cy="104853"/>
          </a:xfrm>
        </p:grpSpPr>
        <p:sp>
          <p:nvSpPr>
            <p:cNvPr id="152" name="Rectangle 151">
              <a:extLst>
                <a:ext uri="{FF2B5EF4-FFF2-40B4-BE49-F238E27FC236}">
                  <a16:creationId xmlns:a16="http://schemas.microsoft.com/office/drawing/2014/main" id="{BC35D556-99B4-AA6B-8A9B-CB24B2EEBB72}"/>
                </a:ext>
              </a:extLst>
            </p:cNvPr>
            <p:cNvSpPr/>
            <p:nvPr/>
          </p:nvSpPr>
          <p:spPr>
            <a:xfrm>
              <a:off x="4825194" y="2303780"/>
              <a:ext cx="152270" cy="104853"/>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15%</a:t>
              </a:r>
            </a:p>
          </p:txBody>
        </p:sp>
        <p:sp>
          <p:nvSpPr>
            <p:cNvPr id="151" name="Rectangle 150">
              <a:extLst>
                <a:ext uri="{FF2B5EF4-FFF2-40B4-BE49-F238E27FC236}">
                  <a16:creationId xmlns:a16="http://schemas.microsoft.com/office/drawing/2014/main" id="{56AB83AA-5C38-28C7-9528-FEDF24B5E802}"/>
                </a:ext>
              </a:extLst>
            </p:cNvPr>
            <p:cNvSpPr/>
            <p:nvPr/>
          </p:nvSpPr>
          <p:spPr>
            <a:xfrm>
              <a:off x="4080032" y="2303780"/>
              <a:ext cx="745203" cy="104853"/>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85%</a:t>
              </a:r>
            </a:p>
          </p:txBody>
        </p:sp>
      </p:grpSp>
    </p:spTree>
    <p:extLst>
      <p:ext uri="{BB962C8B-B14F-4D97-AF65-F5344CB8AC3E}">
        <p14:creationId xmlns:p14="http://schemas.microsoft.com/office/powerpoint/2010/main" val="51174214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16A5211-4066-EB48-8DED-C415256BEEAD}"/>
              </a:ext>
            </a:extLst>
          </p:cNvPr>
          <p:cNvSpPr>
            <a:spLocks noGrp="1"/>
          </p:cNvSpPr>
          <p:nvPr>
            <p:ph type="title"/>
          </p:nvPr>
        </p:nvSpPr>
        <p:spPr>
          <a:xfrm>
            <a:off x="533400" y="370357"/>
            <a:ext cx="10515600" cy="696290"/>
          </a:xfrm>
        </p:spPr>
        <p:txBody>
          <a:bodyPr anchor="t">
            <a:normAutofit/>
          </a:bodyPr>
          <a:lstStyle/>
          <a:p>
            <a:r>
              <a:rPr lang="en-US">
                <a:latin typeface="+mn-lt"/>
                <a:ea typeface="+mn-lt"/>
                <a:cs typeface="+mn-lt"/>
                <a:sym typeface="+mn-lt"/>
              </a:rPr>
              <a:t>Technical Accounting &amp; Reporting</a:t>
            </a:r>
          </a:p>
        </p:txBody>
      </p:sp>
      <p:sp>
        <p:nvSpPr>
          <p:cNvPr id="6" name="Abgerundetes Rechteck 9">
            <a:extLst>
              <a:ext uri="{FF2B5EF4-FFF2-40B4-BE49-F238E27FC236}">
                <a16:creationId xmlns:a16="http://schemas.microsoft.com/office/drawing/2014/main" id="{03839151-E718-42D2-C25B-5DB58D42632B}"/>
              </a:ext>
            </a:extLst>
          </p:cNvPr>
          <p:cNvSpPr/>
          <p:nvPr/>
        </p:nvSpPr>
        <p:spPr bwMode="auto">
          <a:xfrm>
            <a:off x="6771016" y="1302738"/>
            <a:ext cx="1293044" cy="365760"/>
          </a:xfrm>
          <a:prstGeom prst="roundRect">
            <a:avLst/>
          </a:prstGeom>
          <a:gradFill>
            <a:gsLst>
              <a:gs pos="96000">
                <a:schemeClr val="bg1"/>
              </a:gs>
              <a:gs pos="96000">
                <a:srgbClr val="595959"/>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90A0"/>
                </a:solidFill>
                <a:effectLst/>
                <a:uLnTx/>
                <a:uFillTx/>
                <a:latin typeface="Arial" panose="020B0604020202020204"/>
                <a:ea typeface="+mn-ea"/>
                <a:cs typeface="+mn-cs"/>
                <a:sym typeface="Gill Sans" charset="0"/>
              </a:rPr>
              <a:t>Matthew Majoros</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Head, Tech. Acct., CAO, SIG</a:t>
            </a:r>
          </a:p>
        </p:txBody>
      </p:sp>
      <p:cxnSp>
        <p:nvCxnSpPr>
          <p:cNvPr id="7" name="Connector: Elbow 6">
            <a:extLst>
              <a:ext uri="{FF2B5EF4-FFF2-40B4-BE49-F238E27FC236}">
                <a16:creationId xmlns:a16="http://schemas.microsoft.com/office/drawing/2014/main" id="{EFC6ECFB-C646-B923-2F4E-CE3DBCA4E8E8}"/>
              </a:ext>
            </a:extLst>
          </p:cNvPr>
          <p:cNvCxnSpPr>
            <a:cxnSpLocks/>
            <a:stCxn id="8" idx="2"/>
            <a:endCxn id="10" idx="1"/>
          </p:cNvCxnSpPr>
          <p:nvPr/>
        </p:nvCxnSpPr>
        <p:spPr>
          <a:xfrm rot="16200000" flipH="1">
            <a:off x="7468893" y="1738244"/>
            <a:ext cx="718580" cy="711637"/>
          </a:xfrm>
          <a:prstGeom prst="bentConnector2">
            <a:avLst/>
          </a:prstGeom>
        </p:spPr>
        <p:style>
          <a:lnRef idx="1">
            <a:schemeClr val="accent1"/>
          </a:lnRef>
          <a:fillRef idx="0">
            <a:schemeClr val="accent1"/>
          </a:fillRef>
          <a:effectRef idx="0">
            <a:schemeClr val="accent1"/>
          </a:effectRef>
          <a:fontRef idx="minor">
            <a:schemeClr val="tx1"/>
          </a:fontRef>
        </p:style>
      </p:cxnSp>
      <p:sp>
        <p:nvSpPr>
          <p:cNvPr id="10" name="Abgerundetes Rechteck 9">
            <a:extLst>
              <a:ext uri="{FF2B5EF4-FFF2-40B4-BE49-F238E27FC236}">
                <a16:creationId xmlns:a16="http://schemas.microsoft.com/office/drawing/2014/main" id="{BC7CADC2-A9D6-6E30-073B-115FBDB3954E}"/>
              </a:ext>
            </a:extLst>
          </p:cNvPr>
          <p:cNvSpPr/>
          <p:nvPr/>
        </p:nvSpPr>
        <p:spPr bwMode="auto">
          <a:xfrm>
            <a:off x="8184002" y="2270473"/>
            <a:ext cx="1293044" cy="365760"/>
          </a:xfrm>
          <a:prstGeom prst="roundRect">
            <a:avLst/>
          </a:prstGeom>
          <a:gradFill>
            <a:gsLst>
              <a:gs pos="96000">
                <a:schemeClr val="bg1"/>
              </a:gs>
              <a:gs pos="96000">
                <a:srgbClr val="595959"/>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err="1">
                <a:ln>
                  <a:noFill/>
                </a:ln>
                <a:solidFill>
                  <a:srgbClr val="000033"/>
                </a:solidFill>
                <a:effectLst/>
                <a:uLnTx/>
                <a:uFillTx/>
                <a:latin typeface="Arial" panose="020B0604020202020204"/>
                <a:ea typeface="ヒラギノ角ゴ ProN W3" charset="0"/>
                <a:cs typeface="ヒラギノ角ゴ ProN W3" charset="0"/>
                <a:sym typeface="Gill Sans" charset="0"/>
              </a:rPr>
              <a:t>Hongying</a:t>
            </a:r>
            <a:r>
              <a:rPr kumimoji="0" lang="en-IN" sz="800" b="1" i="0" u="none" strike="noStrike" kern="0" cap="none" spc="0" normalizeH="0" baseline="0" noProof="0">
                <a:ln>
                  <a:noFill/>
                </a:ln>
                <a:solidFill>
                  <a:srgbClr val="000033"/>
                </a:solidFill>
                <a:effectLst/>
                <a:uLnTx/>
                <a:uFillTx/>
                <a:latin typeface="Arial" panose="020B0604020202020204"/>
                <a:ea typeface="ヒラギノ角ゴ ProN W3" charset="0"/>
                <a:cs typeface="ヒラギノ角ゴ ProN W3" charset="0"/>
                <a:sym typeface="Gill Sans" charset="0"/>
              </a:rPr>
              <a:t> Sun</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Principal Director, Technical</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Accounting</a:t>
            </a:r>
          </a:p>
        </p:txBody>
      </p:sp>
      <p:cxnSp>
        <p:nvCxnSpPr>
          <p:cNvPr id="14" name="Connector: Elbow 13">
            <a:extLst>
              <a:ext uri="{FF2B5EF4-FFF2-40B4-BE49-F238E27FC236}">
                <a16:creationId xmlns:a16="http://schemas.microsoft.com/office/drawing/2014/main" id="{80065D58-7128-0551-6201-1DF12720D0D2}"/>
              </a:ext>
            </a:extLst>
          </p:cNvPr>
          <p:cNvCxnSpPr>
            <a:cxnSpLocks/>
            <a:stCxn id="8" idx="2"/>
            <a:endCxn id="15" idx="3"/>
          </p:cNvCxnSpPr>
          <p:nvPr/>
        </p:nvCxnSpPr>
        <p:spPr>
          <a:xfrm rot="5400000">
            <a:off x="6754993" y="1735981"/>
            <a:ext cx="718580" cy="716164"/>
          </a:xfrm>
          <a:prstGeom prst="bentConnector2">
            <a:avLst/>
          </a:prstGeom>
        </p:spPr>
        <p:style>
          <a:lnRef idx="1">
            <a:schemeClr val="accent1"/>
          </a:lnRef>
          <a:fillRef idx="0">
            <a:schemeClr val="accent1"/>
          </a:fillRef>
          <a:effectRef idx="0">
            <a:schemeClr val="accent1"/>
          </a:effectRef>
          <a:fontRef idx="minor">
            <a:schemeClr val="tx1"/>
          </a:fontRef>
        </p:style>
      </p:cxnSp>
      <p:sp>
        <p:nvSpPr>
          <p:cNvPr id="15" name="Abgerundetes Rechteck 9">
            <a:extLst>
              <a:ext uri="{FF2B5EF4-FFF2-40B4-BE49-F238E27FC236}">
                <a16:creationId xmlns:a16="http://schemas.microsoft.com/office/drawing/2014/main" id="{681EE542-7AE7-00BB-5C2A-DEE68FB788E1}"/>
              </a:ext>
            </a:extLst>
          </p:cNvPr>
          <p:cNvSpPr/>
          <p:nvPr/>
        </p:nvSpPr>
        <p:spPr bwMode="auto">
          <a:xfrm>
            <a:off x="5463157" y="2270473"/>
            <a:ext cx="1293044" cy="365760"/>
          </a:xfrm>
          <a:prstGeom prst="roundRect">
            <a:avLst/>
          </a:prstGeom>
          <a:gradFill>
            <a:gsLst>
              <a:gs pos="96000">
                <a:schemeClr val="bg1"/>
              </a:gs>
              <a:gs pos="96000">
                <a:srgbClr val="595959"/>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90A0"/>
                </a:solidFill>
                <a:effectLst/>
                <a:uLnTx/>
                <a:uFillTx/>
                <a:latin typeface="Arial" panose="020B0604020202020204"/>
                <a:ea typeface="ヒラギノ角ゴ ProN W3" charset="0"/>
                <a:cs typeface="ヒラギノ角ゴ ProN W3" charset="0"/>
                <a:sym typeface="Gill Sans" charset="0"/>
              </a:rPr>
              <a:t>Devon </a:t>
            </a:r>
            <a:r>
              <a:rPr kumimoji="0" lang="en-IN" sz="800" b="1" i="0" u="none" strike="noStrike" kern="0" cap="none" spc="0" normalizeH="0" baseline="0" noProof="0" err="1">
                <a:ln>
                  <a:noFill/>
                </a:ln>
                <a:solidFill>
                  <a:srgbClr val="0090A0"/>
                </a:solidFill>
                <a:effectLst/>
                <a:uLnTx/>
                <a:uFillTx/>
                <a:latin typeface="Arial" panose="020B0604020202020204"/>
                <a:ea typeface="ヒラギノ角ゴ ProN W3" charset="0"/>
                <a:cs typeface="ヒラギノ角ゴ ProN W3" charset="0"/>
                <a:sym typeface="Gill Sans" charset="0"/>
              </a:rPr>
              <a:t>Niebur</a:t>
            </a:r>
            <a:endParaRPr kumimoji="0" lang="en-IN" sz="800" b="1" i="0" u="none" strike="noStrike" kern="0" cap="none" spc="0" normalizeH="0" baseline="0" noProof="0">
              <a:ln>
                <a:noFill/>
              </a:ln>
              <a:solidFill>
                <a:srgbClr val="0090A0"/>
              </a:solidFill>
              <a:effectLst/>
              <a:uLnTx/>
              <a:uFillTx/>
              <a:latin typeface="Arial" panose="020B0604020202020204"/>
              <a:ea typeface="ヒラギノ角ゴ ProN W3" charset="0"/>
              <a:cs typeface="ヒラギノ角ゴ ProN W3" charset="0"/>
              <a:sym typeface="Gill Sans" charset="0"/>
            </a:endParaRP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Principal Director, Financial</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Reporting</a:t>
            </a:r>
          </a:p>
        </p:txBody>
      </p:sp>
      <p:sp>
        <p:nvSpPr>
          <p:cNvPr id="19" name="Abgerundetes Rechteck 10">
            <a:extLst>
              <a:ext uri="{FF2B5EF4-FFF2-40B4-BE49-F238E27FC236}">
                <a16:creationId xmlns:a16="http://schemas.microsoft.com/office/drawing/2014/main" id="{603A76D6-4EB7-DA78-1CFF-27F46D93100D}"/>
              </a:ext>
            </a:extLst>
          </p:cNvPr>
          <p:cNvSpPr/>
          <p:nvPr/>
        </p:nvSpPr>
        <p:spPr bwMode="auto">
          <a:xfrm>
            <a:off x="8181719" y="3326395"/>
            <a:ext cx="1293044" cy="365760"/>
          </a:xfrm>
          <a:prstGeom prst="roundRect">
            <a:avLst/>
          </a:prstGeom>
          <a:gradFill>
            <a:gsLst>
              <a:gs pos="96000">
                <a:schemeClr val="bg1"/>
              </a:gs>
              <a:gs pos="96000">
                <a:srgbClr val="595959"/>
              </a:gs>
            </a:gsLst>
            <a:lin ang="0" scaled="1"/>
          </a:gradFill>
          <a:ln w="9525" cap="flat" cmpd="sng" algn="ctr">
            <a:solidFill>
              <a:srgbClr val="000033"/>
            </a:solidFill>
            <a:prstDash val="solid"/>
            <a:round/>
            <a:headEnd type="none" w="med" len="med"/>
            <a:tailEnd type="none" w="med" len="med"/>
          </a:ln>
          <a:effectLst/>
        </p:spPr>
        <p:txBody>
          <a:bodyPr vert="horz" wrap="squar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0033"/>
                </a:solidFill>
                <a:effectLst/>
                <a:uLnTx/>
                <a:uFillTx/>
                <a:latin typeface="Arial" panose="020B0604020202020204"/>
                <a:ea typeface="ヒラギノ角ゴ ProN W3" charset="0"/>
                <a:cs typeface="ヒラギノ角ゴ ProN W3" charset="0"/>
                <a:sym typeface="Gill Sans" charset="0"/>
              </a:rPr>
              <a:t>Kelly Collard</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Technical Accounting Director</a:t>
            </a:r>
          </a:p>
        </p:txBody>
      </p:sp>
      <p:sp>
        <p:nvSpPr>
          <p:cNvPr id="20" name="Abgerundetes Rechteck 10">
            <a:extLst>
              <a:ext uri="{FF2B5EF4-FFF2-40B4-BE49-F238E27FC236}">
                <a16:creationId xmlns:a16="http://schemas.microsoft.com/office/drawing/2014/main" id="{EBC9FBB2-E8AF-9807-42CB-19FD248D0733}"/>
              </a:ext>
            </a:extLst>
          </p:cNvPr>
          <p:cNvSpPr/>
          <p:nvPr/>
        </p:nvSpPr>
        <p:spPr bwMode="auto">
          <a:xfrm>
            <a:off x="5463157" y="3320964"/>
            <a:ext cx="1293044" cy="365760"/>
          </a:xfrm>
          <a:prstGeom prst="roundRect">
            <a:avLst/>
          </a:prstGeom>
          <a:gradFill>
            <a:gsLst>
              <a:gs pos="96000">
                <a:schemeClr val="bg1"/>
              </a:gs>
              <a:gs pos="96000">
                <a:srgbClr val="595959"/>
              </a:gs>
            </a:gsLst>
            <a:lin ang="0" scaled="1"/>
          </a:gradFill>
          <a:ln w="9525" cap="flat" cmpd="sng" algn="ctr">
            <a:solidFill>
              <a:srgbClr val="000033"/>
            </a:solidFill>
            <a:prstDash val="solid"/>
            <a:round/>
            <a:headEnd type="none" w="med" len="med"/>
            <a:tailEnd type="none" w="med" len="med"/>
          </a:ln>
          <a:effectLst/>
        </p:spPr>
        <p:txBody>
          <a:bodyPr vert="horz" wrap="squar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0033"/>
                </a:solidFill>
                <a:effectLst/>
                <a:uLnTx/>
                <a:uFillTx/>
                <a:latin typeface="Arial" panose="020B0604020202020204"/>
                <a:ea typeface="ヒラギノ角ゴ ProN W3" charset="0"/>
                <a:cs typeface="ヒラギノ角ゴ ProN W3" charset="0"/>
                <a:sym typeface="Gill Sans" charset="0"/>
              </a:rPr>
              <a:t>Jeff Hurda</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Financial Reporting Lead</a:t>
            </a:r>
          </a:p>
        </p:txBody>
      </p:sp>
      <p:sp>
        <p:nvSpPr>
          <p:cNvPr id="21" name="Abgerundetes Rechteck 10">
            <a:extLst>
              <a:ext uri="{FF2B5EF4-FFF2-40B4-BE49-F238E27FC236}">
                <a16:creationId xmlns:a16="http://schemas.microsoft.com/office/drawing/2014/main" id="{E224F93E-727C-CFCD-545B-55A81017E9E4}"/>
              </a:ext>
            </a:extLst>
          </p:cNvPr>
          <p:cNvSpPr/>
          <p:nvPr/>
        </p:nvSpPr>
        <p:spPr bwMode="auto">
          <a:xfrm>
            <a:off x="8196835" y="4382317"/>
            <a:ext cx="1293044" cy="365760"/>
          </a:xfrm>
          <a:prstGeom prst="roundRect">
            <a:avLst/>
          </a:prstGeom>
          <a:gradFill>
            <a:gsLst>
              <a:gs pos="96000">
                <a:schemeClr val="bg1"/>
              </a:gs>
              <a:gs pos="96000">
                <a:srgbClr val="595959"/>
              </a:gs>
            </a:gsLst>
            <a:lin ang="0" scaled="1"/>
          </a:gradFill>
          <a:ln w="9525" cap="flat" cmpd="sng" algn="ctr">
            <a:solidFill>
              <a:srgbClr val="000033"/>
            </a:solidFill>
            <a:prstDash val="solid"/>
            <a:round/>
            <a:headEnd type="none" w="med" len="med"/>
            <a:tailEnd type="none" w="med" len="med"/>
          </a:ln>
          <a:effectLst/>
        </p:spPr>
        <p:txBody>
          <a:bodyPr vert="horz" wrap="squar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Marc Furton</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Technical Accounting Director</a:t>
            </a:r>
          </a:p>
        </p:txBody>
      </p:sp>
      <p:cxnSp>
        <p:nvCxnSpPr>
          <p:cNvPr id="23" name="Straight Connector 22">
            <a:extLst>
              <a:ext uri="{FF2B5EF4-FFF2-40B4-BE49-F238E27FC236}">
                <a16:creationId xmlns:a16="http://schemas.microsoft.com/office/drawing/2014/main" id="{D57F582A-537F-124F-11FB-12ACC6C58A13}"/>
              </a:ext>
            </a:extLst>
          </p:cNvPr>
          <p:cNvCxnSpPr>
            <a:cxnSpLocks/>
            <a:stCxn id="15" idx="2"/>
            <a:endCxn id="20" idx="0"/>
          </p:cNvCxnSpPr>
          <p:nvPr/>
        </p:nvCxnSpPr>
        <p:spPr>
          <a:xfrm>
            <a:off x="6109679" y="2636233"/>
            <a:ext cx="0" cy="684731"/>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 name="Connector: Elbow 23">
            <a:extLst>
              <a:ext uri="{FF2B5EF4-FFF2-40B4-BE49-F238E27FC236}">
                <a16:creationId xmlns:a16="http://schemas.microsoft.com/office/drawing/2014/main" id="{FBCBE0AA-A4D8-B070-3002-DA0975A8672D}"/>
              </a:ext>
            </a:extLst>
          </p:cNvPr>
          <p:cNvCxnSpPr>
            <a:cxnSpLocks/>
            <a:stCxn id="10" idx="2"/>
            <a:endCxn id="19" idx="1"/>
          </p:cNvCxnSpPr>
          <p:nvPr/>
        </p:nvCxnSpPr>
        <p:spPr>
          <a:xfrm rot="5400000">
            <a:off x="8069601" y="2748352"/>
            <a:ext cx="873042" cy="648805"/>
          </a:xfrm>
          <a:prstGeom prst="bentConnector4">
            <a:avLst>
              <a:gd name="adj1" fmla="val 41253"/>
              <a:gd name="adj2" fmla="val 121035"/>
            </a:avLst>
          </a:prstGeom>
          <a:noFill/>
          <a:ln w="3175" cap="flat" cmpd="sng" algn="ctr">
            <a:solidFill>
              <a:schemeClr val="accent1"/>
            </a:solidFill>
            <a:prstDash val="solid"/>
            <a:tailEnd type="none"/>
          </a:ln>
          <a:effectLst/>
        </p:spPr>
      </p:cxnSp>
      <p:cxnSp>
        <p:nvCxnSpPr>
          <p:cNvPr id="27" name="Connector: Elbow 26">
            <a:extLst>
              <a:ext uri="{FF2B5EF4-FFF2-40B4-BE49-F238E27FC236}">
                <a16:creationId xmlns:a16="http://schemas.microsoft.com/office/drawing/2014/main" id="{1D800623-A338-36DD-E2BC-D19A74A23CD6}"/>
              </a:ext>
            </a:extLst>
          </p:cNvPr>
          <p:cNvCxnSpPr>
            <a:cxnSpLocks/>
            <a:stCxn id="10" idx="2"/>
            <a:endCxn id="21" idx="1"/>
          </p:cNvCxnSpPr>
          <p:nvPr/>
        </p:nvCxnSpPr>
        <p:spPr>
          <a:xfrm rot="5400000">
            <a:off x="7549198" y="3283871"/>
            <a:ext cx="1928964" cy="633689"/>
          </a:xfrm>
          <a:prstGeom prst="bentConnector4">
            <a:avLst>
              <a:gd name="adj1" fmla="val 18624"/>
              <a:gd name="adj2" fmla="val 124138"/>
            </a:avLst>
          </a:prstGeom>
          <a:noFill/>
          <a:ln w="3175" cap="flat" cmpd="sng" algn="ctr">
            <a:solidFill>
              <a:schemeClr val="accent1"/>
            </a:solidFill>
            <a:prstDash val="solid"/>
            <a:tailEnd type="none"/>
          </a:ln>
          <a:effectLst/>
        </p:spPr>
      </p:cxnSp>
      <p:sp>
        <p:nvSpPr>
          <p:cNvPr id="22" name="Rectangle 21">
            <a:extLst>
              <a:ext uri="{FF2B5EF4-FFF2-40B4-BE49-F238E27FC236}">
                <a16:creationId xmlns:a16="http://schemas.microsoft.com/office/drawing/2014/main" id="{5A2070E3-8A47-A147-3547-AF7BB7288508}"/>
              </a:ext>
            </a:extLst>
          </p:cNvPr>
          <p:cNvSpPr/>
          <p:nvPr/>
        </p:nvSpPr>
        <p:spPr>
          <a:xfrm>
            <a:off x="3860385" y="2164913"/>
            <a:ext cx="1514368" cy="57688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Focuses on generating and approving internal reporting (monthly), management reporting (monthly), and consolidation. Coordinates with FP&amp;A team for budget-to-actuals data</a:t>
            </a:r>
          </a:p>
        </p:txBody>
      </p:sp>
      <p:sp>
        <p:nvSpPr>
          <p:cNvPr id="25" name="Right Brace 24">
            <a:extLst>
              <a:ext uri="{FF2B5EF4-FFF2-40B4-BE49-F238E27FC236}">
                <a16:creationId xmlns:a16="http://schemas.microsoft.com/office/drawing/2014/main" id="{BFF5A266-3E2C-475C-C6CC-A16170780642}"/>
              </a:ext>
            </a:extLst>
          </p:cNvPr>
          <p:cNvSpPr/>
          <p:nvPr/>
        </p:nvSpPr>
        <p:spPr>
          <a:xfrm rot="10800000">
            <a:off x="5338338" y="2237464"/>
            <a:ext cx="45719" cy="431778"/>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6" name="Rectangle 225">
            <a:extLst>
              <a:ext uri="{FF2B5EF4-FFF2-40B4-BE49-F238E27FC236}">
                <a16:creationId xmlns:a16="http://schemas.microsoft.com/office/drawing/2014/main" id="{389F0C5F-E9B5-A452-1A4D-6D8A7B3A5F86}"/>
              </a:ext>
            </a:extLst>
          </p:cNvPr>
          <p:cNvSpPr/>
          <p:nvPr/>
        </p:nvSpPr>
        <p:spPr>
          <a:xfrm>
            <a:off x="3860385" y="3646914"/>
            <a:ext cx="1494400" cy="57688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Focuses on preparing internal reporting (management and internal)</a:t>
            </a:r>
          </a:p>
        </p:txBody>
      </p:sp>
      <p:sp>
        <p:nvSpPr>
          <p:cNvPr id="227" name="Right Brace 226">
            <a:extLst>
              <a:ext uri="{FF2B5EF4-FFF2-40B4-BE49-F238E27FC236}">
                <a16:creationId xmlns:a16="http://schemas.microsoft.com/office/drawing/2014/main" id="{06379277-1627-AF87-1D43-FC4AB2021C90}"/>
              </a:ext>
            </a:extLst>
          </p:cNvPr>
          <p:cNvSpPr/>
          <p:nvPr/>
        </p:nvSpPr>
        <p:spPr>
          <a:xfrm rot="10800000">
            <a:off x="5338338" y="3180821"/>
            <a:ext cx="45719" cy="1554480"/>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8" name="Rectangle 227">
            <a:extLst>
              <a:ext uri="{FF2B5EF4-FFF2-40B4-BE49-F238E27FC236}">
                <a16:creationId xmlns:a16="http://schemas.microsoft.com/office/drawing/2014/main" id="{9FA6EC3E-604D-23A9-D461-C32950F16036}"/>
              </a:ext>
            </a:extLst>
          </p:cNvPr>
          <p:cNvSpPr/>
          <p:nvPr/>
        </p:nvSpPr>
        <p:spPr>
          <a:xfrm>
            <a:off x="8157792" y="1188767"/>
            <a:ext cx="1743853" cy="57688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Oversees reporting and technical accounting activities and efforts, including all consolidation, ownership of fees function as well as reporting </a:t>
            </a:r>
          </a:p>
        </p:txBody>
      </p:sp>
      <p:sp>
        <p:nvSpPr>
          <p:cNvPr id="231" name="Rectangle 230">
            <a:extLst>
              <a:ext uri="{FF2B5EF4-FFF2-40B4-BE49-F238E27FC236}">
                <a16:creationId xmlns:a16="http://schemas.microsoft.com/office/drawing/2014/main" id="{6825F937-94A0-B11C-4754-A10A3B238873}"/>
              </a:ext>
            </a:extLst>
          </p:cNvPr>
          <p:cNvSpPr/>
          <p:nvPr/>
        </p:nvSpPr>
        <p:spPr>
          <a:xfrm>
            <a:off x="9694655" y="3262193"/>
            <a:ext cx="2043325" cy="57688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Focuses on acquisition accounting and investment accounting, including debt, hedging, and supports highly technical accounting issues. Also assists in revenue recognition guidance and contract reviews and impacts from technical accounting perspective.  </a:t>
            </a:r>
          </a:p>
        </p:txBody>
      </p:sp>
      <p:sp>
        <p:nvSpPr>
          <p:cNvPr id="232" name="Right Brace 231">
            <a:extLst>
              <a:ext uri="{FF2B5EF4-FFF2-40B4-BE49-F238E27FC236}">
                <a16:creationId xmlns:a16="http://schemas.microsoft.com/office/drawing/2014/main" id="{45E5755C-F993-BC1D-18F5-2A7D3988F9FE}"/>
              </a:ext>
            </a:extLst>
          </p:cNvPr>
          <p:cNvSpPr/>
          <p:nvPr/>
        </p:nvSpPr>
        <p:spPr>
          <a:xfrm>
            <a:off x="9579675" y="2270473"/>
            <a:ext cx="91440" cy="2560320"/>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 name="Rectangle: Top Corners Rounded 12">
            <a:extLst>
              <a:ext uri="{FF2B5EF4-FFF2-40B4-BE49-F238E27FC236}">
                <a16:creationId xmlns:a16="http://schemas.microsoft.com/office/drawing/2014/main" id="{FD41F6AD-A5E3-8B05-739C-FC43EC7A627D}"/>
              </a:ext>
            </a:extLst>
          </p:cNvPr>
          <p:cNvSpPr/>
          <p:nvPr/>
        </p:nvSpPr>
        <p:spPr>
          <a:xfrm>
            <a:off x="283527" y="1765647"/>
            <a:ext cx="3266052" cy="274320"/>
          </a:xfrm>
          <a:prstGeom prst="round2SameRect">
            <a:avLst/>
          </a:prstGeom>
          <a:solidFill>
            <a:schemeClr val="accent3"/>
          </a:solidFill>
        </p:spPr>
        <p:txBody>
          <a:bodyPr wrap="square" lIns="80682" tIns="80682" rIns="80682" bIns="80682" anchor="ctr" anchorCtr="0">
            <a:noAutofit/>
          </a:bodyPr>
          <a:lstStyle/>
          <a:p>
            <a:pPr marL="0" marR="0" lvl="0" indent="0" algn="ctr" defTabSz="806705" rtl="0" eaLnBrk="1" fontAlgn="auto" latinLnBrk="0" hangingPunct="1">
              <a:lnSpc>
                <a:spcPct val="100000"/>
              </a:lnSpc>
              <a:spcBef>
                <a:spcPts val="0"/>
              </a:spcBef>
              <a:spcAft>
                <a:spcPts val="0"/>
              </a:spcAft>
              <a:buClrTx/>
              <a:buSzTx/>
              <a:buFontTx/>
              <a:buNone/>
              <a:tabLst/>
              <a:defRPr/>
            </a:pPr>
            <a:endParaRPr kumimoji="0" lang="en-US" sz="1059" b="0" i="0" u="none" strike="noStrike" kern="0" cap="none" spc="0" normalizeH="0" baseline="0" noProof="0">
              <a:ln>
                <a:noFill/>
              </a:ln>
              <a:solidFill>
                <a:srgbClr val="FFFFFF"/>
              </a:solidFill>
              <a:effectLst/>
              <a:uLnTx/>
              <a:uFillTx/>
              <a:latin typeface="Arial" panose="020B0604020202020204" pitchFamily="34" charset="0"/>
              <a:ea typeface="+mn-lt"/>
              <a:cs typeface="Arial" panose="020B0604020202020204" pitchFamily="34" charset="0"/>
              <a:sym typeface="+mn-lt"/>
            </a:endParaRPr>
          </a:p>
        </p:txBody>
      </p:sp>
      <p:graphicFrame>
        <p:nvGraphicFramePr>
          <p:cNvPr id="17" name="Table 26">
            <a:extLst>
              <a:ext uri="{FF2B5EF4-FFF2-40B4-BE49-F238E27FC236}">
                <a16:creationId xmlns:a16="http://schemas.microsoft.com/office/drawing/2014/main" id="{90C075B8-C780-EB93-2D8D-5E5F393CE947}"/>
              </a:ext>
            </a:extLst>
          </p:cNvPr>
          <p:cNvGraphicFramePr>
            <a:graphicFrameLocks noGrp="1"/>
          </p:cNvGraphicFramePr>
          <p:nvPr>
            <p:custDataLst>
              <p:tags r:id="rId1"/>
            </p:custDataLst>
          </p:nvPr>
        </p:nvGraphicFramePr>
        <p:xfrm>
          <a:off x="284909" y="1751378"/>
          <a:ext cx="3266052" cy="2560320"/>
        </p:xfrm>
        <a:graphic>
          <a:graphicData uri="http://schemas.openxmlformats.org/drawingml/2006/table">
            <a:tbl>
              <a:tblPr firstRow="1" bandRow="1"/>
              <a:tblGrid>
                <a:gridCol w="1152724">
                  <a:extLst>
                    <a:ext uri="{9D8B030D-6E8A-4147-A177-3AD203B41FA5}">
                      <a16:colId xmlns:a16="http://schemas.microsoft.com/office/drawing/2014/main" val="3241423994"/>
                    </a:ext>
                  </a:extLst>
                </a:gridCol>
                <a:gridCol w="1056664">
                  <a:extLst>
                    <a:ext uri="{9D8B030D-6E8A-4147-A177-3AD203B41FA5}">
                      <a16:colId xmlns:a16="http://schemas.microsoft.com/office/drawing/2014/main" val="2978932216"/>
                    </a:ext>
                  </a:extLst>
                </a:gridCol>
                <a:gridCol w="1056664">
                  <a:extLst>
                    <a:ext uri="{9D8B030D-6E8A-4147-A177-3AD203B41FA5}">
                      <a16:colId xmlns:a16="http://schemas.microsoft.com/office/drawing/2014/main" val="285730689"/>
                    </a:ext>
                  </a:extLst>
                </a:gridCol>
              </a:tblGrid>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900" b="1">
                          <a:solidFill>
                            <a:schemeClr val="bg1"/>
                          </a:solidFill>
                          <a:latin typeface="+mn-lt"/>
                        </a:rPr>
                        <a:t>Process</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1">
                          <a:solidFill>
                            <a:schemeClr val="bg1"/>
                          </a:solidFill>
                          <a:latin typeface="+mn-lt"/>
                        </a:rPr>
                        <a:t>Employee FTEs</a:t>
                      </a:r>
                    </a:p>
                  </a:txBody>
                  <a:tcPr marL="27432" marR="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b="1">
                          <a:solidFill>
                            <a:schemeClr val="bg1"/>
                          </a:solidFill>
                          <a:latin typeface="+mn-lt"/>
                        </a:rPr>
                        <a:t>Contractor FTEs</a:t>
                      </a:r>
                    </a:p>
                  </a:txBody>
                  <a:tcPr marL="27432" marR="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7712561"/>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900" kern="1200">
                          <a:solidFill>
                            <a:schemeClr val="bg1"/>
                          </a:solidFill>
                          <a:latin typeface="+mn-lt"/>
                          <a:ea typeface="+mn-ea"/>
                          <a:cs typeface="+mn-cs"/>
                        </a:rPr>
                        <a:t>Contract-to-Cash</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1.0</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20489718"/>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900">
                          <a:solidFill>
                            <a:schemeClr val="bg1"/>
                          </a:solidFill>
                          <a:latin typeface="+mn-lt"/>
                        </a:rPr>
                        <a:t>Source-to-Pay</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89240689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900">
                          <a:solidFill>
                            <a:schemeClr val="bg1"/>
                          </a:solidFill>
                          <a:latin typeface="+mn-lt"/>
                        </a:rPr>
                        <a:t>Record-to-Report</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6.0</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536241088"/>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900">
                          <a:solidFill>
                            <a:schemeClr val="bg1"/>
                          </a:solidFill>
                          <a:latin typeface="+mn-lt"/>
                        </a:rPr>
                        <a:t>Planning &amp; Analysis</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54927821"/>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900">
                          <a:solidFill>
                            <a:schemeClr val="bg1"/>
                          </a:solidFill>
                          <a:latin typeface="+mn-lt"/>
                        </a:rPr>
                        <a:t>Other Finance</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932231"/>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900" b="1" kern="1200">
                          <a:solidFill>
                            <a:schemeClr val="bg1"/>
                          </a:solidFill>
                          <a:latin typeface="+mn-lt"/>
                          <a:ea typeface="+mn-ea"/>
                          <a:cs typeface="+mn-cs"/>
                        </a:rPr>
                        <a:t>Total Finance</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b="1" kern="1200" noProof="0">
                          <a:solidFill>
                            <a:schemeClr val="bg1"/>
                          </a:solidFill>
                          <a:latin typeface="+mn-lt"/>
                          <a:ea typeface="+mn-ea"/>
                          <a:cs typeface="+mn-cs"/>
                        </a:rPr>
                        <a:t>7.0</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extLst>
                  <a:ext uri="{0D108BD9-81ED-4DB2-BD59-A6C34878D82A}">
                    <a16:rowId xmlns:a16="http://schemas.microsoft.com/office/drawing/2014/main" val="32455750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900" kern="1200">
                          <a:solidFill>
                            <a:schemeClr val="bg1"/>
                          </a:solidFill>
                          <a:latin typeface="+mn-lt"/>
                          <a:ea typeface="+mn-ea"/>
                          <a:cs typeface="+mn-cs"/>
                        </a:rPr>
                        <a:t>Non-Finance</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88141378"/>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900" b="1" kern="1200">
                          <a:solidFill>
                            <a:schemeClr val="bg1"/>
                          </a:solidFill>
                          <a:latin typeface="+mn-lt"/>
                          <a:ea typeface="+mn-ea"/>
                          <a:cs typeface="+mn-cs"/>
                        </a:rPr>
                        <a:t>Total</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b="1" kern="1200" noProof="0">
                          <a:solidFill>
                            <a:schemeClr val="bg1"/>
                          </a:solidFill>
                          <a:latin typeface="+mn-lt"/>
                          <a:ea typeface="+mn-ea"/>
                          <a:cs typeface="+mn-cs"/>
                        </a:rPr>
                        <a:t>7.0</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extLst>
                  <a:ext uri="{0D108BD9-81ED-4DB2-BD59-A6C34878D82A}">
                    <a16:rowId xmlns:a16="http://schemas.microsoft.com/office/drawing/2014/main" val="188748436"/>
                  </a:ext>
                </a:extLst>
              </a:tr>
              <a:tr h="91440">
                <a:tc>
                  <a:txBody>
                    <a:bodyPr/>
                    <a:lstStyle/>
                    <a:p>
                      <a:pPr algn="r"/>
                      <a:endParaRPr lang="en-US" sz="100" b="1" kern="1200">
                        <a:solidFill>
                          <a:schemeClr val="tx1"/>
                        </a:solidFill>
                        <a:latin typeface="+mn-lt"/>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US" sz="100" kern="1200" noProof="0">
                        <a:solidFill>
                          <a:schemeClr val="bg2"/>
                        </a:solidFill>
                        <a:latin typeface="+mn-lt"/>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US" sz="100" kern="1200" noProof="0">
                        <a:solidFill>
                          <a:schemeClr val="bg2"/>
                        </a:solidFill>
                        <a:latin typeface="+mn-lt"/>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820441"/>
                  </a:ext>
                </a:extLst>
              </a:tr>
            </a:tbl>
          </a:graphicData>
        </a:graphic>
      </p:graphicFrame>
      <p:sp>
        <p:nvSpPr>
          <p:cNvPr id="37" name="Rectangle 36">
            <a:extLst>
              <a:ext uri="{FF2B5EF4-FFF2-40B4-BE49-F238E27FC236}">
                <a16:creationId xmlns:a16="http://schemas.microsoft.com/office/drawing/2014/main" id="{6C43150B-BFBA-9267-1F0F-A8E4D1D7CA50}"/>
              </a:ext>
            </a:extLst>
          </p:cNvPr>
          <p:cNvSpPr/>
          <p:nvPr/>
        </p:nvSpPr>
        <p:spPr>
          <a:xfrm>
            <a:off x="5656739" y="3632055"/>
            <a:ext cx="908631" cy="109338"/>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2" name="Rectangle 1">
            <a:extLst>
              <a:ext uri="{FF2B5EF4-FFF2-40B4-BE49-F238E27FC236}">
                <a16:creationId xmlns:a16="http://schemas.microsoft.com/office/drawing/2014/main" id="{148CAE94-C7D5-C753-1AE7-4FC0F88BE86C}"/>
              </a:ext>
            </a:extLst>
          </p:cNvPr>
          <p:cNvSpPr/>
          <p:nvPr/>
        </p:nvSpPr>
        <p:spPr>
          <a:xfrm>
            <a:off x="5656739" y="2627771"/>
            <a:ext cx="908631" cy="109338"/>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grpSp>
        <p:nvGrpSpPr>
          <p:cNvPr id="4" name="Group 3">
            <a:extLst>
              <a:ext uri="{FF2B5EF4-FFF2-40B4-BE49-F238E27FC236}">
                <a16:creationId xmlns:a16="http://schemas.microsoft.com/office/drawing/2014/main" id="{ADCFDA41-1580-572F-6CE2-680A8D23D0D9}"/>
              </a:ext>
            </a:extLst>
          </p:cNvPr>
          <p:cNvGrpSpPr/>
          <p:nvPr/>
        </p:nvGrpSpPr>
        <p:grpSpPr>
          <a:xfrm>
            <a:off x="6966467" y="1632061"/>
            <a:ext cx="917378" cy="102712"/>
            <a:chOff x="8222577" y="3092873"/>
            <a:chExt cx="917378" cy="102712"/>
          </a:xfrm>
        </p:grpSpPr>
        <p:sp>
          <p:nvSpPr>
            <p:cNvPr id="8" name="Rectangle 7">
              <a:extLst>
                <a:ext uri="{FF2B5EF4-FFF2-40B4-BE49-F238E27FC236}">
                  <a16:creationId xmlns:a16="http://schemas.microsoft.com/office/drawing/2014/main" id="{1B286C97-F21B-2045-FCE6-0CD12D2C822A}"/>
                </a:ext>
              </a:extLst>
            </p:cNvPr>
            <p:cNvSpPr/>
            <p:nvPr/>
          </p:nvSpPr>
          <p:spPr>
            <a:xfrm>
              <a:off x="8316995" y="3092873"/>
              <a:ext cx="822960" cy="102712"/>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90%</a:t>
              </a:r>
            </a:p>
          </p:txBody>
        </p:sp>
        <p:sp>
          <p:nvSpPr>
            <p:cNvPr id="5" name="Rectangle 4">
              <a:extLst>
                <a:ext uri="{FF2B5EF4-FFF2-40B4-BE49-F238E27FC236}">
                  <a16:creationId xmlns:a16="http://schemas.microsoft.com/office/drawing/2014/main" id="{01FFB39A-2EA0-563A-EC86-6A46ECF5DFBC}"/>
                </a:ext>
              </a:extLst>
            </p:cNvPr>
            <p:cNvSpPr/>
            <p:nvPr/>
          </p:nvSpPr>
          <p:spPr>
            <a:xfrm>
              <a:off x="8222577" y="3092873"/>
              <a:ext cx="91440" cy="102712"/>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91440" marR="0" lvl="1"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a:t>
              </a:r>
            </a:p>
          </p:txBody>
        </p:sp>
      </p:grpSp>
      <p:sp>
        <p:nvSpPr>
          <p:cNvPr id="9" name="Abgerundetes Rechteck 10">
            <a:extLst>
              <a:ext uri="{FF2B5EF4-FFF2-40B4-BE49-F238E27FC236}">
                <a16:creationId xmlns:a16="http://schemas.microsoft.com/office/drawing/2014/main" id="{03DDB591-0102-E038-86D1-8A7AAFAE820B}"/>
              </a:ext>
            </a:extLst>
          </p:cNvPr>
          <p:cNvSpPr/>
          <p:nvPr/>
        </p:nvSpPr>
        <p:spPr bwMode="auto">
          <a:xfrm>
            <a:off x="5463157" y="4376695"/>
            <a:ext cx="1293044" cy="365760"/>
          </a:xfrm>
          <a:prstGeom prst="roundRect">
            <a:avLst/>
          </a:prstGeom>
          <a:noFill/>
          <a:ln w="9525" cap="flat" cmpd="sng" algn="ctr">
            <a:solidFill>
              <a:srgbClr val="000033"/>
            </a:solidFill>
            <a:prstDash val="solid"/>
            <a:round/>
            <a:headEnd type="none" w="med" len="med"/>
            <a:tailEnd type="none" w="med" len="med"/>
          </a:ln>
          <a:effectLst/>
        </p:spPr>
        <p:txBody>
          <a:bodyPr vert="horz" wrap="squar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0033"/>
                </a:solidFill>
                <a:effectLst/>
                <a:uLnTx/>
                <a:uFillTx/>
                <a:latin typeface="Arial" panose="020B0604020202020204"/>
                <a:ea typeface="ヒラギノ角ゴ ProN W3" charset="0"/>
                <a:cs typeface="ヒラギノ角ゴ ProN W3" charset="0"/>
                <a:sym typeface="Gill Sans" charset="0"/>
              </a:rPr>
              <a:t>Open Role</a:t>
            </a:r>
            <a:endParaRPr kumimoji="0" lang="de-DE"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endParaRPr>
          </a:p>
        </p:txBody>
      </p:sp>
      <p:cxnSp>
        <p:nvCxnSpPr>
          <p:cNvPr id="11" name="Straight Connector 10">
            <a:extLst>
              <a:ext uri="{FF2B5EF4-FFF2-40B4-BE49-F238E27FC236}">
                <a16:creationId xmlns:a16="http://schemas.microsoft.com/office/drawing/2014/main" id="{0BDA0928-181B-3ACC-A0FE-0849C0621B63}"/>
              </a:ext>
            </a:extLst>
          </p:cNvPr>
          <p:cNvCxnSpPr>
            <a:cxnSpLocks/>
            <a:stCxn id="37" idx="2"/>
            <a:endCxn id="9" idx="0"/>
          </p:cNvCxnSpPr>
          <p:nvPr/>
        </p:nvCxnSpPr>
        <p:spPr>
          <a:xfrm flipH="1">
            <a:off x="6109679" y="3741393"/>
            <a:ext cx="1376" cy="635302"/>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B831EDD7-D545-1443-F598-DFA3F1FFBB95}"/>
              </a:ext>
            </a:extLst>
          </p:cNvPr>
          <p:cNvSpPr/>
          <p:nvPr/>
        </p:nvSpPr>
        <p:spPr>
          <a:xfrm>
            <a:off x="5656739" y="4675887"/>
            <a:ext cx="908631" cy="109338"/>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graphicFrame>
        <p:nvGraphicFramePr>
          <p:cNvPr id="60" name="Table 59">
            <a:extLst>
              <a:ext uri="{FF2B5EF4-FFF2-40B4-BE49-F238E27FC236}">
                <a16:creationId xmlns:a16="http://schemas.microsoft.com/office/drawing/2014/main" id="{D8E45256-6D41-8249-33FA-48255026589F}"/>
              </a:ext>
            </a:extLst>
          </p:cNvPr>
          <p:cNvGraphicFramePr>
            <a:graphicFrameLocks noGrp="1"/>
          </p:cNvGraphicFramePr>
          <p:nvPr/>
        </p:nvGraphicFramePr>
        <p:xfrm>
          <a:off x="283530" y="1387962"/>
          <a:ext cx="3266052" cy="274320"/>
        </p:xfrm>
        <a:graphic>
          <a:graphicData uri="http://schemas.openxmlformats.org/drawingml/2006/table">
            <a:tbl>
              <a:tblPr>
                <a:effectLst/>
              </a:tblPr>
              <a:tblGrid>
                <a:gridCol w="217497">
                  <a:extLst>
                    <a:ext uri="{9D8B030D-6E8A-4147-A177-3AD203B41FA5}">
                      <a16:colId xmlns:a16="http://schemas.microsoft.com/office/drawing/2014/main" val="2937933679"/>
                    </a:ext>
                  </a:extLst>
                </a:gridCol>
                <a:gridCol w="1016185">
                  <a:extLst>
                    <a:ext uri="{9D8B030D-6E8A-4147-A177-3AD203B41FA5}">
                      <a16:colId xmlns:a16="http://schemas.microsoft.com/office/drawing/2014/main" val="294730452"/>
                    </a:ext>
                  </a:extLst>
                </a:gridCol>
                <a:gridCol w="1016185">
                  <a:extLst>
                    <a:ext uri="{9D8B030D-6E8A-4147-A177-3AD203B41FA5}">
                      <a16:colId xmlns:a16="http://schemas.microsoft.com/office/drawing/2014/main" val="1373135318"/>
                    </a:ext>
                  </a:extLst>
                </a:gridCol>
                <a:gridCol w="1016185">
                  <a:extLst>
                    <a:ext uri="{9D8B030D-6E8A-4147-A177-3AD203B41FA5}">
                      <a16:colId xmlns:a16="http://schemas.microsoft.com/office/drawing/2014/main" val="2194066351"/>
                    </a:ext>
                  </a:extLst>
                </a:gridCol>
              </a:tblGrid>
              <a:tr h="274320">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endParaRPr lang="en-US" sz="100">
                        <a:solidFill>
                          <a:schemeClr val="accent2"/>
                        </a:solidFill>
                        <a:latin typeface="+mn-lt"/>
                        <a:ea typeface="+mn-lt"/>
                        <a:cs typeface="+mn-lt"/>
                        <a:sym typeface="+mn-lt"/>
                      </a:endParaRPr>
                    </a:p>
                  </a:txBody>
                  <a:tcPr marL="55321" marR="55321" marT="22860" marB="228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pPr marL="0" algn="l" defTabSz="914400" rtl="0" eaLnBrk="1" latinLnBrk="0" hangingPunct="1"/>
                      <a:r>
                        <a:rPr lang="en-US" sz="900" b="1" kern="1200">
                          <a:solidFill>
                            <a:schemeClr val="tx1"/>
                          </a:solidFill>
                          <a:latin typeface="+mj-lt"/>
                          <a:ea typeface="+mn-lt"/>
                          <a:cs typeface="+mn-lt"/>
                          <a:sym typeface="+mn-lt"/>
                        </a:rPr>
                        <a:t>HC: 7</a:t>
                      </a:r>
                      <a:endParaRPr lang="en-US" sz="900" b="1" kern="1200" baseline="30000">
                        <a:solidFill>
                          <a:schemeClr val="tx1"/>
                        </a:solidFill>
                        <a:latin typeface="+mj-lt"/>
                        <a:ea typeface="+mn-lt"/>
                        <a:cs typeface="+mn-lt"/>
                        <a:sym typeface="+mn-lt"/>
                      </a:endParaRPr>
                    </a:p>
                  </a:txBody>
                  <a:tcPr marL="55321" marR="55321" marT="22860" marB="22860" anchor="ctr">
                    <a:lnL w="6350" cap="flat" cmpd="sng" algn="ctr">
                      <a:noFill/>
                      <a:prstDash val="solid"/>
                      <a:round/>
                      <a:headEnd type="none" w="med" len="med"/>
                      <a:tailEnd type="none" w="med" len="med"/>
                    </a:lnL>
                    <a:lnR w="6350" cap="flat" cmpd="sng" algn="ctr">
                      <a:solidFill>
                        <a:schemeClr val="bg2">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r>
                        <a:rPr lang="en-US" sz="900" b="1" kern="1200">
                          <a:solidFill>
                            <a:schemeClr val="tx1"/>
                          </a:solidFill>
                          <a:latin typeface="+mj-lt"/>
                          <a:ea typeface="+mn-lt"/>
                          <a:cs typeface="+mn-lt"/>
                          <a:sym typeface="+mn-lt"/>
                        </a:rPr>
                        <a:t>FTE: 7</a:t>
                      </a:r>
                    </a:p>
                  </a:txBody>
                  <a:tcPr marL="55321" marR="55321" marT="22860" marB="22860" anchor="ctr">
                    <a:lnL w="6350" cap="flat" cmpd="sng" algn="ctr">
                      <a:solidFill>
                        <a:schemeClr val="bg2">
                          <a:lumMod val="75000"/>
                        </a:schemeClr>
                      </a:solidFill>
                      <a:prstDash val="solid"/>
                      <a:round/>
                      <a:headEnd type="none" w="med" len="med"/>
                      <a:tailEnd type="none" w="med" len="med"/>
                    </a:lnL>
                    <a:lnR w="6350" cap="flat" cmpd="sng" algn="ctr">
                      <a:solidFill>
                        <a:schemeClr val="bg2">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kern="1200">
                          <a:solidFill>
                            <a:schemeClr val="tx1"/>
                          </a:solidFill>
                          <a:latin typeface="+mj-lt"/>
                          <a:ea typeface="+mn-lt"/>
                          <a:cs typeface="+mn-lt"/>
                          <a:sym typeface="+mn-lt"/>
                        </a:rPr>
                        <a:t>Open Role: 1</a:t>
                      </a:r>
                    </a:p>
                  </a:txBody>
                  <a:tcPr marL="55321" marR="55321" marT="22860" marB="22860" anchor="ctr">
                    <a:lnL w="6350" cap="flat" cmpd="sng" algn="ctr">
                      <a:solidFill>
                        <a:schemeClr val="bg2">
                          <a:lumMod val="75000"/>
                        </a:schemeClr>
                      </a:solidFill>
                      <a:prstDash val="solid"/>
                      <a:round/>
                      <a:headEnd type="none" w="med" len="med"/>
                      <a:tailEnd type="none" w="med" len="med"/>
                    </a:lnL>
                    <a:lnR w="6350" cap="flat" cmpd="sng" algn="ctr">
                      <a:solidFill>
                        <a:schemeClr val="bg2">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64825776"/>
                  </a:ext>
                </a:extLst>
              </a:tr>
            </a:tbl>
          </a:graphicData>
        </a:graphic>
      </p:graphicFrame>
      <p:grpSp>
        <p:nvGrpSpPr>
          <p:cNvPr id="41" name="Group 40">
            <a:extLst>
              <a:ext uri="{FF2B5EF4-FFF2-40B4-BE49-F238E27FC236}">
                <a16:creationId xmlns:a16="http://schemas.microsoft.com/office/drawing/2014/main" id="{12878CBB-16D7-3CC4-4B1A-4D53C4BB9B4A}"/>
              </a:ext>
            </a:extLst>
          </p:cNvPr>
          <p:cNvGrpSpPr/>
          <p:nvPr/>
        </p:nvGrpSpPr>
        <p:grpSpPr>
          <a:xfrm>
            <a:off x="8386051" y="2611785"/>
            <a:ext cx="913928" cy="102712"/>
            <a:chOff x="8216227" y="3092873"/>
            <a:chExt cx="913928" cy="102712"/>
          </a:xfrm>
        </p:grpSpPr>
        <p:sp>
          <p:nvSpPr>
            <p:cNvPr id="39" name="Rectangle 38">
              <a:extLst>
                <a:ext uri="{FF2B5EF4-FFF2-40B4-BE49-F238E27FC236}">
                  <a16:creationId xmlns:a16="http://schemas.microsoft.com/office/drawing/2014/main" id="{EA5CC323-DD0B-233D-D7C5-84F9BF2BE036}"/>
                </a:ext>
              </a:extLst>
            </p:cNvPr>
            <p:cNvSpPr/>
            <p:nvPr/>
          </p:nvSpPr>
          <p:spPr>
            <a:xfrm>
              <a:off x="8216227" y="3092873"/>
              <a:ext cx="274320" cy="102712"/>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30%</a:t>
              </a:r>
            </a:p>
          </p:txBody>
        </p:sp>
        <p:sp>
          <p:nvSpPr>
            <p:cNvPr id="40" name="Rectangle 39">
              <a:extLst>
                <a:ext uri="{FF2B5EF4-FFF2-40B4-BE49-F238E27FC236}">
                  <a16:creationId xmlns:a16="http://schemas.microsoft.com/office/drawing/2014/main" id="{AB58B44F-E5D5-EDC4-CF4F-3933F05ABC28}"/>
                </a:ext>
              </a:extLst>
            </p:cNvPr>
            <p:cNvSpPr/>
            <p:nvPr/>
          </p:nvSpPr>
          <p:spPr>
            <a:xfrm>
              <a:off x="8490075" y="3092873"/>
              <a:ext cx="640080" cy="102712"/>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70%</a:t>
              </a:r>
            </a:p>
          </p:txBody>
        </p:sp>
      </p:grpSp>
      <p:sp>
        <p:nvSpPr>
          <p:cNvPr id="92" name="Rectangle 91">
            <a:extLst>
              <a:ext uri="{FF2B5EF4-FFF2-40B4-BE49-F238E27FC236}">
                <a16:creationId xmlns:a16="http://schemas.microsoft.com/office/drawing/2014/main" id="{60062D43-F153-41FD-C34C-F9FC7C6B2F75}"/>
              </a:ext>
            </a:extLst>
          </p:cNvPr>
          <p:cNvSpPr/>
          <p:nvPr/>
        </p:nvSpPr>
        <p:spPr>
          <a:xfrm>
            <a:off x="1463040" y="6309360"/>
            <a:ext cx="5732917" cy="434006"/>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Source – Stakeholder interviews and Envestnet data collection - org charts, FTE time allocation, HR data. </a:t>
            </a:r>
          </a:p>
        </p:txBody>
      </p:sp>
      <p:grpSp>
        <p:nvGrpSpPr>
          <p:cNvPr id="61" name="Group 60">
            <a:extLst>
              <a:ext uri="{FF2B5EF4-FFF2-40B4-BE49-F238E27FC236}">
                <a16:creationId xmlns:a16="http://schemas.microsoft.com/office/drawing/2014/main" id="{082C367C-CD88-E7F7-A057-7ED93C2C111B}"/>
              </a:ext>
            </a:extLst>
          </p:cNvPr>
          <p:cNvGrpSpPr/>
          <p:nvPr/>
        </p:nvGrpSpPr>
        <p:grpSpPr>
          <a:xfrm>
            <a:off x="8385017" y="3677320"/>
            <a:ext cx="913928" cy="102712"/>
            <a:chOff x="8216227" y="3092873"/>
            <a:chExt cx="913928" cy="102712"/>
          </a:xfrm>
        </p:grpSpPr>
        <p:sp>
          <p:nvSpPr>
            <p:cNvPr id="62" name="Rectangle 61">
              <a:extLst>
                <a:ext uri="{FF2B5EF4-FFF2-40B4-BE49-F238E27FC236}">
                  <a16:creationId xmlns:a16="http://schemas.microsoft.com/office/drawing/2014/main" id="{002FF112-394D-29BC-5F96-33F95D795764}"/>
                </a:ext>
              </a:extLst>
            </p:cNvPr>
            <p:cNvSpPr/>
            <p:nvPr/>
          </p:nvSpPr>
          <p:spPr>
            <a:xfrm>
              <a:off x="8216227" y="3092873"/>
              <a:ext cx="274320" cy="102712"/>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30%</a:t>
              </a:r>
            </a:p>
          </p:txBody>
        </p:sp>
        <p:sp>
          <p:nvSpPr>
            <p:cNvPr id="63" name="Rectangle 62">
              <a:extLst>
                <a:ext uri="{FF2B5EF4-FFF2-40B4-BE49-F238E27FC236}">
                  <a16:creationId xmlns:a16="http://schemas.microsoft.com/office/drawing/2014/main" id="{16C52427-F49C-B377-7951-9500176BA172}"/>
                </a:ext>
              </a:extLst>
            </p:cNvPr>
            <p:cNvSpPr/>
            <p:nvPr/>
          </p:nvSpPr>
          <p:spPr>
            <a:xfrm>
              <a:off x="8490075" y="3092873"/>
              <a:ext cx="640080" cy="102712"/>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70%</a:t>
              </a:r>
            </a:p>
          </p:txBody>
        </p:sp>
      </p:grpSp>
      <p:grpSp>
        <p:nvGrpSpPr>
          <p:cNvPr id="64" name="Group 63">
            <a:extLst>
              <a:ext uri="{FF2B5EF4-FFF2-40B4-BE49-F238E27FC236}">
                <a16:creationId xmlns:a16="http://schemas.microsoft.com/office/drawing/2014/main" id="{B4CB6DB9-9185-4923-BFFB-882D18342CF9}"/>
              </a:ext>
            </a:extLst>
          </p:cNvPr>
          <p:cNvGrpSpPr/>
          <p:nvPr/>
        </p:nvGrpSpPr>
        <p:grpSpPr>
          <a:xfrm>
            <a:off x="8392192" y="4732272"/>
            <a:ext cx="913928" cy="102712"/>
            <a:chOff x="8216227" y="3092873"/>
            <a:chExt cx="913928" cy="102712"/>
          </a:xfrm>
        </p:grpSpPr>
        <p:sp>
          <p:nvSpPr>
            <p:cNvPr id="65" name="Rectangle 64">
              <a:extLst>
                <a:ext uri="{FF2B5EF4-FFF2-40B4-BE49-F238E27FC236}">
                  <a16:creationId xmlns:a16="http://schemas.microsoft.com/office/drawing/2014/main" id="{D995B5EF-DE5F-A78B-82BE-8D8D45BCADA6}"/>
                </a:ext>
              </a:extLst>
            </p:cNvPr>
            <p:cNvSpPr/>
            <p:nvPr/>
          </p:nvSpPr>
          <p:spPr>
            <a:xfrm>
              <a:off x="8216227" y="3092873"/>
              <a:ext cx="274320" cy="102712"/>
            </a:xfrm>
            <a:prstGeom prst="rect">
              <a:avLst/>
            </a:prstGeom>
            <a:solidFill>
              <a:srgbClr val="C98C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30%</a:t>
              </a:r>
            </a:p>
          </p:txBody>
        </p:sp>
        <p:sp>
          <p:nvSpPr>
            <p:cNvPr id="66" name="Rectangle 65">
              <a:extLst>
                <a:ext uri="{FF2B5EF4-FFF2-40B4-BE49-F238E27FC236}">
                  <a16:creationId xmlns:a16="http://schemas.microsoft.com/office/drawing/2014/main" id="{BD77C031-7BB7-2229-6190-B5DF2C56F0FD}"/>
                </a:ext>
              </a:extLst>
            </p:cNvPr>
            <p:cNvSpPr/>
            <p:nvPr/>
          </p:nvSpPr>
          <p:spPr>
            <a:xfrm>
              <a:off x="8490075" y="3092873"/>
              <a:ext cx="640080" cy="102712"/>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70%</a:t>
              </a:r>
            </a:p>
          </p:txBody>
        </p:sp>
      </p:grpSp>
      <p:sp>
        <p:nvSpPr>
          <p:cNvPr id="12" name="Rectangle: Rounded Corners 11">
            <a:extLst>
              <a:ext uri="{FF2B5EF4-FFF2-40B4-BE49-F238E27FC236}">
                <a16:creationId xmlns:a16="http://schemas.microsoft.com/office/drawing/2014/main" id="{7790A0C9-61A0-511C-6001-479266260A30}"/>
              </a:ext>
            </a:extLst>
          </p:cNvPr>
          <p:cNvSpPr/>
          <p:nvPr/>
        </p:nvSpPr>
        <p:spPr>
          <a:xfrm>
            <a:off x="282457" y="4299288"/>
            <a:ext cx="3266052" cy="1352576"/>
          </a:xfrm>
          <a:prstGeom prst="roundRect">
            <a:avLst>
              <a:gd name="adj" fmla="val 8307"/>
            </a:avLst>
          </a:prstGeom>
          <a:noFill/>
          <a:ln w="3175">
            <a:solidFill>
              <a:schemeClr val="accent4">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a:ln>
                <a:noFill/>
              </a:ln>
              <a:solidFill>
                <a:srgbClr val="000000"/>
              </a:solidFill>
              <a:effectLst/>
              <a:uLnTx/>
              <a:uFillTx/>
              <a:latin typeface="Arial" panose="020B0604020202020204"/>
              <a:ea typeface="+mn-lt"/>
              <a:cs typeface="Calibri" panose="020F0502020204030204"/>
              <a:sym typeface="+mn-lt"/>
            </a:endParaRPr>
          </a:p>
        </p:txBody>
      </p:sp>
      <p:sp>
        <p:nvSpPr>
          <p:cNvPr id="16" name="Abgerundetes Rechteck 10">
            <a:extLst>
              <a:ext uri="{FF2B5EF4-FFF2-40B4-BE49-F238E27FC236}">
                <a16:creationId xmlns:a16="http://schemas.microsoft.com/office/drawing/2014/main" id="{C6016B1A-F19A-38EF-B8E1-75907C91EDE8}"/>
              </a:ext>
            </a:extLst>
          </p:cNvPr>
          <p:cNvSpPr/>
          <p:nvPr/>
        </p:nvSpPr>
        <p:spPr bwMode="auto">
          <a:xfrm>
            <a:off x="462762" y="5372395"/>
            <a:ext cx="1293044" cy="195285"/>
          </a:xfrm>
          <a:prstGeom prst="roundRect">
            <a:avLst/>
          </a:prstGeom>
          <a:noFill/>
          <a:ln w="3175" cap="flat" cmpd="sng" algn="ctr">
            <a:solidFill>
              <a:srgbClr val="000033"/>
            </a:solidFill>
            <a:prstDash val="solid"/>
            <a:round/>
            <a:headEnd type="none" w="med" len="med"/>
            <a:tailEnd type="none" w="med" len="med"/>
          </a:ln>
          <a:effectLst/>
        </p:spPr>
        <p:txBody>
          <a:bodyPr vert="horz" wrap="squar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90A0"/>
                </a:solidFill>
                <a:effectLst/>
                <a:uLnTx/>
                <a:uFillTx/>
                <a:latin typeface="Arial" panose="020B0604020202020204"/>
                <a:ea typeface="ヒラギノ角ゴ ProN W3" charset="0"/>
                <a:cs typeface="ヒラギノ角ゴ ProN W3" charset="0"/>
                <a:sym typeface="Gill Sans" charset="0"/>
              </a:rPr>
              <a:t>Role interviewed</a:t>
            </a:r>
            <a:endParaRPr kumimoji="0" lang="de-DE" sz="700" b="0" i="0" u="none" strike="noStrike" kern="0" cap="none" spc="0" normalizeH="0" baseline="0" noProof="0">
              <a:ln>
                <a:noFill/>
              </a:ln>
              <a:solidFill>
                <a:srgbClr val="0090A0"/>
              </a:solidFill>
              <a:effectLst/>
              <a:uLnTx/>
              <a:uFillTx/>
              <a:latin typeface="Arial" panose="020B0604020202020204"/>
              <a:ea typeface="+mn-ea"/>
              <a:cs typeface="+mn-cs"/>
              <a:sym typeface="Gill Sans" charset="0"/>
            </a:endParaRPr>
          </a:p>
        </p:txBody>
      </p:sp>
      <p:sp>
        <p:nvSpPr>
          <p:cNvPr id="18" name="Oval 17">
            <a:extLst>
              <a:ext uri="{FF2B5EF4-FFF2-40B4-BE49-F238E27FC236}">
                <a16:creationId xmlns:a16="http://schemas.microsoft.com/office/drawing/2014/main" id="{713B61B8-6F71-C718-3B67-D6C981133D84}"/>
              </a:ext>
            </a:extLst>
          </p:cNvPr>
          <p:cNvSpPr/>
          <p:nvPr/>
        </p:nvSpPr>
        <p:spPr>
          <a:xfrm>
            <a:off x="482067" y="5009381"/>
            <a:ext cx="335715" cy="272799"/>
          </a:xfrm>
          <a:prstGeom prst="ellipse">
            <a:avLst/>
          </a:prstGeom>
          <a:solidFill>
            <a:schemeClr val="accent4">
              <a:lumMod val="60000"/>
              <a:lumOff val="40000"/>
            </a:schemeClr>
          </a:solidFill>
          <a:ln>
            <a:solidFill>
              <a:schemeClr val="accent4">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a:t>
            </a:r>
          </a:p>
        </p:txBody>
      </p:sp>
      <p:grpSp>
        <p:nvGrpSpPr>
          <p:cNvPr id="26" name="Group 25">
            <a:extLst>
              <a:ext uri="{FF2B5EF4-FFF2-40B4-BE49-F238E27FC236}">
                <a16:creationId xmlns:a16="http://schemas.microsoft.com/office/drawing/2014/main" id="{97693A35-2883-835D-4B36-91ABCD1FC4AF}"/>
              </a:ext>
            </a:extLst>
          </p:cNvPr>
          <p:cNvGrpSpPr/>
          <p:nvPr/>
        </p:nvGrpSpPr>
        <p:grpSpPr>
          <a:xfrm>
            <a:off x="462762" y="4525489"/>
            <a:ext cx="2956938" cy="406472"/>
            <a:chOff x="474239" y="4524248"/>
            <a:chExt cx="1871325" cy="308649"/>
          </a:xfrm>
        </p:grpSpPr>
        <p:sp>
          <p:nvSpPr>
            <p:cNvPr id="29" name="Abgerundetes Rechteck 6">
              <a:extLst>
                <a:ext uri="{FF2B5EF4-FFF2-40B4-BE49-F238E27FC236}">
                  <a16:creationId xmlns:a16="http://schemas.microsoft.com/office/drawing/2014/main" id="{C18B1795-6039-215D-5B78-EF130E9ADE4E}"/>
                </a:ext>
              </a:extLst>
            </p:cNvPr>
            <p:cNvSpPr/>
            <p:nvPr/>
          </p:nvSpPr>
          <p:spPr bwMode="auto">
            <a:xfrm>
              <a:off x="474239" y="4524248"/>
              <a:ext cx="457200" cy="135508"/>
            </a:xfrm>
            <a:prstGeom prst="roundRect">
              <a:avLst/>
            </a:prstGeom>
            <a:gradFill>
              <a:gsLst>
                <a:gs pos="85000">
                  <a:schemeClr val="bg1"/>
                </a:gs>
                <a:gs pos="85000">
                  <a:srgbClr val="865E02"/>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Berwyn</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30" name="Abgerundetes Rechteck 6">
              <a:extLst>
                <a:ext uri="{FF2B5EF4-FFF2-40B4-BE49-F238E27FC236}">
                  <a16:creationId xmlns:a16="http://schemas.microsoft.com/office/drawing/2014/main" id="{166AFB22-C0F2-D47D-3287-5E0F8724FA02}"/>
                </a:ext>
              </a:extLst>
            </p:cNvPr>
            <p:cNvSpPr/>
            <p:nvPr/>
          </p:nvSpPr>
          <p:spPr bwMode="auto">
            <a:xfrm>
              <a:off x="945614" y="4524248"/>
              <a:ext cx="457200" cy="135508"/>
            </a:xfrm>
            <a:prstGeom prst="roundRect">
              <a:avLst/>
            </a:prstGeom>
            <a:gradFill>
              <a:gsLst>
                <a:gs pos="85000">
                  <a:schemeClr val="bg1"/>
                </a:gs>
                <a:gs pos="85000">
                  <a:srgbClr val="F37520"/>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Denver</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31" name="Abgerundetes Rechteck 6">
              <a:extLst>
                <a:ext uri="{FF2B5EF4-FFF2-40B4-BE49-F238E27FC236}">
                  <a16:creationId xmlns:a16="http://schemas.microsoft.com/office/drawing/2014/main" id="{D5860AED-9DC5-4806-9CB3-86E6F8D6F92F}"/>
                </a:ext>
              </a:extLst>
            </p:cNvPr>
            <p:cNvSpPr/>
            <p:nvPr/>
          </p:nvSpPr>
          <p:spPr bwMode="auto">
            <a:xfrm>
              <a:off x="1416989" y="4524248"/>
              <a:ext cx="457200" cy="135508"/>
            </a:xfrm>
            <a:prstGeom prst="roundRect">
              <a:avLst/>
            </a:prstGeom>
            <a:gradFill>
              <a:gsLst>
                <a:gs pos="85000">
                  <a:schemeClr val="bg1"/>
                </a:gs>
                <a:gs pos="85000">
                  <a:srgbClr val="0090A0"/>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Raleigh</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32" name="Abgerundetes Rechteck 6">
              <a:extLst>
                <a:ext uri="{FF2B5EF4-FFF2-40B4-BE49-F238E27FC236}">
                  <a16:creationId xmlns:a16="http://schemas.microsoft.com/office/drawing/2014/main" id="{4427B664-034B-2CF2-9010-B8ED4BFC80C2}"/>
                </a:ext>
              </a:extLst>
            </p:cNvPr>
            <p:cNvSpPr/>
            <p:nvPr/>
          </p:nvSpPr>
          <p:spPr bwMode="auto">
            <a:xfrm>
              <a:off x="1888364" y="4524248"/>
              <a:ext cx="457200" cy="135508"/>
            </a:xfrm>
            <a:prstGeom prst="roundRect">
              <a:avLst/>
            </a:prstGeom>
            <a:gradFill>
              <a:gsLst>
                <a:gs pos="85000">
                  <a:schemeClr val="bg1"/>
                </a:gs>
                <a:gs pos="85000">
                  <a:srgbClr val="005F9E"/>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Trivandrum</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33" name="Abgerundetes Rechteck 6">
              <a:extLst>
                <a:ext uri="{FF2B5EF4-FFF2-40B4-BE49-F238E27FC236}">
                  <a16:creationId xmlns:a16="http://schemas.microsoft.com/office/drawing/2014/main" id="{7FA0E28D-74AA-D42F-5F7D-B7F7F0BF7816}"/>
                </a:ext>
              </a:extLst>
            </p:cNvPr>
            <p:cNvSpPr/>
            <p:nvPr/>
          </p:nvSpPr>
          <p:spPr bwMode="auto">
            <a:xfrm>
              <a:off x="475504" y="4697389"/>
              <a:ext cx="457200" cy="135508"/>
            </a:xfrm>
            <a:prstGeom prst="roundRect">
              <a:avLst/>
            </a:prstGeom>
            <a:gradFill>
              <a:gsLst>
                <a:gs pos="85000">
                  <a:schemeClr val="bg1"/>
                </a:gs>
                <a:gs pos="85000">
                  <a:schemeClr val="accent2"/>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Bangalore</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34" name="Abgerundetes Rechteck 6">
              <a:extLst>
                <a:ext uri="{FF2B5EF4-FFF2-40B4-BE49-F238E27FC236}">
                  <a16:creationId xmlns:a16="http://schemas.microsoft.com/office/drawing/2014/main" id="{817C4B22-905B-B5F7-88A1-B82465085CFD}"/>
                </a:ext>
              </a:extLst>
            </p:cNvPr>
            <p:cNvSpPr/>
            <p:nvPr/>
          </p:nvSpPr>
          <p:spPr bwMode="auto">
            <a:xfrm>
              <a:off x="946879" y="4697389"/>
              <a:ext cx="457200" cy="135508"/>
            </a:xfrm>
            <a:prstGeom prst="roundRect">
              <a:avLst/>
            </a:prstGeom>
            <a:gradFill>
              <a:gsLst>
                <a:gs pos="85000">
                  <a:schemeClr val="bg1"/>
                </a:gs>
                <a:gs pos="85000">
                  <a:srgbClr val="595959"/>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Field (US)</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35" name="Abgerundetes Rechteck 6">
              <a:extLst>
                <a:ext uri="{FF2B5EF4-FFF2-40B4-BE49-F238E27FC236}">
                  <a16:creationId xmlns:a16="http://schemas.microsoft.com/office/drawing/2014/main" id="{C7C69DDC-0276-B49E-EC24-255FC34C0A2F}"/>
                </a:ext>
              </a:extLst>
            </p:cNvPr>
            <p:cNvSpPr/>
            <p:nvPr/>
          </p:nvSpPr>
          <p:spPr bwMode="auto">
            <a:xfrm>
              <a:off x="1418256" y="4697389"/>
              <a:ext cx="457200" cy="135508"/>
            </a:xfrm>
            <a:prstGeom prst="roundRect">
              <a:avLst/>
            </a:prstGeom>
            <a:gradFill>
              <a:gsLst>
                <a:gs pos="85000">
                  <a:schemeClr val="bg1"/>
                </a:gs>
                <a:gs pos="85000">
                  <a:srgbClr val="0D0D0D"/>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Field (IN)</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grpSp>
      <p:sp>
        <p:nvSpPr>
          <p:cNvPr id="36" name="Rectangle 35">
            <a:extLst>
              <a:ext uri="{FF2B5EF4-FFF2-40B4-BE49-F238E27FC236}">
                <a16:creationId xmlns:a16="http://schemas.microsoft.com/office/drawing/2014/main" id="{17177C49-C5D9-D33F-B25F-8D7B2A639976}"/>
              </a:ext>
            </a:extLst>
          </p:cNvPr>
          <p:cNvSpPr/>
          <p:nvPr/>
        </p:nvSpPr>
        <p:spPr>
          <a:xfrm>
            <a:off x="2407787" y="5069955"/>
            <a:ext cx="1024128" cy="178457"/>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700" b="0" i="0" u="none" strike="noStrike" kern="1200" cap="none" spc="0" normalizeH="0" baseline="0" noProof="0" err="1">
                <a:ln>
                  <a:noFill/>
                </a:ln>
                <a:solidFill>
                  <a:srgbClr val="FFFFFF"/>
                </a:solidFill>
                <a:effectLst/>
                <a:uLnTx/>
                <a:uFillTx/>
                <a:latin typeface="Arial" panose="020B0604020202020204"/>
                <a:ea typeface="+mn-ea"/>
                <a:cs typeface="+mn-cs"/>
              </a:rPr>
              <a:t>Yodlee</a:t>
            </a:r>
            <a:r>
              <a:rPr kumimoji="0" lang="en-IN" sz="700" b="0" i="0" u="none" strike="noStrike" kern="1200" cap="none" spc="0" normalizeH="0" baseline="0" noProof="0">
                <a:ln>
                  <a:noFill/>
                </a:ln>
                <a:solidFill>
                  <a:srgbClr val="FFFFFF"/>
                </a:solidFill>
                <a:effectLst/>
                <a:uLnTx/>
                <a:uFillTx/>
                <a:latin typeface="Arial" panose="020B0604020202020204"/>
                <a:ea typeface="+mn-ea"/>
                <a:cs typeface="+mn-cs"/>
              </a:rPr>
              <a:t> Efforts</a:t>
            </a:r>
          </a:p>
        </p:txBody>
      </p:sp>
      <p:sp>
        <p:nvSpPr>
          <p:cNvPr id="42" name="Rectangle 41">
            <a:extLst>
              <a:ext uri="{FF2B5EF4-FFF2-40B4-BE49-F238E27FC236}">
                <a16:creationId xmlns:a16="http://schemas.microsoft.com/office/drawing/2014/main" id="{A97E9437-B776-0BD0-F180-F5FD4214B4BE}"/>
              </a:ext>
            </a:extLst>
          </p:cNvPr>
          <p:cNvSpPr/>
          <p:nvPr/>
        </p:nvSpPr>
        <p:spPr>
          <a:xfrm>
            <a:off x="346888" y="4373436"/>
            <a:ext cx="615505" cy="1265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Arial" panose="020B0604020202020204"/>
                <a:ea typeface="+mn-ea"/>
                <a:cs typeface="+mn-cs"/>
              </a:rPr>
              <a:t>Location</a:t>
            </a:r>
            <a:endParaRPr kumimoji="0" lang="en-US" sz="700" b="1"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3" name="Rectangle 42">
            <a:extLst>
              <a:ext uri="{FF2B5EF4-FFF2-40B4-BE49-F238E27FC236}">
                <a16:creationId xmlns:a16="http://schemas.microsoft.com/office/drawing/2014/main" id="{587F7696-2F5B-5493-0285-4B55A7DC5F98}"/>
              </a:ext>
            </a:extLst>
          </p:cNvPr>
          <p:cNvSpPr/>
          <p:nvPr/>
        </p:nvSpPr>
        <p:spPr>
          <a:xfrm>
            <a:off x="888274" y="5069956"/>
            <a:ext cx="1019360" cy="178456"/>
          </a:xfrm>
          <a:prstGeom prst="rect">
            <a:avLst/>
          </a:prstGeom>
          <a:solidFill>
            <a:srgbClr val="2CABFF"/>
          </a:solidFill>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700" b="0" i="0" u="none" strike="noStrike" kern="1200" cap="none" spc="0" normalizeH="0" baseline="0" noProof="0">
                <a:ln>
                  <a:noFill/>
                </a:ln>
                <a:solidFill>
                  <a:srgbClr val="FFFFFF"/>
                </a:solidFill>
                <a:effectLst/>
                <a:uLnTx/>
                <a:uFillTx/>
                <a:latin typeface="Arial" panose="020B0604020202020204"/>
                <a:ea typeface="+mn-ea"/>
                <a:cs typeface="+mn-cs"/>
              </a:rPr>
              <a:t>Part-Time Efforts</a:t>
            </a:r>
          </a:p>
        </p:txBody>
      </p:sp>
      <p:sp>
        <p:nvSpPr>
          <p:cNvPr id="44" name="Oval 43">
            <a:extLst>
              <a:ext uri="{FF2B5EF4-FFF2-40B4-BE49-F238E27FC236}">
                <a16:creationId xmlns:a16="http://schemas.microsoft.com/office/drawing/2014/main" id="{CA96EA07-229B-E654-2CAC-04B4158E0728}"/>
              </a:ext>
            </a:extLst>
          </p:cNvPr>
          <p:cNvSpPr/>
          <p:nvPr/>
        </p:nvSpPr>
        <p:spPr>
          <a:xfrm>
            <a:off x="1978555" y="5009381"/>
            <a:ext cx="335715" cy="272799"/>
          </a:xfrm>
          <a:prstGeom prst="ellipse">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a:t>
            </a:r>
          </a:p>
        </p:txBody>
      </p:sp>
    </p:spTree>
    <p:extLst>
      <p:ext uri="{BB962C8B-B14F-4D97-AF65-F5344CB8AC3E}">
        <p14:creationId xmlns:p14="http://schemas.microsoft.com/office/powerpoint/2010/main" val="209577927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16A5211-4066-EB48-8DED-C415256BEEAD}"/>
              </a:ext>
            </a:extLst>
          </p:cNvPr>
          <p:cNvSpPr>
            <a:spLocks noGrp="1"/>
          </p:cNvSpPr>
          <p:nvPr>
            <p:ph type="title"/>
          </p:nvPr>
        </p:nvSpPr>
        <p:spPr>
          <a:xfrm>
            <a:off x="533400" y="370357"/>
            <a:ext cx="10515600" cy="696290"/>
          </a:xfrm>
        </p:spPr>
        <p:txBody>
          <a:bodyPr anchor="t">
            <a:normAutofit/>
          </a:bodyPr>
          <a:lstStyle/>
          <a:p>
            <a:r>
              <a:rPr lang="en-US">
                <a:latin typeface="+mn-lt"/>
                <a:ea typeface="+mn-lt"/>
                <a:cs typeface="+mn-lt"/>
                <a:sym typeface="+mn-lt"/>
              </a:rPr>
              <a:t>SSC GL</a:t>
            </a:r>
          </a:p>
        </p:txBody>
      </p:sp>
      <p:cxnSp>
        <p:nvCxnSpPr>
          <p:cNvPr id="181" name="Straight Connector 180">
            <a:extLst>
              <a:ext uri="{FF2B5EF4-FFF2-40B4-BE49-F238E27FC236}">
                <a16:creationId xmlns:a16="http://schemas.microsoft.com/office/drawing/2014/main" id="{8AAFA1DB-85E1-2603-E99F-7188DF9DD5C4}"/>
              </a:ext>
            </a:extLst>
          </p:cNvPr>
          <p:cNvCxnSpPr>
            <a:cxnSpLocks/>
            <a:endCxn id="16" idx="0"/>
          </p:cNvCxnSpPr>
          <p:nvPr/>
        </p:nvCxnSpPr>
        <p:spPr>
          <a:xfrm>
            <a:off x="7431370" y="1455635"/>
            <a:ext cx="0" cy="429768"/>
          </a:xfrm>
          <a:prstGeom prst="line">
            <a:avLst/>
          </a:prstGeom>
        </p:spPr>
        <p:style>
          <a:lnRef idx="1">
            <a:schemeClr val="accent1"/>
          </a:lnRef>
          <a:fillRef idx="0">
            <a:schemeClr val="accent1"/>
          </a:fillRef>
          <a:effectRef idx="0">
            <a:schemeClr val="accent1"/>
          </a:effectRef>
          <a:fontRef idx="minor">
            <a:schemeClr val="tx1"/>
          </a:fontRef>
        </p:style>
      </p:cxnSp>
      <p:sp>
        <p:nvSpPr>
          <p:cNvPr id="16" name="Abgerundetes Rechteck 6">
            <a:extLst>
              <a:ext uri="{FF2B5EF4-FFF2-40B4-BE49-F238E27FC236}">
                <a16:creationId xmlns:a16="http://schemas.microsoft.com/office/drawing/2014/main" id="{FD0D9B3E-CE94-A5B8-2802-F53F366B56EE}"/>
              </a:ext>
            </a:extLst>
          </p:cNvPr>
          <p:cNvSpPr/>
          <p:nvPr/>
        </p:nvSpPr>
        <p:spPr bwMode="auto">
          <a:xfrm>
            <a:off x="6784848" y="1885403"/>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0033"/>
                </a:solidFill>
                <a:effectLst/>
                <a:uLnTx/>
                <a:uFillTx/>
                <a:latin typeface="Arial" panose="020B0604020202020204"/>
                <a:ea typeface="ヒラギノ角ゴ ProN W3" charset="0"/>
                <a:cs typeface="ヒラギノ角ゴ ProN W3" charset="0"/>
                <a:sym typeface="Gill Sans" charset="0"/>
              </a:rPr>
              <a:t>Chris Levy</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Principal Director, Finance</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 Shared Services</a:t>
            </a:r>
            <a:endParaRPr kumimoji="0" lang="en-IN" sz="800" b="0" i="0" u="none" strike="noStrike" kern="0" cap="none" spc="0" normalizeH="0" baseline="0" noProof="0">
              <a:ln>
                <a:noFill/>
              </a:ln>
              <a:solidFill>
                <a:srgbClr val="000033"/>
              </a:solidFill>
              <a:effectLst/>
              <a:uLnTx/>
              <a:uFillTx/>
              <a:latin typeface="Arial" panose="020B0604020202020204"/>
              <a:ea typeface="+mn-ea"/>
              <a:cs typeface="+mn-cs"/>
              <a:sym typeface="Gill Sans" charset="0"/>
            </a:endParaRPr>
          </a:p>
        </p:txBody>
      </p:sp>
      <p:sp>
        <p:nvSpPr>
          <p:cNvPr id="188" name="Rectangle 187">
            <a:extLst>
              <a:ext uri="{FF2B5EF4-FFF2-40B4-BE49-F238E27FC236}">
                <a16:creationId xmlns:a16="http://schemas.microsoft.com/office/drawing/2014/main" id="{515A3EA4-3DE7-8F4C-B968-190744240452}"/>
              </a:ext>
            </a:extLst>
          </p:cNvPr>
          <p:cNvSpPr/>
          <p:nvPr/>
        </p:nvSpPr>
        <p:spPr>
          <a:xfrm>
            <a:off x="8148035" y="1771333"/>
            <a:ext cx="2378612" cy="57688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Oversees the GL accounting activitiess, including close, analysis (flux, trending), and quarterly balance sheet reporting (reconciliations, accounting issues), management reporting, PBCs, SEC reporting and debt covenant reporting  </a:t>
            </a:r>
          </a:p>
        </p:txBody>
      </p:sp>
      <p:graphicFrame>
        <p:nvGraphicFramePr>
          <p:cNvPr id="202" name="Table 26">
            <a:extLst>
              <a:ext uri="{FF2B5EF4-FFF2-40B4-BE49-F238E27FC236}">
                <a16:creationId xmlns:a16="http://schemas.microsoft.com/office/drawing/2014/main" id="{3A0A1509-09CD-72EF-AFFB-D32D110104D8}"/>
              </a:ext>
            </a:extLst>
          </p:cNvPr>
          <p:cNvGraphicFramePr>
            <a:graphicFrameLocks noGrp="1"/>
          </p:cNvGraphicFramePr>
          <p:nvPr>
            <p:custDataLst>
              <p:tags r:id="rId1"/>
            </p:custDataLst>
          </p:nvPr>
        </p:nvGraphicFramePr>
        <p:xfrm>
          <a:off x="284909" y="1751378"/>
          <a:ext cx="3266052" cy="2560320"/>
        </p:xfrm>
        <a:graphic>
          <a:graphicData uri="http://schemas.openxmlformats.org/drawingml/2006/table">
            <a:tbl>
              <a:tblPr firstRow="1" bandRow="1"/>
              <a:tblGrid>
                <a:gridCol w="1152724">
                  <a:extLst>
                    <a:ext uri="{9D8B030D-6E8A-4147-A177-3AD203B41FA5}">
                      <a16:colId xmlns:a16="http://schemas.microsoft.com/office/drawing/2014/main" val="3241423994"/>
                    </a:ext>
                  </a:extLst>
                </a:gridCol>
                <a:gridCol w="1056664">
                  <a:extLst>
                    <a:ext uri="{9D8B030D-6E8A-4147-A177-3AD203B41FA5}">
                      <a16:colId xmlns:a16="http://schemas.microsoft.com/office/drawing/2014/main" val="2978932216"/>
                    </a:ext>
                  </a:extLst>
                </a:gridCol>
                <a:gridCol w="1056664">
                  <a:extLst>
                    <a:ext uri="{9D8B030D-6E8A-4147-A177-3AD203B41FA5}">
                      <a16:colId xmlns:a16="http://schemas.microsoft.com/office/drawing/2014/main" val="285730689"/>
                    </a:ext>
                  </a:extLst>
                </a:gridCol>
              </a:tblGrid>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900" b="1">
                          <a:solidFill>
                            <a:schemeClr val="bg1"/>
                          </a:solidFill>
                          <a:latin typeface="+mn-lt"/>
                        </a:rPr>
                        <a:t>Process</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900" b="1">
                          <a:solidFill>
                            <a:schemeClr val="bg1"/>
                          </a:solidFill>
                          <a:latin typeface="+mn-lt"/>
                        </a:rPr>
                        <a:t>Employee FTEs</a:t>
                      </a:r>
                    </a:p>
                  </a:txBody>
                  <a:tcPr marL="27432" marR="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900" b="1">
                          <a:solidFill>
                            <a:schemeClr val="bg1"/>
                          </a:solidFill>
                          <a:latin typeface="+mn-lt"/>
                        </a:rPr>
                        <a:t>Contractor FTEs</a:t>
                      </a:r>
                    </a:p>
                  </a:txBody>
                  <a:tcPr marL="27432" marR="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197712561"/>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900" kern="1200">
                          <a:solidFill>
                            <a:schemeClr val="bg1"/>
                          </a:solidFill>
                          <a:latin typeface="+mn-lt"/>
                          <a:ea typeface="+mn-ea"/>
                          <a:cs typeface="+mn-cs"/>
                        </a:rPr>
                        <a:t>Contract-to-Cash</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20489718"/>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900">
                          <a:solidFill>
                            <a:schemeClr val="bg1"/>
                          </a:solidFill>
                          <a:latin typeface="+mn-lt"/>
                        </a:rPr>
                        <a:t>Source-to-Pay</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89240689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900">
                          <a:solidFill>
                            <a:schemeClr val="bg1"/>
                          </a:solidFill>
                          <a:latin typeface="+mn-lt"/>
                        </a:rPr>
                        <a:t>Record-to-Report</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11.2</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1.5</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536241088"/>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900">
                          <a:solidFill>
                            <a:schemeClr val="bg1"/>
                          </a:solidFill>
                          <a:latin typeface="+mn-lt"/>
                        </a:rPr>
                        <a:t>Planning &amp; Analysis</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54927821"/>
                  </a:ext>
                </a:extLst>
              </a:tr>
              <a:tr h="274320">
                <a:tc>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algn="r"/>
                      <a:r>
                        <a:rPr lang="en-US" sz="900">
                          <a:solidFill>
                            <a:schemeClr val="bg1"/>
                          </a:solidFill>
                          <a:latin typeface="+mn-lt"/>
                        </a:rPr>
                        <a:t>Other Finance</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2.8</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932231"/>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900" b="1" kern="1200">
                          <a:solidFill>
                            <a:schemeClr val="bg1"/>
                          </a:solidFill>
                          <a:latin typeface="+mn-lt"/>
                          <a:ea typeface="+mn-ea"/>
                          <a:cs typeface="+mn-cs"/>
                        </a:rPr>
                        <a:t>Total Finance</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b="1" kern="1200" noProof="0">
                          <a:solidFill>
                            <a:schemeClr val="bg1"/>
                          </a:solidFill>
                          <a:latin typeface="+mn-lt"/>
                          <a:ea typeface="+mn-ea"/>
                          <a:cs typeface="+mn-cs"/>
                        </a:rPr>
                        <a:t>14.0</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b="1" kern="1200" noProof="0">
                          <a:solidFill>
                            <a:schemeClr val="bg1"/>
                          </a:solidFill>
                          <a:latin typeface="+mn-lt"/>
                          <a:ea typeface="+mn-ea"/>
                          <a:cs typeface="+mn-cs"/>
                        </a:rPr>
                        <a:t>1.5</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extLst>
                  <a:ext uri="{0D108BD9-81ED-4DB2-BD59-A6C34878D82A}">
                    <a16:rowId xmlns:a16="http://schemas.microsoft.com/office/drawing/2014/main" val="324557504"/>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r" defTabSz="914400" rtl="0" eaLnBrk="1" latinLnBrk="0" hangingPunct="1"/>
                      <a:r>
                        <a:rPr lang="en-US" sz="900" kern="1200">
                          <a:solidFill>
                            <a:schemeClr val="bg1"/>
                          </a:solidFill>
                          <a:latin typeface="+mn-lt"/>
                          <a:ea typeface="+mn-ea"/>
                          <a:cs typeface="+mn-cs"/>
                        </a:rPr>
                        <a:t>Non-Finance</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kern="1200" noProof="0">
                          <a:solidFill>
                            <a:schemeClr val="tx1"/>
                          </a:solidFill>
                          <a:latin typeface="+mn-lt"/>
                          <a:ea typeface="+mn-ea"/>
                          <a:cs typeface="+mn-cs"/>
                        </a:rPr>
                        <a:t>-</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a:ea typeface="+mn-ea"/>
                          <a:cs typeface="+mn-cs"/>
                        </a:rPr>
                        <a:t>-</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88141378"/>
                  </a:ext>
                </a:extLst>
              </a:tr>
              <a:tr h="27432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r"/>
                      <a:r>
                        <a:rPr lang="en-US" sz="900" b="1" kern="1200">
                          <a:solidFill>
                            <a:schemeClr val="bg1"/>
                          </a:solidFill>
                          <a:latin typeface="+mn-lt"/>
                          <a:ea typeface="+mn-ea"/>
                          <a:cs typeface="+mn-cs"/>
                        </a:rPr>
                        <a:t>Total</a:t>
                      </a:r>
                    </a:p>
                  </a:txBody>
                  <a:tcPr marL="0" marR="27432"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b="1" kern="1200" noProof="0">
                          <a:solidFill>
                            <a:schemeClr val="bg1"/>
                          </a:solidFill>
                          <a:latin typeface="+mn-lt"/>
                          <a:ea typeface="+mn-ea"/>
                          <a:cs typeface="+mn-cs"/>
                        </a:rPr>
                        <a:t>14.0</a:t>
                      </a:r>
                    </a:p>
                  </a:txBody>
                  <a:tcPr marL="0" marR="0" marT="0" marB="0" anchor="ctr">
                    <a:lnL w="6350"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900" b="1" kern="1200" noProof="0">
                          <a:solidFill>
                            <a:schemeClr val="bg1"/>
                          </a:solidFill>
                          <a:latin typeface="+mn-lt"/>
                          <a:ea typeface="+mn-ea"/>
                          <a:cs typeface="+mn-cs"/>
                        </a:rPr>
                        <a:t>1.5</a:t>
                      </a:r>
                    </a:p>
                  </a:txBody>
                  <a:tcPr marL="0" marR="0" marT="0" marB="0" anchor="ctr">
                    <a:lnL w="3175"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extLst>
                  <a:ext uri="{0D108BD9-81ED-4DB2-BD59-A6C34878D82A}">
                    <a16:rowId xmlns:a16="http://schemas.microsoft.com/office/drawing/2014/main" val="188748436"/>
                  </a:ext>
                </a:extLst>
              </a:tr>
              <a:tr h="91440">
                <a:tc>
                  <a:txBody>
                    <a:bodyPr/>
                    <a:lstStyle/>
                    <a:p>
                      <a:pPr algn="r"/>
                      <a:endParaRPr lang="en-US" sz="100" b="1" kern="1200">
                        <a:solidFill>
                          <a:schemeClr val="tx1"/>
                        </a:solidFill>
                        <a:latin typeface="+mn-lt"/>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US" sz="100" kern="1200" noProof="0">
                        <a:solidFill>
                          <a:schemeClr val="bg2"/>
                        </a:solidFill>
                        <a:latin typeface="+mn-lt"/>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 kern="1200" noProof="0">
                          <a:solidFill>
                            <a:schemeClr val="bg2"/>
                          </a:solidFill>
                          <a:latin typeface="+mn-lt"/>
                          <a:ea typeface="+mn-ea"/>
                          <a:cs typeface="+mn-cs"/>
                        </a:rPr>
                        <a:t>.0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820441"/>
                  </a:ext>
                </a:extLst>
              </a:tr>
            </a:tbl>
          </a:graphicData>
        </a:graphic>
      </p:graphicFrame>
      <p:graphicFrame>
        <p:nvGraphicFramePr>
          <p:cNvPr id="138" name="Table 137">
            <a:extLst>
              <a:ext uri="{FF2B5EF4-FFF2-40B4-BE49-F238E27FC236}">
                <a16:creationId xmlns:a16="http://schemas.microsoft.com/office/drawing/2014/main" id="{34A25400-7C07-875C-BE7F-7425FA0C1E83}"/>
              </a:ext>
            </a:extLst>
          </p:cNvPr>
          <p:cNvGraphicFramePr>
            <a:graphicFrameLocks noGrp="1"/>
          </p:cNvGraphicFramePr>
          <p:nvPr/>
        </p:nvGraphicFramePr>
        <p:xfrm>
          <a:off x="283530" y="1387962"/>
          <a:ext cx="3266052" cy="274320"/>
        </p:xfrm>
        <a:graphic>
          <a:graphicData uri="http://schemas.openxmlformats.org/drawingml/2006/table">
            <a:tbl>
              <a:tblPr>
                <a:effectLst/>
              </a:tblPr>
              <a:tblGrid>
                <a:gridCol w="217497">
                  <a:extLst>
                    <a:ext uri="{9D8B030D-6E8A-4147-A177-3AD203B41FA5}">
                      <a16:colId xmlns:a16="http://schemas.microsoft.com/office/drawing/2014/main" val="2937933679"/>
                    </a:ext>
                  </a:extLst>
                </a:gridCol>
                <a:gridCol w="1016185">
                  <a:extLst>
                    <a:ext uri="{9D8B030D-6E8A-4147-A177-3AD203B41FA5}">
                      <a16:colId xmlns:a16="http://schemas.microsoft.com/office/drawing/2014/main" val="294730452"/>
                    </a:ext>
                  </a:extLst>
                </a:gridCol>
                <a:gridCol w="1016185">
                  <a:extLst>
                    <a:ext uri="{9D8B030D-6E8A-4147-A177-3AD203B41FA5}">
                      <a16:colId xmlns:a16="http://schemas.microsoft.com/office/drawing/2014/main" val="1373135318"/>
                    </a:ext>
                  </a:extLst>
                </a:gridCol>
                <a:gridCol w="1016185">
                  <a:extLst>
                    <a:ext uri="{9D8B030D-6E8A-4147-A177-3AD203B41FA5}">
                      <a16:colId xmlns:a16="http://schemas.microsoft.com/office/drawing/2014/main" val="2194066351"/>
                    </a:ext>
                  </a:extLst>
                </a:gridCol>
              </a:tblGrid>
              <a:tr h="274320">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endParaRPr lang="en-US" sz="100">
                        <a:solidFill>
                          <a:schemeClr val="accent2"/>
                        </a:solidFill>
                        <a:latin typeface="+mn-lt"/>
                        <a:ea typeface="+mn-lt"/>
                        <a:cs typeface="+mn-lt"/>
                        <a:sym typeface="+mn-lt"/>
                      </a:endParaRPr>
                    </a:p>
                  </a:txBody>
                  <a:tcPr marL="55321" marR="55321" marT="22860" marB="228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Poppins Medium"/>
                        </a:defRPr>
                      </a:lvl1pPr>
                      <a:lvl2pPr marL="457200" algn="l" defTabSz="914400" rtl="0" eaLnBrk="1" latinLnBrk="0" hangingPunct="1">
                        <a:defRPr sz="1800" kern="1200">
                          <a:solidFill>
                            <a:schemeClr val="dk1"/>
                          </a:solidFill>
                          <a:latin typeface="Poppins Medium"/>
                        </a:defRPr>
                      </a:lvl2pPr>
                      <a:lvl3pPr marL="914400" algn="l" defTabSz="914400" rtl="0" eaLnBrk="1" latinLnBrk="0" hangingPunct="1">
                        <a:defRPr sz="1800" kern="1200">
                          <a:solidFill>
                            <a:schemeClr val="dk1"/>
                          </a:solidFill>
                          <a:latin typeface="Poppins Medium"/>
                        </a:defRPr>
                      </a:lvl3pPr>
                      <a:lvl4pPr marL="1371600" algn="l" defTabSz="914400" rtl="0" eaLnBrk="1" latinLnBrk="0" hangingPunct="1">
                        <a:defRPr sz="1800" kern="1200">
                          <a:solidFill>
                            <a:schemeClr val="dk1"/>
                          </a:solidFill>
                          <a:latin typeface="Poppins Medium"/>
                        </a:defRPr>
                      </a:lvl4pPr>
                      <a:lvl5pPr marL="1828800" algn="l" defTabSz="914400" rtl="0" eaLnBrk="1" latinLnBrk="0" hangingPunct="1">
                        <a:defRPr sz="1800" kern="1200">
                          <a:solidFill>
                            <a:schemeClr val="dk1"/>
                          </a:solidFill>
                          <a:latin typeface="Poppins Medium"/>
                        </a:defRPr>
                      </a:lvl5pPr>
                      <a:lvl6pPr marL="2286000" algn="l" defTabSz="914400" rtl="0" eaLnBrk="1" latinLnBrk="0" hangingPunct="1">
                        <a:defRPr sz="1800" kern="1200">
                          <a:solidFill>
                            <a:schemeClr val="dk1"/>
                          </a:solidFill>
                          <a:latin typeface="Poppins Medium"/>
                        </a:defRPr>
                      </a:lvl6pPr>
                      <a:lvl7pPr marL="2743200" algn="l" defTabSz="914400" rtl="0" eaLnBrk="1" latinLnBrk="0" hangingPunct="1">
                        <a:defRPr sz="1800" kern="1200">
                          <a:solidFill>
                            <a:schemeClr val="dk1"/>
                          </a:solidFill>
                          <a:latin typeface="Poppins Medium"/>
                        </a:defRPr>
                      </a:lvl7pPr>
                      <a:lvl8pPr marL="3200400" algn="l" defTabSz="914400" rtl="0" eaLnBrk="1" latinLnBrk="0" hangingPunct="1">
                        <a:defRPr sz="1800" kern="1200">
                          <a:solidFill>
                            <a:schemeClr val="dk1"/>
                          </a:solidFill>
                          <a:latin typeface="Poppins Medium"/>
                        </a:defRPr>
                      </a:lvl8pPr>
                      <a:lvl9pPr marL="3657600" algn="l" defTabSz="914400" rtl="0" eaLnBrk="1" latinLnBrk="0" hangingPunct="1">
                        <a:defRPr sz="1800" kern="1200">
                          <a:solidFill>
                            <a:schemeClr val="dk1"/>
                          </a:solidFill>
                          <a:latin typeface="Poppins Medium"/>
                        </a:defRPr>
                      </a:lvl9pPr>
                    </a:lstStyle>
                    <a:p>
                      <a:pPr marL="0" algn="l" defTabSz="914400" rtl="0" eaLnBrk="1" latinLnBrk="0" hangingPunct="1"/>
                      <a:r>
                        <a:rPr lang="en-US" sz="900" b="1" kern="1200">
                          <a:solidFill>
                            <a:schemeClr val="tx1"/>
                          </a:solidFill>
                          <a:latin typeface="+mj-lt"/>
                          <a:ea typeface="+mn-lt"/>
                          <a:cs typeface="+mn-lt"/>
                          <a:sym typeface="+mn-lt"/>
                        </a:rPr>
                        <a:t>HC: 16</a:t>
                      </a:r>
                      <a:r>
                        <a:rPr lang="en-US" sz="900" b="1" kern="1200" baseline="30000">
                          <a:solidFill>
                            <a:schemeClr val="tx1"/>
                          </a:solidFill>
                          <a:latin typeface="+mj-lt"/>
                          <a:ea typeface="+mn-lt"/>
                          <a:cs typeface="+mn-lt"/>
                          <a:sym typeface="+mn-lt"/>
                        </a:rPr>
                        <a:t>1</a:t>
                      </a:r>
                    </a:p>
                  </a:txBody>
                  <a:tcPr marL="55321" marR="55321" marT="22860" marB="22860" anchor="ctr">
                    <a:lnL w="6350" cap="flat" cmpd="sng" algn="ctr">
                      <a:noFill/>
                      <a:prstDash val="solid"/>
                      <a:round/>
                      <a:headEnd type="none" w="med" len="med"/>
                      <a:tailEnd type="none" w="med" len="med"/>
                    </a:lnL>
                    <a:lnR w="6350" cap="flat" cmpd="sng" algn="ctr">
                      <a:solidFill>
                        <a:schemeClr val="bg2">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r>
                        <a:rPr lang="en-US" sz="900" b="1" kern="1200">
                          <a:solidFill>
                            <a:schemeClr val="tx1"/>
                          </a:solidFill>
                          <a:latin typeface="+mj-lt"/>
                          <a:ea typeface="+mn-lt"/>
                          <a:cs typeface="+mn-lt"/>
                          <a:sym typeface="+mn-lt"/>
                        </a:rPr>
                        <a:t>FTE: 15.5</a:t>
                      </a:r>
                      <a:r>
                        <a:rPr lang="en-US" sz="900" b="1" kern="1200" baseline="30000">
                          <a:solidFill>
                            <a:schemeClr val="tx1"/>
                          </a:solidFill>
                          <a:latin typeface="+mj-lt"/>
                          <a:ea typeface="+mn-lt"/>
                          <a:cs typeface="+mn-lt"/>
                          <a:sym typeface="+mn-lt"/>
                        </a:rPr>
                        <a:t>1.3</a:t>
                      </a:r>
                    </a:p>
                  </a:txBody>
                  <a:tcPr marL="55321" marR="55321" marT="22860" marB="22860" anchor="ctr">
                    <a:lnL w="6350" cap="flat" cmpd="sng" algn="ctr">
                      <a:solidFill>
                        <a:schemeClr val="bg2">
                          <a:lumMod val="75000"/>
                        </a:schemeClr>
                      </a:solidFill>
                      <a:prstDash val="solid"/>
                      <a:round/>
                      <a:headEnd type="none" w="med" len="med"/>
                      <a:tailEnd type="none" w="med" len="med"/>
                    </a:lnL>
                    <a:lnR w="6350" cap="flat" cmpd="sng" algn="ctr">
                      <a:solidFill>
                        <a:schemeClr val="bg2">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kern="1200">
                          <a:solidFill>
                            <a:schemeClr val="tx1"/>
                          </a:solidFill>
                          <a:latin typeface="+mj-lt"/>
                          <a:ea typeface="+mn-lt"/>
                          <a:cs typeface="+mn-lt"/>
                          <a:sym typeface="+mn-lt"/>
                        </a:rPr>
                        <a:t>Open Role: 2</a:t>
                      </a:r>
                      <a:r>
                        <a:rPr lang="en-US" sz="900" b="1" kern="1200" baseline="30000">
                          <a:solidFill>
                            <a:schemeClr val="tx1"/>
                          </a:solidFill>
                          <a:latin typeface="+mj-lt"/>
                          <a:ea typeface="+mn-lt"/>
                          <a:cs typeface="+mn-lt"/>
                          <a:sym typeface="+mn-lt"/>
                        </a:rPr>
                        <a:t>1</a:t>
                      </a:r>
                    </a:p>
                  </a:txBody>
                  <a:tcPr marL="55321" marR="55321" marT="22860" marB="22860" anchor="ctr">
                    <a:lnL w="6350" cap="flat" cmpd="sng" algn="ctr">
                      <a:solidFill>
                        <a:schemeClr val="bg2">
                          <a:lumMod val="75000"/>
                        </a:schemeClr>
                      </a:solidFill>
                      <a:prstDash val="solid"/>
                      <a:round/>
                      <a:headEnd type="none" w="med" len="med"/>
                      <a:tailEnd type="none" w="med" len="med"/>
                    </a:lnL>
                    <a:lnR w="6350" cap="flat" cmpd="sng" algn="ctr">
                      <a:solidFill>
                        <a:schemeClr val="bg2">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64825776"/>
                  </a:ext>
                </a:extLst>
              </a:tr>
            </a:tbl>
          </a:graphicData>
        </a:graphic>
      </p:graphicFrame>
      <p:sp>
        <p:nvSpPr>
          <p:cNvPr id="5" name="Abgerundetes Rechteck 9">
            <a:extLst>
              <a:ext uri="{FF2B5EF4-FFF2-40B4-BE49-F238E27FC236}">
                <a16:creationId xmlns:a16="http://schemas.microsoft.com/office/drawing/2014/main" id="{61A92B73-5708-B5FE-C7A4-92A791ED372D}"/>
              </a:ext>
            </a:extLst>
          </p:cNvPr>
          <p:cNvSpPr/>
          <p:nvPr/>
        </p:nvSpPr>
        <p:spPr bwMode="auto">
          <a:xfrm>
            <a:off x="6788588" y="1307592"/>
            <a:ext cx="1289304" cy="365760"/>
          </a:xfrm>
          <a:prstGeom prst="roundRect">
            <a:avLst/>
          </a:prstGeom>
          <a:solidFill>
            <a:schemeClr val="bg1">
              <a:lumMod val="50000"/>
            </a:schemeClr>
          </a:soli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343741"/>
                </a:solidFill>
                <a:effectLst/>
                <a:uLnTx/>
                <a:uFillTx/>
                <a:latin typeface="Arial" panose="020B0604020202020204"/>
                <a:ea typeface="+mn-ea"/>
                <a:cs typeface="+mn-cs"/>
                <a:sym typeface="Gill Sans" charset="0"/>
              </a:rPr>
              <a:t>Lisa Lindsay</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1200" cap="none" spc="0" normalizeH="0" baseline="0" noProof="0">
                <a:ln>
                  <a:noFill/>
                </a:ln>
                <a:solidFill>
                  <a:srgbClr val="1A1A24"/>
                </a:solidFill>
                <a:effectLst/>
                <a:uLnTx/>
                <a:uFillTx/>
                <a:latin typeface="Arial" panose="020B0604020202020204"/>
                <a:ea typeface="+mn-ea"/>
                <a:cs typeface="+mn-cs"/>
                <a:sym typeface="Gill Sans" charset="0"/>
              </a:rPr>
              <a:t>Head, Finance Shared </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1200" cap="none" spc="0" normalizeH="0" baseline="0" noProof="0">
                <a:ln>
                  <a:noFill/>
                </a:ln>
                <a:solidFill>
                  <a:srgbClr val="1A1A24"/>
                </a:solidFill>
                <a:effectLst/>
                <a:uLnTx/>
                <a:uFillTx/>
                <a:latin typeface="Arial" panose="020B0604020202020204"/>
                <a:ea typeface="+mn-ea"/>
                <a:cs typeface="+mn-cs"/>
                <a:sym typeface="Gill Sans" charset="0"/>
              </a:rPr>
              <a:t>Services</a:t>
            </a:r>
          </a:p>
        </p:txBody>
      </p:sp>
      <p:sp>
        <p:nvSpPr>
          <p:cNvPr id="8" name="Abgerundetes Rechteck 9">
            <a:extLst>
              <a:ext uri="{FF2B5EF4-FFF2-40B4-BE49-F238E27FC236}">
                <a16:creationId xmlns:a16="http://schemas.microsoft.com/office/drawing/2014/main" id="{8A1CDAEE-2B26-7E74-50ED-1E7F7F83A0D6}"/>
              </a:ext>
            </a:extLst>
          </p:cNvPr>
          <p:cNvSpPr/>
          <p:nvPr/>
        </p:nvSpPr>
        <p:spPr bwMode="auto">
          <a:xfrm>
            <a:off x="9880125" y="2572502"/>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0033"/>
                </a:solidFill>
                <a:effectLst/>
                <a:uLnTx/>
                <a:uFillTx/>
                <a:latin typeface="Arial" panose="020B0604020202020204"/>
                <a:ea typeface="ヒラギノ角ゴ ProN W3" charset="0"/>
                <a:cs typeface="ヒラギノ角ゴ ProN W3" charset="0"/>
                <a:sym typeface="Gill Sans" charset="0"/>
              </a:rPr>
              <a:t>Mark Holmes</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Director, Finance </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Shared Services</a:t>
            </a:r>
          </a:p>
        </p:txBody>
      </p:sp>
      <p:sp>
        <p:nvSpPr>
          <p:cNvPr id="10" name="Rectangle 9">
            <a:extLst>
              <a:ext uri="{FF2B5EF4-FFF2-40B4-BE49-F238E27FC236}">
                <a16:creationId xmlns:a16="http://schemas.microsoft.com/office/drawing/2014/main" id="{D21D9C81-0265-2B49-F89D-4B8858A333DC}"/>
              </a:ext>
            </a:extLst>
          </p:cNvPr>
          <p:cNvSpPr/>
          <p:nvPr/>
        </p:nvSpPr>
        <p:spPr>
          <a:xfrm>
            <a:off x="10071247" y="2916804"/>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11" name="Abgerundetes Rechteck 9">
            <a:extLst>
              <a:ext uri="{FF2B5EF4-FFF2-40B4-BE49-F238E27FC236}">
                <a16:creationId xmlns:a16="http://schemas.microsoft.com/office/drawing/2014/main" id="{311912A3-AB7C-E1D5-D923-19EAAB12826A}"/>
              </a:ext>
            </a:extLst>
          </p:cNvPr>
          <p:cNvSpPr/>
          <p:nvPr/>
        </p:nvSpPr>
        <p:spPr bwMode="auto">
          <a:xfrm>
            <a:off x="9880125" y="3214958"/>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Ben Hester</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rPr>
              <a:t>Accountant II</a:t>
            </a:r>
          </a:p>
        </p:txBody>
      </p:sp>
      <p:sp>
        <p:nvSpPr>
          <p:cNvPr id="12" name="Rectangle 11">
            <a:extLst>
              <a:ext uri="{FF2B5EF4-FFF2-40B4-BE49-F238E27FC236}">
                <a16:creationId xmlns:a16="http://schemas.microsoft.com/office/drawing/2014/main" id="{B69DB6D2-6FCA-3756-AAC6-A51C8ED9A4E1}"/>
              </a:ext>
            </a:extLst>
          </p:cNvPr>
          <p:cNvSpPr/>
          <p:nvPr/>
        </p:nvSpPr>
        <p:spPr>
          <a:xfrm>
            <a:off x="10071247" y="3532184"/>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38" name="Abgerundetes Rechteck 9">
            <a:extLst>
              <a:ext uri="{FF2B5EF4-FFF2-40B4-BE49-F238E27FC236}">
                <a16:creationId xmlns:a16="http://schemas.microsoft.com/office/drawing/2014/main" id="{EF0FACA9-64E3-D40F-1DB6-64F2DE786C17}"/>
              </a:ext>
            </a:extLst>
          </p:cNvPr>
          <p:cNvSpPr/>
          <p:nvPr/>
        </p:nvSpPr>
        <p:spPr bwMode="auto">
          <a:xfrm>
            <a:off x="9893556" y="3830338"/>
            <a:ext cx="1279613" cy="365760"/>
          </a:xfrm>
          <a:prstGeom prst="roundRect">
            <a:avLst/>
          </a:prstGeom>
          <a:gradFill>
            <a:gsLst>
              <a:gs pos="100000">
                <a:schemeClr val="bg1"/>
              </a:gs>
              <a:gs pos="100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Open Role</a:t>
            </a:r>
            <a:endParaRPr kumimoji="0" lang="de-DE" sz="800" b="1" i="0" u="none" strike="noStrike" kern="0" cap="none" spc="0" normalizeH="0" baseline="30000" noProof="0">
              <a:ln>
                <a:noFill/>
              </a:ln>
              <a:solidFill>
                <a:srgbClr val="000033"/>
              </a:solidFill>
              <a:effectLst/>
              <a:uLnTx/>
              <a:uFillTx/>
              <a:latin typeface="Arial" panose="020B0604020202020204"/>
              <a:ea typeface="+mn-ea"/>
              <a:cs typeface="+mn-cs"/>
              <a:sym typeface="Gill Sans" charset="0"/>
            </a:endParaRP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 Senior Accountant</a:t>
            </a:r>
          </a:p>
        </p:txBody>
      </p:sp>
      <p:sp>
        <p:nvSpPr>
          <p:cNvPr id="40" name="Rectangle 39">
            <a:extLst>
              <a:ext uri="{FF2B5EF4-FFF2-40B4-BE49-F238E27FC236}">
                <a16:creationId xmlns:a16="http://schemas.microsoft.com/office/drawing/2014/main" id="{9B705292-2D49-A5BC-6996-2389F9736E87}"/>
              </a:ext>
            </a:extLst>
          </p:cNvPr>
          <p:cNvSpPr/>
          <p:nvPr/>
        </p:nvSpPr>
        <p:spPr>
          <a:xfrm>
            <a:off x="10071247" y="4138684"/>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41" name="Abgerundetes Rechteck 9">
            <a:extLst>
              <a:ext uri="{FF2B5EF4-FFF2-40B4-BE49-F238E27FC236}">
                <a16:creationId xmlns:a16="http://schemas.microsoft.com/office/drawing/2014/main" id="{A4587684-0414-BCB5-D0A7-FAB7842563A2}"/>
              </a:ext>
            </a:extLst>
          </p:cNvPr>
          <p:cNvSpPr/>
          <p:nvPr/>
        </p:nvSpPr>
        <p:spPr bwMode="auto">
          <a:xfrm>
            <a:off x="9893556" y="4436838"/>
            <a:ext cx="1279613"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Stephen Neumann</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rPr>
              <a:t>Senior Accountant</a:t>
            </a:r>
          </a:p>
        </p:txBody>
      </p:sp>
      <p:sp>
        <p:nvSpPr>
          <p:cNvPr id="42" name="Rectangle 41">
            <a:extLst>
              <a:ext uri="{FF2B5EF4-FFF2-40B4-BE49-F238E27FC236}">
                <a16:creationId xmlns:a16="http://schemas.microsoft.com/office/drawing/2014/main" id="{3B0726BE-C7F2-F113-9754-EA2459B4482A}"/>
              </a:ext>
            </a:extLst>
          </p:cNvPr>
          <p:cNvSpPr/>
          <p:nvPr/>
        </p:nvSpPr>
        <p:spPr>
          <a:xfrm>
            <a:off x="10071247" y="4761663"/>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cxnSp>
        <p:nvCxnSpPr>
          <p:cNvPr id="43" name="Connector: Elbow 42">
            <a:extLst>
              <a:ext uri="{FF2B5EF4-FFF2-40B4-BE49-F238E27FC236}">
                <a16:creationId xmlns:a16="http://schemas.microsoft.com/office/drawing/2014/main" id="{3D506B4F-4378-D1B7-4C14-94E9DFC1267D}"/>
              </a:ext>
            </a:extLst>
          </p:cNvPr>
          <p:cNvCxnSpPr>
            <a:cxnSpLocks/>
            <a:stCxn id="8" idx="1"/>
            <a:endCxn id="11" idx="1"/>
          </p:cNvCxnSpPr>
          <p:nvPr/>
        </p:nvCxnSpPr>
        <p:spPr>
          <a:xfrm rot="10800000" flipV="1">
            <a:off x="9880125" y="2755382"/>
            <a:ext cx="12700" cy="642456"/>
          </a:xfrm>
          <a:prstGeom prst="bentConnector3">
            <a:avLst>
              <a:gd name="adj1" fmla="val 564181"/>
            </a:avLst>
          </a:prstGeom>
        </p:spPr>
        <p:style>
          <a:lnRef idx="1">
            <a:schemeClr val="accent1"/>
          </a:lnRef>
          <a:fillRef idx="0">
            <a:schemeClr val="accent1"/>
          </a:fillRef>
          <a:effectRef idx="0">
            <a:schemeClr val="accent1"/>
          </a:effectRef>
          <a:fontRef idx="minor">
            <a:schemeClr val="tx1"/>
          </a:fontRef>
        </p:style>
      </p:cxnSp>
      <p:cxnSp>
        <p:nvCxnSpPr>
          <p:cNvPr id="131" name="Connector: Elbow 130">
            <a:extLst>
              <a:ext uri="{FF2B5EF4-FFF2-40B4-BE49-F238E27FC236}">
                <a16:creationId xmlns:a16="http://schemas.microsoft.com/office/drawing/2014/main" id="{6C76FBFA-5D80-1BEB-FE07-83C0496AA062}"/>
              </a:ext>
            </a:extLst>
          </p:cNvPr>
          <p:cNvCxnSpPr>
            <a:cxnSpLocks/>
          </p:cNvCxnSpPr>
          <p:nvPr/>
        </p:nvCxnSpPr>
        <p:spPr>
          <a:xfrm rot="10800000">
            <a:off x="9883936" y="2755382"/>
            <a:ext cx="13431" cy="1257836"/>
          </a:xfrm>
          <a:prstGeom prst="bentConnector3">
            <a:avLst>
              <a:gd name="adj1" fmla="val 582667"/>
            </a:avLst>
          </a:prstGeom>
        </p:spPr>
        <p:style>
          <a:lnRef idx="1">
            <a:schemeClr val="accent1"/>
          </a:lnRef>
          <a:fillRef idx="0">
            <a:schemeClr val="accent1"/>
          </a:fillRef>
          <a:effectRef idx="0">
            <a:schemeClr val="accent1"/>
          </a:effectRef>
          <a:fontRef idx="minor">
            <a:schemeClr val="tx1"/>
          </a:fontRef>
        </p:style>
      </p:cxnSp>
      <p:cxnSp>
        <p:nvCxnSpPr>
          <p:cNvPr id="132" name="Connector: Elbow 131">
            <a:extLst>
              <a:ext uri="{FF2B5EF4-FFF2-40B4-BE49-F238E27FC236}">
                <a16:creationId xmlns:a16="http://schemas.microsoft.com/office/drawing/2014/main" id="{B398DBEC-2D79-78C8-16AD-F168CC99D213}"/>
              </a:ext>
            </a:extLst>
          </p:cNvPr>
          <p:cNvCxnSpPr>
            <a:cxnSpLocks/>
          </p:cNvCxnSpPr>
          <p:nvPr/>
        </p:nvCxnSpPr>
        <p:spPr>
          <a:xfrm rot="10800000">
            <a:off x="9883936" y="2755382"/>
            <a:ext cx="13431" cy="1864336"/>
          </a:xfrm>
          <a:prstGeom prst="bentConnector3">
            <a:avLst>
              <a:gd name="adj1" fmla="val 570084"/>
            </a:avLst>
          </a:prstGeom>
        </p:spPr>
        <p:style>
          <a:lnRef idx="1">
            <a:schemeClr val="accent1"/>
          </a:lnRef>
          <a:fillRef idx="0">
            <a:schemeClr val="accent1"/>
          </a:fillRef>
          <a:effectRef idx="0">
            <a:schemeClr val="accent1"/>
          </a:effectRef>
          <a:fontRef idx="minor">
            <a:schemeClr val="tx1"/>
          </a:fontRef>
        </p:style>
      </p:cxnSp>
      <p:sp>
        <p:nvSpPr>
          <p:cNvPr id="135" name="Abgerundetes Rechteck 9">
            <a:extLst>
              <a:ext uri="{FF2B5EF4-FFF2-40B4-BE49-F238E27FC236}">
                <a16:creationId xmlns:a16="http://schemas.microsoft.com/office/drawing/2014/main" id="{3F753C87-6019-284A-99F7-A2F9A65C062D}"/>
              </a:ext>
            </a:extLst>
          </p:cNvPr>
          <p:cNvSpPr/>
          <p:nvPr/>
        </p:nvSpPr>
        <p:spPr bwMode="auto">
          <a:xfrm>
            <a:off x="9893556" y="5059817"/>
            <a:ext cx="1279613" cy="365760"/>
          </a:xfrm>
          <a:prstGeom prst="roundRect">
            <a:avLst/>
          </a:prstGeom>
          <a:no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Kyle Jester</a:t>
            </a:r>
            <a:endParaRPr kumimoji="0" lang="en-IN" sz="800" b="1" i="0" u="none" strike="noStrike" kern="0" cap="none" spc="0" normalizeH="0" baseline="30000" noProof="0">
              <a:ln>
                <a:noFill/>
              </a:ln>
              <a:solidFill>
                <a:srgbClr val="000033"/>
              </a:solidFill>
              <a:effectLst/>
              <a:uLnTx/>
              <a:uFillTx/>
              <a:latin typeface="Arial" panose="020B0604020202020204"/>
              <a:ea typeface="+mn-ea"/>
              <a:cs typeface="+mn-cs"/>
              <a:sym typeface="Gill Sans" charset="0"/>
            </a:endParaRP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Contractor</a:t>
            </a:r>
          </a:p>
        </p:txBody>
      </p:sp>
      <p:sp>
        <p:nvSpPr>
          <p:cNvPr id="136" name="Rectangle 135">
            <a:extLst>
              <a:ext uri="{FF2B5EF4-FFF2-40B4-BE49-F238E27FC236}">
                <a16:creationId xmlns:a16="http://schemas.microsoft.com/office/drawing/2014/main" id="{C4F4021B-B2AC-8FFA-7687-B09938A1D0EC}"/>
              </a:ext>
            </a:extLst>
          </p:cNvPr>
          <p:cNvSpPr/>
          <p:nvPr/>
        </p:nvSpPr>
        <p:spPr>
          <a:xfrm>
            <a:off x="10071247" y="5362481"/>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139" name="Abgerundetes Rechteck 9">
            <a:extLst>
              <a:ext uri="{FF2B5EF4-FFF2-40B4-BE49-F238E27FC236}">
                <a16:creationId xmlns:a16="http://schemas.microsoft.com/office/drawing/2014/main" id="{683CF830-8C19-C294-48FA-F5CC7AEBC6F0}"/>
              </a:ext>
            </a:extLst>
          </p:cNvPr>
          <p:cNvSpPr/>
          <p:nvPr/>
        </p:nvSpPr>
        <p:spPr bwMode="auto">
          <a:xfrm>
            <a:off x="9893556" y="5660636"/>
            <a:ext cx="1279613" cy="365760"/>
          </a:xfrm>
          <a:prstGeom prst="roundRect">
            <a:avLst/>
          </a:prstGeom>
          <a:no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Stephanie </a:t>
            </a:r>
            <a:r>
              <a:rPr kumimoji="0" lang="en-IN" sz="800" b="1" i="0" u="none" strike="noStrike" kern="0" cap="none" spc="0" normalizeH="0" baseline="0" noProof="0" err="1">
                <a:ln>
                  <a:noFill/>
                </a:ln>
                <a:solidFill>
                  <a:srgbClr val="000033"/>
                </a:solidFill>
                <a:effectLst/>
                <a:uLnTx/>
                <a:uFillTx/>
                <a:latin typeface="Arial" panose="020B0604020202020204"/>
                <a:ea typeface="+mn-ea"/>
                <a:cs typeface="+mn-cs"/>
                <a:sym typeface="Gill Sans" charset="0"/>
              </a:rPr>
              <a:t>Catoggio</a:t>
            </a:r>
            <a:endParaRPr kumimoji="0" lang="en-IN"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endParaRP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Contractor</a:t>
            </a:r>
          </a:p>
        </p:txBody>
      </p:sp>
      <p:sp>
        <p:nvSpPr>
          <p:cNvPr id="140" name="Rectangle 139">
            <a:extLst>
              <a:ext uri="{FF2B5EF4-FFF2-40B4-BE49-F238E27FC236}">
                <a16:creationId xmlns:a16="http://schemas.microsoft.com/office/drawing/2014/main" id="{6C3E8223-12D4-8FE7-AF51-89D9946394B8}"/>
              </a:ext>
            </a:extLst>
          </p:cNvPr>
          <p:cNvSpPr/>
          <p:nvPr/>
        </p:nvSpPr>
        <p:spPr>
          <a:xfrm>
            <a:off x="10071247" y="6002489"/>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cxnSp>
        <p:nvCxnSpPr>
          <p:cNvPr id="141" name="Connector: Elbow 140">
            <a:extLst>
              <a:ext uri="{FF2B5EF4-FFF2-40B4-BE49-F238E27FC236}">
                <a16:creationId xmlns:a16="http://schemas.microsoft.com/office/drawing/2014/main" id="{4598F496-71E3-29BC-20BC-055CB40A6234}"/>
              </a:ext>
            </a:extLst>
          </p:cNvPr>
          <p:cNvCxnSpPr>
            <a:cxnSpLocks/>
            <a:stCxn id="135" idx="1"/>
            <a:endCxn id="8" idx="1"/>
          </p:cNvCxnSpPr>
          <p:nvPr/>
        </p:nvCxnSpPr>
        <p:spPr>
          <a:xfrm rot="10800000">
            <a:off x="9880126" y="2755383"/>
            <a:ext cx="13431" cy="2487315"/>
          </a:xfrm>
          <a:prstGeom prst="bentConnector3">
            <a:avLst>
              <a:gd name="adj1" fmla="val 570084"/>
            </a:avLst>
          </a:prstGeom>
        </p:spPr>
        <p:style>
          <a:lnRef idx="1">
            <a:schemeClr val="accent1"/>
          </a:lnRef>
          <a:fillRef idx="0">
            <a:schemeClr val="accent1"/>
          </a:fillRef>
          <a:effectRef idx="0">
            <a:schemeClr val="accent1"/>
          </a:effectRef>
          <a:fontRef idx="minor">
            <a:schemeClr val="tx1"/>
          </a:fontRef>
        </p:style>
      </p:cxnSp>
      <p:cxnSp>
        <p:nvCxnSpPr>
          <p:cNvPr id="152" name="Connector: Elbow 151">
            <a:extLst>
              <a:ext uri="{FF2B5EF4-FFF2-40B4-BE49-F238E27FC236}">
                <a16:creationId xmlns:a16="http://schemas.microsoft.com/office/drawing/2014/main" id="{ECDD9F2B-D525-80AC-E659-DEF802EA978F}"/>
              </a:ext>
            </a:extLst>
          </p:cNvPr>
          <p:cNvCxnSpPr>
            <a:cxnSpLocks/>
            <a:stCxn id="139" idx="1"/>
            <a:endCxn id="8" idx="1"/>
          </p:cNvCxnSpPr>
          <p:nvPr/>
        </p:nvCxnSpPr>
        <p:spPr>
          <a:xfrm rot="10800000">
            <a:off x="9880126" y="2755382"/>
            <a:ext cx="13431" cy="3088134"/>
          </a:xfrm>
          <a:prstGeom prst="bentConnector3">
            <a:avLst>
              <a:gd name="adj1" fmla="val 570084"/>
            </a:avLst>
          </a:prstGeom>
        </p:spPr>
        <p:style>
          <a:lnRef idx="1">
            <a:schemeClr val="accent1"/>
          </a:lnRef>
          <a:fillRef idx="0">
            <a:schemeClr val="accent1"/>
          </a:fillRef>
          <a:effectRef idx="0">
            <a:schemeClr val="accent1"/>
          </a:effectRef>
          <a:fontRef idx="minor">
            <a:schemeClr val="tx1"/>
          </a:fontRef>
        </p:style>
      </p:cxnSp>
      <p:sp>
        <p:nvSpPr>
          <p:cNvPr id="165" name="Oval 164">
            <a:extLst>
              <a:ext uri="{FF2B5EF4-FFF2-40B4-BE49-F238E27FC236}">
                <a16:creationId xmlns:a16="http://schemas.microsoft.com/office/drawing/2014/main" id="{8C10D66B-BB19-E8F1-C940-98E7E49E839E}"/>
              </a:ext>
            </a:extLst>
          </p:cNvPr>
          <p:cNvSpPr/>
          <p:nvPr/>
        </p:nvSpPr>
        <p:spPr>
          <a:xfrm>
            <a:off x="11044131" y="4970632"/>
            <a:ext cx="182880" cy="182880"/>
          </a:xfrm>
          <a:prstGeom prst="ellipse">
            <a:avLst/>
          </a:prstGeom>
          <a:solidFill>
            <a:schemeClr val="accent4">
              <a:lumMod val="60000"/>
              <a:lumOff val="40000"/>
            </a:schemeClr>
          </a:solidFill>
          <a:ln>
            <a:solidFill>
              <a:schemeClr val="accent4">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 b="0" i="0" u="none" strike="noStrike" kern="1200" cap="none" spc="0" normalizeH="0" baseline="0" noProof="0">
                <a:ln>
                  <a:noFill/>
                </a:ln>
                <a:solidFill>
                  <a:srgbClr val="000000"/>
                </a:solidFill>
                <a:effectLst/>
                <a:uLnTx/>
                <a:uFillTx/>
                <a:latin typeface="Arial" panose="020B0604020202020204"/>
                <a:ea typeface="+mn-ea"/>
                <a:cs typeface="+mn-cs"/>
              </a:rPr>
              <a:t>50%</a:t>
            </a:r>
          </a:p>
        </p:txBody>
      </p:sp>
      <p:sp>
        <p:nvSpPr>
          <p:cNvPr id="178" name="Rectangle 177">
            <a:extLst>
              <a:ext uri="{FF2B5EF4-FFF2-40B4-BE49-F238E27FC236}">
                <a16:creationId xmlns:a16="http://schemas.microsoft.com/office/drawing/2014/main" id="{A01BF3A5-98B7-970B-8E16-5680895C9325}"/>
              </a:ext>
            </a:extLst>
          </p:cNvPr>
          <p:cNvSpPr/>
          <p:nvPr/>
        </p:nvSpPr>
        <p:spPr>
          <a:xfrm>
            <a:off x="11235743" y="3429634"/>
            <a:ext cx="908168" cy="57688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Focuses on capital accounting for PP&amp;E, intangibles, IDS, prepaid assets, leases. Also assist in reconciliations and GL close, flux analysis</a:t>
            </a:r>
          </a:p>
        </p:txBody>
      </p:sp>
      <p:sp>
        <p:nvSpPr>
          <p:cNvPr id="180" name="Right Brace 179">
            <a:extLst>
              <a:ext uri="{FF2B5EF4-FFF2-40B4-BE49-F238E27FC236}">
                <a16:creationId xmlns:a16="http://schemas.microsoft.com/office/drawing/2014/main" id="{B1A5D369-5157-7871-65D1-27720A6E2B2F}"/>
              </a:ext>
            </a:extLst>
          </p:cNvPr>
          <p:cNvSpPr/>
          <p:nvPr/>
        </p:nvSpPr>
        <p:spPr>
          <a:xfrm>
            <a:off x="11233973" y="5033415"/>
            <a:ext cx="45719" cy="431778"/>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82" name="Rectangle 181">
            <a:extLst>
              <a:ext uri="{FF2B5EF4-FFF2-40B4-BE49-F238E27FC236}">
                <a16:creationId xmlns:a16="http://schemas.microsoft.com/office/drawing/2014/main" id="{8A2B9207-0E13-B8E3-1AF7-2B562AC3F994}"/>
              </a:ext>
            </a:extLst>
          </p:cNvPr>
          <p:cNvSpPr/>
          <p:nvPr/>
        </p:nvSpPr>
        <p:spPr>
          <a:xfrm>
            <a:off x="11249162" y="4909961"/>
            <a:ext cx="915781" cy="57688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Supports team across processes with a focus on lease accounting preparation </a:t>
            </a:r>
          </a:p>
        </p:txBody>
      </p:sp>
      <p:sp>
        <p:nvSpPr>
          <p:cNvPr id="183" name="Rectangle 182">
            <a:extLst>
              <a:ext uri="{FF2B5EF4-FFF2-40B4-BE49-F238E27FC236}">
                <a16:creationId xmlns:a16="http://schemas.microsoft.com/office/drawing/2014/main" id="{66753D48-A4EE-9900-05AF-667A8E6177A2}"/>
              </a:ext>
            </a:extLst>
          </p:cNvPr>
          <p:cNvSpPr/>
          <p:nvPr/>
        </p:nvSpPr>
        <p:spPr>
          <a:xfrm>
            <a:off x="11235742" y="5637638"/>
            <a:ext cx="897105" cy="57688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Supports team across processes with current focus on supporting purchasing accounting (new joiner)</a:t>
            </a:r>
          </a:p>
        </p:txBody>
      </p:sp>
      <p:sp>
        <p:nvSpPr>
          <p:cNvPr id="184" name="Right Brace 183">
            <a:extLst>
              <a:ext uri="{FF2B5EF4-FFF2-40B4-BE49-F238E27FC236}">
                <a16:creationId xmlns:a16="http://schemas.microsoft.com/office/drawing/2014/main" id="{B2035E23-FEBC-486C-110B-0C8B540AAED8}"/>
              </a:ext>
            </a:extLst>
          </p:cNvPr>
          <p:cNvSpPr/>
          <p:nvPr/>
        </p:nvSpPr>
        <p:spPr>
          <a:xfrm>
            <a:off x="11233973" y="5658926"/>
            <a:ext cx="45719" cy="431778"/>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87" name="Right Brace 186">
            <a:extLst>
              <a:ext uri="{FF2B5EF4-FFF2-40B4-BE49-F238E27FC236}">
                <a16:creationId xmlns:a16="http://schemas.microsoft.com/office/drawing/2014/main" id="{DF5A09F1-46F9-F00D-4B4F-D44C2B072DF7}"/>
              </a:ext>
            </a:extLst>
          </p:cNvPr>
          <p:cNvSpPr/>
          <p:nvPr/>
        </p:nvSpPr>
        <p:spPr>
          <a:xfrm>
            <a:off x="11233973" y="2572502"/>
            <a:ext cx="45719" cy="2286000"/>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0" name="Abgerundetes Rechteck 9">
            <a:extLst>
              <a:ext uri="{FF2B5EF4-FFF2-40B4-BE49-F238E27FC236}">
                <a16:creationId xmlns:a16="http://schemas.microsoft.com/office/drawing/2014/main" id="{9BD3DC07-BBD7-2CFD-766E-3FCB037F6E68}"/>
              </a:ext>
            </a:extLst>
          </p:cNvPr>
          <p:cNvSpPr/>
          <p:nvPr/>
        </p:nvSpPr>
        <p:spPr bwMode="auto">
          <a:xfrm>
            <a:off x="7581274" y="2560264"/>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0033"/>
                </a:solidFill>
                <a:effectLst/>
                <a:uLnTx/>
                <a:uFillTx/>
                <a:latin typeface="Arial" panose="020B0604020202020204"/>
                <a:ea typeface="ヒラギノ角ゴ ProN W3" charset="0"/>
                <a:cs typeface="ヒラギノ角ゴ ProN W3" charset="0"/>
                <a:sym typeface="Gill Sans" charset="0"/>
              </a:rPr>
              <a:t>Tish Bender</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Director, Accounting</a:t>
            </a:r>
          </a:p>
        </p:txBody>
      </p:sp>
      <p:sp>
        <p:nvSpPr>
          <p:cNvPr id="191" name="Abgerundetes Rechteck 9">
            <a:extLst>
              <a:ext uri="{FF2B5EF4-FFF2-40B4-BE49-F238E27FC236}">
                <a16:creationId xmlns:a16="http://schemas.microsoft.com/office/drawing/2014/main" id="{2487F6C1-E610-1002-F13C-0462DD82E9F5}"/>
              </a:ext>
            </a:extLst>
          </p:cNvPr>
          <p:cNvSpPr/>
          <p:nvPr/>
        </p:nvSpPr>
        <p:spPr bwMode="auto">
          <a:xfrm>
            <a:off x="7581274" y="3193904"/>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Chloe Pionek</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rPr>
              <a:t>Senior Accountant</a:t>
            </a:r>
          </a:p>
        </p:txBody>
      </p:sp>
      <p:sp>
        <p:nvSpPr>
          <p:cNvPr id="192" name="Abgerundetes Rechteck 9">
            <a:extLst>
              <a:ext uri="{FF2B5EF4-FFF2-40B4-BE49-F238E27FC236}">
                <a16:creationId xmlns:a16="http://schemas.microsoft.com/office/drawing/2014/main" id="{79E52659-5720-7795-84C5-6DDA345817D7}"/>
              </a:ext>
            </a:extLst>
          </p:cNvPr>
          <p:cNvSpPr/>
          <p:nvPr/>
        </p:nvSpPr>
        <p:spPr bwMode="auto">
          <a:xfrm>
            <a:off x="7594705" y="3818100"/>
            <a:ext cx="1279613"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Erin Stangoni</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rPr>
              <a:t>Senior Accountant</a:t>
            </a:r>
          </a:p>
        </p:txBody>
      </p:sp>
      <p:sp>
        <p:nvSpPr>
          <p:cNvPr id="193" name="Abgerundetes Rechteck 9">
            <a:extLst>
              <a:ext uri="{FF2B5EF4-FFF2-40B4-BE49-F238E27FC236}">
                <a16:creationId xmlns:a16="http://schemas.microsoft.com/office/drawing/2014/main" id="{A206A284-709B-8FDF-99F2-CA62A2A18105}"/>
              </a:ext>
            </a:extLst>
          </p:cNvPr>
          <p:cNvSpPr/>
          <p:nvPr/>
        </p:nvSpPr>
        <p:spPr bwMode="auto">
          <a:xfrm>
            <a:off x="7594705" y="4424600"/>
            <a:ext cx="1279613" cy="365760"/>
          </a:xfrm>
          <a:prstGeom prst="roundRect">
            <a:avLst/>
          </a:prstGeom>
          <a:gradFill>
            <a:gsLst>
              <a:gs pos="100000">
                <a:schemeClr val="bg1"/>
              </a:gs>
              <a:gs pos="100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Open Role</a:t>
            </a:r>
            <a:r>
              <a:rPr kumimoji="0" lang="de-DE" sz="800" b="1" i="0" u="none" strike="noStrike" kern="0" cap="none" spc="0" normalizeH="0" baseline="30000" noProof="0">
                <a:ln>
                  <a:noFill/>
                </a:ln>
                <a:solidFill>
                  <a:srgbClr val="000033"/>
                </a:solidFill>
                <a:effectLst/>
                <a:uLnTx/>
                <a:uFillTx/>
                <a:latin typeface="Arial" panose="020B0604020202020204"/>
                <a:ea typeface="+mn-ea"/>
                <a:cs typeface="+mn-cs"/>
                <a:sym typeface="Gill Sans" charset="0"/>
              </a:rPr>
              <a:t>1</a:t>
            </a:r>
            <a:endParaRPr kumimoji="0" lang="de-DE"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endParaRP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Accountant II</a:t>
            </a:r>
          </a:p>
        </p:txBody>
      </p:sp>
      <p:cxnSp>
        <p:nvCxnSpPr>
          <p:cNvPr id="199" name="Connector: Elbow 198">
            <a:extLst>
              <a:ext uri="{FF2B5EF4-FFF2-40B4-BE49-F238E27FC236}">
                <a16:creationId xmlns:a16="http://schemas.microsoft.com/office/drawing/2014/main" id="{5B188AE1-918E-F352-FF3E-6723D113B5A8}"/>
              </a:ext>
            </a:extLst>
          </p:cNvPr>
          <p:cNvCxnSpPr>
            <a:cxnSpLocks/>
            <a:stCxn id="190" idx="1"/>
            <a:endCxn id="193" idx="1"/>
          </p:cNvCxnSpPr>
          <p:nvPr/>
        </p:nvCxnSpPr>
        <p:spPr>
          <a:xfrm rot="10800000" flipH="1" flipV="1">
            <a:off x="7581273" y="2743144"/>
            <a:ext cx="13431" cy="1864336"/>
          </a:xfrm>
          <a:prstGeom prst="bentConnector3">
            <a:avLst>
              <a:gd name="adj1" fmla="val -658968"/>
            </a:avLst>
          </a:prstGeom>
        </p:spPr>
        <p:style>
          <a:lnRef idx="1">
            <a:schemeClr val="accent1"/>
          </a:lnRef>
          <a:fillRef idx="0">
            <a:schemeClr val="accent1"/>
          </a:fillRef>
          <a:effectRef idx="0">
            <a:schemeClr val="accent1"/>
          </a:effectRef>
          <a:fontRef idx="minor">
            <a:schemeClr val="tx1"/>
          </a:fontRef>
        </p:style>
      </p:cxnSp>
      <p:cxnSp>
        <p:nvCxnSpPr>
          <p:cNvPr id="200" name="Connector: Elbow 199">
            <a:extLst>
              <a:ext uri="{FF2B5EF4-FFF2-40B4-BE49-F238E27FC236}">
                <a16:creationId xmlns:a16="http://schemas.microsoft.com/office/drawing/2014/main" id="{614A1929-9651-BC8E-AD2D-424C08EE5A75}"/>
              </a:ext>
            </a:extLst>
          </p:cNvPr>
          <p:cNvCxnSpPr>
            <a:cxnSpLocks/>
            <a:stCxn id="190" idx="1"/>
            <a:endCxn id="191" idx="1"/>
          </p:cNvCxnSpPr>
          <p:nvPr/>
        </p:nvCxnSpPr>
        <p:spPr>
          <a:xfrm rot="10800000" flipV="1">
            <a:off x="7581274" y="2743144"/>
            <a:ext cx="12700" cy="633640"/>
          </a:xfrm>
          <a:prstGeom prst="bentConnector3">
            <a:avLst>
              <a:gd name="adj1" fmla="val 796772"/>
            </a:avLst>
          </a:prstGeom>
        </p:spPr>
        <p:style>
          <a:lnRef idx="1">
            <a:schemeClr val="accent1"/>
          </a:lnRef>
          <a:fillRef idx="0">
            <a:schemeClr val="accent1"/>
          </a:fillRef>
          <a:effectRef idx="0">
            <a:schemeClr val="accent1"/>
          </a:effectRef>
          <a:fontRef idx="minor">
            <a:schemeClr val="tx1"/>
          </a:fontRef>
        </p:style>
      </p:cxnSp>
      <p:cxnSp>
        <p:nvCxnSpPr>
          <p:cNvPr id="201" name="Connector: Elbow 200">
            <a:extLst>
              <a:ext uri="{FF2B5EF4-FFF2-40B4-BE49-F238E27FC236}">
                <a16:creationId xmlns:a16="http://schemas.microsoft.com/office/drawing/2014/main" id="{097B5FB9-C551-4367-F041-733D5D19036C}"/>
              </a:ext>
            </a:extLst>
          </p:cNvPr>
          <p:cNvCxnSpPr>
            <a:cxnSpLocks/>
            <a:stCxn id="190" idx="1"/>
            <a:endCxn id="192" idx="1"/>
          </p:cNvCxnSpPr>
          <p:nvPr/>
        </p:nvCxnSpPr>
        <p:spPr>
          <a:xfrm rot="10800000" flipH="1" flipV="1">
            <a:off x="7581273" y="2743144"/>
            <a:ext cx="13431" cy="1257836"/>
          </a:xfrm>
          <a:prstGeom prst="bentConnector3">
            <a:avLst>
              <a:gd name="adj1" fmla="val -664604"/>
            </a:avLst>
          </a:prstGeom>
        </p:spPr>
        <p:style>
          <a:lnRef idx="1">
            <a:schemeClr val="accent1"/>
          </a:lnRef>
          <a:fillRef idx="0">
            <a:schemeClr val="accent1"/>
          </a:fillRef>
          <a:effectRef idx="0">
            <a:schemeClr val="accent1"/>
          </a:effectRef>
          <a:fontRef idx="minor">
            <a:schemeClr val="tx1"/>
          </a:fontRef>
        </p:style>
      </p:cxnSp>
      <p:cxnSp>
        <p:nvCxnSpPr>
          <p:cNvPr id="203" name="Connector: Elbow 202">
            <a:extLst>
              <a:ext uri="{FF2B5EF4-FFF2-40B4-BE49-F238E27FC236}">
                <a16:creationId xmlns:a16="http://schemas.microsoft.com/office/drawing/2014/main" id="{5CD2AEDC-8EA3-E95F-9220-9FF2999C9F33}"/>
              </a:ext>
            </a:extLst>
          </p:cNvPr>
          <p:cNvCxnSpPr>
            <a:cxnSpLocks/>
            <a:stCxn id="190" idx="1"/>
            <a:endCxn id="204" idx="1"/>
          </p:cNvCxnSpPr>
          <p:nvPr/>
        </p:nvCxnSpPr>
        <p:spPr>
          <a:xfrm rot="10800000" flipH="1" flipV="1">
            <a:off x="7581273" y="2743143"/>
            <a:ext cx="13431" cy="2487315"/>
          </a:xfrm>
          <a:prstGeom prst="bentConnector3">
            <a:avLst>
              <a:gd name="adj1" fmla="val -664604"/>
            </a:avLst>
          </a:prstGeom>
        </p:spPr>
        <p:style>
          <a:lnRef idx="1">
            <a:schemeClr val="accent1"/>
          </a:lnRef>
          <a:fillRef idx="0">
            <a:schemeClr val="accent1"/>
          </a:fillRef>
          <a:effectRef idx="0">
            <a:schemeClr val="accent1"/>
          </a:effectRef>
          <a:fontRef idx="minor">
            <a:schemeClr val="tx1"/>
          </a:fontRef>
        </p:style>
      </p:cxnSp>
      <p:sp>
        <p:nvSpPr>
          <p:cNvPr id="204" name="Abgerundetes Rechteck 9">
            <a:extLst>
              <a:ext uri="{FF2B5EF4-FFF2-40B4-BE49-F238E27FC236}">
                <a16:creationId xmlns:a16="http://schemas.microsoft.com/office/drawing/2014/main" id="{047BFAEF-AF31-BA4E-45C2-4EA459E18D08}"/>
              </a:ext>
            </a:extLst>
          </p:cNvPr>
          <p:cNvSpPr/>
          <p:nvPr/>
        </p:nvSpPr>
        <p:spPr bwMode="auto">
          <a:xfrm>
            <a:off x="7594705" y="5047579"/>
            <a:ext cx="1279613" cy="365760"/>
          </a:xfrm>
          <a:prstGeom prst="roundRect">
            <a:avLst/>
          </a:prstGeom>
          <a:no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Christopher </a:t>
            </a:r>
            <a:r>
              <a:rPr kumimoji="0" lang="en-IN" sz="800" b="1" i="0" u="none" strike="noStrike" kern="0" cap="none" spc="0" normalizeH="0" baseline="0" noProof="0" err="1">
                <a:ln>
                  <a:noFill/>
                </a:ln>
                <a:solidFill>
                  <a:srgbClr val="000033"/>
                </a:solidFill>
                <a:effectLst/>
                <a:uLnTx/>
                <a:uFillTx/>
                <a:latin typeface="Arial" panose="020B0604020202020204"/>
                <a:ea typeface="+mn-ea"/>
                <a:cs typeface="+mn-cs"/>
                <a:sym typeface="Gill Sans" charset="0"/>
              </a:rPr>
              <a:t>Schnur</a:t>
            </a:r>
            <a:r>
              <a:rPr kumimoji="0" lang="de-DE" sz="800" b="1" i="0" u="none" strike="noStrike" kern="0" cap="none" spc="0" normalizeH="0" baseline="30000" noProof="0">
                <a:ln>
                  <a:noFill/>
                </a:ln>
                <a:solidFill>
                  <a:srgbClr val="000033"/>
                </a:solidFill>
                <a:effectLst/>
                <a:uLnTx/>
                <a:uFillTx/>
                <a:latin typeface="Arial" panose="020B0604020202020204"/>
                <a:ea typeface="+mn-ea"/>
                <a:cs typeface="+mn-cs"/>
                <a:sym typeface="Gill Sans" charset="0"/>
              </a:rPr>
              <a:t>1</a:t>
            </a:r>
            <a:r>
              <a:rPr kumimoji="0" lang="en-IN" sz="800" b="1"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 </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Contractor</a:t>
            </a:r>
          </a:p>
        </p:txBody>
      </p:sp>
      <p:sp>
        <p:nvSpPr>
          <p:cNvPr id="205" name="Rectangle 204">
            <a:extLst>
              <a:ext uri="{FF2B5EF4-FFF2-40B4-BE49-F238E27FC236}">
                <a16:creationId xmlns:a16="http://schemas.microsoft.com/office/drawing/2014/main" id="{1F6D587B-6E52-1970-3B69-EAAC7086D3E8}"/>
              </a:ext>
            </a:extLst>
          </p:cNvPr>
          <p:cNvSpPr/>
          <p:nvPr/>
        </p:nvSpPr>
        <p:spPr>
          <a:xfrm>
            <a:off x="7776093" y="5374197"/>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grpSp>
        <p:nvGrpSpPr>
          <p:cNvPr id="212" name="Group 211">
            <a:extLst>
              <a:ext uri="{FF2B5EF4-FFF2-40B4-BE49-F238E27FC236}">
                <a16:creationId xmlns:a16="http://schemas.microsoft.com/office/drawing/2014/main" id="{D66907D2-965C-1D49-9BEB-7AA49EBDDD32}"/>
              </a:ext>
            </a:extLst>
          </p:cNvPr>
          <p:cNvGrpSpPr/>
          <p:nvPr/>
        </p:nvGrpSpPr>
        <p:grpSpPr>
          <a:xfrm>
            <a:off x="7768700" y="2892190"/>
            <a:ext cx="918193" cy="102712"/>
            <a:chOff x="8720627" y="3253147"/>
            <a:chExt cx="918193" cy="102712"/>
          </a:xfrm>
        </p:grpSpPr>
        <p:sp>
          <p:nvSpPr>
            <p:cNvPr id="213" name="Rectangle 212">
              <a:extLst>
                <a:ext uri="{FF2B5EF4-FFF2-40B4-BE49-F238E27FC236}">
                  <a16:creationId xmlns:a16="http://schemas.microsoft.com/office/drawing/2014/main" id="{B21BF967-BC83-0E79-C4B5-7B62242F29EF}"/>
                </a:ext>
              </a:extLst>
            </p:cNvPr>
            <p:cNvSpPr/>
            <p:nvPr/>
          </p:nvSpPr>
          <p:spPr>
            <a:xfrm>
              <a:off x="9044460" y="3253147"/>
              <a:ext cx="594360" cy="102712"/>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70%</a:t>
              </a:r>
            </a:p>
          </p:txBody>
        </p:sp>
        <p:sp>
          <p:nvSpPr>
            <p:cNvPr id="214" name="Rectangle 213">
              <a:extLst>
                <a:ext uri="{FF2B5EF4-FFF2-40B4-BE49-F238E27FC236}">
                  <a16:creationId xmlns:a16="http://schemas.microsoft.com/office/drawing/2014/main" id="{A490D502-6BD7-E884-9BCA-EAC9D363C1C4}"/>
                </a:ext>
              </a:extLst>
            </p:cNvPr>
            <p:cNvSpPr/>
            <p:nvPr/>
          </p:nvSpPr>
          <p:spPr>
            <a:xfrm>
              <a:off x="8720627" y="3253147"/>
              <a:ext cx="320040" cy="102712"/>
            </a:xfrm>
            <a:prstGeom prst="rect">
              <a:avLst/>
            </a:prstGeom>
            <a:solidFill>
              <a:srgbClr val="00477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30%</a:t>
              </a:r>
            </a:p>
          </p:txBody>
        </p:sp>
      </p:grpSp>
      <p:cxnSp>
        <p:nvCxnSpPr>
          <p:cNvPr id="224" name="Connector: Elbow 223">
            <a:extLst>
              <a:ext uri="{FF2B5EF4-FFF2-40B4-BE49-F238E27FC236}">
                <a16:creationId xmlns:a16="http://schemas.microsoft.com/office/drawing/2014/main" id="{704B57BE-A5D2-49F3-A902-16F4648C6008}"/>
              </a:ext>
            </a:extLst>
          </p:cNvPr>
          <p:cNvCxnSpPr>
            <a:cxnSpLocks/>
            <a:stCxn id="16" idx="2"/>
            <a:endCxn id="8" idx="0"/>
          </p:cNvCxnSpPr>
          <p:nvPr/>
        </p:nvCxnSpPr>
        <p:spPr>
          <a:xfrm rot="16200000" flipH="1">
            <a:off x="8818339" y="864193"/>
            <a:ext cx="321339" cy="3095277"/>
          </a:xfrm>
          <a:prstGeom prst="bentConnector3">
            <a:avLst/>
          </a:prstGeom>
        </p:spPr>
        <p:style>
          <a:lnRef idx="1">
            <a:schemeClr val="accent1"/>
          </a:lnRef>
          <a:fillRef idx="0">
            <a:schemeClr val="accent1"/>
          </a:fillRef>
          <a:effectRef idx="0">
            <a:schemeClr val="accent1"/>
          </a:effectRef>
          <a:fontRef idx="minor">
            <a:schemeClr val="tx1"/>
          </a:fontRef>
        </p:style>
      </p:cxnSp>
      <p:sp>
        <p:nvSpPr>
          <p:cNvPr id="228" name="Rectangle 227">
            <a:extLst>
              <a:ext uri="{FF2B5EF4-FFF2-40B4-BE49-F238E27FC236}">
                <a16:creationId xmlns:a16="http://schemas.microsoft.com/office/drawing/2014/main" id="{6734E22B-F9C8-3A39-08D8-F72AB003036B}"/>
              </a:ext>
            </a:extLst>
          </p:cNvPr>
          <p:cNvSpPr/>
          <p:nvPr/>
        </p:nvSpPr>
        <p:spPr>
          <a:xfrm>
            <a:off x="8959937" y="3399108"/>
            <a:ext cx="908168" cy="784751"/>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Focuses on compensation accounting for severance, retention, bonus plans, etc. and all reconciliations for accrued vacation, accrued payroll taxes, withholdings, etc.  </a:t>
            </a:r>
          </a:p>
        </p:txBody>
      </p:sp>
      <p:sp>
        <p:nvSpPr>
          <p:cNvPr id="229" name="Rectangle 228">
            <a:extLst>
              <a:ext uri="{FF2B5EF4-FFF2-40B4-BE49-F238E27FC236}">
                <a16:creationId xmlns:a16="http://schemas.microsoft.com/office/drawing/2014/main" id="{A7210E5A-17FF-BD8D-3C57-D7DAB82505F7}"/>
              </a:ext>
            </a:extLst>
          </p:cNvPr>
          <p:cNvSpPr/>
          <p:nvPr/>
        </p:nvSpPr>
        <p:spPr>
          <a:xfrm>
            <a:off x="8945227" y="4652088"/>
            <a:ext cx="908168" cy="57688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Focuses on cash accounting</a:t>
            </a:r>
          </a:p>
        </p:txBody>
      </p:sp>
      <p:sp>
        <p:nvSpPr>
          <p:cNvPr id="230" name="Right Brace 229">
            <a:extLst>
              <a:ext uri="{FF2B5EF4-FFF2-40B4-BE49-F238E27FC236}">
                <a16:creationId xmlns:a16="http://schemas.microsoft.com/office/drawing/2014/main" id="{F53EF64C-970B-2D5A-C3EF-6933F0786E12}"/>
              </a:ext>
            </a:extLst>
          </p:cNvPr>
          <p:cNvSpPr/>
          <p:nvPr/>
        </p:nvSpPr>
        <p:spPr>
          <a:xfrm>
            <a:off x="8938440" y="4391888"/>
            <a:ext cx="45719" cy="1097280"/>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1" name="Right Brace 230">
            <a:extLst>
              <a:ext uri="{FF2B5EF4-FFF2-40B4-BE49-F238E27FC236}">
                <a16:creationId xmlns:a16="http://schemas.microsoft.com/office/drawing/2014/main" id="{1D670963-C7D4-D79C-06AC-0F0B11A6EB1D}"/>
              </a:ext>
            </a:extLst>
          </p:cNvPr>
          <p:cNvSpPr/>
          <p:nvPr/>
        </p:nvSpPr>
        <p:spPr>
          <a:xfrm>
            <a:off x="8945756" y="2578032"/>
            <a:ext cx="45719" cy="1737360"/>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235" name="Connector: Elbow 234">
            <a:extLst>
              <a:ext uri="{FF2B5EF4-FFF2-40B4-BE49-F238E27FC236}">
                <a16:creationId xmlns:a16="http://schemas.microsoft.com/office/drawing/2014/main" id="{CF5E4360-65CF-CC97-35FA-37B9BB362B86}"/>
              </a:ext>
            </a:extLst>
          </p:cNvPr>
          <p:cNvCxnSpPr>
            <a:cxnSpLocks/>
            <a:stCxn id="16" idx="2"/>
            <a:endCxn id="190" idx="0"/>
          </p:cNvCxnSpPr>
          <p:nvPr/>
        </p:nvCxnSpPr>
        <p:spPr>
          <a:xfrm rot="16200000" flipH="1">
            <a:off x="7675033" y="2007500"/>
            <a:ext cx="309101" cy="796426"/>
          </a:xfrm>
          <a:prstGeom prst="bentConnector3">
            <a:avLst>
              <a:gd name="adj1" fmla="val 52386"/>
            </a:avLst>
          </a:prstGeom>
        </p:spPr>
        <p:style>
          <a:lnRef idx="1">
            <a:schemeClr val="accent1"/>
          </a:lnRef>
          <a:fillRef idx="0">
            <a:schemeClr val="accent1"/>
          </a:fillRef>
          <a:effectRef idx="0">
            <a:schemeClr val="accent1"/>
          </a:effectRef>
          <a:fontRef idx="minor">
            <a:schemeClr val="tx1"/>
          </a:fontRef>
        </p:style>
      </p:cxnSp>
      <p:sp>
        <p:nvSpPr>
          <p:cNvPr id="239" name="Abgerundetes Rechteck 9">
            <a:extLst>
              <a:ext uri="{FF2B5EF4-FFF2-40B4-BE49-F238E27FC236}">
                <a16:creationId xmlns:a16="http://schemas.microsoft.com/office/drawing/2014/main" id="{D52D7892-67E4-B31F-4D8D-55F509522476}"/>
              </a:ext>
            </a:extLst>
          </p:cNvPr>
          <p:cNvSpPr/>
          <p:nvPr/>
        </p:nvSpPr>
        <p:spPr bwMode="auto">
          <a:xfrm>
            <a:off x="5843153" y="2560264"/>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800" b="1" i="0" u="none" strike="noStrike" kern="0" cap="none" spc="0" normalizeH="0" baseline="0" noProof="0">
                <a:ln>
                  <a:noFill/>
                </a:ln>
                <a:solidFill>
                  <a:srgbClr val="000033"/>
                </a:solidFill>
                <a:effectLst/>
                <a:uLnTx/>
                <a:uFillTx/>
                <a:latin typeface="Arial" panose="020B0604020202020204"/>
                <a:ea typeface="ヒラギノ角ゴ ProN W3" charset="0"/>
                <a:cs typeface="ヒラギノ角ゴ ProN W3" charset="0"/>
                <a:sym typeface="Gill Sans" charset="0"/>
              </a:rPr>
              <a:t>Dominic Rivera</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en-IN" sz="700" b="0" i="0" u="none" strike="noStrike" kern="0" cap="none" spc="0" normalizeH="0" baseline="0" noProof="0">
                <a:ln>
                  <a:noFill/>
                </a:ln>
                <a:solidFill>
                  <a:srgbClr val="000033"/>
                </a:solidFill>
                <a:effectLst/>
                <a:uLnTx/>
                <a:uFillTx/>
                <a:latin typeface="Arial" panose="020B0604020202020204"/>
                <a:ea typeface="+mn-ea"/>
                <a:cs typeface="+mn-cs"/>
                <a:sym typeface="Gill Sans" charset="0"/>
              </a:rPr>
              <a:t>Director, Accounting</a:t>
            </a:r>
          </a:p>
        </p:txBody>
      </p:sp>
      <p:sp>
        <p:nvSpPr>
          <p:cNvPr id="240" name="Rectangle 239">
            <a:extLst>
              <a:ext uri="{FF2B5EF4-FFF2-40B4-BE49-F238E27FC236}">
                <a16:creationId xmlns:a16="http://schemas.microsoft.com/office/drawing/2014/main" id="{B563C92D-5CA7-6795-2BB4-5F64B854A041}"/>
              </a:ext>
            </a:extLst>
          </p:cNvPr>
          <p:cNvSpPr/>
          <p:nvPr/>
        </p:nvSpPr>
        <p:spPr>
          <a:xfrm>
            <a:off x="6034275" y="2904566"/>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241" name="Abgerundetes Rechteck 9">
            <a:extLst>
              <a:ext uri="{FF2B5EF4-FFF2-40B4-BE49-F238E27FC236}">
                <a16:creationId xmlns:a16="http://schemas.microsoft.com/office/drawing/2014/main" id="{75B7C066-E44B-81A6-2ABE-4B5D8993CE78}"/>
              </a:ext>
            </a:extLst>
          </p:cNvPr>
          <p:cNvSpPr/>
          <p:nvPr/>
        </p:nvSpPr>
        <p:spPr bwMode="auto">
          <a:xfrm>
            <a:off x="5843153" y="3193904"/>
            <a:ext cx="1293044"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John Bugni</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rPr>
              <a:t>Senior Accountant</a:t>
            </a:r>
          </a:p>
        </p:txBody>
      </p:sp>
      <p:sp>
        <p:nvSpPr>
          <p:cNvPr id="242" name="Rectangle 241">
            <a:extLst>
              <a:ext uri="{FF2B5EF4-FFF2-40B4-BE49-F238E27FC236}">
                <a16:creationId xmlns:a16="http://schemas.microsoft.com/office/drawing/2014/main" id="{458396EF-A1A3-2EE6-712C-674D2BC95A57}"/>
              </a:ext>
            </a:extLst>
          </p:cNvPr>
          <p:cNvSpPr/>
          <p:nvPr/>
        </p:nvSpPr>
        <p:spPr>
          <a:xfrm>
            <a:off x="6034275" y="3519946"/>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243" name="Abgerundetes Rechteck 9">
            <a:extLst>
              <a:ext uri="{FF2B5EF4-FFF2-40B4-BE49-F238E27FC236}">
                <a16:creationId xmlns:a16="http://schemas.microsoft.com/office/drawing/2014/main" id="{3BC76A56-6E81-10FE-46C3-2B0EC7DD2B6B}"/>
              </a:ext>
            </a:extLst>
          </p:cNvPr>
          <p:cNvSpPr/>
          <p:nvPr/>
        </p:nvSpPr>
        <p:spPr bwMode="auto">
          <a:xfrm>
            <a:off x="5856584" y="3818100"/>
            <a:ext cx="1279613"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endParaRPr kumimoji="0" lang="de-DE" sz="900" b="1"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endParaRP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Matt Thompson</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rPr>
              <a:t>Senior Accountant</a:t>
            </a:r>
          </a:p>
          <a:p>
            <a:pPr marL="0" marR="0" lvl="0" indent="0" algn="ctr" defTabSz="642915" rtl="0" eaLnBrk="1" fontAlgn="base" latinLnBrk="0" hangingPunct="1">
              <a:lnSpc>
                <a:spcPct val="100000"/>
              </a:lnSpc>
              <a:spcBef>
                <a:spcPct val="0"/>
              </a:spcBef>
              <a:spcAft>
                <a:spcPct val="0"/>
              </a:spcAft>
              <a:buClrTx/>
              <a:buSzTx/>
              <a:buFontTx/>
              <a:buNone/>
              <a:tabLst/>
              <a:defRPr/>
            </a:pPr>
            <a:endParaRPr kumimoji="0" lang="de-DE" sz="8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244" name="Rectangle 243">
            <a:extLst>
              <a:ext uri="{FF2B5EF4-FFF2-40B4-BE49-F238E27FC236}">
                <a16:creationId xmlns:a16="http://schemas.microsoft.com/office/drawing/2014/main" id="{D95C4B3A-A2F4-A7B4-F152-C13BED3D66A2}"/>
              </a:ext>
            </a:extLst>
          </p:cNvPr>
          <p:cNvSpPr/>
          <p:nvPr/>
        </p:nvSpPr>
        <p:spPr>
          <a:xfrm>
            <a:off x="6034275" y="4123624"/>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245" name="Abgerundetes Rechteck 9">
            <a:extLst>
              <a:ext uri="{FF2B5EF4-FFF2-40B4-BE49-F238E27FC236}">
                <a16:creationId xmlns:a16="http://schemas.microsoft.com/office/drawing/2014/main" id="{C30AD744-2E78-5B46-B6D4-2C47031B629F}"/>
              </a:ext>
            </a:extLst>
          </p:cNvPr>
          <p:cNvSpPr/>
          <p:nvPr/>
        </p:nvSpPr>
        <p:spPr bwMode="auto">
          <a:xfrm>
            <a:off x="5856584" y="4424600"/>
            <a:ext cx="1279613" cy="365760"/>
          </a:xfrm>
          <a:prstGeom prst="roundRect">
            <a:avLst/>
          </a:prstGeom>
          <a:gradFill>
            <a:gsLst>
              <a:gs pos="96000">
                <a:schemeClr val="bg1"/>
              </a:gs>
              <a:gs pos="96000">
                <a:srgbClr val="F37520"/>
              </a:gs>
            </a:gsLst>
            <a:lin ang="0" scaled="1"/>
          </a:gradFill>
          <a:ln w="952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endParaRPr kumimoji="0" lang="de-DE" sz="900" b="1"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endParaRP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Quinn Ambrose</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rPr>
              <a:t>Senior Accountant</a:t>
            </a:r>
          </a:p>
          <a:p>
            <a:pPr marL="0" marR="0" lvl="0" indent="0" algn="ctr" defTabSz="642915" rtl="0" eaLnBrk="1" fontAlgn="base" latinLnBrk="0" hangingPunct="1">
              <a:lnSpc>
                <a:spcPct val="100000"/>
              </a:lnSpc>
              <a:spcBef>
                <a:spcPct val="0"/>
              </a:spcBef>
              <a:spcAft>
                <a:spcPct val="0"/>
              </a:spcAft>
              <a:buClrTx/>
              <a:buSzTx/>
              <a:buFontTx/>
              <a:buNone/>
              <a:tabLst/>
              <a:defRPr/>
            </a:pPr>
            <a:endParaRPr kumimoji="0" lang="de-DE" sz="8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246" name="Rectangle 245">
            <a:extLst>
              <a:ext uri="{FF2B5EF4-FFF2-40B4-BE49-F238E27FC236}">
                <a16:creationId xmlns:a16="http://schemas.microsoft.com/office/drawing/2014/main" id="{500199BF-F2C5-23CB-5B0D-ED7B34FD40C2}"/>
              </a:ext>
            </a:extLst>
          </p:cNvPr>
          <p:cNvSpPr/>
          <p:nvPr/>
        </p:nvSpPr>
        <p:spPr>
          <a:xfrm>
            <a:off x="6034275" y="4746603"/>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cxnSp>
        <p:nvCxnSpPr>
          <p:cNvPr id="249" name="Connector: Elbow 248">
            <a:extLst>
              <a:ext uri="{FF2B5EF4-FFF2-40B4-BE49-F238E27FC236}">
                <a16:creationId xmlns:a16="http://schemas.microsoft.com/office/drawing/2014/main" id="{96B0A631-F65D-78BE-1D34-5F0226C2513B}"/>
              </a:ext>
            </a:extLst>
          </p:cNvPr>
          <p:cNvCxnSpPr>
            <a:cxnSpLocks/>
            <a:stCxn id="239" idx="1"/>
            <a:endCxn id="241" idx="1"/>
          </p:cNvCxnSpPr>
          <p:nvPr/>
        </p:nvCxnSpPr>
        <p:spPr>
          <a:xfrm rot="10800000" flipV="1">
            <a:off x="5843153" y="2743144"/>
            <a:ext cx="12700" cy="633640"/>
          </a:xfrm>
          <a:prstGeom prst="bentConnector3">
            <a:avLst>
              <a:gd name="adj1" fmla="val 1800000"/>
            </a:avLst>
          </a:prstGeom>
        </p:spPr>
        <p:style>
          <a:lnRef idx="1">
            <a:schemeClr val="accent1"/>
          </a:lnRef>
          <a:fillRef idx="0">
            <a:schemeClr val="accent1"/>
          </a:fillRef>
          <a:effectRef idx="0">
            <a:schemeClr val="accent1"/>
          </a:effectRef>
          <a:fontRef idx="minor">
            <a:schemeClr val="tx1"/>
          </a:fontRef>
        </p:style>
      </p:cxnSp>
      <p:cxnSp>
        <p:nvCxnSpPr>
          <p:cNvPr id="250" name="Connector: Elbow 249">
            <a:extLst>
              <a:ext uri="{FF2B5EF4-FFF2-40B4-BE49-F238E27FC236}">
                <a16:creationId xmlns:a16="http://schemas.microsoft.com/office/drawing/2014/main" id="{A7437CF4-3A54-BE93-4410-6EB6C346C07D}"/>
              </a:ext>
            </a:extLst>
          </p:cNvPr>
          <p:cNvCxnSpPr>
            <a:cxnSpLocks/>
            <a:stCxn id="239" idx="1"/>
            <a:endCxn id="243" idx="1"/>
          </p:cNvCxnSpPr>
          <p:nvPr/>
        </p:nvCxnSpPr>
        <p:spPr>
          <a:xfrm rot="10800000" flipH="1" flipV="1">
            <a:off x="5843152" y="2743144"/>
            <a:ext cx="13431" cy="1257836"/>
          </a:xfrm>
          <a:prstGeom prst="bentConnector3">
            <a:avLst>
              <a:gd name="adj1" fmla="val -1702033"/>
            </a:avLst>
          </a:prstGeom>
        </p:spPr>
        <p:style>
          <a:lnRef idx="1">
            <a:schemeClr val="accent1"/>
          </a:lnRef>
          <a:fillRef idx="0">
            <a:schemeClr val="accent1"/>
          </a:fillRef>
          <a:effectRef idx="0">
            <a:schemeClr val="accent1"/>
          </a:effectRef>
          <a:fontRef idx="minor">
            <a:schemeClr val="tx1"/>
          </a:fontRef>
        </p:style>
      </p:cxnSp>
      <p:cxnSp>
        <p:nvCxnSpPr>
          <p:cNvPr id="251" name="Connector: Elbow 250">
            <a:extLst>
              <a:ext uri="{FF2B5EF4-FFF2-40B4-BE49-F238E27FC236}">
                <a16:creationId xmlns:a16="http://schemas.microsoft.com/office/drawing/2014/main" id="{2DF863B1-8F84-2207-680D-F07660699014}"/>
              </a:ext>
            </a:extLst>
          </p:cNvPr>
          <p:cNvCxnSpPr>
            <a:cxnSpLocks/>
            <a:stCxn id="239" idx="1"/>
            <a:endCxn id="245" idx="1"/>
          </p:cNvCxnSpPr>
          <p:nvPr/>
        </p:nvCxnSpPr>
        <p:spPr>
          <a:xfrm rot="10800000" flipH="1" flipV="1">
            <a:off x="5843152" y="2743144"/>
            <a:ext cx="13431" cy="1864336"/>
          </a:xfrm>
          <a:prstGeom prst="bentConnector3">
            <a:avLst>
              <a:gd name="adj1" fmla="val -1702033"/>
            </a:avLst>
          </a:prstGeom>
        </p:spPr>
        <p:style>
          <a:lnRef idx="1">
            <a:schemeClr val="accent1"/>
          </a:lnRef>
          <a:fillRef idx="0">
            <a:schemeClr val="accent1"/>
          </a:fillRef>
          <a:effectRef idx="0">
            <a:schemeClr val="accent1"/>
          </a:effectRef>
          <a:fontRef idx="minor">
            <a:schemeClr val="tx1"/>
          </a:fontRef>
        </p:style>
      </p:cxnSp>
      <p:sp>
        <p:nvSpPr>
          <p:cNvPr id="259" name="Rectangle 258">
            <a:extLst>
              <a:ext uri="{FF2B5EF4-FFF2-40B4-BE49-F238E27FC236}">
                <a16:creationId xmlns:a16="http://schemas.microsoft.com/office/drawing/2014/main" id="{D8E9786A-CC2D-67AF-EE0D-F8FF9CA5E6CD}"/>
              </a:ext>
            </a:extLst>
          </p:cNvPr>
          <p:cNvSpPr/>
          <p:nvPr/>
        </p:nvSpPr>
        <p:spPr>
          <a:xfrm>
            <a:off x="4729458" y="4898451"/>
            <a:ext cx="2152176" cy="784751"/>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Focus on lease accounting, OPEX, accrued liabilities, including related reconciliations for to manager and advisor payments (and any other 3</a:t>
            </a:r>
            <a:r>
              <a:rPr kumimoji="0" lang="en-US" sz="700" b="0" i="0" u="none" strike="noStrike" kern="1200" cap="none" spc="0" normalizeH="0" baseline="30000" noProof="0">
                <a:ln>
                  <a:noFill/>
                </a:ln>
                <a:solidFill>
                  <a:srgbClr val="000000"/>
                </a:solidFill>
                <a:effectLst/>
                <a:uLnTx/>
                <a:uFillTx/>
                <a:latin typeface="Arial" panose="020B0604020202020204"/>
                <a:ea typeface="+mn-ea"/>
                <a:cs typeface="+mn-cs"/>
              </a:rPr>
              <a:t>rd</a:t>
            </a:r>
            <a:r>
              <a:rPr kumimoji="0" lang="en-US" sz="700" b="0" i="0" u="none" strike="noStrike" kern="1200" cap="none" spc="0" normalizeH="0" baseline="0" noProof="0">
                <a:ln>
                  <a:noFill/>
                </a:ln>
                <a:solidFill>
                  <a:srgbClr val="000000"/>
                </a:solidFill>
                <a:effectLst/>
                <a:uLnTx/>
                <a:uFillTx/>
                <a:latin typeface="Arial" panose="020B0604020202020204"/>
                <a:ea typeface="+mn-ea"/>
                <a:cs typeface="+mn-cs"/>
              </a:rPr>
              <a:t> party payments) coming out of UMP platform, and other balance sheet reconciliations</a:t>
            </a:r>
          </a:p>
        </p:txBody>
      </p:sp>
      <p:cxnSp>
        <p:nvCxnSpPr>
          <p:cNvPr id="260" name="Connector: Elbow 259">
            <a:extLst>
              <a:ext uri="{FF2B5EF4-FFF2-40B4-BE49-F238E27FC236}">
                <a16:creationId xmlns:a16="http://schemas.microsoft.com/office/drawing/2014/main" id="{CD7CF039-AA7B-4D43-6CF8-90C6CDC4B63A}"/>
              </a:ext>
            </a:extLst>
          </p:cNvPr>
          <p:cNvCxnSpPr>
            <a:cxnSpLocks/>
            <a:stCxn id="16" idx="2"/>
            <a:endCxn id="239" idx="0"/>
          </p:cNvCxnSpPr>
          <p:nvPr/>
        </p:nvCxnSpPr>
        <p:spPr>
          <a:xfrm rot="5400000">
            <a:off x="6805973" y="1934866"/>
            <a:ext cx="309101" cy="94169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283" name="Abgerundetes Rechteck 10">
            <a:extLst>
              <a:ext uri="{FF2B5EF4-FFF2-40B4-BE49-F238E27FC236}">
                <a16:creationId xmlns:a16="http://schemas.microsoft.com/office/drawing/2014/main" id="{AB2FC465-FD73-E13E-27F4-7B7F28FD7EA9}"/>
              </a:ext>
            </a:extLst>
          </p:cNvPr>
          <p:cNvSpPr/>
          <p:nvPr/>
        </p:nvSpPr>
        <p:spPr bwMode="auto">
          <a:xfrm>
            <a:off x="4068096" y="2560264"/>
            <a:ext cx="1293044" cy="365760"/>
          </a:xfrm>
          <a:prstGeom prst="roundRect">
            <a:avLst/>
          </a:prstGeom>
          <a:noFill/>
          <a:ln w="9525" cap="flat" cmpd="sng" algn="ctr">
            <a:solidFill>
              <a:srgbClr val="000033"/>
            </a:solidFill>
            <a:prstDash val="solid"/>
            <a:round/>
            <a:headEnd type="none" w="med" len="med"/>
            <a:tailEnd type="none" w="med" len="med"/>
          </a:ln>
          <a:effectLst/>
        </p:spPr>
        <p:txBody>
          <a:bodyPr vert="horz" wrap="squar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0033"/>
                </a:solidFill>
                <a:effectLst/>
                <a:uLnTx/>
                <a:uFillTx/>
                <a:latin typeface="Arial" panose="020B0604020202020204"/>
                <a:ea typeface="ヒラギノ角ゴ ProN W3" charset="0"/>
                <a:cs typeface="ヒラギノ角ゴ ProN W3" charset="0"/>
                <a:sym typeface="Gill Sans" charset="0"/>
              </a:rPr>
              <a:t>Open Role</a:t>
            </a:r>
            <a:r>
              <a:rPr kumimoji="0" lang="de-DE" sz="800" b="1" i="0" u="none" strike="noStrike" kern="0" cap="none" spc="0" normalizeH="0" baseline="30000" noProof="0">
                <a:ln>
                  <a:noFill/>
                </a:ln>
                <a:solidFill>
                  <a:srgbClr val="000033"/>
                </a:solidFill>
                <a:effectLst/>
                <a:uLnTx/>
                <a:uFillTx/>
                <a:latin typeface="Arial" panose="020B0604020202020204"/>
                <a:ea typeface="ヒラギノ角ゴ ProN W3" charset="0"/>
                <a:cs typeface="ヒラギノ角ゴ ProN W3" charset="0"/>
                <a:sym typeface="Gill Sans" charset="0"/>
              </a:rPr>
              <a:t>2</a:t>
            </a:r>
          </a:p>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7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rPr>
              <a:t>Director</a:t>
            </a:r>
          </a:p>
        </p:txBody>
      </p:sp>
      <p:sp>
        <p:nvSpPr>
          <p:cNvPr id="284" name="Right Brace 283">
            <a:extLst>
              <a:ext uri="{FF2B5EF4-FFF2-40B4-BE49-F238E27FC236}">
                <a16:creationId xmlns:a16="http://schemas.microsoft.com/office/drawing/2014/main" id="{47EEB078-B005-22DD-DFF0-CA034EBFDFC7}"/>
              </a:ext>
            </a:extLst>
          </p:cNvPr>
          <p:cNvSpPr/>
          <p:nvPr/>
        </p:nvSpPr>
        <p:spPr>
          <a:xfrm rot="5400000">
            <a:off x="5658887" y="3465329"/>
            <a:ext cx="45719" cy="2926080"/>
          </a:xfrm>
          <a:prstGeom prst="rightBrac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85" name="Rectangle 284">
            <a:extLst>
              <a:ext uri="{FF2B5EF4-FFF2-40B4-BE49-F238E27FC236}">
                <a16:creationId xmlns:a16="http://schemas.microsoft.com/office/drawing/2014/main" id="{214FA626-30D2-8D53-1875-F714C1369B6C}"/>
              </a:ext>
            </a:extLst>
          </p:cNvPr>
          <p:cNvSpPr/>
          <p:nvPr/>
        </p:nvSpPr>
        <p:spPr>
          <a:xfrm>
            <a:off x="4259218" y="2904566"/>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cxnSp>
        <p:nvCxnSpPr>
          <p:cNvPr id="286" name="Connector: Elbow 285">
            <a:extLst>
              <a:ext uri="{FF2B5EF4-FFF2-40B4-BE49-F238E27FC236}">
                <a16:creationId xmlns:a16="http://schemas.microsoft.com/office/drawing/2014/main" id="{70912A8E-25B0-7F41-5F9D-098BCC5BE63F}"/>
              </a:ext>
            </a:extLst>
          </p:cNvPr>
          <p:cNvCxnSpPr>
            <a:cxnSpLocks/>
            <a:stCxn id="16" idx="2"/>
            <a:endCxn id="283" idx="0"/>
          </p:cNvCxnSpPr>
          <p:nvPr/>
        </p:nvCxnSpPr>
        <p:spPr>
          <a:xfrm rot="5400000">
            <a:off x="5918444" y="1047337"/>
            <a:ext cx="309101" cy="271675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grpSp>
        <p:nvGrpSpPr>
          <p:cNvPr id="25" name="Group 24">
            <a:extLst>
              <a:ext uri="{FF2B5EF4-FFF2-40B4-BE49-F238E27FC236}">
                <a16:creationId xmlns:a16="http://schemas.microsoft.com/office/drawing/2014/main" id="{B9646C7D-D08B-CA56-6926-DB24BF592271}"/>
              </a:ext>
            </a:extLst>
          </p:cNvPr>
          <p:cNvGrpSpPr/>
          <p:nvPr/>
        </p:nvGrpSpPr>
        <p:grpSpPr>
          <a:xfrm>
            <a:off x="6948414" y="2233078"/>
            <a:ext cx="1004899" cy="102712"/>
            <a:chOff x="3969977" y="2303780"/>
            <a:chExt cx="990542" cy="109728"/>
          </a:xfrm>
        </p:grpSpPr>
        <p:sp>
          <p:nvSpPr>
            <p:cNvPr id="26" name="Rectangle 25">
              <a:extLst>
                <a:ext uri="{FF2B5EF4-FFF2-40B4-BE49-F238E27FC236}">
                  <a16:creationId xmlns:a16="http://schemas.microsoft.com/office/drawing/2014/main" id="{6548D97E-428D-66AE-BBEF-C6BF03F8534D}"/>
                </a:ext>
              </a:extLst>
            </p:cNvPr>
            <p:cNvSpPr/>
            <p:nvPr/>
          </p:nvSpPr>
          <p:spPr>
            <a:xfrm>
              <a:off x="3969977" y="2303780"/>
              <a:ext cx="811201" cy="109728"/>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90%</a:t>
              </a:r>
            </a:p>
          </p:txBody>
        </p:sp>
        <p:sp>
          <p:nvSpPr>
            <p:cNvPr id="27" name="Rectangle 26">
              <a:extLst>
                <a:ext uri="{FF2B5EF4-FFF2-40B4-BE49-F238E27FC236}">
                  <a16:creationId xmlns:a16="http://schemas.microsoft.com/office/drawing/2014/main" id="{B0A86F22-A96F-CED1-20C1-1FDD4926ED65}"/>
                </a:ext>
              </a:extLst>
            </p:cNvPr>
            <p:cNvSpPr/>
            <p:nvPr/>
          </p:nvSpPr>
          <p:spPr>
            <a:xfrm>
              <a:off x="4780252" y="2303780"/>
              <a:ext cx="180267" cy="10972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Arial" panose="020B0604020202020204"/>
                  <a:ea typeface="+mn-ea"/>
                  <a:cs typeface="+mn-cs"/>
                </a:rPr>
                <a:t>10%</a:t>
              </a:r>
            </a:p>
          </p:txBody>
        </p:sp>
      </p:grpSp>
      <p:sp>
        <p:nvSpPr>
          <p:cNvPr id="292" name="Rectangle 291">
            <a:extLst>
              <a:ext uri="{FF2B5EF4-FFF2-40B4-BE49-F238E27FC236}">
                <a16:creationId xmlns:a16="http://schemas.microsoft.com/office/drawing/2014/main" id="{B4F81278-80CD-1FAB-C03D-2EA76D37BB19}"/>
              </a:ext>
            </a:extLst>
          </p:cNvPr>
          <p:cNvSpPr/>
          <p:nvPr/>
        </p:nvSpPr>
        <p:spPr>
          <a:xfrm>
            <a:off x="1463040" y="6309360"/>
            <a:ext cx="6764757" cy="434006"/>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Source – Stakeholder interviews and Envestnet data collection - org charts, FTE time allocation, HR data.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30000" noProof="0">
                <a:ln>
                  <a:noFill/>
                </a:ln>
                <a:solidFill>
                  <a:srgbClr val="000000"/>
                </a:solidFill>
                <a:effectLst/>
                <a:uLnTx/>
                <a:uFillTx/>
                <a:latin typeface="Arial" panose="020B0604020202020204"/>
                <a:ea typeface="+mn-ea"/>
                <a:cs typeface="+mn-cs"/>
              </a:rPr>
              <a:t>1</a:t>
            </a: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 Role to be onboarded mid-February. Christopher Schnur, contractor, to roll off subsequently. Excluded from HC and FTEs.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30000" noProof="0">
                <a:ln>
                  <a:noFill/>
                </a:ln>
                <a:solidFill>
                  <a:srgbClr val="000000"/>
                </a:solidFill>
                <a:effectLst/>
                <a:uLnTx/>
                <a:uFillTx/>
                <a:latin typeface="Arial" panose="020B0604020202020204"/>
                <a:ea typeface="+mn-ea"/>
                <a:cs typeface="+mn-cs"/>
              </a:rPr>
              <a:t>2 </a:t>
            </a: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This position may be eliminated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30000" noProof="0">
                <a:ln>
                  <a:noFill/>
                </a:ln>
                <a:solidFill>
                  <a:srgbClr val="000000"/>
                </a:solidFill>
                <a:effectLst/>
                <a:uLnTx/>
                <a:uFillTx/>
                <a:latin typeface="Arial" panose="020B0604020202020204"/>
                <a:ea typeface="+mn-ea"/>
                <a:cs typeface="+mn-cs"/>
              </a:rPr>
              <a:t>3</a:t>
            </a: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 Delta (0.5 FTEs) between HC and total FTEs is due to single part-time contractor with just 0.5 FTE allocation</a:t>
            </a:r>
          </a:p>
        </p:txBody>
      </p:sp>
      <p:sp>
        <p:nvSpPr>
          <p:cNvPr id="297" name="Rectangle 296">
            <a:extLst>
              <a:ext uri="{FF2B5EF4-FFF2-40B4-BE49-F238E27FC236}">
                <a16:creationId xmlns:a16="http://schemas.microsoft.com/office/drawing/2014/main" id="{0AC94572-8011-958D-0AE4-0A1CAE7DB714}"/>
              </a:ext>
            </a:extLst>
          </p:cNvPr>
          <p:cNvSpPr/>
          <p:nvPr/>
        </p:nvSpPr>
        <p:spPr>
          <a:xfrm>
            <a:off x="7790350" y="4730202"/>
            <a:ext cx="910800" cy="102712"/>
          </a:xfrm>
          <a:prstGeom prst="rect">
            <a:avLst/>
          </a:prstGeom>
          <a:solidFill>
            <a:schemeClr val="accent4">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298" name="Rectangle 297">
            <a:extLst>
              <a:ext uri="{FF2B5EF4-FFF2-40B4-BE49-F238E27FC236}">
                <a16:creationId xmlns:a16="http://schemas.microsoft.com/office/drawing/2014/main" id="{476FDDEF-1852-DE2C-7416-E2469962D809}"/>
              </a:ext>
            </a:extLst>
          </p:cNvPr>
          <p:cNvSpPr/>
          <p:nvPr/>
        </p:nvSpPr>
        <p:spPr>
          <a:xfrm>
            <a:off x="7783030" y="4149553"/>
            <a:ext cx="910800" cy="102712"/>
          </a:xfrm>
          <a:prstGeom prst="rect">
            <a:avLst/>
          </a:prstGeom>
          <a:solidFill>
            <a:srgbClr val="008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299" name="Rectangle 298">
            <a:extLst>
              <a:ext uri="{FF2B5EF4-FFF2-40B4-BE49-F238E27FC236}">
                <a16:creationId xmlns:a16="http://schemas.microsoft.com/office/drawing/2014/main" id="{FD922A03-6A77-AD90-37CD-129AB870332D}"/>
              </a:ext>
            </a:extLst>
          </p:cNvPr>
          <p:cNvSpPr/>
          <p:nvPr/>
        </p:nvSpPr>
        <p:spPr>
          <a:xfrm>
            <a:off x="7775710" y="3526372"/>
            <a:ext cx="910800" cy="102712"/>
          </a:xfrm>
          <a:prstGeom prst="rect">
            <a:avLst/>
          </a:prstGeom>
          <a:solidFill>
            <a:srgbClr val="008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lIns="91440" tIns="91440" r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100%</a:t>
            </a:r>
          </a:p>
        </p:txBody>
      </p:sp>
      <p:sp>
        <p:nvSpPr>
          <p:cNvPr id="2" name="Rectangle: Rounded Corners 1">
            <a:extLst>
              <a:ext uri="{FF2B5EF4-FFF2-40B4-BE49-F238E27FC236}">
                <a16:creationId xmlns:a16="http://schemas.microsoft.com/office/drawing/2014/main" id="{6670045F-218E-9C4B-BAFA-BE4BA781FFEE}"/>
              </a:ext>
            </a:extLst>
          </p:cNvPr>
          <p:cNvSpPr/>
          <p:nvPr/>
        </p:nvSpPr>
        <p:spPr>
          <a:xfrm>
            <a:off x="282457" y="4299288"/>
            <a:ext cx="3266052" cy="1352576"/>
          </a:xfrm>
          <a:prstGeom prst="roundRect">
            <a:avLst>
              <a:gd name="adj" fmla="val 8307"/>
            </a:avLst>
          </a:prstGeom>
          <a:noFill/>
          <a:ln w="3175">
            <a:solidFill>
              <a:schemeClr val="accent4">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a:ln>
                <a:noFill/>
              </a:ln>
              <a:solidFill>
                <a:srgbClr val="000000"/>
              </a:solidFill>
              <a:effectLst/>
              <a:uLnTx/>
              <a:uFillTx/>
              <a:latin typeface="Arial" panose="020B0604020202020204"/>
              <a:ea typeface="+mn-lt"/>
              <a:cs typeface="Calibri" panose="020F0502020204030204"/>
              <a:sym typeface="+mn-lt"/>
            </a:endParaRPr>
          </a:p>
        </p:txBody>
      </p:sp>
      <p:sp>
        <p:nvSpPr>
          <p:cNvPr id="4" name="Abgerundetes Rechteck 10">
            <a:extLst>
              <a:ext uri="{FF2B5EF4-FFF2-40B4-BE49-F238E27FC236}">
                <a16:creationId xmlns:a16="http://schemas.microsoft.com/office/drawing/2014/main" id="{D8A3AD68-F920-34C1-2BC4-3659EA9A122F}"/>
              </a:ext>
            </a:extLst>
          </p:cNvPr>
          <p:cNvSpPr/>
          <p:nvPr/>
        </p:nvSpPr>
        <p:spPr bwMode="auto">
          <a:xfrm>
            <a:off x="462762" y="5372395"/>
            <a:ext cx="1293044" cy="195285"/>
          </a:xfrm>
          <a:prstGeom prst="roundRect">
            <a:avLst/>
          </a:prstGeom>
          <a:noFill/>
          <a:ln w="3175" cap="flat" cmpd="sng" algn="ctr">
            <a:solidFill>
              <a:srgbClr val="000033"/>
            </a:solidFill>
            <a:prstDash val="solid"/>
            <a:round/>
            <a:headEnd type="none" w="med" len="med"/>
            <a:tailEnd type="none" w="med" len="med"/>
          </a:ln>
          <a:effectLst/>
        </p:spPr>
        <p:txBody>
          <a:bodyPr vert="horz" wrap="squar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de-DE" sz="800" b="1" i="0" u="none" strike="noStrike" kern="0" cap="none" spc="0" normalizeH="0" baseline="0" noProof="0">
                <a:ln>
                  <a:noFill/>
                </a:ln>
                <a:solidFill>
                  <a:srgbClr val="0090A0"/>
                </a:solidFill>
                <a:effectLst/>
                <a:uLnTx/>
                <a:uFillTx/>
                <a:latin typeface="Arial" panose="020B0604020202020204"/>
                <a:ea typeface="ヒラギノ角ゴ ProN W3" charset="0"/>
                <a:cs typeface="ヒラギノ角ゴ ProN W3" charset="0"/>
                <a:sym typeface="Gill Sans" charset="0"/>
              </a:rPr>
              <a:t>Role interviewed</a:t>
            </a:r>
            <a:endParaRPr kumimoji="0" lang="de-DE" sz="700" b="0" i="0" u="none" strike="noStrike" kern="0" cap="none" spc="0" normalizeH="0" baseline="0" noProof="0">
              <a:ln>
                <a:noFill/>
              </a:ln>
              <a:solidFill>
                <a:srgbClr val="0090A0"/>
              </a:solidFill>
              <a:effectLst/>
              <a:uLnTx/>
              <a:uFillTx/>
              <a:latin typeface="Arial" panose="020B0604020202020204"/>
              <a:ea typeface="+mn-ea"/>
              <a:cs typeface="+mn-cs"/>
              <a:sym typeface="Gill Sans" charset="0"/>
            </a:endParaRPr>
          </a:p>
        </p:txBody>
      </p:sp>
      <p:sp>
        <p:nvSpPr>
          <p:cNvPr id="6" name="Oval 5">
            <a:extLst>
              <a:ext uri="{FF2B5EF4-FFF2-40B4-BE49-F238E27FC236}">
                <a16:creationId xmlns:a16="http://schemas.microsoft.com/office/drawing/2014/main" id="{BF1CD279-F172-0414-D7D6-DFD41B7B8FE7}"/>
              </a:ext>
            </a:extLst>
          </p:cNvPr>
          <p:cNvSpPr/>
          <p:nvPr/>
        </p:nvSpPr>
        <p:spPr>
          <a:xfrm>
            <a:off x="482067" y="5009381"/>
            <a:ext cx="335715" cy="272799"/>
          </a:xfrm>
          <a:prstGeom prst="ellipse">
            <a:avLst/>
          </a:prstGeom>
          <a:solidFill>
            <a:schemeClr val="accent4">
              <a:lumMod val="60000"/>
              <a:lumOff val="40000"/>
            </a:schemeClr>
          </a:solidFill>
          <a:ln>
            <a:solidFill>
              <a:schemeClr val="accent4">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a:t>
            </a:r>
          </a:p>
        </p:txBody>
      </p:sp>
      <p:grpSp>
        <p:nvGrpSpPr>
          <p:cNvPr id="7" name="Group 6">
            <a:extLst>
              <a:ext uri="{FF2B5EF4-FFF2-40B4-BE49-F238E27FC236}">
                <a16:creationId xmlns:a16="http://schemas.microsoft.com/office/drawing/2014/main" id="{B2685605-9470-8B4A-8603-812D6F485441}"/>
              </a:ext>
            </a:extLst>
          </p:cNvPr>
          <p:cNvGrpSpPr/>
          <p:nvPr/>
        </p:nvGrpSpPr>
        <p:grpSpPr>
          <a:xfrm>
            <a:off x="462762" y="4525489"/>
            <a:ext cx="2956938" cy="406472"/>
            <a:chOff x="474239" y="4524248"/>
            <a:chExt cx="1871325" cy="308649"/>
          </a:xfrm>
        </p:grpSpPr>
        <p:sp>
          <p:nvSpPr>
            <p:cNvPr id="9" name="Abgerundetes Rechteck 6">
              <a:extLst>
                <a:ext uri="{FF2B5EF4-FFF2-40B4-BE49-F238E27FC236}">
                  <a16:creationId xmlns:a16="http://schemas.microsoft.com/office/drawing/2014/main" id="{95FE6C83-C2E4-63E9-6455-5FB8518562E1}"/>
                </a:ext>
              </a:extLst>
            </p:cNvPr>
            <p:cNvSpPr/>
            <p:nvPr/>
          </p:nvSpPr>
          <p:spPr bwMode="auto">
            <a:xfrm>
              <a:off x="474239" y="4524248"/>
              <a:ext cx="457200" cy="135508"/>
            </a:xfrm>
            <a:prstGeom prst="roundRect">
              <a:avLst/>
            </a:prstGeom>
            <a:gradFill>
              <a:gsLst>
                <a:gs pos="85000">
                  <a:schemeClr val="bg1"/>
                </a:gs>
                <a:gs pos="85000">
                  <a:srgbClr val="865E02"/>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Berwyn</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13" name="Abgerundetes Rechteck 6">
              <a:extLst>
                <a:ext uri="{FF2B5EF4-FFF2-40B4-BE49-F238E27FC236}">
                  <a16:creationId xmlns:a16="http://schemas.microsoft.com/office/drawing/2014/main" id="{0A84A342-390D-68CD-9371-8D0A81C1AA7B}"/>
                </a:ext>
              </a:extLst>
            </p:cNvPr>
            <p:cNvSpPr/>
            <p:nvPr/>
          </p:nvSpPr>
          <p:spPr bwMode="auto">
            <a:xfrm>
              <a:off x="945614" y="4524248"/>
              <a:ext cx="457200" cy="135508"/>
            </a:xfrm>
            <a:prstGeom prst="roundRect">
              <a:avLst/>
            </a:prstGeom>
            <a:gradFill>
              <a:gsLst>
                <a:gs pos="85000">
                  <a:schemeClr val="bg1"/>
                </a:gs>
                <a:gs pos="85000">
                  <a:srgbClr val="F37520"/>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Denver</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14" name="Abgerundetes Rechteck 6">
              <a:extLst>
                <a:ext uri="{FF2B5EF4-FFF2-40B4-BE49-F238E27FC236}">
                  <a16:creationId xmlns:a16="http://schemas.microsoft.com/office/drawing/2014/main" id="{58DA8911-D580-5F77-226B-37402CD17714}"/>
                </a:ext>
              </a:extLst>
            </p:cNvPr>
            <p:cNvSpPr/>
            <p:nvPr/>
          </p:nvSpPr>
          <p:spPr bwMode="auto">
            <a:xfrm>
              <a:off x="1416989" y="4524248"/>
              <a:ext cx="457200" cy="135508"/>
            </a:xfrm>
            <a:prstGeom prst="roundRect">
              <a:avLst/>
            </a:prstGeom>
            <a:gradFill>
              <a:gsLst>
                <a:gs pos="85000">
                  <a:schemeClr val="bg1"/>
                </a:gs>
                <a:gs pos="85000">
                  <a:srgbClr val="0090A0"/>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Raleigh</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15" name="Abgerundetes Rechteck 6">
              <a:extLst>
                <a:ext uri="{FF2B5EF4-FFF2-40B4-BE49-F238E27FC236}">
                  <a16:creationId xmlns:a16="http://schemas.microsoft.com/office/drawing/2014/main" id="{EE4B1497-7218-99F6-368F-08829D321F34}"/>
                </a:ext>
              </a:extLst>
            </p:cNvPr>
            <p:cNvSpPr/>
            <p:nvPr/>
          </p:nvSpPr>
          <p:spPr bwMode="auto">
            <a:xfrm>
              <a:off x="1888364" y="4524248"/>
              <a:ext cx="457200" cy="135508"/>
            </a:xfrm>
            <a:prstGeom prst="roundRect">
              <a:avLst/>
            </a:prstGeom>
            <a:gradFill>
              <a:gsLst>
                <a:gs pos="85000">
                  <a:schemeClr val="bg1"/>
                </a:gs>
                <a:gs pos="85000">
                  <a:srgbClr val="005F9E"/>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Trivandrum</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17" name="Abgerundetes Rechteck 6">
              <a:extLst>
                <a:ext uri="{FF2B5EF4-FFF2-40B4-BE49-F238E27FC236}">
                  <a16:creationId xmlns:a16="http://schemas.microsoft.com/office/drawing/2014/main" id="{A3E50A2E-B346-652A-7174-1D7ED5BA641E}"/>
                </a:ext>
              </a:extLst>
            </p:cNvPr>
            <p:cNvSpPr/>
            <p:nvPr/>
          </p:nvSpPr>
          <p:spPr bwMode="auto">
            <a:xfrm>
              <a:off x="475504" y="4697389"/>
              <a:ext cx="457200" cy="135508"/>
            </a:xfrm>
            <a:prstGeom prst="roundRect">
              <a:avLst/>
            </a:prstGeom>
            <a:gradFill>
              <a:gsLst>
                <a:gs pos="85000">
                  <a:schemeClr val="bg1"/>
                </a:gs>
                <a:gs pos="85000">
                  <a:schemeClr val="accent2"/>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Bangalore</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18" name="Abgerundetes Rechteck 6">
              <a:extLst>
                <a:ext uri="{FF2B5EF4-FFF2-40B4-BE49-F238E27FC236}">
                  <a16:creationId xmlns:a16="http://schemas.microsoft.com/office/drawing/2014/main" id="{951AFEAA-107C-5854-713D-D71F88F6B967}"/>
                </a:ext>
              </a:extLst>
            </p:cNvPr>
            <p:cNvSpPr/>
            <p:nvPr/>
          </p:nvSpPr>
          <p:spPr bwMode="auto">
            <a:xfrm>
              <a:off x="946879" y="4697389"/>
              <a:ext cx="457200" cy="135508"/>
            </a:xfrm>
            <a:prstGeom prst="roundRect">
              <a:avLst/>
            </a:prstGeom>
            <a:gradFill>
              <a:gsLst>
                <a:gs pos="85000">
                  <a:schemeClr val="bg1"/>
                </a:gs>
                <a:gs pos="85000">
                  <a:srgbClr val="595959"/>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Field (US)</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sp>
          <p:nvSpPr>
            <p:cNvPr id="19" name="Abgerundetes Rechteck 6">
              <a:extLst>
                <a:ext uri="{FF2B5EF4-FFF2-40B4-BE49-F238E27FC236}">
                  <a16:creationId xmlns:a16="http://schemas.microsoft.com/office/drawing/2014/main" id="{E20566CD-DD2B-18DF-CBD6-E2F44F8EEEEC}"/>
                </a:ext>
              </a:extLst>
            </p:cNvPr>
            <p:cNvSpPr/>
            <p:nvPr/>
          </p:nvSpPr>
          <p:spPr bwMode="auto">
            <a:xfrm>
              <a:off x="1418256" y="4697389"/>
              <a:ext cx="457200" cy="135508"/>
            </a:xfrm>
            <a:prstGeom prst="roundRect">
              <a:avLst/>
            </a:prstGeom>
            <a:gradFill>
              <a:gsLst>
                <a:gs pos="85000">
                  <a:schemeClr val="bg1"/>
                </a:gs>
                <a:gs pos="85000">
                  <a:srgbClr val="0D0D0D"/>
                </a:gs>
              </a:gsLst>
              <a:lin ang="0" scaled="1"/>
            </a:gradFill>
            <a:ln w="3175" cap="flat" cmpd="sng" algn="ctr">
              <a:solidFill>
                <a:srgbClr val="000033"/>
              </a:solidFill>
              <a:prstDash val="solid"/>
              <a:round/>
              <a:headEnd type="none" w="med" len="med"/>
              <a:tailEnd type="none" w="med" len="med"/>
            </a:ln>
            <a:effectLst/>
          </p:spPr>
          <p:txBody>
            <a:bodyPr vert="horz" wrap="none" lIns="64291" tIns="32146" rIns="64291" bIns="32146" numCol="1" rtlCol="0"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642915" rtl="0" eaLnBrk="1" fontAlgn="base" latinLnBrk="0" hangingPunct="1">
                <a:lnSpc>
                  <a:spcPct val="100000"/>
                </a:lnSpc>
                <a:spcBef>
                  <a:spcPct val="0"/>
                </a:spcBef>
                <a:spcAft>
                  <a:spcPct val="0"/>
                </a:spcAft>
                <a:buClrTx/>
                <a:buSzTx/>
                <a:buFontTx/>
                <a:buNone/>
                <a:tabLst/>
                <a:defRPr/>
              </a:pPr>
              <a:r>
                <a:rPr kumimoji="0" lang="it-IT" sz="700" b="0" i="0" u="none" strike="noStrike" kern="1200" cap="none" spc="0" normalizeH="0" baseline="0" noProof="0">
                  <a:ln>
                    <a:noFill/>
                  </a:ln>
                  <a:solidFill>
                    <a:srgbClr val="000000"/>
                  </a:solidFill>
                  <a:effectLst/>
                  <a:uLnTx/>
                  <a:uFillTx/>
                  <a:latin typeface="Arial" panose="020B0604020202020204"/>
                  <a:ea typeface="ヒラギノ角ゴ ProN W3" charset="0"/>
                  <a:cs typeface="ヒラギノ角ゴ ProN W3" charset="0"/>
                  <a:sym typeface="Gill Sans" charset="0"/>
                </a:rPr>
                <a:t>Field (IN)</a:t>
              </a:r>
              <a:endParaRPr kumimoji="0" lang="en-IN" sz="600" b="0" i="0" u="none" strike="noStrike" kern="1200" cap="none" spc="0" normalizeH="0" baseline="0" noProof="0">
                <a:ln>
                  <a:noFill/>
                </a:ln>
                <a:solidFill>
                  <a:srgbClr val="000000"/>
                </a:solidFill>
                <a:effectLst/>
                <a:uLnTx/>
                <a:uFillTx/>
                <a:latin typeface="Arial" panose="020B0604020202020204"/>
                <a:ea typeface="+mn-ea"/>
                <a:cs typeface="+mn-cs"/>
                <a:sym typeface="Gill Sans" charset="0"/>
              </a:endParaRPr>
            </a:p>
          </p:txBody>
        </p:sp>
      </p:grpSp>
      <p:sp>
        <p:nvSpPr>
          <p:cNvPr id="20" name="Rectangle 19">
            <a:extLst>
              <a:ext uri="{FF2B5EF4-FFF2-40B4-BE49-F238E27FC236}">
                <a16:creationId xmlns:a16="http://schemas.microsoft.com/office/drawing/2014/main" id="{8440252D-721E-0BF5-717F-CEFF38D28D32}"/>
              </a:ext>
            </a:extLst>
          </p:cNvPr>
          <p:cNvSpPr/>
          <p:nvPr/>
        </p:nvSpPr>
        <p:spPr>
          <a:xfrm>
            <a:off x="2407787" y="5069955"/>
            <a:ext cx="1024128" cy="178457"/>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700" b="0" i="0" u="none" strike="noStrike" kern="1200" cap="none" spc="0" normalizeH="0" baseline="0" noProof="0" err="1">
                <a:ln>
                  <a:noFill/>
                </a:ln>
                <a:solidFill>
                  <a:srgbClr val="FFFFFF"/>
                </a:solidFill>
                <a:effectLst/>
                <a:uLnTx/>
                <a:uFillTx/>
                <a:latin typeface="Arial" panose="020B0604020202020204"/>
                <a:ea typeface="+mn-ea"/>
                <a:cs typeface="+mn-cs"/>
              </a:rPr>
              <a:t>Yodlee</a:t>
            </a:r>
            <a:r>
              <a:rPr kumimoji="0" lang="en-IN" sz="700" b="0" i="0" u="none" strike="noStrike" kern="1200" cap="none" spc="0" normalizeH="0" baseline="0" noProof="0">
                <a:ln>
                  <a:noFill/>
                </a:ln>
                <a:solidFill>
                  <a:srgbClr val="FFFFFF"/>
                </a:solidFill>
                <a:effectLst/>
                <a:uLnTx/>
                <a:uFillTx/>
                <a:latin typeface="Arial" panose="020B0604020202020204"/>
                <a:ea typeface="+mn-ea"/>
                <a:cs typeface="+mn-cs"/>
              </a:rPr>
              <a:t> Efforts</a:t>
            </a:r>
          </a:p>
        </p:txBody>
      </p:sp>
      <p:sp>
        <p:nvSpPr>
          <p:cNvPr id="21" name="Rectangle 20">
            <a:extLst>
              <a:ext uri="{FF2B5EF4-FFF2-40B4-BE49-F238E27FC236}">
                <a16:creationId xmlns:a16="http://schemas.microsoft.com/office/drawing/2014/main" id="{DED809E2-E9D7-EBD3-C32E-1D6D7EFF1356}"/>
              </a:ext>
            </a:extLst>
          </p:cNvPr>
          <p:cNvSpPr/>
          <p:nvPr/>
        </p:nvSpPr>
        <p:spPr>
          <a:xfrm>
            <a:off x="346888" y="4373436"/>
            <a:ext cx="615505" cy="1265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Arial" panose="020B0604020202020204"/>
                <a:ea typeface="+mn-ea"/>
                <a:cs typeface="+mn-cs"/>
              </a:rPr>
              <a:t>Location</a:t>
            </a:r>
            <a:endParaRPr kumimoji="0" lang="en-US" sz="700" b="1"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 name="Rectangle 21">
            <a:extLst>
              <a:ext uri="{FF2B5EF4-FFF2-40B4-BE49-F238E27FC236}">
                <a16:creationId xmlns:a16="http://schemas.microsoft.com/office/drawing/2014/main" id="{D044A771-C491-1FB7-D7EB-E46C9A51551E}"/>
              </a:ext>
            </a:extLst>
          </p:cNvPr>
          <p:cNvSpPr/>
          <p:nvPr/>
        </p:nvSpPr>
        <p:spPr>
          <a:xfrm>
            <a:off x="888274" y="5069956"/>
            <a:ext cx="1019360" cy="178456"/>
          </a:xfrm>
          <a:prstGeom prst="rect">
            <a:avLst/>
          </a:prstGeom>
          <a:solidFill>
            <a:srgbClr val="2CABFF"/>
          </a:solidFill>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700" b="0" i="0" u="none" strike="noStrike" kern="1200" cap="none" spc="0" normalizeH="0" baseline="0" noProof="0">
                <a:ln>
                  <a:noFill/>
                </a:ln>
                <a:solidFill>
                  <a:srgbClr val="FFFFFF"/>
                </a:solidFill>
                <a:effectLst/>
                <a:uLnTx/>
                <a:uFillTx/>
                <a:latin typeface="Arial" panose="020B0604020202020204"/>
                <a:ea typeface="+mn-ea"/>
                <a:cs typeface="+mn-cs"/>
              </a:rPr>
              <a:t>Part-Time Efforts</a:t>
            </a:r>
          </a:p>
        </p:txBody>
      </p:sp>
      <p:sp>
        <p:nvSpPr>
          <p:cNvPr id="23" name="Oval 22">
            <a:extLst>
              <a:ext uri="{FF2B5EF4-FFF2-40B4-BE49-F238E27FC236}">
                <a16:creationId xmlns:a16="http://schemas.microsoft.com/office/drawing/2014/main" id="{DF31098B-AA9C-9A70-49CA-4F22D8C48E87}"/>
              </a:ext>
            </a:extLst>
          </p:cNvPr>
          <p:cNvSpPr/>
          <p:nvPr/>
        </p:nvSpPr>
        <p:spPr>
          <a:xfrm>
            <a:off x="1978555" y="5009381"/>
            <a:ext cx="335715" cy="272799"/>
          </a:xfrm>
          <a:prstGeom prst="ellipse">
            <a:avLst/>
          </a:prstGeom>
          <a:solidFill>
            <a:schemeClr val="accent6"/>
          </a:solidFill>
          <a:ln>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Arial" panose="020B0604020202020204"/>
                <a:ea typeface="+mn-ea"/>
                <a:cs typeface="+mn-cs"/>
              </a:rPr>
              <a:t>#%</a:t>
            </a:r>
          </a:p>
        </p:txBody>
      </p:sp>
    </p:spTree>
    <p:extLst>
      <p:ext uri="{BB962C8B-B14F-4D97-AF65-F5344CB8AC3E}">
        <p14:creationId xmlns:p14="http://schemas.microsoft.com/office/powerpoint/2010/main" val="25682604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B72AD5-DF89-BA84-F318-8BC1E08CB4FF}"/>
              </a:ext>
            </a:extLst>
          </p:cNvPr>
          <p:cNvSpPr>
            <a:spLocks noGrp="1"/>
          </p:cNvSpPr>
          <p:nvPr>
            <p:ph type="title"/>
          </p:nvPr>
        </p:nvSpPr>
        <p:spPr/>
        <p:txBody>
          <a:bodyPr/>
          <a:lstStyle/>
          <a:p>
            <a:r>
              <a:rPr lang="en-US"/>
              <a:t>Maturity Assessment (1/2)</a:t>
            </a:r>
            <a:endParaRPr lang="en-IN"/>
          </a:p>
        </p:txBody>
      </p:sp>
      <p:sp>
        <p:nvSpPr>
          <p:cNvPr id="5" name="Slide Number Placeholder 4">
            <a:extLst>
              <a:ext uri="{FF2B5EF4-FFF2-40B4-BE49-F238E27FC236}">
                <a16:creationId xmlns:a16="http://schemas.microsoft.com/office/drawing/2014/main" id="{D18EC813-7BFA-9CB8-E86B-79FE8C814E31}"/>
              </a:ext>
            </a:extLst>
          </p:cNvPr>
          <p:cNvSpPr>
            <a:spLocks noGrp="1"/>
          </p:cNvSpPr>
          <p:nvPr>
            <p:ph type="sldNum" sz="quarter" idx="12"/>
          </p:nvPr>
        </p:nvSpPr>
        <p:spPr/>
        <p:txBody>
          <a:bodyPr/>
          <a:lstStyle/>
          <a:p>
            <a:fld id="{94FCA0F3-9F3A-694B-99BB-0E592A797735}" type="slidenum">
              <a:rPr lang="en-US" smtClean="0"/>
              <a:t>91</a:t>
            </a:fld>
            <a:endParaRPr lang="en-US"/>
          </a:p>
        </p:txBody>
      </p:sp>
      <p:sp>
        <p:nvSpPr>
          <p:cNvPr id="6" name="Date Placeholder 5">
            <a:extLst>
              <a:ext uri="{FF2B5EF4-FFF2-40B4-BE49-F238E27FC236}">
                <a16:creationId xmlns:a16="http://schemas.microsoft.com/office/drawing/2014/main" id="{66FA6758-7DFE-54CA-294C-CDF988127EFD}"/>
              </a:ext>
            </a:extLst>
          </p:cNvPr>
          <p:cNvSpPr>
            <a:spLocks noGrp="1"/>
          </p:cNvSpPr>
          <p:nvPr>
            <p:ph type="dt" sz="half" idx="10"/>
          </p:nvPr>
        </p:nvSpPr>
        <p:spPr/>
        <p:txBody>
          <a:bodyPr/>
          <a:lstStyle/>
          <a:p>
            <a:fld id="{707BB8D3-E977-486D-B7F5-84516BB0299D}" type="datetime1">
              <a:rPr lang="en-US" smtClean="0"/>
              <a:t>9/19/2025</a:t>
            </a:fld>
            <a:endParaRPr lang="en-US"/>
          </a:p>
        </p:txBody>
      </p:sp>
      <p:sp>
        <p:nvSpPr>
          <p:cNvPr id="8" name="SmartArt Placeholder 7">
            <a:extLst>
              <a:ext uri="{FF2B5EF4-FFF2-40B4-BE49-F238E27FC236}">
                <a16:creationId xmlns:a16="http://schemas.microsoft.com/office/drawing/2014/main" id="{23011D49-CC5D-784E-BE23-DBA6800B82A0}"/>
              </a:ext>
            </a:extLst>
          </p:cNvPr>
          <p:cNvSpPr>
            <a:spLocks noGrp="1"/>
          </p:cNvSpPr>
          <p:nvPr>
            <p:ph type="dgm" sz="quarter" idx="17"/>
          </p:nvPr>
        </p:nvSpPr>
        <p:spPr/>
        <p:txBody>
          <a:bodyPr/>
          <a:lstStyle/>
          <a:p>
            <a:endParaRPr lang="en-IN"/>
          </a:p>
        </p:txBody>
      </p:sp>
      <p:pic>
        <p:nvPicPr>
          <p:cNvPr id="10" name="Picture 9">
            <a:extLst>
              <a:ext uri="{FF2B5EF4-FFF2-40B4-BE49-F238E27FC236}">
                <a16:creationId xmlns:a16="http://schemas.microsoft.com/office/drawing/2014/main" id="{8284338A-7CFB-3861-361E-0D6E20B28D8B}"/>
              </a:ext>
            </a:extLst>
          </p:cNvPr>
          <p:cNvPicPr>
            <a:picLocks noChangeAspect="1"/>
          </p:cNvPicPr>
          <p:nvPr/>
        </p:nvPicPr>
        <p:blipFill>
          <a:blip r:embed="rId2"/>
          <a:stretch>
            <a:fillRect/>
          </a:stretch>
        </p:blipFill>
        <p:spPr>
          <a:xfrm>
            <a:off x="740296" y="1434979"/>
            <a:ext cx="10160137" cy="4889250"/>
          </a:xfrm>
          <a:prstGeom prst="rect">
            <a:avLst/>
          </a:prstGeom>
        </p:spPr>
      </p:pic>
    </p:spTree>
    <p:extLst>
      <p:ext uri="{BB962C8B-B14F-4D97-AF65-F5344CB8AC3E}">
        <p14:creationId xmlns:p14="http://schemas.microsoft.com/office/powerpoint/2010/main" val="357495083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3C9DE9-F9DA-A24F-9ADE-FF6AB08C1908}"/>
              </a:ext>
            </a:extLst>
          </p:cNvPr>
          <p:cNvSpPr>
            <a:spLocks noGrp="1"/>
          </p:cNvSpPr>
          <p:nvPr>
            <p:ph type="title"/>
          </p:nvPr>
        </p:nvSpPr>
        <p:spPr/>
        <p:txBody>
          <a:bodyPr/>
          <a:lstStyle/>
          <a:p>
            <a:r>
              <a:rPr lang="en-US"/>
              <a:t>Maturity Assessment (2/2)</a:t>
            </a:r>
            <a:endParaRPr lang="en-IN"/>
          </a:p>
        </p:txBody>
      </p:sp>
      <p:sp>
        <p:nvSpPr>
          <p:cNvPr id="5" name="Slide Number Placeholder 4">
            <a:extLst>
              <a:ext uri="{FF2B5EF4-FFF2-40B4-BE49-F238E27FC236}">
                <a16:creationId xmlns:a16="http://schemas.microsoft.com/office/drawing/2014/main" id="{5CEE7C3A-C507-CFDD-31F5-FD3F0AA4D625}"/>
              </a:ext>
            </a:extLst>
          </p:cNvPr>
          <p:cNvSpPr>
            <a:spLocks noGrp="1"/>
          </p:cNvSpPr>
          <p:nvPr>
            <p:ph type="sldNum" sz="quarter" idx="12"/>
          </p:nvPr>
        </p:nvSpPr>
        <p:spPr/>
        <p:txBody>
          <a:bodyPr/>
          <a:lstStyle/>
          <a:p>
            <a:fld id="{94FCA0F3-9F3A-694B-99BB-0E592A797735}" type="slidenum">
              <a:rPr lang="en-US" smtClean="0"/>
              <a:t>92</a:t>
            </a:fld>
            <a:endParaRPr lang="en-US"/>
          </a:p>
        </p:txBody>
      </p:sp>
      <p:sp>
        <p:nvSpPr>
          <p:cNvPr id="6" name="Date Placeholder 5">
            <a:extLst>
              <a:ext uri="{FF2B5EF4-FFF2-40B4-BE49-F238E27FC236}">
                <a16:creationId xmlns:a16="http://schemas.microsoft.com/office/drawing/2014/main" id="{1409B949-09AC-3719-2F6C-CBD26474D9C4}"/>
              </a:ext>
            </a:extLst>
          </p:cNvPr>
          <p:cNvSpPr>
            <a:spLocks noGrp="1"/>
          </p:cNvSpPr>
          <p:nvPr>
            <p:ph type="dt" sz="half" idx="10"/>
          </p:nvPr>
        </p:nvSpPr>
        <p:spPr/>
        <p:txBody>
          <a:bodyPr/>
          <a:lstStyle/>
          <a:p>
            <a:fld id="{D4704C90-DCAE-4987-9D44-916DB93D4B6F}" type="datetime1">
              <a:rPr lang="en-US" smtClean="0"/>
              <a:t>9/19/2025</a:t>
            </a:fld>
            <a:endParaRPr lang="en-US"/>
          </a:p>
        </p:txBody>
      </p:sp>
      <p:sp>
        <p:nvSpPr>
          <p:cNvPr id="8" name="SmartArt Placeholder 7">
            <a:extLst>
              <a:ext uri="{FF2B5EF4-FFF2-40B4-BE49-F238E27FC236}">
                <a16:creationId xmlns:a16="http://schemas.microsoft.com/office/drawing/2014/main" id="{058A60B1-F15D-0271-E237-8ACF2FE74093}"/>
              </a:ext>
            </a:extLst>
          </p:cNvPr>
          <p:cNvSpPr>
            <a:spLocks noGrp="1"/>
          </p:cNvSpPr>
          <p:nvPr>
            <p:ph type="dgm" sz="quarter" idx="17"/>
          </p:nvPr>
        </p:nvSpPr>
        <p:spPr/>
        <p:txBody>
          <a:bodyPr/>
          <a:lstStyle/>
          <a:p>
            <a:endParaRPr lang="en-IN"/>
          </a:p>
        </p:txBody>
      </p:sp>
      <p:pic>
        <p:nvPicPr>
          <p:cNvPr id="10" name="Picture 9">
            <a:extLst>
              <a:ext uri="{FF2B5EF4-FFF2-40B4-BE49-F238E27FC236}">
                <a16:creationId xmlns:a16="http://schemas.microsoft.com/office/drawing/2014/main" id="{5EA74416-E584-FBBF-9C75-DC0E5C0D388F}"/>
              </a:ext>
            </a:extLst>
          </p:cNvPr>
          <p:cNvPicPr>
            <a:picLocks noChangeAspect="1"/>
          </p:cNvPicPr>
          <p:nvPr/>
        </p:nvPicPr>
        <p:blipFill>
          <a:blip r:embed="rId2"/>
          <a:stretch>
            <a:fillRect/>
          </a:stretch>
        </p:blipFill>
        <p:spPr>
          <a:xfrm>
            <a:off x="1063366" y="1393312"/>
            <a:ext cx="10266049" cy="4906035"/>
          </a:xfrm>
          <a:prstGeom prst="rect">
            <a:avLst/>
          </a:prstGeom>
        </p:spPr>
      </p:pic>
    </p:spTree>
    <p:extLst>
      <p:ext uri="{BB962C8B-B14F-4D97-AF65-F5344CB8AC3E}">
        <p14:creationId xmlns:p14="http://schemas.microsoft.com/office/powerpoint/2010/main" val="428142698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0E72FC-D3FB-F783-9D1E-6357E9043A9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768BC7E-FC61-401D-0495-A67448C920D3}"/>
              </a:ext>
            </a:extLst>
          </p:cNvPr>
          <p:cNvSpPr>
            <a:spLocks noGrp="1"/>
          </p:cNvSpPr>
          <p:nvPr>
            <p:ph type="title"/>
          </p:nvPr>
        </p:nvSpPr>
        <p:spPr>
          <a:xfrm>
            <a:off x="609600" y="274320"/>
            <a:ext cx="10972800" cy="731520"/>
          </a:xfrm>
        </p:spPr>
        <p:txBody>
          <a:bodyPr/>
          <a:lstStyle/>
          <a:p>
            <a:r>
              <a:rPr lang="en-IN" noProof="0"/>
              <a:t>A maturity assessment can be done for RTR as an EY differentiator around various operational levers</a:t>
            </a:r>
            <a:endParaRPr lang="en-US" noProof="0"/>
          </a:p>
        </p:txBody>
      </p:sp>
      <p:sp>
        <p:nvSpPr>
          <p:cNvPr id="5" name="Slide Number Placeholder 4">
            <a:extLst>
              <a:ext uri="{FF2B5EF4-FFF2-40B4-BE49-F238E27FC236}">
                <a16:creationId xmlns:a16="http://schemas.microsoft.com/office/drawing/2014/main" id="{908C22B2-05AF-DAC5-E3E9-DC1E24E71F96}"/>
              </a:ext>
            </a:extLst>
          </p:cNvPr>
          <p:cNvSpPr>
            <a:spLocks noGrp="1"/>
          </p:cNvSpPr>
          <p:nvPr>
            <p:ph type="sldNum" sz="quarter" idx="12"/>
          </p:nvPr>
        </p:nvSpPr>
        <p:spPr/>
        <p:txBody>
          <a:bodyPr/>
          <a:lstStyle/>
          <a:p>
            <a:fld id="{94FCA0F3-9F3A-694B-99BB-0E592A797735}" type="slidenum">
              <a:rPr lang="en-US" noProof="0" smtClean="0"/>
              <a:t>93</a:t>
            </a:fld>
            <a:endParaRPr lang="en-US" noProof="0"/>
          </a:p>
        </p:txBody>
      </p:sp>
      <p:sp>
        <p:nvSpPr>
          <p:cNvPr id="6" name="Date Placeholder 5">
            <a:extLst>
              <a:ext uri="{FF2B5EF4-FFF2-40B4-BE49-F238E27FC236}">
                <a16:creationId xmlns:a16="http://schemas.microsoft.com/office/drawing/2014/main" id="{0029316C-6765-6AB4-285E-C54875480788}"/>
              </a:ext>
            </a:extLst>
          </p:cNvPr>
          <p:cNvSpPr>
            <a:spLocks noGrp="1"/>
          </p:cNvSpPr>
          <p:nvPr>
            <p:ph type="dt" sz="half" idx="10"/>
          </p:nvPr>
        </p:nvSpPr>
        <p:spPr/>
        <p:txBody>
          <a:bodyPr/>
          <a:lstStyle/>
          <a:p>
            <a:fld id="{F3772E00-D7F7-40FD-832D-6C39A8B43411}" type="datetime1">
              <a:rPr lang="en-US" noProof="0" smtClean="0"/>
              <a:t>9/19/2025</a:t>
            </a:fld>
            <a:endParaRPr lang="en-US" noProof="0"/>
          </a:p>
        </p:txBody>
      </p:sp>
      <p:graphicFrame>
        <p:nvGraphicFramePr>
          <p:cNvPr id="7" name="Table 3">
            <a:extLst>
              <a:ext uri="{FF2B5EF4-FFF2-40B4-BE49-F238E27FC236}">
                <a16:creationId xmlns:a16="http://schemas.microsoft.com/office/drawing/2014/main" id="{3868C925-73F9-741C-111F-6379483FD162}"/>
              </a:ext>
            </a:extLst>
          </p:cNvPr>
          <p:cNvGraphicFramePr>
            <a:graphicFrameLocks noGrp="1"/>
          </p:cNvGraphicFramePr>
          <p:nvPr>
            <p:extLst>
              <p:ext uri="{D42A27DB-BD31-4B8C-83A1-F6EECF244321}">
                <p14:modId xmlns:p14="http://schemas.microsoft.com/office/powerpoint/2010/main" val="1180652307"/>
              </p:ext>
            </p:extLst>
          </p:nvPr>
        </p:nvGraphicFramePr>
        <p:xfrm>
          <a:off x="609600" y="1143000"/>
          <a:ext cx="10972800" cy="5074920"/>
        </p:xfrm>
        <a:graphic>
          <a:graphicData uri="http://schemas.openxmlformats.org/drawingml/2006/table">
            <a:tbl>
              <a:tblPr firstRow="1" bandRow="1">
                <a:tableStyleId>{5C22544A-7EE6-4342-B048-85BDC9FD1C3A}</a:tableStyleId>
              </a:tblPr>
              <a:tblGrid>
                <a:gridCol w="1143000">
                  <a:extLst>
                    <a:ext uri="{9D8B030D-6E8A-4147-A177-3AD203B41FA5}">
                      <a16:colId xmlns:a16="http://schemas.microsoft.com/office/drawing/2014/main" val="767522128"/>
                    </a:ext>
                  </a:extLst>
                </a:gridCol>
                <a:gridCol w="1965960">
                  <a:extLst>
                    <a:ext uri="{9D8B030D-6E8A-4147-A177-3AD203B41FA5}">
                      <a16:colId xmlns:a16="http://schemas.microsoft.com/office/drawing/2014/main" val="1592901989"/>
                    </a:ext>
                  </a:extLst>
                </a:gridCol>
                <a:gridCol w="1965960">
                  <a:extLst>
                    <a:ext uri="{9D8B030D-6E8A-4147-A177-3AD203B41FA5}">
                      <a16:colId xmlns:a16="http://schemas.microsoft.com/office/drawing/2014/main" val="2385148149"/>
                    </a:ext>
                  </a:extLst>
                </a:gridCol>
                <a:gridCol w="1965960">
                  <a:extLst>
                    <a:ext uri="{9D8B030D-6E8A-4147-A177-3AD203B41FA5}">
                      <a16:colId xmlns:a16="http://schemas.microsoft.com/office/drawing/2014/main" val="3550942390"/>
                    </a:ext>
                  </a:extLst>
                </a:gridCol>
                <a:gridCol w="1965960">
                  <a:extLst>
                    <a:ext uri="{9D8B030D-6E8A-4147-A177-3AD203B41FA5}">
                      <a16:colId xmlns:a16="http://schemas.microsoft.com/office/drawing/2014/main" val="3026529622"/>
                    </a:ext>
                  </a:extLst>
                </a:gridCol>
                <a:gridCol w="1965960">
                  <a:extLst>
                    <a:ext uri="{9D8B030D-6E8A-4147-A177-3AD203B41FA5}">
                      <a16:colId xmlns:a16="http://schemas.microsoft.com/office/drawing/2014/main" val="2492449480"/>
                    </a:ext>
                  </a:extLst>
                </a:gridCol>
              </a:tblGrid>
              <a:tr h="365760">
                <a:tc>
                  <a:txBody>
                    <a:bodyPr/>
                    <a:lstStyle/>
                    <a:p>
                      <a:endParaRPr lang="en-US" sz="1400">
                        <a:latin typeface="EYInterstate" panose="02000503020000020004" pitchFamily="2" charset="0"/>
                      </a:endParaRPr>
                    </a:p>
                  </a:txBody>
                  <a:tcPr marL="45720" marR="45720" marT="9144" marB="9144" anchor="ctr">
                    <a:lnL w="1270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1300" b="1">
                          <a:solidFill>
                            <a:schemeClr val="bg1"/>
                          </a:solidFill>
                          <a:latin typeface="EYInterstate" panose="02000503020000020004" pitchFamily="2" charset="0"/>
                        </a:rPr>
                        <a:t>Basic</a:t>
                      </a:r>
                    </a:p>
                  </a:txBody>
                  <a:tcPr marL="45720" marR="45720" marT="9144" marB="9144" anchor="ctr">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1300" b="1">
                          <a:solidFill>
                            <a:schemeClr val="bg1"/>
                          </a:solidFill>
                          <a:latin typeface="EYInterstate" panose="02000503020000020004" pitchFamily="2" charset="0"/>
                        </a:rPr>
                        <a:t>Developing</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1300" b="1">
                          <a:solidFill>
                            <a:schemeClr val="bg1"/>
                          </a:solidFill>
                          <a:latin typeface="EYInterstate" panose="02000503020000020004" pitchFamily="2" charset="0"/>
                        </a:rPr>
                        <a:t>Established</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1300" b="1">
                          <a:solidFill>
                            <a:schemeClr val="bg1"/>
                          </a:solidFill>
                          <a:latin typeface="EYInterstate" panose="02000503020000020004" pitchFamily="2" charset="0"/>
                        </a:rPr>
                        <a:t>Advanced</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algn="ctr"/>
                      <a:r>
                        <a:rPr lang="en-US" sz="1300" b="1">
                          <a:solidFill>
                            <a:schemeClr val="bg1"/>
                          </a:solidFill>
                          <a:latin typeface="EYInterstate" panose="02000503020000020004" pitchFamily="2" charset="0"/>
                        </a:rPr>
                        <a:t>Leading</a:t>
                      </a:r>
                    </a:p>
                  </a:txBody>
                  <a:tcPr marL="45720" marR="45720" marT="9144" marB="9144" anchor="ctr">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tx2"/>
                    </a:solidFill>
                  </a:tcPr>
                </a:tc>
                <a:extLst>
                  <a:ext uri="{0D108BD9-81ED-4DB2-BD59-A6C34878D82A}">
                    <a16:rowId xmlns:a16="http://schemas.microsoft.com/office/drawing/2014/main" val="3521006512"/>
                  </a:ext>
                </a:extLst>
              </a:tr>
              <a:tr h="777240">
                <a:tc>
                  <a:txBody>
                    <a:bodyPr/>
                    <a:lstStyle/>
                    <a:p>
                      <a:pPr algn="ctr"/>
                      <a:r>
                        <a:rPr lang="en-US" sz="1100" b="1">
                          <a:solidFill>
                            <a:schemeClr val="tx1"/>
                          </a:solidFill>
                          <a:latin typeface="+mn-lt"/>
                        </a:rPr>
                        <a:t>Process &amp; Controls</a:t>
                      </a:r>
                    </a:p>
                  </a:txBody>
                  <a:tcPr marL="45720" marR="45720" marT="9144" marB="9144"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No formal close calendar(s) or cut-offs</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Processes are inconsistent and undocumented</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Financial Statements are prepared in Excel</a:t>
                      </a:r>
                    </a:p>
                  </a:txBody>
                  <a:tcPr marL="45720" marR="45720" marT="9144" marB="9144" anchor="ctr">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Multiple close calendars and cut-offs in place monitored locally</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Processes are documented but not consistently applied</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Multiple close calendars, but cut-offs/deadlines are standardized</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System runs Financial Statements, but manual adjustments are required</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A common close calendar is in place</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Processes are adhered to consistently and monitored</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Some Financial Statement preparation is automated</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A single, closely monitored, close calendar with close is in use</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All Financial Statement preparation and distribution is automated</a:t>
                      </a:r>
                    </a:p>
                  </a:txBody>
                  <a:tcPr marL="45720" marR="45720" marT="9144" marB="9144" anchor="ctr">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866375602"/>
                  </a:ext>
                </a:extLst>
              </a:tr>
              <a:tr h="685800">
                <a:tc>
                  <a:txBody>
                    <a:bodyPr/>
                    <a:lstStyle/>
                    <a:p>
                      <a:pPr algn="ctr"/>
                      <a:r>
                        <a:rPr lang="en-US" sz="1100" b="1">
                          <a:solidFill>
                            <a:schemeClr val="tx1"/>
                          </a:solidFill>
                          <a:latin typeface="+mn-lt"/>
                        </a:rPr>
                        <a:t>Policy</a:t>
                      </a:r>
                    </a:p>
                  </a:txBody>
                  <a:tcPr marL="45720" marR="45720" marT="9144" marB="9144"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Set at local level for local business need; no central oversight and no or limited monitoring</a:t>
                      </a:r>
                    </a:p>
                  </a:txBody>
                  <a:tcPr marL="45720" marR="45720" marT="9144" marB="9144" anchor="ctr">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Set at local level with some consistency due to informal networking or divisional alignment; limited monitoring</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Set at division level and applied consistently at division level with policies monitored regularly</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Defined centrally and mandated / applied consistently at all divisions; Each policy is monitored regularly with key controls</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Common policies that are understood, enforced and aligned to overall strategy</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Robust account risk assessment policy </a:t>
                      </a:r>
                    </a:p>
                  </a:txBody>
                  <a:tcPr marL="45720" marR="45720" marT="9144" marB="9144" anchor="ctr">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bg1">
                        <a:lumMod val="10000"/>
                        <a:lumOff val="90000"/>
                      </a:schemeClr>
                    </a:solidFill>
                  </a:tcPr>
                </a:tc>
                <a:extLst>
                  <a:ext uri="{0D108BD9-81ED-4DB2-BD59-A6C34878D82A}">
                    <a16:rowId xmlns:a16="http://schemas.microsoft.com/office/drawing/2014/main" val="1480920372"/>
                  </a:ext>
                </a:extLst>
              </a:tr>
              <a:tr h="777240">
                <a:tc>
                  <a:txBody>
                    <a:bodyPr/>
                    <a:lstStyle/>
                    <a:p>
                      <a:pPr algn="ctr"/>
                      <a:r>
                        <a:rPr lang="en-US" sz="1100" b="1">
                          <a:solidFill>
                            <a:schemeClr val="tx1"/>
                          </a:solidFill>
                          <a:latin typeface="+mn-lt"/>
                        </a:rPr>
                        <a:t>Data</a:t>
                      </a:r>
                    </a:p>
                  </a:txBody>
                  <a:tcPr marL="45720" marR="45720" marT="9144" marB="9144"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Multiple COAs in use with inconsistent definition</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endParaRPr kumimoji="0" lang="en-US" sz="800" b="0" i="0" u="none" strike="noStrike" kern="0" cap="none" spc="0" normalizeH="0" baseline="0">
                        <a:ln>
                          <a:noFill/>
                        </a:ln>
                        <a:solidFill>
                          <a:prstClr val="black"/>
                        </a:solidFill>
                        <a:effectLst/>
                        <a:uLnTx/>
                        <a:uFillTx/>
                        <a:latin typeface="+mn-lt"/>
                        <a:ea typeface="+mn-ea"/>
                        <a:cs typeface="+mn-cs"/>
                      </a:endParaRPr>
                    </a:p>
                  </a:txBody>
                  <a:tcPr marL="45720" marR="45720" marT="9144" marB="9144" anchor="ctr">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Multiple COAs in use with consistent definitions</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Single master data systems within business units; some manual procedures to interface</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Common COA in use but limited rationalization of number of accounts</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Standard, appropriately structured COA and governance process in place</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endParaRPr kumimoji="0" lang="en-US" sz="800" b="0" i="0" u="none" strike="noStrike" kern="0" cap="none" spc="0" normalizeH="0" baseline="0">
                        <a:ln>
                          <a:noFill/>
                        </a:ln>
                        <a:solidFill>
                          <a:prstClr val="black"/>
                        </a:solidFill>
                        <a:effectLst/>
                        <a:uLnTx/>
                        <a:uFillTx/>
                        <a:latin typeface="+mn-lt"/>
                        <a:ea typeface="+mn-ea"/>
                        <a:cs typeface="+mn-cs"/>
                      </a:endParaRP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Single, rationalized COA that optimizes module/sub-ledger functionality and strong governance process</a:t>
                      </a:r>
                    </a:p>
                  </a:txBody>
                  <a:tcPr marL="45720" marR="45720" marT="9144" marB="9144" anchor="ctr">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1090532211"/>
                  </a:ext>
                </a:extLst>
              </a:tr>
              <a:tr h="777240">
                <a:tc>
                  <a:txBody>
                    <a:bodyPr/>
                    <a:lstStyle/>
                    <a:p>
                      <a:pPr algn="ctr"/>
                      <a:r>
                        <a:rPr lang="en-US" sz="1100" b="1">
                          <a:solidFill>
                            <a:schemeClr val="tx1"/>
                          </a:solidFill>
                          <a:latin typeface="+mn-lt"/>
                        </a:rPr>
                        <a:t>Performance Measurement</a:t>
                      </a:r>
                    </a:p>
                  </a:txBody>
                  <a:tcPr marL="45720" marR="45720" marT="9144" marB="9144"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Performance measures not used substantially; no central oversight of local performance measures</a:t>
                      </a:r>
                    </a:p>
                  </a:txBody>
                  <a:tcPr marL="45720" marR="45720" marT="9144" marB="9144" anchor="ctr">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Performance measures around process performance used; there is informal review of local performance measures</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Performance measures including process measures, customer service measures, financial and non finance measures within BU;</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Performance is managed using measurement and KP</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Standard global management information for performance is available for central view</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Defined process KPIs to manage the process</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Aligned operational and financial metrics to monitor achievement of business objectives </a:t>
                      </a:r>
                    </a:p>
                  </a:txBody>
                  <a:tcPr marL="45720" marR="45720" marT="9144" marB="9144" anchor="ctr">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bg1">
                        <a:lumMod val="10000"/>
                        <a:lumOff val="90000"/>
                      </a:schemeClr>
                    </a:solidFill>
                  </a:tcPr>
                </a:tc>
                <a:extLst>
                  <a:ext uri="{0D108BD9-81ED-4DB2-BD59-A6C34878D82A}">
                    <a16:rowId xmlns:a16="http://schemas.microsoft.com/office/drawing/2014/main" val="1199881040"/>
                  </a:ext>
                </a:extLst>
              </a:tr>
              <a:tr h="777240">
                <a:tc>
                  <a:txBody>
                    <a:bodyPr/>
                    <a:lstStyle/>
                    <a:p>
                      <a:pPr algn="ctr"/>
                      <a:r>
                        <a:rPr lang="en-US" sz="1100" b="1">
                          <a:solidFill>
                            <a:schemeClr val="tx1"/>
                          </a:solidFill>
                          <a:latin typeface="+mn-lt"/>
                        </a:rPr>
                        <a:t>Organization</a:t>
                      </a:r>
                    </a:p>
                  </a:txBody>
                  <a:tcPr marL="45720" marR="45720" marT="9144" marB="9144"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Few transactional activities are outsourced or centralized; no global centralization or outsourcing</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Roles and responsibilities are not clear</a:t>
                      </a:r>
                    </a:p>
                  </a:txBody>
                  <a:tcPr marL="45720" marR="45720" marT="9144" marB="9144" anchor="ctr">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Some outsourcing or centralization, but not country or world-wide</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Roles and responsibilities are assigned, but confusion and overlap exists</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Partial outsourcing or centralization by country</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Roles and responsibilities understood, but not documented</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Majority of transactions are centralized by country and recorded consistently across the region</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Roles and responsibilities are clearly documented</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All transactional activity is outsourced or handled in shared services center environment</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Deep technical skills and business understanding</a:t>
                      </a:r>
                    </a:p>
                  </a:txBody>
                  <a:tcPr marL="45720" marR="45720" marT="9144" marB="9144" anchor="ctr">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3746530796"/>
                  </a:ext>
                </a:extLst>
              </a:tr>
              <a:tr h="914400">
                <a:tc>
                  <a:txBody>
                    <a:bodyPr/>
                    <a:lstStyle/>
                    <a:p>
                      <a:pPr algn="ctr"/>
                      <a:r>
                        <a:rPr lang="en-US" sz="1100" b="1">
                          <a:solidFill>
                            <a:schemeClr val="tx1"/>
                          </a:solidFill>
                          <a:latin typeface="+mn-lt"/>
                        </a:rPr>
                        <a:t>Technology</a:t>
                      </a:r>
                    </a:p>
                  </a:txBody>
                  <a:tcPr marL="45720" marR="45720" marT="9144" marB="9144"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bg1"/>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Fragmented systems with redundant and inconsistent data and extensive Excel-based reporting</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Sub-ledger data is reformatted and manually entered/uploaded</a:t>
                      </a:r>
                    </a:p>
                  </a:txBody>
                  <a:tcPr marL="45720" marR="45720" marT="9144" marB="9144" anchor="ctr">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Fragmented systems with manual steps in place to address data consistency and accuracy</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Manual reconciliations</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Semi-automated reconciliations</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Consolidation done primarily in ledger with some Excel reporting</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Sub-ledger data is transferred to the GL electronically; top-side adjustments are required</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Best of breed automated systems are interfaced to general ledger; workflow approvals for journal entries</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Streamlined consolidation using a dedicated consolidation tool</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Automated reconciliations</a:t>
                      </a:r>
                    </a:p>
                  </a:txBody>
                  <a:tcPr marL="45720" marR="45720" marT="9144" marB="9144"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bg1">
                        <a:lumMod val="10000"/>
                        <a:lumOff val="90000"/>
                      </a:schemeClr>
                    </a:solidFill>
                  </a:tcPr>
                </a:tc>
                <a:tc>
                  <a:txBody>
                    <a:bodyPr/>
                    <a:lstStyle/>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Integrated ERP platform</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Fully integrated system makes manual GL reconciliations unnecessary</a:t>
                      </a:r>
                    </a:p>
                    <a:p>
                      <a:pPr marL="91440" marR="0" lvl="0" indent="-91440" algn="l" defTabSz="457200" rtl="0" eaLnBrk="1" fontAlgn="auto" latinLnBrk="0" hangingPunct="1">
                        <a:lnSpc>
                          <a:spcPct val="100000"/>
                        </a:lnSpc>
                        <a:spcBef>
                          <a:spcPts val="0"/>
                        </a:spcBef>
                        <a:spcAft>
                          <a:spcPts val="0"/>
                        </a:spcAft>
                        <a:buClr>
                          <a:schemeClr val="bg1">
                            <a:lumMod val="10000"/>
                          </a:schemeClr>
                        </a:buClr>
                        <a:buSzTx/>
                        <a:buFont typeface="Arial" panose="020B0604020202020204" pitchFamily="34" charset="0"/>
                        <a:buChar char="•"/>
                        <a:tabLst/>
                        <a:defRPr/>
                      </a:pPr>
                      <a:r>
                        <a:rPr kumimoji="0" lang="en-US" sz="800" b="0" i="0" u="none" strike="noStrike" kern="0" cap="none" spc="0" normalizeH="0" baseline="0">
                          <a:ln>
                            <a:noFill/>
                          </a:ln>
                          <a:solidFill>
                            <a:prstClr val="black"/>
                          </a:solidFill>
                          <a:effectLst/>
                          <a:uLnTx/>
                          <a:uFillTx/>
                          <a:latin typeface="+mn-lt"/>
                          <a:ea typeface="+mn-ea"/>
                          <a:cs typeface="+mn-cs"/>
                        </a:rPr>
                        <a:t>Automated consolidation and elimination entries for legal, statutory and management books</a:t>
                      </a:r>
                    </a:p>
                  </a:txBody>
                  <a:tcPr marL="45720" marR="45720" marT="9144" marB="9144" anchor="ctr">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bg1">
                        <a:lumMod val="10000"/>
                        <a:lumOff val="90000"/>
                      </a:schemeClr>
                    </a:solidFill>
                  </a:tcPr>
                </a:tc>
                <a:extLst>
                  <a:ext uri="{0D108BD9-81ED-4DB2-BD59-A6C34878D82A}">
                    <a16:rowId xmlns:a16="http://schemas.microsoft.com/office/drawing/2014/main" val="3012728948"/>
                  </a:ext>
                </a:extLst>
              </a:tr>
            </a:tbl>
          </a:graphicData>
        </a:graphic>
      </p:graphicFrame>
    </p:spTree>
    <p:extLst>
      <p:ext uri="{BB962C8B-B14F-4D97-AF65-F5344CB8AC3E}">
        <p14:creationId xmlns:p14="http://schemas.microsoft.com/office/powerpoint/2010/main" val="346351391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B9F28E-65AA-D139-F5A3-544B298B115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88952E4-EC14-B369-7B51-4484E5EA9D37}"/>
              </a:ext>
            </a:extLst>
          </p:cNvPr>
          <p:cNvSpPr>
            <a:spLocks noGrp="1"/>
          </p:cNvSpPr>
          <p:nvPr>
            <p:ph type="title"/>
          </p:nvPr>
        </p:nvSpPr>
        <p:spPr>
          <a:xfrm>
            <a:off x="609600" y="274320"/>
            <a:ext cx="10972800" cy="457200"/>
          </a:xfrm>
        </p:spPr>
        <p:txBody>
          <a:bodyPr/>
          <a:lstStyle/>
          <a:p>
            <a:r>
              <a:rPr lang="en-IN" noProof="0"/>
              <a:t>Record-to-Report | Maturity Model</a:t>
            </a:r>
            <a:endParaRPr lang="en-US" noProof="0"/>
          </a:p>
        </p:txBody>
      </p:sp>
      <p:sp>
        <p:nvSpPr>
          <p:cNvPr id="5" name="Slide Number Placeholder 4">
            <a:extLst>
              <a:ext uri="{FF2B5EF4-FFF2-40B4-BE49-F238E27FC236}">
                <a16:creationId xmlns:a16="http://schemas.microsoft.com/office/drawing/2014/main" id="{0BBFE48C-20C9-C294-69F7-A6E033EA0E53}"/>
              </a:ext>
            </a:extLst>
          </p:cNvPr>
          <p:cNvSpPr>
            <a:spLocks noGrp="1"/>
          </p:cNvSpPr>
          <p:nvPr>
            <p:ph type="sldNum" sz="quarter" idx="12"/>
          </p:nvPr>
        </p:nvSpPr>
        <p:spPr/>
        <p:txBody>
          <a:bodyPr/>
          <a:lstStyle/>
          <a:p>
            <a:fld id="{94FCA0F3-9F3A-694B-99BB-0E592A797735}" type="slidenum">
              <a:rPr lang="en-US" noProof="0" smtClean="0"/>
              <a:t>94</a:t>
            </a:fld>
            <a:endParaRPr lang="en-US" noProof="0"/>
          </a:p>
        </p:txBody>
      </p:sp>
      <p:sp>
        <p:nvSpPr>
          <p:cNvPr id="6" name="Date Placeholder 5">
            <a:extLst>
              <a:ext uri="{FF2B5EF4-FFF2-40B4-BE49-F238E27FC236}">
                <a16:creationId xmlns:a16="http://schemas.microsoft.com/office/drawing/2014/main" id="{F78D8BEA-26A8-EA0B-39F1-6F706B38F739}"/>
              </a:ext>
            </a:extLst>
          </p:cNvPr>
          <p:cNvSpPr>
            <a:spLocks noGrp="1"/>
          </p:cNvSpPr>
          <p:nvPr>
            <p:ph type="dt" sz="half" idx="10"/>
          </p:nvPr>
        </p:nvSpPr>
        <p:spPr/>
        <p:txBody>
          <a:bodyPr/>
          <a:lstStyle/>
          <a:p>
            <a:fld id="{F3772E00-D7F7-40FD-832D-6C39A8B43411}" type="datetime1">
              <a:rPr lang="en-US" noProof="0" smtClean="0"/>
              <a:t>9/19/2025</a:t>
            </a:fld>
            <a:endParaRPr lang="en-US" noProof="0"/>
          </a:p>
        </p:txBody>
      </p:sp>
      <p:graphicFrame>
        <p:nvGraphicFramePr>
          <p:cNvPr id="3" name="Group 3">
            <a:extLst>
              <a:ext uri="{FF2B5EF4-FFF2-40B4-BE49-F238E27FC236}">
                <a16:creationId xmlns:a16="http://schemas.microsoft.com/office/drawing/2014/main" id="{CC85D2F6-51AD-B768-1A8C-3831FDE4A53A}"/>
              </a:ext>
            </a:extLst>
          </p:cNvPr>
          <p:cNvGraphicFramePr>
            <a:graphicFrameLocks/>
          </p:cNvGraphicFramePr>
          <p:nvPr>
            <p:extLst>
              <p:ext uri="{D42A27DB-BD31-4B8C-83A1-F6EECF244321}">
                <p14:modId xmlns:p14="http://schemas.microsoft.com/office/powerpoint/2010/main" val="1371701760"/>
              </p:ext>
            </p:extLst>
          </p:nvPr>
        </p:nvGraphicFramePr>
        <p:xfrm>
          <a:off x="609600" y="868680"/>
          <a:ext cx="10972800" cy="5440680"/>
        </p:xfrm>
        <a:graphic>
          <a:graphicData uri="http://schemas.openxmlformats.org/drawingml/2006/table">
            <a:tbl>
              <a:tblPr/>
              <a:tblGrid>
                <a:gridCol w="365760">
                  <a:extLst>
                    <a:ext uri="{9D8B030D-6E8A-4147-A177-3AD203B41FA5}">
                      <a16:colId xmlns:a16="http://schemas.microsoft.com/office/drawing/2014/main" val="20000"/>
                    </a:ext>
                  </a:extLst>
                </a:gridCol>
                <a:gridCol w="1965960">
                  <a:extLst>
                    <a:ext uri="{9D8B030D-6E8A-4147-A177-3AD203B41FA5}">
                      <a16:colId xmlns:a16="http://schemas.microsoft.com/office/drawing/2014/main" val="20001"/>
                    </a:ext>
                  </a:extLst>
                </a:gridCol>
                <a:gridCol w="1965960">
                  <a:extLst>
                    <a:ext uri="{9D8B030D-6E8A-4147-A177-3AD203B41FA5}">
                      <a16:colId xmlns:a16="http://schemas.microsoft.com/office/drawing/2014/main" val="20002"/>
                    </a:ext>
                  </a:extLst>
                </a:gridCol>
                <a:gridCol w="2103120">
                  <a:extLst>
                    <a:ext uri="{9D8B030D-6E8A-4147-A177-3AD203B41FA5}">
                      <a16:colId xmlns:a16="http://schemas.microsoft.com/office/drawing/2014/main" val="20003"/>
                    </a:ext>
                  </a:extLst>
                </a:gridCol>
                <a:gridCol w="2103120">
                  <a:extLst>
                    <a:ext uri="{9D8B030D-6E8A-4147-A177-3AD203B41FA5}">
                      <a16:colId xmlns:a16="http://schemas.microsoft.com/office/drawing/2014/main" val="20004"/>
                    </a:ext>
                  </a:extLst>
                </a:gridCol>
                <a:gridCol w="2468880">
                  <a:extLst>
                    <a:ext uri="{9D8B030D-6E8A-4147-A177-3AD203B41FA5}">
                      <a16:colId xmlns:a16="http://schemas.microsoft.com/office/drawing/2014/main" val="20005"/>
                    </a:ext>
                  </a:extLst>
                </a:gridCol>
              </a:tblGrid>
              <a:tr h="45720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sz="1000" b="1" i="0" u="none" strike="noStrike" cap="none" normalizeH="0" baseline="0">
                        <a:ln>
                          <a:noFill/>
                        </a:ln>
                        <a:solidFill>
                          <a:srgbClr val="646464"/>
                        </a:solidFill>
                        <a:effectLst/>
                        <a:latin typeface="+mn-lt"/>
                        <a:cs typeface="Arial" charset="0"/>
                      </a:endParaRPr>
                    </a:p>
                  </a:txBody>
                  <a:tcPr marL="45720" marR="45720" marT="27432" marB="27432" vert="eaVert" anchor="ctr" horzOverflow="overflow">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1</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Basic</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2</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Developing</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3</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Established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4</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Advanced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5</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Leading</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extLst>
                  <a:ext uri="{0D108BD9-81ED-4DB2-BD59-A6C34878D82A}">
                    <a16:rowId xmlns:a16="http://schemas.microsoft.com/office/drawing/2014/main" val="10000"/>
                  </a:ext>
                </a:extLst>
              </a:tr>
              <a:tr h="320040">
                <a:tc rowSpan="4">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Process</a:t>
                      </a:r>
                    </a:p>
                  </a:txBody>
                  <a:tcPr marL="45720" marR="45720" marT="27432" marB="27432" vert="vert270"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No formal close calendar(s) or cut-offs</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Multiple close calendars and cut-offs in place monitored locally</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Multiple close calendars, but cut-offs/deadlines are standardized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 common close calendar is in place</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 single, closely monitored, close calendar with soft close is in use</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1"/>
                  </a:ext>
                </a:extLst>
              </a:tr>
              <a:tr h="411480">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Policies, processes, and procedures are inconsistent and undocumented</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Policies, processes, and procedures are documented, but not consistently applied in practice</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Standardized policies, processes, and procedures are documented, and adhered to</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Policies, processes, and procedures are standardized, documented, adhered to, and monitored regularly</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dirty="0">
                          <a:ln>
                            <a:noFill/>
                          </a:ln>
                          <a:solidFill>
                            <a:srgbClr val="646464"/>
                          </a:solidFill>
                          <a:effectLst/>
                          <a:latin typeface="+mn-lt"/>
                          <a:ea typeface="+mn-ea"/>
                          <a:cs typeface="Arial" charset="0"/>
                        </a:rPr>
                        <a:t>Policies, processes, and procedures are standardized, documented, adhered to, enforced by the system, and monitored by a center of excellence (COE)</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2"/>
                  </a:ext>
                </a:extLst>
              </a:tr>
              <a:tr h="320040">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Financial Statements are prepared in Excel</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System runs Financial Statements, but manual adjustments are required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Preparation of the BS and P&amp;L is automated; Cash Flow is manual</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All Financial Statement preparation is automated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All Financial Statement preparation and distribution is automated</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3"/>
                  </a:ext>
                </a:extLst>
              </a:tr>
              <a:tr h="320040">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Accounts are not analyzed</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Limited account analysis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Account analysis is common, limited forward-looking analysis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Account analysis is performed regularly with some forward-looking analysis </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Comprehensive account analysis is performed </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4"/>
                  </a:ext>
                </a:extLst>
              </a:tr>
              <a:tr h="411480">
                <a:tc rowSpan="4">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People</a:t>
                      </a:r>
                    </a:p>
                  </a:txBody>
                  <a:tcPr marL="45720" marR="45720" marT="27432" marB="27432" vert="vert270"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Few transactional activities are outsourced or centralized; no global centralization or outsourcing</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Some outsourcing or centralization, but not country or world-wide</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Partial outsourcing or centralization by country</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Majority of transactions are centralized by country and recorded consistently across the region</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All transactional activity is outsourced or handled in shared services center environment</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5"/>
                  </a:ext>
                </a:extLst>
              </a:tr>
              <a:tr h="320040">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Roles and responsibilities are not clear</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Roles and responsibilities are assigned, but confusion and overlap exists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Roles and responsibilities understood, but not documented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Roles and responsibilities are clearly understood and documented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dirty="0">
                          <a:ln>
                            <a:noFill/>
                          </a:ln>
                          <a:solidFill>
                            <a:srgbClr val="646464"/>
                          </a:solidFill>
                          <a:effectLst/>
                          <a:latin typeface="+mn-lt"/>
                          <a:ea typeface="+mn-ea"/>
                          <a:cs typeface="Arial" charset="0"/>
                        </a:rPr>
                        <a:t>Roles and responsibilities are understood, documented, and monitored by the COE</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6"/>
                  </a:ext>
                </a:extLst>
              </a:tr>
              <a:tr h="411480">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Limited business/finance understanding</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Uneven technical skills and business acumen</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Adequate and consistent finance technical skills, but uneven business acumen within finance</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Adequate and consistent technical skills and business understanding within finance</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Deep technical skills and business understanding of business and finance</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7"/>
                  </a:ext>
                </a:extLst>
              </a:tr>
              <a:tr h="320040">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No development or training is available to employees</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Limited development and ad hoc training</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Functional training and development programs are in place</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Rotation programs and leadership training is available for select individuals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Finance staff rotations and leadership programs are in place</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8"/>
                  </a:ext>
                </a:extLst>
              </a:tr>
              <a:tr h="411480">
                <a:tc rowSpan="5">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Technology</a:t>
                      </a:r>
                    </a:p>
                  </a:txBody>
                  <a:tcPr marL="45720" marR="45720" marT="27432" marB="27432" vert="vert270"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Fragmented systems with redundant and inconsistent data and extensive Excel-based reporting</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Fragmented systems with manual steps in place to address data consistency and accuracy</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Single master data systems within business units; some manual procedures to interface</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Best of breed automated systems are interfaced to general ledger; workflow approvals for journal entries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Integrated ERP platform and common COA </a:t>
                      </a:r>
                    </a:p>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BPM platform interfaced to GL and operational databases for reporting data</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9"/>
                  </a:ext>
                </a:extLst>
              </a:tr>
              <a:tr h="320040">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No reconciliations</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Manual reconciliations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Semi-automated reconciliations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Automated reconciliations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Fully integrated system makes manual GL reconciliations unnecessary</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10"/>
                  </a:ext>
                </a:extLst>
              </a:tr>
              <a:tr h="320040">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Multiple COAs in use with inconsistent definitions</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Multiple COAs in use with consistent definitions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Common COA in use but limited rationalization of number of accounts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Standard, appropriately structured COA and governance process in place</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Single, rationalized COA that optimizes module/sub-ledger functionality and strong governance process</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11"/>
                  </a:ext>
                </a:extLst>
              </a:tr>
              <a:tr h="548640">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Close/consolidation process is complex and manual with high degree of adjustments and reconciliations</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Infrequent feeds to reporting system with spreadsheet or manual consolidation and reporting process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Consolidation done primarily in ledger with some Excel reporting</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Streamlined consolidation using a dedicated consolidation tool</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Automated consolidation and elimination entries for legal, statutory and management books</a:t>
                      </a:r>
                    </a:p>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Workflow application in place to integrate 10Q/10K management discussion </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12"/>
                  </a:ext>
                </a:extLst>
              </a:tr>
              <a:tr h="548640">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Sub-ledger data is reformatted and manually entered/uploaded; adjusting entries are required</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Sub-ledger data is interfaced with the GL but requires manual intervention and manual reconciliation to test data integrity and accuracy</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Sub-ledger data is transferred to the GL electronically; top-side adjustments are required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Sub-ledger data is electronically transferred to the GL with web-enables interfaces and automatic data capture, few adjustments are needed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
                          <a:srgbClr val="808080"/>
                        </a:buClr>
                        <a:buSzPct val="70000"/>
                        <a:buFont typeface="Arial" panose="020B0604020202020204" pitchFamily="34" charset="0"/>
                        <a:buChar char="►"/>
                        <a:tabLst/>
                      </a:pPr>
                      <a:r>
                        <a:rPr kumimoji="0" lang="en-US" sz="700" b="0" i="0" u="none" strike="noStrike" kern="1200" cap="none" normalizeH="0" baseline="0">
                          <a:ln>
                            <a:noFill/>
                          </a:ln>
                          <a:solidFill>
                            <a:srgbClr val="646464"/>
                          </a:solidFill>
                          <a:effectLst/>
                          <a:latin typeface="+mn-lt"/>
                          <a:ea typeface="+mn-ea"/>
                          <a:cs typeface="Arial" charset="0"/>
                        </a:rPr>
                        <a:t>Sub-ledger data is automatically interfaced and balanced daily</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925467700"/>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65C857-7B17-07AD-37F8-1B1BD5091D7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7832D1D-13CB-4CFF-7658-62F7FEF0FE3B}"/>
              </a:ext>
            </a:extLst>
          </p:cNvPr>
          <p:cNvSpPr>
            <a:spLocks noGrp="1"/>
          </p:cNvSpPr>
          <p:nvPr>
            <p:ph type="title"/>
          </p:nvPr>
        </p:nvSpPr>
        <p:spPr>
          <a:xfrm>
            <a:off x="609600" y="274320"/>
            <a:ext cx="10972800" cy="457200"/>
          </a:xfrm>
        </p:spPr>
        <p:txBody>
          <a:bodyPr/>
          <a:lstStyle/>
          <a:p>
            <a:r>
              <a:rPr lang="en-IN" noProof="0"/>
              <a:t>Intercompany Accounting | Maturity Model</a:t>
            </a:r>
            <a:endParaRPr lang="en-US" noProof="0"/>
          </a:p>
        </p:txBody>
      </p:sp>
      <p:sp>
        <p:nvSpPr>
          <p:cNvPr id="5" name="Slide Number Placeholder 4">
            <a:extLst>
              <a:ext uri="{FF2B5EF4-FFF2-40B4-BE49-F238E27FC236}">
                <a16:creationId xmlns:a16="http://schemas.microsoft.com/office/drawing/2014/main" id="{CE796BAA-1156-2338-6E87-3B0DB12E6A27}"/>
              </a:ext>
            </a:extLst>
          </p:cNvPr>
          <p:cNvSpPr>
            <a:spLocks noGrp="1"/>
          </p:cNvSpPr>
          <p:nvPr>
            <p:ph type="sldNum" sz="quarter" idx="12"/>
          </p:nvPr>
        </p:nvSpPr>
        <p:spPr/>
        <p:txBody>
          <a:bodyPr/>
          <a:lstStyle/>
          <a:p>
            <a:fld id="{94FCA0F3-9F3A-694B-99BB-0E592A797735}" type="slidenum">
              <a:rPr lang="en-US" noProof="0" smtClean="0"/>
              <a:t>95</a:t>
            </a:fld>
            <a:endParaRPr lang="en-US" noProof="0"/>
          </a:p>
        </p:txBody>
      </p:sp>
      <p:sp>
        <p:nvSpPr>
          <p:cNvPr id="6" name="Date Placeholder 5">
            <a:extLst>
              <a:ext uri="{FF2B5EF4-FFF2-40B4-BE49-F238E27FC236}">
                <a16:creationId xmlns:a16="http://schemas.microsoft.com/office/drawing/2014/main" id="{36DFF79F-8B18-A0F2-D0E6-2A52BBC20279}"/>
              </a:ext>
            </a:extLst>
          </p:cNvPr>
          <p:cNvSpPr>
            <a:spLocks noGrp="1"/>
          </p:cNvSpPr>
          <p:nvPr>
            <p:ph type="dt" sz="half" idx="10"/>
          </p:nvPr>
        </p:nvSpPr>
        <p:spPr/>
        <p:txBody>
          <a:bodyPr/>
          <a:lstStyle/>
          <a:p>
            <a:fld id="{F3772E00-D7F7-40FD-832D-6C39A8B43411}" type="datetime1">
              <a:rPr lang="en-US" noProof="0" smtClean="0"/>
              <a:t>9/19/2025</a:t>
            </a:fld>
            <a:endParaRPr lang="en-US" noProof="0"/>
          </a:p>
        </p:txBody>
      </p:sp>
      <p:graphicFrame>
        <p:nvGraphicFramePr>
          <p:cNvPr id="4" name="Group 237">
            <a:extLst>
              <a:ext uri="{FF2B5EF4-FFF2-40B4-BE49-F238E27FC236}">
                <a16:creationId xmlns:a16="http://schemas.microsoft.com/office/drawing/2014/main" id="{A249244A-CC95-3D1F-5B1C-CAB6E5322BC4}"/>
              </a:ext>
            </a:extLst>
          </p:cNvPr>
          <p:cNvGraphicFramePr>
            <a:graphicFrameLocks/>
          </p:cNvGraphicFramePr>
          <p:nvPr>
            <p:extLst>
              <p:ext uri="{D42A27DB-BD31-4B8C-83A1-F6EECF244321}">
                <p14:modId xmlns:p14="http://schemas.microsoft.com/office/powerpoint/2010/main" val="4212643337"/>
              </p:ext>
            </p:extLst>
          </p:nvPr>
        </p:nvGraphicFramePr>
        <p:xfrm>
          <a:off x="609600" y="868680"/>
          <a:ext cx="10972800" cy="5440680"/>
        </p:xfrm>
        <a:graphic>
          <a:graphicData uri="http://schemas.openxmlformats.org/drawingml/2006/table">
            <a:tbl>
              <a:tblPr/>
              <a:tblGrid>
                <a:gridCol w="1005840">
                  <a:extLst>
                    <a:ext uri="{9D8B030D-6E8A-4147-A177-3AD203B41FA5}">
                      <a16:colId xmlns:a16="http://schemas.microsoft.com/office/drawing/2014/main" val="20000"/>
                    </a:ext>
                  </a:extLst>
                </a:gridCol>
                <a:gridCol w="1920240">
                  <a:extLst>
                    <a:ext uri="{9D8B030D-6E8A-4147-A177-3AD203B41FA5}">
                      <a16:colId xmlns:a16="http://schemas.microsoft.com/office/drawing/2014/main" val="20001"/>
                    </a:ext>
                  </a:extLst>
                </a:gridCol>
                <a:gridCol w="2103120">
                  <a:extLst>
                    <a:ext uri="{9D8B030D-6E8A-4147-A177-3AD203B41FA5}">
                      <a16:colId xmlns:a16="http://schemas.microsoft.com/office/drawing/2014/main" val="20002"/>
                    </a:ext>
                  </a:extLst>
                </a:gridCol>
                <a:gridCol w="2103120">
                  <a:extLst>
                    <a:ext uri="{9D8B030D-6E8A-4147-A177-3AD203B41FA5}">
                      <a16:colId xmlns:a16="http://schemas.microsoft.com/office/drawing/2014/main" val="20003"/>
                    </a:ext>
                  </a:extLst>
                </a:gridCol>
                <a:gridCol w="1920240">
                  <a:extLst>
                    <a:ext uri="{9D8B030D-6E8A-4147-A177-3AD203B41FA5}">
                      <a16:colId xmlns:a16="http://schemas.microsoft.com/office/drawing/2014/main" val="20004"/>
                    </a:ext>
                  </a:extLst>
                </a:gridCol>
                <a:gridCol w="1920240">
                  <a:extLst>
                    <a:ext uri="{9D8B030D-6E8A-4147-A177-3AD203B41FA5}">
                      <a16:colId xmlns:a16="http://schemas.microsoft.com/office/drawing/2014/main" val="20005"/>
                    </a:ext>
                  </a:extLst>
                </a:gridCol>
              </a:tblGrid>
              <a:tr h="320040">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ts val="0"/>
                        </a:spcBef>
                        <a:spcAft>
                          <a:spcPts val="200"/>
                        </a:spcAft>
                        <a:buClr>
                          <a:schemeClr val="tx1"/>
                        </a:buClr>
                        <a:buSzTx/>
                        <a:buFontTx/>
                        <a:buNone/>
                        <a:tabLst/>
                      </a:pPr>
                      <a:endParaRPr kumimoji="0" lang="en-GB" sz="700" b="1" i="0" u="none" strike="noStrike" cap="none" normalizeH="0" baseline="0">
                        <a:ln>
                          <a:noFill/>
                        </a:ln>
                        <a:solidFill>
                          <a:schemeClr val="tx2"/>
                        </a:solidFill>
                        <a:effectLst/>
                        <a:latin typeface="+mn-lt"/>
                      </a:endParaRPr>
                    </a:p>
                  </a:txBody>
                  <a:tcPr marL="45720" marR="45720" marT="27432" marB="27432" anchor="ctr" horzOverflow="overflow">
                    <a:lnL w="6350" cap="flat" cmpd="sng" algn="ctr">
                      <a:solidFill>
                        <a:srgbClr val="FFFFFF"/>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solidFill>
                        <a:srgbClr val="FFFFFF"/>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no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588" marR="0" lvl="0" indent="0" algn="ctr" defTabSz="914400" rtl="0" eaLnBrk="1" fontAlgn="base" latinLnBrk="0" hangingPunct="1">
                        <a:lnSpc>
                          <a:spcPct val="100000"/>
                        </a:lnSpc>
                        <a:spcBef>
                          <a:spcPts val="0"/>
                        </a:spcBef>
                        <a:spcAft>
                          <a:spcPts val="0"/>
                        </a:spcAft>
                        <a:buClr>
                          <a:schemeClr val="tx1"/>
                        </a:buClr>
                        <a:buSzTx/>
                        <a:buFontTx/>
                        <a:buNone/>
                        <a:tabLst/>
                      </a:pPr>
                      <a:r>
                        <a:rPr kumimoji="0" lang="en-GB" sz="1100" b="1" i="0" u="none" strike="noStrike" cap="none" normalizeH="0" baseline="0">
                          <a:ln>
                            <a:noFill/>
                          </a:ln>
                          <a:solidFill>
                            <a:schemeClr val="tx2"/>
                          </a:solidFill>
                          <a:effectLst/>
                          <a:latin typeface="+mn-lt"/>
                        </a:rPr>
                        <a:t>1. Basic</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80808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0"/>
                        </a:spcAft>
                        <a:buClrTx/>
                        <a:buSzTx/>
                        <a:buFontTx/>
                        <a:buNone/>
                        <a:tabLst/>
                      </a:pPr>
                      <a:r>
                        <a:rPr kumimoji="0" lang="en-GB" sz="1100" b="1" i="0" u="none" strike="noStrike" cap="none" normalizeH="0" baseline="0">
                          <a:ln>
                            <a:noFill/>
                          </a:ln>
                          <a:solidFill>
                            <a:schemeClr val="tx2"/>
                          </a:solidFill>
                          <a:effectLst/>
                          <a:latin typeface="+mn-lt"/>
                        </a:rPr>
                        <a:t>2. Developing</a:t>
                      </a:r>
                      <a:endParaRPr kumimoji="0" lang="en-GB" sz="1100" b="0" i="0" u="none" strike="noStrike" cap="none" normalizeH="0" baseline="0">
                        <a:ln>
                          <a:noFill/>
                        </a:ln>
                        <a:solidFill>
                          <a:schemeClr val="tx2"/>
                        </a:solidFill>
                        <a:effectLst/>
                        <a:latin typeface="+mn-lt"/>
                      </a:endParaRP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80808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588" marR="0" lvl="0" indent="0" algn="ctr" defTabSz="914400" rtl="0" eaLnBrk="1" fontAlgn="base" latinLnBrk="0" hangingPunct="1">
                        <a:lnSpc>
                          <a:spcPct val="100000"/>
                        </a:lnSpc>
                        <a:spcBef>
                          <a:spcPts val="0"/>
                        </a:spcBef>
                        <a:spcAft>
                          <a:spcPts val="0"/>
                        </a:spcAft>
                        <a:buClr>
                          <a:srgbClr val="00A28A"/>
                        </a:buClr>
                        <a:buSzTx/>
                        <a:buFont typeface="Times" pitchFamily="18" charset="0"/>
                        <a:buNone/>
                        <a:tabLst/>
                      </a:pPr>
                      <a:r>
                        <a:rPr kumimoji="0" lang="en-GB" sz="1100" b="1" i="0" u="none" strike="noStrike" cap="none" normalizeH="0" baseline="0">
                          <a:ln>
                            <a:noFill/>
                          </a:ln>
                          <a:solidFill>
                            <a:schemeClr val="tx2"/>
                          </a:solidFill>
                          <a:effectLst/>
                          <a:latin typeface="+mn-lt"/>
                        </a:rPr>
                        <a:t>3. Established</a:t>
                      </a:r>
                      <a:endParaRPr kumimoji="0" lang="en-GB" sz="1100" b="0" i="0" u="none" strike="noStrike" cap="none" normalizeH="0" baseline="0">
                        <a:ln>
                          <a:noFill/>
                        </a:ln>
                        <a:solidFill>
                          <a:schemeClr val="tx2"/>
                        </a:solidFill>
                        <a:effectLst/>
                        <a:latin typeface="+mn-lt"/>
                      </a:endParaRP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588" marR="0" lvl="0" indent="0" algn="ctr" defTabSz="914400" rtl="0" eaLnBrk="1" fontAlgn="base" latinLnBrk="0" hangingPunct="1">
                        <a:lnSpc>
                          <a:spcPct val="100000"/>
                        </a:lnSpc>
                        <a:spcBef>
                          <a:spcPts val="0"/>
                        </a:spcBef>
                        <a:spcAft>
                          <a:spcPts val="0"/>
                        </a:spcAft>
                        <a:buClr>
                          <a:srgbClr val="00A28A"/>
                        </a:buClr>
                        <a:buSzTx/>
                        <a:buFont typeface="Times" pitchFamily="18" charset="0"/>
                        <a:buNone/>
                        <a:tabLst/>
                      </a:pPr>
                      <a:r>
                        <a:rPr kumimoji="0" lang="en-GB" sz="1100" b="1" i="0" u="none" strike="noStrike" cap="none" normalizeH="0" baseline="0">
                          <a:ln>
                            <a:noFill/>
                          </a:ln>
                          <a:solidFill>
                            <a:schemeClr val="tx2"/>
                          </a:solidFill>
                          <a:effectLst/>
                          <a:latin typeface="+mn-lt"/>
                        </a:rPr>
                        <a:t>4. Advanced</a:t>
                      </a:r>
                      <a:endParaRPr kumimoji="0" lang="en-GB" sz="1100" b="0" i="0" u="none" strike="noStrike" cap="none" normalizeH="0" baseline="0">
                        <a:ln>
                          <a:noFill/>
                        </a:ln>
                        <a:solidFill>
                          <a:schemeClr val="tx2"/>
                        </a:solidFill>
                        <a:effectLst/>
                        <a:latin typeface="+mn-lt"/>
                      </a:endParaRP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80808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588" marR="0" lvl="0" indent="0" algn="ctr" defTabSz="914400" rtl="0" eaLnBrk="1" fontAlgn="base" latinLnBrk="0" hangingPunct="1">
                        <a:lnSpc>
                          <a:spcPct val="100000"/>
                        </a:lnSpc>
                        <a:spcBef>
                          <a:spcPts val="0"/>
                        </a:spcBef>
                        <a:spcAft>
                          <a:spcPts val="0"/>
                        </a:spcAft>
                        <a:buClrTx/>
                        <a:buSzTx/>
                        <a:buFontTx/>
                        <a:buNone/>
                        <a:tabLst/>
                      </a:pPr>
                      <a:r>
                        <a:rPr kumimoji="0" lang="en-GB" sz="1100" b="1" i="0" u="none" strike="noStrike" cap="none" normalizeH="0" baseline="0">
                          <a:ln>
                            <a:noFill/>
                          </a:ln>
                          <a:solidFill>
                            <a:schemeClr val="tx2"/>
                          </a:solidFill>
                          <a:effectLst/>
                          <a:latin typeface="+mn-lt"/>
                        </a:rPr>
                        <a:t>5. Leading *</a:t>
                      </a:r>
                      <a:endParaRPr kumimoji="0" lang="en-GB" sz="1100" b="0" i="0" u="none" strike="noStrike" cap="none" normalizeH="0" baseline="0">
                        <a:ln>
                          <a:noFill/>
                        </a:ln>
                        <a:solidFill>
                          <a:schemeClr val="tx2"/>
                        </a:solidFill>
                        <a:effectLst/>
                        <a:latin typeface="+mn-lt"/>
                      </a:endParaRP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808080"/>
                    </a:solidFill>
                  </a:tcPr>
                </a:tc>
                <a:extLst>
                  <a:ext uri="{0D108BD9-81ED-4DB2-BD59-A6C34878D82A}">
                    <a16:rowId xmlns:a16="http://schemas.microsoft.com/office/drawing/2014/main" val="10000"/>
                  </a:ext>
                </a:extLst>
              </a:tr>
              <a:tr h="777240">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0"/>
                        </a:spcAft>
                        <a:buClr>
                          <a:schemeClr val="tx1"/>
                        </a:buClr>
                        <a:buSzTx/>
                        <a:buFontTx/>
                        <a:buNone/>
                        <a:tabLst/>
                      </a:pPr>
                      <a:r>
                        <a:rPr kumimoji="0" lang="en-US" sz="1100" b="1" i="0" u="none" strike="noStrike" cap="none" normalizeH="0" baseline="0">
                          <a:ln>
                            <a:noFill/>
                          </a:ln>
                          <a:solidFill>
                            <a:schemeClr val="tx2"/>
                          </a:solidFill>
                          <a:effectLst/>
                          <a:latin typeface="+mn-lt"/>
                        </a:rPr>
                        <a:t>Strategic Direction</a:t>
                      </a:r>
                      <a:endParaRPr kumimoji="0" lang="en-GB" sz="1100" b="1" i="0" u="none" strike="noStrike" cap="none" normalizeH="0" baseline="0">
                        <a:ln>
                          <a:noFill/>
                        </a:ln>
                        <a:solidFill>
                          <a:schemeClr val="tx2"/>
                        </a:solidFill>
                        <a:effectLst/>
                        <a:latin typeface="+mn-lt"/>
                      </a:endParaRPr>
                    </a:p>
                  </a:txBody>
                  <a:tcPr marL="45720" marR="45720" marT="27432" marB="27432"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No leadership exposure/awareness of intercompany out of balance conditions</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Limited leadership interest in out of balance conditions, unclear direction for clearing discrepancies/out of balance conditions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Moderate net intercompany out of balance amounts carried forward with basic tracking and resolution direction</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Management focus on intercompany absolute gross amounts to avoid “netting”; management support to address all out of balance conditions promptly</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Leadership focus on efficient intercompany processes and high levels of accuracy</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1"/>
                  </a:ext>
                </a:extLst>
              </a:tr>
              <a:tr h="1874520">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0"/>
                        </a:spcAft>
                        <a:buClr>
                          <a:schemeClr val="tx1"/>
                        </a:buClr>
                        <a:buSzTx/>
                        <a:buFontTx/>
                        <a:buNone/>
                        <a:tabLst/>
                      </a:pPr>
                      <a:r>
                        <a:rPr kumimoji="0" lang="en-US" sz="1100" b="1" i="0" u="none" strike="noStrike" cap="none" normalizeH="0" baseline="0">
                          <a:ln>
                            <a:noFill/>
                          </a:ln>
                          <a:solidFill>
                            <a:schemeClr val="tx2"/>
                          </a:solidFill>
                          <a:effectLst/>
                          <a:latin typeface="+mn-lt"/>
                        </a:rPr>
                        <a:t>Processes</a:t>
                      </a:r>
                      <a:endParaRPr kumimoji="0" lang="en-GB" sz="1100" b="1" i="0" u="none" strike="noStrike" cap="none" normalizeH="0" baseline="0">
                        <a:ln>
                          <a:noFill/>
                        </a:ln>
                        <a:solidFill>
                          <a:schemeClr val="tx2"/>
                        </a:solidFill>
                        <a:effectLst/>
                        <a:latin typeface="+mn-lt"/>
                      </a:endParaRPr>
                    </a:p>
                  </a:txBody>
                  <a:tcPr marL="45720" marR="45720" marT="27432" marB="27432"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No formal intercompany transaction and dispute resolution process definitions</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Routine charges to incorrect/inactive trading partners</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No formal intercompany policy definitions for required review/approvals or materiality levels</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Intercompany activities viewed as a month-end exercise</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Substantial historic and current imbalances exist</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defRPr/>
                      </a:pPr>
                      <a:r>
                        <a:rPr kumimoji="0" lang="en-GB" sz="800" b="0" i="0" u="none" strike="noStrike" cap="none" normalizeH="0" baseline="0">
                          <a:ln>
                            <a:noFill/>
                          </a:ln>
                          <a:solidFill>
                            <a:srgbClr val="646464"/>
                          </a:solidFill>
                          <a:effectLst/>
                          <a:latin typeface="+mn-lt"/>
                        </a:rPr>
                        <a:t>Standardized intercompany invoices with required intercompany elements incorporated</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Basic intercompany policy exists with limited compliance</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Relatively high error rates in intercompany processing</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Periodic review of intercompany discrepancies with limited follow up to address core issues</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Out of balance conditions reported with progress to resolution</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Fully documented and deployed processes as well as expanded intercompany policy development with high levels of adherence</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Resolution process fully defined with tracking and reporting resolution transactions and timing</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Intercompany “adjustments” are reviewed to ensure true reconciliation at the transaction level</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Intercompany processing is treated with the same “rigor” as third-party transactions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Core intercompany activities require limited attention, focus on exception-based processing</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Periodic review of discrepancy volume and types with root cause analysis</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Very low error rates for intercompany activity</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Substantial reconciliation efforts are completed outside of the defined close cycle</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Optimized processes with focus on key process measures and continuous improvement</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Fully adopted thresholds/materiality levels based upon transaction effort requirements, risk and financial impact</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All discrepancies tracked by defined type and root causes addressed on an immediate basis</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2"/>
                  </a:ext>
                </a:extLst>
              </a:tr>
              <a:tr h="1097280">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0"/>
                        </a:spcAft>
                        <a:buClr>
                          <a:schemeClr val="tx1"/>
                        </a:buClr>
                        <a:buSzTx/>
                        <a:buFontTx/>
                        <a:buNone/>
                        <a:tabLst/>
                      </a:pPr>
                      <a:r>
                        <a:rPr kumimoji="0" lang="en-US" sz="1100" b="1" i="0" u="none" strike="noStrike" cap="none" normalizeH="0" baseline="0">
                          <a:ln>
                            <a:noFill/>
                          </a:ln>
                          <a:solidFill>
                            <a:schemeClr val="tx2"/>
                          </a:solidFill>
                          <a:effectLst/>
                          <a:latin typeface="+mn-lt"/>
                        </a:rPr>
                        <a:t>People and Organization</a:t>
                      </a:r>
                      <a:endParaRPr kumimoji="0" lang="en-GB" sz="1100" b="1" i="0" u="none" strike="noStrike" cap="none" normalizeH="0" baseline="0">
                        <a:ln>
                          <a:noFill/>
                        </a:ln>
                        <a:solidFill>
                          <a:schemeClr val="tx2"/>
                        </a:solidFill>
                        <a:effectLst/>
                        <a:latin typeface="+mn-lt"/>
                      </a:endParaRPr>
                    </a:p>
                  </a:txBody>
                  <a:tcPr marL="45720" marR="45720" marT="27432" marB="27432"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Organization views intercompany problems as solely a finance issue</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People involved in intercompany processing do not understand downstream impacts</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No identified contacts to resolve intercompany transaction issues</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Inconsistent training for personnel involved in intercompany processing</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Limited awareness of better intercompany processes</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Degrees of roles and responsibilities definitions deployed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Personnel empowered to take corrective action to address intercompany issue root causes</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Organization shares common understanding of intercompany significance</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Measures set utilized support efficient intercompany processing </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Organization identifies and quickly adopts changes to improve intercompany activities</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Personnel thoroughly understand and apply intercompany leading practices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Intercompany personnel and organization structure aligned to focus on exception-based processing</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Fully coordinated intercompany account teams with explicit knowledge of all downstream impacts and upstream dependencies</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3"/>
                  </a:ext>
                </a:extLst>
              </a:tr>
              <a:tr h="1371600">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0"/>
                        </a:spcAft>
                        <a:buClr>
                          <a:schemeClr val="tx1"/>
                        </a:buClr>
                        <a:buSzTx/>
                        <a:buFontTx/>
                        <a:buNone/>
                        <a:tabLst/>
                      </a:pPr>
                      <a:r>
                        <a:rPr kumimoji="0" lang="en-US" sz="1100" b="1" i="0" u="none" strike="noStrike" cap="none" normalizeH="0" baseline="0">
                          <a:ln>
                            <a:noFill/>
                          </a:ln>
                          <a:solidFill>
                            <a:schemeClr val="tx2"/>
                          </a:solidFill>
                          <a:effectLst/>
                          <a:latin typeface="+mn-lt"/>
                        </a:rPr>
                        <a:t>Technology</a:t>
                      </a:r>
                      <a:endParaRPr kumimoji="0" lang="en-GB" sz="1100" b="1" i="0" u="none" strike="noStrike" cap="none" normalizeH="0" baseline="0">
                        <a:ln>
                          <a:noFill/>
                        </a:ln>
                        <a:solidFill>
                          <a:schemeClr val="tx2"/>
                        </a:solidFill>
                        <a:effectLst/>
                        <a:latin typeface="+mn-lt"/>
                      </a:endParaRPr>
                    </a:p>
                  </a:txBody>
                  <a:tcPr marL="45720" marR="45720" marT="27432" marB="27432"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Limited use of core systems to support intercompany processing</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No integration between related party systems </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Data model inconsistent from system to system</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Technology in wider use across business but not integrated</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Supporting technology leveraged for validation of key intercompany elements</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Inconsistency in data cleansing activities and requirements to process intercompany transactions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defRPr/>
                      </a:pPr>
                      <a:r>
                        <a:rPr kumimoji="0" lang="en-GB" sz="800" b="0" i="0" u="none" strike="noStrike" cap="none" normalizeH="0" baseline="0">
                          <a:ln>
                            <a:noFill/>
                          </a:ln>
                          <a:solidFill>
                            <a:srgbClr val="646464"/>
                          </a:solidFill>
                          <a:effectLst/>
                          <a:latin typeface="+mn-lt"/>
                        </a:rPr>
                        <a:t>Technology is being implemented to achieve fully integrated intercompany activities </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Key measures intercompany metrics are identified and partially deployed to incent improved intercompany processing </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Technology readily available to assist in detail analysis of intercompany discrepancies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Key intercompany information is accessible through technology enablement</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Technology leveraged to automate notification of intercompany issues and “pre-populate” resolution</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defPPr>
                        <a:defRPr lang="en-US"/>
                      </a:defPPr>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Technology is fully integrated, information and drill down capabilities are optimized</a:t>
                      </a:r>
                    </a:p>
                    <a:p>
                      <a:pPr marL="91440" marR="0" lvl="0" indent="-91440" algn="l" defTabSz="914400" rtl="0" eaLnBrk="1" fontAlgn="base" latinLnBrk="0" hangingPunct="1">
                        <a:lnSpc>
                          <a:spcPct val="100000"/>
                        </a:lnSpc>
                        <a:spcBef>
                          <a:spcPts val="200"/>
                        </a:spcBef>
                        <a:spcAft>
                          <a:spcPts val="0"/>
                        </a:spcAft>
                        <a:buClrTx/>
                        <a:buSzTx/>
                        <a:buFont typeface="Wingdings" panose="05000000000000000000" pitchFamily="2" charset="2"/>
                        <a:buChar char="§"/>
                        <a:tabLst/>
                      </a:pPr>
                      <a:r>
                        <a:rPr kumimoji="0" lang="en-GB" sz="800" b="0" i="0" u="none" strike="noStrike" cap="none" normalizeH="0" baseline="0">
                          <a:ln>
                            <a:noFill/>
                          </a:ln>
                          <a:solidFill>
                            <a:srgbClr val="646464"/>
                          </a:solidFill>
                          <a:effectLst/>
                          <a:latin typeface="+mn-lt"/>
                        </a:rPr>
                        <a:t>Technology automation leveraged to facilitate capture and delivery of intercompany performance measures </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403598688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2116FE-0C8D-39D1-B46B-424C4051F1A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507B544-FD07-805A-4647-BE65A228BFD3}"/>
              </a:ext>
            </a:extLst>
          </p:cNvPr>
          <p:cNvSpPr>
            <a:spLocks noGrp="1"/>
          </p:cNvSpPr>
          <p:nvPr>
            <p:ph type="title"/>
          </p:nvPr>
        </p:nvSpPr>
        <p:spPr>
          <a:xfrm>
            <a:off x="609600" y="274320"/>
            <a:ext cx="10972800" cy="457200"/>
          </a:xfrm>
        </p:spPr>
        <p:txBody>
          <a:bodyPr/>
          <a:lstStyle/>
          <a:p>
            <a:r>
              <a:rPr lang="en-IN" noProof="0"/>
              <a:t>Revenue Recognition Model (1/3)</a:t>
            </a:r>
            <a:endParaRPr lang="en-US" noProof="0"/>
          </a:p>
        </p:txBody>
      </p:sp>
      <p:sp>
        <p:nvSpPr>
          <p:cNvPr id="5" name="Slide Number Placeholder 4">
            <a:extLst>
              <a:ext uri="{FF2B5EF4-FFF2-40B4-BE49-F238E27FC236}">
                <a16:creationId xmlns:a16="http://schemas.microsoft.com/office/drawing/2014/main" id="{2C8F5419-C7AE-9507-6A47-9D1145FD7BC7}"/>
              </a:ext>
            </a:extLst>
          </p:cNvPr>
          <p:cNvSpPr>
            <a:spLocks noGrp="1"/>
          </p:cNvSpPr>
          <p:nvPr>
            <p:ph type="sldNum" sz="quarter" idx="12"/>
          </p:nvPr>
        </p:nvSpPr>
        <p:spPr/>
        <p:txBody>
          <a:bodyPr/>
          <a:lstStyle/>
          <a:p>
            <a:fld id="{94FCA0F3-9F3A-694B-99BB-0E592A797735}" type="slidenum">
              <a:rPr lang="en-US" noProof="0" smtClean="0"/>
              <a:t>96</a:t>
            </a:fld>
            <a:endParaRPr lang="en-US" noProof="0"/>
          </a:p>
        </p:txBody>
      </p:sp>
      <p:sp>
        <p:nvSpPr>
          <p:cNvPr id="6" name="Date Placeholder 5">
            <a:extLst>
              <a:ext uri="{FF2B5EF4-FFF2-40B4-BE49-F238E27FC236}">
                <a16:creationId xmlns:a16="http://schemas.microsoft.com/office/drawing/2014/main" id="{6ACFD732-06BD-E636-B1E8-F01EFEBBF6B2}"/>
              </a:ext>
            </a:extLst>
          </p:cNvPr>
          <p:cNvSpPr>
            <a:spLocks noGrp="1"/>
          </p:cNvSpPr>
          <p:nvPr>
            <p:ph type="dt" sz="half" idx="10"/>
          </p:nvPr>
        </p:nvSpPr>
        <p:spPr/>
        <p:txBody>
          <a:bodyPr/>
          <a:lstStyle/>
          <a:p>
            <a:fld id="{F3772E00-D7F7-40FD-832D-6C39A8B43411}" type="datetime1">
              <a:rPr lang="en-US" noProof="0" smtClean="0"/>
              <a:t>9/19/2025</a:t>
            </a:fld>
            <a:endParaRPr lang="en-US" noProof="0"/>
          </a:p>
        </p:txBody>
      </p:sp>
      <p:graphicFrame>
        <p:nvGraphicFramePr>
          <p:cNvPr id="4" name="Group 3">
            <a:extLst>
              <a:ext uri="{FF2B5EF4-FFF2-40B4-BE49-F238E27FC236}">
                <a16:creationId xmlns:a16="http://schemas.microsoft.com/office/drawing/2014/main" id="{DE4620E6-3601-1D62-5966-1DFA9370D666}"/>
              </a:ext>
            </a:extLst>
          </p:cNvPr>
          <p:cNvGraphicFramePr>
            <a:graphicFrameLocks/>
          </p:cNvGraphicFramePr>
          <p:nvPr>
            <p:extLst>
              <p:ext uri="{D42A27DB-BD31-4B8C-83A1-F6EECF244321}">
                <p14:modId xmlns:p14="http://schemas.microsoft.com/office/powerpoint/2010/main" val="1082044599"/>
              </p:ext>
            </p:extLst>
          </p:nvPr>
        </p:nvGraphicFramePr>
        <p:xfrm>
          <a:off x="609600" y="868680"/>
          <a:ext cx="11018520" cy="5394960"/>
        </p:xfrm>
        <a:graphic>
          <a:graphicData uri="http://schemas.openxmlformats.org/drawingml/2006/table">
            <a:tbl>
              <a:tblPr/>
              <a:tblGrid>
                <a:gridCol w="548640">
                  <a:extLst>
                    <a:ext uri="{9D8B030D-6E8A-4147-A177-3AD203B41FA5}">
                      <a16:colId xmlns:a16="http://schemas.microsoft.com/office/drawing/2014/main" val="20000"/>
                    </a:ext>
                  </a:extLst>
                </a:gridCol>
                <a:gridCol w="1737360">
                  <a:extLst>
                    <a:ext uri="{9D8B030D-6E8A-4147-A177-3AD203B41FA5}">
                      <a16:colId xmlns:a16="http://schemas.microsoft.com/office/drawing/2014/main" val="20001"/>
                    </a:ext>
                  </a:extLst>
                </a:gridCol>
                <a:gridCol w="2148840">
                  <a:extLst>
                    <a:ext uri="{9D8B030D-6E8A-4147-A177-3AD203B41FA5}">
                      <a16:colId xmlns:a16="http://schemas.microsoft.com/office/drawing/2014/main" val="20002"/>
                    </a:ext>
                  </a:extLst>
                </a:gridCol>
                <a:gridCol w="2286000">
                  <a:extLst>
                    <a:ext uri="{9D8B030D-6E8A-4147-A177-3AD203B41FA5}">
                      <a16:colId xmlns:a16="http://schemas.microsoft.com/office/drawing/2014/main" val="20003"/>
                    </a:ext>
                  </a:extLst>
                </a:gridCol>
                <a:gridCol w="2148840">
                  <a:extLst>
                    <a:ext uri="{9D8B030D-6E8A-4147-A177-3AD203B41FA5}">
                      <a16:colId xmlns:a16="http://schemas.microsoft.com/office/drawing/2014/main" val="20004"/>
                    </a:ext>
                  </a:extLst>
                </a:gridCol>
                <a:gridCol w="2148840">
                  <a:extLst>
                    <a:ext uri="{9D8B030D-6E8A-4147-A177-3AD203B41FA5}">
                      <a16:colId xmlns:a16="http://schemas.microsoft.com/office/drawing/2014/main" val="20005"/>
                    </a:ext>
                  </a:extLst>
                </a:gridCol>
              </a:tblGrid>
              <a:tr h="45720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200"/>
                        </a:spcAft>
                        <a:buClrTx/>
                        <a:buSzTx/>
                        <a:buFontTx/>
                        <a:buNone/>
                        <a:tabLst/>
                      </a:pPr>
                      <a:endParaRPr kumimoji="0" lang="en-US" sz="1100" b="1" i="0" u="none" strike="noStrike" cap="none" normalizeH="0" baseline="0">
                        <a:ln>
                          <a:noFill/>
                        </a:ln>
                        <a:solidFill>
                          <a:srgbClr val="646464"/>
                        </a:solidFill>
                        <a:effectLst/>
                        <a:latin typeface="+mn-lt"/>
                        <a:cs typeface="Arial" charset="0"/>
                      </a:endParaRPr>
                    </a:p>
                  </a:txBody>
                  <a:tcPr marL="45720" marR="45720" marT="27432" marB="27432" vert="eaVert" anchor="ctr" horzOverflow="overflow">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588"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kern="1200" cap="none" normalizeH="0" baseline="0">
                          <a:ln>
                            <a:noFill/>
                          </a:ln>
                          <a:solidFill>
                            <a:schemeClr val="tx2"/>
                          </a:solidFill>
                          <a:effectLst/>
                          <a:latin typeface="+mn-lt"/>
                          <a:ea typeface="+mn-ea"/>
                          <a:cs typeface="+mn-cs"/>
                        </a:rPr>
                        <a:t>Stage 1</a:t>
                      </a:r>
                    </a:p>
                    <a:p>
                      <a:pPr marL="1588"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kern="1200" cap="none" normalizeH="0" baseline="0">
                          <a:ln>
                            <a:noFill/>
                          </a:ln>
                          <a:solidFill>
                            <a:schemeClr val="tx2"/>
                          </a:solidFill>
                          <a:effectLst/>
                          <a:latin typeface="+mn-lt"/>
                          <a:ea typeface="+mn-ea"/>
                          <a:cs typeface="+mn-cs"/>
                        </a:rPr>
                        <a:t>Basic</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80808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588"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kern="1200" cap="none" normalizeH="0" baseline="0">
                          <a:ln>
                            <a:noFill/>
                          </a:ln>
                          <a:solidFill>
                            <a:schemeClr val="tx2"/>
                          </a:solidFill>
                          <a:effectLst/>
                          <a:latin typeface="+mn-lt"/>
                          <a:ea typeface="+mn-ea"/>
                          <a:cs typeface="+mn-cs"/>
                        </a:rPr>
                        <a:t>Stage 2</a:t>
                      </a:r>
                    </a:p>
                    <a:p>
                      <a:pPr marL="1588"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kern="1200" cap="none" normalizeH="0" baseline="0">
                          <a:ln>
                            <a:noFill/>
                          </a:ln>
                          <a:solidFill>
                            <a:schemeClr val="tx2"/>
                          </a:solidFill>
                          <a:effectLst/>
                          <a:latin typeface="+mn-lt"/>
                          <a:ea typeface="+mn-ea"/>
                          <a:cs typeface="+mn-cs"/>
                        </a:rPr>
                        <a:t>Developing</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80808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588"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kern="1200" cap="none" normalizeH="0" baseline="0">
                          <a:ln>
                            <a:noFill/>
                          </a:ln>
                          <a:solidFill>
                            <a:schemeClr val="tx2"/>
                          </a:solidFill>
                          <a:effectLst/>
                          <a:latin typeface="+mn-lt"/>
                          <a:ea typeface="+mn-ea"/>
                          <a:cs typeface="+mn-cs"/>
                        </a:rPr>
                        <a:t>Stage 3</a:t>
                      </a:r>
                    </a:p>
                    <a:p>
                      <a:pPr marL="1588"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kern="1200" cap="none" normalizeH="0" baseline="0">
                          <a:ln>
                            <a:noFill/>
                          </a:ln>
                          <a:solidFill>
                            <a:schemeClr val="tx2"/>
                          </a:solidFill>
                          <a:effectLst/>
                          <a:latin typeface="+mn-lt"/>
                          <a:ea typeface="+mn-ea"/>
                          <a:cs typeface="+mn-cs"/>
                        </a:rPr>
                        <a:t>Established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80808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588"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kern="1200" cap="none" normalizeH="0" baseline="0">
                          <a:ln>
                            <a:noFill/>
                          </a:ln>
                          <a:solidFill>
                            <a:schemeClr val="tx2"/>
                          </a:solidFill>
                          <a:effectLst/>
                          <a:latin typeface="+mn-lt"/>
                          <a:ea typeface="+mn-ea"/>
                          <a:cs typeface="+mn-cs"/>
                        </a:rPr>
                        <a:t>Stage 4</a:t>
                      </a:r>
                    </a:p>
                    <a:p>
                      <a:pPr marL="1588"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kern="1200" cap="none" normalizeH="0" baseline="0">
                          <a:ln>
                            <a:noFill/>
                          </a:ln>
                          <a:solidFill>
                            <a:schemeClr val="tx2"/>
                          </a:solidFill>
                          <a:effectLst/>
                          <a:latin typeface="+mn-lt"/>
                          <a:ea typeface="+mn-ea"/>
                          <a:cs typeface="+mn-cs"/>
                        </a:rPr>
                        <a:t>Advanced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80808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588"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kern="1200" cap="none" normalizeH="0" baseline="0">
                          <a:ln>
                            <a:noFill/>
                          </a:ln>
                          <a:solidFill>
                            <a:schemeClr val="tx2"/>
                          </a:solidFill>
                          <a:effectLst/>
                          <a:latin typeface="+mn-lt"/>
                          <a:ea typeface="+mn-ea"/>
                          <a:cs typeface="+mn-cs"/>
                        </a:rPr>
                        <a:t>Stage 5</a:t>
                      </a:r>
                    </a:p>
                    <a:p>
                      <a:pPr marL="1588"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kern="1200" cap="none" normalizeH="0" baseline="0">
                          <a:ln>
                            <a:noFill/>
                          </a:ln>
                          <a:solidFill>
                            <a:schemeClr val="tx2"/>
                          </a:solidFill>
                          <a:effectLst/>
                          <a:latin typeface="+mn-lt"/>
                          <a:ea typeface="+mn-ea"/>
                          <a:cs typeface="+mn-cs"/>
                        </a:rPr>
                        <a:t>Leading</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808080"/>
                    </a:solidFill>
                  </a:tcPr>
                </a:tc>
                <a:extLst>
                  <a:ext uri="{0D108BD9-81ED-4DB2-BD59-A6C34878D82A}">
                    <a16:rowId xmlns:a16="http://schemas.microsoft.com/office/drawing/2014/main" val="10000"/>
                  </a:ext>
                </a:extLst>
              </a:tr>
              <a:tr h="160020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cap="none" normalizeH="0" baseline="0">
                          <a:ln>
                            <a:noFill/>
                          </a:ln>
                          <a:solidFill>
                            <a:schemeClr val="tx2"/>
                          </a:solidFill>
                          <a:effectLst/>
                          <a:latin typeface="+mn-lt"/>
                          <a:cs typeface="Arial" charset="0"/>
                        </a:rPr>
                        <a:t>Business Principles </a:t>
                      </a:r>
                      <a:br>
                        <a:rPr kumimoji="0" lang="en-US" sz="1100" b="1" i="0" u="none" strike="noStrike" cap="none" normalizeH="0" baseline="0">
                          <a:ln>
                            <a:noFill/>
                          </a:ln>
                          <a:solidFill>
                            <a:schemeClr val="tx2"/>
                          </a:solidFill>
                          <a:effectLst/>
                          <a:latin typeface="+mn-lt"/>
                          <a:cs typeface="Arial" charset="0"/>
                        </a:rPr>
                      </a:br>
                      <a:r>
                        <a:rPr kumimoji="0" lang="en-US" sz="1100" b="1" i="0" u="none" strike="noStrike" cap="none" normalizeH="0" baseline="0">
                          <a:ln>
                            <a:noFill/>
                          </a:ln>
                          <a:solidFill>
                            <a:schemeClr val="tx2"/>
                          </a:solidFill>
                          <a:effectLst/>
                          <a:latin typeface="+mn-lt"/>
                          <a:cs typeface="Arial" charset="0"/>
                        </a:rPr>
                        <a:t>and Policies</a:t>
                      </a:r>
                    </a:p>
                  </a:txBody>
                  <a:tcPr marL="45720" marR="45720" marT="27432" marB="27432" vert="vert270"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Finance systems organically grown with no reference to Finance strategy or business model</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A basic revenue recognition policy is in place in each business unit</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Common Finance architecture at business unit level which allows strategic change with significant effort</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Revenue recognition policies aligned with local GAAP exist but are not systematically implemented and require manual monitoring procedures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Global finance architecture designed to support existing Finance needs, but requires major effort to support changes to strategy</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Company wide revenue recognition policy is in place that requires significant interpretation for application to local business unit transactions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Enterprise business architecture designed to support existing Finance needs and supports annual business plans and strategic change</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Enterprise-wide governance of revenue recognition policy in place providing detailed guidance on application of local GAAP</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Dynamic global business architecture designed to support existing Finance needs and allow for business and strategic changes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Substantially all major elements of enterprise revenue recognition policy are automated in a transaction processing application that provides compliance reporting</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1"/>
                  </a:ext>
                </a:extLst>
              </a:tr>
              <a:tr h="173736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cap="none" normalizeH="0" baseline="0">
                          <a:ln>
                            <a:noFill/>
                          </a:ln>
                          <a:solidFill>
                            <a:schemeClr val="tx2"/>
                          </a:solidFill>
                          <a:effectLst/>
                          <a:latin typeface="+mn-lt"/>
                          <a:cs typeface="Arial" charset="0"/>
                        </a:rPr>
                        <a:t>Performance Measurement</a:t>
                      </a:r>
                    </a:p>
                  </a:txBody>
                  <a:tcPr marL="45720" marR="45720" marT="27432" marB="27432" vert="vert270"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Revenue recognition process performance measurement defined only as variance of actual revenue against plan</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No GAAP revenue forecasting capability</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Revenue recognition process performance measurement aligned to strategic objectives at a high level</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Limited GAAP revenue forecasting as an output of manual period close processes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Revenue recognition process performance measurements align process or transaction drivers that have a significant impact on outcome metrics which in turn provide a business service perspective on the achievement of strategic objectives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Limited GAAP revenue forecasting as part of period close flash reporting process</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Driver based performance measurement enabled through ERP custom reporting and data warehouse analysis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GAAP revenue forecasting enabled through manual reporting for deals booked prior to current open accounting period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Revenue recognition performance measures and GAAP revenue forecasting available daily from stand alone revenue recognition application</a:t>
                      </a: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2"/>
                  </a:ext>
                </a:extLst>
              </a:tr>
              <a:tr h="160020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200"/>
                        </a:spcAft>
                        <a:buClrTx/>
                        <a:buSzTx/>
                        <a:buFontTx/>
                        <a:buNone/>
                        <a:tabLst/>
                      </a:pPr>
                      <a:r>
                        <a:rPr kumimoji="0" lang="en-US" sz="1100" b="1" i="0" u="none" strike="noStrike" cap="none" normalizeH="0" baseline="0">
                          <a:ln>
                            <a:noFill/>
                          </a:ln>
                          <a:solidFill>
                            <a:schemeClr val="tx2"/>
                          </a:solidFill>
                          <a:effectLst/>
                          <a:latin typeface="+mn-lt"/>
                          <a:cs typeface="Arial" charset="0"/>
                        </a:rPr>
                        <a:t>Organization and People</a:t>
                      </a:r>
                    </a:p>
                  </a:txBody>
                  <a:tcPr marL="45720" marR="45720" marT="27432" marB="27432" vert="vert270"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Revenue recognition skillset undefined in standard finance roles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No centralized revenue assurance function in finance</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No formal revenue recognition subject matter resources established</a:t>
                      </a:r>
                    </a:p>
                  </a:txBody>
                  <a:tcPr marL="45720" marR="45720" marT="27432" marB="27432"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Revenue recognition skills defined in terms of control compliance in standard finance roles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Business unit level revenue assurance function for only large or complex transactions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Business unit level revenue recognition subject matter resources established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Specific revenue analyst skills defined for finance role</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950" b="0" i="0" u="none" strike="noStrike" cap="none" normalizeH="0" baseline="0">
                          <a:ln>
                            <a:noFill/>
                          </a:ln>
                          <a:solidFill>
                            <a:srgbClr val="646464"/>
                          </a:solidFill>
                          <a:effectLst/>
                          <a:latin typeface="+mn-lt"/>
                          <a:cs typeface="Arial" charset="0"/>
                        </a:rPr>
                        <a:t>Corporate level revenue assurance function for only large or complex transactions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950" b="0" i="0" u="none" strike="noStrike" cap="none" normalizeH="0" baseline="0">
                          <a:ln>
                            <a:noFill/>
                          </a:ln>
                          <a:solidFill>
                            <a:srgbClr val="646464"/>
                          </a:solidFill>
                          <a:effectLst/>
                          <a:latin typeface="+mn-lt"/>
                          <a:cs typeface="Arial" charset="0"/>
                        </a:rPr>
                        <a:t>Corporate and Business unit level revenue recognition subject matter resources established</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Arial" charset="0"/>
                        </a:rPr>
                        <a:t>Revenue assurance function established with deal review, compliance monitoring, revenue forecasting, fair value, and period close roles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950" b="0" i="0" u="none" strike="noStrike" cap="none" normalizeH="0" baseline="0">
                          <a:ln>
                            <a:noFill/>
                          </a:ln>
                          <a:solidFill>
                            <a:srgbClr val="646464"/>
                          </a:solidFill>
                          <a:effectLst/>
                          <a:latin typeface="+mn-lt"/>
                          <a:cs typeface="Arial" charset="0"/>
                        </a:rPr>
                        <a:t>Corporate level revenue assurance function for all transactions at quarter close and large deal review</a:t>
                      </a:r>
                    </a:p>
                  </a:txBody>
                  <a:tcPr marL="45720" marR="45720" marT="27432" marB="27432"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950" b="0" i="0" u="none" strike="noStrike" cap="none" normalizeH="0" baseline="0">
                          <a:ln>
                            <a:noFill/>
                          </a:ln>
                          <a:solidFill>
                            <a:srgbClr val="646464"/>
                          </a:solidFill>
                          <a:effectLst/>
                          <a:latin typeface="+mn-lt"/>
                          <a:cs typeface="Times New Roman" pitchFamily="18" charset="0"/>
                        </a:rPr>
                        <a:t>Centralized revenue assurance function administers stand alone revenue recognition application</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950" b="0" i="0" u="none" strike="noStrike" cap="none" normalizeH="0" baseline="0">
                          <a:ln>
                            <a:noFill/>
                          </a:ln>
                          <a:solidFill>
                            <a:srgbClr val="646464"/>
                          </a:solidFill>
                          <a:effectLst/>
                          <a:latin typeface="+mn-lt"/>
                          <a:cs typeface="Arial" charset="0"/>
                        </a:rPr>
                        <a:t>Corporate level revenue assurance function provides daily deal review services, GAAP revenue forecasting, multi-dimensional revenue reporting for operations and compliance</a:t>
                      </a:r>
                      <a:endParaRPr kumimoji="0" lang="en-US" sz="950" b="0" i="0" u="none" strike="noStrike" cap="none" normalizeH="0" baseline="0">
                        <a:ln>
                          <a:noFill/>
                        </a:ln>
                        <a:solidFill>
                          <a:srgbClr val="646464"/>
                        </a:solidFill>
                        <a:effectLst/>
                        <a:latin typeface="+mn-lt"/>
                        <a:cs typeface="Times New Roman" pitchFamily="18" charset="0"/>
                      </a:endParaRPr>
                    </a:p>
                  </a:txBody>
                  <a:tcPr marL="45720" marR="45720" marT="27432" marB="27432"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344825808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FA8CDE-C9E9-9197-9B96-D16BA4B55C6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E44EDD4-1208-0B70-34EA-7C025DC6005B}"/>
              </a:ext>
            </a:extLst>
          </p:cNvPr>
          <p:cNvSpPr>
            <a:spLocks noGrp="1"/>
          </p:cNvSpPr>
          <p:nvPr>
            <p:ph type="title"/>
          </p:nvPr>
        </p:nvSpPr>
        <p:spPr>
          <a:xfrm>
            <a:off x="609600" y="274320"/>
            <a:ext cx="10972800" cy="457200"/>
          </a:xfrm>
        </p:spPr>
        <p:txBody>
          <a:bodyPr/>
          <a:lstStyle/>
          <a:p>
            <a:r>
              <a:rPr lang="en-IN" noProof="0"/>
              <a:t>Revenue Recognition Model (2/3)</a:t>
            </a:r>
            <a:endParaRPr lang="en-US" noProof="0"/>
          </a:p>
        </p:txBody>
      </p:sp>
      <p:sp>
        <p:nvSpPr>
          <p:cNvPr id="5" name="Slide Number Placeholder 4">
            <a:extLst>
              <a:ext uri="{FF2B5EF4-FFF2-40B4-BE49-F238E27FC236}">
                <a16:creationId xmlns:a16="http://schemas.microsoft.com/office/drawing/2014/main" id="{2010E266-200D-6E9A-2368-2E161FCF1F42}"/>
              </a:ext>
            </a:extLst>
          </p:cNvPr>
          <p:cNvSpPr>
            <a:spLocks noGrp="1"/>
          </p:cNvSpPr>
          <p:nvPr>
            <p:ph type="sldNum" sz="quarter" idx="12"/>
          </p:nvPr>
        </p:nvSpPr>
        <p:spPr/>
        <p:txBody>
          <a:bodyPr/>
          <a:lstStyle/>
          <a:p>
            <a:fld id="{94FCA0F3-9F3A-694B-99BB-0E592A797735}" type="slidenum">
              <a:rPr lang="en-US" noProof="0" smtClean="0"/>
              <a:t>97</a:t>
            </a:fld>
            <a:endParaRPr lang="en-US" noProof="0"/>
          </a:p>
        </p:txBody>
      </p:sp>
      <p:sp>
        <p:nvSpPr>
          <p:cNvPr id="6" name="Date Placeholder 5">
            <a:extLst>
              <a:ext uri="{FF2B5EF4-FFF2-40B4-BE49-F238E27FC236}">
                <a16:creationId xmlns:a16="http://schemas.microsoft.com/office/drawing/2014/main" id="{88B515C7-A368-11F6-F3AE-7EC152876B32}"/>
              </a:ext>
            </a:extLst>
          </p:cNvPr>
          <p:cNvSpPr>
            <a:spLocks noGrp="1"/>
          </p:cNvSpPr>
          <p:nvPr>
            <p:ph type="dt" sz="half" idx="10"/>
          </p:nvPr>
        </p:nvSpPr>
        <p:spPr/>
        <p:txBody>
          <a:bodyPr/>
          <a:lstStyle/>
          <a:p>
            <a:fld id="{F3772E00-D7F7-40FD-832D-6C39A8B43411}" type="datetime1">
              <a:rPr lang="en-US" noProof="0" smtClean="0"/>
              <a:t>9/19/2025</a:t>
            </a:fld>
            <a:endParaRPr lang="en-US" noProof="0"/>
          </a:p>
        </p:txBody>
      </p:sp>
      <p:graphicFrame>
        <p:nvGraphicFramePr>
          <p:cNvPr id="3" name="Group 3">
            <a:extLst>
              <a:ext uri="{FF2B5EF4-FFF2-40B4-BE49-F238E27FC236}">
                <a16:creationId xmlns:a16="http://schemas.microsoft.com/office/drawing/2014/main" id="{1DCA104D-AAB6-8E9E-4B71-2E89AA45E686}"/>
              </a:ext>
            </a:extLst>
          </p:cNvPr>
          <p:cNvGraphicFramePr>
            <a:graphicFrameLocks/>
          </p:cNvGraphicFramePr>
          <p:nvPr>
            <p:extLst>
              <p:ext uri="{D42A27DB-BD31-4B8C-83A1-F6EECF244321}">
                <p14:modId xmlns:p14="http://schemas.microsoft.com/office/powerpoint/2010/main" val="1927510604"/>
              </p:ext>
            </p:extLst>
          </p:nvPr>
        </p:nvGraphicFramePr>
        <p:xfrm>
          <a:off x="609600" y="868680"/>
          <a:ext cx="11018520" cy="5494020"/>
        </p:xfrm>
        <a:graphic>
          <a:graphicData uri="http://schemas.openxmlformats.org/drawingml/2006/table">
            <a:tbl>
              <a:tblPr/>
              <a:tblGrid>
                <a:gridCol w="32004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2011680">
                  <a:extLst>
                    <a:ext uri="{9D8B030D-6E8A-4147-A177-3AD203B41FA5}">
                      <a16:colId xmlns:a16="http://schemas.microsoft.com/office/drawing/2014/main" val="20002"/>
                    </a:ext>
                  </a:extLst>
                </a:gridCol>
                <a:gridCol w="2011680">
                  <a:extLst>
                    <a:ext uri="{9D8B030D-6E8A-4147-A177-3AD203B41FA5}">
                      <a16:colId xmlns:a16="http://schemas.microsoft.com/office/drawing/2014/main" val="20003"/>
                    </a:ext>
                  </a:extLst>
                </a:gridCol>
                <a:gridCol w="2011680">
                  <a:extLst>
                    <a:ext uri="{9D8B030D-6E8A-4147-A177-3AD203B41FA5}">
                      <a16:colId xmlns:a16="http://schemas.microsoft.com/office/drawing/2014/main" val="20004"/>
                    </a:ext>
                  </a:extLst>
                </a:gridCol>
                <a:gridCol w="2103120">
                  <a:extLst>
                    <a:ext uri="{9D8B030D-6E8A-4147-A177-3AD203B41FA5}">
                      <a16:colId xmlns:a16="http://schemas.microsoft.com/office/drawing/2014/main" val="20005"/>
                    </a:ext>
                  </a:extLst>
                </a:gridCol>
                <a:gridCol w="2103120">
                  <a:extLst>
                    <a:ext uri="{9D8B030D-6E8A-4147-A177-3AD203B41FA5}">
                      <a16:colId xmlns:a16="http://schemas.microsoft.com/office/drawing/2014/main" val="20006"/>
                    </a:ext>
                  </a:extLst>
                </a:gridCol>
              </a:tblGrid>
              <a:tr h="457200">
                <a:tc grid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sz="1100" b="1" i="0" u="none" strike="noStrike" cap="none" normalizeH="0" baseline="0">
                        <a:ln>
                          <a:noFill/>
                        </a:ln>
                        <a:solidFill>
                          <a:srgbClr val="646464"/>
                        </a:solidFill>
                        <a:effectLst/>
                        <a:latin typeface="+mn-lt"/>
                        <a:cs typeface="Arial" charset="0"/>
                      </a:endParaRPr>
                    </a:p>
                  </a:txBody>
                  <a:tcPr marL="45720" marR="45720" vert="eaVert" anchor="ctr" horzOverflow="overflow">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noFill/>
                  </a:tcPr>
                </a:tc>
                <a:tc h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1</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Basic</a:t>
                      </a: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2</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Developing</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3</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Established</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4</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Advanced</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5</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Leading</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extLst>
                  <a:ext uri="{0D108BD9-81ED-4DB2-BD59-A6C34878D82A}">
                    <a16:rowId xmlns:a16="http://schemas.microsoft.com/office/drawing/2014/main" val="10000"/>
                  </a:ext>
                </a:extLst>
              </a:tr>
              <a:tr h="496767">
                <a:tc rowSpan="6">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PROCESS</a:t>
                      </a:r>
                    </a:p>
                  </a:txBody>
                  <a:tcPr marL="45720" marR="45720" vert="vert27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Deal Review</a:t>
                      </a:r>
                    </a:p>
                  </a:txBody>
                  <a:tcPr marL="45720" marR="45720" vert="vert27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65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Deal reviews completed at business unit level after being booked in ERP system</a:t>
                      </a: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a:ln>
                            <a:noFill/>
                          </a:ln>
                          <a:solidFill>
                            <a:srgbClr val="646464"/>
                          </a:solidFill>
                          <a:effectLst/>
                          <a:latin typeface="+mn-lt"/>
                          <a:cs typeface="Times New Roman" pitchFamily="18" charset="0"/>
                        </a:rPr>
                        <a:t>All deal reviews utilize revenue assurance checklist to ensure corporate policy compliance</a:t>
                      </a:r>
                      <a:endParaRPr kumimoji="0" lang="en-US" sz="800" b="0" i="0" u="none" strike="noStrike" cap="none" normalizeH="0" baseline="0">
                        <a:ln>
                          <a:noFill/>
                        </a:ln>
                        <a:solidFill>
                          <a:srgbClr val="646464"/>
                        </a:solidFill>
                        <a:effectLst/>
                        <a:latin typeface="+mn-lt"/>
                        <a:cs typeface="Arial" charset="0"/>
                      </a:endParaRP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Times New Roman" pitchFamily="18" charset="0"/>
                        </a:rPr>
                        <a:t>All complex deal reviews consist of checklist and GAAP revenue waterfall forecast prior to being booked</a:t>
                      </a:r>
                      <a:endParaRPr kumimoji="0" lang="en-US" sz="800" b="0" i="0" u="none" strike="noStrike" cap="none" normalizeH="0" baseline="0">
                        <a:ln>
                          <a:noFill/>
                        </a:ln>
                        <a:solidFill>
                          <a:srgbClr val="646464"/>
                        </a:solidFill>
                        <a:effectLst/>
                        <a:latin typeface="+mn-lt"/>
                        <a:cs typeface="Arial" charset="0"/>
                      </a:endParaRP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dirty="0">
                          <a:ln>
                            <a:noFill/>
                          </a:ln>
                          <a:solidFill>
                            <a:srgbClr val="646464"/>
                          </a:solidFill>
                          <a:effectLst/>
                          <a:latin typeface="+mn-lt"/>
                          <a:cs typeface="Times New Roman" pitchFamily="18" charset="0"/>
                        </a:rPr>
                        <a:t>Center of Excellence (COE) revenue assurance team reviews all deals over specific thresholds and/or by contract type</a:t>
                      </a:r>
                      <a:endParaRPr kumimoji="0" lang="en-US" sz="800" b="0" i="0" u="none" strike="noStrike" cap="none" normalizeH="0" baseline="0" dirty="0">
                        <a:ln>
                          <a:noFill/>
                        </a:ln>
                        <a:solidFill>
                          <a:srgbClr val="646464"/>
                        </a:solidFill>
                        <a:effectLst/>
                        <a:latin typeface="+mn-lt"/>
                        <a:cs typeface="Arial" charset="0"/>
                      </a:endParaRP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Times New Roman" pitchFamily="18" charset="0"/>
                        </a:rPr>
                        <a:t>All deal reviews utilize revenue forecasting feature in stand alone revenue recognition application</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1"/>
                  </a:ext>
                </a:extLst>
              </a:tr>
              <a:tr h="799484">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sz="900" b="1" i="0" u="none" strike="noStrike" cap="none" normalizeH="0" baseline="0">
                        <a:ln>
                          <a:noFill/>
                        </a:ln>
                        <a:solidFill>
                          <a:sysClr val="windowText" lastClr="000000"/>
                        </a:solidFill>
                        <a:effectLst/>
                        <a:latin typeface="Arial" charset="0"/>
                        <a:cs typeface="Arial" charset="0"/>
                      </a:endParaRPr>
                    </a:p>
                  </a:txBody>
                  <a:tcPr marL="0" marR="0" vert="vert27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Transaction Booking</a:t>
                      </a:r>
                    </a:p>
                  </a:txBody>
                  <a:tcPr marL="45720" marR="45720" vert="vert27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65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Significant number of transactions require periodic manual entries in the GL to accurately record GAAP revenue</a:t>
                      </a: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Complex revenue transactions require manual steps to record GAAP revenue:</a:t>
                      </a:r>
                    </a:p>
                    <a:p>
                      <a:pPr marL="109728" marR="0" lvl="1"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Date Based</a:t>
                      </a:r>
                    </a:p>
                    <a:p>
                      <a:pPr marL="109728" marR="0" lvl="1"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Event Based</a:t>
                      </a:r>
                    </a:p>
                    <a:p>
                      <a:pPr marL="109728" marR="0" lvl="1"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Percentage of Completion</a:t>
                      </a:r>
                    </a:p>
                    <a:p>
                      <a:pPr marL="109728" marR="0" lvl="1"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Multiple Elements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Non-standard contracts and revenue recognition models require manual procedures to record GAAP revenue</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Transaction templates developed to support GAAP revenue recognition in ERP customizations</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Elements outside template parameters are booked as separate orders requiring manual adjustments to revenue</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Times New Roman" pitchFamily="18" charset="0"/>
                        </a:rPr>
                        <a:t>Nearly all revenue impacting events are recorded through automated processes </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Times New Roman" pitchFamily="18" charset="0"/>
                        </a:rPr>
                        <a:t>Manual postings in revenue accounts limited to external audit adjustments and specific reserves</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2"/>
                  </a:ext>
                </a:extLst>
              </a:tr>
              <a:tr h="698579">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sz="900" b="1" i="0" u="none" strike="noStrike" cap="none" normalizeH="0" baseline="0">
                        <a:ln>
                          <a:noFill/>
                        </a:ln>
                        <a:solidFill>
                          <a:sysClr val="windowText" lastClr="000000"/>
                        </a:solidFill>
                        <a:effectLst/>
                        <a:latin typeface="Arial" charset="0"/>
                        <a:cs typeface="Arial" charset="0"/>
                      </a:endParaRPr>
                    </a:p>
                  </a:txBody>
                  <a:tcPr marL="0" marR="0" vert="vert27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Revenue Leakage</a:t>
                      </a:r>
                    </a:p>
                  </a:txBody>
                  <a:tcPr marL="45720" marR="45720" vert="vert27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65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No ongoing review and analysis of deal structure, fulfillment practices, and billing processes to identify potential revenue leakage issues </a:t>
                      </a: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Terms and conditions used for booked deals are monitored to ensure they maximize recognition of GAAP revenue</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Transactions lacking standard data investigated for possible fraud</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Unbilled items are reviewed on a periodic basis to ensure revenue can be recognized at the earliest point permissible under local GAAP</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Systems used for provisioning, recording service time, and initiating transaction lifecycle events monitored to detect lost or corrupted data</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Times New Roman" pitchFamily="18" charset="0"/>
                        </a:rPr>
                        <a:t>Revenue analysis performed at customer, product, material, and transaction type level to determine revenue leakage issues</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3"/>
                  </a:ext>
                </a:extLst>
              </a:tr>
              <a:tr h="799484">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sz="900" b="1" i="0" u="none" strike="noStrike" cap="none" normalizeH="0" baseline="0">
                        <a:ln>
                          <a:noFill/>
                        </a:ln>
                        <a:solidFill>
                          <a:sysClr val="windowText" lastClr="000000"/>
                        </a:solidFill>
                        <a:effectLst/>
                        <a:latin typeface="Arial" charset="0"/>
                        <a:cs typeface="Arial" charset="0"/>
                      </a:endParaRPr>
                    </a:p>
                  </a:txBody>
                  <a:tcPr marL="0" marR="0" vert="vert27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Compliance</a:t>
                      </a:r>
                    </a:p>
                  </a:txBody>
                  <a:tcPr marL="45720" marR="45720" vert="vert27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65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a:ln>
                            <a:noFill/>
                          </a:ln>
                          <a:solidFill>
                            <a:srgbClr val="646464"/>
                          </a:solidFill>
                          <a:effectLst/>
                          <a:latin typeface="+mn-lt"/>
                          <a:cs typeface="Times New Roman" pitchFamily="18" charset="0"/>
                        </a:rPr>
                        <a:t>Minimal attempt to calculate and applies Vendor Specific Objective Evidence (VSOE), Third Party Evidence (TPE), Selling Price principles to revenue recognition allocations</a:t>
                      </a:r>
                      <a:endParaRPr kumimoji="0" lang="en-US" sz="800" b="0" i="0" u="none" strike="noStrike" cap="none" normalizeH="0" baseline="0">
                        <a:ln>
                          <a:noFill/>
                        </a:ln>
                        <a:solidFill>
                          <a:srgbClr val="646464"/>
                        </a:solidFill>
                        <a:effectLst/>
                        <a:latin typeface="+mn-lt"/>
                        <a:cs typeface="Arial" charset="0"/>
                      </a:endParaRP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a:ln>
                            <a:noFill/>
                          </a:ln>
                          <a:solidFill>
                            <a:srgbClr val="646464"/>
                          </a:solidFill>
                          <a:effectLst/>
                          <a:latin typeface="+mn-lt"/>
                          <a:cs typeface="Times New Roman" pitchFamily="18" charset="0"/>
                        </a:rPr>
                        <a:t>Business unit calculates, stores VSOE, TPE, Selling Price</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a:ln>
                            <a:noFill/>
                          </a:ln>
                          <a:solidFill>
                            <a:srgbClr val="646464"/>
                          </a:solidFill>
                          <a:effectLst/>
                          <a:latin typeface="+mn-lt"/>
                          <a:cs typeface="Times New Roman" pitchFamily="18" charset="0"/>
                        </a:rPr>
                        <a:t>Business unit applies VSOE, TPE, Selling Price, and performs allocations manually</a:t>
                      </a:r>
                      <a:endParaRPr kumimoji="0" lang="en-US" sz="800" b="0" i="0" u="none" strike="noStrike" cap="none" normalizeH="0" baseline="0">
                        <a:ln>
                          <a:noFill/>
                        </a:ln>
                        <a:solidFill>
                          <a:srgbClr val="646464"/>
                        </a:solidFill>
                        <a:effectLst/>
                        <a:latin typeface="+mn-lt"/>
                        <a:cs typeface="Arial" charset="0"/>
                      </a:endParaRP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dirty="0">
                          <a:ln>
                            <a:noFill/>
                          </a:ln>
                          <a:solidFill>
                            <a:srgbClr val="646464"/>
                          </a:solidFill>
                          <a:effectLst/>
                          <a:latin typeface="+mn-lt"/>
                          <a:cs typeface="Times New Roman" pitchFamily="18" charset="0"/>
                        </a:rPr>
                        <a:t>Center of Excellence (COE) calculates, stores VSOE, TPE, Selling Price</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dirty="0">
                          <a:ln>
                            <a:noFill/>
                          </a:ln>
                          <a:solidFill>
                            <a:srgbClr val="646464"/>
                          </a:solidFill>
                          <a:effectLst/>
                          <a:latin typeface="+mn-lt"/>
                          <a:cs typeface="Times New Roman" pitchFamily="18" charset="0"/>
                        </a:rPr>
                        <a:t>Central revenue assurance team applies VSOE, TPE, Selling Price, and performs allocations manually</a:t>
                      </a:r>
                      <a:endParaRPr kumimoji="0" lang="en-US" sz="800" b="0" i="0" u="none" strike="noStrike" cap="none" normalizeH="0" baseline="0" dirty="0">
                        <a:ln>
                          <a:noFill/>
                        </a:ln>
                        <a:solidFill>
                          <a:srgbClr val="646464"/>
                        </a:solidFill>
                        <a:effectLst/>
                        <a:latin typeface="+mn-lt"/>
                        <a:cs typeface="Arial" charset="0"/>
                      </a:endParaRP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a:ln>
                            <a:noFill/>
                          </a:ln>
                          <a:solidFill>
                            <a:srgbClr val="646464"/>
                          </a:solidFill>
                          <a:effectLst/>
                          <a:latin typeface="+mn-lt"/>
                          <a:cs typeface="Times New Roman" pitchFamily="18" charset="0"/>
                        </a:rPr>
                        <a:t>Revenue recognition customizations in ERP provides audit trail only for manual journals posted to the General Ledger</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a:ln>
                            <a:noFill/>
                          </a:ln>
                          <a:solidFill>
                            <a:srgbClr val="646464"/>
                          </a:solidFill>
                          <a:effectLst/>
                          <a:latin typeface="+mn-lt"/>
                          <a:cs typeface="Times New Roman" pitchFamily="18" charset="0"/>
                        </a:rPr>
                        <a:t>Custom processing in ERP requires annual IT controls testing</a:t>
                      </a:r>
                      <a:endParaRPr kumimoji="0" lang="en-US" sz="800" b="0" i="0" u="none" strike="noStrike" cap="none" normalizeH="0" baseline="0">
                        <a:ln>
                          <a:noFill/>
                        </a:ln>
                        <a:solidFill>
                          <a:srgbClr val="646464"/>
                        </a:solidFill>
                        <a:effectLst/>
                        <a:latin typeface="+mn-lt"/>
                        <a:cs typeface="Arial" charset="0"/>
                      </a:endParaRP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Times New Roman" pitchFamily="18" charset="0"/>
                        </a:rPr>
                        <a:t>Stand alone revenue recognition application stores and applies VSOE, TPE, Selling Price</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Times New Roman" pitchFamily="18" charset="0"/>
                        </a:rPr>
                        <a:t>Revenue recognition application provides audit trail for changes to revenue related transactions</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4"/>
                  </a:ext>
                </a:extLst>
              </a:tr>
              <a:tr h="900390">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sz="900" b="1" i="0" u="none" strike="noStrike" cap="none" normalizeH="0" baseline="0">
                        <a:ln>
                          <a:noFill/>
                        </a:ln>
                        <a:solidFill>
                          <a:sysClr val="windowText" lastClr="000000"/>
                        </a:solidFill>
                        <a:effectLst/>
                        <a:latin typeface="Arial" charset="0"/>
                        <a:cs typeface="Arial" charset="0"/>
                      </a:endParaRPr>
                    </a:p>
                  </a:txBody>
                  <a:tcPr marL="0" marR="0" vert="vert27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Period Close</a:t>
                      </a:r>
                    </a:p>
                  </a:txBody>
                  <a:tcPr marL="45720" marR="45720" vert="vert27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65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Manual period cutoff procedures monitored for booking of new orders</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Preparation of manual adjusting entries for orders booked in previous periods with revenue recognition over multiple periods</a:t>
                      </a: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Standard ERP reports and shipping confirmations monitored for period cutoff</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Revenue recognition spreadsheet updated throughout quarter close to produce adjusting entries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Transaction types known to cause revenue recognition irregularities monitored in last period of quarter to ensure they meet all revenue recognition criteria</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Manual adjustments made for new and existing deals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Revenue assurance close meetings conducted at quarter end to review new complex deals, revenue leakage issues, and performance of related internal controls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Times New Roman" pitchFamily="18" charset="0"/>
                        </a:rPr>
                        <a:t>Stand alone revenue recognition application requires only quality assurance and internal control reviews of standard reports to perform period close for revenue accounts</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Times New Roman" pitchFamily="18" charset="0"/>
                        </a:rPr>
                        <a:t>Revenue assurance close meetings held for all period closings</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5"/>
                  </a:ext>
                </a:extLst>
              </a:tr>
              <a:tr h="698579">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sz="900" b="1" i="0" u="none" strike="noStrike" cap="none" normalizeH="0" baseline="0">
                        <a:ln>
                          <a:noFill/>
                        </a:ln>
                        <a:solidFill>
                          <a:sysClr val="windowText" lastClr="000000"/>
                        </a:solidFill>
                        <a:effectLst/>
                        <a:latin typeface="Arial" charset="0"/>
                        <a:cs typeface="Arial" charset="0"/>
                      </a:endParaRPr>
                    </a:p>
                  </a:txBody>
                  <a:tcPr marL="0" marR="0" vert="vert270"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Reporting &amp; Forecasting</a:t>
                      </a:r>
                    </a:p>
                  </a:txBody>
                  <a:tcPr marL="45720" marR="45720" vert="vert27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65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Revenue reporting limited to standard financial statement reporting</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Revenue analysis performed manually utilizing limited data points</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No revenue forecasting capability</a:t>
                      </a: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Revenue reporting limited to standard ERP reports</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Revenue analysis performed manually utilizing data from multiple sources</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Revenue forecasting limited to ERP treatment without GAAP adjustments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Revenue reporting and analysis supported by both ERP and data warehouse</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Arial" charset="0"/>
                        </a:rPr>
                        <a:t>Revenue forecasting enabled only at period end through customization of data warehouse</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a:ln>
                            <a:noFill/>
                          </a:ln>
                          <a:solidFill>
                            <a:srgbClr val="646464"/>
                          </a:solidFill>
                          <a:effectLst/>
                          <a:latin typeface="+mn-lt"/>
                          <a:cs typeface="Arial" charset="0"/>
                        </a:rPr>
                        <a:t>Revenue reporting and analysis supported by customization of ERP</a:t>
                      </a:r>
                    </a:p>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defRPr/>
                      </a:pPr>
                      <a:r>
                        <a:rPr kumimoji="0" lang="en-US" sz="800" b="0" i="0" u="none" strike="noStrike" cap="none" normalizeH="0" baseline="0">
                          <a:ln>
                            <a:noFill/>
                          </a:ln>
                          <a:solidFill>
                            <a:srgbClr val="646464"/>
                          </a:solidFill>
                          <a:effectLst/>
                          <a:latin typeface="+mn-lt"/>
                          <a:cs typeface="Arial" charset="0"/>
                        </a:rPr>
                        <a:t>Revenue forecasting enabled throughout period by customization of data warehouse</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ct val="0"/>
                        </a:spcAft>
                        <a:buClr>
                          <a:srgbClr val="808080"/>
                        </a:buClr>
                        <a:buSzPct val="70000"/>
                        <a:buFont typeface="Arial" panose="020B0604020202020204" pitchFamily="34" charset="0"/>
                        <a:buChar char="►"/>
                        <a:tabLst/>
                      </a:pPr>
                      <a:r>
                        <a:rPr kumimoji="0" lang="en-US" sz="800" b="0" i="0" u="none" strike="noStrike" cap="none" normalizeH="0" baseline="0">
                          <a:ln>
                            <a:noFill/>
                          </a:ln>
                          <a:solidFill>
                            <a:srgbClr val="646464"/>
                          </a:solidFill>
                          <a:effectLst/>
                          <a:latin typeface="+mn-lt"/>
                          <a:cs typeface="Times New Roman" pitchFamily="18" charset="0"/>
                        </a:rPr>
                        <a:t>Stand alone revenue recognition application provides daily GAAP revenue forecasting capability and multi-dimensional revenue management reporting</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167122215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BD7CE6-3A9D-1305-87BB-55B0B44DB7D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9AA1A9A-8414-B4EF-1147-A911986A4970}"/>
              </a:ext>
            </a:extLst>
          </p:cNvPr>
          <p:cNvSpPr>
            <a:spLocks noGrp="1"/>
          </p:cNvSpPr>
          <p:nvPr>
            <p:ph type="title"/>
          </p:nvPr>
        </p:nvSpPr>
        <p:spPr>
          <a:xfrm>
            <a:off x="609600" y="274320"/>
            <a:ext cx="10972800" cy="457200"/>
          </a:xfrm>
        </p:spPr>
        <p:txBody>
          <a:bodyPr/>
          <a:lstStyle/>
          <a:p>
            <a:r>
              <a:rPr lang="en-IN" noProof="0"/>
              <a:t>Revenue Recognition Model (3/3)</a:t>
            </a:r>
            <a:endParaRPr lang="en-US" noProof="0"/>
          </a:p>
        </p:txBody>
      </p:sp>
      <p:sp>
        <p:nvSpPr>
          <p:cNvPr id="5" name="Slide Number Placeholder 4">
            <a:extLst>
              <a:ext uri="{FF2B5EF4-FFF2-40B4-BE49-F238E27FC236}">
                <a16:creationId xmlns:a16="http://schemas.microsoft.com/office/drawing/2014/main" id="{9D8FF9BE-589C-7823-E550-CE7F4EADA8C6}"/>
              </a:ext>
            </a:extLst>
          </p:cNvPr>
          <p:cNvSpPr>
            <a:spLocks noGrp="1"/>
          </p:cNvSpPr>
          <p:nvPr>
            <p:ph type="sldNum" sz="quarter" idx="12"/>
          </p:nvPr>
        </p:nvSpPr>
        <p:spPr/>
        <p:txBody>
          <a:bodyPr/>
          <a:lstStyle/>
          <a:p>
            <a:fld id="{94FCA0F3-9F3A-694B-99BB-0E592A797735}" type="slidenum">
              <a:rPr lang="en-US" noProof="0" smtClean="0"/>
              <a:t>98</a:t>
            </a:fld>
            <a:endParaRPr lang="en-US" noProof="0"/>
          </a:p>
        </p:txBody>
      </p:sp>
      <p:sp>
        <p:nvSpPr>
          <p:cNvPr id="6" name="Date Placeholder 5">
            <a:extLst>
              <a:ext uri="{FF2B5EF4-FFF2-40B4-BE49-F238E27FC236}">
                <a16:creationId xmlns:a16="http://schemas.microsoft.com/office/drawing/2014/main" id="{47908BFA-BB47-79EF-25FE-D9DE7CD7AA76}"/>
              </a:ext>
            </a:extLst>
          </p:cNvPr>
          <p:cNvSpPr>
            <a:spLocks noGrp="1"/>
          </p:cNvSpPr>
          <p:nvPr>
            <p:ph type="dt" sz="half" idx="10"/>
          </p:nvPr>
        </p:nvSpPr>
        <p:spPr/>
        <p:txBody>
          <a:bodyPr/>
          <a:lstStyle/>
          <a:p>
            <a:fld id="{F3772E00-D7F7-40FD-832D-6C39A8B43411}" type="datetime1">
              <a:rPr lang="en-US" noProof="0" smtClean="0"/>
              <a:t>9/19/2025</a:t>
            </a:fld>
            <a:endParaRPr lang="en-US" noProof="0"/>
          </a:p>
        </p:txBody>
      </p:sp>
      <p:graphicFrame>
        <p:nvGraphicFramePr>
          <p:cNvPr id="3" name="Group 3">
            <a:extLst>
              <a:ext uri="{FF2B5EF4-FFF2-40B4-BE49-F238E27FC236}">
                <a16:creationId xmlns:a16="http://schemas.microsoft.com/office/drawing/2014/main" id="{7DC0324F-6F02-F426-90BB-407384493CEB}"/>
              </a:ext>
            </a:extLst>
          </p:cNvPr>
          <p:cNvGraphicFramePr>
            <a:graphicFrameLocks/>
          </p:cNvGraphicFramePr>
          <p:nvPr>
            <p:extLst>
              <p:ext uri="{D42A27DB-BD31-4B8C-83A1-F6EECF244321}">
                <p14:modId xmlns:p14="http://schemas.microsoft.com/office/powerpoint/2010/main" val="4195960148"/>
              </p:ext>
            </p:extLst>
          </p:nvPr>
        </p:nvGraphicFramePr>
        <p:xfrm>
          <a:off x="609600" y="868680"/>
          <a:ext cx="10972800" cy="5394960"/>
        </p:xfrm>
        <a:graphic>
          <a:graphicData uri="http://schemas.openxmlformats.org/drawingml/2006/table">
            <a:tbl>
              <a:tblPr/>
              <a:tblGrid>
                <a:gridCol w="502920">
                  <a:extLst>
                    <a:ext uri="{9D8B030D-6E8A-4147-A177-3AD203B41FA5}">
                      <a16:colId xmlns:a16="http://schemas.microsoft.com/office/drawing/2014/main" val="20000"/>
                    </a:ext>
                  </a:extLst>
                </a:gridCol>
                <a:gridCol w="1828800">
                  <a:extLst>
                    <a:ext uri="{9D8B030D-6E8A-4147-A177-3AD203B41FA5}">
                      <a16:colId xmlns:a16="http://schemas.microsoft.com/office/drawing/2014/main" val="20001"/>
                    </a:ext>
                  </a:extLst>
                </a:gridCol>
                <a:gridCol w="1737360">
                  <a:extLst>
                    <a:ext uri="{9D8B030D-6E8A-4147-A177-3AD203B41FA5}">
                      <a16:colId xmlns:a16="http://schemas.microsoft.com/office/drawing/2014/main" val="20002"/>
                    </a:ext>
                  </a:extLst>
                </a:gridCol>
                <a:gridCol w="2057400">
                  <a:extLst>
                    <a:ext uri="{9D8B030D-6E8A-4147-A177-3AD203B41FA5}">
                      <a16:colId xmlns:a16="http://schemas.microsoft.com/office/drawing/2014/main" val="20003"/>
                    </a:ext>
                  </a:extLst>
                </a:gridCol>
                <a:gridCol w="2286000">
                  <a:extLst>
                    <a:ext uri="{9D8B030D-6E8A-4147-A177-3AD203B41FA5}">
                      <a16:colId xmlns:a16="http://schemas.microsoft.com/office/drawing/2014/main" val="20004"/>
                    </a:ext>
                  </a:extLst>
                </a:gridCol>
                <a:gridCol w="2560320">
                  <a:extLst>
                    <a:ext uri="{9D8B030D-6E8A-4147-A177-3AD203B41FA5}">
                      <a16:colId xmlns:a16="http://schemas.microsoft.com/office/drawing/2014/main" val="20005"/>
                    </a:ext>
                  </a:extLst>
                </a:gridCol>
              </a:tblGrid>
              <a:tr h="45720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sz="1100" b="1" i="0" u="none" strike="noStrike" cap="none" normalizeH="0" baseline="0">
                        <a:ln>
                          <a:noFill/>
                        </a:ln>
                        <a:solidFill>
                          <a:srgbClr val="646464"/>
                        </a:solidFill>
                        <a:effectLst/>
                        <a:latin typeface="+mn-lt"/>
                        <a:cs typeface="Arial" charset="0"/>
                      </a:endParaRPr>
                    </a:p>
                  </a:txBody>
                  <a:tcPr marL="45720" marR="45720" vert="eaVert" anchor="ctr" horzOverflow="overflow">
                    <a:lnL w="635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1</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Basic</a:t>
                      </a: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2</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Developing</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3</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Established</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4</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Advanced</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Stage 5</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Leading</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extLst>
                  <a:ext uri="{0D108BD9-81ED-4DB2-BD59-A6C34878D82A}">
                    <a16:rowId xmlns:a16="http://schemas.microsoft.com/office/drawing/2014/main" val="10000"/>
                  </a:ext>
                </a:extLst>
              </a:tr>
              <a:tr h="146304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Data Architecture</a:t>
                      </a:r>
                    </a:p>
                  </a:txBody>
                  <a:tcPr marL="45720" marR="45720" vert="vert270"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Basic data documentation maintained in desktop procedures of end-user</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Data is inconsistent and redundant with no formal data maintenance procedures in place</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No visibility to changes made to data elements in source systems</a:t>
                      </a: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Data definition standards exist within business units but are not consistent across enterprise</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Limited visibility to changes made to data elements in source systems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Standard data definitions are used throughout the enterprise</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Most company wide revenue recognition information is captured in a central data warehouse or business service application</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Automated tools in use for data integrity and consistency checks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Standard data definitions used across the enterprise leveraging a common Master</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Data Management system based on ERP platform </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All company wide revenue recognition information is captured in a central data warehouse or business service application</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Data entities and data components documented</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Data governance structure for enterprise encompasses Revenue Recognition processes and applications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Conceptual and logical data diagrams maintained</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Data entity and business function matrix maintained</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1"/>
                  </a:ext>
                </a:extLst>
              </a:tr>
              <a:tr h="192024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Application Architecture</a:t>
                      </a:r>
                    </a:p>
                  </a:txBody>
                  <a:tcPr marL="45720" marR="45720" vert="vert270"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Spreadsheets created each quarter to calculate revenue adjustments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Data loaded manually into spreadsheet </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Limited to no end-user computing controls</a:t>
                      </a: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Integrity of spreadsheet design and historical data maintained throughout the fiscal year to calculate revenue adjustments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Data loaded manually into spreadsheet with basic quality controls in place</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End-user computing controls documented and reviewed periodically as part of a self-assessment of finance controls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Integrity of spreadsheet design and historical data maintained across multiple fiscal years to calculate revenue adjustment</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Data loaded to spreadsheet from standard or custom ERP reports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Data upload application used to export calculation results to ERP journal entry</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End-user computing controls documented and tested periodically as part of a key internal controls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Primary ERP solution customized to support substantially all revenue recognition calculations and transaction lifecycle adjustments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Revenue recognition solution outputs limited to adjusting journal entries and manual transaction audit reports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Data warehouse provides limited revenue recognition management reporting after period close</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Business service level security maintained</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Revenue Recognition application integrated into company ERP solution</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Process and application realization documented </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Standard design utilized by subsidiaries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Interfaces documented and actively monitored</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Role level security maintained</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Application and business function matrix maintained</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Revenue Recognition application maintained as principle sub-ledger for deferred revenue</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a:noFill/>
                    </a:lnTlToBr>
                    <a:lnBlToTr>
                      <a:noFill/>
                    </a:lnBlToTr>
                    <a:solidFill>
                      <a:schemeClr val="bg1">
                        <a:lumMod val="10000"/>
                        <a:lumOff val="90000"/>
                      </a:schemeClr>
                    </a:solidFill>
                  </a:tcPr>
                </a:tc>
                <a:extLst>
                  <a:ext uri="{0D108BD9-81ED-4DB2-BD59-A6C34878D82A}">
                    <a16:rowId xmlns:a16="http://schemas.microsoft.com/office/drawing/2014/main" val="10002"/>
                  </a:ext>
                </a:extLst>
              </a:tr>
              <a:tr h="155448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a:ln>
                            <a:noFill/>
                          </a:ln>
                          <a:solidFill>
                            <a:schemeClr val="tx2"/>
                          </a:solidFill>
                          <a:effectLst/>
                          <a:latin typeface="+mn-lt"/>
                          <a:cs typeface="Arial" charset="0"/>
                        </a:rPr>
                        <a:t>Technology Architecture</a:t>
                      </a:r>
                    </a:p>
                  </a:txBody>
                  <a:tcPr marL="45720" marR="45720" vert="vert270" anchor="ctr" horzOverflow="overflow">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chemeClr val="tx1">
                        <a:lumMod val="50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Technology solution maintained on end-user computer</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No documented technology architecture to support processes</a:t>
                      </a:r>
                    </a:p>
                  </a:txBody>
                  <a:tcPr marL="45720" marR="45720" anchor="ctr" horzOverflow="overflow">
                    <a:lnL w="952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Final version of spreadsheet calculations for revenue adjustments maintained on security enabled network shared folder</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Basic technology architecture documented for compliance with external reporting standards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All versions of spreadsheet calculations for revenue adjustments maintained on security enabled network shared folder</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defRPr/>
                      </a:pPr>
                      <a:r>
                        <a:rPr kumimoji="0" lang="en-US" sz="850" b="0" i="0" u="none" strike="noStrike" kern="1200" cap="none" normalizeH="0" baseline="0">
                          <a:ln>
                            <a:noFill/>
                          </a:ln>
                          <a:solidFill>
                            <a:srgbClr val="646464"/>
                          </a:solidFill>
                          <a:effectLst/>
                          <a:latin typeface="+mn-lt"/>
                          <a:ea typeface="+mn-ea"/>
                          <a:cs typeface="Arial" charset="0"/>
                        </a:rPr>
                        <a:t>Leading technology architecture standards used to store, distribute services and provide access security for revenue recognition spreadsheets</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ERP customizations and testing documented to support future ERP upgrades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Communications documented and monitored through custom reports in ERP solution</a:t>
                      </a:r>
                    </a:p>
                  </a:txBody>
                  <a:tcPr marL="45720" marR="4572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Application and multiple environments deployed centrally with network access</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Communications documented and actively monitored</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Technology standards to support revenue recognition documented</a:t>
                      </a:r>
                    </a:p>
                    <a:p>
                      <a:pPr marL="109728" marR="0" lvl="0" indent="-109728" algn="l" defTabSz="914400" rtl="0" eaLnBrk="1" fontAlgn="base" latinLnBrk="0" hangingPunct="1">
                        <a:lnSpc>
                          <a:spcPct val="100000"/>
                        </a:lnSpc>
                        <a:spcBef>
                          <a:spcPts val="300"/>
                        </a:spcBef>
                        <a:spcAft>
                          <a:spcPts val="0"/>
                        </a:spcAft>
                        <a:buClr>
                          <a:srgbClr val="808080"/>
                        </a:buClr>
                        <a:buSzPct val="70000"/>
                        <a:buFont typeface="Arial" panose="020B0604020202020204" pitchFamily="34" charset="0"/>
                        <a:buChar char="►"/>
                        <a:tabLst/>
                      </a:pPr>
                      <a:r>
                        <a:rPr kumimoji="0" lang="en-US" sz="850" b="0" i="0" u="none" strike="noStrike" kern="1200" cap="none" normalizeH="0" baseline="0">
                          <a:ln>
                            <a:noFill/>
                          </a:ln>
                          <a:solidFill>
                            <a:srgbClr val="646464"/>
                          </a:solidFill>
                          <a:effectLst/>
                          <a:latin typeface="+mn-lt"/>
                          <a:ea typeface="+mn-ea"/>
                          <a:cs typeface="Arial" charset="0"/>
                        </a:rPr>
                        <a:t>Impact of network and platform changes and improvement initiatives assessed against revenue recognition standards</a:t>
                      </a:r>
                    </a:p>
                  </a:txBody>
                  <a:tcPr marL="45720" marR="45720" anchor="ctr" horzOverflow="overflow">
                    <a:lnL w="317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a:noFill/>
                    </a:lnTlToBr>
                    <a:lnBlToTr>
                      <a:noFill/>
                    </a:lnBlToTr>
                    <a:solidFill>
                      <a:srgbClr val="F0F0F0"/>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2116821721"/>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7F919-3550-38BF-942E-00C6685CA8D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BEB4FE8-67C8-4D91-559D-3DB893EE017C}"/>
              </a:ext>
            </a:extLst>
          </p:cNvPr>
          <p:cNvSpPr>
            <a:spLocks noGrp="1"/>
          </p:cNvSpPr>
          <p:nvPr>
            <p:ph type="title"/>
          </p:nvPr>
        </p:nvSpPr>
        <p:spPr/>
        <p:txBody>
          <a:bodyPr/>
          <a:lstStyle/>
          <a:p>
            <a:r>
              <a:rPr lang="en-US"/>
              <a:t>Change Impact Assessment (1/2)</a:t>
            </a:r>
            <a:endParaRPr lang="en-IN"/>
          </a:p>
        </p:txBody>
      </p:sp>
      <p:sp>
        <p:nvSpPr>
          <p:cNvPr id="5" name="Slide Number Placeholder 4">
            <a:extLst>
              <a:ext uri="{FF2B5EF4-FFF2-40B4-BE49-F238E27FC236}">
                <a16:creationId xmlns:a16="http://schemas.microsoft.com/office/drawing/2014/main" id="{2D4DCAEA-C989-ACEE-31DA-7079DD04B63F}"/>
              </a:ext>
            </a:extLst>
          </p:cNvPr>
          <p:cNvSpPr>
            <a:spLocks noGrp="1"/>
          </p:cNvSpPr>
          <p:nvPr>
            <p:ph type="sldNum" sz="quarter" idx="12"/>
          </p:nvPr>
        </p:nvSpPr>
        <p:spPr/>
        <p:txBody>
          <a:bodyPr/>
          <a:lstStyle/>
          <a:p>
            <a:fld id="{94FCA0F3-9F3A-694B-99BB-0E592A797735}" type="slidenum">
              <a:rPr lang="en-US" smtClean="0"/>
              <a:t>99</a:t>
            </a:fld>
            <a:endParaRPr lang="en-US"/>
          </a:p>
        </p:txBody>
      </p:sp>
      <p:sp>
        <p:nvSpPr>
          <p:cNvPr id="6" name="Date Placeholder 5">
            <a:extLst>
              <a:ext uri="{FF2B5EF4-FFF2-40B4-BE49-F238E27FC236}">
                <a16:creationId xmlns:a16="http://schemas.microsoft.com/office/drawing/2014/main" id="{D82FC5CF-AB6E-9358-FEE3-D7FC4C9B1B69}"/>
              </a:ext>
            </a:extLst>
          </p:cNvPr>
          <p:cNvSpPr>
            <a:spLocks noGrp="1"/>
          </p:cNvSpPr>
          <p:nvPr>
            <p:ph type="dt" sz="half" idx="10"/>
          </p:nvPr>
        </p:nvSpPr>
        <p:spPr/>
        <p:txBody>
          <a:bodyPr/>
          <a:lstStyle/>
          <a:p>
            <a:fld id="{547F4A46-C1BC-4263-82E8-7D71BC39002F}" type="datetime1">
              <a:rPr lang="en-US" smtClean="0"/>
              <a:t>9/19/2025</a:t>
            </a:fld>
            <a:endParaRPr lang="en-US"/>
          </a:p>
        </p:txBody>
      </p:sp>
      <p:sp>
        <p:nvSpPr>
          <p:cNvPr id="8" name="SmartArt Placeholder 7">
            <a:extLst>
              <a:ext uri="{FF2B5EF4-FFF2-40B4-BE49-F238E27FC236}">
                <a16:creationId xmlns:a16="http://schemas.microsoft.com/office/drawing/2014/main" id="{DED979AB-B378-0B8F-2C8C-8F82FAFB225F}"/>
              </a:ext>
            </a:extLst>
          </p:cNvPr>
          <p:cNvSpPr>
            <a:spLocks noGrp="1"/>
          </p:cNvSpPr>
          <p:nvPr>
            <p:ph type="dgm" sz="quarter" idx="17"/>
          </p:nvPr>
        </p:nvSpPr>
        <p:spPr/>
        <p:txBody>
          <a:bodyPr/>
          <a:lstStyle/>
          <a:p>
            <a:endParaRPr lang="en-IN"/>
          </a:p>
        </p:txBody>
      </p:sp>
      <p:grpSp>
        <p:nvGrpSpPr>
          <p:cNvPr id="49" name="Group 48">
            <a:extLst>
              <a:ext uri="{FF2B5EF4-FFF2-40B4-BE49-F238E27FC236}">
                <a16:creationId xmlns:a16="http://schemas.microsoft.com/office/drawing/2014/main" id="{6697AB78-22CE-7607-E27F-DB382783A942}"/>
              </a:ext>
            </a:extLst>
          </p:cNvPr>
          <p:cNvGrpSpPr/>
          <p:nvPr/>
        </p:nvGrpSpPr>
        <p:grpSpPr>
          <a:xfrm>
            <a:off x="85715" y="1614979"/>
            <a:ext cx="11938645" cy="5152719"/>
            <a:chOff x="85715" y="1258019"/>
            <a:chExt cx="12106285" cy="5449297"/>
          </a:xfrm>
        </p:grpSpPr>
        <p:pic>
          <p:nvPicPr>
            <p:cNvPr id="50" name="Picture 49">
              <a:extLst>
                <a:ext uri="{FF2B5EF4-FFF2-40B4-BE49-F238E27FC236}">
                  <a16:creationId xmlns:a16="http://schemas.microsoft.com/office/drawing/2014/main" id="{C90CE75D-12E6-9D39-0135-E22C0F65776B}"/>
                </a:ext>
              </a:extLst>
            </p:cNvPr>
            <p:cNvPicPr>
              <a:picLocks noChangeAspect="1"/>
            </p:cNvPicPr>
            <p:nvPr/>
          </p:nvPicPr>
          <p:blipFill>
            <a:blip r:embed="rId2"/>
            <a:stretch>
              <a:fillRect/>
            </a:stretch>
          </p:blipFill>
          <p:spPr>
            <a:xfrm>
              <a:off x="85715" y="1931442"/>
              <a:ext cx="12106285" cy="4775874"/>
            </a:xfrm>
            <a:prstGeom prst="rect">
              <a:avLst/>
            </a:prstGeom>
            <a:ln>
              <a:noFill/>
            </a:ln>
          </p:spPr>
        </p:pic>
        <p:grpSp>
          <p:nvGrpSpPr>
            <p:cNvPr id="51" name="Group 50">
              <a:extLst>
                <a:ext uri="{FF2B5EF4-FFF2-40B4-BE49-F238E27FC236}">
                  <a16:creationId xmlns:a16="http://schemas.microsoft.com/office/drawing/2014/main" id="{210A8A1A-7C5C-A07C-073B-685A87175B67}"/>
                </a:ext>
              </a:extLst>
            </p:cNvPr>
            <p:cNvGrpSpPr/>
            <p:nvPr/>
          </p:nvGrpSpPr>
          <p:grpSpPr>
            <a:xfrm>
              <a:off x="85716" y="1708134"/>
              <a:ext cx="1116475" cy="491873"/>
              <a:chOff x="120306" y="1600666"/>
              <a:chExt cx="1116475" cy="491873"/>
            </a:xfrm>
          </p:grpSpPr>
          <p:cxnSp>
            <p:nvCxnSpPr>
              <p:cNvPr id="88" name="Straight Connector 87">
                <a:extLst>
                  <a:ext uri="{FF2B5EF4-FFF2-40B4-BE49-F238E27FC236}">
                    <a16:creationId xmlns:a16="http://schemas.microsoft.com/office/drawing/2014/main" id="{BB313A53-F678-3A17-167F-A6B11294B7A4}"/>
                  </a:ext>
                </a:extLst>
              </p:cNvPr>
              <p:cNvCxnSpPr>
                <a:cxnSpLocks/>
                <a:stCxn id="89" idx="2"/>
              </p:cNvCxnSpPr>
              <p:nvPr/>
            </p:nvCxnSpPr>
            <p:spPr bwMode="gray">
              <a:xfrm>
                <a:off x="678544" y="1911401"/>
                <a:ext cx="108687" cy="181138"/>
              </a:xfrm>
              <a:prstGeom prst="line">
                <a:avLst/>
              </a:prstGeom>
              <a:noFill/>
              <a:ln w="12700" cap="flat" cmpd="sng" algn="ctr">
                <a:solidFill>
                  <a:srgbClr val="F78F20"/>
                </a:solidFill>
                <a:prstDash val="solid"/>
                <a:miter lim="800000"/>
              </a:ln>
              <a:effectLst/>
            </p:spPr>
          </p:cxnSp>
          <p:sp>
            <p:nvSpPr>
              <p:cNvPr id="89" name="Rectangle 88">
                <a:extLst>
                  <a:ext uri="{FF2B5EF4-FFF2-40B4-BE49-F238E27FC236}">
                    <a16:creationId xmlns:a16="http://schemas.microsoft.com/office/drawing/2014/main" id="{75AA948B-D98F-B377-25DE-37F1FD0AD8BA}"/>
                  </a:ext>
                </a:extLst>
              </p:cNvPr>
              <p:cNvSpPr/>
              <p:nvPr/>
            </p:nvSpPr>
            <p:spPr bwMode="gray">
              <a:xfrm>
                <a:off x="120306" y="1600666"/>
                <a:ext cx="1116475" cy="310735"/>
              </a:xfrm>
              <a:prstGeom prst="rect">
                <a:avLst/>
              </a:prstGeom>
              <a:solidFill>
                <a:sysClr val="window" lastClr="FFFFFF">
                  <a:lumMod val="95000"/>
                </a:sysClr>
              </a:solidFill>
              <a:ln w="12700" cap="flat" cmpd="sng" algn="ctr">
                <a:solidFill>
                  <a:srgbClr val="F78F2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a:ln>
                      <a:noFill/>
                    </a:ln>
                    <a:solidFill>
                      <a:srgbClr val="F78F20"/>
                    </a:solidFill>
                    <a:effectLst/>
                    <a:uLnTx/>
                    <a:uFillTx/>
                    <a:latin typeface="Arial" panose="020B0604020202020204" pitchFamily="34" charset="0"/>
                    <a:ea typeface="+mn-ea"/>
                    <a:cs typeface="+mn-cs"/>
                  </a:rPr>
                  <a:t>FSCP Taxonomy</a:t>
                </a:r>
              </a:p>
            </p:txBody>
          </p:sp>
        </p:grpSp>
        <p:grpSp>
          <p:nvGrpSpPr>
            <p:cNvPr id="52" name="Group 51">
              <a:extLst>
                <a:ext uri="{FF2B5EF4-FFF2-40B4-BE49-F238E27FC236}">
                  <a16:creationId xmlns:a16="http://schemas.microsoft.com/office/drawing/2014/main" id="{35490756-F760-A645-4E42-E219105B2C33}"/>
                </a:ext>
              </a:extLst>
            </p:cNvPr>
            <p:cNvGrpSpPr/>
            <p:nvPr/>
          </p:nvGrpSpPr>
          <p:grpSpPr>
            <a:xfrm>
              <a:off x="1099071" y="1334616"/>
              <a:ext cx="1220723" cy="774822"/>
              <a:chOff x="117444" y="793566"/>
              <a:chExt cx="1220723" cy="774823"/>
            </a:xfrm>
          </p:grpSpPr>
          <p:cxnSp>
            <p:nvCxnSpPr>
              <p:cNvPr id="86" name="Straight Connector 85">
                <a:extLst>
                  <a:ext uri="{FF2B5EF4-FFF2-40B4-BE49-F238E27FC236}">
                    <a16:creationId xmlns:a16="http://schemas.microsoft.com/office/drawing/2014/main" id="{7FA5613A-9C4E-D342-F2F3-F97B839E07D4}"/>
                  </a:ext>
                </a:extLst>
              </p:cNvPr>
              <p:cNvCxnSpPr>
                <a:cxnSpLocks/>
                <a:stCxn id="87" idx="2"/>
              </p:cNvCxnSpPr>
              <p:nvPr/>
            </p:nvCxnSpPr>
            <p:spPr bwMode="gray">
              <a:xfrm>
                <a:off x="727806" y="1104462"/>
                <a:ext cx="0" cy="463927"/>
              </a:xfrm>
              <a:prstGeom prst="line">
                <a:avLst/>
              </a:prstGeom>
              <a:noFill/>
              <a:ln w="12700" cap="flat" cmpd="sng" algn="ctr">
                <a:solidFill>
                  <a:srgbClr val="F78F20"/>
                </a:solidFill>
                <a:prstDash val="solid"/>
                <a:miter lim="800000"/>
              </a:ln>
              <a:effectLst/>
            </p:spPr>
          </p:cxnSp>
          <p:sp>
            <p:nvSpPr>
              <p:cNvPr id="87" name="Rectangle 86">
                <a:extLst>
                  <a:ext uri="{FF2B5EF4-FFF2-40B4-BE49-F238E27FC236}">
                    <a16:creationId xmlns:a16="http://schemas.microsoft.com/office/drawing/2014/main" id="{F8C047EC-49E0-4A4A-1C3A-C43B024D76FE}"/>
                  </a:ext>
                </a:extLst>
              </p:cNvPr>
              <p:cNvSpPr/>
              <p:nvPr/>
            </p:nvSpPr>
            <p:spPr bwMode="gray">
              <a:xfrm>
                <a:off x="117444" y="793566"/>
                <a:ext cx="1220723" cy="310896"/>
              </a:xfrm>
              <a:prstGeom prst="rect">
                <a:avLst/>
              </a:prstGeom>
              <a:solidFill>
                <a:sysClr val="window" lastClr="FFFFFF">
                  <a:lumMod val="95000"/>
                </a:sysClr>
              </a:solidFill>
              <a:ln w="12700" cap="flat" cmpd="sng" algn="ctr">
                <a:solidFill>
                  <a:srgbClr val="F78F2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a:ln>
                      <a:noFill/>
                    </a:ln>
                    <a:solidFill>
                      <a:srgbClr val="F78F20"/>
                    </a:solidFill>
                    <a:effectLst/>
                    <a:uLnTx/>
                    <a:uFillTx/>
                    <a:latin typeface="Arial" panose="020B0604020202020204" pitchFamily="34" charset="0"/>
                    <a:ea typeface="+mn-ea"/>
                    <a:cs typeface="+mn-cs"/>
                  </a:rPr>
                  <a:t>Design Change Initiative Charters</a:t>
                </a:r>
              </a:p>
            </p:txBody>
          </p:sp>
        </p:grpSp>
        <p:grpSp>
          <p:nvGrpSpPr>
            <p:cNvPr id="53" name="Group 52">
              <a:extLst>
                <a:ext uri="{FF2B5EF4-FFF2-40B4-BE49-F238E27FC236}">
                  <a16:creationId xmlns:a16="http://schemas.microsoft.com/office/drawing/2014/main" id="{E2817B9D-E870-FC51-17DC-E173A59CCE1B}"/>
                </a:ext>
              </a:extLst>
            </p:cNvPr>
            <p:cNvGrpSpPr/>
            <p:nvPr/>
          </p:nvGrpSpPr>
          <p:grpSpPr>
            <a:xfrm>
              <a:off x="7087861" y="1258019"/>
              <a:ext cx="1189939" cy="1077237"/>
              <a:chOff x="33188" y="1102311"/>
              <a:chExt cx="1189939" cy="1077237"/>
            </a:xfrm>
          </p:grpSpPr>
          <p:cxnSp>
            <p:nvCxnSpPr>
              <p:cNvPr id="84" name="Straight Connector 83">
                <a:extLst>
                  <a:ext uri="{FF2B5EF4-FFF2-40B4-BE49-F238E27FC236}">
                    <a16:creationId xmlns:a16="http://schemas.microsoft.com/office/drawing/2014/main" id="{8EB478CF-51B6-434E-9997-26638DFBD011}"/>
                  </a:ext>
                </a:extLst>
              </p:cNvPr>
              <p:cNvCxnSpPr>
                <a:cxnSpLocks/>
                <a:stCxn id="85" idx="2"/>
              </p:cNvCxnSpPr>
              <p:nvPr/>
            </p:nvCxnSpPr>
            <p:spPr bwMode="gray">
              <a:xfrm flipH="1">
                <a:off x="251933" y="1413207"/>
                <a:ext cx="376225" cy="766341"/>
              </a:xfrm>
              <a:prstGeom prst="line">
                <a:avLst/>
              </a:prstGeom>
              <a:noFill/>
              <a:ln w="12700" cap="flat" cmpd="sng" algn="ctr">
                <a:solidFill>
                  <a:srgbClr val="F78F20"/>
                </a:solidFill>
                <a:prstDash val="solid"/>
                <a:miter lim="800000"/>
              </a:ln>
              <a:effectLst/>
            </p:spPr>
          </p:cxnSp>
          <p:sp>
            <p:nvSpPr>
              <p:cNvPr id="85" name="Rectangle 84">
                <a:extLst>
                  <a:ext uri="{FF2B5EF4-FFF2-40B4-BE49-F238E27FC236}">
                    <a16:creationId xmlns:a16="http://schemas.microsoft.com/office/drawing/2014/main" id="{30D5D165-9188-6410-C216-34CE10933F0E}"/>
                  </a:ext>
                </a:extLst>
              </p:cNvPr>
              <p:cNvSpPr/>
              <p:nvPr/>
            </p:nvSpPr>
            <p:spPr bwMode="gray">
              <a:xfrm>
                <a:off x="33188" y="1102311"/>
                <a:ext cx="1189939" cy="310896"/>
              </a:xfrm>
              <a:prstGeom prst="rect">
                <a:avLst/>
              </a:prstGeom>
              <a:solidFill>
                <a:sysClr val="window" lastClr="FFFFFF">
                  <a:lumMod val="95000"/>
                </a:sysClr>
              </a:solidFill>
              <a:ln w="12700" cap="flat" cmpd="sng" algn="ctr">
                <a:solidFill>
                  <a:srgbClr val="F78F2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a:ln>
                      <a:noFill/>
                    </a:ln>
                    <a:solidFill>
                      <a:srgbClr val="F78F20"/>
                    </a:solidFill>
                    <a:effectLst/>
                    <a:uLnTx/>
                    <a:uFillTx/>
                    <a:latin typeface="Arial" panose="020B0604020202020204" pitchFamily="34" charset="0"/>
                    <a:ea typeface="+mn-ea"/>
                    <a:cs typeface="+mn-cs"/>
                  </a:rPr>
                  <a:t>Change Impact Descriptions</a:t>
                </a:r>
              </a:p>
            </p:txBody>
          </p:sp>
        </p:grpSp>
        <p:grpSp>
          <p:nvGrpSpPr>
            <p:cNvPr id="54" name="Group 53">
              <a:extLst>
                <a:ext uri="{FF2B5EF4-FFF2-40B4-BE49-F238E27FC236}">
                  <a16:creationId xmlns:a16="http://schemas.microsoft.com/office/drawing/2014/main" id="{A60F1A95-970C-ACE5-05F2-FA58CB3E804D}"/>
                </a:ext>
              </a:extLst>
            </p:cNvPr>
            <p:cNvGrpSpPr/>
            <p:nvPr/>
          </p:nvGrpSpPr>
          <p:grpSpPr>
            <a:xfrm>
              <a:off x="9767945" y="1270752"/>
              <a:ext cx="1430674" cy="944344"/>
              <a:chOff x="2546404" y="1297534"/>
              <a:chExt cx="1430674" cy="944344"/>
            </a:xfrm>
          </p:grpSpPr>
          <p:grpSp>
            <p:nvGrpSpPr>
              <p:cNvPr id="77" name="Group 76">
                <a:extLst>
                  <a:ext uri="{FF2B5EF4-FFF2-40B4-BE49-F238E27FC236}">
                    <a16:creationId xmlns:a16="http://schemas.microsoft.com/office/drawing/2014/main" id="{413ECC8E-8980-6255-CFCC-3A2BD7C64F29}"/>
                  </a:ext>
                </a:extLst>
              </p:cNvPr>
              <p:cNvGrpSpPr/>
              <p:nvPr/>
            </p:nvGrpSpPr>
            <p:grpSpPr>
              <a:xfrm>
                <a:off x="2607285" y="1297534"/>
                <a:ext cx="1335024" cy="819194"/>
                <a:chOff x="126863" y="789164"/>
                <a:chExt cx="1360459" cy="686998"/>
              </a:xfrm>
            </p:grpSpPr>
            <p:cxnSp>
              <p:nvCxnSpPr>
                <p:cNvPr id="82" name="Straight Connector 81">
                  <a:extLst>
                    <a:ext uri="{FF2B5EF4-FFF2-40B4-BE49-F238E27FC236}">
                      <a16:creationId xmlns:a16="http://schemas.microsoft.com/office/drawing/2014/main" id="{2BE83983-B0D4-A8DC-8510-4758AB453AEA}"/>
                    </a:ext>
                  </a:extLst>
                </p:cNvPr>
                <p:cNvCxnSpPr>
                  <a:cxnSpLocks/>
                  <a:stCxn id="83" idx="2"/>
                </p:cNvCxnSpPr>
                <p:nvPr/>
              </p:nvCxnSpPr>
              <p:spPr bwMode="gray">
                <a:xfrm>
                  <a:off x="807092" y="1049890"/>
                  <a:ext cx="0" cy="426272"/>
                </a:xfrm>
                <a:prstGeom prst="line">
                  <a:avLst/>
                </a:prstGeom>
                <a:noFill/>
                <a:ln w="12700" cap="flat" cmpd="sng" algn="ctr">
                  <a:solidFill>
                    <a:srgbClr val="F78F20"/>
                  </a:solidFill>
                  <a:prstDash val="solid"/>
                  <a:miter lim="800000"/>
                </a:ln>
                <a:effectLst/>
              </p:spPr>
            </p:cxnSp>
            <p:sp>
              <p:nvSpPr>
                <p:cNvPr id="83" name="Rectangle 82">
                  <a:extLst>
                    <a:ext uri="{FF2B5EF4-FFF2-40B4-BE49-F238E27FC236}">
                      <a16:creationId xmlns:a16="http://schemas.microsoft.com/office/drawing/2014/main" id="{456C7F27-D640-C0AC-7B71-2CDFCDE2774D}"/>
                    </a:ext>
                  </a:extLst>
                </p:cNvPr>
                <p:cNvSpPr/>
                <p:nvPr/>
              </p:nvSpPr>
              <p:spPr bwMode="gray">
                <a:xfrm>
                  <a:off x="126863" y="789164"/>
                  <a:ext cx="1360459" cy="260726"/>
                </a:xfrm>
                <a:prstGeom prst="rect">
                  <a:avLst/>
                </a:prstGeom>
                <a:solidFill>
                  <a:sysClr val="window" lastClr="FFFFFF">
                    <a:lumMod val="95000"/>
                  </a:sysClr>
                </a:solidFill>
                <a:ln w="12700" cap="flat" cmpd="sng" algn="ctr">
                  <a:solidFill>
                    <a:srgbClr val="F78F2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a:ln>
                        <a:noFill/>
                      </a:ln>
                      <a:solidFill>
                        <a:srgbClr val="F78F20"/>
                      </a:solidFill>
                      <a:effectLst/>
                      <a:uLnTx/>
                      <a:uFillTx/>
                      <a:latin typeface="Arial" panose="020B0604020202020204" pitchFamily="34" charset="0"/>
                      <a:ea typeface="+mn-ea"/>
                      <a:cs typeface="+mn-cs"/>
                    </a:rPr>
                    <a:t>Benefits / Risks</a:t>
                  </a:r>
                </a:p>
              </p:txBody>
            </p:sp>
          </p:grpSp>
          <p:grpSp>
            <p:nvGrpSpPr>
              <p:cNvPr id="78" name="Group 77">
                <a:extLst>
                  <a:ext uri="{FF2B5EF4-FFF2-40B4-BE49-F238E27FC236}">
                    <a16:creationId xmlns:a16="http://schemas.microsoft.com/office/drawing/2014/main" id="{FFBCF1CE-E617-2104-ED9A-3F221FD1A632}"/>
                  </a:ext>
                </a:extLst>
              </p:cNvPr>
              <p:cNvGrpSpPr/>
              <p:nvPr/>
            </p:nvGrpSpPr>
            <p:grpSpPr>
              <a:xfrm>
                <a:off x="2546404" y="2116728"/>
                <a:ext cx="1430674" cy="125150"/>
                <a:chOff x="5899868" y="1465045"/>
                <a:chExt cx="529593" cy="125150"/>
              </a:xfrm>
            </p:grpSpPr>
            <p:cxnSp>
              <p:nvCxnSpPr>
                <p:cNvPr id="79" name="Straight Connector 78">
                  <a:extLst>
                    <a:ext uri="{FF2B5EF4-FFF2-40B4-BE49-F238E27FC236}">
                      <a16:creationId xmlns:a16="http://schemas.microsoft.com/office/drawing/2014/main" id="{B66E3F5B-E982-E7EA-88F3-AFC751B015C4}"/>
                    </a:ext>
                  </a:extLst>
                </p:cNvPr>
                <p:cNvCxnSpPr>
                  <a:cxnSpLocks/>
                </p:cNvCxnSpPr>
                <p:nvPr/>
              </p:nvCxnSpPr>
              <p:spPr bwMode="gray">
                <a:xfrm flipH="1">
                  <a:off x="5899868" y="1465045"/>
                  <a:ext cx="529593" cy="0"/>
                </a:xfrm>
                <a:prstGeom prst="line">
                  <a:avLst/>
                </a:prstGeom>
                <a:noFill/>
                <a:ln w="12700" cap="flat" cmpd="sng" algn="ctr">
                  <a:solidFill>
                    <a:srgbClr val="F78F20"/>
                  </a:solidFill>
                  <a:prstDash val="solid"/>
                  <a:miter lim="800000"/>
                </a:ln>
                <a:effectLst/>
              </p:spPr>
            </p:cxnSp>
            <p:cxnSp>
              <p:nvCxnSpPr>
                <p:cNvPr id="80" name="Straight Connector 79">
                  <a:extLst>
                    <a:ext uri="{FF2B5EF4-FFF2-40B4-BE49-F238E27FC236}">
                      <a16:creationId xmlns:a16="http://schemas.microsoft.com/office/drawing/2014/main" id="{93E7DEB3-8216-AB06-FDA2-577F5750252D}"/>
                    </a:ext>
                  </a:extLst>
                </p:cNvPr>
                <p:cNvCxnSpPr>
                  <a:cxnSpLocks/>
                </p:cNvCxnSpPr>
                <p:nvPr/>
              </p:nvCxnSpPr>
              <p:spPr bwMode="gray">
                <a:xfrm flipV="1">
                  <a:off x="5899868" y="1465045"/>
                  <a:ext cx="0" cy="125150"/>
                </a:xfrm>
                <a:prstGeom prst="line">
                  <a:avLst/>
                </a:prstGeom>
                <a:noFill/>
                <a:ln w="12700" cap="flat" cmpd="sng" algn="ctr">
                  <a:solidFill>
                    <a:srgbClr val="F78F20"/>
                  </a:solidFill>
                  <a:prstDash val="solid"/>
                  <a:miter lim="800000"/>
                </a:ln>
                <a:effectLst/>
              </p:spPr>
            </p:cxnSp>
            <p:cxnSp>
              <p:nvCxnSpPr>
                <p:cNvPr id="81" name="Straight Connector 80">
                  <a:extLst>
                    <a:ext uri="{FF2B5EF4-FFF2-40B4-BE49-F238E27FC236}">
                      <a16:creationId xmlns:a16="http://schemas.microsoft.com/office/drawing/2014/main" id="{98776B49-E98C-C772-2049-88596A6B4CF8}"/>
                    </a:ext>
                  </a:extLst>
                </p:cNvPr>
                <p:cNvCxnSpPr>
                  <a:cxnSpLocks/>
                </p:cNvCxnSpPr>
                <p:nvPr/>
              </p:nvCxnSpPr>
              <p:spPr bwMode="gray">
                <a:xfrm flipV="1">
                  <a:off x="6425974" y="1465045"/>
                  <a:ext cx="0" cy="125150"/>
                </a:xfrm>
                <a:prstGeom prst="line">
                  <a:avLst/>
                </a:prstGeom>
                <a:noFill/>
                <a:ln w="12700" cap="flat" cmpd="sng" algn="ctr">
                  <a:solidFill>
                    <a:srgbClr val="F78F20"/>
                  </a:solidFill>
                  <a:prstDash val="solid"/>
                  <a:miter lim="800000"/>
                </a:ln>
                <a:effectLst/>
              </p:spPr>
            </p:cxnSp>
          </p:grpSp>
        </p:grpSp>
        <p:grpSp>
          <p:nvGrpSpPr>
            <p:cNvPr id="55" name="Group 54">
              <a:extLst>
                <a:ext uri="{FF2B5EF4-FFF2-40B4-BE49-F238E27FC236}">
                  <a16:creationId xmlns:a16="http://schemas.microsoft.com/office/drawing/2014/main" id="{F0CB1C8F-4E9E-E891-B7C0-5C61297C0DE5}"/>
                </a:ext>
              </a:extLst>
            </p:cNvPr>
            <p:cNvGrpSpPr/>
            <p:nvPr/>
          </p:nvGrpSpPr>
          <p:grpSpPr>
            <a:xfrm>
              <a:off x="3612955" y="1508457"/>
              <a:ext cx="1935367" cy="820804"/>
              <a:chOff x="2546404" y="1493655"/>
              <a:chExt cx="1430674" cy="748223"/>
            </a:xfrm>
          </p:grpSpPr>
          <p:grpSp>
            <p:nvGrpSpPr>
              <p:cNvPr id="70" name="Group 69">
                <a:extLst>
                  <a:ext uri="{FF2B5EF4-FFF2-40B4-BE49-F238E27FC236}">
                    <a16:creationId xmlns:a16="http://schemas.microsoft.com/office/drawing/2014/main" id="{E56E2499-F8A8-A274-29EF-0D0109675386}"/>
                  </a:ext>
                </a:extLst>
              </p:cNvPr>
              <p:cNvGrpSpPr/>
              <p:nvPr/>
            </p:nvGrpSpPr>
            <p:grpSpPr>
              <a:xfrm>
                <a:off x="2740554" y="1493655"/>
                <a:ext cx="980383" cy="598710"/>
                <a:chOff x="262671" y="953631"/>
                <a:chExt cx="999061" cy="502092"/>
              </a:xfrm>
            </p:grpSpPr>
            <p:cxnSp>
              <p:nvCxnSpPr>
                <p:cNvPr id="75" name="Straight Connector 74">
                  <a:extLst>
                    <a:ext uri="{FF2B5EF4-FFF2-40B4-BE49-F238E27FC236}">
                      <a16:creationId xmlns:a16="http://schemas.microsoft.com/office/drawing/2014/main" id="{CF15FB06-55A0-9410-C8B2-8524BC2CF582}"/>
                    </a:ext>
                  </a:extLst>
                </p:cNvPr>
                <p:cNvCxnSpPr>
                  <a:cxnSpLocks/>
                </p:cNvCxnSpPr>
                <p:nvPr/>
              </p:nvCxnSpPr>
              <p:spPr bwMode="gray">
                <a:xfrm>
                  <a:off x="762202" y="1226748"/>
                  <a:ext cx="0" cy="228975"/>
                </a:xfrm>
                <a:prstGeom prst="line">
                  <a:avLst/>
                </a:prstGeom>
                <a:noFill/>
                <a:ln w="12700" cap="flat" cmpd="sng" algn="ctr">
                  <a:solidFill>
                    <a:srgbClr val="F78F20"/>
                  </a:solidFill>
                  <a:prstDash val="solid"/>
                  <a:miter lim="800000"/>
                </a:ln>
                <a:effectLst/>
              </p:spPr>
            </p:cxnSp>
            <p:sp>
              <p:nvSpPr>
                <p:cNvPr id="76" name="Rectangle 75">
                  <a:extLst>
                    <a:ext uri="{FF2B5EF4-FFF2-40B4-BE49-F238E27FC236}">
                      <a16:creationId xmlns:a16="http://schemas.microsoft.com/office/drawing/2014/main" id="{51A55A7E-F245-99A9-9DE5-7DB93A339105}"/>
                    </a:ext>
                  </a:extLst>
                </p:cNvPr>
                <p:cNvSpPr/>
                <p:nvPr/>
              </p:nvSpPr>
              <p:spPr bwMode="gray">
                <a:xfrm>
                  <a:off x="262671" y="953631"/>
                  <a:ext cx="999061" cy="260726"/>
                </a:xfrm>
                <a:prstGeom prst="rect">
                  <a:avLst/>
                </a:prstGeom>
                <a:solidFill>
                  <a:sysClr val="window" lastClr="FFFFFF">
                    <a:lumMod val="95000"/>
                  </a:sysClr>
                </a:solidFill>
                <a:ln w="12700" cap="flat" cmpd="sng" algn="ctr">
                  <a:solidFill>
                    <a:srgbClr val="F78F2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a:ln>
                        <a:noFill/>
                      </a:ln>
                      <a:solidFill>
                        <a:srgbClr val="F78F20"/>
                      </a:solidFill>
                      <a:effectLst/>
                      <a:uLnTx/>
                      <a:uFillTx/>
                      <a:latin typeface="Arial" panose="020B0604020202020204" pitchFamily="34" charset="0"/>
                      <a:ea typeface="+mn-ea"/>
                      <a:cs typeface="+mn-cs"/>
                    </a:rPr>
                    <a:t>Stakeholder Roles</a:t>
                  </a:r>
                </a:p>
              </p:txBody>
            </p:sp>
          </p:grpSp>
          <p:grpSp>
            <p:nvGrpSpPr>
              <p:cNvPr id="71" name="Group 70">
                <a:extLst>
                  <a:ext uri="{FF2B5EF4-FFF2-40B4-BE49-F238E27FC236}">
                    <a16:creationId xmlns:a16="http://schemas.microsoft.com/office/drawing/2014/main" id="{6EA0573F-3F8E-6A73-6075-7782F50A29ED}"/>
                  </a:ext>
                </a:extLst>
              </p:cNvPr>
              <p:cNvGrpSpPr/>
              <p:nvPr/>
            </p:nvGrpSpPr>
            <p:grpSpPr>
              <a:xfrm>
                <a:off x="2546404" y="2116728"/>
                <a:ext cx="1430674" cy="125150"/>
                <a:chOff x="5899868" y="1465045"/>
                <a:chExt cx="529593" cy="125150"/>
              </a:xfrm>
            </p:grpSpPr>
            <p:cxnSp>
              <p:nvCxnSpPr>
                <p:cNvPr id="72" name="Straight Connector 71">
                  <a:extLst>
                    <a:ext uri="{FF2B5EF4-FFF2-40B4-BE49-F238E27FC236}">
                      <a16:creationId xmlns:a16="http://schemas.microsoft.com/office/drawing/2014/main" id="{F68809BC-9A0E-49A9-9006-09A6BD9ADAF8}"/>
                    </a:ext>
                  </a:extLst>
                </p:cNvPr>
                <p:cNvCxnSpPr>
                  <a:cxnSpLocks/>
                </p:cNvCxnSpPr>
                <p:nvPr/>
              </p:nvCxnSpPr>
              <p:spPr bwMode="gray">
                <a:xfrm flipH="1">
                  <a:off x="5899868" y="1465045"/>
                  <a:ext cx="529593" cy="0"/>
                </a:xfrm>
                <a:prstGeom prst="line">
                  <a:avLst/>
                </a:prstGeom>
                <a:noFill/>
                <a:ln w="12700" cap="flat" cmpd="sng" algn="ctr">
                  <a:solidFill>
                    <a:srgbClr val="F78F20"/>
                  </a:solidFill>
                  <a:prstDash val="solid"/>
                  <a:miter lim="800000"/>
                </a:ln>
                <a:effectLst/>
              </p:spPr>
            </p:cxnSp>
            <p:cxnSp>
              <p:nvCxnSpPr>
                <p:cNvPr id="73" name="Straight Connector 72">
                  <a:extLst>
                    <a:ext uri="{FF2B5EF4-FFF2-40B4-BE49-F238E27FC236}">
                      <a16:creationId xmlns:a16="http://schemas.microsoft.com/office/drawing/2014/main" id="{FB80596E-1DA7-AA25-7B50-1F0255CA0069}"/>
                    </a:ext>
                  </a:extLst>
                </p:cNvPr>
                <p:cNvCxnSpPr>
                  <a:cxnSpLocks/>
                </p:cNvCxnSpPr>
                <p:nvPr/>
              </p:nvCxnSpPr>
              <p:spPr bwMode="gray">
                <a:xfrm flipV="1">
                  <a:off x="5899868" y="1465045"/>
                  <a:ext cx="0" cy="125150"/>
                </a:xfrm>
                <a:prstGeom prst="line">
                  <a:avLst/>
                </a:prstGeom>
                <a:noFill/>
                <a:ln w="12700" cap="flat" cmpd="sng" algn="ctr">
                  <a:solidFill>
                    <a:srgbClr val="F78F20"/>
                  </a:solidFill>
                  <a:prstDash val="solid"/>
                  <a:miter lim="800000"/>
                </a:ln>
                <a:effectLst/>
              </p:spPr>
            </p:cxnSp>
            <p:cxnSp>
              <p:nvCxnSpPr>
                <p:cNvPr id="74" name="Straight Connector 73">
                  <a:extLst>
                    <a:ext uri="{FF2B5EF4-FFF2-40B4-BE49-F238E27FC236}">
                      <a16:creationId xmlns:a16="http://schemas.microsoft.com/office/drawing/2014/main" id="{43CC8047-EA4F-659F-2F0A-4B63E367779B}"/>
                    </a:ext>
                  </a:extLst>
                </p:cNvPr>
                <p:cNvCxnSpPr>
                  <a:cxnSpLocks/>
                </p:cNvCxnSpPr>
                <p:nvPr/>
              </p:nvCxnSpPr>
              <p:spPr bwMode="gray">
                <a:xfrm flipV="1">
                  <a:off x="6425974" y="1465045"/>
                  <a:ext cx="0" cy="125150"/>
                </a:xfrm>
                <a:prstGeom prst="line">
                  <a:avLst/>
                </a:prstGeom>
                <a:noFill/>
                <a:ln w="12700" cap="flat" cmpd="sng" algn="ctr">
                  <a:solidFill>
                    <a:srgbClr val="F78F20"/>
                  </a:solidFill>
                  <a:prstDash val="solid"/>
                  <a:miter lim="800000"/>
                </a:ln>
                <a:effectLst/>
              </p:spPr>
            </p:cxnSp>
          </p:grpSp>
        </p:grpSp>
        <p:grpSp>
          <p:nvGrpSpPr>
            <p:cNvPr id="56" name="Group 55">
              <a:extLst>
                <a:ext uri="{FF2B5EF4-FFF2-40B4-BE49-F238E27FC236}">
                  <a16:creationId xmlns:a16="http://schemas.microsoft.com/office/drawing/2014/main" id="{235253B1-2D2E-E592-C203-89AD98F04927}"/>
                </a:ext>
              </a:extLst>
            </p:cNvPr>
            <p:cNvGrpSpPr/>
            <p:nvPr/>
          </p:nvGrpSpPr>
          <p:grpSpPr>
            <a:xfrm>
              <a:off x="2370830" y="1576905"/>
              <a:ext cx="1220723" cy="684253"/>
              <a:chOff x="117444" y="793566"/>
              <a:chExt cx="1220723" cy="684254"/>
            </a:xfrm>
          </p:grpSpPr>
          <p:cxnSp>
            <p:nvCxnSpPr>
              <p:cNvPr id="68" name="Straight Connector 67">
                <a:extLst>
                  <a:ext uri="{FF2B5EF4-FFF2-40B4-BE49-F238E27FC236}">
                    <a16:creationId xmlns:a16="http://schemas.microsoft.com/office/drawing/2014/main" id="{9ABACEF8-48D5-B99F-54F0-1CD9EF594979}"/>
                  </a:ext>
                </a:extLst>
              </p:cNvPr>
              <p:cNvCxnSpPr>
                <a:cxnSpLocks/>
                <a:stCxn id="69" idx="2"/>
              </p:cNvCxnSpPr>
              <p:nvPr/>
            </p:nvCxnSpPr>
            <p:spPr bwMode="gray">
              <a:xfrm>
                <a:off x="727806" y="1104462"/>
                <a:ext cx="0" cy="373358"/>
              </a:xfrm>
              <a:prstGeom prst="line">
                <a:avLst/>
              </a:prstGeom>
              <a:noFill/>
              <a:ln w="12700" cap="flat" cmpd="sng" algn="ctr">
                <a:solidFill>
                  <a:srgbClr val="F78F20"/>
                </a:solidFill>
                <a:prstDash val="solid"/>
                <a:miter lim="800000"/>
              </a:ln>
              <a:effectLst/>
            </p:spPr>
          </p:cxnSp>
          <p:sp>
            <p:nvSpPr>
              <p:cNvPr id="69" name="Rectangle 68">
                <a:extLst>
                  <a:ext uri="{FF2B5EF4-FFF2-40B4-BE49-F238E27FC236}">
                    <a16:creationId xmlns:a16="http://schemas.microsoft.com/office/drawing/2014/main" id="{088F23B2-0AFE-823A-FF2F-075A7BD634B6}"/>
                  </a:ext>
                </a:extLst>
              </p:cNvPr>
              <p:cNvSpPr/>
              <p:nvPr/>
            </p:nvSpPr>
            <p:spPr bwMode="gray">
              <a:xfrm>
                <a:off x="117444" y="793566"/>
                <a:ext cx="1220723" cy="310896"/>
              </a:xfrm>
              <a:prstGeom prst="rect">
                <a:avLst/>
              </a:prstGeom>
              <a:solidFill>
                <a:sysClr val="window" lastClr="FFFFFF">
                  <a:lumMod val="95000"/>
                </a:sysClr>
              </a:solidFill>
              <a:ln w="12700" cap="flat" cmpd="sng" algn="ctr">
                <a:solidFill>
                  <a:srgbClr val="F78F2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a:ln>
                      <a:noFill/>
                    </a:ln>
                    <a:solidFill>
                      <a:srgbClr val="F78F20"/>
                    </a:solidFill>
                    <a:effectLst/>
                    <a:uLnTx/>
                    <a:uFillTx/>
                    <a:latin typeface="Arial" panose="020B0604020202020204" pitchFamily="34" charset="0"/>
                    <a:ea typeface="+mn-ea"/>
                    <a:cs typeface="+mn-cs"/>
                  </a:rPr>
                  <a:t>Process Flows</a:t>
                </a:r>
              </a:p>
            </p:txBody>
          </p:sp>
        </p:grpSp>
        <p:grpSp>
          <p:nvGrpSpPr>
            <p:cNvPr id="57" name="Group 56">
              <a:extLst>
                <a:ext uri="{FF2B5EF4-FFF2-40B4-BE49-F238E27FC236}">
                  <a16:creationId xmlns:a16="http://schemas.microsoft.com/office/drawing/2014/main" id="{A18270B9-7088-6D77-5F98-EA3774203247}"/>
                </a:ext>
              </a:extLst>
            </p:cNvPr>
            <p:cNvGrpSpPr/>
            <p:nvPr/>
          </p:nvGrpSpPr>
          <p:grpSpPr>
            <a:xfrm>
              <a:off x="8319402" y="1559461"/>
              <a:ext cx="714817" cy="622988"/>
              <a:chOff x="155236" y="784046"/>
              <a:chExt cx="714817" cy="622989"/>
            </a:xfrm>
          </p:grpSpPr>
          <p:cxnSp>
            <p:nvCxnSpPr>
              <p:cNvPr id="66" name="Straight Connector 65">
                <a:extLst>
                  <a:ext uri="{FF2B5EF4-FFF2-40B4-BE49-F238E27FC236}">
                    <a16:creationId xmlns:a16="http://schemas.microsoft.com/office/drawing/2014/main" id="{C38BBA39-2358-C132-E69C-035DAFCBAF9D}"/>
                  </a:ext>
                </a:extLst>
              </p:cNvPr>
              <p:cNvCxnSpPr>
                <a:cxnSpLocks/>
                <a:stCxn id="67" idx="2"/>
              </p:cNvCxnSpPr>
              <p:nvPr/>
            </p:nvCxnSpPr>
            <p:spPr bwMode="gray">
              <a:xfrm flipH="1">
                <a:off x="155236" y="1094941"/>
                <a:ext cx="390581" cy="312094"/>
              </a:xfrm>
              <a:prstGeom prst="line">
                <a:avLst/>
              </a:prstGeom>
              <a:noFill/>
              <a:ln w="12700" cap="flat" cmpd="sng" algn="ctr">
                <a:solidFill>
                  <a:srgbClr val="F78F20"/>
                </a:solidFill>
                <a:prstDash val="solid"/>
                <a:miter lim="800000"/>
              </a:ln>
              <a:effectLst/>
            </p:spPr>
          </p:cxnSp>
          <p:sp>
            <p:nvSpPr>
              <p:cNvPr id="67" name="Rectangle 66">
                <a:extLst>
                  <a:ext uri="{FF2B5EF4-FFF2-40B4-BE49-F238E27FC236}">
                    <a16:creationId xmlns:a16="http://schemas.microsoft.com/office/drawing/2014/main" id="{4EEB7C0F-31E6-4D7F-6B89-96F93898489F}"/>
                  </a:ext>
                </a:extLst>
              </p:cNvPr>
              <p:cNvSpPr/>
              <p:nvPr/>
            </p:nvSpPr>
            <p:spPr bwMode="gray">
              <a:xfrm>
                <a:off x="221580" y="784046"/>
                <a:ext cx="648473" cy="310896"/>
              </a:xfrm>
              <a:prstGeom prst="rect">
                <a:avLst/>
              </a:prstGeom>
              <a:solidFill>
                <a:sysClr val="window" lastClr="FFFFFF">
                  <a:lumMod val="95000"/>
                </a:sysClr>
              </a:solidFill>
              <a:ln w="12700" cap="flat" cmpd="sng" algn="ctr">
                <a:solidFill>
                  <a:srgbClr val="F78F2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a:ln>
                      <a:noFill/>
                    </a:ln>
                    <a:solidFill>
                      <a:srgbClr val="F78F20"/>
                    </a:solidFill>
                    <a:effectLst/>
                    <a:uLnTx/>
                    <a:uFillTx/>
                    <a:latin typeface="Arial" panose="020B0604020202020204" pitchFamily="34" charset="0"/>
                    <a:ea typeface="+mn-ea"/>
                    <a:cs typeface="+mn-cs"/>
                  </a:rPr>
                  <a:t>Timing</a:t>
                </a:r>
              </a:p>
            </p:txBody>
          </p:sp>
        </p:grpSp>
        <p:grpSp>
          <p:nvGrpSpPr>
            <p:cNvPr id="58" name="Group 57">
              <a:extLst>
                <a:ext uri="{FF2B5EF4-FFF2-40B4-BE49-F238E27FC236}">
                  <a16:creationId xmlns:a16="http://schemas.microsoft.com/office/drawing/2014/main" id="{A92AA4CD-7110-9F5B-DF07-22F436A3BF8D}"/>
                </a:ext>
              </a:extLst>
            </p:cNvPr>
            <p:cNvGrpSpPr/>
            <p:nvPr/>
          </p:nvGrpSpPr>
          <p:grpSpPr>
            <a:xfrm>
              <a:off x="5594066" y="1366675"/>
              <a:ext cx="1430674" cy="944344"/>
              <a:chOff x="2546404" y="1297534"/>
              <a:chExt cx="1430674" cy="944344"/>
            </a:xfrm>
          </p:grpSpPr>
          <p:grpSp>
            <p:nvGrpSpPr>
              <p:cNvPr id="59" name="Group 58">
                <a:extLst>
                  <a:ext uri="{FF2B5EF4-FFF2-40B4-BE49-F238E27FC236}">
                    <a16:creationId xmlns:a16="http://schemas.microsoft.com/office/drawing/2014/main" id="{3C460D6B-05BF-1121-37AF-9095DF04726E}"/>
                  </a:ext>
                </a:extLst>
              </p:cNvPr>
              <p:cNvGrpSpPr/>
              <p:nvPr/>
            </p:nvGrpSpPr>
            <p:grpSpPr>
              <a:xfrm>
                <a:off x="2607285" y="1297534"/>
                <a:ext cx="1335024" cy="819194"/>
                <a:chOff x="126863" y="789164"/>
                <a:chExt cx="1360459" cy="686998"/>
              </a:xfrm>
            </p:grpSpPr>
            <p:cxnSp>
              <p:nvCxnSpPr>
                <p:cNvPr id="64" name="Straight Connector 63">
                  <a:extLst>
                    <a:ext uri="{FF2B5EF4-FFF2-40B4-BE49-F238E27FC236}">
                      <a16:creationId xmlns:a16="http://schemas.microsoft.com/office/drawing/2014/main" id="{ED07FC83-AC55-6629-45DB-590BB8AE8DE6}"/>
                    </a:ext>
                  </a:extLst>
                </p:cNvPr>
                <p:cNvCxnSpPr>
                  <a:cxnSpLocks/>
                  <a:stCxn id="65" idx="2"/>
                </p:cNvCxnSpPr>
                <p:nvPr/>
              </p:nvCxnSpPr>
              <p:spPr bwMode="gray">
                <a:xfrm>
                  <a:off x="807092" y="1049890"/>
                  <a:ext cx="0" cy="426272"/>
                </a:xfrm>
                <a:prstGeom prst="line">
                  <a:avLst/>
                </a:prstGeom>
                <a:noFill/>
                <a:ln w="12700" cap="flat" cmpd="sng" algn="ctr">
                  <a:solidFill>
                    <a:srgbClr val="F78F20"/>
                  </a:solidFill>
                  <a:prstDash val="solid"/>
                  <a:miter lim="800000"/>
                </a:ln>
                <a:effectLst/>
              </p:spPr>
            </p:cxnSp>
            <p:sp>
              <p:nvSpPr>
                <p:cNvPr id="65" name="Rectangle 64">
                  <a:extLst>
                    <a:ext uri="{FF2B5EF4-FFF2-40B4-BE49-F238E27FC236}">
                      <a16:creationId xmlns:a16="http://schemas.microsoft.com/office/drawing/2014/main" id="{9D70E2EF-526E-D692-AF64-F408F88FB1FC}"/>
                    </a:ext>
                  </a:extLst>
                </p:cNvPr>
                <p:cNvSpPr/>
                <p:nvPr/>
              </p:nvSpPr>
              <p:spPr bwMode="gray">
                <a:xfrm>
                  <a:off x="126863" y="789164"/>
                  <a:ext cx="1360459" cy="260726"/>
                </a:xfrm>
                <a:prstGeom prst="rect">
                  <a:avLst/>
                </a:prstGeom>
                <a:solidFill>
                  <a:sysClr val="window" lastClr="FFFFFF">
                    <a:lumMod val="95000"/>
                  </a:sysClr>
                </a:solidFill>
                <a:ln w="12700" cap="flat" cmpd="sng" algn="ctr">
                  <a:solidFill>
                    <a:srgbClr val="F78F2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a:ln>
                        <a:noFill/>
                      </a:ln>
                      <a:solidFill>
                        <a:srgbClr val="F78F20"/>
                      </a:solidFill>
                      <a:effectLst/>
                      <a:uLnTx/>
                      <a:uFillTx/>
                      <a:latin typeface="Arial" panose="020B0604020202020204" pitchFamily="34" charset="0"/>
                      <a:ea typeface="+mn-ea"/>
                      <a:cs typeface="+mn-cs"/>
                    </a:rPr>
                    <a:t>Impact Ratings</a:t>
                  </a:r>
                </a:p>
              </p:txBody>
            </p:sp>
          </p:grpSp>
          <p:grpSp>
            <p:nvGrpSpPr>
              <p:cNvPr id="60" name="Group 59">
                <a:extLst>
                  <a:ext uri="{FF2B5EF4-FFF2-40B4-BE49-F238E27FC236}">
                    <a16:creationId xmlns:a16="http://schemas.microsoft.com/office/drawing/2014/main" id="{D2B9EBC6-6F2F-72DD-FFBA-6E709CDB17BB}"/>
                  </a:ext>
                </a:extLst>
              </p:cNvPr>
              <p:cNvGrpSpPr/>
              <p:nvPr/>
            </p:nvGrpSpPr>
            <p:grpSpPr>
              <a:xfrm>
                <a:off x="2546404" y="2116728"/>
                <a:ext cx="1430674" cy="125150"/>
                <a:chOff x="5899868" y="1465045"/>
                <a:chExt cx="529593" cy="125150"/>
              </a:xfrm>
            </p:grpSpPr>
            <p:cxnSp>
              <p:nvCxnSpPr>
                <p:cNvPr id="61" name="Straight Connector 60">
                  <a:extLst>
                    <a:ext uri="{FF2B5EF4-FFF2-40B4-BE49-F238E27FC236}">
                      <a16:creationId xmlns:a16="http://schemas.microsoft.com/office/drawing/2014/main" id="{9F0CD489-3522-A384-300B-449E6784936E}"/>
                    </a:ext>
                  </a:extLst>
                </p:cNvPr>
                <p:cNvCxnSpPr>
                  <a:cxnSpLocks/>
                </p:cNvCxnSpPr>
                <p:nvPr/>
              </p:nvCxnSpPr>
              <p:spPr bwMode="gray">
                <a:xfrm flipH="1">
                  <a:off x="5899868" y="1465045"/>
                  <a:ext cx="529593" cy="0"/>
                </a:xfrm>
                <a:prstGeom prst="line">
                  <a:avLst/>
                </a:prstGeom>
                <a:noFill/>
                <a:ln w="12700" cap="flat" cmpd="sng" algn="ctr">
                  <a:solidFill>
                    <a:srgbClr val="F78F20"/>
                  </a:solidFill>
                  <a:prstDash val="solid"/>
                  <a:miter lim="800000"/>
                </a:ln>
                <a:effectLst/>
              </p:spPr>
            </p:cxnSp>
            <p:cxnSp>
              <p:nvCxnSpPr>
                <p:cNvPr id="62" name="Straight Connector 61">
                  <a:extLst>
                    <a:ext uri="{FF2B5EF4-FFF2-40B4-BE49-F238E27FC236}">
                      <a16:creationId xmlns:a16="http://schemas.microsoft.com/office/drawing/2014/main" id="{2A18C14E-5EF5-A296-2916-D4281DAC19A6}"/>
                    </a:ext>
                  </a:extLst>
                </p:cNvPr>
                <p:cNvCxnSpPr>
                  <a:cxnSpLocks/>
                </p:cNvCxnSpPr>
                <p:nvPr/>
              </p:nvCxnSpPr>
              <p:spPr bwMode="gray">
                <a:xfrm flipV="1">
                  <a:off x="5899868" y="1465045"/>
                  <a:ext cx="0" cy="125150"/>
                </a:xfrm>
                <a:prstGeom prst="line">
                  <a:avLst/>
                </a:prstGeom>
                <a:noFill/>
                <a:ln w="12700" cap="flat" cmpd="sng" algn="ctr">
                  <a:solidFill>
                    <a:srgbClr val="F78F20"/>
                  </a:solidFill>
                  <a:prstDash val="solid"/>
                  <a:miter lim="800000"/>
                </a:ln>
                <a:effectLst/>
              </p:spPr>
            </p:cxnSp>
            <p:cxnSp>
              <p:nvCxnSpPr>
                <p:cNvPr id="63" name="Straight Connector 62">
                  <a:extLst>
                    <a:ext uri="{FF2B5EF4-FFF2-40B4-BE49-F238E27FC236}">
                      <a16:creationId xmlns:a16="http://schemas.microsoft.com/office/drawing/2014/main" id="{5F2AB6A0-45BF-3B8F-B146-24BAC7530D8A}"/>
                    </a:ext>
                  </a:extLst>
                </p:cNvPr>
                <p:cNvCxnSpPr>
                  <a:cxnSpLocks/>
                </p:cNvCxnSpPr>
                <p:nvPr/>
              </p:nvCxnSpPr>
              <p:spPr bwMode="gray">
                <a:xfrm flipV="1">
                  <a:off x="6425974" y="1465045"/>
                  <a:ext cx="0" cy="125150"/>
                </a:xfrm>
                <a:prstGeom prst="line">
                  <a:avLst/>
                </a:prstGeom>
                <a:noFill/>
                <a:ln w="12700" cap="flat" cmpd="sng" algn="ctr">
                  <a:solidFill>
                    <a:srgbClr val="F78F20"/>
                  </a:solidFill>
                  <a:prstDash val="solid"/>
                  <a:miter lim="800000"/>
                </a:ln>
                <a:effectLst/>
              </p:spPr>
            </p:cxnSp>
          </p:grpSp>
        </p:grpSp>
      </p:grpSp>
      <p:sp>
        <p:nvSpPr>
          <p:cNvPr id="91" name="TextBox 90">
            <a:extLst>
              <a:ext uri="{FF2B5EF4-FFF2-40B4-BE49-F238E27FC236}">
                <a16:creationId xmlns:a16="http://schemas.microsoft.com/office/drawing/2014/main" id="{ACBC9DBF-AC1C-586E-66EB-E21B79A9D6CF}"/>
              </a:ext>
            </a:extLst>
          </p:cNvPr>
          <p:cNvSpPr txBox="1"/>
          <p:nvPr/>
        </p:nvSpPr>
        <p:spPr>
          <a:xfrm>
            <a:off x="6055037" y="79890"/>
            <a:ext cx="6094476" cy="1077218"/>
          </a:xfrm>
          <a:prstGeom prst="rect">
            <a:avLst/>
          </a:prstGeom>
          <a:noFill/>
        </p:spPr>
        <p:txBody>
          <a:bodyPr wrap="square">
            <a:spAutoFit/>
          </a:bodyPr>
          <a:lstStyle/>
          <a:p>
            <a:r>
              <a:rPr lang="en-IN" sz="1600">
                <a:solidFill>
                  <a:schemeClr val="bg1"/>
                </a:solidFill>
              </a:rPr>
              <a:t>https://eyus.sharepoint.com/sites/FlexsysOneRockproject/Shared%20Documents/General/FSCP%20Finance%20Transformation/5.%20People%20&amp;%20Change/Change%20Impact/Flexsys%20Change%20Impact%20Assessment.xlsx?web=1</a:t>
            </a:r>
          </a:p>
        </p:txBody>
      </p:sp>
    </p:spTree>
    <p:extLst>
      <p:ext uri="{BB962C8B-B14F-4D97-AF65-F5344CB8AC3E}">
        <p14:creationId xmlns:p14="http://schemas.microsoft.com/office/powerpoint/2010/main" val="81377960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D66F1A-98DC-96F3-7BE4-A97AD9BD8616}"/>
              </a:ext>
            </a:extLst>
          </p:cNvPr>
          <p:cNvSpPr>
            <a:spLocks noGrp="1"/>
          </p:cNvSpPr>
          <p:nvPr>
            <p:ph type="title"/>
          </p:nvPr>
        </p:nvSpPr>
        <p:spPr/>
        <p:txBody>
          <a:bodyPr/>
          <a:lstStyle/>
          <a:p>
            <a:r>
              <a:rPr lang="en-IN"/>
              <a:t>Decision Making Roles and Responsibilities</a:t>
            </a:r>
          </a:p>
        </p:txBody>
      </p:sp>
      <p:sp>
        <p:nvSpPr>
          <p:cNvPr id="5" name="Slide Number Placeholder 4">
            <a:extLst>
              <a:ext uri="{FF2B5EF4-FFF2-40B4-BE49-F238E27FC236}">
                <a16:creationId xmlns:a16="http://schemas.microsoft.com/office/drawing/2014/main" id="{E747AB81-2381-D2E3-7F1F-17CAFD87CD86}"/>
              </a:ext>
            </a:extLst>
          </p:cNvPr>
          <p:cNvSpPr>
            <a:spLocks noGrp="1"/>
          </p:cNvSpPr>
          <p:nvPr>
            <p:ph type="sldNum" sz="quarter" idx="12"/>
          </p:nvPr>
        </p:nvSpPr>
        <p:spPr/>
        <p:txBody>
          <a:bodyPr/>
          <a:lstStyle/>
          <a:p>
            <a:fld id="{94FCA0F3-9F3A-694B-99BB-0E592A797735}" type="slidenum">
              <a:rPr lang="en-US" smtClean="0"/>
              <a:t>100</a:t>
            </a:fld>
            <a:endParaRPr lang="en-US"/>
          </a:p>
        </p:txBody>
      </p:sp>
      <p:sp>
        <p:nvSpPr>
          <p:cNvPr id="6" name="Date Placeholder 5">
            <a:extLst>
              <a:ext uri="{FF2B5EF4-FFF2-40B4-BE49-F238E27FC236}">
                <a16:creationId xmlns:a16="http://schemas.microsoft.com/office/drawing/2014/main" id="{84886DBA-431A-CEC0-63E3-031EE0EFF767}"/>
              </a:ext>
            </a:extLst>
          </p:cNvPr>
          <p:cNvSpPr>
            <a:spLocks noGrp="1"/>
          </p:cNvSpPr>
          <p:nvPr>
            <p:ph type="dt" sz="half" idx="10"/>
          </p:nvPr>
        </p:nvSpPr>
        <p:spPr/>
        <p:txBody>
          <a:bodyPr/>
          <a:lstStyle/>
          <a:p>
            <a:fld id="{AA58409F-26C8-4100-BA9E-1F8B12A22029}" type="datetime1">
              <a:rPr lang="en-US" smtClean="0"/>
              <a:t>9/19/2025</a:t>
            </a:fld>
            <a:endParaRPr lang="en-US"/>
          </a:p>
        </p:txBody>
      </p:sp>
      <p:sp>
        <p:nvSpPr>
          <p:cNvPr id="8" name="SmartArt Placeholder 7">
            <a:extLst>
              <a:ext uri="{FF2B5EF4-FFF2-40B4-BE49-F238E27FC236}">
                <a16:creationId xmlns:a16="http://schemas.microsoft.com/office/drawing/2014/main" id="{A86A63C1-60CB-3595-8D90-59E3BC961E69}"/>
              </a:ext>
            </a:extLst>
          </p:cNvPr>
          <p:cNvSpPr>
            <a:spLocks noGrp="1"/>
          </p:cNvSpPr>
          <p:nvPr>
            <p:ph type="dgm" sz="quarter" idx="17"/>
          </p:nvPr>
        </p:nvSpPr>
        <p:spPr/>
        <p:txBody>
          <a:bodyPr/>
          <a:lstStyle/>
          <a:p>
            <a:endParaRPr lang="en-IN"/>
          </a:p>
        </p:txBody>
      </p:sp>
      <p:graphicFrame>
        <p:nvGraphicFramePr>
          <p:cNvPr id="9" name="Table 4">
            <a:extLst>
              <a:ext uri="{FF2B5EF4-FFF2-40B4-BE49-F238E27FC236}">
                <a16:creationId xmlns:a16="http://schemas.microsoft.com/office/drawing/2014/main" id="{813C630E-1F01-F59A-287D-F27DAEFA3ED8}"/>
              </a:ext>
            </a:extLst>
          </p:cNvPr>
          <p:cNvGraphicFramePr>
            <a:graphicFrameLocks noGrp="1"/>
          </p:cNvGraphicFramePr>
          <p:nvPr>
            <p:extLst>
              <p:ext uri="{D42A27DB-BD31-4B8C-83A1-F6EECF244321}">
                <p14:modId xmlns:p14="http://schemas.microsoft.com/office/powerpoint/2010/main" val="3200135699"/>
              </p:ext>
            </p:extLst>
          </p:nvPr>
        </p:nvGraphicFramePr>
        <p:xfrm>
          <a:off x="1147849" y="1894966"/>
          <a:ext cx="9896302" cy="4365662"/>
        </p:xfrm>
        <a:graphic>
          <a:graphicData uri="http://schemas.openxmlformats.org/drawingml/2006/table">
            <a:tbl>
              <a:tblPr>
                <a:tableStyleId>{5C22544A-7EE6-4342-B048-85BDC9FD1C3A}</a:tableStyleId>
              </a:tblPr>
              <a:tblGrid>
                <a:gridCol w="3743966">
                  <a:extLst>
                    <a:ext uri="{9D8B030D-6E8A-4147-A177-3AD203B41FA5}">
                      <a16:colId xmlns:a16="http://schemas.microsoft.com/office/drawing/2014/main" val="172456074"/>
                    </a:ext>
                  </a:extLst>
                </a:gridCol>
                <a:gridCol w="6152336">
                  <a:extLst>
                    <a:ext uri="{9D8B030D-6E8A-4147-A177-3AD203B41FA5}">
                      <a16:colId xmlns:a16="http://schemas.microsoft.com/office/drawing/2014/main" val="1305301358"/>
                    </a:ext>
                  </a:extLst>
                </a:gridCol>
              </a:tblGrid>
              <a:tr h="885667">
                <a:tc>
                  <a:txBody>
                    <a:bodyPr/>
                    <a:lstStyle/>
                    <a:p>
                      <a:pPr algn="ctr"/>
                      <a:r>
                        <a:rPr lang="en-US" sz="1000" b="1" u="sng">
                          <a:solidFill>
                            <a:schemeClr val="bg1"/>
                          </a:solidFill>
                        </a:rPr>
                        <a:t>Critical</a:t>
                      </a:r>
                      <a:r>
                        <a:rPr lang="en-US" sz="1000">
                          <a:solidFill>
                            <a:schemeClr val="bg1"/>
                          </a:solidFill>
                        </a:rPr>
                        <a:t> </a:t>
                      </a:r>
                    </a:p>
                    <a:p>
                      <a:pPr marL="171450" indent="-171450">
                        <a:buClr>
                          <a:schemeClr val="bg1"/>
                        </a:buClr>
                        <a:buSzPct val="70000"/>
                        <a:buFont typeface="Arial" panose="020B0604020202020204" pitchFamily="34" charset="0"/>
                        <a:buChar char="►"/>
                      </a:pPr>
                      <a:r>
                        <a:rPr lang="en-US" sz="1000">
                          <a:solidFill>
                            <a:schemeClr val="bg1"/>
                          </a:solidFill>
                        </a:rPr>
                        <a:t>Enterprise wide, several workstreams or overall program impact </a:t>
                      </a:r>
                    </a:p>
                    <a:p>
                      <a:pPr marL="171450" indent="-171450">
                        <a:buClr>
                          <a:schemeClr val="bg1"/>
                        </a:buClr>
                        <a:buSzPct val="70000"/>
                        <a:buFont typeface="Arial" panose="020B0604020202020204" pitchFamily="34" charset="0"/>
                        <a:buChar char="►"/>
                      </a:pPr>
                      <a:r>
                        <a:rPr lang="en-US" sz="1000">
                          <a:solidFill>
                            <a:schemeClr val="bg1"/>
                          </a:solidFill>
                        </a:rPr>
                        <a:t>External visibility and audience reach </a:t>
                      </a:r>
                    </a:p>
                  </a:txBody>
                  <a:tcPr>
                    <a:lnL w="12700" cmpd="sng">
                      <a:noFill/>
                    </a:lnL>
                    <a:lnR w="12700" cmpd="sng">
                      <a:noFill/>
                    </a:lnR>
                    <a:lnT w="12700" cmpd="sng">
                      <a:noFill/>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en-US" sz="110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87593354"/>
                  </a:ext>
                </a:extLst>
              </a:tr>
              <a:tr h="1131059">
                <a:tc>
                  <a:txBody>
                    <a:bodyPr/>
                    <a:lstStyle/>
                    <a:p>
                      <a:pPr algn="ctr"/>
                      <a:r>
                        <a:rPr lang="en-US" sz="1100" b="1" u="sng">
                          <a:solidFill>
                            <a:schemeClr val="bg1"/>
                          </a:solidFill>
                        </a:rPr>
                        <a:t>High</a:t>
                      </a:r>
                      <a:r>
                        <a:rPr lang="en-US" sz="1100">
                          <a:solidFill>
                            <a:schemeClr val="bg1"/>
                          </a:solidFill>
                        </a:rPr>
                        <a:t>  </a:t>
                      </a:r>
                    </a:p>
                    <a:p>
                      <a:pPr marL="171450" indent="-171450">
                        <a:buClr>
                          <a:schemeClr val="bg1"/>
                        </a:buClr>
                        <a:buSzPct val="70000"/>
                        <a:buFont typeface="Arial" panose="020B0604020202020204" pitchFamily="34" charset="0"/>
                        <a:buChar char="►"/>
                      </a:pPr>
                      <a:r>
                        <a:rPr lang="en-US" sz="1100">
                          <a:solidFill>
                            <a:schemeClr val="bg1"/>
                          </a:solidFill>
                        </a:rPr>
                        <a:t>Will affect several workstreams or overall program</a:t>
                      </a:r>
                    </a:p>
                    <a:p>
                      <a:pPr marL="171450" indent="-171450">
                        <a:buClr>
                          <a:schemeClr val="bg1"/>
                        </a:buClr>
                        <a:buSzPct val="70000"/>
                        <a:buFont typeface="Arial" panose="020B0604020202020204" pitchFamily="34" charset="0"/>
                        <a:buChar char="►"/>
                      </a:pPr>
                      <a:r>
                        <a:rPr lang="en-US" sz="1100">
                          <a:solidFill>
                            <a:schemeClr val="bg1"/>
                          </a:solidFill>
                        </a:rPr>
                        <a:t>Escalated visibility and audience reach </a:t>
                      </a:r>
                    </a:p>
                    <a:p>
                      <a:endParaRPr lang="en-US" sz="1100">
                        <a:solidFill>
                          <a:schemeClr val="bg1"/>
                        </a:solidFill>
                      </a:endParaRPr>
                    </a:p>
                  </a:txBody>
                  <a:tcPr>
                    <a:lnL w="12700" cmpd="sng">
                      <a:noFill/>
                    </a:lnL>
                    <a:lnR w="12700" cmpd="sng">
                      <a:noFill/>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en-US" sz="110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67509397"/>
                  </a:ext>
                </a:extLst>
              </a:tr>
              <a:tr h="1174468">
                <a:tc>
                  <a:txBody>
                    <a:bodyPr/>
                    <a:lstStyle/>
                    <a:p>
                      <a:pPr algn="ctr"/>
                      <a:r>
                        <a:rPr lang="en-US" sz="1100" b="1" u="sng">
                          <a:solidFill>
                            <a:schemeClr val="bg1"/>
                          </a:solidFill>
                        </a:rPr>
                        <a:t>Medium</a:t>
                      </a:r>
                      <a:r>
                        <a:rPr lang="en-US" sz="1100">
                          <a:solidFill>
                            <a:schemeClr val="bg1"/>
                          </a:solidFill>
                        </a:rPr>
                        <a:t>   </a:t>
                      </a:r>
                    </a:p>
                    <a:p>
                      <a:pPr marL="171450" indent="-171450">
                        <a:buClr>
                          <a:schemeClr val="bg1"/>
                        </a:buClr>
                        <a:buSzPct val="70000"/>
                        <a:buFont typeface="Arial" panose="020B0604020202020204" pitchFamily="34" charset="0"/>
                        <a:buChar char="►"/>
                      </a:pPr>
                      <a:r>
                        <a:rPr lang="en-US" sz="1100">
                          <a:solidFill>
                            <a:schemeClr val="bg1"/>
                          </a:solidFill>
                        </a:rPr>
                        <a:t>Single workstream impact </a:t>
                      </a:r>
                    </a:p>
                    <a:p>
                      <a:pPr marL="171450" indent="-171450">
                        <a:buClr>
                          <a:schemeClr val="bg1"/>
                        </a:buClr>
                        <a:buSzPct val="70000"/>
                        <a:buFont typeface="Arial" panose="020B0604020202020204" pitchFamily="34" charset="0"/>
                        <a:buChar char="►"/>
                      </a:pPr>
                      <a:r>
                        <a:rPr lang="en-US" sz="1100">
                          <a:solidFill>
                            <a:schemeClr val="bg1"/>
                          </a:solidFill>
                        </a:rPr>
                        <a:t>Multiple projects in a workstream </a:t>
                      </a:r>
                    </a:p>
                    <a:p>
                      <a:pPr marL="171450" indent="-171450">
                        <a:buClr>
                          <a:schemeClr val="bg1"/>
                        </a:buClr>
                        <a:buSzPct val="70000"/>
                        <a:buFont typeface="Arial" panose="020B0604020202020204" pitchFamily="34" charset="0"/>
                        <a:buChar char="►"/>
                      </a:pPr>
                      <a:r>
                        <a:rPr lang="en-US" sz="1100">
                          <a:solidFill>
                            <a:schemeClr val="bg1"/>
                          </a:solidFill>
                        </a:rPr>
                        <a:t>Standard visibility and audience reach</a:t>
                      </a:r>
                    </a:p>
                    <a:p>
                      <a:pPr marL="0" indent="0">
                        <a:buClr>
                          <a:srgbClr val="FFB500"/>
                        </a:buClr>
                        <a:buSzPct val="75000"/>
                        <a:buFont typeface="Arial" panose="020B0604020202020204" pitchFamily="34" charset="0"/>
                        <a:buNone/>
                      </a:pPr>
                      <a:endParaRPr lang="en-US" sz="1100">
                        <a:solidFill>
                          <a:schemeClr val="bg1"/>
                        </a:solidFill>
                      </a:endParaRPr>
                    </a:p>
                  </a:txBody>
                  <a:tcPr>
                    <a:lnL w="12700" cmpd="sng">
                      <a:noFill/>
                    </a:lnL>
                    <a:lnR w="12700" cmpd="sng">
                      <a:noFill/>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en-US" sz="110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12679232"/>
                  </a:ext>
                </a:extLst>
              </a:tr>
              <a:tr h="1174468">
                <a:tc>
                  <a:txBody>
                    <a:bodyPr/>
                    <a:lstStyle/>
                    <a:p>
                      <a:pPr algn="ctr"/>
                      <a:r>
                        <a:rPr lang="en-US" sz="1100" b="1" u="sng">
                          <a:solidFill>
                            <a:schemeClr val="bg1"/>
                          </a:solidFill>
                        </a:rPr>
                        <a:t>Low</a:t>
                      </a:r>
                      <a:r>
                        <a:rPr lang="en-US" sz="1100">
                          <a:solidFill>
                            <a:schemeClr val="bg1"/>
                          </a:solidFill>
                        </a:rPr>
                        <a:t>  </a:t>
                      </a:r>
                    </a:p>
                    <a:p>
                      <a:pPr marL="171450" indent="-171450">
                        <a:buClr>
                          <a:schemeClr val="bg1"/>
                        </a:buClr>
                        <a:buSzPct val="70000"/>
                        <a:buFont typeface="Arial" panose="020B0604020202020204" pitchFamily="34" charset="0"/>
                        <a:buChar char="►"/>
                      </a:pPr>
                      <a:r>
                        <a:rPr lang="en-US" sz="1100">
                          <a:solidFill>
                            <a:schemeClr val="bg1"/>
                          </a:solidFill>
                        </a:rPr>
                        <a:t>Charter milestones and commitments </a:t>
                      </a:r>
                    </a:p>
                    <a:p>
                      <a:pPr marL="171450" indent="-171450">
                        <a:buClr>
                          <a:schemeClr val="bg1"/>
                        </a:buClr>
                        <a:buSzPct val="70000"/>
                        <a:buFont typeface="Arial" panose="020B0604020202020204" pitchFamily="34" charset="0"/>
                        <a:buChar char="►"/>
                      </a:pPr>
                      <a:r>
                        <a:rPr lang="en-US" sz="1100">
                          <a:solidFill>
                            <a:schemeClr val="bg1"/>
                          </a:solidFill>
                        </a:rPr>
                        <a:t>Limited visibility and audience reach </a:t>
                      </a:r>
                    </a:p>
                    <a:p>
                      <a:pPr marL="171450" indent="-171450">
                        <a:buClr>
                          <a:schemeClr val="bg1"/>
                        </a:buClr>
                        <a:buSzPct val="70000"/>
                        <a:buFont typeface="Arial" panose="020B0604020202020204" pitchFamily="34" charset="0"/>
                        <a:buChar char="►"/>
                      </a:pPr>
                      <a:r>
                        <a:rPr lang="en-US" sz="1100">
                          <a:solidFill>
                            <a:schemeClr val="bg1"/>
                          </a:solidFill>
                        </a:rPr>
                        <a:t>Affects project team stakeholders only </a:t>
                      </a:r>
                    </a:p>
                    <a:p>
                      <a:endParaRPr lang="en-US" sz="1100">
                        <a:solidFill>
                          <a:schemeClr val="bg1"/>
                        </a:solidFill>
                      </a:endParaRPr>
                    </a:p>
                  </a:txBody>
                  <a:tcPr>
                    <a:lnL w="12700" cmpd="sng">
                      <a:noFill/>
                    </a:lnL>
                    <a:lnR w="12700" cmpd="sng">
                      <a:noFill/>
                    </a:lnR>
                    <a:lnT w="12700" cap="flat" cmpd="sng" algn="ctr">
                      <a:solidFill>
                        <a:schemeClr val="bg1">
                          <a:lumMod val="85000"/>
                        </a:schemeClr>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endParaRPr lang="en-US" sz="1100">
                        <a:solidFill>
                          <a:schemeClr val="bg1"/>
                        </a:solidFill>
                      </a:endParaRPr>
                    </a:p>
                  </a:txBody>
                  <a:tcP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18818496"/>
                  </a:ext>
                </a:extLst>
              </a:tr>
            </a:tbl>
          </a:graphicData>
        </a:graphic>
      </p:graphicFrame>
      <p:sp>
        <p:nvSpPr>
          <p:cNvPr id="10" name="Freeform 145">
            <a:extLst>
              <a:ext uri="{FF2B5EF4-FFF2-40B4-BE49-F238E27FC236}">
                <a16:creationId xmlns:a16="http://schemas.microsoft.com/office/drawing/2014/main" id="{84F6B28A-77DB-1FE9-54FD-E761C3676D7F}"/>
              </a:ext>
            </a:extLst>
          </p:cNvPr>
          <p:cNvSpPr/>
          <p:nvPr/>
        </p:nvSpPr>
        <p:spPr>
          <a:xfrm>
            <a:off x="9481511" y="1354546"/>
            <a:ext cx="1234440" cy="5029200"/>
          </a:xfrm>
          <a:custGeom>
            <a:avLst/>
            <a:gdLst/>
            <a:ahLst/>
            <a:cxnLst/>
            <a:rect l="0" t="0" r="0" b="0"/>
            <a:pathLst>
              <a:path w="4098292" h="21140103">
                <a:moveTo>
                  <a:pt x="0" y="286386"/>
                </a:moveTo>
                <a:cubicBezTo>
                  <a:pt x="0" y="128143"/>
                  <a:pt x="128017" y="0"/>
                  <a:pt x="286259" y="0"/>
                </a:cubicBezTo>
                <a:lnTo>
                  <a:pt x="3812034" y="0"/>
                </a:lnTo>
                <a:cubicBezTo>
                  <a:pt x="3970276" y="0"/>
                  <a:pt x="4098292" y="128143"/>
                  <a:pt x="4098292" y="286386"/>
                </a:cubicBezTo>
                <a:lnTo>
                  <a:pt x="4098292" y="20853616"/>
                </a:lnTo>
                <a:cubicBezTo>
                  <a:pt x="4098292" y="21011871"/>
                  <a:pt x="3970276" y="21140103"/>
                  <a:pt x="3812034" y="21140103"/>
                </a:cubicBezTo>
                <a:lnTo>
                  <a:pt x="286259" y="21140103"/>
                </a:lnTo>
                <a:cubicBezTo>
                  <a:pt x="128017" y="21140103"/>
                  <a:pt x="0" y="21011871"/>
                  <a:pt x="0" y="20853616"/>
                </a:cubicBezTo>
              </a:path>
            </a:pathLst>
          </a:custGeom>
          <a:solidFill>
            <a:schemeClr val="tx1">
              <a:lumMod val="75000"/>
            </a:scheme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sz="1100">
              <a:solidFill>
                <a:schemeClr val="tx1"/>
              </a:solidFill>
            </a:endParaRPr>
          </a:p>
        </p:txBody>
      </p:sp>
      <p:sp>
        <p:nvSpPr>
          <p:cNvPr id="11" name="Rectangle 219">
            <a:extLst>
              <a:ext uri="{FF2B5EF4-FFF2-40B4-BE49-F238E27FC236}">
                <a16:creationId xmlns:a16="http://schemas.microsoft.com/office/drawing/2014/main" id="{8A50756B-B3A3-8DBE-6CB6-93BAAA71CF30}"/>
              </a:ext>
            </a:extLst>
          </p:cNvPr>
          <p:cNvSpPr/>
          <p:nvPr/>
        </p:nvSpPr>
        <p:spPr>
          <a:xfrm>
            <a:off x="9692939" y="1449186"/>
            <a:ext cx="822960" cy="411480"/>
          </a:xfrm>
          <a:prstGeom prst="rect">
            <a:avLst/>
          </a:prstGeom>
        </p:spPr>
        <p:txBody>
          <a:bodyPr wrap="square" lIns="45720" tIns="45720" rIns="45720" bIns="45720" anchor="ctr" anchorCtr="0">
            <a:noAutofit/>
          </a:bodyPr>
          <a:lstStyle/>
          <a:p>
            <a:pPr algn="ctr"/>
            <a:r>
              <a:rPr lang="en-US" sz="1104" b="0" i="0" spc="0" baseline="0">
                <a:latin typeface="EYInterstate" panose="02000503020000020004" pitchFamily="2" charset="0"/>
              </a:rPr>
              <a:t>Brian </a:t>
            </a:r>
          </a:p>
          <a:p>
            <a:pPr algn="ctr"/>
            <a:r>
              <a:rPr lang="en-US" sz="1104" b="0" i="0" spc="0" baseline="0">
                <a:latin typeface="EYInterstate" panose="02000503020000020004" pitchFamily="2" charset="0"/>
              </a:rPr>
              <a:t>Newman </a:t>
            </a:r>
          </a:p>
        </p:txBody>
      </p:sp>
      <p:sp>
        <p:nvSpPr>
          <p:cNvPr id="12" name="Freeform 145">
            <a:extLst>
              <a:ext uri="{FF2B5EF4-FFF2-40B4-BE49-F238E27FC236}">
                <a16:creationId xmlns:a16="http://schemas.microsoft.com/office/drawing/2014/main" id="{A090CE90-C70A-27FC-DF79-186FC05F689C}"/>
              </a:ext>
            </a:extLst>
          </p:cNvPr>
          <p:cNvSpPr/>
          <p:nvPr/>
        </p:nvSpPr>
        <p:spPr>
          <a:xfrm>
            <a:off x="8042765" y="1354546"/>
            <a:ext cx="1234440" cy="5029200"/>
          </a:xfrm>
          <a:custGeom>
            <a:avLst/>
            <a:gdLst/>
            <a:ahLst/>
            <a:cxnLst/>
            <a:rect l="0" t="0" r="0" b="0"/>
            <a:pathLst>
              <a:path w="4098292" h="21140103">
                <a:moveTo>
                  <a:pt x="0" y="286386"/>
                </a:moveTo>
                <a:cubicBezTo>
                  <a:pt x="0" y="128143"/>
                  <a:pt x="128017" y="0"/>
                  <a:pt x="286259" y="0"/>
                </a:cubicBezTo>
                <a:lnTo>
                  <a:pt x="3812034" y="0"/>
                </a:lnTo>
                <a:cubicBezTo>
                  <a:pt x="3970276" y="0"/>
                  <a:pt x="4098292" y="128143"/>
                  <a:pt x="4098292" y="286386"/>
                </a:cubicBezTo>
                <a:lnTo>
                  <a:pt x="4098292" y="20853616"/>
                </a:lnTo>
                <a:cubicBezTo>
                  <a:pt x="4098292" y="21011871"/>
                  <a:pt x="3970276" y="21140103"/>
                  <a:pt x="3812034" y="21140103"/>
                </a:cubicBezTo>
                <a:lnTo>
                  <a:pt x="286259" y="21140103"/>
                </a:lnTo>
                <a:cubicBezTo>
                  <a:pt x="128017" y="21140103"/>
                  <a:pt x="0" y="21011871"/>
                  <a:pt x="0" y="20853616"/>
                </a:cubicBezTo>
              </a:path>
            </a:pathLst>
          </a:custGeom>
          <a:solidFill>
            <a:schemeClr val="tx1">
              <a:lumMod val="75000"/>
            </a:scheme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sz="1100">
              <a:solidFill>
                <a:schemeClr val="tx1"/>
              </a:solidFill>
            </a:endParaRPr>
          </a:p>
        </p:txBody>
      </p:sp>
      <p:sp>
        <p:nvSpPr>
          <p:cNvPr id="13" name="Rectangle 219">
            <a:extLst>
              <a:ext uri="{FF2B5EF4-FFF2-40B4-BE49-F238E27FC236}">
                <a16:creationId xmlns:a16="http://schemas.microsoft.com/office/drawing/2014/main" id="{33F30D8B-94BA-8A06-1B7A-8294928BBCF6}"/>
              </a:ext>
            </a:extLst>
          </p:cNvPr>
          <p:cNvSpPr/>
          <p:nvPr/>
        </p:nvSpPr>
        <p:spPr>
          <a:xfrm>
            <a:off x="8269283" y="1445234"/>
            <a:ext cx="731520" cy="411480"/>
          </a:xfrm>
          <a:prstGeom prst="rect">
            <a:avLst/>
          </a:prstGeom>
        </p:spPr>
        <p:txBody>
          <a:bodyPr wrap="square" lIns="45720" tIns="45720" rIns="45720" bIns="45720" anchor="ctr" anchorCtr="0">
            <a:noAutofit/>
          </a:bodyPr>
          <a:lstStyle/>
          <a:p>
            <a:pPr algn="ctr"/>
            <a:r>
              <a:rPr lang="en-US" sz="1104" b="0" i="0" spc="0" baseline="0">
                <a:latin typeface="EYInterstate" panose="02000503020000020004" pitchFamily="2" charset="0"/>
              </a:rPr>
              <a:t>Joe </a:t>
            </a:r>
          </a:p>
          <a:p>
            <a:pPr algn="ctr"/>
            <a:r>
              <a:rPr lang="en-US" sz="1104">
                <a:latin typeface="EYInterstate" panose="02000503020000020004" pitchFamily="2" charset="0"/>
              </a:rPr>
              <a:t>Wilkins </a:t>
            </a:r>
            <a:endParaRPr lang="en-US" sz="1104" b="0" i="0" spc="0" baseline="0">
              <a:latin typeface="EYInterstate" panose="02000503020000020004" pitchFamily="2" charset="0"/>
            </a:endParaRPr>
          </a:p>
        </p:txBody>
      </p:sp>
      <p:sp>
        <p:nvSpPr>
          <p:cNvPr id="14" name="Freeform 145">
            <a:extLst>
              <a:ext uri="{FF2B5EF4-FFF2-40B4-BE49-F238E27FC236}">
                <a16:creationId xmlns:a16="http://schemas.microsoft.com/office/drawing/2014/main" id="{FC241254-E07E-2C73-1781-E4C799A7DFB4}"/>
              </a:ext>
            </a:extLst>
          </p:cNvPr>
          <p:cNvSpPr/>
          <p:nvPr/>
        </p:nvSpPr>
        <p:spPr>
          <a:xfrm>
            <a:off x="6570152" y="1354991"/>
            <a:ext cx="1234440" cy="5029200"/>
          </a:xfrm>
          <a:custGeom>
            <a:avLst/>
            <a:gdLst/>
            <a:ahLst/>
            <a:cxnLst/>
            <a:rect l="0" t="0" r="0" b="0"/>
            <a:pathLst>
              <a:path w="4098292" h="21140103">
                <a:moveTo>
                  <a:pt x="0" y="286386"/>
                </a:moveTo>
                <a:cubicBezTo>
                  <a:pt x="0" y="128143"/>
                  <a:pt x="128017" y="0"/>
                  <a:pt x="286259" y="0"/>
                </a:cubicBezTo>
                <a:lnTo>
                  <a:pt x="3812034" y="0"/>
                </a:lnTo>
                <a:cubicBezTo>
                  <a:pt x="3970276" y="0"/>
                  <a:pt x="4098292" y="128143"/>
                  <a:pt x="4098292" y="286386"/>
                </a:cubicBezTo>
                <a:lnTo>
                  <a:pt x="4098292" y="20853616"/>
                </a:lnTo>
                <a:cubicBezTo>
                  <a:pt x="4098292" y="21011871"/>
                  <a:pt x="3970276" y="21140103"/>
                  <a:pt x="3812034" y="21140103"/>
                </a:cubicBezTo>
                <a:lnTo>
                  <a:pt x="286259" y="21140103"/>
                </a:lnTo>
                <a:cubicBezTo>
                  <a:pt x="128017" y="21140103"/>
                  <a:pt x="0" y="21011871"/>
                  <a:pt x="0" y="20853616"/>
                </a:cubicBezTo>
              </a:path>
            </a:pathLst>
          </a:custGeom>
          <a:solidFill>
            <a:schemeClr val="tx1">
              <a:lumMod val="75000"/>
            </a:scheme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sz="1100">
              <a:solidFill>
                <a:schemeClr val="tx1"/>
              </a:solidFill>
            </a:endParaRPr>
          </a:p>
        </p:txBody>
      </p:sp>
      <p:sp>
        <p:nvSpPr>
          <p:cNvPr id="15" name="Freeform 145">
            <a:extLst>
              <a:ext uri="{FF2B5EF4-FFF2-40B4-BE49-F238E27FC236}">
                <a16:creationId xmlns:a16="http://schemas.microsoft.com/office/drawing/2014/main" id="{32E40588-D514-7346-D72C-C2BA60A4C52D}"/>
              </a:ext>
            </a:extLst>
          </p:cNvPr>
          <p:cNvSpPr/>
          <p:nvPr/>
        </p:nvSpPr>
        <p:spPr>
          <a:xfrm>
            <a:off x="5106001" y="1354546"/>
            <a:ext cx="1234440" cy="5029200"/>
          </a:xfrm>
          <a:custGeom>
            <a:avLst/>
            <a:gdLst/>
            <a:ahLst/>
            <a:cxnLst/>
            <a:rect l="0" t="0" r="0" b="0"/>
            <a:pathLst>
              <a:path w="4098292" h="21140103">
                <a:moveTo>
                  <a:pt x="0" y="286386"/>
                </a:moveTo>
                <a:cubicBezTo>
                  <a:pt x="0" y="128143"/>
                  <a:pt x="128017" y="0"/>
                  <a:pt x="286259" y="0"/>
                </a:cubicBezTo>
                <a:lnTo>
                  <a:pt x="3812034" y="0"/>
                </a:lnTo>
                <a:cubicBezTo>
                  <a:pt x="3970276" y="0"/>
                  <a:pt x="4098292" y="128143"/>
                  <a:pt x="4098292" y="286386"/>
                </a:cubicBezTo>
                <a:lnTo>
                  <a:pt x="4098292" y="20853616"/>
                </a:lnTo>
                <a:cubicBezTo>
                  <a:pt x="4098292" y="21011871"/>
                  <a:pt x="3970276" y="21140103"/>
                  <a:pt x="3812034" y="21140103"/>
                </a:cubicBezTo>
                <a:lnTo>
                  <a:pt x="286259" y="21140103"/>
                </a:lnTo>
                <a:cubicBezTo>
                  <a:pt x="128017" y="21140103"/>
                  <a:pt x="0" y="21011871"/>
                  <a:pt x="0" y="20853616"/>
                </a:cubicBezTo>
              </a:path>
            </a:pathLst>
          </a:custGeom>
          <a:solidFill>
            <a:schemeClr val="tx1">
              <a:lumMod val="75000"/>
            </a:scheme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sz="1100">
              <a:solidFill>
                <a:schemeClr val="tx1"/>
              </a:solidFill>
            </a:endParaRPr>
          </a:p>
        </p:txBody>
      </p:sp>
      <p:sp>
        <p:nvSpPr>
          <p:cNvPr id="16" name="Rectangle 219">
            <a:extLst>
              <a:ext uri="{FF2B5EF4-FFF2-40B4-BE49-F238E27FC236}">
                <a16:creationId xmlns:a16="http://schemas.microsoft.com/office/drawing/2014/main" id="{0E605D0E-2350-32CE-E214-E35E4158EAA4}"/>
              </a:ext>
            </a:extLst>
          </p:cNvPr>
          <p:cNvSpPr/>
          <p:nvPr/>
        </p:nvSpPr>
        <p:spPr>
          <a:xfrm>
            <a:off x="6639556" y="1449186"/>
            <a:ext cx="1098691" cy="411480"/>
          </a:xfrm>
          <a:prstGeom prst="rect">
            <a:avLst/>
          </a:prstGeom>
        </p:spPr>
        <p:txBody>
          <a:bodyPr wrap="square" lIns="45720" tIns="45720" rIns="45720" bIns="45720" anchor="ctr" anchorCtr="0">
            <a:noAutofit/>
          </a:bodyPr>
          <a:lstStyle/>
          <a:p>
            <a:pPr algn="ctr"/>
            <a:r>
              <a:rPr lang="en-US" sz="1104">
                <a:latin typeface="EYInterstate" panose="02000503020000020004" pitchFamily="2" charset="0"/>
              </a:rPr>
              <a:t>Workstream </a:t>
            </a:r>
          </a:p>
          <a:p>
            <a:pPr algn="ctr"/>
            <a:r>
              <a:rPr lang="en-US" sz="1104" b="0" i="0" spc="0" baseline="0">
                <a:latin typeface="EYInterstate" panose="02000503020000020004" pitchFamily="2" charset="0"/>
              </a:rPr>
              <a:t>Sponsors </a:t>
            </a:r>
          </a:p>
        </p:txBody>
      </p:sp>
      <p:sp>
        <p:nvSpPr>
          <p:cNvPr id="17" name="Rectangle 219">
            <a:extLst>
              <a:ext uri="{FF2B5EF4-FFF2-40B4-BE49-F238E27FC236}">
                <a16:creationId xmlns:a16="http://schemas.microsoft.com/office/drawing/2014/main" id="{E1C4293F-D8DA-BCA2-9BF4-0D03820D3FA3}"/>
              </a:ext>
            </a:extLst>
          </p:cNvPr>
          <p:cNvSpPr/>
          <p:nvPr/>
        </p:nvSpPr>
        <p:spPr>
          <a:xfrm>
            <a:off x="5171867" y="1445234"/>
            <a:ext cx="1098691" cy="411480"/>
          </a:xfrm>
          <a:prstGeom prst="rect">
            <a:avLst/>
          </a:prstGeom>
        </p:spPr>
        <p:txBody>
          <a:bodyPr wrap="square" lIns="45720" tIns="45720" rIns="45720" bIns="45720" anchor="ctr" anchorCtr="0">
            <a:noAutofit/>
          </a:bodyPr>
          <a:lstStyle/>
          <a:p>
            <a:pPr algn="ctr"/>
            <a:r>
              <a:rPr lang="en-US" sz="1104">
                <a:latin typeface="EYInterstate" panose="02000503020000020004" pitchFamily="2" charset="0"/>
              </a:rPr>
              <a:t>Workstream </a:t>
            </a:r>
          </a:p>
          <a:p>
            <a:pPr algn="ctr"/>
            <a:r>
              <a:rPr lang="en-US" sz="1104" b="0" i="0" spc="0" baseline="0">
                <a:latin typeface="EYInterstate" panose="02000503020000020004" pitchFamily="2" charset="0"/>
              </a:rPr>
              <a:t>Leads </a:t>
            </a:r>
          </a:p>
        </p:txBody>
      </p:sp>
      <p:sp>
        <p:nvSpPr>
          <p:cNvPr id="18" name="Freeform 169">
            <a:extLst>
              <a:ext uri="{FF2B5EF4-FFF2-40B4-BE49-F238E27FC236}">
                <a16:creationId xmlns:a16="http://schemas.microsoft.com/office/drawing/2014/main" id="{F46EB49D-F9C5-23DE-9214-A17D988D833F}"/>
              </a:ext>
            </a:extLst>
          </p:cNvPr>
          <p:cNvSpPr/>
          <p:nvPr/>
        </p:nvSpPr>
        <p:spPr>
          <a:xfrm>
            <a:off x="9535857" y="1980368"/>
            <a:ext cx="1086322" cy="571699"/>
          </a:xfrm>
          <a:custGeom>
            <a:avLst/>
            <a:gdLst/>
            <a:ahLst/>
            <a:cxnLst/>
            <a:rect l="0" t="0" r="0" b="0"/>
            <a:pathLst>
              <a:path w="3645407" h="1957883">
                <a:moveTo>
                  <a:pt x="0" y="136817"/>
                </a:moveTo>
                <a:cubicBezTo>
                  <a:pt x="0" y="61214"/>
                  <a:pt x="61468" y="0"/>
                  <a:pt x="137032" y="0"/>
                </a:cubicBezTo>
                <a:lnTo>
                  <a:pt x="3508375" y="0"/>
                </a:lnTo>
                <a:cubicBezTo>
                  <a:pt x="3584067" y="0"/>
                  <a:pt x="3645407" y="61214"/>
                  <a:pt x="3645407" y="136817"/>
                </a:cubicBezTo>
                <a:lnTo>
                  <a:pt x="3645407" y="1821015"/>
                </a:lnTo>
                <a:cubicBezTo>
                  <a:pt x="3645407" y="1896618"/>
                  <a:pt x="3584067" y="1957883"/>
                  <a:pt x="3508375" y="1957883"/>
                </a:cubicBezTo>
                <a:lnTo>
                  <a:pt x="137032" y="1957883"/>
                </a:lnTo>
                <a:cubicBezTo>
                  <a:pt x="61468" y="1957883"/>
                  <a:pt x="0" y="1896618"/>
                  <a:pt x="0" y="1821015"/>
                </a:cubicBezTo>
              </a:path>
            </a:pathLst>
          </a:custGeom>
          <a:solidFill>
            <a:srgbClr val="FFE600">
              <a:alpha val="100000"/>
            </a:srgb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19" name="Freeform 169">
            <a:extLst>
              <a:ext uri="{FF2B5EF4-FFF2-40B4-BE49-F238E27FC236}">
                <a16:creationId xmlns:a16="http://schemas.microsoft.com/office/drawing/2014/main" id="{2A5EC0EA-0B9F-392D-B6C1-AAB18703235E}"/>
              </a:ext>
            </a:extLst>
          </p:cNvPr>
          <p:cNvSpPr/>
          <p:nvPr/>
        </p:nvSpPr>
        <p:spPr>
          <a:xfrm>
            <a:off x="8097112" y="2760227"/>
            <a:ext cx="1086322" cy="571699"/>
          </a:xfrm>
          <a:custGeom>
            <a:avLst/>
            <a:gdLst/>
            <a:ahLst/>
            <a:cxnLst/>
            <a:rect l="0" t="0" r="0" b="0"/>
            <a:pathLst>
              <a:path w="3645407" h="1957883">
                <a:moveTo>
                  <a:pt x="0" y="136817"/>
                </a:moveTo>
                <a:cubicBezTo>
                  <a:pt x="0" y="61214"/>
                  <a:pt x="61468" y="0"/>
                  <a:pt x="137032" y="0"/>
                </a:cubicBezTo>
                <a:lnTo>
                  <a:pt x="3508375" y="0"/>
                </a:lnTo>
                <a:cubicBezTo>
                  <a:pt x="3584067" y="0"/>
                  <a:pt x="3645407" y="61214"/>
                  <a:pt x="3645407" y="136817"/>
                </a:cubicBezTo>
                <a:lnTo>
                  <a:pt x="3645407" y="1821015"/>
                </a:lnTo>
                <a:cubicBezTo>
                  <a:pt x="3645407" y="1896618"/>
                  <a:pt x="3584067" y="1957883"/>
                  <a:pt x="3508375" y="1957883"/>
                </a:cubicBezTo>
                <a:lnTo>
                  <a:pt x="137032" y="1957883"/>
                </a:lnTo>
                <a:cubicBezTo>
                  <a:pt x="61468" y="1957883"/>
                  <a:pt x="0" y="1896618"/>
                  <a:pt x="0" y="1821015"/>
                </a:cubicBezTo>
              </a:path>
            </a:pathLst>
          </a:custGeom>
          <a:solidFill>
            <a:srgbClr val="FFE600">
              <a:alpha val="100000"/>
            </a:srgb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0" name="Freeform 169">
            <a:extLst>
              <a:ext uri="{FF2B5EF4-FFF2-40B4-BE49-F238E27FC236}">
                <a16:creationId xmlns:a16="http://schemas.microsoft.com/office/drawing/2014/main" id="{FF8E4EEF-7EB1-C2B8-9E6E-84052066BD8A}"/>
              </a:ext>
            </a:extLst>
          </p:cNvPr>
          <p:cNvSpPr/>
          <p:nvPr/>
        </p:nvSpPr>
        <p:spPr>
          <a:xfrm>
            <a:off x="6626991" y="3698242"/>
            <a:ext cx="1086322" cy="571699"/>
          </a:xfrm>
          <a:custGeom>
            <a:avLst/>
            <a:gdLst/>
            <a:ahLst/>
            <a:cxnLst/>
            <a:rect l="0" t="0" r="0" b="0"/>
            <a:pathLst>
              <a:path w="3645407" h="1957883">
                <a:moveTo>
                  <a:pt x="0" y="136817"/>
                </a:moveTo>
                <a:cubicBezTo>
                  <a:pt x="0" y="61214"/>
                  <a:pt x="61468" y="0"/>
                  <a:pt x="137032" y="0"/>
                </a:cubicBezTo>
                <a:lnTo>
                  <a:pt x="3508375" y="0"/>
                </a:lnTo>
                <a:cubicBezTo>
                  <a:pt x="3584067" y="0"/>
                  <a:pt x="3645407" y="61214"/>
                  <a:pt x="3645407" y="136817"/>
                </a:cubicBezTo>
                <a:lnTo>
                  <a:pt x="3645407" y="1821015"/>
                </a:lnTo>
                <a:cubicBezTo>
                  <a:pt x="3645407" y="1896618"/>
                  <a:pt x="3584067" y="1957883"/>
                  <a:pt x="3508375" y="1957883"/>
                </a:cubicBezTo>
                <a:lnTo>
                  <a:pt x="137032" y="1957883"/>
                </a:lnTo>
                <a:cubicBezTo>
                  <a:pt x="61468" y="1957883"/>
                  <a:pt x="0" y="1896618"/>
                  <a:pt x="0" y="1821015"/>
                </a:cubicBezTo>
              </a:path>
            </a:pathLst>
          </a:custGeom>
          <a:solidFill>
            <a:srgbClr val="FFE600">
              <a:alpha val="100000"/>
            </a:srgb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1" name="Freeform 169">
            <a:extLst>
              <a:ext uri="{FF2B5EF4-FFF2-40B4-BE49-F238E27FC236}">
                <a16:creationId xmlns:a16="http://schemas.microsoft.com/office/drawing/2014/main" id="{446A17DC-B09F-C090-EB87-874348D3E157}"/>
              </a:ext>
            </a:extLst>
          </p:cNvPr>
          <p:cNvSpPr/>
          <p:nvPr/>
        </p:nvSpPr>
        <p:spPr>
          <a:xfrm>
            <a:off x="5144829" y="4629284"/>
            <a:ext cx="1086322" cy="571699"/>
          </a:xfrm>
          <a:custGeom>
            <a:avLst/>
            <a:gdLst/>
            <a:ahLst/>
            <a:cxnLst/>
            <a:rect l="0" t="0" r="0" b="0"/>
            <a:pathLst>
              <a:path w="3645407" h="1957883">
                <a:moveTo>
                  <a:pt x="0" y="136817"/>
                </a:moveTo>
                <a:cubicBezTo>
                  <a:pt x="0" y="61214"/>
                  <a:pt x="61468" y="0"/>
                  <a:pt x="137032" y="0"/>
                </a:cubicBezTo>
                <a:lnTo>
                  <a:pt x="3508375" y="0"/>
                </a:lnTo>
                <a:cubicBezTo>
                  <a:pt x="3584067" y="0"/>
                  <a:pt x="3645407" y="61214"/>
                  <a:pt x="3645407" y="136817"/>
                </a:cubicBezTo>
                <a:lnTo>
                  <a:pt x="3645407" y="1821015"/>
                </a:lnTo>
                <a:cubicBezTo>
                  <a:pt x="3645407" y="1896618"/>
                  <a:pt x="3584067" y="1957883"/>
                  <a:pt x="3508375" y="1957883"/>
                </a:cubicBezTo>
                <a:lnTo>
                  <a:pt x="137032" y="1957883"/>
                </a:lnTo>
                <a:cubicBezTo>
                  <a:pt x="61468" y="1957883"/>
                  <a:pt x="0" y="1896618"/>
                  <a:pt x="0" y="1821015"/>
                </a:cubicBezTo>
              </a:path>
            </a:pathLst>
          </a:custGeom>
          <a:solidFill>
            <a:srgbClr val="FFE600">
              <a:alpha val="100000"/>
            </a:srgb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2" name="Rectangle 219">
            <a:extLst>
              <a:ext uri="{FF2B5EF4-FFF2-40B4-BE49-F238E27FC236}">
                <a16:creationId xmlns:a16="http://schemas.microsoft.com/office/drawing/2014/main" id="{72219959-230E-FC2F-9FFA-A5B33576D5F5}"/>
              </a:ext>
            </a:extLst>
          </p:cNvPr>
          <p:cNvSpPr/>
          <p:nvPr/>
        </p:nvSpPr>
        <p:spPr>
          <a:xfrm>
            <a:off x="6850112" y="3843431"/>
            <a:ext cx="640080" cy="274320"/>
          </a:xfrm>
          <a:prstGeom prst="rect">
            <a:avLst/>
          </a:prstGeom>
        </p:spPr>
        <p:txBody>
          <a:bodyPr wrap="square" lIns="45720" tIns="45720" rIns="45720" bIns="45720" anchor="ctr" anchorCtr="0">
            <a:noAutofit/>
          </a:bodyPr>
          <a:lstStyle/>
          <a:p>
            <a:pPr algn="ctr"/>
            <a:r>
              <a:rPr lang="en-US" sz="1104">
                <a:solidFill>
                  <a:schemeClr val="bg1"/>
                </a:solidFill>
                <a:latin typeface="EYInterstate" panose="02000503020000020004" pitchFamily="2" charset="0"/>
              </a:rPr>
              <a:t>Decide </a:t>
            </a:r>
            <a:endParaRPr lang="en-US" sz="1104" i="0" spc="0" baseline="0">
              <a:solidFill>
                <a:schemeClr val="bg1"/>
              </a:solidFill>
              <a:latin typeface="EYInterstate" panose="02000503020000020004" pitchFamily="2" charset="0"/>
            </a:endParaRPr>
          </a:p>
        </p:txBody>
      </p:sp>
      <p:sp>
        <p:nvSpPr>
          <p:cNvPr id="23" name="Rectangle 219">
            <a:extLst>
              <a:ext uri="{FF2B5EF4-FFF2-40B4-BE49-F238E27FC236}">
                <a16:creationId xmlns:a16="http://schemas.microsoft.com/office/drawing/2014/main" id="{9292413D-7FC2-CECD-2C64-F9CEA8D1C50E}"/>
              </a:ext>
            </a:extLst>
          </p:cNvPr>
          <p:cNvSpPr/>
          <p:nvPr/>
        </p:nvSpPr>
        <p:spPr>
          <a:xfrm>
            <a:off x="8321502" y="2902979"/>
            <a:ext cx="640080" cy="274320"/>
          </a:xfrm>
          <a:prstGeom prst="rect">
            <a:avLst/>
          </a:prstGeom>
        </p:spPr>
        <p:txBody>
          <a:bodyPr wrap="square" lIns="45720" tIns="45720" rIns="45720" bIns="45720" anchor="ctr" anchorCtr="0">
            <a:noAutofit/>
          </a:bodyPr>
          <a:lstStyle/>
          <a:p>
            <a:pPr algn="ctr"/>
            <a:r>
              <a:rPr lang="en-US" sz="1104">
                <a:solidFill>
                  <a:schemeClr val="bg1"/>
                </a:solidFill>
                <a:latin typeface="EYInterstate" panose="02000503020000020004" pitchFamily="2" charset="0"/>
              </a:rPr>
              <a:t>Decide </a:t>
            </a:r>
            <a:endParaRPr lang="en-US" sz="1104" i="0" spc="0" baseline="0">
              <a:solidFill>
                <a:schemeClr val="bg1"/>
              </a:solidFill>
              <a:latin typeface="EYInterstate" panose="02000503020000020004" pitchFamily="2" charset="0"/>
            </a:endParaRPr>
          </a:p>
        </p:txBody>
      </p:sp>
      <p:sp>
        <p:nvSpPr>
          <p:cNvPr id="24" name="Rectangle 219">
            <a:extLst>
              <a:ext uri="{FF2B5EF4-FFF2-40B4-BE49-F238E27FC236}">
                <a16:creationId xmlns:a16="http://schemas.microsoft.com/office/drawing/2014/main" id="{0ADBD5FE-02E5-058E-E3BB-78C63F269708}"/>
              </a:ext>
            </a:extLst>
          </p:cNvPr>
          <p:cNvSpPr/>
          <p:nvPr/>
        </p:nvSpPr>
        <p:spPr>
          <a:xfrm>
            <a:off x="9758978" y="2127711"/>
            <a:ext cx="640080" cy="274320"/>
          </a:xfrm>
          <a:prstGeom prst="rect">
            <a:avLst/>
          </a:prstGeom>
        </p:spPr>
        <p:txBody>
          <a:bodyPr wrap="square" lIns="45720" tIns="45720" rIns="45720" bIns="45720" anchor="ctr" anchorCtr="0">
            <a:noAutofit/>
          </a:bodyPr>
          <a:lstStyle/>
          <a:p>
            <a:pPr algn="ctr"/>
            <a:r>
              <a:rPr lang="en-US" sz="1104">
                <a:solidFill>
                  <a:schemeClr val="bg1"/>
                </a:solidFill>
                <a:latin typeface="EYInterstate" panose="02000503020000020004" pitchFamily="2" charset="0"/>
              </a:rPr>
              <a:t>Decide </a:t>
            </a:r>
            <a:endParaRPr lang="en-US" sz="1104" i="0" spc="0" baseline="0">
              <a:solidFill>
                <a:schemeClr val="bg1"/>
              </a:solidFill>
              <a:latin typeface="EYInterstate" panose="02000503020000020004" pitchFamily="2" charset="0"/>
            </a:endParaRPr>
          </a:p>
        </p:txBody>
      </p:sp>
      <p:sp>
        <p:nvSpPr>
          <p:cNvPr id="25" name="Rectangle 219">
            <a:extLst>
              <a:ext uri="{FF2B5EF4-FFF2-40B4-BE49-F238E27FC236}">
                <a16:creationId xmlns:a16="http://schemas.microsoft.com/office/drawing/2014/main" id="{6839B880-EAAD-CEB7-11C9-83F7FC5BD4F8}"/>
              </a:ext>
            </a:extLst>
          </p:cNvPr>
          <p:cNvSpPr/>
          <p:nvPr/>
        </p:nvSpPr>
        <p:spPr>
          <a:xfrm>
            <a:off x="5361388" y="4776885"/>
            <a:ext cx="640080" cy="274320"/>
          </a:xfrm>
          <a:prstGeom prst="rect">
            <a:avLst/>
          </a:prstGeom>
        </p:spPr>
        <p:txBody>
          <a:bodyPr wrap="square" lIns="45720" tIns="45720" rIns="45720" bIns="45720" anchor="ctr" anchorCtr="0">
            <a:noAutofit/>
          </a:bodyPr>
          <a:lstStyle/>
          <a:p>
            <a:pPr algn="ctr"/>
            <a:r>
              <a:rPr lang="en-US" sz="1104">
                <a:solidFill>
                  <a:schemeClr val="bg1"/>
                </a:solidFill>
                <a:latin typeface="EYInterstate" panose="02000503020000020004" pitchFamily="2" charset="0"/>
              </a:rPr>
              <a:t>Decide </a:t>
            </a:r>
            <a:endParaRPr lang="en-US" sz="1104" i="0" spc="0" baseline="0">
              <a:solidFill>
                <a:schemeClr val="bg1"/>
              </a:solidFill>
              <a:latin typeface="EYInterstate" panose="02000503020000020004" pitchFamily="2" charset="0"/>
            </a:endParaRPr>
          </a:p>
        </p:txBody>
      </p:sp>
      <p:sp>
        <p:nvSpPr>
          <p:cNvPr id="26" name="Freeform 157">
            <a:extLst>
              <a:ext uri="{FF2B5EF4-FFF2-40B4-BE49-F238E27FC236}">
                <a16:creationId xmlns:a16="http://schemas.microsoft.com/office/drawing/2014/main" id="{382F5FE5-B03D-A2FE-5BB7-4CEE9EA41DDF}"/>
              </a:ext>
            </a:extLst>
          </p:cNvPr>
          <p:cNvSpPr/>
          <p:nvPr/>
        </p:nvSpPr>
        <p:spPr>
          <a:xfrm>
            <a:off x="5144931" y="3693251"/>
            <a:ext cx="1086171" cy="571699"/>
          </a:xfrm>
          <a:custGeom>
            <a:avLst/>
            <a:gdLst/>
            <a:ahLst/>
            <a:cxnLst/>
            <a:rect l="0" t="0" r="0" b="0"/>
            <a:pathLst>
              <a:path w="3644900" h="1957883">
                <a:moveTo>
                  <a:pt x="0" y="136525"/>
                </a:moveTo>
                <a:cubicBezTo>
                  <a:pt x="0" y="60820"/>
                  <a:pt x="61340" y="0"/>
                  <a:pt x="137033" y="0"/>
                </a:cubicBezTo>
                <a:lnTo>
                  <a:pt x="3508375" y="0"/>
                </a:lnTo>
                <a:cubicBezTo>
                  <a:pt x="3584066" y="0"/>
                  <a:pt x="3644900" y="60820"/>
                  <a:pt x="3644900" y="136525"/>
                </a:cubicBezTo>
                <a:lnTo>
                  <a:pt x="3644900" y="1820863"/>
                </a:lnTo>
                <a:cubicBezTo>
                  <a:pt x="3644900" y="1896516"/>
                  <a:pt x="3584066" y="1957883"/>
                  <a:pt x="3508375" y="1957883"/>
                </a:cubicBezTo>
                <a:lnTo>
                  <a:pt x="137033" y="1957883"/>
                </a:lnTo>
                <a:cubicBezTo>
                  <a:pt x="61340" y="1957883"/>
                  <a:pt x="0" y="1896516"/>
                  <a:pt x="0" y="1820863"/>
                </a:cubicBezTo>
              </a:path>
            </a:pathLst>
          </a:custGeom>
          <a:solidFill>
            <a:srgbClr val="646464">
              <a:alpha val="100000"/>
            </a:srgb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7" name="Freeform 157">
            <a:extLst>
              <a:ext uri="{FF2B5EF4-FFF2-40B4-BE49-F238E27FC236}">
                <a16:creationId xmlns:a16="http://schemas.microsoft.com/office/drawing/2014/main" id="{7EC70ABF-3366-E880-C0F2-169DBB2A0F36}"/>
              </a:ext>
            </a:extLst>
          </p:cNvPr>
          <p:cNvSpPr/>
          <p:nvPr/>
        </p:nvSpPr>
        <p:spPr>
          <a:xfrm>
            <a:off x="5144911" y="2763237"/>
            <a:ext cx="1086171" cy="571699"/>
          </a:xfrm>
          <a:custGeom>
            <a:avLst/>
            <a:gdLst/>
            <a:ahLst/>
            <a:cxnLst/>
            <a:rect l="0" t="0" r="0" b="0"/>
            <a:pathLst>
              <a:path w="3644900" h="1957883">
                <a:moveTo>
                  <a:pt x="0" y="136525"/>
                </a:moveTo>
                <a:cubicBezTo>
                  <a:pt x="0" y="60820"/>
                  <a:pt x="61340" y="0"/>
                  <a:pt x="137033" y="0"/>
                </a:cubicBezTo>
                <a:lnTo>
                  <a:pt x="3508375" y="0"/>
                </a:lnTo>
                <a:cubicBezTo>
                  <a:pt x="3584066" y="0"/>
                  <a:pt x="3644900" y="60820"/>
                  <a:pt x="3644900" y="136525"/>
                </a:cubicBezTo>
                <a:lnTo>
                  <a:pt x="3644900" y="1820863"/>
                </a:lnTo>
                <a:cubicBezTo>
                  <a:pt x="3644900" y="1896516"/>
                  <a:pt x="3584066" y="1957883"/>
                  <a:pt x="3508375" y="1957883"/>
                </a:cubicBezTo>
                <a:lnTo>
                  <a:pt x="137033" y="1957883"/>
                </a:lnTo>
                <a:cubicBezTo>
                  <a:pt x="61340" y="1957883"/>
                  <a:pt x="0" y="1896516"/>
                  <a:pt x="0" y="1820863"/>
                </a:cubicBezTo>
              </a:path>
            </a:pathLst>
          </a:custGeom>
          <a:solidFill>
            <a:srgbClr val="646464">
              <a:alpha val="100000"/>
            </a:srgb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8" name="Freeform 157">
            <a:extLst>
              <a:ext uri="{FF2B5EF4-FFF2-40B4-BE49-F238E27FC236}">
                <a16:creationId xmlns:a16="http://schemas.microsoft.com/office/drawing/2014/main" id="{05ECB3FD-49DB-B9F0-FD3D-B28BC2BC7BBC}"/>
              </a:ext>
            </a:extLst>
          </p:cNvPr>
          <p:cNvSpPr/>
          <p:nvPr/>
        </p:nvSpPr>
        <p:spPr>
          <a:xfrm>
            <a:off x="5144890" y="1977676"/>
            <a:ext cx="1086171" cy="571699"/>
          </a:xfrm>
          <a:custGeom>
            <a:avLst/>
            <a:gdLst/>
            <a:ahLst/>
            <a:cxnLst/>
            <a:rect l="0" t="0" r="0" b="0"/>
            <a:pathLst>
              <a:path w="3644900" h="1957883">
                <a:moveTo>
                  <a:pt x="0" y="136525"/>
                </a:moveTo>
                <a:cubicBezTo>
                  <a:pt x="0" y="60820"/>
                  <a:pt x="61340" y="0"/>
                  <a:pt x="137033" y="0"/>
                </a:cubicBezTo>
                <a:lnTo>
                  <a:pt x="3508375" y="0"/>
                </a:lnTo>
                <a:cubicBezTo>
                  <a:pt x="3584066" y="0"/>
                  <a:pt x="3644900" y="60820"/>
                  <a:pt x="3644900" y="136525"/>
                </a:cubicBezTo>
                <a:lnTo>
                  <a:pt x="3644900" y="1820863"/>
                </a:lnTo>
                <a:cubicBezTo>
                  <a:pt x="3644900" y="1896516"/>
                  <a:pt x="3584066" y="1957883"/>
                  <a:pt x="3508375" y="1957883"/>
                </a:cubicBezTo>
                <a:lnTo>
                  <a:pt x="137033" y="1957883"/>
                </a:lnTo>
                <a:cubicBezTo>
                  <a:pt x="61340" y="1957883"/>
                  <a:pt x="0" y="1896516"/>
                  <a:pt x="0" y="1820863"/>
                </a:cubicBezTo>
              </a:path>
            </a:pathLst>
          </a:custGeom>
          <a:solidFill>
            <a:srgbClr val="646464">
              <a:alpha val="100000"/>
            </a:srgb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9" name="Freeform 157">
            <a:extLst>
              <a:ext uri="{FF2B5EF4-FFF2-40B4-BE49-F238E27FC236}">
                <a16:creationId xmlns:a16="http://schemas.microsoft.com/office/drawing/2014/main" id="{90CF8B34-8CD1-D5B6-F6DC-8F2588D0DEE0}"/>
              </a:ext>
            </a:extLst>
          </p:cNvPr>
          <p:cNvSpPr/>
          <p:nvPr/>
        </p:nvSpPr>
        <p:spPr>
          <a:xfrm>
            <a:off x="6614193" y="1976330"/>
            <a:ext cx="1086171" cy="571699"/>
          </a:xfrm>
          <a:custGeom>
            <a:avLst/>
            <a:gdLst/>
            <a:ahLst/>
            <a:cxnLst/>
            <a:rect l="0" t="0" r="0" b="0"/>
            <a:pathLst>
              <a:path w="3644900" h="1957883">
                <a:moveTo>
                  <a:pt x="0" y="136525"/>
                </a:moveTo>
                <a:cubicBezTo>
                  <a:pt x="0" y="60820"/>
                  <a:pt x="61340" y="0"/>
                  <a:pt x="137033" y="0"/>
                </a:cubicBezTo>
                <a:lnTo>
                  <a:pt x="3508375" y="0"/>
                </a:lnTo>
                <a:cubicBezTo>
                  <a:pt x="3584066" y="0"/>
                  <a:pt x="3644900" y="60820"/>
                  <a:pt x="3644900" y="136525"/>
                </a:cubicBezTo>
                <a:lnTo>
                  <a:pt x="3644900" y="1820863"/>
                </a:lnTo>
                <a:cubicBezTo>
                  <a:pt x="3644900" y="1896516"/>
                  <a:pt x="3584066" y="1957883"/>
                  <a:pt x="3508375" y="1957883"/>
                </a:cubicBezTo>
                <a:lnTo>
                  <a:pt x="137033" y="1957883"/>
                </a:lnTo>
                <a:cubicBezTo>
                  <a:pt x="61340" y="1957883"/>
                  <a:pt x="0" y="1896516"/>
                  <a:pt x="0" y="1820863"/>
                </a:cubicBezTo>
              </a:path>
            </a:pathLst>
          </a:custGeom>
          <a:solidFill>
            <a:srgbClr val="646464">
              <a:alpha val="100000"/>
            </a:srgb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30" name="Freeform 157">
            <a:extLst>
              <a:ext uri="{FF2B5EF4-FFF2-40B4-BE49-F238E27FC236}">
                <a16:creationId xmlns:a16="http://schemas.microsoft.com/office/drawing/2014/main" id="{EA18C309-5188-9324-E0C3-5C4D1A056B66}"/>
              </a:ext>
            </a:extLst>
          </p:cNvPr>
          <p:cNvSpPr/>
          <p:nvPr/>
        </p:nvSpPr>
        <p:spPr>
          <a:xfrm>
            <a:off x="8091958" y="1979022"/>
            <a:ext cx="1086171" cy="571699"/>
          </a:xfrm>
          <a:custGeom>
            <a:avLst/>
            <a:gdLst/>
            <a:ahLst/>
            <a:cxnLst/>
            <a:rect l="0" t="0" r="0" b="0"/>
            <a:pathLst>
              <a:path w="3644900" h="1957883">
                <a:moveTo>
                  <a:pt x="0" y="136525"/>
                </a:moveTo>
                <a:cubicBezTo>
                  <a:pt x="0" y="60820"/>
                  <a:pt x="61340" y="0"/>
                  <a:pt x="137033" y="0"/>
                </a:cubicBezTo>
                <a:lnTo>
                  <a:pt x="3508375" y="0"/>
                </a:lnTo>
                <a:cubicBezTo>
                  <a:pt x="3584066" y="0"/>
                  <a:pt x="3644900" y="60820"/>
                  <a:pt x="3644900" y="136525"/>
                </a:cubicBezTo>
                <a:lnTo>
                  <a:pt x="3644900" y="1820863"/>
                </a:lnTo>
                <a:cubicBezTo>
                  <a:pt x="3644900" y="1896516"/>
                  <a:pt x="3584066" y="1957883"/>
                  <a:pt x="3508375" y="1957883"/>
                </a:cubicBezTo>
                <a:lnTo>
                  <a:pt x="137033" y="1957883"/>
                </a:lnTo>
                <a:cubicBezTo>
                  <a:pt x="61340" y="1957883"/>
                  <a:pt x="0" y="1896516"/>
                  <a:pt x="0" y="1820863"/>
                </a:cubicBezTo>
              </a:path>
            </a:pathLst>
          </a:custGeom>
          <a:solidFill>
            <a:srgbClr val="646464">
              <a:alpha val="100000"/>
            </a:srgb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31" name="Freeform 157">
            <a:extLst>
              <a:ext uri="{FF2B5EF4-FFF2-40B4-BE49-F238E27FC236}">
                <a16:creationId xmlns:a16="http://schemas.microsoft.com/office/drawing/2014/main" id="{4A5C0DCC-C80A-CCAC-6A03-86481C961499}"/>
              </a:ext>
            </a:extLst>
          </p:cNvPr>
          <p:cNvSpPr/>
          <p:nvPr/>
        </p:nvSpPr>
        <p:spPr>
          <a:xfrm>
            <a:off x="6616780" y="2757217"/>
            <a:ext cx="1086171" cy="571699"/>
          </a:xfrm>
          <a:custGeom>
            <a:avLst/>
            <a:gdLst/>
            <a:ahLst/>
            <a:cxnLst/>
            <a:rect l="0" t="0" r="0" b="0"/>
            <a:pathLst>
              <a:path w="3644900" h="1957883">
                <a:moveTo>
                  <a:pt x="0" y="136525"/>
                </a:moveTo>
                <a:cubicBezTo>
                  <a:pt x="0" y="60820"/>
                  <a:pt x="61340" y="0"/>
                  <a:pt x="137033" y="0"/>
                </a:cubicBezTo>
                <a:lnTo>
                  <a:pt x="3508375" y="0"/>
                </a:lnTo>
                <a:cubicBezTo>
                  <a:pt x="3584066" y="0"/>
                  <a:pt x="3644900" y="60820"/>
                  <a:pt x="3644900" y="136525"/>
                </a:cubicBezTo>
                <a:lnTo>
                  <a:pt x="3644900" y="1820863"/>
                </a:lnTo>
                <a:cubicBezTo>
                  <a:pt x="3644900" y="1896516"/>
                  <a:pt x="3584066" y="1957883"/>
                  <a:pt x="3508375" y="1957883"/>
                </a:cubicBezTo>
                <a:lnTo>
                  <a:pt x="137033" y="1957883"/>
                </a:lnTo>
                <a:cubicBezTo>
                  <a:pt x="61340" y="1957883"/>
                  <a:pt x="0" y="1896516"/>
                  <a:pt x="0" y="1820863"/>
                </a:cubicBezTo>
              </a:path>
            </a:pathLst>
          </a:custGeom>
          <a:solidFill>
            <a:srgbClr val="646464">
              <a:alpha val="100000"/>
            </a:srgbClr>
          </a:solidFill>
          <a:ln w="9524">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32" name="Rectangle 219">
            <a:extLst>
              <a:ext uri="{FF2B5EF4-FFF2-40B4-BE49-F238E27FC236}">
                <a16:creationId xmlns:a16="http://schemas.microsoft.com/office/drawing/2014/main" id="{5EAE00E9-3FDD-1715-84D0-FBDC11B6D786}"/>
              </a:ext>
            </a:extLst>
          </p:cNvPr>
          <p:cNvSpPr/>
          <p:nvPr/>
        </p:nvSpPr>
        <p:spPr>
          <a:xfrm>
            <a:off x="5178508" y="3843431"/>
            <a:ext cx="1005840" cy="274320"/>
          </a:xfrm>
          <a:prstGeom prst="rect">
            <a:avLst/>
          </a:prstGeom>
        </p:spPr>
        <p:txBody>
          <a:bodyPr wrap="square" lIns="45720" tIns="45720" rIns="45720" bIns="45720" anchor="ctr" anchorCtr="0">
            <a:noAutofit/>
          </a:bodyPr>
          <a:lstStyle/>
          <a:p>
            <a:pPr algn="ctr"/>
            <a:r>
              <a:rPr lang="en-US" sz="1104">
                <a:latin typeface="EYInterstate" panose="02000503020000020004" pitchFamily="2" charset="0"/>
              </a:rPr>
              <a:t>Recommend </a:t>
            </a:r>
            <a:endParaRPr lang="en-US" sz="1104" i="0" spc="0" baseline="0">
              <a:latin typeface="EYInterstate" panose="02000503020000020004" pitchFamily="2" charset="0"/>
            </a:endParaRPr>
          </a:p>
        </p:txBody>
      </p:sp>
      <p:sp>
        <p:nvSpPr>
          <p:cNvPr id="33" name="Rectangle 219">
            <a:extLst>
              <a:ext uri="{FF2B5EF4-FFF2-40B4-BE49-F238E27FC236}">
                <a16:creationId xmlns:a16="http://schemas.microsoft.com/office/drawing/2014/main" id="{29857725-BD0F-9530-E236-5866C489F049}"/>
              </a:ext>
            </a:extLst>
          </p:cNvPr>
          <p:cNvSpPr/>
          <p:nvPr/>
        </p:nvSpPr>
        <p:spPr>
          <a:xfrm>
            <a:off x="6659799" y="2910293"/>
            <a:ext cx="1005840" cy="274320"/>
          </a:xfrm>
          <a:prstGeom prst="rect">
            <a:avLst/>
          </a:prstGeom>
        </p:spPr>
        <p:txBody>
          <a:bodyPr wrap="square" lIns="45720" tIns="45720" rIns="45720" bIns="45720" anchor="ctr" anchorCtr="0">
            <a:noAutofit/>
          </a:bodyPr>
          <a:lstStyle/>
          <a:p>
            <a:pPr algn="ctr"/>
            <a:r>
              <a:rPr lang="en-US" sz="1104">
                <a:latin typeface="EYInterstate" panose="02000503020000020004" pitchFamily="2" charset="0"/>
              </a:rPr>
              <a:t>Recommend </a:t>
            </a:r>
            <a:endParaRPr lang="en-US" sz="1104" i="0" spc="0" baseline="0">
              <a:latin typeface="EYInterstate" panose="02000503020000020004" pitchFamily="2" charset="0"/>
            </a:endParaRPr>
          </a:p>
        </p:txBody>
      </p:sp>
      <p:sp>
        <p:nvSpPr>
          <p:cNvPr id="34" name="Rectangle 219">
            <a:extLst>
              <a:ext uri="{FF2B5EF4-FFF2-40B4-BE49-F238E27FC236}">
                <a16:creationId xmlns:a16="http://schemas.microsoft.com/office/drawing/2014/main" id="{B87B8135-297A-9830-A1FB-D57C0E137352}"/>
              </a:ext>
            </a:extLst>
          </p:cNvPr>
          <p:cNvSpPr/>
          <p:nvPr/>
        </p:nvSpPr>
        <p:spPr>
          <a:xfrm>
            <a:off x="5188212" y="2902979"/>
            <a:ext cx="1005840" cy="274320"/>
          </a:xfrm>
          <a:prstGeom prst="rect">
            <a:avLst/>
          </a:prstGeom>
        </p:spPr>
        <p:txBody>
          <a:bodyPr wrap="square" lIns="45720" tIns="45720" rIns="45720" bIns="45720" anchor="ctr" anchorCtr="0">
            <a:noAutofit/>
          </a:bodyPr>
          <a:lstStyle/>
          <a:p>
            <a:pPr algn="ctr"/>
            <a:r>
              <a:rPr lang="en-US" sz="1104">
                <a:latin typeface="EYInterstate" panose="02000503020000020004" pitchFamily="2" charset="0"/>
              </a:rPr>
              <a:t>Escalate </a:t>
            </a:r>
            <a:endParaRPr lang="en-US" sz="1104" i="0" spc="0" baseline="0">
              <a:latin typeface="EYInterstate" panose="02000503020000020004" pitchFamily="2" charset="0"/>
            </a:endParaRPr>
          </a:p>
        </p:txBody>
      </p:sp>
      <p:sp>
        <p:nvSpPr>
          <p:cNvPr id="35" name="Rectangle 219">
            <a:extLst>
              <a:ext uri="{FF2B5EF4-FFF2-40B4-BE49-F238E27FC236}">
                <a16:creationId xmlns:a16="http://schemas.microsoft.com/office/drawing/2014/main" id="{05A423F7-04CD-11CE-5E6E-EFEC1695D859}"/>
              </a:ext>
            </a:extLst>
          </p:cNvPr>
          <p:cNvSpPr/>
          <p:nvPr/>
        </p:nvSpPr>
        <p:spPr>
          <a:xfrm>
            <a:off x="5180334" y="2120943"/>
            <a:ext cx="1005840" cy="274320"/>
          </a:xfrm>
          <a:prstGeom prst="rect">
            <a:avLst/>
          </a:prstGeom>
        </p:spPr>
        <p:txBody>
          <a:bodyPr wrap="square" lIns="45720" tIns="45720" rIns="45720" bIns="45720" anchor="ctr" anchorCtr="0">
            <a:noAutofit/>
          </a:bodyPr>
          <a:lstStyle/>
          <a:p>
            <a:pPr algn="ctr"/>
            <a:r>
              <a:rPr lang="en-US" sz="1104">
                <a:latin typeface="EYInterstate" panose="02000503020000020004" pitchFamily="2" charset="0"/>
              </a:rPr>
              <a:t>Escalate </a:t>
            </a:r>
            <a:endParaRPr lang="en-US" sz="1104" i="0" spc="0" baseline="0">
              <a:latin typeface="EYInterstate" panose="02000503020000020004" pitchFamily="2" charset="0"/>
            </a:endParaRPr>
          </a:p>
        </p:txBody>
      </p:sp>
      <p:sp>
        <p:nvSpPr>
          <p:cNvPr id="36" name="Rectangle 219">
            <a:extLst>
              <a:ext uri="{FF2B5EF4-FFF2-40B4-BE49-F238E27FC236}">
                <a16:creationId xmlns:a16="http://schemas.microsoft.com/office/drawing/2014/main" id="{2A04F557-4521-5555-46D2-7886EEA1CD1E}"/>
              </a:ext>
            </a:extLst>
          </p:cNvPr>
          <p:cNvSpPr/>
          <p:nvPr/>
        </p:nvSpPr>
        <p:spPr>
          <a:xfrm>
            <a:off x="8138622" y="2120943"/>
            <a:ext cx="1005840" cy="274320"/>
          </a:xfrm>
          <a:prstGeom prst="rect">
            <a:avLst/>
          </a:prstGeom>
        </p:spPr>
        <p:txBody>
          <a:bodyPr wrap="square" lIns="45720" tIns="45720" rIns="45720" bIns="45720" anchor="ctr" anchorCtr="0">
            <a:noAutofit/>
          </a:bodyPr>
          <a:lstStyle/>
          <a:p>
            <a:pPr algn="ctr"/>
            <a:r>
              <a:rPr lang="en-US" sz="1104">
                <a:latin typeface="EYInterstate" panose="02000503020000020004" pitchFamily="2" charset="0"/>
              </a:rPr>
              <a:t>Recommend </a:t>
            </a:r>
            <a:endParaRPr lang="en-US" sz="1104" i="0" spc="0" baseline="0">
              <a:latin typeface="EYInterstate" panose="02000503020000020004" pitchFamily="2" charset="0"/>
            </a:endParaRPr>
          </a:p>
        </p:txBody>
      </p:sp>
      <p:sp>
        <p:nvSpPr>
          <p:cNvPr id="37" name="Rectangle 219">
            <a:extLst>
              <a:ext uri="{FF2B5EF4-FFF2-40B4-BE49-F238E27FC236}">
                <a16:creationId xmlns:a16="http://schemas.microsoft.com/office/drawing/2014/main" id="{CF0FB961-3691-EB6C-CC97-6CA08CA6D98C}"/>
              </a:ext>
            </a:extLst>
          </p:cNvPr>
          <p:cNvSpPr/>
          <p:nvPr/>
        </p:nvSpPr>
        <p:spPr>
          <a:xfrm>
            <a:off x="6651056" y="2120943"/>
            <a:ext cx="1005840" cy="274320"/>
          </a:xfrm>
          <a:prstGeom prst="rect">
            <a:avLst/>
          </a:prstGeom>
        </p:spPr>
        <p:txBody>
          <a:bodyPr wrap="square" lIns="45720" tIns="45720" rIns="45720" bIns="45720" anchor="ctr" anchorCtr="0">
            <a:noAutofit/>
          </a:bodyPr>
          <a:lstStyle/>
          <a:p>
            <a:pPr algn="ctr"/>
            <a:r>
              <a:rPr lang="en-US" sz="1104">
                <a:latin typeface="EYInterstate" panose="02000503020000020004" pitchFamily="2" charset="0"/>
              </a:rPr>
              <a:t>Escalate </a:t>
            </a:r>
            <a:endParaRPr lang="en-US" sz="1104" i="0" spc="0" baseline="0">
              <a:latin typeface="EYInterstate" panose="02000503020000020004" pitchFamily="2" charset="0"/>
            </a:endParaRPr>
          </a:p>
        </p:txBody>
      </p:sp>
    </p:spTree>
    <p:extLst>
      <p:ext uri="{BB962C8B-B14F-4D97-AF65-F5344CB8AC3E}">
        <p14:creationId xmlns:p14="http://schemas.microsoft.com/office/powerpoint/2010/main" val="464012902"/>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003796-D289-C063-9B8E-D807C8DF5DC9}"/>
              </a:ext>
            </a:extLst>
          </p:cNvPr>
          <p:cNvSpPr>
            <a:spLocks noGrp="1"/>
          </p:cNvSpPr>
          <p:nvPr>
            <p:ph type="title"/>
          </p:nvPr>
        </p:nvSpPr>
        <p:spPr/>
        <p:txBody>
          <a:bodyPr/>
          <a:lstStyle/>
          <a:p>
            <a:r>
              <a:rPr lang="en-US"/>
              <a:t>Templates</a:t>
            </a:r>
            <a:endParaRPr lang="en-IN"/>
          </a:p>
        </p:txBody>
      </p:sp>
      <p:sp>
        <p:nvSpPr>
          <p:cNvPr id="5" name="Slide Number Placeholder 4">
            <a:extLst>
              <a:ext uri="{FF2B5EF4-FFF2-40B4-BE49-F238E27FC236}">
                <a16:creationId xmlns:a16="http://schemas.microsoft.com/office/drawing/2014/main" id="{A93ABC09-C93F-BC8F-95FE-A0E5D15BC3E9}"/>
              </a:ext>
            </a:extLst>
          </p:cNvPr>
          <p:cNvSpPr>
            <a:spLocks noGrp="1"/>
          </p:cNvSpPr>
          <p:nvPr>
            <p:ph type="sldNum" sz="quarter" idx="12"/>
          </p:nvPr>
        </p:nvSpPr>
        <p:spPr/>
        <p:txBody>
          <a:bodyPr/>
          <a:lstStyle/>
          <a:p>
            <a:fld id="{94FCA0F3-9F3A-694B-99BB-0E592A797735}" type="slidenum">
              <a:rPr lang="en-US" smtClean="0"/>
              <a:t>101</a:t>
            </a:fld>
            <a:endParaRPr lang="en-US"/>
          </a:p>
        </p:txBody>
      </p:sp>
      <p:sp>
        <p:nvSpPr>
          <p:cNvPr id="6" name="Date Placeholder 5">
            <a:extLst>
              <a:ext uri="{FF2B5EF4-FFF2-40B4-BE49-F238E27FC236}">
                <a16:creationId xmlns:a16="http://schemas.microsoft.com/office/drawing/2014/main" id="{9D2B868C-360F-929E-BF4E-FAB3F353D439}"/>
              </a:ext>
            </a:extLst>
          </p:cNvPr>
          <p:cNvSpPr>
            <a:spLocks noGrp="1"/>
          </p:cNvSpPr>
          <p:nvPr>
            <p:ph type="dt" sz="half" idx="10"/>
          </p:nvPr>
        </p:nvSpPr>
        <p:spPr/>
        <p:txBody>
          <a:bodyPr/>
          <a:lstStyle/>
          <a:p>
            <a:fld id="{F4D70525-A9F8-4996-BB99-C9C8E14799B6}" type="datetime1">
              <a:rPr lang="en-US" smtClean="0"/>
              <a:t>9/19/2025</a:t>
            </a:fld>
            <a:endParaRPr lang="en-US"/>
          </a:p>
        </p:txBody>
      </p:sp>
      <p:sp>
        <p:nvSpPr>
          <p:cNvPr id="8" name="SmartArt Placeholder 7">
            <a:extLst>
              <a:ext uri="{FF2B5EF4-FFF2-40B4-BE49-F238E27FC236}">
                <a16:creationId xmlns:a16="http://schemas.microsoft.com/office/drawing/2014/main" id="{AB32A421-554C-D7F1-1FC0-5DDEFDC923E6}"/>
              </a:ext>
            </a:extLst>
          </p:cNvPr>
          <p:cNvSpPr>
            <a:spLocks noGrp="1"/>
          </p:cNvSpPr>
          <p:nvPr>
            <p:ph type="dgm" sz="quarter" idx="17"/>
          </p:nvPr>
        </p:nvSpPr>
        <p:spPr/>
        <p:txBody>
          <a:bodyPr/>
          <a:lstStyle/>
          <a:p>
            <a:endParaRPr lang="en-IN"/>
          </a:p>
        </p:txBody>
      </p:sp>
      <p:sp>
        <p:nvSpPr>
          <p:cNvPr id="11" name="TextBox 10">
            <a:extLst>
              <a:ext uri="{FF2B5EF4-FFF2-40B4-BE49-F238E27FC236}">
                <a16:creationId xmlns:a16="http://schemas.microsoft.com/office/drawing/2014/main" id="{33F01FB9-79DF-45B7-45D5-20A437214794}"/>
              </a:ext>
            </a:extLst>
          </p:cNvPr>
          <p:cNvSpPr txBox="1"/>
          <p:nvPr/>
        </p:nvSpPr>
        <p:spPr>
          <a:xfrm>
            <a:off x="485522" y="1434979"/>
            <a:ext cx="8229600" cy="2468880"/>
          </a:xfrm>
          <a:prstGeom prst="rect">
            <a:avLst/>
          </a:prstGeom>
          <a:noFill/>
        </p:spPr>
        <p:txBody>
          <a:bodyPr wrap="square" lIns="91440" tIns="45720" rIns="91440" bIns="45720" rtlCol="0" anchor="ctr" anchorCtr="0">
            <a:noAutofit/>
          </a:bodyPr>
          <a:lstStyle/>
          <a:p>
            <a:pPr marL="274320" indent="-274320" algn="l">
              <a:spcBef>
                <a:spcPts val="1200"/>
              </a:spcBef>
              <a:buClr>
                <a:schemeClr val="tx2"/>
              </a:buClr>
              <a:buSzPct val="100000"/>
              <a:buFont typeface="Wingdings" pitchFamily="2" charset="2"/>
              <a:buChar char="§"/>
            </a:pPr>
            <a:r>
              <a:rPr lang="en-IN" sz="2000">
                <a:solidFill>
                  <a:schemeClr val="bg1"/>
                </a:solidFill>
                <a:latin typeface="+mj-lt"/>
              </a:rPr>
              <a:t>Templates: RACI</a:t>
            </a:r>
          </a:p>
          <a:p>
            <a:pPr marL="274320" indent="-274320" algn="l">
              <a:spcBef>
                <a:spcPts val="1200"/>
              </a:spcBef>
              <a:buClr>
                <a:schemeClr val="tx2"/>
              </a:buClr>
              <a:buSzPct val="100000"/>
              <a:buFont typeface="Wingdings" pitchFamily="2" charset="2"/>
              <a:buChar char="§"/>
            </a:pPr>
            <a:r>
              <a:rPr lang="en-IN" sz="2000">
                <a:solidFill>
                  <a:schemeClr val="bg1"/>
                </a:solidFill>
                <a:latin typeface="+mj-lt"/>
              </a:rPr>
              <a:t>Template: Communication Plan</a:t>
            </a:r>
          </a:p>
          <a:p>
            <a:pPr marL="274320" indent="-274320" algn="l">
              <a:spcBef>
                <a:spcPts val="1200"/>
              </a:spcBef>
              <a:buClr>
                <a:schemeClr val="tx2"/>
              </a:buClr>
              <a:buSzPct val="100000"/>
              <a:buFont typeface="Wingdings" pitchFamily="2" charset="2"/>
              <a:buChar char="§"/>
            </a:pPr>
            <a:r>
              <a:rPr lang="en-IN" sz="2000">
                <a:solidFill>
                  <a:schemeClr val="bg1"/>
                </a:solidFill>
                <a:latin typeface="+mj-lt"/>
              </a:rPr>
              <a:t>Template: RAID Log</a:t>
            </a:r>
          </a:p>
          <a:p>
            <a:pPr marL="274320" indent="-274320" algn="l">
              <a:spcBef>
                <a:spcPts val="1200"/>
              </a:spcBef>
              <a:buClr>
                <a:schemeClr val="tx2"/>
              </a:buClr>
              <a:buSzPct val="100000"/>
              <a:buFont typeface="Wingdings" pitchFamily="2" charset="2"/>
              <a:buChar char="§"/>
            </a:pPr>
            <a:r>
              <a:rPr lang="en-IN" sz="2000">
                <a:solidFill>
                  <a:schemeClr val="bg1"/>
                </a:solidFill>
                <a:latin typeface="+mj-lt"/>
              </a:rPr>
              <a:t>Template: Project Charter</a:t>
            </a:r>
          </a:p>
          <a:p>
            <a:pPr marL="274320" indent="-274320" algn="l">
              <a:spcBef>
                <a:spcPts val="1200"/>
              </a:spcBef>
              <a:buClr>
                <a:schemeClr val="tx2"/>
              </a:buClr>
              <a:buSzPct val="100000"/>
              <a:buFont typeface="Wingdings" pitchFamily="2" charset="2"/>
              <a:buChar char="§"/>
            </a:pPr>
            <a:r>
              <a:rPr lang="en-IN" sz="2000">
                <a:solidFill>
                  <a:schemeClr val="bg1"/>
                </a:solidFill>
                <a:latin typeface="+mj-lt"/>
              </a:rPr>
              <a:t>Template: Governance/ Decision Making: Accountability Matrix</a:t>
            </a:r>
          </a:p>
        </p:txBody>
      </p:sp>
    </p:spTree>
    <p:extLst>
      <p:ext uri="{BB962C8B-B14F-4D97-AF65-F5344CB8AC3E}">
        <p14:creationId xmlns:p14="http://schemas.microsoft.com/office/powerpoint/2010/main" val="2118757156"/>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5F4B04-054D-7DE3-D862-BE6976445883}"/>
              </a:ext>
            </a:extLst>
          </p:cNvPr>
          <p:cNvSpPr>
            <a:spLocks noGrp="1"/>
          </p:cNvSpPr>
          <p:nvPr>
            <p:ph type="title"/>
          </p:nvPr>
        </p:nvSpPr>
        <p:spPr/>
        <p:txBody>
          <a:bodyPr/>
          <a:lstStyle/>
          <a:p>
            <a:r>
              <a:rPr lang="en-IN"/>
              <a:t>Templates: RACI</a:t>
            </a:r>
          </a:p>
        </p:txBody>
      </p:sp>
      <p:sp>
        <p:nvSpPr>
          <p:cNvPr id="5" name="Slide Number Placeholder 4">
            <a:extLst>
              <a:ext uri="{FF2B5EF4-FFF2-40B4-BE49-F238E27FC236}">
                <a16:creationId xmlns:a16="http://schemas.microsoft.com/office/drawing/2014/main" id="{303B2B72-25BC-4BA9-9CC9-2A5384DBE31F}"/>
              </a:ext>
            </a:extLst>
          </p:cNvPr>
          <p:cNvSpPr>
            <a:spLocks noGrp="1"/>
          </p:cNvSpPr>
          <p:nvPr>
            <p:ph type="sldNum" sz="quarter" idx="12"/>
          </p:nvPr>
        </p:nvSpPr>
        <p:spPr/>
        <p:txBody>
          <a:bodyPr/>
          <a:lstStyle/>
          <a:p>
            <a:fld id="{94FCA0F3-9F3A-694B-99BB-0E592A797735}" type="slidenum">
              <a:rPr lang="en-US" smtClean="0"/>
              <a:t>102</a:t>
            </a:fld>
            <a:endParaRPr lang="en-US"/>
          </a:p>
        </p:txBody>
      </p:sp>
      <p:sp>
        <p:nvSpPr>
          <p:cNvPr id="6" name="Date Placeholder 5">
            <a:extLst>
              <a:ext uri="{FF2B5EF4-FFF2-40B4-BE49-F238E27FC236}">
                <a16:creationId xmlns:a16="http://schemas.microsoft.com/office/drawing/2014/main" id="{70259067-2AB0-E4BF-F4B4-DD5A18C14341}"/>
              </a:ext>
            </a:extLst>
          </p:cNvPr>
          <p:cNvSpPr>
            <a:spLocks noGrp="1"/>
          </p:cNvSpPr>
          <p:nvPr>
            <p:ph type="dt" sz="half" idx="10"/>
          </p:nvPr>
        </p:nvSpPr>
        <p:spPr/>
        <p:txBody>
          <a:bodyPr/>
          <a:lstStyle/>
          <a:p>
            <a:fld id="{C3F945F7-54F9-4E31-A5BF-4713D6A44C57}" type="datetime1">
              <a:rPr lang="en-US" smtClean="0"/>
              <a:t>9/19/2025</a:t>
            </a:fld>
            <a:endParaRPr lang="en-US"/>
          </a:p>
        </p:txBody>
      </p:sp>
      <p:sp>
        <p:nvSpPr>
          <p:cNvPr id="8" name="SmartArt Placeholder 7">
            <a:extLst>
              <a:ext uri="{FF2B5EF4-FFF2-40B4-BE49-F238E27FC236}">
                <a16:creationId xmlns:a16="http://schemas.microsoft.com/office/drawing/2014/main" id="{986A524A-5D41-F864-9E0B-87569021801B}"/>
              </a:ext>
            </a:extLst>
          </p:cNvPr>
          <p:cNvSpPr>
            <a:spLocks noGrp="1"/>
          </p:cNvSpPr>
          <p:nvPr>
            <p:ph type="dgm" sz="quarter" idx="17"/>
          </p:nvPr>
        </p:nvSpPr>
        <p:spPr/>
        <p:txBody>
          <a:bodyPr/>
          <a:lstStyle/>
          <a:p>
            <a:endParaRPr lang="en-IN"/>
          </a:p>
        </p:txBody>
      </p:sp>
      <p:graphicFrame>
        <p:nvGraphicFramePr>
          <p:cNvPr id="9" name="Group 3">
            <a:extLst>
              <a:ext uri="{FF2B5EF4-FFF2-40B4-BE49-F238E27FC236}">
                <a16:creationId xmlns:a16="http://schemas.microsoft.com/office/drawing/2014/main" id="{EC3A0F62-56E6-A61D-5A0A-A64568341864}"/>
              </a:ext>
            </a:extLst>
          </p:cNvPr>
          <p:cNvGraphicFramePr>
            <a:graphicFrameLocks noGrp="1"/>
          </p:cNvGraphicFramePr>
          <p:nvPr>
            <p:extLst>
              <p:ext uri="{D42A27DB-BD31-4B8C-83A1-F6EECF244321}">
                <p14:modId xmlns:p14="http://schemas.microsoft.com/office/powerpoint/2010/main" val="1219409921"/>
              </p:ext>
            </p:extLst>
          </p:nvPr>
        </p:nvGraphicFramePr>
        <p:xfrm>
          <a:off x="481907" y="1434979"/>
          <a:ext cx="11224346" cy="4694544"/>
        </p:xfrm>
        <a:graphic>
          <a:graphicData uri="http://schemas.openxmlformats.org/drawingml/2006/table">
            <a:tbl>
              <a:tblPr/>
              <a:tblGrid>
                <a:gridCol w="4006601">
                  <a:extLst>
                    <a:ext uri="{9D8B030D-6E8A-4147-A177-3AD203B41FA5}">
                      <a16:colId xmlns:a16="http://schemas.microsoft.com/office/drawing/2014/main" val="20000"/>
                    </a:ext>
                  </a:extLst>
                </a:gridCol>
                <a:gridCol w="1443549">
                  <a:extLst>
                    <a:ext uri="{9D8B030D-6E8A-4147-A177-3AD203B41FA5}">
                      <a16:colId xmlns:a16="http://schemas.microsoft.com/office/drawing/2014/main" val="20001"/>
                    </a:ext>
                  </a:extLst>
                </a:gridCol>
                <a:gridCol w="1443549">
                  <a:extLst>
                    <a:ext uri="{9D8B030D-6E8A-4147-A177-3AD203B41FA5}">
                      <a16:colId xmlns:a16="http://schemas.microsoft.com/office/drawing/2014/main" val="20002"/>
                    </a:ext>
                  </a:extLst>
                </a:gridCol>
                <a:gridCol w="1443549">
                  <a:extLst>
                    <a:ext uri="{9D8B030D-6E8A-4147-A177-3AD203B41FA5}">
                      <a16:colId xmlns:a16="http://schemas.microsoft.com/office/drawing/2014/main" val="20003"/>
                    </a:ext>
                  </a:extLst>
                </a:gridCol>
                <a:gridCol w="1443549">
                  <a:extLst>
                    <a:ext uri="{9D8B030D-6E8A-4147-A177-3AD203B41FA5}">
                      <a16:colId xmlns:a16="http://schemas.microsoft.com/office/drawing/2014/main" val="20004"/>
                    </a:ext>
                  </a:extLst>
                </a:gridCol>
                <a:gridCol w="1443549">
                  <a:extLst>
                    <a:ext uri="{9D8B030D-6E8A-4147-A177-3AD203B41FA5}">
                      <a16:colId xmlns:a16="http://schemas.microsoft.com/office/drawing/2014/main" val="20005"/>
                    </a:ext>
                  </a:extLst>
                </a:gridCol>
              </a:tblGrid>
              <a:tr h="293409">
                <a:tc>
                  <a:txBody>
                    <a:bodyPr/>
                    <a:lstStyle/>
                    <a:p>
                      <a:pPr marL="112713" marR="0" lvl="0" indent="-112713" algn="l" defTabSz="914400" rtl="0" eaLnBrk="0" fontAlgn="b" latinLnBrk="0" hangingPunct="0">
                        <a:lnSpc>
                          <a:spcPct val="100000"/>
                        </a:lnSpc>
                        <a:spcBef>
                          <a:spcPct val="0"/>
                        </a:spcBef>
                        <a:spcAft>
                          <a:spcPct val="0"/>
                        </a:spcAft>
                        <a:buClrTx/>
                        <a:buSzTx/>
                        <a:buFontTx/>
                        <a:buNone/>
                        <a:tabLst/>
                      </a:pPr>
                      <a:endParaRPr kumimoji="0" lang="en-US" sz="12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112713" marR="0" lvl="0" indent="-112713" algn="ctr" defTabSz="914400" rtl="0" eaLnBrk="0" fontAlgn="b" latinLnBrk="0" hangingPunct="0">
                        <a:lnSpc>
                          <a:spcPct val="100000"/>
                        </a:lnSpc>
                        <a:spcBef>
                          <a:spcPct val="0"/>
                        </a:spcBef>
                        <a:spcAft>
                          <a:spcPct val="0"/>
                        </a:spcAft>
                        <a:buClrTx/>
                        <a:buSzTx/>
                        <a:buFontTx/>
                        <a:buNone/>
                        <a:tabLst/>
                      </a:pPr>
                      <a:r>
                        <a:rPr kumimoji="0" lang="en-US" sz="1200" b="1" i="0" u="none" strike="noStrike" cap="none" normalizeH="0" baseline="0">
                          <a:ln>
                            <a:noFill/>
                          </a:ln>
                          <a:solidFill>
                            <a:schemeClr val="bg1"/>
                          </a:solidFill>
                          <a:effectLst/>
                          <a:latin typeface="EYInterstate" panose="02000503020000020004" pitchFamily="2" charset="0"/>
                        </a:rPr>
                        <a:t>Timing</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0" fontAlgn="base" latinLnBrk="0" hangingPunct="0">
                        <a:lnSpc>
                          <a:spcPct val="100000"/>
                        </a:lnSpc>
                        <a:spcBef>
                          <a:spcPct val="40000"/>
                        </a:spcBef>
                        <a:spcAft>
                          <a:spcPct val="0"/>
                        </a:spcAft>
                        <a:buClrTx/>
                        <a:buSzTx/>
                        <a:buFontTx/>
                        <a:buNone/>
                        <a:tabLst/>
                      </a:pPr>
                      <a:r>
                        <a:rPr kumimoji="0" lang="en-US" sz="1200" b="1" i="0" u="none" strike="noStrike" cap="none" normalizeH="0" baseline="0">
                          <a:ln>
                            <a:noFill/>
                          </a:ln>
                          <a:solidFill>
                            <a:schemeClr val="bg1"/>
                          </a:solidFill>
                          <a:effectLst/>
                          <a:latin typeface="EYInterstate" panose="02000503020000020004" pitchFamily="2" charset="0"/>
                        </a:rPr>
                        <a:t>Responsible</a:t>
                      </a:r>
                    </a:p>
                  </a:txBody>
                  <a:tcPr marL="0" marR="0" marT="0" marB="0"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0" fontAlgn="base" latinLnBrk="0" hangingPunct="0">
                        <a:lnSpc>
                          <a:spcPct val="100000"/>
                        </a:lnSpc>
                        <a:spcBef>
                          <a:spcPct val="40000"/>
                        </a:spcBef>
                        <a:spcAft>
                          <a:spcPct val="0"/>
                        </a:spcAft>
                        <a:buClrTx/>
                        <a:buSzTx/>
                        <a:buFontTx/>
                        <a:buNone/>
                        <a:tabLst/>
                      </a:pPr>
                      <a:r>
                        <a:rPr kumimoji="0" lang="en-US" sz="1200" b="1" i="0" u="none" strike="noStrike" cap="none" normalizeH="0" baseline="0">
                          <a:ln>
                            <a:noFill/>
                          </a:ln>
                          <a:solidFill>
                            <a:schemeClr val="bg1"/>
                          </a:solidFill>
                          <a:effectLst/>
                          <a:latin typeface="EYInterstate" panose="02000503020000020004" pitchFamily="2" charset="0"/>
                        </a:rPr>
                        <a:t>Accountable</a:t>
                      </a:r>
                    </a:p>
                  </a:txBody>
                  <a:tcPr marL="0" marR="0" marT="0" marB="0"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0" fontAlgn="base" latinLnBrk="0" hangingPunct="0">
                        <a:lnSpc>
                          <a:spcPct val="100000"/>
                        </a:lnSpc>
                        <a:spcBef>
                          <a:spcPct val="40000"/>
                        </a:spcBef>
                        <a:spcAft>
                          <a:spcPct val="0"/>
                        </a:spcAft>
                        <a:buClrTx/>
                        <a:buSzTx/>
                        <a:buFontTx/>
                        <a:buNone/>
                        <a:tabLst/>
                      </a:pPr>
                      <a:r>
                        <a:rPr kumimoji="0" lang="en-US" sz="1200" b="1" i="0" u="none" strike="noStrike" cap="none" normalizeH="0" baseline="0">
                          <a:ln>
                            <a:noFill/>
                          </a:ln>
                          <a:solidFill>
                            <a:schemeClr val="bg1"/>
                          </a:solidFill>
                          <a:effectLst/>
                          <a:latin typeface="EYInterstate" panose="02000503020000020004" pitchFamily="2" charset="0"/>
                        </a:rPr>
                        <a:t>Consulted</a:t>
                      </a:r>
                    </a:p>
                  </a:txBody>
                  <a:tcPr marL="0" marR="0" marT="0" marB="0"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0" fontAlgn="base" latinLnBrk="0" hangingPunct="0">
                        <a:lnSpc>
                          <a:spcPct val="100000"/>
                        </a:lnSpc>
                        <a:spcBef>
                          <a:spcPct val="40000"/>
                        </a:spcBef>
                        <a:spcAft>
                          <a:spcPct val="0"/>
                        </a:spcAft>
                        <a:buClrTx/>
                        <a:buSzTx/>
                        <a:buFontTx/>
                        <a:buNone/>
                        <a:tabLst/>
                      </a:pPr>
                      <a:r>
                        <a:rPr kumimoji="0" lang="en-US" sz="1200" b="1" i="0" u="none" strike="noStrike" cap="none" normalizeH="0" baseline="0">
                          <a:ln>
                            <a:noFill/>
                          </a:ln>
                          <a:solidFill>
                            <a:schemeClr val="bg1"/>
                          </a:solidFill>
                          <a:effectLst/>
                          <a:latin typeface="EYInterstate" panose="02000503020000020004" pitchFamily="2" charset="0"/>
                        </a:rPr>
                        <a:t>Informed</a:t>
                      </a:r>
                    </a:p>
                  </a:txBody>
                  <a:tcPr marL="0" marR="0" marT="0" marB="0"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0"/>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r>
                        <a:rPr kumimoji="0" lang="en-US" sz="1200" b="1" i="0" u="none" strike="noStrike" cap="none" normalizeH="0" baseline="0">
                          <a:ln>
                            <a:noFill/>
                          </a:ln>
                          <a:solidFill>
                            <a:schemeClr val="bg1"/>
                          </a:solidFill>
                          <a:effectLst/>
                          <a:latin typeface="EYInterstate" panose="02000503020000020004" pitchFamily="2" charset="0"/>
                        </a:rPr>
                        <a:t>Milestone/ Phase </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1" i="0" u="none" strike="noStrike" kern="1200" cap="none" normalizeH="0" baseline="0">
                          <a:ln>
                            <a:noFill/>
                          </a:ln>
                          <a:solidFill>
                            <a:schemeClr val="bg1"/>
                          </a:solidFill>
                          <a:effectLst/>
                          <a:latin typeface="EYInterstate" panose="02000503020000020004" pitchFamily="2" charset="0"/>
                          <a:ea typeface="+mn-ea"/>
                          <a:cs typeface="Arial" charset="0"/>
                        </a:rPr>
                        <a:t>Time </a:t>
                      </a: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 </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extLst>
                  <a:ext uri="{0D108BD9-81ED-4DB2-BD59-A6C34878D82A}">
                    <a16:rowId xmlns:a16="http://schemas.microsoft.com/office/drawing/2014/main" val="10001"/>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Steps….</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Name or Role </a:t>
                      </a: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02"/>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Steps….</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03"/>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r>
                        <a:rPr kumimoji="0" lang="en-US" sz="1200" b="1" i="0" u="none" strike="noStrike" cap="none" normalizeH="0" baseline="0">
                          <a:ln>
                            <a:noFill/>
                          </a:ln>
                          <a:solidFill>
                            <a:schemeClr val="bg1"/>
                          </a:solidFill>
                          <a:effectLst/>
                          <a:latin typeface="EYInterstate" panose="02000503020000020004" pitchFamily="2" charset="0"/>
                        </a:rPr>
                        <a:t>Milestone: Kick Off</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1" i="0" u="none" strike="noStrike" kern="1200" cap="none" normalizeH="0" baseline="0">
                          <a:ln>
                            <a:noFill/>
                          </a:ln>
                          <a:solidFill>
                            <a:schemeClr val="bg1"/>
                          </a:solidFill>
                          <a:effectLst/>
                          <a:latin typeface="EYInterstate" panose="02000503020000020004" pitchFamily="2" charset="0"/>
                          <a:ea typeface="+mn-ea"/>
                          <a:cs typeface="Arial" charset="0"/>
                        </a:rPr>
                        <a:t>June</a:t>
                      </a: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 </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extLst>
                  <a:ext uri="{0D108BD9-81ED-4DB2-BD59-A6C34878D82A}">
                    <a16:rowId xmlns:a16="http://schemas.microsoft.com/office/drawing/2014/main" val="10005"/>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Charter</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6/1</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a:t>
                      </a: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 </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a:t>
                      </a: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06"/>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cap="none" normalizeH="0" baseline="0">
                          <a:ln>
                            <a:noFill/>
                          </a:ln>
                          <a:solidFill>
                            <a:schemeClr val="bg1"/>
                          </a:solidFill>
                          <a:effectLst/>
                          <a:latin typeface="EYInterstate" panose="02000503020000020004" pitchFamily="2" charset="0"/>
                          <a:cs typeface="Arial" charset="0"/>
                        </a:rPr>
                        <a:t>Kick Off Project Team</a:t>
                      </a:r>
                      <a:endParaRPr kumimoji="0" lang="en-US" sz="1200" b="0"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6/5</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a:t>
                      </a: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a:t>
                      </a: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07"/>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Initial Project Plan</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6/15</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a:t>
                      </a: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a:t>
                      </a: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08"/>
                  </a:ext>
                </a:extLst>
              </a:tr>
              <a:tr h="293409">
                <a:tc>
                  <a:txBody>
                    <a:bodyPr/>
                    <a:lstStyle/>
                    <a:p>
                      <a:pPr marL="0" marR="0" lvl="0" indent="0" algn="l" defTabSz="914400" rtl="0" eaLnBrk="0" fontAlgn="base" latinLnBrk="0" hangingPunct="0">
                        <a:lnSpc>
                          <a:spcPct val="100000"/>
                        </a:lnSpc>
                        <a:spcBef>
                          <a:spcPct val="40000"/>
                        </a:spcBef>
                        <a:spcAft>
                          <a:spcPct val="0"/>
                        </a:spcAft>
                        <a:buClrTx/>
                        <a:buSzTx/>
                        <a:buFontTx/>
                        <a:buNone/>
                        <a:tabLst/>
                      </a:pPr>
                      <a:r>
                        <a:rPr kumimoji="0" lang="en-US" sz="1200" b="1" i="0" u="none" strike="noStrike" cap="none" normalizeH="0" baseline="0">
                          <a:ln>
                            <a:noFill/>
                          </a:ln>
                          <a:solidFill>
                            <a:schemeClr val="bg1"/>
                          </a:solidFill>
                          <a:effectLst/>
                          <a:latin typeface="EYInterstate" panose="02000503020000020004" pitchFamily="2" charset="0"/>
                        </a:rPr>
                        <a:t>Milestone: Planning Complete</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1" i="0" u="none" strike="noStrike" kern="1200" cap="none" normalizeH="0" baseline="0">
                          <a:ln>
                            <a:noFill/>
                          </a:ln>
                          <a:solidFill>
                            <a:schemeClr val="bg1"/>
                          </a:solidFill>
                          <a:effectLst/>
                          <a:latin typeface="EYInterstate" panose="02000503020000020004" pitchFamily="2" charset="0"/>
                          <a:ea typeface="+mn-ea"/>
                          <a:cs typeface="Arial" charset="0"/>
                        </a:rPr>
                        <a:t>July</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1"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1"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1"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1"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extLst>
                  <a:ext uri="{0D108BD9-81ED-4DB2-BD59-A6C34878D82A}">
                    <a16:rowId xmlns:a16="http://schemas.microsoft.com/office/drawing/2014/main" val="10009"/>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Plan Approved</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7/1</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a:t>
                      </a: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Lead/PM</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Team</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Leadership</a:t>
                      </a: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10"/>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Charter Signed</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7/15</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a:t>
                      </a: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Lead/PM</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Stakeholders</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Leadership</a:t>
                      </a: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11"/>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Schedule Complete</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7/15</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Lead/PM</a:t>
                      </a: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Lead/PM</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Team</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a:t>
                      </a: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12"/>
                  </a:ext>
                </a:extLst>
              </a:tr>
              <a:tr h="293409">
                <a:tc>
                  <a:txBody>
                    <a:bodyPr/>
                    <a:lstStyle/>
                    <a:p>
                      <a:pPr marL="0" marR="0" lvl="0" indent="0" algn="l" defTabSz="914400" rtl="0" eaLnBrk="0" fontAlgn="base" latinLnBrk="0" hangingPunct="0">
                        <a:lnSpc>
                          <a:spcPct val="100000"/>
                        </a:lnSpc>
                        <a:spcBef>
                          <a:spcPct val="40000"/>
                        </a:spcBef>
                        <a:spcAft>
                          <a:spcPct val="0"/>
                        </a:spcAft>
                        <a:buClrTx/>
                        <a:buSzTx/>
                        <a:buFontTx/>
                        <a:buNone/>
                        <a:tabLst/>
                      </a:pPr>
                      <a:r>
                        <a:rPr kumimoji="0" lang="en-US" sz="1200" b="1" i="0" u="none" strike="noStrike" cap="none" normalizeH="0" baseline="0">
                          <a:ln>
                            <a:noFill/>
                          </a:ln>
                          <a:solidFill>
                            <a:schemeClr val="bg1"/>
                          </a:solidFill>
                          <a:effectLst/>
                          <a:latin typeface="EYInterstate" panose="02000503020000020004" pitchFamily="2" charset="0"/>
                        </a:rPr>
                        <a:t>Milestone: Design and Test</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1" i="0" u="none" strike="noStrike" kern="1200" cap="none" normalizeH="0" baseline="0">
                          <a:ln>
                            <a:noFill/>
                          </a:ln>
                          <a:solidFill>
                            <a:schemeClr val="bg1"/>
                          </a:solidFill>
                          <a:effectLst/>
                          <a:latin typeface="EYInterstate" panose="02000503020000020004" pitchFamily="2" charset="0"/>
                          <a:ea typeface="+mn-ea"/>
                          <a:cs typeface="Arial" charset="0"/>
                        </a:rPr>
                        <a:t>Aug – Nov</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FB500"/>
                    </a:solidFill>
                  </a:tcPr>
                </a:tc>
                <a:extLst>
                  <a:ext uri="{0D108BD9-81ED-4DB2-BD59-A6C34878D82A}">
                    <a16:rowId xmlns:a16="http://schemas.microsoft.com/office/drawing/2014/main" val="10013"/>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 Key Decisions Document</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8/15</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Lead/PM</a:t>
                      </a: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HREC</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Team</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Leadership</a:t>
                      </a: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14"/>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Design Estimated</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9/15</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Functional Lead</a:t>
                      </a: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Leadership</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a:t>
                      </a: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15"/>
                  </a:ext>
                </a:extLst>
              </a:tr>
              <a:tr h="293409">
                <a:tc>
                  <a:txBody>
                    <a:bodyPr/>
                    <a:lstStyle/>
                    <a:p>
                      <a:pPr marL="0" marR="0" lvl="0" indent="0" algn="l"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Testing Complete</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11/1</a:t>
                      </a:r>
                    </a:p>
                  </a:txBody>
                  <a:tcPr marT="45717" marB="45717"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Functional Lead</a:t>
                      </a:r>
                    </a:p>
                  </a:txBody>
                  <a:tcPr marT="45717" marB="45717" anchor="ct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Project Lead</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Leadership</a:t>
                      </a:r>
                    </a:p>
                  </a:txBody>
                  <a:tcPr marT="45717" marB="45717" anchor="ctr" horzOverflow="overflow">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r>
                        <a:rPr kumimoji="0" lang="en-US" sz="1200" b="0" i="0" u="none" strike="noStrike" kern="1200" cap="none" normalizeH="0" baseline="0">
                          <a:ln>
                            <a:noFill/>
                          </a:ln>
                          <a:solidFill>
                            <a:schemeClr val="bg1"/>
                          </a:solidFill>
                          <a:effectLst/>
                          <a:latin typeface="EYInterstate" panose="02000503020000020004" pitchFamily="2" charset="0"/>
                          <a:ea typeface="+mn-ea"/>
                          <a:cs typeface="Arial" charset="0"/>
                        </a:rPr>
                        <a:t>Sponsor</a:t>
                      </a:r>
                    </a:p>
                  </a:txBody>
                  <a:tcPr marT="45717" marB="45717" anchor="ct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196800066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094CF2-7141-C581-4453-0415A018BA6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2F69FB2-C73F-761C-99FA-545A3BC1C919}"/>
              </a:ext>
            </a:extLst>
          </p:cNvPr>
          <p:cNvSpPr>
            <a:spLocks noGrp="1"/>
          </p:cNvSpPr>
          <p:nvPr>
            <p:ph type="title"/>
          </p:nvPr>
        </p:nvSpPr>
        <p:spPr/>
        <p:txBody>
          <a:bodyPr/>
          <a:lstStyle/>
          <a:p>
            <a:r>
              <a:rPr lang="en-IN"/>
              <a:t>Templates: Communication Plan</a:t>
            </a:r>
          </a:p>
        </p:txBody>
      </p:sp>
      <p:sp>
        <p:nvSpPr>
          <p:cNvPr id="5" name="Slide Number Placeholder 4">
            <a:extLst>
              <a:ext uri="{FF2B5EF4-FFF2-40B4-BE49-F238E27FC236}">
                <a16:creationId xmlns:a16="http://schemas.microsoft.com/office/drawing/2014/main" id="{916FCA73-1DBD-0E0D-F551-78B3E509D2C4}"/>
              </a:ext>
            </a:extLst>
          </p:cNvPr>
          <p:cNvSpPr>
            <a:spLocks noGrp="1"/>
          </p:cNvSpPr>
          <p:nvPr>
            <p:ph type="sldNum" sz="quarter" idx="12"/>
          </p:nvPr>
        </p:nvSpPr>
        <p:spPr/>
        <p:txBody>
          <a:bodyPr/>
          <a:lstStyle/>
          <a:p>
            <a:fld id="{94FCA0F3-9F3A-694B-99BB-0E592A797735}" type="slidenum">
              <a:rPr lang="en-US" smtClean="0"/>
              <a:t>103</a:t>
            </a:fld>
            <a:endParaRPr lang="en-US"/>
          </a:p>
        </p:txBody>
      </p:sp>
      <p:sp>
        <p:nvSpPr>
          <p:cNvPr id="6" name="Date Placeholder 5">
            <a:extLst>
              <a:ext uri="{FF2B5EF4-FFF2-40B4-BE49-F238E27FC236}">
                <a16:creationId xmlns:a16="http://schemas.microsoft.com/office/drawing/2014/main" id="{EA2F9A48-B458-4C0A-ABBE-DCE2F38BD0B7}"/>
              </a:ext>
            </a:extLst>
          </p:cNvPr>
          <p:cNvSpPr>
            <a:spLocks noGrp="1"/>
          </p:cNvSpPr>
          <p:nvPr>
            <p:ph type="dt" sz="half" idx="10"/>
          </p:nvPr>
        </p:nvSpPr>
        <p:spPr/>
        <p:txBody>
          <a:bodyPr/>
          <a:lstStyle/>
          <a:p>
            <a:fld id="{EFF5931E-9143-4604-B9AB-5AF5E1E2408C}" type="datetime1">
              <a:rPr lang="en-US" smtClean="0"/>
              <a:t>9/19/2025</a:t>
            </a:fld>
            <a:endParaRPr lang="en-US"/>
          </a:p>
        </p:txBody>
      </p:sp>
      <p:sp>
        <p:nvSpPr>
          <p:cNvPr id="8" name="SmartArt Placeholder 7">
            <a:extLst>
              <a:ext uri="{FF2B5EF4-FFF2-40B4-BE49-F238E27FC236}">
                <a16:creationId xmlns:a16="http://schemas.microsoft.com/office/drawing/2014/main" id="{C4998B2D-D604-68F3-3DBB-F3C8408FBD7E}"/>
              </a:ext>
            </a:extLst>
          </p:cNvPr>
          <p:cNvSpPr>
            <a:spLocks noGrp="1"/>
          </p:cNvSpPr>
          <p:nvPr>
            <p:ph type="dgm" sz="quarter" idx="17"/>
          </p:nvPr>
        </p:nvSpPr>
        <p:spPr/>
        <p:txBody>
          <a:bodyPr/>
          <a:lstStyle/>
          <a:p>
            <a:endParaRPr lang="en-IN"/>
          </a:p>
        </p:txBody>
      </p:sp>
      <p:sp>
        <p:nvSpPr>
          <p:cNvPr id="3" name="Rectangle 2">
            <a:extLst>
              <a:ext uri="{FF2B5EF4-FFF2-40B4-BE49-F238E27FC236}">
                <a16:creationId xmlns:a16="http://schemas.microsoft.com/office/drawing/2014/main" id="{5186FD85-A7CE-AFF9-783E-C4DA82606D31}"/>
              </a:ext>
            </a:extLst>
          </p:cNvPr>
          <p:cNvSpPr/>
          <p:nvPr/>
        </p:nvSpPr>
        <p:spPr>
          <a:xfrm>
            <a:off x="518160" y="1369750"/>
            <a:ext cx="11155680" cy="830997"/>
          </a:xfrm>
          <a:prstGeom prst="rect">
            <a:avLst/>
          </a:prstGeom>
        </p:spPr>
        <p:txBody>
          <a:bodyPr wrap="square">
            <a:spAutoFit/>
          </a:bodyPr>
          <a:lstStyle/>
          <a:p>
            <a:r>
              <a:rPr lang="en-US" sz="1200" b="1">
                <a:solidFill>
                  <a:schemeClr val="bg1"/>
                </a:solidFill>
                <a:latin typeface="EYInterstate" panose="02000503020000020004" pitchFamily="2" charset="0"/>
              </a:rPr>
              <a:t>Purpose of Template:</a:t>
            </a:r>
            <a:r>
              <a:rPr lang="en-US" sz="1200">
                <a:solidFill>
                  <a:schemeClr val="bg1"/>
                </a:solidFill>
                <a:latin typeface="EYInterstate" panose="02000503020000020004" pitchFamily="2" charset="0"/>
              </a:rPr>
              <a:t> To document the types of information to be distributed, the methods of distributing information, the frequency of distribution and the responsibilities of each person in the project team for distributing information.</a:t>
            </a:r>
          </a:p>
          <a:p>
            <a:pPr>
              <a:tabLst>
                <a:tab pos="228600" algn="l"/>
              </a:tabLst>
            </a:pPr>
            <a:endParaRPr lang="en-US" sz="1200">
              <a:solidFill>
                <a:schemeClr val="bg1"/>
              </a:solidFill>
              <a:latin typeface="EYInterstate" panose="02000503020000020004" pitchFamily="2" charset="0"/>
              <a:ea typeface="Calibri" panose="020F0502020204030204" pitchFamily="34" charset="0"/>
              <a:cs typeface="Arial" panose="020B0604020202020204" pitchFamily="34" charset="0"/>
            </a:endParaRPr>
          </a:p>
          <a:p>
            <a:r>
              <a:rPr lang="en-US" sz="1200" i="1">
                <a:solidFill>
                  <a:schemeClr val="bg1"/>
                </a:solidFill>
                <a:latin typeface="EYInterstate" panose="02000503020000020004" pitchFamily="2" charset="0"/>
              </a:rPr>
              <a:t>Note: Please delete all instructions after filling out the form.</a:t>
            </a:r>
            <a:endParaRPr lang="en-US" sz="1200">
              <a:solidFill>
                <a:schemeClr val="bg1"/>
              </a:solidFill>
              <a:latin typeface="EYInterstate" panose="02000503020000020004" pitchFamily="2" charset="0"/>
            </a:endParaRPr>
          </a:p>
        </p:txBody>
      </p:sp>
      <p:graphicFrame>
        <p:nvGraphicFramePr>
          <p:cNvPr id="4" name="Table 3">
            <a:extLst>
              <a:ext uri="{FF2B5EF4-FFF2-40B4-BE49-F238E27FC236}">
                <a16:creationId xmlns:a16="http://schemas.microsoft.com/office/drawing/2014/main" id="{279BFC2F-DC3C-0A5F-B9B9-BB1ABA72576B}"/>
              </a:ext>
            </a:extLst>
          </p:cNvPr>
          <p:cNvGraphicFramePr>
            <a:graphicFrameLocks noGrp="1"/>
          </p:cNvGraphicFramePr>
          <p:nvPr>
            <p:extLst>
              <p:ext uri="{D42A27DB-BD31-4B8C-83A1-F6EECF244321}">
                <p14:modId xmlns:p14="http://schemas.microsoft.com/office/powerpoint/2010/main" val="747196362"/>
              </p:ext>
            </p:extLst>
          </p:nvPr>
        </p:nvGraphicFramePr>
        <p:xfrm>
          <a:off x="609600" y="2384420"/>
          <a:ext cx="10972800" cy="1280160"/>
        </p:xfrm>
        <a:graphic>
          <a:graphicData uri="http://schemas.openxmlformats.org/drawingml/2006/table">
            <a:tbl>
              <a:tblPr>
                <a:tableStyleId>{7E9639D4-E3E2-4D34-9284-5A2195B3D0D7}</a:tableStyleId>
              </a:tblPr>
              <a:tblGrid>
                <a:gridCol w="3657600">
                  <a:extLst>
                    <a:ext uri="{9D8B030D-6E8A-4147-A177-3AD203B41FA5}">
                      <a16:colId xmlns:a16="http://schemas.microsoft.com/office/drawing/2014/main" val="4121930447"/>
                    </a:ext>
                  </a:extLst>
                </a:gridCol>
                <a:gridCol w="3657600">
                  <a:extLst>
                    <a:ext uri="{9D8B030D-6E8A-4147-A177-3AD203B41FA5}">
                      <a16:colId xmlns:a16="http://schemas.microsoft.com/office/drawing/2014/main" val="2259730215"/>
                    </a:ext>
                  </a:extLst>
                </a:gridCol>
                <a:gridCol w="3657600">
                  <a:extLst>
                    <a:ext uri="{9D8B030D-6E8A-4147-A177-3AD203B41FA5}">
                      <a16:colId xmlns:a16="http://schemas.microsoft.com/office/drawing/2014/main" val="588997729"/>
                    </a:ext>
                  </a:extLst>
                </a:gridCol>
              </a:tblGrid>
              <a:tr h="274320">
                <a:tc gridSpan="3">
                  <a:txBody>
                    <a:bodyPr/>
                    <a:lstStyle/>
                    <a:p>
                      <a:pPr marL="0" marR="0">
                        <a:spcBef>
                          <a:spcPts val="300"/>
                        </a:spcBef>
                        <a:spcAft>
                          <a:spcPts val="300"/>
                        </a:spcAft>
                        <a:tabLst>
                          <a:tab pos="5356225" algn="l"/>
                        </a:tabLst>
                      </a:pPr>
                      <a:r>
                        <a:rPr lang="en-US" sz="1200" b="1" cap="small">
                          <a:solidFill>
                            <a:schemeClr val="bg1"/>
                          </a:solidFill>
                          <a:effectLst/>
                        </a:rPr>
                        <a:t>Project Identification</a:t>
                      </a:r>
                      <a:endParaRPr lang="en-US" sz="1200" b="1" cap="small">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007718221"/>
                  </a:ext>
                </a:extLst>
              </a:tr>
              <a:tr h="274320">
                <a:tc>
                  <a:txBody>
                    <a:bodyPr/>
                    <a:lstStyle/>
                    <a:p>
                      <a:pPr marL="0" marR="0">
                        <a:spcBef>
                          <a:spcPts val="200"/>
                        </a:spcBef>
                        <a:spcAft>
                          <a:spcPts val="200"/>
                        </a:spcAft>
                      </a:pPr>
                      <a:r>
                        <a:rPr lang="en-US" sz="1100">
                          <a:solidFill>
                            <a:schemeClr val="bg1"/>
                          </a:solidFill>
                          <a:effectLst/>
                        </a:rPr>
                        <a:t>Project Name</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8D8D8"/>
                    </a:solidFill>
                  </a:tcPr>
                </a:tc>
                <a:tc>
                  <a:txBody>
                    <a:bodyPr/>
                    <a:lstStyle/>
                    <a:p>
                      <a:pPr marL="0" marR="0">
                        <a:spcBef>
                          <a:spcPts val="200"/>
                        </a:spcBef>
                        <a:spcAft>
                          <a:spcPts val="200"/>
                        </a:spcAft>
                      </a:pPr>
                      <a:r>
                        <a:rPr lang="en-US" sz="1100">
                          <a:solidFill>
                            <a:schemeClr val="bg1"/>
                          </a:solidFill>
                          <a:effectLst/>
                        </a:rPr>
                        <a:t>Program Manager</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8D8D8"/>
                    </a:solidFill>
                  </a:tcPr>
                </a:tc>
                <a:tc>
                  <a:txBody>
                    <a:bodyPr/>
                    <a:lstStyle/>
                    <a:p>
                      <a:pPr marL="0" marR="0">
                        <a:spcBef>
                          <a:spcPts val="200"/>
                        </a:spcBef>
                        <a:spcAft>
                          <a:spcPts val="200"/>
                        </a:spcAft>
                      </a:pPr>
                      <a:r>
                        <a:rPr lang="en-US" sz="1100">
                          <a:solidFill>
                            <a:schemeClr val="bg1"/>
                          </a:solidFill>
                          <a:effectLst/>
                        </a:rPr>
                        <a:t>Date Modified</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8D8D8"/>
                    </a:solidFill>
                  </a:tcPr>
                </a:tc>
                <a:extLst>
                  <a:ext uri="{0D108BD9-81ED-4DB2-BD59-A6C34878D82A}">
                    <a16:rowId xmlns:a16="http://schemas.microsoft.com/office/drawing/2014/main" val="617931507"/>
                  </a:ext>
                </a:extLst>
              </a:tr>
              <a:tr h="228600">
                <a:tc>
                  <a:txBody>
                    <a:bodyPr/>
                    <a:lstStyle/>
                    <a:p>
                      <a:pPr marL="0" marR="0">
                        <a:spcBef>
                          <a:spcPts val="200"/>
                        </a:spcBef>
                        <a:spcAft>
                          <a:spcPts val="20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200"/>
                        </a:spcBef>
                        <a:spcAft>
                          <a:spcPts val="20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10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36870454"/>
                  </a:ext>
                </a:extLst>
              </a:tr>
              <a:tr h="274320">
                <a:tc>
                  <a:txBody>
                    <a:bodyPr/>
                    <a:lstStyle/>
                    <a:p>
                      <a:pPr marL="0" marR="0">
                        <a:spcBef>
                          <a:spcPts val="200"/>
                        </a:spcBef>
                        <a:spcAft>
                          <a:spcPts val="200"/>
                        </a:spcAft>
                      </a:pPr>
                      <a:r>
                        <a:rPr lang="en-US" sz="1100">
                          <a:solidFill>
                            <a:schemeClr val="bg1"/>
                          </a:solidFill>
                          <a:effectLst/>
                        </a:rPr>
                        <a:t>Franchise / Brand / Department</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8D8D8"/>
                    </a:solidFill>
                  </a:tcPr>
                </a:tc>
                <a:tc>
                  <a:txBody>
                    <a:bodyPr/>
                    <a:lstStyle/>
                    <a:p>
                      <a:pPr marL="0" marR="0">
                        <a:spcBef>
                          <a:spcPts val="200"/>
                        </a:spcBef>
                        <a:spcAft>
                          <a:spcPts val="200"/>
                        </a:spcAft>
                      </a:pPr>
                      <a:r>
                        <a:rPr lang="en-US" sz="1100">
                          <a:solidFill>
                            <a:schemeClr val="bg1"/>
                          </a:solidFill>
                          <a:effectLst/>
                        </a:rPr>
                        <a:t>Champion</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8D8D8"/>
                    </a:solidFill>
                  </a:tcPr>
                </a:tc>
                <a:tc>
                  <a:txBody>
                    <a:bodyPr/>
                    <a:lstStyle/>
                    <a:p>
                      <a:pPr marL="0" marR="0">
                        <a:spcBef>
                          <a:spcPts val="200"/>
                        </a:spcBef>
                        <a:spcAft>
                          <a:spcPts val="200"/>
                        </a:spcAft>
                      </a:pPr>
                      <a:r>
                        <a:rPr lang="en-US" sz="1100">
                          <a:solidFill>
                            <a:schemeClr val="bg1"/>
                          </a:solidFill>
                          <a:effectLst/>
                        </a:rPr>
                        <a:t>Sponsor</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8D8D8"/>
                    </a:solidFill>
                  </a:tcPr>
                </a:tc>
                <a:extLst>
                  <a:ext uri="{0D108BD9-81ED-4DB2-BD59-A6C34878D82A}">
                    <a16:rowId xmlns:a16="http://schemas.microsoft.com/office/drawing/2014/main" val="308478577"/>
                  </a:ext>
                </a:extLst>
              </a:tr>
              <a:tr h="228600">
                <a:tc>
                  <a:txBody>
                    <a:bodyPr/>
                    <a:lstStyle/>
                    <a:p>
                      <a:pPr marL="0" marR="0">
                        <a:spcBef>
                          <a:spcPts val="200"/>
                        </a:spcBef>
                        <a:spcAft>
                          <a:spcPts val="20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200"/>
                        </a:spcBef>
                        <a:spcAft>
                          <a:spcPts val="20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10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693848194"/>
                  </a:ext>
                </a:extLst>
              </a:tr>
            </a:tbl>
          </a:graphicData>
        </a:graphic>
      </p:graphicFrame>
      <p:graphicFrame>
        <p:nvGraphicFramePr>
          <p:cNvPr id="10" name="Table 9">
            <a:extLst>
              <a:ext uri="{FF2B5EF4-FFF2-40B4-BE49-F238E27FC236}">
                <a16:creationId xmlns:a16="http://schemas.microsoft.com/office/drawing/2014/main" id="{435F38C6-95CE-A18C-8D11-EB6A2CCEB979}"/>
              </a:ext>
            </a:extLst>
          </p:cNvPr>
          <p:cNvGraphicFramePr>
            <a:graphicFrameLocks noGrp="1"/>
          </p:cNvGraphicFramePr>
          <p:nvPr>
            <p:extLst>
              <p:ext uri="{D42A27DB-BD31-4B8C-83A1-F6EECF244321}">
                <p14:modId xmlns:p14="http://schemas.microsoft.com/office/powerpoint/2010/main" val="2568658412"/>
              </p:ext>
            </p:extLst>
          </p:nvPr>
        </p:nvGraphicFramePr>
        <p:xfrm>
          <a:off x="609600" y="3814363"/>
          <a:ext cx="10972800" cy="1234440"/>
        </p:xfrm>
        <a:graphic>
          <a:graphicData uri="http://schemas.openxmlformats.org/drawingml/2006/table">
            <a:tbl>
              <a:tblPr>
                <a:tableStyleId>{616DA210-FB5B-4158-B5E0-FEB733F419BA}</a:tableStyleId>
              </a:tblPr>
              <a:tblGrid>
                <a:gridCol w="914400">
                  <a:extLst>
                    <a:ext uri="{9D8B030D-6E8A-4147-A177-3AD203B41FA5}">
                      <a16:colId xmlns:a16="http://schemas.microsoft.com/office/drawing/2014/main" val="289327977"/>
                    </a:ext>
                  </a:extLst>
                </a:gridCol>
                <a:gridCol w="1828800">
                  <a:extLst>
                    <a:ext uri="{9D8B030D-6E8A-4147-A177-3AD203B41FA5}">
                      <a16:colId xmlns:a16="http://schemas.microsoft.com/office/drawing/2014/main" val="4131872277"/>
                    </a:ext>
                  </a:extLst>
                </a:gridCol>
                <a:gridCol w="2377440">
                  <a:extLst>
                    <a:ext uri="{9D8B030D-6E8A-4147-A177-3AD203B41FA5}">
                      <a16:colId xmlns:a16="http://schemas.microsoft.com/office/drawing/2014/main" val="2995480853"/>
                    </a:ext>
                  </a:extLst>
                </a:gridCol>
                <a:gridCol w="1188720">
                  <a:extLst>
                    <a:ext uri="{9D8B030D-6E8A-4147-A177-3AD203B41FA5}">
                      <a16:colId xmlns:a16="http://schemas.microsoft.com/office/drawing/2014/main" val="1648261079"/>
                    </a:ext>
                  </a:extLst>
                </a:gridCol>
                <a:gridCol w="1188720">
                  <a:extLst>
                    <a:ext uri="{9D8B030D-6E8A-4147-A177-3AD203B41FA5}">
                      <a16:colId xmlns:a16="http://schemas.microsoft.com/office/drawing/2014/main" val="707261720"/>
                    </a:ext>
                  </a:extLst>
                </a:gridCol>
                <a:gridCol w="1828800">
                  <a:extLst>
                    <a:ext uri="{9D8B030D-6E8A-4147-A177-3AD203B41FA5}">
                      <a16:colId xmlns:a16="http://schemas.microsoft.com/office/drawing/2014/main" val="119225448"/>
                    </a:ext>
                  </a:extLst>
                </a:gridCol>
                <a:gridCol w="1645920">
                  <a:extLst>
                    <a:ext uri="{9D8B030D-6E8A-4147-A177-3AD203B41FA5}">
                      <a16:colId xmlns:a16="http://schemas.microsoft.com/office/drawing/2014/main" val="2052318467"/>
                    </a:ext>
                  </a:extLst>
                </a:gridCol>
              </a:tblGrid>
              <a:tr h="274320">
                <a:tc gridSpan="7">
                  <a:txBody>
                    <a:bodyPr/>
                    <a:lstStyle/>
                    <a:p>
                      <a:pPr marL="0" marR="0">
                        <a:spcBef>
                          <a:spcPts val="300"/>
                        </a:spcBef>
                        <a:spcAft>
                          <a:spcPts val="300"/>
                        </a:spcAft>
                        <a:tabLst>
                          <a:tab pos="5356225" algn="l"/>
                        </a:tabLst>
                      </a:pPr>
                      <a:r>
                        <a:rPr lang="en-US" sz="1200" b="1" cap="small">
                          <a:solidFill>
                            <a:schemeClr val="bg1"/>
                          </a:solidFill>
                          <a:effectLst/>
                        </a:rPr>
                        <a:t>Communication Matrix</a:t>
                      </a:r>
                      <a:endParaRPr lang="en-US" sz="1200" b="1" cap="small">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rgbClr val="FFB500"/>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221240811"/>
                  </a:ext>
                </a:extLst>
              </a:tr>
              <a:tr h="274320">
                <a:tc>
                  <a:txBody>
                    <a:bodyPr/>
                    <a:lstStyle/>
                    <a:p>
                      <a:pPr marL="0" marR="0">
                        <a:spcBef>
                          <a:spcPts val="200"/>
                        </a:spcBef>
                        <a:spcAft>
                          <a:spcPts val="200"/>
                        </a:spcAft>
                      </a:pPr>
                      <a:r>
                        <a:rPr lang="en-US" sz="1100">
                          <a:solidFill>
                            <a:schemeClr val="bg1"/>
                          </a:solidFill>
                          <a:effectLst/>
                        </a:rPr>
                        <a:t>Date</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rgbClr val="D8D8D8"/>
                    </a:solidFill>
                  </a:tcPr>
                </a:tc>
                <a:tc>
                  <a:txBody>
                    <a:bodyPr/>
                    <a:lstStyle/>
                    <a:p>
                      <a:pPr marL="0" marR="0">
                        <a:spcBef>
                          <a:spcPts val="200"/>
                        </a:spcBef>
                        <a:spcAft>
                          <a:spcPts val="200"/>
                        </a:spcAft>
                      </a:pPr>
                      <a:r>
                        <a:rPr lang="en-US" sz="1100">
                          <a:solidFill>
                            <a:schemeClr val="bg1"/>
                          </a:solidFill>
                          <a:effectLst/>
                        </a:rPr>
                        <a:t>Communication Type</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rgbClr val="D8D8D8"/>
                    </a:solidFill>
                  </a:tcPr>
                </a:tc>
                <a:tc>
                  <a:txBody>
                    <a:bodyPr/>
                    <a:lstStyle/>
                    <a:p>
                      <a:pPr marL="0" marR="0">
                        <a:spcBef>
                          <a:spcPts val="200"/>
                        </a:spcBef>
                        <a:spcAft>
                          <a:spcPts val="200"/>
                        </a:spcAft>
                      </a:pPr>
                      <a:r>
                        <a:rPr lang="en-US" sz="1100">
                          <a:solidFill>
                            <a:schemeClr val="bg1"/>
                          </a:solidFill>
                          <a:effectLst/>
                        </a:rPr>
                        <a:t>Objectives of Communication</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rgbClr val="D8D8D8"/>
                    </a:solidFill>
                  </a:tcPr>
                </a:tc>
                <a:tc>
                  <a:txBody>
                    <a:bodyPr/>
                    <a:lstStyle/>
                    <a:p>
                      <a:pPr marL="0" marR="0">
                        <a:spcBef>
                          <a:spcPts val="200"/>
                        </a:spcBef>
                        <a:spcAft>
                          <a:spcPts val="200"/>
                        </a:spcAft>
                      </a:pPr>
                      <a:r>
                        <a:rPr lang="en-US" sz="1100">
                          <a:solidFill>
                            <a:schemeClr val="bg1"/>
                          </a:solidFill>
                          <a:effectLst/>
                        </a:rPr>
                        <a:t>Frequency</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rgbClr val="D8D8D8"/>
                    </a:solidFill>
                  </a:tcPr>
                </a:tc>
                <a:tc>
                  <a:txBody>
                    <a:bodyPr/>
                    <a:lstStyle/>
                    <a:p>
                      <a:pPr marL="0" marR="0">
                        <a:spcBef>
                          <a:spcPts val="200"/>
                        </a:spcBef>
                        <a:spcAft>
                          <a:spcPts val="200"/>
                        </a:spcAft>
                      </a:pPr>
                      <a:r>
                        <a:rPr lang="en-US" sz="1100">
                          <a:solidFill>
                            <a:schemeClr val="bg1"/>
                          </a:solidFill>
                          <a:effectLst/>
                        </a:rPr>
                        <a:t>Audience</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rgbClr val="D8D8D8"/>
                    </a:solidFill>
                  </a:tcPr>
                </a:tc>
                <a:tc>
                  <a:txBody>
                    <a:bodyPr/>
                    <a:lstStyle/>
                    <a:p>
                      <a:pPr marL="0" marR="0">
                        <a:spcBef>
                          <a:spcPts val="200"/>
                        </a:spcBef>
                        <a:spcAft>
                          <a:spcPts val="200"/>
                        </a:spcAft>
                      </a:pPr>
                      <a:r>
                        <a:rPr lang="en-US" sz="1100">
                          <a:solidFill>
                            <a:schemeClr val="bg1"/>
                          </a:solidFill>
                          <a:effectLst/>
                        </a:rPr>
                        <a:t>Responsible/ Delivered By</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rgbClr val="D8D8D8"/>
                    </a:solidFill>
                  </a:tcPr>
                </a:tc>
                <a:tc>
                  <a:txBody>
                    <a:bodyPr/>
                    <a:lstStyle/>
                    <a:p>
                      <a:pPr marL="0" marR="0">
                        <a:spcBef>
                          <a:spcPts val="200"/>
                        </a:spcBef>
                        <a:spcAft>
                          <a:spcPts val="200"/>
                        </a:spcAft>
                      </a:pPr>
                      <a:r>
                        <a:rPr lang="en-US" sz="1100">
                          <a:solidFill>
                            <a:schemeClr val="bg1"/>
                          </a:solidFill>
                          <a:effectLst/>
                        </a:rPr>
                        <a:t>Resources Required</a:t>
                      </a:r>
                      <a:endParaRPr lang="en-US" sz="1100" b="1">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rgbClr val="D8D8D8"/>
                    </a:solidFill>
                  </a:tcPr>
                </a:tc>
                <a:extLst>
                  <a:ext uri="{0D108BD9-81ED-4DB2-BD59-A6C34878D82A}">
                    <a16:rowId xmlns:a16="http://schemas.microsoft.com/office/drawing/2014/main" val="1391164684"/>
                  </a:ext>
                </a:extLst>
              </a:tr>
              <a:tr h="228600">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extLst>
                  <a:ext uri="{0D108BD9-81ED-4DB2-BD59-A6C34878D82A}">
                    <a16:rowId xmlns:a16="http://schemas.microsoft.com/office/drawing/2014/main" val="3482531201"/>
                  </a:ext>
                </a:extLst>
              </a:tr>
              <a:tr h="228600">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extLst>
                  <a:ext uri="{0D108BD9-81ED-4DB2-BD59-A6C34878D82A}">
                    <a16:rowId xmlns:a16="http://schemas.microsoft.com/office/drawing/2014/main" val="3526119081"/>
                  </a:ext>
                </a:extLst>
              </a:tr>
              <a:tr h="228600">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tc>
                  <a:txBody>
                    <a:bodyPr/>
                    <a:lstStyle/>
                    <a:p>
                      <a:pPr marL="0" marR="0">
                        <a:spcBef>
                          <a:spcPts val="0"/>
                        </a:spcBef>
                        <a:spcAft>
                          <a:spcPts val="0"/>
                        </a:spcAft>
                      </a:pPr>
                      <a:r>
                        <a:rPr lang="en-US" sz="1100">
                          <a:solidFill>
                            <a:schemeClr val="bg1"/>
                          </a:solidFill>
                          <a:effectLst/>
                        </a:rPr>
                        <a:t> </a:t>
                      </a:r>
                      <a:endParaRPr lang="en-US" sz="1100">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tcPr>
                </a:tc>
                <a:extLst>
                  <a:ext uri="{0D108BD9-81ED-4DB2-BD59-A6C34878D82A}">
                    <a16:rowId xmlns:a16="http://schemas.microsoft.com/office/drawing/2014/main" val="754857209"/>
                  </a:ext>
                </a:extLst>
              </a:tr>
            </a:tbl>
          </a:graphicData>
        </a:graphic>
      </p:graphicFrame>
      <p:graphicFrame>
        <p:nvGraphicFramePr>
          <p:cNvPr id="11" name="Table 10">
            <a:extLst>
              <a:ext uri="{FF2B5EF4-FFF2-40B4-BE49-F238E27FC236}">
                <a16:creationId xmlns:a16="http://schemas.microsoft.com/office/drawing/2014/main" id="{E867D642-ADA1-72E6-C73B-CDEB8FFD1649}"/>
              </a:ext>
            </a:extLst>
          </p:cNvPr>
          <p:cNvGraphicFramePr>
            <a:graphicFrameLocks noGrp="1"/>
          </p:cNvGraphicFramePr>
          <p:nvPr>
            <p:extLst>
              <p:ext uri="{D42A27DB-BD31-4B8C-83A1-F6EECF244321}">
                <p14:modId xmlns:p14="http://schemas.microsoft.com/office/powerpoint/2010/main" val="1363201025"/>
              </p:ext>
            </p:extLst>
          </p:nvPr>
        </p:nvGraphicFramePr>
        <p:xfrm>
          <a:off x="609600" y="5198586"/>
          <a:ext cx="10972800" cy="960120"/>
        </p:xfrm>
        <a:graphic>
          <a:graphicData uri="http://schemas.openxmlformats.org/drawingml/2006/table">
            <a:tbl>
              <a:tblPr>
                <a:tableStyleId>{5C22544A-7EE6-4342-B048-85BDC9FD1C3A}</a:tableStyleId>
              </a:tblPr>
              <a:tblGrid>
                <a:gridCol w="10972800">
                  <a:extLst>
                    <a:ext uri="{9D8B030D-6E8A-4147-A177-3AD203B41FA5}">
                      <a16:colId xmlns:a16="http://schemas.microsoft.com/office/drawing/2014/main" val="3508862547"/>
                    </a:ext>
                  </a:extLst>
                </a:gridCol>
              </a:tblGrid>
              <a:tr h="274320">
                <a:tc>
                  <a:txBody>
                    <a:bodyPr/>
                    <a:lstStyle/>
                    <a:p>
                      <a:pPr marL="0" marR="0">
                        <a:spcBef>
                          <a:spcPts val="300"/>
                        </a:spcBef>
                        <a:spcAft>
                          <a:spcPts val="300"/>
                        </a:spcAft>
                        <a:tabLst>
                          <a:tab pos="5356225" algn="l"/>
                        </a:tabLst>
                      </a:pPr>
                      <a:r>
                        <a:rPr lang="en-US" sz="1200" b="1" cap="small">
                          <a:solidFill>
                            <a:schemeClr val="bg1"/>
                          </a:solidFill>
                          <a:effectLst/>
                        </a:rPr>
                        <a:t>Communications Management Approach (Optional)</a:t>
                      </a:r>
                      <a:endParaRPr lang="en-US" sz="1200" b="1" cap="small">
                        <a:solidFill>
                          <a:schemeClr val="bg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65269" marR="65269"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rgbClr val="FFB500"/>
                    </a:solidFill>
                  </a:tcPr>
                </a:tc>
                <a:extLst>
                  <a:ext uri="{0D108BD9-81ED-4DB2-BD59-A6C34878D82A}">
                    <a16:rowId xmlns:a16="http://schemas.microsoft.com/office/drawing/2014/main" val="2637774"/>
                  </a:ext>
                </a:extLst>
              </a:tr>
              <a:tr h="685800">
                <a:tc>
                  <a:txBody>
                    <a:bodyPr/>
                    <a:lstStyle/>
                    <a:p>
                      <a:pPr marL="0" marR="0" indent="0">
                        <a:spcBef>
                          <a:spcPts val="100"/>
                        </a:spcBef>
                        <a:spcAft>
                          <a:spcPts val="100"/>
                        </a:spcAft>
                        <a:tabLst>
                          <a:tab pos="160020" algn="l"/>
                          <a:tab pos="457200" algn="l"/>
                        </a:tabLst>
                      </a:pPr>
                      <a:r>
                        <a:rPr lang="en-US" sz="1100">
                          <a:solidFill>
                            <a:schemeClr val="bg1"/>
                          </a:solidFill>
                          <a:effectLst/>
                        </a:rPr>
                        <a:t>&lt; Describe the general Communication Management Approach for this project.  List the actions the team will take to ensure adequate communication.  Identify the steps needed to create a communications message for distribution and describe the process for reviewing and distributing communications messages.  Describe any guidelines for meetings. Describe any specific tools that will be used. &gt;</a:t>
                      </a:r>
                      <a:endParaRPr lang="en-US" sz="1100">
                        <a:solidFill>
                          <a:schemeClr val="bg1"/>
                        </a:solidFill>
                        <a:effectLst/>
                        <a:latin typeface="Arial" panose="020B0604020202020204" pitchFamily="34" charset="0"/>
                        <a:ea typeface="Times New Roman" panose="02020603050405020304" pitchFamily="18" charset="0"/>
                      </a:endParaRPr>
                    </a:p>
                  </a:txBody>
                  <a:tcPr marL="65269" marR="65269" marT="0" marB="0" anchor="ctr">
                    <a:lnL w="1270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solidFill>
                      <a:srgbClr val="D8D8D8"/>
                    </a:solidFill>
                  </a:tcPr>
                </a:tc>
                <a:extLst>
                  <a:ext uri="{0D108BD9-81ED-4DB2-BD59-A6C34878D82A}">
                    <a16:rowId xmlns:a16="http://schemas.microsoft.com/office/drawing/2014/main" val="156603646"/>
                  </a:ext>
                </a:extLst>
              </a:tr>
            </a:tbl>
          </a:graphicData>
        </a:graphic>
      </p:graphicFrame>
    </p:spTree>
    <p:extLst>
      <p:ext uri="{BB962C8B-B14F-4D97-AF65-F5344CB8AC3E}">
        <p14:creationId xmlns:p14="http://schemas.microsoft.com/office/powerpoint/2010/main" val="326921484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550CF8-2F15-8545-BCDD-0226430CB3C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E89314F-D428-A311-EC0F-1D8F70328184}"/>
              </a:ext>
            </a:extLst>
          </p:cNvPr>
          <p:cNvSpPr>
            <a:spLocks noGrp="1"/>
          </p:cNvSpPr>
          <p:nvPr>
            <p:ph type="title"/>
          </p:nvPr>
        </p:nvSpPr>
        <p:spPr/>
        <p:txBody>
          <a:bodyPr/>
          <a:lstStyle/>
          <a:p>
            <a:r>
              <a:rPr lang="en-IN"/>
              <a:t>Templates: RAID Log</a:t>
            </a:r>
          </a:p>
        </p:txBody>
      </p:sp>
      <p:sp>
        <p:nvSpPr>
          <p:cNvPr id="5" name="Slide Number Placeholder 4">
            <a:extLst>
              <a:ext uri="{FF2B5EF4-FFF2-40B4-BE49-F238E27FC236}">
                <a16:creationId xmlns:a16="http://schemas.microsoft.com/office/drawing/2014/main" id="{85B6191D-B862-D075-47B9-ABE20853F2CC}"/>
              </a:ext>
            </a:extLst>
          </p:cNvPr>
          <p:cNvSpPr>
            <a:spLocks noGrp="1"/>
          </p:cNvSpPr>
          <p:nvPr>
            <p:ph type="sldNum" sz="quarter" idx="12"/>
          </p:nvPr>
        </p:nvSpPr>
        <p:spPr/>
        <p:txBody>
          <a:bodyPr/>
          <a:lstStyle/>
          <a:p>
            <a:fld id="{94FCA0F3-9F3A-694B-99BB-0E592A797735}" type="slidenum">
              <a:rPr lang="en-US" smtClean="0"/>
              <a:t>104</a:t>
            </a:fld>
            <a:endParaRPr lang="en-US"/>
          </a:p>
        </p:txBody>
      </p:sp>
      <p:sp>
        <p:nvSpPr>
          <p:cNvPr id="6" name="Date Placeholder 5">
            <a:extLst>
              <a:ext uri="{FF2B5EF4-FFF2-40B4-BE49-F238E27FC236}">
                <a16:creationId xmlns:a16="http://schemas.microsoft.com/office/drawing/2014/main" id="{1192F632-3D85-54CC-9AFE-8554B17FCF80}"/>
              </a:ext>
            </a:extLst>
          </p:cNvPr>
          <p:cNvSpPr>
            <a:spLocks noGrp="1"/>
          </p:cNvSpPr>
          <p:nvPr>
            <p:ph type="dt" sz="half" idx="10"/>
          </p:nvPr>
        </p:nvSpPr>
        <p:spPr/>
        <p:txBody>
          <a:bodyPr/>
          <a:lstStyle/>
          <a:p>
            <a:fld id="{3769F2EE-28D9-4B4E-ABE3-345686A12FD5}" type="datetime1">
              <a:rPr lang="en-US" smtClean="0"/>
              <a:t>9/19/2025</a:t>
            </a:fld>
            <a:endParaRPr lang="en-US"/>
          </a:p>
        </p:txBody>
      </p:sp>
      <p:sp>
        <p:nvSpPr>
          <p:cNvPr id="8" name="SmartArt Placeholder 7">
            <a:extLst>
              <a:ext uri="{FF2B5EF4-FFF2-40B4-BE49-F238E27FC236}">
                <a16:creationId xmlns:a16="http://schemas.microsoft.com/office/drawing/2014/main" id="{D0CFC813-0F76-F45B-7851-A77A37A98EE1}"/>
              </a:ext>
            </a:extLst>
          </p:cNvPr>
          <p:cNvSpPr>
            <a:spLocks noGrp="1"/>
          </p:cNvSpPr>
          <p:nvPr>
            <p:ph type="dgm" sz="quarter" idx="17"/>
          </p:nvPr>
        </p:nvSpPr>
        <p:spPr/>
        <p:txBody>
          <a:bodyPr/>
          <a:lstStyle/>
          <a:p>
            <a:endParaRPr lang="en-IN"/>
          </a:p>
        </p:txBody>
      </p:sp>
      <p:graphicFrame>
        <p:nvGraphicFramePr>
          <p:cNvPr id="9" name="Table 8">
            <a:extLst>
              <a:ext uri="{FF2B5EF4-FFF2-40B4-BE49-F238E27FC236}">
                <a16:creationId xmlns:a16="http://schemas.microsoft.com/office/drawing/2014/main" id="{FC3D0D49-FBD3-4015-1AE8-2EB093D68035}"/>
              </a:ext>
            </a:extLst>
          </p:cNvPr>
          <p:cNvGraphicFramePr>
            <a:graphicFrameLocks noGrp="1"/>
          </p:cNvGraphicFramePr>
          <p:nvPr>
            <p:extLst>
              <p:ext uri="{D42A27DB-BD31-4B8C-83A1-F6EECF244321}">
                <p14:modId xmlns:p14="http://schemas.microsoft.com/office/powerpoint/2010/main" val="1118567423"/>
              </p:ext>
            </p:extLst>
          </p:nvPr>
        </p:nvGraphicFramePr>
        <p:xfrm>
          <a:off x="485523" y="1779313"/>
          <a:ext cx="11155680" cy="1005840"/>
        </p:xfrm>
        <a:graphic>
          <a:graphicData uri="http://schemas.openxmlformats.org/drawingml/2006/table">
            <a:tbl>
              <a:tblPr/>
              <a:tblGrid>
                <a:gridCol w="731520">
                  <a:extLst>
                    <a:ext uri="{9D8B030D-6E8A-4147-A177-3AD203B41FA5}">
                      <a16:colId xmlns:a16="http://schemas.microsoft.com/office/drawing/2014/main" val="3892644404"/>
                    </a:ext>
                  </a:extLst>
                </a:gridCol>
                <a:gridCol w="731520">
                  <a:extLst>
                    <a:ext uri="{9D8B030D-6E8A-4147-A177-3AD203B41FA5}">
                      <a16:colId xmlns:a16="http://schemas.microsoft.com/office/drawing/2014/main" val="3050418958"/>
                    </a:ext>
                  </a:extLst>
                </a:gridCol>
                <a:gridCol w="731520">
                  <a:extLst>
                    <a:ext uri="{9D8B030D-6E8A-4147-A177-3AD203B41FA5}">
                      <a16:colId xmlns:a16="http://schemas.microsoft.com/office/drawing/2014/main" val="3699134540"/>
                    </a:ext>
                  </a:extLst>
                </a:gridCol>
                <a:gridCol w="731520">
                  <a:extLst>
                    <a:ext uri="{9D8B030D-6E8A-4147-A177-3AD203B41FA5}">
                      <a16:colId xmlns:a16="http://schemas.microsoft.com/office/drawing/2014/main" val="205342934"/>
                    </a:ext>
                  </a:extLst>
                </a:gridCol>
                <a:gridCol w="914400">
                  <a:extLst>
                    <a:ext uri="{9D8B030D-6E8A-4147-A177-3AD203B41FA5}">
                      <a16:colId xmlns:a16="http://schemas.microsoft.com/office/drawing/2014/main" val="2749812531"/>
                    </a:ext>
                  </a:extLst>
                </a:gridCol>
                <a:gridCol w="731520">
                  <a:extLst>
                    <a:ext uri="{9D8B030D-6E8A-4147-A177-3AD203B41FA5}">
                      <a16:colId xmlns:a16="http://schemas.microsoft.com/office/drawing/2014/main" val="777216899"/>
                    </a:ext>
                  </a:extLst>
                </a:gridCol>
                <a:gridCol w="731520">
                  <a:extLst>
                    <a:ext uri="{9D8B030D-6E8A-4147-A177-3AD203B41FA5}">
                      <a16:colId xmlns:a16="http://schemas.microsoft.com/office/drawing/2014/main" val="90513387"/>
                    </a:ext>
                  </a:extLst>
                </a:gridCol>
                <a:gridCol w="822960">
                  <a:extLst>
                    <a:ext uri="{9D8B030D-6E8A-4147-A177-3AD203B41FA5}">
                      <a16:colId xmlns:a16="http://schemas.microsoft.com/office/drawing/2014/main" val="734791934"/>
                    </a:ext>
                  </a:extLst>
                </a:gridCol>
                <a:gridCol w="914400">
                  <a:extLst>
                    <a:ext uri="{9D8B030D-6E8A-4147-A177-3AD203B41FA5}">
                      <a16:colId xmlns:a16="http://schemas.microsoft.com/office/drawing/2014/main" val="4251169438"/>
                    </a:ext>
                  </a:extLst>
                </a:gridCol>
                <a:gridCol w="822960">
                  <a:extLst>
                    <a:ext uri="{9D8B030D-6E8A-4147-A177-3AD203B41FA5}">
                      <a16:colId xmlns:a16="http://schemas.microsoft.com/office/drawing/2014/main" val="3999327482"/>
                    </a:ext>
                  </a:extLst>
                </a:gridCol>
                <a:gridCol w="731520">
                  <a:extLst>
                    <a:ext uri="{9D8B030D-6E8A-4147-A177-3AD203B41FA5}">
                      <a16:colId xmlns:a16="http://schemas.microsoft.com/office/drawing/2014/main" val="651394465"/>
                    </a:ext>
                  </a:extLst>
                </a:gridCol>
                <a:gridCol w="822960">
                  <a:extLst>
                    <a:ext uri="{9D8B030D-6E8A-4147-A177-3AD203B41FA5}">
                      <a16:colId xmlns:a16="http://schemas.microsoft.com/office/drawing/2014/main" val="512289014"/>
                    </a:ext>
                  </a:extLst>
                </a:gridCol>
                <a:gridCol w="822960">
                  <a:extLst>
                    <a:ext uri="{9D8B030D-6E8A-4147-A177-3AD203B41FA5}">
                      <a16:colId xmlns:a16="http://schemas.microsoft.com/office/drawing/2014/main" val="3060501685"/>
                    </a:ext>
                  </a:extLst>
                </a:gridCol>
                <a:gridCol w="914400">
                  <a:extLst>
                    <a:ext uri="{9D8B030D-6E8A-4147-A177-3AD203B41FA5}">
                      <a16:colId xmlns:a16="http://schemas.microsoft.com/office/drawing/2014/main" val="540109925"/>
                    </a:ext>
                  </a:extLst>
                </a:gridCol>
              </a:tblGrid>
              <a:tr h="640080">
                <a:tc>
                  <a:txBody>
                    <a:bodyPr/>
                    <a:lstStyle/>
                    <a:p>
                      <a:pPr algn="ctr" fontAlgn="t"/>
                      <a:r>
                        <a:rPr lang="en-US" sz="1000" b="1" i="0" u="none" strike="noStrike">
                          <a:solidFill>
                            <a:schemeClr val="bg1"/>
                          </a:solidFill>
                          <a:effectLst/>
                          <a:latin typeface="EYInterstate" panose="02000503020000020004" pitchFamily="2" charset="0"/>
                        </a:rPr>
                        <a:t>Risk / </a:t>
                      </a:r>
                    </a:p>
                    <a:p>
                      <a:pPr algn="ctr" fontAlgn="t"/>
                      <a:r>
                        <a:rPr lang="en-US" sz="1000" b="1" i="0" u="none" strike="noStrike">
                          <a:solidFill>
                            <a:schemeClr val="bg1"/>
                          </a:solidFill>
                          <a:effectLst/>
                          <a:latin typeface="EYInterstate" panose="02000503020000020004" pitchFamily="2" charset="0"/>
                        </a:rPr>
                        <a:t>Issue </a:t>
                      </a:r>
                    </a:p>
                    <a:p>
                      <a:pPr algn="ctr" fontAlgn="t"/>
                      <a:r>
                        <a:rPr lang="en-US" sz="1000" b="1" i="0" u="none" strike="noStrike">
                          <a:solidFill>
                            <a:schemeClr val="bg1"/>
                          </a:solidFill>
                          <a:effectLst/>
                          <a:latin typeface="EYInterstate" panose="02000503020000020004" pitchFamily="2" charset="0"/>
                        </a:rPr>
                        <a:t>#</a:t>
                      </a:r>
                    </a:p>
                  </a:txBody>
                  <a:tcPr marL="0" marR="0" marT="0" marB="0" anchor="ctr">
                    <a:lnL w="1270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Date Opened</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Owner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Current Status</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Risk Event / Description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Due Date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Mitigation Plan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Contingency Plan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Impact</a:t>
                      </a:r>
                    </a:p>
                    <a:p>
                      <a:pPr algn="ctr" fontAlgn="t"/>
                      <a:r>
                        <a:rPr lang="en-US" sz="1000" b="1" i="0" u="none" strike="noStrike">
                          <a:solidFill>
                            <a:schemeClr val="bg1"/>
                          </a:solidFill>
                          <a:effectLst/>
                          <a:latin typeface="EYInterstate" panose="02000503020000020004" pitchFamily="2" charset="0"/>
                        </a:rPr>
                        <a:t>(Cost, Time, Capability)</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Probability (1-5)</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Impact </a:t>
                      </a:r>
                    </a:p>
                    <a:p>
                      <a:pPr algn="ctr" fontAlgn="t"/>
                      <a:r>
                        <a:rPr lang="en-US" sz="1000" b="1" i="0" u="none" strike="noStrike">
                          <a:solidFill>
                            <a:schemeClr val="bg1"/>
                          </a:solidFill>
                          <a:effectLst/>
                          <a:latin typeface="EYInterstate" panose="02000503020000020004" pitchFamily="2" charset="0"/>
                        </a:rPr>
                        <a:t>(1-5)</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Severity (C,H,M,L)</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Escalated</a:t>
                      </a:r>
                    </a:p>
                    <a:p>
                      <a:pPr algn="ctr" fontAlgn="t"/>
                      <a:r>
                        <a:rPr lang="en-US" sz="1000" b="1" i="0" u="none" strike="noStrike">
                          <a:solidFill>
                            <a:schemeClr val="bg1"/>
                          </a:solidFill>
                          <a:effectLst/>
                          <a:latin typeface="EYInterstate" panose="02000503020000020004" pitchFamily="2" charset="0"/>
                        </a:rPr>
                        <a:t>(Y, N &amp; </a:t>
                      </a:r>
                    </a:p>
                    <a:p>
                      <a:pPr algn="ctr" fontAlgn="t"/>
                      <a:r>
                        <a:rPr lang="en-US" sz="1000" b="1" i="0" u="none" strike="noStrike">
                          <a:solidFill>
                            <a:schemeClr val="bg1"/>
                          </a:solidFill>
                          <a:effectLst/>
                          <a:latin typeface="EYInterstate" panose="02000503020000020004" pitchFamily="2" charset="0"/>
                        </a:rPr>
                        <a:t>Who)</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Comment </a:t>
                      </a:r>
                    </a:p>
                  </a:txBody>
                  <a:tcPr marL="0" marR="0" marT="0" marB="0" anchor="ctr">
                    <a:lnL w="635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extLst>
                  <a:ext uri="{0D108BD9-81ED-4DB2-BD59-A6C34878D82A}">
                    <a16:rowId xmlns:a16="http://schemas.microsoft.com/office/drawing/2014/main" val="3205908994"/>
                  </a:ext>
                </a:extLst>
              </a:tr>
              <a:tr h="365760">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1270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0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0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0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0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0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defRPr/>
                      </a:pPr>
                      <a:endParaRPr kumimoji="0" lang="en-US" sz="1000" b="0" i="0" u="none" strike="noStrike" kern="1200" cap="none" normalizeH="0" baseline="0">
                        <a:ln>
                          <a:noFill/>
                        </a:ln>
                        <a:solidFill>
                          <a:schemeClr val="bg1"/>
                        </a:solidFill>
                        <a:effectLst/>
                        <a:latin typeface="EYInterstate" panose="02000503020000020004" pitchFamily="2" charset="0"/>
                        <a:ea typeface="+mn-ea"/>
                        <a:cs typeface="Arial"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3635170396"/>
                  </a:ext>
                </a:extLst>
              </a:tr>
            </a:tbl>
          </a:graphicData>
        </a:graphic>
      </p:graphicFrame>
      <p:sp>
        <p:nvSpPr>
          <p:cNvPr id="12" name="Rectangle 11">
            <a:extLst>
              <a:ext uri="{FF2B5EF4-FFF2-40B4-BE49-F238E27FC236}">
                <a16:creationId xmlns:a16="http://schemas.microsoft.com/office/drawing/2014/main" id="{A80DDDC0-6040-21FC-F9B2-5F9C4F63D732}"/>
              </a:ext>
            </a:extLst>
          </p:cNvPr>
          <p:cNvSpPr/>
          <p:nvPr/>
        </p:nvSpPr>
        <p:spPr>
          <a:xfrm>
            <a:off x="485523" y="1368700"/>
            <a:ext cx="1828800" cy="320040"/>
          </a:xfrm>
          <a:prstGeom prst="rect">
            <a:avLst/>
          </a:prstGeom>
        </p:spPr>
        <p:txBody>
          <a:bodyPr wrap="square" anchor="ctr" anchorCtr="0">
            <a:noAutofit/>
          </a:bodyPr>
          <a:lstStyle/>
          <a:p>
            <a:r>
              <a:rPr lang="en-US" sz="1400" b="1">
                <a:solidFill>
                  <a:schemeClr val="bg1"/>
                </a:solidFill>
              </a:rPr>
              <a:t>Risk &amp; Issue Log: </a:t>
            </a:r>
            <a:endParaRPr lang="en-US" sz="1400">
              <a:solidFill>
                <a:schemeClr val="bg1"/>
              </a:solidFill>
            </a:endParaRPr>
          </a:p>
        </p:txBody>
      </p:sp>
      <p:sp>
        <p:nvSpPr>
          <p:cNvPr id="13" name="Rectangle 12">
            <a:extLst>
              <a:ext uri="{FF2B5EF4-FFF2-40B4-BE49-F238E27FC236}">
                <a16:creationId xmlns:a16="http://schemas.microsoft.com/office/drawing/2014/main" id="{4151A215-925C-3340-53E8-806D739F851C}"/>
              </a:ext>
            </a:extLst>
          </p:cNvPr>
          <p:cNvSpPr/>
          <p:nvPr/>
        </p:nvSpPr>
        <p:spPr>
          <a:xfrm>
            <a:off x="485523" y="3012084"/>
            <a:ext cx="1828800" cy="320040"/>
          </a:xfrm>
          <a:prstGeom prst="rect">
            <a:avLst/>
          </a:prstGeom>
        </p:spPr>
        <p:txBody>
          <a:bodyPr wrap="square" anchor="ctr" anchorCtr="0">
            <a:noAutofit/>
          </a:bodyPr>
          <a:lstStyle/>
          <a:p>
            <a:r>
              <a:rPr lang="en-US" sz="1400" b="1">
                <a:solidFill>
                  <a:schemeClr val="bg1"/>
                </a:solidFill>
              </a:rPr>
              <a:t>Assumptions Log: </a:t>
            </a:r>
            <a:endParaRPr lang="en-US" sz="1400">
              <a:solidFill>
                <a:schemeClr val="bg1"/>
              </a:solidFill>
            </a:endParaRPr>
          </a:p>
        </p:txBody>
      </p:sp>
      <p:sp>
        <p:nvSpPr>
          <p:cNvPr id="14" name="Rectangle 13">
            <a:extLst>
              <a:ext uri="{FF2B5EF4-FFF2-40B4-BE49-F238E27FC236}">
                <a16:creationId xmlns:a16="http://schemas.microsoft.com/office/drawing/2014/main" id="{DDE6F200-22F5-C1AD-876D-8DE520677450}"/>
              </a:ext>
            </a:extLst>
          </p:cNvPr>
          <p:cNvSpPr/>
          <p:nvPr/>
        </p:nvSpPr>
        <p:spPr>
          <a:xfrm>
            <a:off x="485523" y="4701423"/>
            <a:ext cx="1828800" cy="320040"/>
          </a:xfrm>
          <a:prstGeom prst="rect">
            <a:avLst/>
          </a:prstGeom>
        </p:spPr>
        <p:txBody>
          <a:bodyPr wrap="square" anchor="ctr" anchorCtr="0">
            <a:noAutofit/>
          </a:bodyPr>
          <a:lstStyle/>
          <a:p>
            <a:r>
              <a:rPr lang="en-US" sz="1400" b="1">
                <a:solidFill>
                  <a:schemeClr val="bg1"/>
                </a:solidFill>
              </a:rPr>
              <a:t>Dependency Log: </a:t>
            </a:r>
            <a:endParaRPr lang="en-US" sz="1400">
              <a:solidFill>
                <a:schemeClr val="bg1"/>
              </a:solidFill>
            </a:endParaRPr>
          </a:p>
        </p:txBody>
      </p:sp>
      <p:graphicFrame>
        <p:nvGraphicFramePr>
          <p:cNvPr id="15" name="Table 14">
            <a:extLst>
              <a:ext uri="{FF2B5EF4-FFF2-40B4-BE49-F238E27FC236}">
                <a16:creationId xmlns:a16="http://schemas.microsoft.com/office/drawing/2014/main" id="{9DCC9B30-C1E9-3975-050D-CE3523EFBC8F}"/>
              </a:ext>
            </a:extLst>
          </p:cNvPr>
          <p:cNvGraphicFramePr>
            <a:graphicFrameLocks noGrp="1"/>
          </p:cNvGraphicFramePr>
          <p:nvPr>
            <p:extLst>
              <p:ext uri="{D42A27DB-BD31-4B8C-83A1-F6EECF244321}">
                <p14:modId xmlns:p14="http://schemas.microsoft.com/office/powerpoint/2010/main" val="1762001056"/>
              </p:ext>
            </p:extLst>
          </p:nvPr>
        </p:nvGraphicFramePr>
        <p:xfrm>
          <a:off x="485523" y="5112903"/>
          <a:ext cx="11155680" cy="1005840"/>
        </p:xfrm>
        <a:graphic>
          <a:graphicData uri="http://schemas.openxmlformats.org/drawingml/2006/table">
            <a:tbl>
              <a:tblPr/>
              <a:tblGrid>
                <a:gridCol w="914400">
                  <a:extLst>
                    <a:ext uri="{9D8B030D-6E8A-4147-A177-3AD203B41FA5}">
                      <a16:colId xmlns:a16="http://schemas.microsoft.com/office/drawing/2014/main" val="3892644404"/>
                    </a:ext>
                  </a:extLst>
                </a:gridCol>
                <a:gridCol w="914400">
                  <a:extLst>
                    <a:ext uri="{9D8B030D-6E8A-4147-A177-3AD203B41FA5}">
                      <a16:colId xmlns:a16="http://schemas.microsoft.com/office/drawing/2014/main" val="3050418958"/>
                    </a:ext>
                  </a:extLst>
                </a:gridCol>
                <a:gridCol w="914400">
                  <a:extLst>
                    <a:ext uri="{9D8B030D-6E8A-4147-A177-3AD203B41FA5}">
                      <a16:colId xmlns:a16="http://schemas.microsoft.com/office/drawing/2014/main" val="3699134540"/>
                    </a:ext>
                  </a:extLst>
                </a:gridCol>
                <a:gridCol w="1645920">
                  <a:extLst>
                    <a:ext uri="{9D8B030D-6E8A-4147-A177-3AD203B41FA5}">
                      <a16:colId xmlns:a16="http://schemas.microsoft.com/office/drawing/2014/main" val="205342934"/>
                    </a:ext>
                  </a:extLst>
                </a:gridCol>
                <a:gridCol w="914400">
                  <a:extLst>
                    <a:ext uri="{9D8B030D-6E8A-4147-A177-3AD203B41FA5}">
                      <a16:colId xmlns:a16="http://schemas.microsoft.com/office/drawing/2014/main" val="2749812531"/>
                    </a:ext>
                  </a:extLst>
                </a:gridCol>
                <a:gridCol w="914400">
                  <a:extLst>
                    <a:ext uri="{9D8B030D-6E8A-4147-A177-3AD203B41FA5}">
                      <a16:colId xmlns:a16="http://schemas.microsoft.com/office/drawing/2014/main" val="777216899"/>
                    </a:ext>
                  </a:extLst>
                </a:gridCol>
                <a:gridCol w="1645920">
                  <a:extLst>
                    <a:ext uri="{9D8B030D-6E8A-4147-A177-3AD203B41FA5}">
                      <a16:colId xmlns:a16="http://schemas.microsoft.com/office/drawing/2014/main" val="90513387"/>
                    </a:ext>
                  </a:extLst>
                </a:gridCol>
                <a:gridCol w="914400">
                  <a:extLst>
                    <a:ext uri="{9D8B030D-6E8A-4147-A177-3AD203B41FA5}">
                      <a16:colId xmlns:a16="http://schemas.microsoft.com/office/drawing/2014/main" val="744266429"/>
                    </a:ext>
                  </a:extLst>
                </a:gridCol>
                <a:gridCol w="914400">
                  <a:extLst>
                    <a:ext uri="{9D8B030D-6E8A-4147-A177-3AD203B41FA5}">
                      <a16:colId xmlns:a16="http://schemas.microsoft.com/office/drawing/2014/main" val="1200592448"/>
                    </a:ext>
                  </a:extLst>
                </a:gridCol>
                <a:gridCol w="1463040">
                  <a:extLst>
                    <a:ext uri="{9D8B030D-6E8A-4147-A177-3AD203B41FA5}">
                      <a16:colId xmlns:a16="http://schemas.microsoft.com/office/drawing/2014/main" val="734791934"/>
                    </a:ext>
                  </a:extLst>
                </a:gridCol>
              </a:tblGrid>
              <a:tr h="685800">
                <a:tc>
                  <a:txBody>
                    <a:bodyPr/>
                    <a:lstStyle/>
                    <a:p>
                      <a:pPr algn="ctr" fontAlgn="t"/>
                      <a:r>
                        <a:rPr lang="en-US" sz="1000" b="1" i="0" u="none" strike="noStrike">
                          <a:solidFill>
                            <a:schemeClr val="bg1"/>
                          </a:solidFill>
                          <a:effectLst/>
                          <a:latin typeface="EYInterstate" panose="02000503020000020004" pitchFamily="2" charset="0"/>
                        </a:rPr>
                        <a:t>Dependency</a:t>
                      </a:r>
                    </a:p>
                    <a:p>
                      <a:pPr algn="ctr" fontAlgn="t"/>
                      <a:r>
                        <a:rPr lang="en-US" sz="1000" b="1" i="0" u="none" strike="noStrike">
                          <a:solidFill>
                            <a:schemeClr val="bg1"/>
                          </a:solidFill>
                          <a:effectLst/>
                          <a:latin typeface="EYInterstate" panose="02000503020000020004" pitchFamily="2" charset="0"/>
                        </a:rPr>
                        <a:t> #</a:t>
                      </a:r>
                    </a:p>
                  </a:txBody>
                  <a:tcPr marL="0" marR="0" marT="0" marB="0" anchor="ctr">
                    <a:lnL w="1270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Date Opened</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Owner/ This Workstream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Dependent </a:t>
                      </a:r>
                    </a:p>
                    <a:p>
                      <a:pPr algn="ctr" fontAlgn="t"/>
                      <a:r>
                        <a:rPr lang="en-US" sz="1000" b="1" i="0" u="none" strike="noStrike">
                          <a:solidFill>
                            <a:schemeClr val="bg1"/>
                          </a:solidFill>
                          <a:effectLst/>
                          <a:latin typeface="EYInterstate" panose="02000503020000020004" pitchFamily="2" charset="0"/>
                        </a:rPr>
                        <a:t>on this Workstream, Person or Team</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Description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Due Date /</a:t>
                      </a:r>
                    </a:p>
                    <a:p>
                      <a:pPr algn="ctr" fontAlgn="t"/>
                      <a:r>
                        <a:rPr lang="en-US" sz="1000" b="1" i="0" u="none" strike="noStrike">
                          <a:solidFill>
                            <a:schemeClr val="bg1"/>
                          </a:solidFill>
                          <a:effectLst/>
                          <a:latin typeface="EYInterstate" panose="02000503020000020004" pitchFamily="2" charset="0"/>
                        </a:rPr>
                        <a:t> Date Needed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Implication if date is not met</a:t>
                      </a:r>
                    </a:p>
                    <a:p>
                      <a:pPr algn="ctr" fontAlgn="t"/>
                      <a:r>
                        <a:rPr lang="en-US" sz="1000" b="1" i="0" u="none" strike="noStrike">
                          <a:solidFill>
                            <a:schemeClr val="bg1"/>
                          </a:solidFill>
                          <a:effectLst/>
                          <a:latin typeface="EYInterstate" panose="02000503020000020004" pitchFamily="2" charset="0"/>
                        </a:rPr>
                        <a:t>(Cost, Time, Capability)</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marL="0" marR="0" lvl="0" indent="0" algn="ctr" defTabSz="457189" rtl="0" eaLnBrk="1" fontAlgn="t" latinLnBrk="0" hangingPunct="1">
                        <a:lnSpc>
                          <a:spcPct val="100000"/>
                        </a:lnSpc>
                        <a:spcBef>
                          <a:spcPts val="0"/>
                        </a:spcBef>
                        <a:spcAft>
                          <a:spcPts val="0"/>
                        </a:spcAft>
                        <a:buClrTx/>
                        <a:buSzTx/>
                        <a:buFontTx/>
                        <a:buNone/>
                        <a:tabLst/>
                        <a:defRPr/>
                      </a:pPr>
                      <a:r>
                        <a:rPr lang="en-US" sz="1000" b="1" i="0" u="none" strike="noStrike">
                          <a:solidFill>
                            <a:schemeClr val="bg1"/>
                          </a:solidFill>
                          <a:effectLst/>
                          <a:latin typeface="EYInterstate" panose="02000503020000020004" pitchFamily="2" charset="0"/>
                        </a:rPr>
                        <a:t>Date </a:t>
                      </a:r>
                    </a:p>
                    <a:p>
                      <a:pPr marL="0" marR="0" lvl="0" indent="0" algn="ctr" defTabSz="457189" rtl="0" eaLnBrk="1" fontAlgn="t" latinLnBrk="0" hangingPunct="1">
                        <a:lnSpc>
                          <a:spcPct val="100000"/>
                        </a:lnSpc>
                        <a:spcBef>
                          <a:spcPts val="0"/>
                        </a:spcBef>
                        <a:spcAft>
                          <a:spcPts val="0"/>
                        </a:spcAft>
                        <a:buClrTx/>
                        <a:buSzTx/>
                        <a:buFontTx/>
                        <a:buNone/>
                        <a:tabLst/>
                        <a:defRPr/>
                      </a:pPr>
                      <a:r>
                        <a:rPr lang="en-US" sz="1000" b="1" i="0" u="none" strike="noStrike">
                          <a:solidFill>
                            <a:schemeClr val="bg1"/>
                          </a:solidFill>
                          <a:effectLst/>
                          <a:latin typeface="EYInterstate" panose="02000503020000020004" pitchFamily="2" charset="0"/>
                        </a:rPr>
                        <a:t>Completed</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Escalated </a:t>
                      </a:r>
                    </a:p>
                    <a:p>
                      <a:pPr algn="ctr" fontAlgn="t"/>
                      <a:r>
                        <a:rPr lang="en-US" sz="1000" b="1" i="0" u="none" strike="noStrike">
                          <a:solidFill>
                            <a:schemeClr val="bg1"/>
                          </a:solidFill>
                          <a:effectLst/>
                          <a:latin typeface="EYInterstate" panose="02000503020000020004" pitchFamily="2" charset="0"/>
                        </a:rPr>
                        <a:t>(Y, N &amp; </a:t>
                      </a:r>
                    </a:p>
                    <a:p>
                      <a:pPr algn="ctr" fontAlgn="t"/>
                      <a:r>
                        <a:rPr lang="en-US" sz="1000" b="1" i="0" u="none" strike="noStrike">
                          <a:solidFill>
                            <a:schemeClr val="bg1"/>
                          </a:solidFill>
                          <a:effectLst/>
                          <a:latin typeface="EYInterstate" panose="02000503020000020004" pitchFamily="2" charset="0"/>
                        </a:rPr>
                        <a:t>Who)</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Comment </a:t>
                      </a:r>
                    </a:p>
                  </a:txBody>
                  <a:tcPr marL="0" marR="0" marT="0" marB="0" anchor="ctr">
                    <a:lnL w="635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extLst>
                  <a:ext uri="{0D108BD9-81ED-4DB2-BD59-A6C34878D82A}">
                    <a16:rowId xmlns:a16="http://schemas.microsoft.com/office/drawing/2014/main" val="3205908994"/>
                  </a:ext>
                </a:extLst>
              </a:tr>
              <a:tr h="320040">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1270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3635170396"/>
                  </a:ext>
                </a:extLst>
              </a:tr>
            </a:tbl>
          </a:graphicData>
        </a:graphic>
      </p:graphicFrame>
      <p:graphicFrame>
        <p:nvGraphicFramePr>
          <p:cNvPr id="16" name="Table 15">
            <a:extLst>
              <a:ext uri="{FF2B5EF4-FFF2-40B4-BE49-F238E27FC236}">
                <a16:creationId xmlns:a16="http://schemas.microsoft.com/office/drawing/2014/main" id="{B2169B8C-6E04-D228-E72B-2130BF13604F}"/>
              </a:ext>
            </a:extLst>
          </p:cNvPr>
          <p:cNvGraphicFramePr>
            <a:graphicFrameLocks noGrp="1"/>
          </p:cNvGraphicFramePr>
          <p:nvPr>
            <p:extLst>
              <p:ext uri="{D42A27DB-BD31-4B8C-83A1-F6EECF244321}">
                <p14:modId xmlns:p14="http://schemas.microsoft.com/office/powerpoint/2010/main" val="844780040"/>
              </p:ext>
            </p:extLst>
          </p:nvPr>
        </p:nvGraphicFramePr>
        <p:xfrm>
          <a:off x="485523" y="3418405"/>
          <a:ext cx="11155680" cy="1051560"/>
        </p:xfrm>
        <a:graphic>
          <a:graphicData uri="http://schemas.openxmlformats.org/drawingml/2006/table">
            <a:tbl>
              <a:tblPr/>
              <a:tblGrid>
                <a:gridCol w="914400">
                  <a:extLst>
                    <a:ext uri="{9D8B030D-6E8A-4147-A177-3AD203B41FA5}">
                      <a16:colId xmlns:a16="http://schemas.microsoft.com/office/drawing/2014/main" val="3892644404"/>
                    </a:ext>
                  </a:extLst>
                </a:gridCol>
                <a:gridCol w="822960">
                  <a:extLst>
                    <a:ext uri="{9D8B030D-6E8A-4147-A177-3AD203B41FA5}">
                      <a16:colId xmlns:a16="http://schemas.microsoft.com/office/drawing/2014/main" val="3050418958"/>
                    </a:ext>
                  </a:extLst>
                </a:gridCol>
                <a:gridCol w="1097280">
                  <a:extLst>
                    <a:ext uri="{9D8B030D-6E8A-4147-A177-3AD203B41FA5}">
                      <a16:colId xmlns:a16="http://schemas.microsoft.com/office/drawing/2014/main" val="3699134540"/>
                    </a:ext>
                  </a:extLst>
                </a:gridCol>
                <a:gridCol w="822960">
                  <a:extLst>
                    <a:ext uri="{9D8B030D-6E8A-4147-A177-3AD203B41FA5}">
                      <a16:colId xmlns:a16="http://schemas.microsoft.com/office/drawing/2014/main" val="205342934"/>
                    </a:ext>
                  </a:extLst>
                </a:gridCol>
                <a:gridCol w="822960">
                  <a:extLst>
                    <a:ext uri="{9D8B030D-6E8A-4147-A177-3AD203B41FA5}">
                      <a16:colId xmlns:a16="http://schemas.microsoft.com/office/drawing/2014/main" val="2749812531"/>
                    </a:ext>
                  </a:extLst>
                </a:gridCol>
                <a:gridCol w="1097280">
                  <a:extLst>
                    <a:ext uri="{9D8B030D-6E8A-4147-A177-3AD203B41FA5}">
                      <a16:colId xmlns:a16="http://schemas.microsoft.com/office/drawing/2014/main" val="777216899"/>
                    </a:ext>
                  </a:extLst>
                </a:gridCol>
                <a:gridCol w="822960">
                  <a:extLst>
                    <a:ext uri="{9D8B030D-6E8A-4147-A177-3AD203B41FA5}">
                      <a16:colId xmlns:a16="http://schemas.microsoft.com/office/drawing/2014/main" val="2663114909"/>
                    </a:ext>
                  </a:extLst>
                </a:gridCol>
                <a:gridCol w="822960">
                  <a:extLst>
                    <a:ext uri="{9D8B030D-6E8A-4147-A177-3AD203B41FA5}">
                      <a16:colId xmlns:a16="http://schemas.microsoft.com/office/drawing/2014/main" val="3966701609"/>
                    </a:ext>
                  </a:extLst>
                </a:gridCol>
                <a:gridCol w="822960">
                  <a:extLst>
                    <a:ext uri="{9D8B030D-6E8A-4147-A177-3AD203B41FA5}">
                      <a16:colId xmlns:a16="http://schemas.microsoft.com/office/drawing/2014/main" val="90513387"/>
                    </a:ext>
                  </a:extLst>
                </a:gridCol>
                <a:gridCol w="1097280">
                  <a:extLst>
                    <a:ext uri="{9D8B030D-6E8A-4147-A177-3AD203B41FA5}">
                      <a16:colId xmlns:a16="http://schemas.microsoft.com/office/drawing/2014/main" val="734791934"/>
                    </a:ext>
                  </a:extLst>
                </a:gridCol>
                <a:gridCol w="914400">
                  <a:extLst>
                    <a:ext uri="{9D8B030D-6E8A-4147-A177-3AD203B41FA5}">
                      <a16:colId xmlns:a16="http://schemas.microsoft.com/office/drawing/2014/main" val="3912390030"/>
                    </a:ext>
                  </a:extLst>
                </a:gridCol>
                <a:gridCol w="1097280">
                  <a:extLst>
                    <a:ext uri="{9D8B030D-6E8A-4147-A177-3AD203B41FA5}">
                      <a16:colId xmlns:a16="http://schemas.microsoft.com/office/drawing/2014/main" val="1862980285"/>
                    </a:ext>
                  </a:extLst>
                </a:gridCol>
              </a:tblGrid>
              <a:tr h="685800">
                <a:tc>
                  <a:txBody>
                    <a:bodyPr/>
                    <a:lstStyle/>
                    <a:p>
                      <a:pPr algn="ctr" fontAlgn="t"/>
                      <a:r>
                        <a:rPr lang="en-US" sz="1000" b="1" i="0" u="none" strike="noStrike">
                          <a:solidFill>
                            <a:schemeClr val="bg1"/>
                          </a:solidFill>
                          <a:effectLst/>
                          <a:latin typeface="EYInterstate" panose="02000503020000020004" pitchFamily="2" charset="0"/>
                        </a:rPr>
                        <a:t>Assumption</a:t>
                      </a:r>
                    </a:p>
                    <a:p>
                      <a:pPr algn="ctr" fontAlgn="t"/>
                      <a:r>
                        <a:rPr lang="en-US" sz="1000" b="1" i="0" u="none" strike="noStrike">
                          <a:solidFill>
                            <a:schemeClr val="bg1"/>
                          </a:solidFill>
                          <a:effectLst/>
                          <a:latin typeface="EYInterstate" panose="02000503020000020004" pitchFamily="2" charset="0"/>
                        </a:rPr>
                        <a:t>#</a:t>
                      </a:r>
                    </a:p>
                  </a:txBody>
                  <a:tcPr marL="0" marR="0" marT="0" marB="0" anchor="ctr">
                    <a:lnL w="1270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Category</a:t>
                      </a:r>
                    </a:p>
                    <a:p>
                      <a:pPr algn="ctr" fontAlgn="t"/>
                      <a:r>
                        <a:rPr lang="en-US" sz="1000" b="1" i="0" u="none" strike="noStrike">
                          <a:solidFill>
                            <a:schemeClr val="bg1"/>
                          </a:solidFill>
                          <a:effectLst/>
                          <a:latin typeface="EYInterstate" panose="02000503020000020004" pitchFamily="2" charset="0"/>
                        </a:rPr>
                        <a:t>Ex. Scope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Description of Assumption / Constraint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Owner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Due date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Actions to validate the assumption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Impact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Priority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Current </a:t>
                      </a:r>
                    </a:p>
                    <a:p>
                      <a:pPr algn="ctr" fontAlgn="t"/>
                      <a:r>
                        <a:rPr lang="en-US" sz="1000" b="1" i="0" u="none" strike="noStrike">
                          <a:solidFill>
                            <a:schemeClr val="bg1"/>
                          </a:solidFill>
                          <a:effectLst/>
                          <a:latin typeface="EYInterstate" panose="02000503020000020004" pitchFamily="2" charset="0"/>
                        </a:rPr>
                        <a:t>Status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Comments </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Escalated </a:t>
                      </a:r>
                    </a:p>
                    <a:p>
                      <a:pPr algn="ctr" fontAlgn="t"/>
                      <a:r>
                        <a:rPr lang="en-US" sz="1000" b="1" i="0" u="none" strike="noStrike">
                          <a:solidFill>
                            <a:schemeClr val="bg1"/>
                          </a:solidFill>
                          <a:effectLst/>
                          <a:latin typeface="EYInterstate" panose="02000503020000020004" pitchFamily="2" charset="0"/>
                        </a:rPr>
                        <a:t>(Y, N &amp; </a:t>
                      </a:r>
                    </a:p>
                    <a:p>
                      <a:pPr algn="ctr" fontAlgn="t"/>
                      <a:r>
                        <a:rPr lang="en-US" sz="1000" b="1" i="0" u="none" strike="noStrike">
                          <a:solidFill>
                            <a:schemeClr val="bg1"/>
                          </a:solidFill>
                          <a:effectLst/>
                          <a:latin typeface="EYInterstate" panose="02000503020000020004" pitchFamily="2" charset="0"/>
                        </a:rPr>
                        <a:t>Who)</a:t>
                      </a:r>
                    </a:p>
                  </a:txBody>
                  <a:tcPr marL="0" marR="0" marT="0" marB="0"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tc>
                  <a:txBody>
                    <a:bodyPr/>
                    <a:lstStyle/>
                    <a:p>
                      <a:pPr algn="ctr" fontAlgn="t"/>
                      <a:r>
                        <a:rPr lang="en-US" sz="1000" b="1" i="0" u="none" strike="noStrike">
                          <a:solidFill>
                            <a:schemeClr val="bg1"/>
                          </a:solidFill>
                          <a:effectLst/>
                          <a:latin typeface="EYInterstate" panose="02000503020000020004" pitchFamily="2" charset="0"/>
                        </a:rPr>
                        <a:t>Comment </a:t>
                      </a:r>
                    </a:p>
                  </a:txBody>
                  <a:tcPr marL="0" marR="0" marT="0" marB="0" anchor="ctr">
                    <a:lnL w="635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1270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FFB500"/>
                    </a:solidFill>
                  </a:tcPr>
                </a:tc>
                <a:extLst>
                  <a:ext uri="{0D108BD9-81ED-4DB2-BD59-A6C34878D82A}">
                    <a16:rowId xmlns:a16="http://schemas.microsoft.com/office/drawing/2014/main" val="3205908994"/>
                  </a:ext>
                </a:extLst>
              </a:tr>
              <a:tr h="365760">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1270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tc>
                  <a:txBody>
                    <a:bodyPr/>
                    <a:lstStyle/>
                    <a:p>
                      <a:pPr marL="0" marR="0" lvl="0" indent="0" algn="l" defTabSz="914400" rtl="0" eaLnBrk="0" fontAlgn="b" latinLnBrk="0" hangingPunct="0">
                        <a:lnSpc>
                          <a:spcPct val="100000"/>
                        </a:lnSpc>
                        <a:spcBef>
                          <a:spcPct val="0"/>
                        </a:spcBef>
                        <a:spcAft>
                          <a:spcPct val="0"/>
                        </a:spcAft>
                        <a:buClrTx/>
                        <a:buSzTx/>
                        <a:buFontTx/>
                        <a:buNone/>
                        <a:tabLst>
                          <a:tab pos="0" algn="l"/>
                        </a:tabLst>
                      </a:pPr>
                      <a:endParaRPr kumimoji="0" lang="en-US" sz="1000" b="1" i="0" u="none" strike="noStrike" cap="none" normalizeH="0" baseline="0">
                        <a:ln>
                          <a:noFill/>
                        </a:ln>
                        <a:solidFill>
                          <a:schemeClr val="bg1"/>
                        </a:solidFill>
                        <a:effectLst/>
                        <a:latin typeface="EYInterstate" panose="02000503020000020004" pitchFamily="2" charset="0"/>
                      </a:endParaRPr>
                    </a:p>
                  </a:txBody>
                  <a:tcPr marT="45717" marB="45717" anchor="ctr" horzOverflow="overflow">
                    <a:lnL w="6350" cap="flat" cmpd="sng" algn="ctr">
                      <a:solidFill>
                        <a:schemeClr val="bg1">
                          <a:lumMod val="50000"/>
                          <a:lumOff val="50000"/>
                        </a:schemeClr>
                      </a:solidFill>
                      <a:prstDash val="solid"/>
                      <a:round/>
                      <a:headEnd type="none" w="med" len="med"/>
                      <a:tailEnd type="none" w="med" len="med"/>
                    </a:lnL>
                    <a:lnR w="1270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12700" cap="flat" cmpd="sng" algn="ctr">
                      <a:solidFill>
                        <a:schemeClr val="bg1">
                          <a:lumMod val="50000"/>
                          <a:lumOff val="50000"/>
                        </a:schemeClr>
                      </a:solidFill>
                      <a:prstDash val="solid"/>
                      <a:round/>
                      <a:headEnd type="none" w="med" len="med"/>
                      <a:tailEnd type="none" w="med" len="med"/>
                    </a:lnB>
                    <a:lnTlToBr>
                      <a:noFill/>
                    </a:lnTlToBr>
                    <a:lnBlToTr>
                      <a:noFill/>
                    </a:lnBlToTr>
                    <a:solidFill>
                      <a:srgbClr val="D8D8D8"/>
                    </a:solidFill>
                  </a:tcPr>
                </a:tc>
                <a:extLst>
                  <a:ext uri="{0D108BD9-81ED-4DB2-BD59-A6C34878D82A}">
                    <a16:rowId xmlns:a16="http://schemas.microsoft.com/office/drawing/2014/main" val="3635170396"/>
                  </a:ext>
                </a:extLst>
              </a:tr>
            </a:tbl>
          </a:graphicData>
        </a:graphic>
      </p:graphicFrame>
    </p:spTree>
    <p:extLst>
      <p:ext uri="{BB962C8B-B14F-4D97-AF65-F5344CB8AC3E}">
        <p14:creationId xmlns:p14="http://schemas.microsoft.com/office/powerpoint/2010/main" val="336377253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363C25-E13B-8EF8-38CF-A18BF0DFF24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AB1B6C3-0AA7-1865-42BA-BB7748E1484C}"/>
              </a:ext>
            </a:extLst>
          </p:cNvPr>
          <p:cNvSpPr>
            <a:spLocks noGrp="1"/>
          </p:cNvSpPr>
          <p:nvPr>
            <p:ph type="title"/>
          </p:nvPr>
        </p:nvSpPr>
        <p:spPr/>
        <p:txBody>
          <a:bodyPr/>
          <a:lstStyle/>
          <a:p>
            <a:r>
              <a:rPr lang="en-IN"/>
              <a:t>Templates: Project Charter</a:t>
            </a:r>
          </a:p>
        </p:txBody>
      </p:sp>
      <p:sp>
        <p:nvSpPr>
          <p:cNvPr id="5" name="Slide Number Placeholder 4">
            <a:extLst>
              <a:ext uri="{FF2B5EF4-FFF2-40B4-BE49-F238E27FC236}">
                <a16:creationId xmlns:a16="http://schemas.microsoft.com/office/drawing/2014/main" id="{28BF88F4-55D8-98DD-7C75-36BF35589DE0}"/>
              </a:ext>
            </a:extLst>
          </p:cNvPr>
          <p:cNvSpPr>
            <a:spLocks noGrp="1"/>
          </p:cNvSpPr>
          <p:nvPr>
            <p:ph type="sldNum" sz="quarter" idx="12"/>
          </p:nvPr>
        </p:nvSpPr>
        <p:spPr/>
        <p:txBody>
          <a:bodyPr/>
          <a:lstStyle/>
          <a:p>
            <a:fld id="{94FCA0F3-9F3A-694B-99BB-0E592A797735}" type="slidenum">
              <a:rPr lang="en-US" smtClean="0"/>
              <a:t>105</a:t>
            </a:fld>
            <a:endParaRPr lang="en-US"/>
          </a:p>
        </p:txBody>
      </p:sp>
      <p:sp>
        <p:nvSpPr>
          <p:cNvPr id="6" name="Date Placeholder 5">
            <a:extLst>
              <a:ext uri="{FF2B5EF4-FFF2-40B4-BE49-F238E27FC236}">
                <a16:creationId xmlns:a16="http://schemas.microsoft.com/office/drawing/2014/main" id="{56AA75D3-3B0F-5188-C337-EED4F2053742}"/>
              </a:ext>
            </a:extLst>
          </p:cNvPr>
          <p:cNvSpPr>
            <a:spLocks noGrp="1"/>
          </p:cNvSpPr>
          <p:nvPr>
            <p:ph type="dt" sz="half" idx="10"/>
          </p:nvPr>
        </p:nvSpPr>
        <p:spPr/>
        <p:txBody>
          <a:bodyPr/>
          <a:lstStyle/>
          <a:p>
            <a:fld id="{6FF30972-BF5F-4B0F-AAB0-911A2CDEF8E2}" type="datetime1">
              <a:rPr lang="en-US" smtClean="0"/>
              <a:t>9/19/2025</a:t>
            </a:fld>
            <a:endParaRPr lang="en-US"/>
          </a:p>
        </p:txBody>
      </p:sp>
      <p:sp>
        <p:nvSpPr>
          <p:cNvPr id="8" name="SmartArt Placeholder 7">
            <a:extLst>
              <a:ext uri="{FF2B5EF4-FFF2-40B4-BE49-F238E27FC236}">
                <a16:creationId xmlns:a16="http://schemas.microsoft.com/office/drawing/2014/main" id="{DAC22C5D-EB71-4DB4-CDB8-F5AF60186275}"/>
              </a:ext>
            </a:extLst>
          </p:cNvPr>
          <p:cNvSpPr>
            <a:spLocks noGrp="1"/>
          </p:cNvSpPr>
          <p:nvPr>
            <p:ph type="dgm" sz="quarter" idx="17"/>
          </p:nvPr>
        </p:nvSpPr>
        <p:spPr/>
        <p:txBody>
          <a:bodyPr/>
          <a:lstStyle/>
          <a:p>
            <a:endParaRPr lang="en-IN"/>
          </a:p>
        </p:txBody>
      </p:sp>
      <p:grpSp>
        <p:nvGrpSpPr>
          <p:cNvPr id="11" name="Group 10">
            <a:extLst>
              <a:ext uri="{FF2B5EF4-FFF2-40B4-BE49-F238E27FC236}">
                <a16:creationId xmlns:a16="http://schemas.microsoft.com/office/drawing/2014/main" id="{70D02E94-3C9A-9299-3C73-E2EB1274FB8B}"/>
              </a:ext>
            </a:extLst>
          </p:cNvPr>
          <p:cNvGrpSpPr/>
          <p:nvPr/>
        </p:nvGrpSpPr>
        <p:grpSpPr>
          <a:xfrm>
            <a:off x="1620641" y="1601213"/>
            <a:ext cx="8950717" cy="4480560"/>
            <a:chOff x="2263961" y="1188720"/>
            <a:chExt cx="8950717" cy="4480560"/>
          </a:xfrm>
        </p:grpSpPr>
        <p:sp>
          <p:nvSpPr>
            <p:cNvPr id="3" name="Content Placeholder 1">
              <a:extLst>
                <a:ext uri="{FF2B5EF4-FFF2-40B4-BE49-F238E27FC236}">
                  <a16:creationId xmlns:a16="http://schemas.microsoft.com/office/drawing/2014/main" id="{C8B93800-93D3-A4F8-92C5-18FC2597A8F7}"/>
                </a:ext>
              </a:extLst>
            </p:cNvPr>
            <p:cNvSpPr txBox="1">
              <a:spLocks/>
            </p:cNvSpPr>
            <p:nvPr/>
          </p:nvSpPr>
          <p:spPr>
            <a:xfrm>
              <a:off x="2263961" y="1828800"/>
              <a:ext cx="3200400" cy="3200400"/>
            </a:xfrm>
            <a:prstGeom prst="rect">
              <a:avLst/>
            </a:prstGeom>
            <a:solidFill>
              <a:schemeClr val="tx2"/>
            </a:solidFill>
          </p:spPr>
          <p:txBody>
            <a:bodyPr anchor="ctr"/>
            <a:lstStyle>
              <a:lvl1pPr marL="341710" indent="-341710" algn="l" defTabSz="456010" rtl="0" eaLnBrk="1" fontAlgn="base" hangingPunct="1">
                <a:spcBef>
                  <a:spcPct val="20000"/>
                </a:spcBef>
                <a:spcAft>
                  <a:spcPct val="0"/>
                </a:spcAft>
                <a:buFont typeface="Arial" panose="020B0604020202020204" pitchFamily="34" charset="0"/>
                <a:buChar char="•"/>
                <a:defRPr sz="3225" kern="1200">
                  <a:solidFill>
                    <a:schemeClr val="tx1"/>
                  </a:solidFill>
                  <a:latin typeface="+mn-lt"/>
                  <a:ea typeface="+mn-ea"/>
                  <a:cs typeface="+mn-cs"/>
                </a:defRPr>
              </a:lvl1pPr>
              <a:lvl2pPr marL="741760" indent="-284560" algn="l" defTabSz="456010" rtl="0" eaLnBrk="1" fontAlgn="base" hangingPunct="1">
                <a:spcBef>
                  <a:spcPct val="20000"/>
                </a:spcBef>
                <a:spcAft>
                  <a:spcPct val="0"/>
                </a:spcAft>
                <a:buFont typeface="Arial" panose="020B0604020202020204" pitchFamily="34" charset="0"/>
                <a:buChar char="–"/>
                <a:defRPr sz="2775" kern="1200">
                  <a:solidFill>
                    <a:schemeClr val="tx1"/>
                  </a:solidFill>
                  <a:latin typeface="+mn-lt"/>
                  <a:ea typeface="+mn-ea"/>
                  <a:cs typeface="+mn-cs"/>
                </a:defRPr>
              </a:lvl2pPr>
              <a:lvl3pPr marL="1141810" indent="-227410" algn="l" defTabSz="456010" rtl="0" eaLnBrk="1" fontAlgn="base" hangingPunct="1">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599010" indent="-227410" algn="l" defTabSz="456010" rtl="0" eaLnBrk="1" fontAlgn="base" hangingPunct="1">
                <a:spcBef>
                  <a:spcPct val="20000"/>
                </a:spcBef>
                <a:spcAft>
                  <a:spcPct val="0"/>
                </a:spcAft>
                <a:buFont typeface="Arial" panose="020B0604020202020204" pitchFamily="34" charset="0"/>
                <a:buChar char="–"/>
                <a:defRPr sz="2025" kern="1200">
                  <a:solidFill>
                    <a:schemeClr val="tx1"/>
                  </a:solidFill>
                  <a:latin typeface="+mn-lt"/>
                  <a:ea typeface="+mn-ea"/>
                  <a:cs typeface="+mn-cs"/>
                </a:defRPr>
              </a:lvl4pPr>
              <a:lvl5pPr marL="2056210" indent="-227410" algn="l" defTabSz="456010" rtl="0" eaLnBrk="1" fontAlgn="base" hangingPunct="1">
                <a:spcBef>
                  <a:spcPct val="20000"/>
                </a:spcBef>
                <a:spcAft>
                  <a:spcPct val="0"/>
                </a:spcAft>
                <a:buFont typeface="Arial" panose="020B0604020202020204" pitchFamily="34" charset="0"/>
                <a:buChar char="»"/>
                <a:defRPr sz="2025" kern="1200">
                  <a:solidFill>
                    <a:schemeClr val="tx1"/>
                  </a:solidFill>
                  <a:latin typeface="+mn-lt"/>
                  <a:ea typeface="+mn-ea"/>
                  <a:cs typeface="+mn-cs"/>
                </a:defRPr>
              </a:lvl5pPr>
              <a:lvl6pPr marL="2514537" indent="-228594" algn="l" defTabSz="457189" rtl="0" eaLnBrk="1" latinLnBrk="0" hangingPunct="1">
                <a:spcBef>
                  <a:spcPct val="20000"/>
                </a:spcBef>
                <a:buFont typeface="Arial"/>
                <a:buChar char="•"/>
                <a:defRPr sz="2025" kern="1200">
                  <a:solidFill>
                    <a:schemeClr val="tx1"/>
                  </a:solidFill>
                  <a:latin typeface="+mn-lt"/>
                  <a:ea typeface="+mn-ea"/>
                  <a:cs typeface="+mn-cs"/>
                </a:defRPr>
              </a:lvl6pPr>
              <a:lvl7pPr marL="2971726" indent="-228594" algn="l" defTabSz="457189" rtl="0" eaLnBrk="1" latinLnBrk="0" hangingPunct="1">
                <a:spcBef>
                  <a:spcPct val="20000"/>
                </a:spcBef>
                <a:buFont typeface="Arial"/>
                <a:buChar char="•"/>
                <a:defRPr sz="2025" kern="1200">
                  <a:solidFill>
                    <a:schemeClr val="tx1"/>
                  </a:solidFill>
                  <a:latin typeface="+mn-lt"/>
                  <a:ea typeface="+mn-ea"/>
                  <a:cs typeface="+mn-cs"/>
                </a:defRPr>
              </a:lvl7pPr>
              <a:lvl8pPr marL="3428915" indent="-228594" algn="l" defTabSz="457189" rtl="0" eaLnBrk="1" latinLnBrk="0" hangingPunct="1">
                <a:spcBef>
                  <a:spcPct val="20000"/>
                </a:spcBef>
                <a:buFont typeface="Arial"/>
                <a:buChar char="•"/>
                <a:defRPr sz="2025" kern="1200">
                  <a:solidFill>
                    <a:schemeClr val="tx1"/>
                  </a:solidFill>
                  <a:latin typeface="+mn-lt"/>
                  <a:ea typeface="+mn-ea"/>
                  <a:cs typeface="+mn-cs"/>
                </a:defRPr>
              </a:lvl8pPr>
              <a:lvl9pPr marL="3886103" indent="-228594" algn="l" defTabSz="457189" rtl="0" eaLnBrk="1" latinLnBrk="0" hangingPunct="1">
                <a:spcBef>
                  <a:spcPct val="20000"/>
                </a:spcBef>
                <a:buFont typeface="Arial"/>
                <a:buChar char="•"/>
                <a:defRPr sz="2025" kern="1200">
                  <a:solidFill>
                    <a:schemeClr val="tx1"/>
                  </a:solidFill>
                  <a:latin typeface="+mn-lt"/>
                  <a:ea typeface="+mn-ea"/>
                  <a:cs typeface="+mn-cs"/>
                </a:defRPr>
              </a:lvl9pPr>
            </a:lstStyle>
            <a:p>
              <a:pPr marL="0" indent="0">
                <a:lnSpc>
                  <a:spcPct val="110000"/>
                </a:lnSpc>
                <a:spcBef>
                  <a:spcPts val="600"/>
                </a:spcBef>
                <a:buSzPct val="70000"/>
                <a:buNone/>
              </a:pPr>
              <a:r>
                <a:rPr lang="en-US" sz="1200" b="1">
                  <a:solidFill>
                    <a:schemeClr val="bg1"/>
                  </a:solidFill>
                </a:rPr>
                <a:t>Key Components</a:t>
              </a:r>
              <a:r>
                <a:rPr lang="en-US" sz="1200">
                  <a:solidFill>
                    <a:schemeClr val="bg1"/>
                  </a:solidFill>
                </a:rPr>
                <a:t>:</a:t>
              </a:r>
            </a:p>
            <a:p>
              <a:pPr marL="274320" lvl="1" indent="-182880">
                <a:lnSpc>
                  <a:spcPct val="110000"/>
                </a:lnSpc>
                <a:spcBef>
                  <a:spcPts val="600"/>
                </a:spcBef>
                <a:buSzPct val="70000"/>
                <a:buFont typeface="Arial" panose="020B0604020202020204" pitchFamily="34" charset="0"/>
                <a:buChar char="►"/>
              </a:pPr>
              <a:r>
                <a:rPr lang="en-US" sz="1200">
                  <a:solidFill>
                    <a:schemeClr val="bg1"/>
                  </a:solidFill>
                </a:rPr>
                <a:t>Project Description Overview</a:t>
              </a:r>
            </a:p>
            <a:p>
              <a:pPr marL="274320" lvl="1" indent="-182880">
                <a:lnSpc>
                  <a:spcPct val="110000"/>
                </a:lnSpc>
                <a:spcBef>
                  <a:spcPts val="600"/>
                </a:spcBef>
                <a:buSzPct val="70000"/>
                <a:buFont typeface="Arial" panose="020B0604020202020204" pitchFamily="34" charset="0"/>
                <a:buChar char="►"/>
              </a:pPr>
              <a:r>
                <a:rPr lang="en-US" sz="1200">
                  <a:solidFill>
                    <a:schemeClr val="bg1"/>
                  </a:solidFill>
                </a:rPr>
                <a:t>Business Impact</a:t>
              </a:r>
            </a:p>
            <a:p>
              <a:pPr marL="274320" lvl="1" indent="-182880">
                <a:lnSpc>
                  <a:spcPct val="110000"/>
                </a:lnSpc>
                <a:spcBef>
                  <a:spcPts val="600"/>
                </a:spcBef>
                <a:buSzPct val="70000"/>
                <a:buFont typeface="Arial" panose="020B0604020202020204" pitchFamily="34" charset="0"/>
                <a:buChar char="►"/>
              </a:pPr>
              <a:r>
                <a:rPr lang="en-US" sz="1200">
                  <a:solidFill>
                    <a:schemeClr val="bg1"/>
                  </a:solidFill>
                </a:rPr>
                <a:t>Goal Statement</a:t>
              </a:r>
            </a:p>
            <a:p>
              <a:pPr marL="274320" lvl="1" indent="-182880">
                <a:lnSpc>
                  <a:spcPct val="110000"/>
                </a:lnSpc>
                <a:spcBef>
                  <a:spcPts val="600"/>
                </a:spcBef>
                <a:buSzPct val="70000"/>
                <a:buFont typeface="Arial" panose="020B0604020202020204" pitchFamily="34" charset="0"/>
                <a:buChar char="►"/>
              </a:pPr>
              <a:r>
                <a:rPr lang="en-US" sz="1200">
                  <a:solidFill>
                    <a:schemeClr val="bg1"/>
                  </a:solidFill>
                </a:rPr>
                <a:t>Completion Criteria</a:t>
              </a:r>
            </a:p>
            <a:p>
              <a:pPr marL="274320" lvl="1" indent="-182880">
                <a:lnSpc>
                  <a:spcPct val="110000"/>
                </a:lnSpc>
                <a:spcBef>
                  <a:spcPts val="600"/>
                </a:spcBef>
                <a:buSzPct val="70000"/>
                <a:buFont typeface="Arial" panose="020B0604020202020204" pitchFamily="34" charset="0"/>
                <a:buChar char="►"/>
              </a:pPr>
              <a:r>
                <a:rPr lang="en-US" sz="1200">
                  <a:solidFill>
                    <a:schemeClr val="bg1"/>
                  </a:solidFill>
                </a:rPr>
                <a:t>Scope Statement</a:t>
              </a:r>
            </a:p>
            <a:p>
              <a:pPr marL="274320" lvl="1" indent="-182880">
                <a:lnSpc>
                  <a:spcPct val="110000"/>
                </a:lnSpc>
                <a:spcBef>
                  <a:spcPts val="600"/>
                </a:spcBef>
                <a:buSzPct val="70000"/>
                <a:buFont typeface="Arial" panose="020B0604020202020204" pitchFamily="34" charset="0"/>
                <a:buChar char="►"/>
              </a:pPr>
              <a:r>
                <a:rPr lang="en-US" sz="1200">
                  <a:solidFill>
                    <a:schemeClr val="bg1"/>
                  </a:solidFill>
                </a:rPr>
                <a:t>Organizational Considerations</a:t>
              </a:r>
            </a:p>
            <a:p>
              <a:pPr marL="274320" lvl="1" indent="-182880">
                <a:lnSpc>
                  <a:spcPct val="110000"/>
                </a:lnSpc>
                <a:spcBef>
                  <a:spcPts val="600"/>
                </a:spcBef>
                <a:buSzPct val="70000"/>
                <a:buFont typeface="Arial" panose="020B0604020202020204" pitchFamily="34" charset="0"/>
                <a:buChar char="►"/>
              </a:pPr>
              <a:r>
                <a:rPr lang="en-US" sz="1200">
                  <a:solidFill>
                    <a:schemeClr val="bg1"/>
                  </a:solidFill>
                </a:rPr>
                <a:t>Milestones with target dates</a:t>
              </a:r>
            </a:p>
            <a:p>
              <a:pPr marL="274320" lvl="1" indent="-182880">
                <a:lnSpc>
                  <a:spcPct val="110000"/>
                </a:lnSpc>
                <a:spcBef>
                  <a:spcPts val="600"/>
                </a:spcBef>
                <a:buSzPct val="70000"/>
                <a:buFont typeface="Arial" panose="020B0604020202020204" pitchFamily="34" charset="0"/>
                <a:buChar char="►"/>
              </a:pPr>
              <a:r>
                <a:rPr lang="en-US" sz="1200">
                  <a:solidFill>
                    <a:schemeClr val="bg1"/>
                  </a:solidFill>
                </a:rPr>
                <a:t>Project Team Members</a:t>
              </a:r>
            </a:p>
            <a:p>
              <a:pPr marL="274320" lvl="1" indent="-182880">
                <a:lnSpc>
                  <a:spcPct val="110000"/>
                </a:lnSpc>
                <a:spcBef>
                  <a:spcPts val="600"/>
                </a:spcBef>
                <a:buSzPct val="70000"/>
                <a:buFont typeface="Arial" panose="020B0604020202020204" pitchFamily="34" charset="0"/>
                <a:buChar char="►"/>
              </a:pPr>
              <a:r>
                <a:rPr lang="en-US" sz="1200">
                  <a:solidFill>
                    <a:schemeClr val="bg1"/>
                  </a:solidFill>
                </a:rPr>
                <a:t>Additional Key Stakeholders</a:t>
              </a:r>
            </a:p>
          </p:txBody>
        </p:sp>
        <p:pic>
          <p:nvPicPr>
            <p:cNvPr id="4" name="Picture 4">
              <a:extLst>
                <a:ext uri="{FF2B5EF4-FFF2-40B4-BE49-F238E27FC236}">
                  <a16:creationId xmlns:a16="http://schemas.microsoft.com/office/drawing/2014/main" id="{861E8B18-C4A4-5650-9840-C32923B78153}"/>
                </a:ext>
              </a:extLst>
            </p:cNvPr>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r="2393" b="9754"/>
            <a:stretch/>
          </p:blipFill>
          <p:spPr bwMode="auto">
            <a:xfrm>
              <a:off x="6736080" y="1188720"/>
              <a:ext cx="4478598" cy="448056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Isosceles Triangle 8">
              <a:extLst>
                <a:ext uri="{FF2B5EF4-FFF2-40B4-BE49-F238E27FC236}">
                  <a16:creationId xmlns:a16="http://schemas.microsoft.com/office/drawing/2014/main" id="{494FD205-9399-12AB-EA09-53317B55A43A}"/>
                </a:ext>
              </a:extLst>
            </p:cNvPr>
            <p:cNvSpPr/>
            <p:nvPr/>
          </p:nvSpPr>
          <p:spPr>
            <a:xfrm rot="5400000">
              <a:off x="4724400" y="3246120"/>
              <a:ext cx="2743200" cy="365760"/>
            </a:xfrm>
            <a:prstGeom prst="triangle">
              <a:avLst>
                <a:gd name="adj" fmla="val 50054"/>
              </a:avLst>
            </a:prstGeom>
            <a:solidFill>
              <a:srgbClr val="D8D8D8"/>
            </a:solidFill>
            <a:ln w="9525" cap="flat" cmpd="sng" algn="ctr">
              <a:noFill/>
              <a:prstDash val="solid"/>
            </a:ln>
            <a:effectLst/>
          </p:spPr>
          <p:txBody>
            <a:bodyPr lIns="94556" tIns="47277" rIns="94556" bIns="47277" rtlCol="0" anchor="t" anchorCtr="0"/>
            <a:lstStyle/>
            <a:p>
              <a:pPr algn="ctr" defTabSz="828946" fontAlgn="base">
                <a:spcBef>
                  <a:spcPct val="0"/>
                </a:spcBef>
                <a:spcAft>
                  <a:spcPct val="0"/>
                </a:spcAft>
                <a:defRPr/>
              </a:pPr>
              <a:endParaRPr lang="en-US" sz="1199" kern="0">
                <a:solidFill>
                  <a:srgbClr val="2E2E38"/>
                </a:solidFill>
                <a:cs typeface="Arial" pitchFamily="34" charset="0"/>
              </a:endParaRPr>
            </a:p>
          </p:txBody>
        </p:sp>
      </p:grpSp>
    </p:spTree>
    <p:extLst>
      <p:ext uri="{BB962C8B-B14F-4D97-AF65-F5344CB8AC3E}">
        <p14:creationId xmlns:p14="http://schemas.microsoft.com/office/powerpoint/2010/main" val="413931306"/>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FDF6A3-4A1B-F4A3-CE47-CA670A3B255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9D97F03-F273-EDEF-3D58-86E1A334699F}"/>
              </a:ext>
            </a:extLst>
          </p:cNvPr>
          <p:cNvSpPr>
            <a:spLocks noGrp="1"/>
          </p:cNvSpPr>
          <p:nvPr>
            <p:ph type="title"/>
          </p:nvPr>
        </p:nvSpPr>
        <p:spPr/>
        <p:txBody>
          <a:bodyPr/>
          <a:lstStyle/>
          <a:p>
            <a:r>
              <a:rPr lang="en-IN"/>
              <a:t>Templates: Governance / Decision Making – Accountability Matrix</a:t>
            </a:r>
          </a:p>
        </p:txBody>
      </p:sp>
      <p:sp>
        <p:nvSpPr>
          <p:cNvPr id="5" name="Slide Number Placeholder 4">
            <a:extLst>
              <a:ext uri="{FF2B5EF4-FFF2-40B4-BE49-F238E27FC236}">
                <a16:creationId xmlns:a16="http://schemas.microsoft.com/office/drawing/2014/main" id="{FE68FE73-043B-F2A4-B382-8580D6EAA952}"/>
              </a:ext>
            </a:extLst>
          </p:cNvPr>
          <p:cNvSpPr>
            <a:spLocks noGrp="1"/>
          </p:cNvSpPr>
          <p:nvPr>
            <p:ph type="sldNum" sz="quarter" idx="12"/>
          </p:nvPr>
        </p:nvSpPr>
        <p:spPr/>
        <p:txBody>
          <a:bodyPr/>
          <a:lstStyle/>
          <a:p>
            <a:fld id="{94FCA0F3-9F3A-694B-99BB-0E592A797735}" type="slidenum">
              <a:rPr lang="en-US" smtClean="0"/>
              <a:t>106</a:t>
            </a:fld>
            <a:endParaRPr lang="en-US"/>
          </a:p>
        </p:txBody>
      </p:sp>
      <p:sp>
        <p:nvSpPr>
          <p:cNvPr id="6" name="Date Placeholder 5">
            <a:extLst>
              <a:ext uri="{FF2B5EF4-FFF2-40B4-BE49-F238E27FC236}">
                <a16:creationId xmlns:a16="http://schemas.microsoft.com/office/drawing/2014/main" id="{DBDF26CB-6D7C-731E-EE38-5176B1C0B2A5}"/>
              </a:ext>
            </a:extLst>
          </p:cNvPr>
          <p:cNvSpPr>
            <a:spLocks noGrp="1"/>
          </p:cNvSpPr>
          <p:nvPr>
            <p:ph type="dt" sz="half" idx="10"/>
          </p:nvPr>
        </p:nvSpPr>
        <p:spPr/>
        <p:txBody>
          <a:bodyPr/>
          <a:lstStyle/>
          <a:p>
            <a:fld id="{59846E15-9163-4FFF-A7AE-5A7C4F600DC3}" type="datetime1">
              <a:rPr lang="en-US" smtClean="0"/>
              <a:t>9/19/2025</a:t>
            </a:fld>
            <a:endParaRPr lang="en-US"/>
          </a:p>
        </p:txBody>
      </p:sp>
      <p:sp>
        <p:nvSpPr>
          <p:cNvPr id="8" name="SmartArt Placeholder 7">
            <a:extLst>
              <a:ext uri="{FF2B5EF4-FFF2-40B4-BE49-F238E27FC236}">
                <a16:creationId xmlns:a16="http://schemas.microsoft.com/office/drawing/2014/main" id="{18477C01-29D2-0859-B832-2DF0BE2218C9}"/>
              </a:ext>
            </a:extLst>
          </p:cNvPr>
          <p:cNvSpPr>
            <a:spLocks noGrp="1"/>
          </p:cNvSpPr>
          <p:nvPr>
            <p:ph type="dgm" sz="quarter" idx="17"/>
          </p:nvPr>
        </p:nvSpPr>
        <p:spPr/>
        <p:txBody>
          <a:bodyPr/>
          <a:lstStyle/>
          <a:p>
            <a:endParaRPr lang="en-IN"/>
          </a:p>
        </p:txBody>
      </p:sp>
      <p:graphicFrame>
        <p:nvGraphicFramePr>
          <p:cNvPr id="3" name="Table 2">
            <a:extLst>
              <a:ext uri="{FF2B5EF4-FFF2-40B4-BE49-F238E27FC236}">
                <a16:creationId xmlns:a16="http://schemas.microsoft.com/office/drawing/2014/main" id="{2DD22690-B5F6-9819-DD8A-0592F0C64545}"/>
              </a:ext>
            </a:extLst>
          </p:cNvPr>
          <p:cNvGraphicFramePr>
            <a:graphicFrameLocks noGrp="1"/>
          </p:cNvGraphicFramePr>
          <p:nvPr>
            <p:extLst>
              <p:ext uri="{D42A27DB-BD31-4B8C-83A1-F6EECF244321}">
                <p14:modId xmlns:p14="http://schemas.microsoft.com/office/powerpoint/2010/main" val="929986690"/>
              </p:ext>
            </p:extLst>
          </p:nvPr>
        </p:nvGraphicFramePr>
        <p:xfrm>
          <a:off x="518160" y="1705914"/>
          <a:ext cx="11155680" cy="3520440"/>
        </p:xfrm>
        <a:graphic>
          <a:graphicData uri="http://schemas.openxmlformats.org/drawingml/2006/table">
            <a:tbl>
              <a:tblPr>
                <a:tableStyleId>{7E9639D4-E3E2-4D34-9284-5A2195B3D0D7}</a:tableStyleId>
              </a:tblPr>
              <a:tblGrid>
                <a:gridCol w="1600200">
                  <a:extLst>
                    <a:ext uri="{9D8B030D-6E8A-4147-A177-3AD203B41FA5}">
                      <a16:colId xmlns:a16="http://schemas.microsoft.com/office/drawing/2014/main" val="1054883913"/>
                    </a:ext>
                  </a:extLst>
                </a:gridCol>
                <a:gridCol w="914400">
                  <a:extLst>
                    <a:ext uri="{9D8B030D-6E8A-4147-A177-3AD203B41FA5}">
                      <a16:colId xmlns:a16="http://schemas.microsoft.com/office/drawing/2014/main" val="3458419044"/>
                    </a:ext>
                  </a:extLst>
                </a:gridCol>
                <a:gridCol w="1097280">
                  <a:extLst>
                    <a:ext uri="{9D8B030D-6E8A-4147-A177-3AD203B41FA5}">
                      <a16:colId xmlns:a16="http://schemas.microsoft.com/office/drawing/2014/main" val="1407941491"/>
                    </a:ext>
                  </a:extLst>
                </a:gridCol>
                <a:gridCol w="1188720">
                  <a:extLst>
                    <a:ext uri="{9D8B030D-6E8A-4147-A177-3AD203B41FA5}">
                      <a16:colId xmlns:a16="http://schemas.microsoft.com/office/drawing/2014/main" val="1319414938"/>
                    </a:ext>
                  </a:extLst>
                </a:gridCol>
                <a:gridCol w="548640">
                  <a:extLst>
                    <a:ext uri="{9D8B030D-6E8A-4147-A177-3AD203B41FA5}">
                      <a16:colId xmlns:a16="http://schemas.microsoft.com/office/drawing/2014/main" val="1352396391"/>
                    </a:ext>
                  </a:extLst>
                </a:gridCol>
                <a:gridCol w="548640">
                  <a:extLst>
                    <a:ext uri="{9D8B030D-6E8A-4147-A177-3AD203B41FA5}">
                      <a16:colId xmlns:a16="http://schemas.microsoft.com/office/drawing/2014/main" val="4145585958"/>
                    </a:ext>
                  </a:extLst>
                </a:gridCol>
                <a:gridCol w="228600">
                  <a:extLst>
                    <a:ext uri="{9D8B030D-6E8A-4147-A177-3AD203B41FA5}">
                      <a16:colId xmlns:a16="http://schemas.microsoft.com/office/drawing/2014/main" val="3906810460"/>
                    </a:ext>
                  </a:extLst>
                </a:gridCol>
                <a:gridCol w="1463040">
                  <a:extLst>
                    <a:ext uri="{9D8B030D-6E8A-4147-A177-3AD203B41FA5}">
                      <a16:colId xmlns:a16="http://schemas.microsoft.com/office/drawing/2014/main" val="4266969929"/>
                    </a:ext>
                  </a:extLst>
                </a:gridCol>
                <a:gridCol w="1097280">
                  <a:extLst>
                    <a:ext uri="{9D8B030D-6E8A-4147-A177-3AD203B41FA5}">
                      <a16:colId xmlns:a16="http://schemas.microsoft.com/office/drawing/2014/main" val="1346833403"/>
                    </a:ext>
                  </a:extLst>
                </a:gridCol>
                <a:gridCol w="1371600">
                  <a:extLst>
                    <a:ext uri="{9D8B030D-6E8A-4147-A177-3AD203B41FA5}">
                      <a16:colId xmlns:a16="http://schemas.microsoft.com/office/drawing/2014/main" val="3954807570"/>
                    </a:ext>
                  </a:extLst>
                </a:gridCol>
                <a:gridCol w="548640">
                  <a:extLst>
                    <a:ext uri="{9D8B030D-6E8A-4147-A177-3AD203B41FA5}">
                      <a16:colId xmlns:a16="http://schemas.microsoft.com/office/drawing/2014/main" val="1192839434"/>
                    </a:ext>
                  </a:extLst>
                </a:gridCol>
                <a:gridCol w="548640">
                  <a:extLst>
                    <a:ext uri="{9D8B030D-6E8A-4147-A177-3AD203B41FA5}">
                      <a16:colId xmlns:a16="http://schemas.microsoft.com/office/drawing/2014/main" val="3000520962"/>
                    </a:ext>
                  </a:extLst>
                </a:gridCol>
              </a:tblGrid>
              <a:tr h="365760">
                <a:tc>
                  <a:txBody>
                    <a:bodyPr/>
                    <a:lstStyle/>
                    <a:p>
                      <a:pPr algn="l" fontAlgn="b"/>
                      <a:endParaRPr lang="en-US" sz="1200" b="0" i="0" u="none" strike="noStrike">
                        <a:effectLst/>
                        <a:latin typeface="Arial" panose="020B0604020202020204" pitchFamily="34" charset="0"/>
                      </a:endParaRPr>
                    </a:p>
                  </a:txBody>
                  <a:tcPr anchor="ctr">
                    <a:lnL w="12700" cap="flat" cmpd="sng" algn="ctr">
                      <a:no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gridSpan="5">
                  <a:txBody>
                    <a:bodyPr/>
                    <a:lstStyle/>
                    <a:p>
                      <a:pPr algn="ctr" fontAlgn="b"/>
                      <a:r>
                        <a:rPr lang="en-US" sz="1400" b="1" u="none" strike="noStrike">
                          <a:solidFill>
                            <a:schemeClr val="bg1"/>
                          </a:solidFill>
                          <a:effectLst/>
                        </a:rPr>
                        <a:t> Meeting Participants  </a:t>
                      </a:r>
                      <a:endParaRPr lang="en-US" sz="14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tx1">
                        <a:lumMod val="75000"/>
                      </a:schemeClr>
                    </a:solidFill>
                  </a:tcPr>
                </a:tc>
                <a:tc hMerge="1">
                  <a:txBody>
                    <a:bodyPr/>
                    <a:lstStyle/>
                    <a:p>
                      <a:endParaRPr lang="en-US"/>
                    </a:p>
                  </a:txBody>
                  <a:tcPr>
                    <a:lnL w="12700" cap="flat" cmpd="sng" algn="ctr">
                      <a:solidFill>
                        <a:schemeClr val="tx1"/>
                      </a:solidFill>
                      <a:prstDash val="solid"/>
                      <a:round/>
                      <a:headEnd type="none" w="med" len="med"/>
                      <a:tailEnd type="none" w="med" len="med"/>
                    </a:lnL>
                  </a:tcPr>
                </a:tc>
                <a:tc hMerge="1">
                  <a:txBody>
                    <a:bodyPr/>
                    <a:lstStyle/>
                    <a:p>
                      <a:endParaRPr lang="en-US"/>
                    </a:p>
                  </a:txBody>
                  <a:tcPr>
                    <a:lnL w="12700" cap="flat" cmpd="sng" algn="ctr">
                      <a:solidFill>
                        <a:schemeClr val="tx1"/>
                      </a:solidFill>
                      <a:prstDash val="solid"/>
                      <a:round/>
                      <a:headEnd type="none" w="med" len="med"/>
                      <a:tailEnd type="none" w="med" len="med"/>
                    </a:lnL>
                  </a:tcPr>
                </a:tc>
                <a:tc hMerge="1">
                  <a:txBody>
                    <a:bodyPr/>
                    <a:lstStyle/>
                    <a:p>
                      <a:pPr algn="ctr" fontAlgn="b"/>
                      <a:endParaRPr lang="en-US" sz="900" b="0"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lgn="ctr" fontAlgn="b"/>
                      <a:endParaRPr lang="en-US" sz="900" b="0"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8">
                  <a:txBody>
                    <a:bodyPr/>
                    <a:lstStyle/>
                    <a:p>
                      <a:pPr algn="ctr" fontAlgn="b"/>
                      <a:r>
                        <a:rPr lang="en-US" sz="1400" b="1" u="none" strike="noStrike">
                          <a:solidFill>
                            <a:schemeClr val="bg1"/>
                          </a:solidFill>
                          <a:effectLst/>
                        </a:rPr>
                        <a:t> </a:t>
                      </a:r>
                      <a:endParaRPr lang="en-US" sz="14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bg1"/>
                    </a:solidFill>
                  </a:tcPr>
                </a:tc>
                <a:tc gridSpan="5">
                  <a:txBody>
                    <a:bodyPr/>
                    <a:lstStyle/>
                    <a:p>
                      <a:pPr algn="ctr" fontAlgn="b"/>
                      <a:r>
                        <a:rPr lang="en-US" sz="1400" b="1" u="none" strike="noStrike">
                          <a:solidFill>
                            <a:schemeClr val="bg1"/>
                          </a:solidFill>
                          <a:effectLst/>
                        </a:rPr>
                        <a:t>Deliverables </a:t>
                      </a:r>
                      <a:endParaRPr lang="en-US" sz="14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tx1">
                        <a:lumMod val="75000"/>
                      </a:schemeClr>
                    </a:solidFill>
                  </a:tcPr>
                </a:tc>
                <a:tc hMerge="1">
                  <a:txBody>
                    <a:bodyPr/>
                    <a:lstStyle/>
                    <a:p>
                      <a:endParaRPr lang="en-US"/>
                    </a:p>
                  </a:txBody>
                  <a:tcPr/>
                </a:tc>
                <a:tc hMerge="1">
                  <a:txBody>
                    <a:bodyPr/>
                    <a:lstStyle/>
                    <a:p>
                      <a:pPr algn="l" fontAlgn="b"/>
                      <a:endParaRPr lang="en-US" sz="900" b="0"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a:p>
                  </a:txBody>
                  <a:tcPr>
                    <a:lnL w="12700" cap="flat" cmpd="sng" algn="ctr">
                      <a:solidFill>
                        <a:schemeClr val="tx1"/>
                      </a:solidFill>
                      <a:prstDash val="solid"/>
                      <a:round/>
                      <a:headEnd type="none" w="med" len="med"/>
                      <a:tailEnd type="none" w="med" len="med"/>
                    </a:lnL>
                  </a:tcPr>
                </a:tc>
                <a:tc hMerge="1">
                  <a:txBody>
                    <a:bodyPr/>
                    <a:lstStyle/>
                    <a:p>
                      <a:pPr algn="ctr" fontAlgn="b"/>
                      <a:endParaRPr lang="en-US" sz="900" b="0"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367148"/>
                  </a:ext>
                </a:extLst>
              </a:tr>
              <a:tr h="731520">
                <a:tc>
                  <a:txBody>
                    <a:bodyPr/>
                    <a:lstStyle/>
                    <a:p>
                      <a:pPr algn="ctr" fontAlgn="b"/>
                      <a:r>
                        <a:rPr lang="en-US" sz="1200" b="1" u="none" strike="noStrike">
                          <a:solidFill>
                            <a:schemeClr val="bg1"/>
                          </a:solidFill>
                          <a:effectLst/>
                        </a:rPr>
                        <a:t>Project Role </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b="1" u="none" strike="noStrike">
                          <a:solidFill>
                            <a:schemeClr val="bg1"/>
                          </a:solidFill>
                          <a:effectLst/>
                        </a:rPr>
                        <a:t>Sponsor Meeting  </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FFC000"/>
                    </a:solidFill>
                  </a:tcPr>
                </a:tc>
                <a:tc>
                  <a:txBody>
                    <a:bodyPr/>
                    <a:lstStyle/>
                    <a:p>
                      <a:pPr algn="ctr" fontAlgn="b"/>
                      <a:r>
                        <a:rPr lang="en-US" sz="1200" b="1" u="none" strike="noStrike">
                          <a:solidFill>
                            <a:schemeClr val="bg1"/>
                          </a:solidFill>
                          <a:effectLst/>
                        </a:rPr>
                        <a:t>Blueprinting </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FFC000"/>
                    </a:solidFill>
                  </a:tcPr>
                </a:tc>
                <a:tc>
                  <a:txBody>
                    <a:bodyPr/>
                    <a:lstStyle/>
                    <a:p>
                      <a:pPr algn="ctr" fontAlgn="b"/>
                      <a:r>
                        <a:rPr lang="en-US" sz="1200" b="1" u="none" strike="noStrike">
                          <a:solidFill>
                            <a:schemeClr val="bg1"/>
                          </a:solidFill>
                          <a:effectLst/>
                        </a:rPr>
                        <a:t>Change Management Strategy </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FFC000"/>
                    </a:solidFill>
                  </a:tcPr>
                </a:tc>
                <a:tc>
                  <a:txBody>
                    <a:bodyPr/>
                    <a:lstStyle/>
                    <a:p>
                      <a:pPr algn="ctr" fontAlgn="b"/>
                      <a:r>
                        <a:rPr lang="en-US" sz="1200" b="1" u="none" strike="noStrike">
                          <a:solidFill>
                            <a:schemeClr val="bg1"/>
                          </a:solidFill>
                          <a:effectLst/>
                        </a:rPr>
                        <a:t>…..</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FFC000"/>
                    </a:solidFill>
                  </a:tcPr>
                </a:tc>
                <a:tc>
                  <a:txBody>
                    <a:bodyPr/>
                    <a:lstStyle/>
                    <a:p>
                      <a:pPr algn="ctr" fontAlgn="b"/>
                      <a:r>
                        <a:rPr lang="en-US" sz="1200" b="1" u="none" strike="noStrike">
                          <a:solidFill>
                            <a:schemeClr val="bg1"/>
                          </a:solidFill>
                          <a:effectLst/>
                        </a:rPr>
                        <a:t>….</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FFC000"/>
                    </a:solidFill>
                  </a:tcPr>
                </a:tc>
                <a:tc vMerge="1">
                  <a:txBody>
                    <a:bodyPr/>
                    <a:lstStyle/>
                    <a:p>
                      <a:pPr algn="ctr" fontAlgn="b"/>
                      <a:endParaRPr lang="en-US" sz="800" b="1"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schemeClr>
                    </a:solidFill>
                  </a:tcPr>
                </a:tc>
                <a:tc>
                  <a:txBody>
                    <a:bodyPr/>
                    <a:lstStyle/>
                    <a:p>
                      <a:pPr algn="ctr" fontAlgn="b"/>
                      <a:r>
                        <a:rPr lang="en-US" sz="1200" b="1" u="none" strike="noStrike">
                          <a:solidFill>
                            <a:schemeClr val="tx1"/>
                          </a:solidFill>
                          <a:effectLst/>
                        </a:rPr>
                        <a:t>Provide approval, guidance &amp; resources </a:t>
                      </a:r>
                      <a:endParaRPr lang="en-US" sz="1200" b="1" i="0" u="none" strike="noStrike">
                        <a:solidFill>
                          <a:schemeClr val="tx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bg1">
                        <a:lumMod val="50000"/>
                        <a:lumOff val="50000"/>
                      </a:schemeClr>
                    </a:solidFill>
                  </a:tcPr>
                </a:tc>
                <a:tc>
                  <a:txBody>
                    <a:bodyPr/>
                    <a:lstStyle/>
                    <a:p>
                      <a:pPr algn="ctr" fontAlgn="b"/>
                      <a:r>
                        <a:rPr lang="en-US" sz="1200" b="1" u="none" strike="noStrike">
                          <a:solidFill>
                            <a:schemeClr val="tx1"/>
                          </a:solidFill>
                          <a:effectLst/>
                        </a:rPr>
                        <a:t>Test Functionality </a:t>
                      </a:r>
                      <a:endParaRPr lang="en-US" sz="1200" b="1" i="0" u="none" strike="noStrike">
                        <a:solidFill>
                          <a:schemeClr val="tx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bg1">
                        <a:lumMod val="50000"/>
                        <a:lumOff val="50000"/>
                      </a:schemeClr>
                    </a:solidFill>
                  </a:tcPr>
                </a:tc>
                <a:tc>
                  <a:txBody>
                    <a:bodyPr/>
                    <a:lstStyle/>
                    <a:p>
                      <a:pPr algn="ctr" fontAlgn="b"/>
                      <a:r>
                        <a:rPr lang="en-US" sz="1200" b="1" u="none" strike="noStrike">
                          <a:solidFill>
                            <a:schemeClr val="tx1"/>
                          </a:solidFill>
                          <a:effectLst/>
                        </a:rPr>
                        <a:t>Develop Change Communication </a:t>
                      </a:r>
                      <a:endParaRPr lang="en-US" sz="1200" b="1" i="0" u="none" strike="noStrike">
                        <a:solidFill>
                          <a:schemeClr val="tx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bg1">
                        <a:lumMod val="50000"/>
                        <a:lumOff val="50000"/>
                      </a:schemeClr>
                    </a:solidFill>
                  </a:tcPr>
                </a:tc>
                <a:tc>
                  <a:txBody>
                    <a:bodyPr/>
                    <a:lstStyle/>
                    <a:p>
                      <a:pPr algn="ctr" fontAlgn="b"/>
                      <a:r>
                        <a:rPr lang="en-US" sz="1200" b="1" u="none" strike="noStrike">
                          <a:solidFill>
                            <a:schemeClr val="tx1"/>
                          </a:solidFill>
                          <a:effectLst/>
                        </a:rPr>
                        <a:t>. . .</a:t>
                      </a:r>
                      <a:endParaRPr lang="en-US" sz="1200" b="1" i="0" u="none" strike="noStrike">
                        <a:solidFill>
                          <a:schemeClr val="tx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bg1">
                        <a:lumMod val="50000"/>
                        <a:lumOff val="50000"/>
                      </a:schemeClr>
                    </a:solidFill>
                  </a:tcPr>
                </a:tc>
                <a:tc>
                  <a:txBody>
                    <a:bodyPr/>
                    <a:lstStyle/>
                    <a:p>
                      <a:pPr algn="ctr" fontAlgn="b"/>
                      <a:r>
                        <a:rPr lang="en-US" sz="1200" b="1" u="none" strike="noStrike">
                          <a:solidFill>
                            <a:schemeClr val="tx1"/>
                          </a:solidFill>
                          <a:effectLst/>
                        </a:rPr>
                        <a:t>. . .</a:t>
                      </a:r>
                      <a:endParaRPr lang="en-US" sz="1200" b="1" i="0" u="none" strike="noStrike">
                        <a:solidFill>
                          <a:schemeClr val="tx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bg1">
                        <a:lumMod val="50000"/>
                        <a:lumOff val="50000"/>
                      </a:schemeClr>
                    </a:solidFill>
                  </a:tcPr>
                </a:tc>
                <a:extLst>
                  <a:ext uri="{0D108BD9-81ED-4DB2-BD59-A6C34878D82A}">
                    <a16:rowId xmlns:a16="http://schemas.microsoft.com/office/drawing/2014/main" val="3998045796"/>
                  </a:ext>
                </a:extLst>
              </a:tr>
              <a:tr h="457200">
                <a:tc>
                  <a:txBody>
                    <a:bodyPr/>
                    <a:lstStyle/>
                    <a:p>
                      <a:pPr algn="l" fontAlgn="b"/>
                      <a:r>
                        <a:rPr lang="en-US" sz="1200" u="none" strike="noStrike">
                          <a:solidFill>
                            <a:schemeClr val="bg1"/>
                          </a:solidFill>
                          <a:effectLst/>
                        </a:rPr>
                        <a:t>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gridSpan="5">
                  <a:txBody>
                    <a:bodyPr/>
                    <a:lstStyle/>
                    <a:p>
                      <a:pPr algn="ctr" fontAlgn="b"/>
                      <a:r>
                        <a:rPr lang="en-US" sz="1000" b="1" u="none" strike="noStrike">
                          <a:solidFill>
                            <a:schemeClr val="bg1"/>
                          </a:solidFill>
                          <a:effectLst/>
                        </a:rPr>
                        <a:t>Legend</a:t>
                      </a:r>
                      <a:r>
                        <a:rPr lang="en-US" sz="1000" u="none" strike="noStrike">
                          <a:solidFill>
                            <a:schemeClr val="bg1"/>
                          </a:solidFill>
                          <a:effectLst/>
                        </a:rPr>
                        <a:t>: Green = Required Attendance </a:t>
                      </a:r>
                      <a:br>
                        <a:rPr lang="en-US" sz="1000" u="none" strike="noStrike">
                          <a:solidFill>
                            <a:schemeClr val="bg1"/>
                          </a:solidFill>
                          <a:effectLst/>
                        </a:rPr>
                      </a:br>
                      <a:r>
                        <a:rPr lang="en-US" sz="1000" u="none" strike="noStrike">
                          <a:solidFill>
                            <a:schemeClr val="bg1"/>
                          </a:solidFill>
                          <a:effectLst/>
                        </a:rPr>
                        <a:t>Yellow = May Attend </a:t>
                      </a:r>
                      <a:endParaRPr lang="en-US" sz="10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tx1">
                        <a:lumMod val="75000"/>
                      </a:schemeClr>
                    </a:solidFill>
                  </a:tcPr>
                </a:tc>
                <a:tc hMerge="1">
                  <a:txBody>
                    <a:bodyPr/>
                    <a:lstStyle/>
                    <a:p>
                      <a:endParaRPr 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endParaRPr 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endParaRPr 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endParaRPr lang="en-US" sz="800" b="1"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US"/>
                    </a:p>
                  </a:txBody>
                  <a:tcPr/>
                </a:tc>
                <a:tc gridSpan="5">
                  <a:txBody>
                    <a:bodyPr/>
                    <a:lstStyle/>
                    <a:p>
                      <a:pPr algn="ctr" fontAlgn="b"/>
                      <a:r>
                        <a:rPr lang="en-US" sz="1000" b="1" u="none" strike="noStrike">
                          <a:solidFill>
                            <a:schemeClr val="bg1"/>
                          </a:solidFill>
                          <a:effectLst/>
                        </a:rPr>
                        <a:t>Legend</a:t>
                      </a:r>
                      <a:r>
                        <a:rPr lang="en-US" sz="1000" u="none" strike="noStrike">
                          <a:solidFill>
                            <a:schemeClr val="bg1"/>
                          </a:solidFill>
                          <a:effectLst/>
                        </a:rPr>
                        <a:t>: A = Accountable/Owner,  P = Participant, R = Review Required, </a:t>
                      </a:r>
                    </a:p>
                    <a:p>
                      <a:pPr algn="ctr" fontAlgn="b"/>
                      <a:r>
                        <a:rPr lang="en-US" sz="1000" u="none" strike="noStrike">
                          <a:solidFill>
                            <a:schemeClr val="bg1"/>
                          </a:solidFill>
                          <a:effectLst/>
                        </a:rPr>
                        <a:t>I = Input Required, S = Signoff Required </a:t>
                      </a:r>
                      <a:endParaRPr lang="en-US" sz="10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tx1">
                        <a:lumMod val="75000"/>
                      </a:schemeClr>
                    </a:solidFill>
                  </a:tcPr>
                </a:tc>
                <a:tc hMerge="1">
                  <a:txBody>
                    <a:bodyPr/>
                    <a:lstStyle/>
                    <a:p>
                      <a:endParaRPr lang="en-US"/>
                    </a:p>
                  </a:txBody>
                  <a:tcPr/>
                </a:tc>
                <a:tc hMerge="1">
                  <a:txBody>
                    <a:bodyPr/>
                    <a:lstStyle/>
                    <a:p>
                      <a:pPr algn="ctr" fontAlgn="b"/>
                      <a:endParaRPr lang="en-US" sz="800" b="1"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a:p>
                  </a:txBody>
                  <a:tcPr>
                    <a:lnL w="12700" cap="flat" cmpd="sng" algn="ctr">
                      <a:solidFill>
                        <a:schemeClr val="tx1"/>
                      </a:solidFill>
                      <a:prstDash val="solid"/>
                      <a:round/>
                      <a:headEnd type="none" w="med" len="med"/>
                      <a:tailEnd type="none" w="med" len="med"/>
                    </a:lnL>
                    <a:lnT w="12700" cap="flat" cmpd="sng" algn="ctr">
                      <a:solidFill>
                        <a:schemeClr val="bg1"/>
                      </a:solidFill>
                      <a:prstDash val="solid"/>
                      <a:round/>
                      <a:headEnd type="none" w="med" len="med"/>
                      <a:tailEnd type="none" w="med" len="med"/>
                    </a:lnT>
                  </a:tcPr>
                </a:tc>
                <a:tc hMerge="1">
                  <a:txBody>
                    <a:bodyPr/>
                    <a:lstStyle/>
                    <a:p>
                      <a:pPr algn="ctr" fontAlgn="b"/>
                      <a:endParaRPr lang="en-US" sz="800" b="1"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7214177"/>
                  </a:ext>
                </a:extLst>
              </a:tr>
              <a:tr h="320040">
                <a:tc>
                  <a:txBody>
                    <a:bodyPr/>
                    <a:lstStyle/>
                    <a:p>
                      <a:pPr algn="l" fontAlgn="b"/>
                      <a:r>
                        <a:rPr lang="en-US" sz="1200" u="none" strike="noStrike">
                          <a:solidFill>
                            <a:schemeClr val="bg1"/>
                          </a:solidFill>
                          <a:effectLst/>
                        </a:rPr>
                        <a:t>1.Project Sponsor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00B050"/>
                    </a:solidFill>
                  </a:tcPr>
                </a:tc>
                <a:tc>
                  <a:txBody>
                    <a:bodyPr/>
                    <a:lstStyle/>
                    <a:p>
                      <a:r>
                        <a:rPr lang="en-US" sz="1200" u="none" strike="noStrike">
                          <a:effectLst/>
                        </a:rPr>
                        <a:t> </a:t>
                      </a:r>
                      <a:endParaRPr lang="en-US" sz="1200"/>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00B050"/>
                    </a:solidFill>
                  </a:tcPr>
                </a:tc>
                <a:tc>
                  <a:txBody>
                    <a:bodyPr/>
                    <a:lstStyle/>
                    <a:p>
                      <a:r>
                        <a:rPr lang="en-US" sz="1200" u="none" strike="noStrike">
                          <a:effectLst/>
                        </a:rPr>
                        <a:t> </a:t>
                      </a:r>
                      <a:endParaRPr lang="en-US" sz="1200"/>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00B050"/>
                    </a:solidFill>
                  </a:tcPr>
                </a:tc>
                <a:tc>
                  <a:txBody>
                    <a:bodyPr/>
                    <a:lstStyle/>
                    <a:p>
                      <a:r>
                        <a:rPr lang="en-US" sz="1200" u="none" strike="noStrike">
                          <a:effectLst/>
                        </a:rPr>
                        <a:t> </a:t>
                      </a:r>
                      <a:endParaRPr lang="en-US" sz="1200"/>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r>
                        <a:rPr lang="en-US" sz="1200" u="none" strike="noStrike">
                          <a:effectLst/>
                        </a:rPr>
                        <a:t> </a:t>
                      </a:r>
                      <a:endParaRPr lang="en-US" sz="1200"/>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vMerge="1">
                  <a:txBody>
                    <a:bodyPr/>
                    <a:lstStyle/>
                    <a:p>
                      <a:endParaRPr lang="en-US"/>
                    </a:p>
                  </a:txBody>
                  <a:tcPr/>
                </a:tc>
                <a:tc>
                  <a:txBody>
                    <a:bodyPr/>
                    <a:lstStyle/>
                    <a:p>
                      <a:pPr algn="ctr" fontAlgn="b"/>
                      <a:r>
                        <a:rPr lang="en-US" sz="1200" u="none" strike="noStrike">
                          <a:solidFill>
                            <a:schemeClr val="bg1"/>
                          </a:solidFill>
                          <a:effectLst/>
                        </a:rPr>
                        <a:t>A</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A</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a:r>
                        <a:rPr lang="en-US" sz="1200" u="none" strike="noStrike">
                          <a:solidFill>
                            <a:schemeClr val="bg1"/>
                          </a:solidFill>
                          <a:effectLst/>
                        </a:rPr>
                        <a:t>A</a:t>
                      </a:r>
                      <a:endParaRPr lang="en-US" sz="1200">
                        <a:solidFill>
                          <a:schemeClr val="bg1"/>
                        </a:solidFill>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a:r>
                        <a:rPr lang="en-US" sz="1200" u="none" strike="noStrike">
                          <a:solidFill>
                            <a:schemeClr val="bg1"/>
                          </a:solidFill>
                          <a:effectLst/>
                        </a:rPr>
                        <a:t> </a:t>
                      </a:r>
                      <a:endParaRPr lang="en-US" sz="1200">
                        <a:solidFill>
                          <a:schemeClr val="bg1"/>
                        </a:solidFill>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r>
                        <a:rPr lang="en-US" sz="1200" u="none" strike="noStrike">
                          <a:solidFill>
                            <a:schemeClr val="bg1"/>
                          </a:solidFill>
                          <a:effectLst/>
                        </a:rPr>
                        <a:t> </a:t>
                      </a:r>
                      <a:endParaRPr lang="en-US" sz="1200">
                        <a:solidFill>
                          <a:schemeClr val="bg1"/>
                        </a:solidFill>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extLst>
                  <a:ext uri="{0D108BD9-81ED-4DB2-BD59-A6C34878D82A}">
                    <a16:rowId xmlns:a16="http://schemas.microsoft.com/office/drawing/2014/main" val="1836343816"/>
                  </a:ext>
                </a:extLst>
              </a:tr>
              <a:tr h="320040">
                <a:tc>
                  <a:txBody>
                    <a:bodyPr/>
                    <a:lstStyle/>
                    <a:p>
                      <a:pPr algn="l" fontAlgn="b"/>
                      <a:r>
                        <a:rPr lang="en-US" sz="1200" u="none" strike="noStrike">
                          <a:solidFill>
                            <a:schemeClr val="bg1"/>
                          </a:solidFill>
                          <a:effectLst/>
                        </a:rPr>
                        <a:t>2. Project Lead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tx2"/>
                    </a:solidFill>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00B050"/>
                    </a:solidFill>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tx2"/>
                    </a:solidFill>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vMerge="1">
                  <a:txBody>
                    <a:bodyPr/>
                    <a:lstStyle/>
                    <a:p>
                      <a:pPr algn="l" fontAlgn="b"/>
                      <a:endParaRPr lang="en-US" sz="900" b="1"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schemeClr>
                    </a:solidFill>
                  </a:tcPr>
                </a:tc>
                <a:tc>
                  <a:txBody>
                    <a:bodyPr/>
                    <a:lstStyle/>
                    <a:p>
                      <a:pPr algn="ctr" fontAlgn="b"/>
                      <a:r>
                        <a:rPr lang="en-US" sz="1200" u="none" strike="noStrike">
                          <a:solidFill>
                            <a:schemeClr val="bg1"/>
                          </a:solidFill>
                          <a:effectLst/>
                        </a:rPr>
                        <a:t>P</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P</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P</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extLst>
                  <a:ext uri="{0D108BD9-81ED-4DB2-BD59-A6C34878D82A}">
                    <a16:rowId xmlns:a16="http://schemas.microsoft.com/office/drawing/2014/main" val="4226028701"/>
                  </a:ext>
                </a:extLst>
              </a:tr>
              <a:tr h="502920">
                <a:tc>
                  <a:txBody>
                    <a:bodyPr/>
                    <a:lstStyle/>
                    <a:p>
                      <a:pPr algn="l" fontAlgn="t"/>
                      <a:r>
                        <a:rPr lang="en-US" sz="1200" u="none" strike="noStrike">
                          <a:solidFill>
                            <a:schemeClr val="bg1"/>
                          </a:solidFill>
                          <a:effectLst/>
                        </a:rPr>
                        <a:t>3. Workstream Sponsor</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00B050"/>
                    </a:solidFill>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00B050"/>
                    </a:solidFill>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00B050"/>
                    </a:solidFill>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vMerge="1">
                  <a:txBody>
                    <a:bodyPr/>
                    <a:lstStyle/>
                    <a:p>
                      <a:pPr algn="l" fontAlgn="b"/>
                      <a:endParaRPr lang="en-US" sz="900" b="1"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schemeClr>
                    </a:solidFill>
                  </a:tcPr>
                </a:tc>
                <a:tc>
                  <a:txBody>
                    <a:bodyPr/>
                    <a:lstStyle/>
                    <a:p>
                      <a:pPr algn="ctr" fontAlgn="b"/>
                      <a:r>
                        <a:rPr lang="en-US" sz="1200" u="none" strike="noStrike">
                          <a:solidFill>
                            <a:schemeClr val="bg1"/>
                          </a:solidFill>
                          <a:effectLst/>
                        </a:rPr>
                        <a:t>A,I,S</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A,I,S</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A,I</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extLst>
                  <a:ext uri="{0D108BD9-81ED-4DB2-BD59-A6C34878D82A}">
                    <a16:rowId xmlns:a16="http://schemas.microsoft.com/office/drawing/2014/main" val="3314892391"/>
                  </a:ext>
                </a:extLst>
              </a:tr>
              <a:tr h="320040">
                <a:tc>
                  <a:txBody>
                    <a:bodyPr/>
                    <a:lstStyle/>
                    <a:p>
                      <a:pPr algn="l" fontAlgn="t"/>
                      <a:r>
                        <a:rPr lang="en-US" sz="1200" u="none" strike="noStrike">
                          <a:solidFill>
                            <a:schemeClr val="bg1"/>
                          </a:solidFill>
                          <a:effectLst/>
                        </a:rPr>
                        <a:t>4. Workstream Lead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tx2"/>
                    </a:solidFill>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00B050"/>
                    </a:solidFill>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chemeClr val="tx2"/>
                    </a:solidFill>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vMerge="1">
                  <a:txBody>
                    <a:bodyPr/>
                    <a:lstStyle/>
                    <a:p>
                      <a:pPr algn="l" fontAlgn="b"/>
                      <a:endParaRPr lang="en-US" sz="900" b="1"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schemeClr>
                    </a:solidFill>
                  </a:tcPr>
                </a:tc>
                <a:tc>
                  <a:txBody>
                    <a:bodyPr/>
                    <a:lstStyle/>
                    <a:p>
                      <a:pPr algn="ctr" fontAlgn="b"/>
                      <a:r>
                        <a:rPr lang="en-US" sz="1200" u="none" strike="noStrike">
                          <a:solidFill>
                            <a:schemeClr val="bg1"/>
                          </a:solidFill>
                          <a:effectLst/>
                        </a:rPr>
                        <a:t>A,I</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A,I</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A,I, S</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extLst>
                  <a:ext uri="{0D108BD9-81ED-4DB2-BD59-A6C34878D82A}">
                    <a16:rowId xmlns:a16="http://schemas.microsoft.com/office/drawing/2014/main" val="3128616725"/>
                  </a:ext>
                </a:extLst>
              </a:tr>
              <a:tr h="502920">
                <a:tc>
                  <a:txBody>
                    <a:bodyPr/>
                    <a:lstStyle/>
                    <a:p>
                      <a:pPr algn="l" fontAlgn="t"/>
                      <a:r>
                        <a:rPr lang="en-US" sz="1200" u="none" strike="noStrike">
                          <a:solidFill>
                            <a:schemeClr val="bg1"/>
                          </a:solidFill>
                          <a:effectLst/>
                        </a:rPr>
                        <a:t>5. Change Team Member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solidFill>
                      <a:srgbClr val="00B050"/>
                    </a:solidFill>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l" fontAlgn="b"/>
                      <a:r>
                        <a:rPr lang="en-US" sz="1200" u="none" strike="noStrike">
                          <a:effectLst/>
                        </a:rPr>
                        <a:t> </a:t>
                      </a:r>
                      <a:endParaRPr lang="en-US" sz="1200" b="1" i="0" u="none" strike="noStrike">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vMerge="1">
                  <a:txBody>
                    <a:bodyPr/>
                    <a:lstStyle/>
                    <a:p>
                      <a:pPr algn="l" fontAlgn="b"/>
                      <a:endParaRPr lang="en-US" sz="900" b="1" i="0" u="none" strike="noStrike">
                        <a:effectLst/>
                        <a:latin typeface="Arial" panose="020B0604020202020204" pitchFamily="34"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schemeClr>
                    </a:solidFill>
                  </a:tcPr>
                </a:tc>
                <a:tc>
                  <a:txBody>
                    <a:bodyPr/>
                    <a:lstStyle/>
                    <a:p>
                      <a:pPr algn="ctr" fontAlgn="b"/>
                      <a:r>
                        <a:rPr lang="en-US" sz="1200" u="none" strike="noStrike">
                          <a:solidFill>
                            <a:schemeClr val="bg1"/>
                          </a:solidFill>
                          <a:effectLst/>
                        </a:rPr>
                        <a:t> </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 </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 </a:t>
                      </a:r>
                      <a:endParaRPr lang="en-US" sz="1200" b="1"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tc>
                  <a:txBody>
                    <a:bodyPr/>
                    <a:lstStyle/>
                    <a:p>
                      <a:pPr algn="ctr" fontAlgn="b"/>
                      <a:r>
                        <a:rPr lang="en-US" sz="1200" u="none" strike="noStrike">
                          <a:solidFill>
                            <a:schemeClr val="bg1"/>
                          </a:solidFill>
                          <a:effectLst/>
                        </a:rPr>
                        <a:t> </a:t>
                      </a:r>
                      <a:endParaRPr lang="en-US" sz="1200" b="0" i="0" u="none" strike="noStrike">
                        <a:solidFill>
                          <a:schemeClr val="bg1"/>
                        </a:solidFill>
                        <a:effectLst/>
                        <a:latin typeface="Arial" panose="020B0604020202020204" pitchFamily="34" charset="0"/>
                      </a:endParaRPr>
                    </a:p>
                  </a:txBody>
                  <a:tcPr anchor="ctr">
                    <a:lnL w="6350" cap="flat" cmpd="sng" algn="ctr">
                      <a:solidFill>
                        <a:schemeClr val="bg1">
                          <a:lumMod val="50000"/>
                          <a:lumOff val="50000"/>
                        </a:schemeClr>
                      </a:solidFill>
                      <a:prstDash val="solid"/>
                      <a:round/>
                      <a:headEnd type="none" w="med" len="med"/>
                      <a:tailEnd type="none" w="med" len="med"/>
                    </a:lnL>
                    <a:lnR w="6350" cap="flat" cmpd="sng" algn="ctr">
                      <a:solidFill>
                        <a:schemeClr val="bg1">
                          <a:lumMod val="50000"/>
                          <a:lumOff val="50000"/>
                        </a:schemeClr>
                      </a:solidFill>
                      <a:prstDash val="solid"/>
                      <a:round/>
                      <a:headEnd type="none" w="med" len="med"/>
                      <a:tailEnd type="none" w="med" len="med"/>
                    </a:lnR>
                    <a:lnT w="6350" cap="flat" cmpd="sng" algn="ctr">
                      <a:solidFill>
                        <a:schemeClr val="bg1">
                          <a:lumMod val="50000"/>
                          <a:lumOff val="50000"/>
                        </a:schemeClr>
                      </a:solidFill>
                      <a:prstDash val="solid"/>
                      <a:round/>
                      <a:headEnd type="none" w="med" len="med"/>
                      <a:tailEnd type="none" w="med" len="med"/>
                    </a:lnT>
                    <a:lnB w="6350" cap="flat" cmpd="sng" algn="ctr">
                      <a:solidFill>
                        <a:schemeClr val="bg1">
                          <a:lumMod val="50000"/>
                          <a:lumOff val="50000"/>
                        </a:schemeClr>
                      </a:solidFill>
                      <a:prstDash val="solid"/>
                      <a:round/>
                      <a:headEnd type="none" w="med" len="med"/>
                      <a:tailEnd type="none" w="med" len="med"/>
                    </a:lnB>
                  </a:tcPr>
                </a:tc>
                <a:extLst>
                  <a:ext uri="{0D108BD9-81ED-4DB2-BD59-A6C34878D82A}">
                    <a16:rowId xmlns:a16="http://schemas.microsoft.com/office/drawing/2014/main" val="1329543639"/>
                  </a:ext>
                </a:extLst>
              </a:tr>
            </a:tbl>
          </a:graphicData>
        </a:graphic>
      </p:graphicFrame>
    </p:spTree>
    <p:extLst>
      <p:ext uri="{BB962C8B-B14F-4D97-AF65-F5344CB8AC3E}">
        <p14:creationId xmlns:p14="http://schemas.microsoft.com/office/powerpoint/2010/main" val="1981931312"/>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Rectangle 110">
            <a:extLst>
              <a:ext uri="{FF2B5EF4-FFF2-40B4-BE49-F238E27FC236}">
                <a16:creationId xmlns:a16="http://schemas.microsoft.com/office/drawing/2014/main" id="{67C2E77A-1744-4095-BA4F-B983B90D53F4}"/>
              </a:ext>
            </a:extLst>
          </p:cNvPr>
          <p:cNvSpPr/>
          <p:nvPr/>
        </p:nvSpPr>
        <p:spPr>
          <a:xfrm>
            <a:off x="2131468" y="923079"/>
            <a:ext cx="9590154" cy="3335774"/>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 name="Thought Bubble: Cloud 65">
            <a:extLst>
              <a:ext uri="{FF2B5EF4-FFF2-40B4-BE49-F238E27FC236}">
                <a16:creationId xmlns:a16="http://schemas.microsoft.com/office/drawing/2014/main" id="{EE585CC6-B073-4C2E-83D5-FC9C8B7D38EB}"/>
              </a:ext>
            </a:extLst>
          </p:cNvPr>
          <p:cNvSpPr/>
          <p:nvPr/>
        </p:nvSpPr>
        <p:spPr>
          <a:xfrm>
            <a:off x="9355461" y="977565"/>
            <a:ext cx="2206604" cy="1356182"/>
          </a:xfrm>
          <a:prstGeom prst="cloudCallout">
            <a:avLst/>
          </a:prstGeom>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w="444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 name="Thought Bubble: Cloud 59">
            <a:extLst>
              <a:ext uri="{FF2B5EF4-FFF2-40B4-BE49-F238E27FC236}">
                <a16:creationId xmlns:a16="http://schemas.microsoft.com/office/drawing/2014/main" id="{58899F04-51D8-43BA-A8E0-F2473444C268}"/>
              </a:ext>
            </a:extLst>
          </p:cNvPr>
          <p:cNvSpPr/>
          <p:nvPr/>
        </p:nvSpPr>
        <p:spPr>
          <a:xfrm>
            <a:off x="2323253" y="918739"/>
            <a:ext cx="5892814" cy="3062849"/>
          </a:xfrm>
          <a:prstGeom prst="cloudCallout">
            <a:avLst/>
          </a:prstGeom>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w="444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Rectangle 7">
            <a:extLst>
              <a:ext uri="{FF2B5EF4-FFF2-40B4-BE49-F238E27FC236}">
                <a16:creationId xmlns:a16="http://schemas.microsoft.com/office/drawing/2014/main" id="{76E7792A-17ED-4E6D-8BF3-4D8B3D9CB38F}"/>
              </a:ext>
            </a:extLst>
          </p:cNvPr>
          <p:cNvSpPr/>
          <p:nvPr/>
        </p:nvSpPr>
        <p:spPr>
          <a:xfrm>
            <a:off x="3416229" y="1600347"/>
            <a:ext cx="3671285" cy="11787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panose="020B0604020202020204"/>
                <a:ea typeface="+mn-ea"/>
                <a:cs typeface="+mn-cs"/>
              </a:rPr>
              <a:t>Oracle Cloud ERP</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9" name="Group 8">
            <a:extLst>
              <a:ext uri="{FF2B5EF4-FFF2-40B4-BE49-F238E27FC236}">
                <a16:creationId xmlns:a16="http://schemas.microsoft.com/office/drawing/2014/main" id="{03CDD97C-15D7-402F-A9EA-2563F5CCD9C9}"/>
              </a:ext>
            </a:extLst>
          </p:cNvPr>
          <p:cNvGrpSpPr/>
          <p:nvPr/>
        </p:nvGrpSpPr>
        <p:grpSpPr>
          <a:xfrm>
            <a:off x="3078755" y="2792046"/>
            <a:ext cx="639108" cy="668914"/>
            <a:chOff x="6803472" y="2968904"/>
            <a:chExt cx="639108" cy="640913"/>
          </a:xfrm>
        </p:grpSpPr>
        <p:sp>
          <p:nvSpPr>
            <p:cNvPr id="22" name="Oval 21">
              <a:extLst>
                <a:ext uri="{FF2B5EF4-FFF2-40B4-BE49-F238E27FC236}">
                  <a16:creationId xmlns:a16="http://schemas.microsoft.com/office/drawing/2014/main" id="{725EE9D8-100A-4571-9BED-15B78F210C15}"/>
                </a:ext>
              </a:extLst>
            </p:cNvPr>
            <p:cNvSpPr/>
            <p:nvPr/>
          </p:nvSpPr>
          <p:spPr>
            <a:xfrm>
              <a:off x="6803472" y="2968904"/>
              <a:ext cx="629175" cy="640913"/>
            </a:xfrm>
            <a:prstGeom prst="ellipse">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 name="TextBox 22">
              <a:extLst>
                <a:ext uri="{FF2B5EF4-FFF2-40B4-BE49-F238E27FC236}">
                  <a16:creationId xmlns:a16="http://schemas.microsoft.com/office/drawing/2014/main" id="{4B830383-4D95-4156-9274-7FB8BAF912ED}"/>
                </a:ext>
              </a:extLst>
            </p:cNvPr>
            <p:cNvSpPr txBox="1"/>
            <p:nvPr/>
          </p:nvSpPr>
          <p:spPr>
            <a:xfrm>
              <a:off x="6901544" y="3139149"/>
              <a:ext cx="541036" cy="23591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CM</a:t>
              </a:r>
            </a:p>
          </p:txBody>
        </p:sp>
      </p:grpSp>
      <p:grpSp>
        <p:nvGrpSpPr>
          <p:cNvPr id="10" name="Group 9">
            <a:extLst>
              <a:ext uri="{FF2B5EF4-FFF2-40B4-BE49-F238E27FC236}">
                <a16:creationId xmlns:a16="http://schemas.microsoft.com/office/drawing/2014/main" id="{8F83900F-CDC9-4C03-AEAC-8BB3D8608444}"/>
              </a:ext>
            </a:extLst>
          </p:cNvPr>
          <p:cNvGrpSpPr/>
          <p:nvPr/>
        </p:nvGrpSpPr>
        <p:grpSpPr>
          <a:xfrm>
            <a:off x="3835691" y="2993976"/>
            <a:ext cx="701656" cy="668914"/>
            <a:chOff x="6803472" y="2968903"/>
            <a:chExt cx="701656" cy="640913"/>
          </a:xfrm>
        </p:grpSpPr>
        <p:sp>
          <p:nvSpPr>
            <p:cNvPr id="20" name="Oval 19">
              <a:extLst>
                <a:ext uri="{FF2B5EF4-FFF2-40B4-BE49-F238E27FC236}">
                  <a16:creationId xmlns:a16="http://schemas.microsoft.com/office/drawing/2014/main" id="{B2C1A105-B455-4595-ABF2-4DE62766B894}"/>
                </a:ext>
              </a:extLst>
            </p:cNvPr>
            <p:cNvSpPr/>
            <p:nvPr/>
          </p:nvSpPr>
          <p:spPr>
            <a:xfrm>
              <a:off x="6803472" y="2968903"/>
              <a:ext cx="629175" cy="640913"/>
            </a:xfrm>
            <a:prstGeom prst="ellipse">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 name="TextBox 20">
              <a:extLst>
                <a:ext uri="{FF2B5EF4-FFF2-40B4-BE49-F238E27FC236}">
                  <a16:creationId xmlns:a16="http://schemas.microsoft.com/office/drawing/2014/main" id="{BD21D541-B307-4AC1-AD7D-3AFDCD62FD32}"/>
                </a:ext>
              </a:extLst>
            </p:cNvPr>
            <p:cNvSpPr txBox="1"/>
            <p:nvPr/>
          </p:nvSpPr>
          <p:spPr>
            <a:xfrm>
              <a:off x="6944112" y="3206523"/>
              <a:ext cx="561016" cy="23591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AP</a:t>
              </a:r>
            </a:p>
          </p:txBody>
        </p:sp>
      </p:grpSp>
      <p:grpSp>
        <p:nvGrpSpPr>
          <p:cNvPr id="11" name="Group 10">
            <a:extLst>
              <a:ext uri="{FF2B5EF4-FFF2-40B4-BE49-F238E27FC236}">
                <a16:creationId xmlns:a16="http://schemas.microsoft.com/office/drawing/2014/main" id="{22489B07-0A17-49B1-B784-80F936EE8D70}"/>
              </a:ext>
            </a:extLst>
          </p:cNvPr>
          <p:cNvGrpSpPr/>
          <p:nvPr/>
        </p:nvGrpSpPr>
        <p:grpSpPr>
          <a:xfrm>
            <a:off x="5092206" y="2596558"/>
            <a:ext cx="698994" cy="668914"/>
            <a:chOff x="2928111" y="2748575"/>
            <a:chExt cx="629175" cy="640913"/>
          </a:xfrm>
        </p:grpSpPr>
        <p:sp>
          <p:nvSpPr>
            <p:cNvPr id="18" name="Oval 17">
              <a:extLst>
                <a:ext uri="{FF2B5EF4-FFF2-40B4-BE49-F238E27FC236}">
                  <a16:creationId xmlns:a16="http://schemas.microsoft.com/office/drawing/2014/main" id="{F1D1C811-C9DE-4C22-843E-8AB1F7CAC131}"/>
                </a:ext>
              </a:extLst>
            </p:cNvPr>
            <p:cNvSpPr/>
            <p:nvPr/>
          </p:nvSpPr>
          <p:spPr>
            <a:xfrm>
              <a:off x="2928111" y="2748575"/>
              <a:ext cx="629175" cy="640913"/>
            </a:xfrm>
            <a:prstGeom prst="ellipse">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TextBox 18">
              <a:extLst>
                <a:ext uri="{FF2B5EF4-FFF2-40B4-BE49-F238E27FC236}">
                  <a16:creationId xmlns:a16="http://schemas.microsoft.com/office/drawing/2014/main" id="{CEE8A9D9-F606-4AC6-B983-B18A8E36238F}"/>
                </a:ext>
              </a:extLst>
            </p:cNvPr>
            <p:cNvSpPr txBox="1"/>
            <p:nvPr/>
          </p:nvSpPr>
          <p:spPr>
            <a:xfrm>
              <a:off x="3054364" y="2948735"/>
              <a:ext cx="350140" cy="38336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AR</a:t>
              </a:r>
            </a:p>
          </p:txBody>
        </p:sp>
      </p:grpSp>
      <p:grpSp>
        <p:nvGrpSpPr>
          <p:cNvPr id="12" name="Group 11">
            <a:extLst>
              <a:ext uri="{FF2B5EF4-FFF2-40B4-BE49-F238E27FC236}">
                <a16:creationId xmlns:a16="http://schemas.microsoft.com/office/drawing/2014/main" id="{E78279DB-C369-47C6-A029-74C865539114}"/>
              </a:ext>
            </a:extLst>
          </p:cNvPr>
          <p:cNvGrpSpPr/>
          <p:nvPr/>
        </p:nvGrpSpPr>
        <p:grpSpPr>
          <a:xfrm>
            <a:off x="6566450" y="1157641"/>
            <a:ext cx="707818" cy="668914"/>
            <a:chOff x="4358321" y="1592148"/>
            <a:chExt cx="629175" cy="640913"/>
          </a:xfrm>
        </p:grpSpPr>
        <p:sp>
          <p:nvSpPr>
            <p:cNvPr id="16" name="Oval 15">
              <a:extLst>
                <a:ext uri="{FF2B5EF4-FFF2-40B4-BE49-F238E27FC236}">
                  <a16:creationId xmlns:a16="http://schemas.microsoft.com/office/drawing/2014/main" id="{3784F34C-C02A-4E33-8227-08164ED41E5D}"/>
                </a:ext>
              </a:extLst>
            </p:cNvPr>
            <p:cNvSpPr/>
            <p:nvPr/>
          </p:nvSpPr>
          <p:spPr>
            <a:xfrm>
              <a:off x="4358321" y="1592148"/>
              <a:ext cx="629175" cy="640913"/>
            </a:xfrm>
            <a:prstGeom prst="ellipse">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 name="TextBox 16">
              <a:extLst>
                <a:ext uri="{FF2B5EF4-FFF2-40B4-BE49-F238E27FC236}">
                  <a16:creationId xmlns:a16="http://schemas.microsoft.com/office/drawing/2014/main" id="{C397E8C9-3EF1-41DE-AA18-5267A6C6582A}"/>
                </a:ext>
              </a:extLst>
            </p:cNvPr>
            <p:cNvSpPr txBox="1"/>
            <p:nvPr/>
          </p:nvSpPr>
          <p:spPr>
            <a:xfrm>
              <a:off x="4504552" y="1797511"/>
              <a:ext cx="336096" cy="38336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FA</a:t>
              </a:r>
            </a:p>
          </p:txBody>
        </p:sp>
      </p:grpSp>
      <p:grpSp>
        <p:nvGrpSpPr>
          <p:cNvPr id="13" name="Group 12">
            <a:extLst>
              <a:ext uri="{FF2B5EF4-FFF2-40B4-BE49-F238E27FC236}">
                <a16:creationId xmlns:a16="http://schemas.microsoft.com/office/drawing/2014/main" id="{DEC154A3-6381-4CC3-8EA6-106053DBBA32}"/>
              </a:ext>
            </a:extLst>
          </p:cNvPr>
          <p:cNvGrpSpPr/>
          <p:nvPr/>
        </p:nvGrpSpPr>
        <p:grpSpPr>
          <a:xfrm>
            <a:off x="6070888" y="2037752"/>
            <a:ext cx="629175" cy="668914"/>
            <a:chOff x="4119869" y="2777614"/>
            <a:chExt cx="629175" cy="640913"/>
          </a:xfrm>
        </p:grpSpPr>
        <p:sp>
          <p:nvSpPr>
            <p:cNvPr id="14" name="Oval 13">
              <a:extLst>
                <a:ext uri="{FF2B5EF4-FFF2-40B4-BE49-F238E27FC236}">
                  <a16:creationId xmlns:a16="http://schemas.microsoft.com/office/drawing/2014/main" id="{BB354257-E78D-4E7C-A464-F37A25B56D4C}"/>
                </a:ext>
              </a:extLst>
            </p:cNvPr>
            <p:cNvSpPr/>
            <p:nvPr/>
          </p:nvSpPr>
          <p:spPr>
            <a:xfrm>
              <a:off x="4119869" y="2777614"/>
              <a:ext cx="629175" cy="640913"/>
            </a:xfrm>
            <a:prstGeom prst="ellipse">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TextBox 14">
              <a:extLst>
                <a:ext uri="{FF2B5EF4-FFF2-40B4-BE49-F238E27FC236}">
                  <a16:creationId xmlns:a16="http://schemas.microsoft.com/office/drawing/2014/main" id="{CA50704A-9857-4C60-9F0A-9B6DCBFE0255}"/>
                </a:ext>
              </a:extLst>
            </p:cNvPr>
            <p:cNvSpPr txBox="1"/>
            <p:nvPr/>
          </p:nvSpPr>
          <p:spPr>
            <a:xfrm>
              <a:off x="4248139" y="2999663"/>
              <a:ext cx="363848" cy="23591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GL</a:t>
              </a:r>
            </a:p>
          </p:txBody>
        </p:sp>
      </p:grpSp>
      <p:sp>
        <p:nvSpPr>
          <p:cNvPr id="3" name="Title 2">
            <a:extLst>
              <a:ext uri="{FF2B5EF4-FFF2-40B4-BE49-F238E27FC236}">
                <a16:creationId xmlns:a16="http://schemas.microsoft.com/office/drawing/2014/main" id="{C16A5211-4066-EB48-8DED-C415256BEEAD}"/>
              </a:ext>
            </a:extLst>
          </p:cNvPr>
          <p:cNvSpPr>
            <a:spLocks noGrp="1"/>
          </p:cNvSpPr>
          <p:nvPr>
            <p:ph type="title"/>
          </p:nvPr>
        </p:nvSpPr>
        <p:spPr/>
        <p:txBody>
          <a:bodyPr anchor="t"/>
          <a:lstStyle/>
          <a:p>
            <a:r>
              <a:rPr lang="en-US">
                <a:latin typeface="+mn-lt"/>
                <a:ea typeface="+mn-lt"/>
                <a:cs typeface="+mn-lt"/>
                <a:sym typeface="+mn-lt"/>
              </a:rPr>
              <a:t>Oracle Cloud Interface Diagram </a:t>
            </a:r>
          </a:p>
        </p:txBody>
      </p:sp>
      <p:grpSp>
        <p:nvGrpSpPr>
          <p:cNvPr id="24" name="Group 23">
            <a:extLst>
              <a:ext uri="{FF2B5EF4-FFF2-40B4-BE49-F238E27FC236}">
                <a16:creationId xmlns:a16="http://schemas.microsoft.com/office/drawing/2014/main" id="{B4D2D62D-E6F8-4EDE-90CC-DF0D283DEE2E}"/>
              </a:ext>
            </a:extLst>
          </p:cNvPr>
          <p:cNvGrpSpPr/>
          <p:nvPr/>
        </p:nvGrpSpPr>
        <p:grpSpPr>
          <a:xfrm>
            <a:off x="9753877" y="1237521"/>
            <a:ext cx="1698601" cy="922061"/>
            <a:chOff x="8034878" y="1764273"/>
            <a:chExt cx="1698601" cy="922061"/>
          </a:xfrm>
        </p:grpSpPr>
        <p:sp>
          <p:nvSpPr>
            <p:cNvPr id="25" name="Rectangle 24">
              <a:extLst>
                <a:ext uri="{FF2B5EF4-FFF2-40B4-BE49-F238E27FC236}">
                  <a16:creationId xmlns:a16="http://schemas.microsoft.com/office/drawing/2014/main" id="{CEF70A75-2579-4830-9D21-A30295AA405C}"/>
                </a:ext>
              </a:extLst>
            </p:cNvPr>
            <p:cNvSpPr/>
            <p:nvPr/>
          </p:nvSpPr>
          <p:spPr>
            <a:xfrm>
              <a:off x="8034878" y="1764273"/>
              <a:ext cx="1698601" cy="9220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mn-cs"/>
                </a:rPr>
                <a:t>Oracle Cloud EPM</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27" name="Group 26">
              <a:extLst>
                <a:ext uri="{FF2B5EF4-FFF2-40B4-BE49-F238E27FC236}">
                  <a16:creationId xmlns:a16="http://schemas.microsoft.com/office/drawing/2014/main" id="{D69452C5-ED15-4E00-B6D6-F71675A8BF87}"/>
                </a:ext>
              </a:extLst>
            </p:cNvPr>
            <p:cNvGrpSpPr/>
            <p:nvPr/>
          </p:nvGrpSpPr>
          <p:grpSpPr>
            <a:xfrm>
              <a:off x="8289731" y="2067193"/>
              <a:ext cx="595259" cy="445114"/>
              <a:chOff x="9018286" y="2234343"/>
              <a:chExt cx="595259" cy="445114"/>
            </a:xfrm>
          </p:grpSpPr>
          <p:sp>
            <p:nvSpPr>
              <p:cNvPr id="28" name="Oval 27">
                <a:extLst>
                  <a:ext uri="{FF2B5EF4-FFF2-40B4-BE49-F238E27FC236}">
                    <a16:creationId xmlns:a16="http://schemas.microsoft.com/office/drawing/2014/main" id="{17DFEC7E-34AD-4F64-8681-699FDFD11FDA}"/>
                  </a:ext>
                </a:extLst>
              </p:cNvPr>
              <p:cNvSpPr/>
              <p:nvPr/>
            </p:nvSpPr>
            <p:spPr>
              <a:xfrm>
                <a:off x="9043720" y="2234343"/>
                <a:ext cx="456091" cy="445114"/>
              </a:xfrm>
              <a:prstGeom prst="ellipse">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 name="TextBox 28">
                <a:extLst>
                  <a:ext uri="{FF2B5EF4-FFF2-40B4-BE49-F238E27FC236}">
                    <a16:creationId xmlns:a16="http://schemas.microsoft.com/office/drawing/2014/main" id="{06FFCA0B-123B-4361-8262-EEF00D11375D}"/>
                  </a:ext>
                </a:extLst>
              </p:cNvPr>
              <p:cNvSpPr txBox="1"/>
              <p:nvPr/>
            </p:nvSpPr>
            <p:spPr>
              <a:xfrm>
                <a:off x="9018286" y="2337780"/>
                <a:ext cx="595259"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FCCS</a:t>
                </a: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grpSp>
      </p:grpSp>
      <p:sp>
        <p:nvSpPr>
          <p:cNvPr id="2" name="Plaque 1">
            <a:extLst>
              <a:ext uri="{FF2B5EF4-FFF2-40B4-BE49-F238E27FC236}">
                <a16:creationId xmlns:a16="http://schemas.microsoft.com/office/drawing/2014/main" id="{71C1D630-DECB-4B63-B93C-39BA009CE27B}"/>
              </a:ext>
            </a:extLst>
          </p:cNvPr>
          <p:cNvSpPr/>
          <p:nvPr/>
        </p:nvSpPr>
        <p:spPr>
          <a:xfrm>
            <a:off x="3668242" y="5320444"/>
            <a:ext cx="887308" cy="521467"/>
          </a:xfrm>
          <a:prstGeom prst="plaque">
            <a:avLst/>
          </a:prstGeom>
          <a:solidFill>
            <a:srgbClr val="BD92D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Arial" panose="020B0604020202020204"/>
                <a:ea typeface="+mn-ea"/>
                <a:cs typeface="+mn-cs"/>
              </a:rPr>
              <a:t>Money Guide/ Admin</a:t>
            </a:r>
          </a:p>
        </p:txBody>
      </p:sp>
      <p:sp>
        <p:nvSpPr>
          <p:cNvPr id="36" name="TextBox 35">
            <a:extLst>
              <a:ext uri="{FF2B5EF4-FFF2-40B4-BE49-F238E27FC236}">
                <a16:creationId xmlns:a16="http://schemas.microsoft.com/office/drawing/2014/main" id="{DC230F58-897E-4DAE-B4C0-D57521B50526}"/>
              </a:ext>
            </a:extLst>
          </p:cNvPr>
          <p:cNvSpPr txBox="1"/>
          <p:nvPr/>
        </p:nvSpPr>
        <p:spPr>
          <a:xfrm>
            <a:off x="715611" y="4702837"/>
            <a:ext cx="1681430" cy="12157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Secondary or </a:t>
            </a:r>
            <a:r>
              <a:rPr kumimoji="0" lang="en-US" sz="800" b="0" i="1"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OOS</a:t>
            </a:r>
            <a:r>
              <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 for SOX</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In-Scope for SOX</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FCCS Process</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Record to Report (R2R) Process</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Order to Cash (O2C) Process</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Procure to Pay (P2P) Process</a:t>
            </a:r>
          </a:p>
        </p:txBody>
      </p:sp>
      <p:sp>
        <p:nvSpPr>
          <p:cNvPr id="38" name="Plaque 37">
            <a:extLst>
              <a:ext uri="{FF2B5EF4-FFF2-40B4-BE49-F238E27FC236}">
                <a16:creationId xmlns:a16="http://schemas.microsoft.com/office/drawing/2014/main" id="{AC04C40F-7A73-4F16-8398-2C56EE276F5D}"/>
              </a:ext>
            </a:extLst>
          </p:cNvPr>
          <p:cNvSpPr/>
          <p:nvPr/>
        </p:nvSpPr>
        <p:spPr>
          <a:xfrm>
            <a:off x="387455" y="4920371"/>
            <a:ext cx="302145" cy="176551"/>
          </a:xfrm>
          <a:prstGeom prst="plaque">
            <a:avLst/>
          </a:prstGeom>
          <a:solidFill>
            <a:srgbClr val="BD92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 name="Plaque 38">
            <a:extLst>
              <a:ext uri="{FF2B5EF4-FFF2-40B4-BE49-F238E27FC236}">
                <a16:creationId xmlns:a16="http://schemas.microsoft.com/office/drawing/2014/main" id="{115AA29F-1853-409B-8117-8AE21AD13DAE}"/>
              </a:ext>
            </a:extLst>
          </p:cNvPr>
          <p:cNvSpPr/>
          <p:nvPr/>
        </p:nvSpPr>
        <p:spPr>
          <a:xfrm>
            <a:off x="382198" y="4705003"/>
            <a:ext cx="307135" cy="176550"/>
          </a:xfrm>
          <a:prstGeom prst="plaqu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 name="Oval 40">
            <a:extLst>
              <a:ext uri="{FF2B5EF4-FFF2-40B4-BE49-F238E27FC236}">
                <a16:creationId xmlns:a16="http://schemas.microsoft.com/office/drawing/2014/main" id="{AEA61595-AFA2-4D73-A1B1-D1063B7E3512}"/>
              </a:ext>
            </a:extLst>
          </p:cNvPr>
          <p:cNvSpPr/>
          <p:nvPr/>
        </p:nvSpPr>
        <p:spPr>
          <a:xfrm>
            <a:off x="7522312" y="2468335"/>
            <a:ext cx="447595" cy="434348"/>
          </a:xfrm>
          <a:prstGeom prst="ellipse">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3" name="Plaque 42">
            <a:extLst>
              <a:ext uri="{FF2B5EF4-FFF2-40B4-BE49-F238E27FC236}">
                <a16:creationId xmlns:a16="http://schemas.microsoft.com/office/drawing/2014/main" id="{5F990A99-99DB-47E0-A692-CE6ED8D0E107}"/>
              </a:ext>
            </a:extLst>
          </p:cNvPr>
          <p:cNvSpPr/>
          <p:nvPr/>
        </p:nvSpPr>
        <p:spPr>
          <a:xfrm>
            <a:off x="2649726" y="4594906"/>
            <a:ext cx="859519" cy="533822"/>
          </a:xfrm>
          <a:prstGeom prst="plaque">
            <a:avLst/>
          </a:prstGeom>
          <a:solidFill>
            <a:srgbClr val="BD92D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Arial" panose="020B0604020202020204"/>
                <a:ea typeface="+mn-ea"/>
                <a:cs typeface="+mn-cs"/>
              </a:rPr>
              <a:t>UMP</a:t>
            </a:r>
          </a:p>
        </p:txBody>
      </p:sp>
      <p:sp>
        <p:nvSpPr>
          <p:cNvPr id="44" name="Plaque 43">
            <a:extLst>
              <a:ext uri="{FF2B5EF4-FFF2-40B4-BE49-F238E27FC236}">
                <a16:creationId xmlns:a16="http://schemas.microsoft.com/office/drawing/2014/main" id="{9A5B68D2-8B59-4D58-9AAB-C0B59324118F}"/>
              </a:ext>
            </a:extLst>
          </p:cNvPr>
          <p:cNvSpPr/>
          <p:nvPr/>
        </p:nvSpPr>
        <p:spPr>
          <a:xfrm>
            <a:off x="402582" y="2115615"/>
            <a:ext cx="841551" cy="516296"/>
          </a:xfrm>
          <a:prstGeom prst="plaque">
            <a:avLst/>
          </a:prstGeom>
          <a:solidFill>
            <a:srgbClr val="BFBFB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Arial" panose="020B0604020202020204"/>
                <a:ea typeface="+mn-ea"/>
                <a:cs typeface="+mn-cs"/>
              </a:rPr>
              <a:t>EYCore</a:t>
            </a:r>
          </a:p>
        </p:txBody>
      </p:sp>
      <p:sp>
        <p:nvSpPr>
          <p:cNvPr id="45" name="Plaque 44">
            <a:extLst>
              <a:ext uri="{FF2B5EF4-FFF2-40B4-BE49-F238E27FC236}">
                <a16:creationId xmlns:a16="http://schemas.microsoft.com/office/drawing/2014/main" id="{E0F86197-7BF6-4197-A5CF-92AF4E99213B}"/>
              </a:ext>
            </a:extLst>
          </p:cNvPr>
          <p:cNvSpPr/>
          <p:nvPr/>
        </p:nvSpPr>
        <p:spPr>
          <a:xfrm>
            <a:off x="6341151" y="5142286"/>
            <a:ext cx="841551" cy="516296"/>
          </a:xfrm>
          <a:prstGeom prst="plaque">
            <a:avLst/>
          </a:prstGeom>
          <a:solidFill>
            <a:srgbClr val="BFBFB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Arial" panose="020B0604020202020204"/>
                <a:ea typeface="+mn-ea"/>
                <a:cs typeface="+mn-cs"/>
              </a:rPr>
              <a:t>Concur</a:t>
            </a:r>
          </a:p>
        </p:txBody>
      </p:sp>
      <p:sp>
        <p:nvSpPr>
          <p:cNvPr id="46" name="Plaque 45">
            <a:extLst>
              <a:ext uri="{FF2B5EF4-FFF2-40B4-BE49-F238E27FC236}">
                <a16:creationId xmlns:a16="http://schemas.microsoft.com/office/drawing/2014/main" id="{DA197797-8FFB-40F2-85CE-974E20DDEA39}"/>
              </a:ext>
            </a:extLst>
          </p:cNvPr>
          <p:cNvSpPr/>
          <p:nvPr/>
        </p:nvSpPr>
        <p:spPr>
          <a:xfrm>
            <a:off x="8577154" y="5140891"/>
            <a:ext cx="841551" cy="516296"/>
          </a:xfrm>
          <a:prstGeom prst="plaque">
            <a:avLst/>
          </a:prstGeom>
          <a:solidFill>
            <a:srgbClr val="BD92D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Arial" panose="020B0604020202020204"/>
                <a:ea typeface="+mn-ea"/>
                <a:cs typeface="+mn-cs"/>
              </a:rPr>
              <a:t>Workday</a:t>
            </a:r>
          </a:p>
        </p:txBody>
      </p:sp>
      <p:sp>
        <p:nvSpPr>
          <p:cNvPr id="48" name="Plaque 47">
            <a:extLst>
              <a:ext uri="{FF2B5EF4-FFF2-40B4-BE49-F238E27FC236}">
                <a16:creationId xmlns:a16="http://schemas.microsoft.com/office/drawing/2014/main" id="{29EBD01C-B486-43B4-A00E-3B1A76049D47}"/>
              </a:ext>
            </a:extLst>
          </p:cNvPr>
          <p:cNvSpPr/>
          <p:nvPr/>
        </p:nvSpPr>
        <p:spPr>
          <a:xfrm>
            <a:off x="413922" y="3357452"/>
            <a:ext cx="841551" cy="516296"/>
          </a:xfrm>
          <a:prstGeom prst="plaque">
            <a:avLst/>
          </a:prstGeom>
          <a:solidFill>
            <a:srgbClr val="BD92D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a:ln>
                  <a:noFill/>
                </a:ln>
                <a:solidFill>
                  <a:srgbClr val="FFFFFF"/>
                </a:solidFill>
                <a:effectLst/>
                <a:uLnTx/>
                <a:uFillTx/>
                <a:latin typeface="Arial" panose="020B0604020202020204"/>
                <a:ea typeface="+mn-ea"/>
                <a:cs typeface="+mn-cs"/>
              </a:rPr>
              <a:t>BMO Harris Bank</a:t>
            </a:r>
          </a:p>
        </p:txBody>
      </p:sp>
      <p:sp>
        <p:nvSpPr>
          <p:cNvPr id="50" name="Plaque 49">
            <a:extLst>
              <a:ext uri="{FF2B5EF4-FFF2-40B4-BE49-F238E27FC236}">
                <a16:creationId xmlns:a16="http://schemas.microsoft.com/office/drawing/2014/main" id="{D9BFA655-0AEB-41D9-9250-BEA31968AF50}"/>
              </a:ext>
            </a:extLst>
          </p:cNvPr>
          <p:cNvSpPr/>
          <p:nvPr/>
        </p:nvSpPr>
        <p:spPr>
          <a:xfrm>
            <a:off x="417166" y="1085286"/>
            <a:ext cx="841551" cy="516296"/>
          </a:xfrm>
          <a:prstGeom prst="plaque">
            <a:avLst/>
          </a:prstGeom>
          <a:solidFill>
            <a:srgbClr val="BFBFB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Arial" panose="020B0604020202020204"/>
                <a:ea typeface="+mn-ea"/>
                <a:cs typeface="+mn-cs"/>
              </a:rPr>
              <a:t>Avalara Tax</a:t>
            </a:r>
          </a:p>
        </p:txBody>
      </p:sp>
      <p:sp>
        <p:nvSpPr>
          <p:cNvPr id="59" name="TextBox 58">
            <a:extLst>
              <a:ext uri="{FF2B5EF4-FFF2-40B4-BE49-F238E27FC236}">
                <a16:creationId xmlns:a16="http://schemas.microsoft.com/office/drawing/2014/main" id="{9D40185C-7085-4FA6-B3E1-9D06ECB11470}"/>
              </a:ext>
            </a:extLst>
          </p:cNvPr>
          <p:cNvSpPr txBox="1"/>
          <p:nvPr/>
        </p:nvSpPr>
        <p:spPr>
          <a:xfrm>
            <a:off x="8122757" y="1608817"/>
            <a:ext cx="183909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INT.31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GL Data Primary Ledger Balances</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65" name="Rectangle 64">
            <a:extLst>
              <a:ext uri="{FF2B5EF4-FFF2-40B4-BE49-F238E27FC236}">
                <a16:creationId xmlns:a16="http://schemas.microsoft.com/office/drawing/2014/main" id="{489A47FB-A4B7-4AC7-8D53-511F6F343550}"/>
              </a:ext>
            </a:extLst>
          </p:cNvPr>
          <p:cNvSpPr/>
          <p:nvPr/>
        </p:nvSpPr>
        <p:spPr>
          <a:xfrm>
            <a:off x="236692" y="4595706"/>
            <a:ext cx="2142712" cy="1528869"/>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highlight>
                <a:srgbClr val="FFFF00"/>
              </a:highlight>
              <a:uLnTx/>
              <a:uFillTx/>
              <a:latin typeface="Arial" panose="020B0604020202020204"/>
              <a:ea typeface="+mn-ea"/>
              <a:cs typeface="+mn-cs"/>
            </a:endParaRPr>
          </a:p>
        </p:txBody>
      </p:sp>
      <p:sp>
        <p:nvSpPr>
          <p:cNvPr id="67" name="Plaque 66">
            <a:extLst>
              <a:ext uri="{FF2B5EF4-FFF2-40B4-BE49-F238E27FC236}">
                <a16:creationId xmlns:a16="http://schemas.microsoft.com/office/drawing/2014/main" id="{39C1018C-8111-4B6D-92F3-C954E4812C53}"/>
              </a:ext>
            </a:extLst>
          </p:cNvPr>
          <p:cNvSpPr/>
          <p:nvPr/>
        </p:nvSpPr>
        <p:spPr>
          <a:xfrm>
            <a:off x="9827346" y="5140891"/>
            <a:ext cx="841551" cy="516296"/>
          </a:xfrm>
          <a:prstGeom prst="plaque">
            <a:avLst/>
          </a:prstGeom>
          <a:solidFill>
            <a:srgbClr val="BFBFB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a:ln>
                  <a:noFill/>
                </a:ln>
                <a:solidFill>
                  <a:srgbClr val="FFFFFF"/>
                </a:solidFill>
                <a:effectLst/>
                <a:uLnTx/>
                <a:uFillTx/>
                <a:latin typeface="Arial" panose="020B0604020202020204"/>
                <a:ea typeface="+mn-ea"/>
                <a:cs typeface="+mn-cs"/>
              </a:rPr>
              <a:t>Adaptive Planning</a:t>
            </a:r>
          </a:p>
        </p:txBody>
      </p:sp>
      <p:sp>
        <p:nvSpPr>
          <p:cNvPr id="68" name="Plaque 67">
            <a:extLst>
              <a:ext uri="{FF2B5EF4-FFF2-40B4-BE49-F238E27FC236}">
                <a16:creationId xmlns:a16="http://schemas.microsoft.com/office/drawing/2014/main" id="{9EE27646-E12D-4B70-8B7D-DBBC81455C44}"/>
              </a:ext>
            </a:extLst>
          </p:cNvPr>
          <p:cNvSpPr/>
          <p:nvPr/>
        </p:nvSpPr>
        <p:spPr>
          <a:xfrm>
            <a:off x="7444367" y="5142286"/>
            <a:ext cx="841551" cy="516296"/>
          </a:xfrm>
          <a:prstGeom prst="plaque">
            <a:avLst/>
          </a:prstGeom>
          <a:solidFill>
            <a:srgbClr val="BD92D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FFFFFF"/>
                </a:solidFill>
                <a:effectLst/>
                <a:uLnTx/>
                <a:uFillTx/>
                <a:latin typeface="Arial" panose="020B0604020202020204"/>
                <a:ea typeface="+mn-ea"/>
                <a:cs typeface="+mn-cs"/>
              </a:rPr>
              <a:t>Blackline ENV</a:t>
            </a:r>
          </a:p>
        </p:txBody>
      </p:sp>
      <p:sp>
        <p:nvSpPr>
          <p:cNvPr id="70" name="Oval 69">
            <a:extLst>
              <a:ext uri="{FF2B5EF4-FFF2-40B4-BE49-F238E27FC236}">
                <a16:creationId xmlns:a16="http://schemas.microsoft.com/office/drawing/2014/main" id="{E28E090E-79D1-4233-98F6-F5034F4D5E02}"/>
              </a:ext>
            </a:extLst>
          </p:cNvPr>
          <p:cNvSpPr/>
          <p:nvPr/>
        </p:nvSpPr>
        <p:spPr>
          <a:xfrm>
            <a:off x="3291141" y="1417764"/>
            <a:ext cx="636692" cy="487723"/>
          </a:xfrm>
          <a:prstGeom prst="ellipse">
            <a:avLst/>
          </a:prstGeom>
          <a:solidFill>
            <a:schemeClr val="bg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Tax</a:t>
            </a:r>
          </a:p>
        </p:txBody>
      </p:sp>
      <p:sp>
        <p:nvSpPr>
          <p:cNvPr id="71" name="TextBox 70">
            <a:extLst>
              <a:ext uri="{FF2B5EF4-FFF2-40B4-BE49-F238E27FC236}">
                <a16:creationId xmlns:a16="http://schemas.microsoft.com/office/drawing/2014/main" id="{56C69505-58B3-4F67-A45C-0F4307BE7073}"/>
              </a:ext>
            </a:extLst>
          </p:cNvPr>
          <p:cNvSpPr txBox="1"/>
          <p:nvPr/>
        </p:nvSpPr>
        <p:spPr>
          <a:xfrm>
            <a:off x="10218483" y="2445732"/>
            <a:ext cx="151080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INT54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GL Extract to Adaptive</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78" name="TextBox 77">
            <a:extLst>
              <a:ext uri="{FF2B5EF4-FFF2-40B4-BE49-F238E27FC236}">
                <a16:creationId xmlns:a16="http://schemas.microsoft.com/office/drawing/2014/main" id="{77FD89AB-B6C7-4200-B281-4B7F268FF6BC}"/>
              </a:ext>
            </a:extLst>
          </p:cNvPr>
          <p:cNvSpPr txBox="1"/>
          <p:nvPr/>
        </p:nvSpPr>
        <p:spPr>
          <a:xfrm>
            <a:off x="4531186" y="5614417"/>
            <a:ext cx="1381022"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INT48 MoneyGuide Intacct Admin</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91" name="TextBox 90">
            <a:extLst>
              <a:ext uri="{FF2B5EF4-FFF2-40B4-BE49-F238E27FC236}">
                <a16:creationId xmlns:a16="http://schemas.microsoft.com/office/drawing/2014/main" id="{072A9C47-1341-4618-B8A9-1D500AA07B6B}"/>
              </a:ext>
            </a:extLst>
          </p:cNvPr>
          <p:cNvSpPr txBox="1"/>
          <p:nvPr/>
        </p:nvSpPr>
        <p:spPr>
          <a:xfrm>
            <a:off x="1308327" y="3442799"/>
            <a:ext cx="218713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INT19, 27, 30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BMO Harris Bank Wire, ACH, Positive Pay</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93" name="TextBox 92">
            <a:extLst>
              <a:ext uri="{FF2B5EF4-FFF2-40B4-BE49-F238E27FC236}">
                <a16:creationId xmlns:a16="http://schemas.microsoft.com/office/drawing/2014/main" id="{F4F406CC-7A4C-40E4-A10B-2E25D3AB3A90}"/>
              </a:ext>
            </a:extLst>
          </p:cNvPr>
          <p:cNvSpPr txBox="1"/>
          <p:nvPr/>
        </p:nvSpPr>
        <p:spPr>
          <a:xfrm>
            <a:off x="1308327" y="2957938"/>
            <a:ext cx="151080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INT09</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Bank BAI Files</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97" name="TextBox 96">
            <a:extLst>
              <a:ext uri="{FF2B5EF4-FFF2-40B4-BE49-F238E27FC236}">
                <a16:creationId xmlns:a16="http://schemas.microsoft.com/office/drawing/2014/main" id="{E19BF1A6-8005-4EEE-89C0-9B695DAAC174}"/>
              </a:ext>
            </a:extLst>
          </p:cNvPr>
          <p:cNvSpPr txBox="1"/>
          <p:nvPr/>
        </p:nvSpPr>
        <p:spPr>
          <a:xfrm>
            <a:off x="1308327" y="1172949"/>
            <a:ext cx="151080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INT26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Avalara Tax Integration</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110" name="TextBox 109">
            <a:extLst>
              <a:ext uri="{FF2B5EF4-FFF2-40B4-BE49-F238E27FC236}">
                <a16:creationId xmlns:a16="http://schemas.microsoft.com/office/drawing/2014/main" id="{8B3916CC-3191-443F-BC6D-17DF4F7DEC1A}"/>
              </a:ext>
            </a:extLst>
          </p:cNvPr>
          <p:cNvSpPr txBox="1"/>
          <p:nvPr/>
        </p:nvSpPr>
        <p:spPr>
          <a:xfrm>
            <a:off x="6571227" y="3750191"/>
            <a:ext cx="151080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panose="020B0604020202020204"/>
                <a:ea typeface="+mn-ea"/>
                <a:cs typeface="+mn-cs"/>
              </a:rPr>
              <a:t>INT55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panose="020B0604020202020204"/>
                <a:ea typeface="+mn-ea"/>
                <a:cs typeface="+mn-cs"/>
              </a:rPr>
              <a:t>GL Extract to Blackline </a:t>
            </a:r>
            <a:endParaRPr kumimoji="0" lang="en-US" sz="800" b="0" i="0" u="none" strike="noStrike" kern="1200" cap="none" spc="0" normalizeH="0" baseline="0" noProof="0" dirty="0">
              <a:ln>
                <a:noFill/>
              </a:ln>
              <a:solidFill>
                <a:srgbClr val="000000"/>
              </a:solidFill>
              <a:effectLst/>
              <a:uLnTx/>
              <a:uFillTx/>
              <a:latin typeface="Arial" panose="020B0604020202020204"/>
              <a:ea typeface="+mn-ea"/>
              <a:cs typeface="Segoe UI" panose="020B0502040204020203" pitchFamily="34" charset="0"/>
            </a:endParaRPr>
          </a:p>
        </p:txBody>
      </p:sp>
      <p:sp>
        <p:nvSpPr>
          <p:cNvPr id="81" name="TextBox 80">
            <a:extLst>
              <a:ext uri="{FF2B5EF4-FFF2-40B4-BE49-F238E27FC236}">
                <a16:creationId xmlns:a16="http://schemas.microsoft.com/office/drawing/2014/main" id="{9BDA627C-B083-41D4-B56D-3624A2C8929E}"/>
              </a:ext>
            </a:extLst>
          </p:cNvPr>
          <p:cNvSpPr txBox="1"/>
          <p:nvPr/>
        </p:nvSpPr>
        <p:spPr>
          <a:xfrm>
            <a:off x="4442009" y="4949199"/>
            <a:ext cx="127244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INT47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800" b="0" i="0" u="none" strike="noStrike" kern="1200" cap="none" spc="0" normalizeH="0" baseline="0" noProof="0">
                <a:ln>
                  <a:noFill/>
                </a:ln>
                <a:solidFill>
                  <a:srgbClr val="000000"/>
                </a:solidFill>
                <a:effectLst/>
                <a:uLnTx/>
                <a:uFillTx/>
                <a:latin typeface="Arial" panose="020B0604020202020204"/>
                <a:ea typeface="+mn-ea"/>
                <a:cs typeface="+mn-cs"/>
              </a:rPr>
              <a:t>MoneyGuide Customer Portal via Admin</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cxnSp>
        <p:nvCxnSpPr>
          <p:cNvPr id="47" name="Connector: Elbow 46">
            <a:extLst>
              <a:ext uri="{FF2B5EF4-FFF2-40B4-BE49-F238E27FC236}">
                <a16:creationId xmlns:a16="http://schemas.microsoft.com/office/drawing/2014/main" id="{6F45831B-4C2F-4F18-B796-6E151CF6B745}"/>
              </a:ext>
            </a:extLst>
          </p:cNvPr>
          <p:cNvCxnSpPr>
            <a:cxnSpLocks/>
            <a:endCxn id="44" idx="2"/>
          </p:cNvCxnSpPr>
          <p:nvPr/>
        </p:nvCxnSpPr>
        <p:spPr>
          <a:xfrm rot="10800000">
            <a:off x="823358" y="2631912"/>
            <a:ext cx="4268848" cy="147053"/>
          </a:xfrm>
          <a:prstGeom prst="bentConnector2">
            <a:avLst/>
          </a:prstGeom>
          <a:ln w="25400">
            <a:solidFill>
              <a:srgbClr val="ECF12F"/>
            </a:solidFill>
            <a:prstDash val="solid"/>
            <a:headEnd type="none"/>
            <a:tailEnd type="triangle" w="lg"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3B18F859-C0D0-4513-9A28-79B7325DA552}"/>
              </a:ext>
            </a:extLst>
          </p:cNvPr>
          <p:cNvSpPr txBox="1"/>
          <p:nvPr/>
        </p:nvSpPr>
        <p:spPr>
          <a:xfrm>
            <a:off x="1308327" y="2596090"/>
            <a:ext cx="149661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INT23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EYCore Invoice Extract</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cxnSp>
        <p:nvCxnSpPr>
          <p:cNvPr id="88" name="Connector: Elbow 87">
            <a:extLst>
              <a:ext uri="{FF2B5EF4-FFF2-40B4-BE49-F238E27FC236}">
                <a16:creationId xmlns:a16="http://schemas.microsoft.com/office/drawing/2014/main" id="{301BB1E6-0A5A-455F-892E-50856DC060E6}"/>
              </a:ext>
            </a:extLst>
          </p:cNvPr>
          <p:cNvCxnSpPr>
            <a:cxnSpLocks/>
            <a:stCxn id="44" idx="0"/>
            <a:endCxn id="18" idx="0"/>
          </p:cNvCxnSpPr>
          <p:nvPr/>
        </p:nvCxnSpPr>
        <p:spPr>
          <a:xfrm rot="16200000" flipH="1">
            <a:off x="2892058" y="46914"/>
            <a:ext cx="480943" cy="4618345"/>
          </a:xfrm>
          <a:prstGeom prst="bentConnector3">
            <a:avLst>
              <a:gd name="adj1" fmla="val -47532"/>
            </a:avLst>
          </a:prstGeom>
          <a:ln w="25400">
            <a:solidFill>
              <a:srgbClr val="ECF12F"/>
            </a:solidFill>
            <a:tailEnd type="triangle" w="lg" len="med"/>
          </a:ln>
        </p:spPr>
        <p:style>
          <a:lnRef idx="1">
            <a:schemeClr val="accent1"/>
          </a:lnRef>
          <a:fillRef idx="0">
            <a:schemeClr val="accent1"/>
          </a:fillRef>
          <a:effectRef idx="0">
            <a:schemeClr val="accent1"/>
          </a:effectRef>
          <a:fontRef idx="minor">
            <a:schemeClr val="tx1"/>
          </a:fontRef>
        </p:style>
      </p:cxnSp>
      <p:sp>
        <p:nvSpPr>
          <p:cNvPr id="94" name="TextBox 93">
            <a:extLst>
              <a:ext uri="{FF2B5EF4-FFF2-40B4-BE49-F238E27FC236}">
                <a16:creationId xmlns:a16="http://schemas.microsoft.com/office/drawing/2014/main" id="{705B74BC-E758-42A4-A964-319FA9514F3D}"/>
              </a:ext>
            </a:extLst>
          </p:cNvPr>
          <p:cNvSpPr txBox="1"/>
          <p:nvPr/>
        </p:nvSpPr>
        <p:spPr>
          <a:xfrm>
            <a:off x="1308327" y="2215982"/>
            <a:ext cx="149661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INT24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EYCore GL Details Extract</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105" name="TextBox 104">
            <a:extLst>
              <a:ext uri="{FF2B5EF4-FFF2-40B4-BE49-F238E27FC236}">
                <a16:creationId xmlns:a16="http://schemas.microsoft.com/office/drawing/2014/main" id="{D8FA8BE4-92B8-4DAC-8B14-C5A184BFAFCB}"/>
              </a:ext>
            </a:extLst>
          </p:cNvPr>
          <p:cNvSpPr txBox="1"/>
          <p:nvPr/>
        </p:nvSpPr>
        <p:spPr>
          <a:xfrm>
            <a:off x="1308327" y="1815205"/>
            <a:ext cx="1648022"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INT08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EYCore Tax Only Invoice Import</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121" name="TextBox 120">
            <a:extLst>
              <a:ext uri="{FF2B5EF4-FFF2-40B4-BE49-F238E27FC236}">
                <a16:creationId xmlns:a16="http://schemas.microsoft.com/office/drawing/2014/main" id="{9C74520B-DE48-4F78-9046-44BFCF39E3A7}"/>
              </a:ext>
            </a:extLst>
          </p:cNvPr>
          <p:cNvSpPr txBox="1"/>
          <p:nvPr/>
        </p:nvSpPr>
        <p:spPr>
          <a:xfrm>
            <a:off x="3068973" y="5929496"/>
            <a:ext cx="149661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INT06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UMP GL JE Import</a:t>
            </a:r>
            <a:endParaRPr kumimoji="0" lang="en-US" sz="8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endParaRPr>
          </a:p>
        </p:txBody>
      </p:sp>
      <p:sp>
        <p:nvSpPr>
          <p:cNvPr id="123" name="TextBox 122">
            <a:extLst>
              <a:ext uri="{FF2B5EF4-FFF2-40B4-BE49-F238E27FC236}">
                <a16:creationId xmlns:a16="http://schemas.microsoft.com/office/drawing/2014/main" id="{DE30630A-54BF-4242-814C-01AC3046679E}"/>
              </a:ext>
            </a:extLst>
          </p:cNvPr>
          <p:cNvSpPr txBox="1"/>
          <p:nvPr/>
        </p:nvSpPr>
        <p:spPr>
          <a:xfrm>
            <a:off x="3468396" y="4702837"/>
            <a:ext cx="149661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INT14 UMP Billing (Other than Direct Debits)</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165" name="TextBox 164">
            <a:extLst>
              <a:ext uri="{FF2B5EF4-FFF2-40B4-BE49-F238E27FC236}">
                <a16:creationId xmlns:a16="http://schemas.microsoft.com/office/drawing/2014/main" id="{8128B60E-FBF7-431D-BB31-38502550125B}"/>
              </a:ext>
            </a:extLst>
          </p:cNvPr>
          <p:cNvSpPr txBox="1"/>
          <p:nvPr/>
        </p:nvSpPr>
        <p:spPr>
          <a:xfrm>
            <a:off x="7389058" y="3055567"/>
            <a:ext cx="174470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INT03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Workday Payroll GL Data</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cxnSp>
        <p:nvCxnSpPr>
          <p:cNvPr id="96" name="Straight Arrow Connector 95">
            <a:extLst>
              <a:ext uri="{FF2B5EF4-FFF2-40B4-BE49-F238E27FC236}">
                <a16:creationId xmlns:a16="http://schemas.microsoft.com/office/drawing/2014/main" id="{33B228EC-F778-415B-8936-22CB8C8F3E7F}"/>
              </a:ext>
            </a:extLst>
          </p:cNvPr>
          <p:cNvCxnSpPr>
            <a:cxnSpLocks/>
            <a:stCxn id="28" idx="4"/>
            <a:endCxn id="67" idx="0"/>
          </p:cNvCxnSpPr>
          <p:nvPr/>
        </p:nvCxnSpPr>
        <p:spPr>
          <a:xfrm flipH="1">
            <a:off x="10248122" y="1985555"/>
            <a:ext cx="14088" cy="3155336"/>
          </a:xfrm>
          <a:prstGeom prst="straightConnector1">
            <a:avLst/>
          </a:prstGeom>
          <a:ln w="25400">
            <a:solidFill>
              <a:srgbClr val="D40F0A"/>
            </a:solidFill>
            <a:prstDash val="solid"/>
            <a:round/>
            <a:tailEnd type="triangle" w="lg"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E7C82016-D875-43C1-B5D7-481A757DC6DB}"/>
              </a:ext>
            </a:extLst>
          </p:cNvPr>
          <p:cNvCxnSpPr/>
          <p:nvPr/>
        </p:nvCxnSpPr>
        <p:spPr>
          <a:xfrm>
            <a:off x="339891" y="5216605"/>
            <a:ext cx="387018" cy="0"/>
          </a:xfrm>
          <a:prstGeom prst="straightConnector1">
            <a:avLst/>
          </a:prstGeom>
          <a:ln w="25400">
            <a:solidFill>
              <a:srgbClr val="D40F0A"/>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B118DA79-B070-485F-9348-215234117B00}"/>
              </a:ext>
            </a:extLst>
          </p:cNvPr>
          <p:cNvCxnSpPr/>
          <p:nvPr/>
        </p:nvCxnSpPr>
        <p:spPr>
          <a:xfrm>
            <a:off x="343381" y="5392766"/>
            <a:ext cx="387018" cy="0"/>
          </a:xfrm>
          <a:prstGeom prst="straightConnector1">
            <a:avLst/>
          </a:prstGeom>
          <a:ln w="25400">
            <a:solidFill>
              <a:srgbClr val="F5914D"/>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A4A88A53-A037-4410-9ACD-8C40B13925E4}"/>
              </a:ext>
            </a:extLst>
          </p:cNvPr>
          <p:cNvCxnSpPr/>
          <p:nvPr/>
        </p:nvCxnSpPr>
        <p:spPr>
          <a:xfrm>
            <a:off x="354267" y="5587082"/>
            <a:ext cx="387018" cy="0"/>
          </a:xfrm>
          <a:prstGeom prst="straightConnector1">
            <a:avLst/>
          </a:prstGeom>
          <a:ln w="25400">
            <a:solidFill>
              <a:srgbClr val="ECF12F"/>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2368B5D5-8C7E-48C5-838B-633460908F8C}"/>
              </a:ext>
            </a:extLst>
          </p:cNvPr>
          <p:cNvCxnSpPr/>
          <p:nvPr/>
        </p:nvCxnSpPr>
        <p:spPr>
          <a:xfrm>
            <a:off x="351782" y="5756900"/>
            <a:ext cx="387018" cy="0"/>
          </a:xfrm>
          <a:prstGeom prst="straightConnector1">
            <a:avLst/>
          </a:prstGeom>
          <a:ln w="25400">
            <a:solidFill>
              <a:schemeClr val="accent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1" name="Connector: Elbow 50">
            <a:extLst>
              <a:ext uri="{FF2B5EF4-FFF2-40B4-BE49-F238E27FC236}">
                <a16:creationId xmlns:a16="http://schemas.microsoft.com/office/drawing/2014/main" id="{F5D0AE97-ECBD-4BD8-9739-E89DF4B24781}"/>
              </a:ext>
            </a:extLst>
          </p:cNvPr>
          <p:cNvCxnSpPr>
            <a:cxnSpLocks/>
            <a:stCxn id="14" idx="6"/>
            <a:endCxn id="29" idx="1"/>
          </p:cNvCxnSpPr>
          <p:nvPr/>
        </p:nvCxnSpPr>
        <p:spPr>
          <a:xfrm flipV="1">
            <a:off x="6700063" y="1774683"/>
            <a:ext cx="3308667" cy="597526"/>
          </a:xfrm>
          <a:prstGeom prst="bentConnector3">
            <a:avLst>
              <a:gd name="adj1" fmla="val 43499"/>
            </a:avLst>
          </a:prstGeom>
          <a:ln w="25400">
            <a:solidFill>
              <a:srgbClr val="C00000"/>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124" name="Connector: Elbow 123">
            <a:extLst>
              <a:ext uri="{FF2B5EF4-FFF2-40B4-BE49-F238E27FC236}">
                <a16:creationId xmlns:a16="http://schemas.microsoft.com/office/drawing/2014/main" id="{ECE96352-BBE3-4506-943F-DCF8C1EEEA12}"/>
              </a:ext>
            </a:extLst>
          </p:cNvPr>
          <p:cNvCxnSpPr>
            <a:cxnSpLocks/>
            <a:stCxn id="43" idx="3"/>
            <a:endCxn id="18" idx="3"/>
          </p:cNvCxnSpPr>
          <p:nvPr/>
        </p:nvCxnSpPr>
        <p:spPr>
          <a:xfrm flipV="1">
            <a:off x="3509245" y="3167512"/>
            <a:ext cx="1685326" cy="1694305"/>
          </a:xfrm>
          <a:prstGeom prst="bentConnector2">
            <a:avLst/>
          </a:prstGeom>
          <a:ln w="25400">
            <a:solidFill>
              <a:srgbClr val="ECF12F"/>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27" name="Connector: Elbow 126">
            <a:extLst>
              <a:ext uri="{FF2B5EF4-FFF2-40B4-BE49-F238E27FC236}">
                <a16:creationId xmlns:a16="http://schemas.microsoft.com/office/drawing/2014/main" id="{204D6AA1-1036-4135-8867-73245AC25CA8}"/>
              </a:ext>
            </a:extLst>
          </p:cNvPr>
          <p:cNvCxnSpPr>
            <a:cxnSpLocks/>
            <a:stCxn id="70" idx="0"/>
            <a:endCxn id="50" idx="3"/>
          </p:cNvCxnSpPr>
          <p:nvPr/>
        </p:nvCxnSpPr>
        <p:spPr>
          <a:xfrm rot="16200000" flipV="1">
            <a:off x="2396937" y="205214"/>
            <a:ext cx="74330" cy="2350770"/>
          </a:xfrm>
          <a:prstGeom prst="bentConnector2">
            <a:avLst/>
          </a:prstGeom>
          <a:ln w="25400">
            <a:solidFill>
              <a:srgbClr val="ECF12F"/>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135" name="Connector: Elbow 134">
            <a:extLst>
              <a:ext uri="{FF2B5EF4-FFF2-40B4-BE49-F238E27FC236}">
                <a16:creationId xmlns:a16="http://schemas.microsoft.com/office/drawing/2014/main" id="{B910C0F5-0AB3-4E92-96CE-59AC1004ABA4}"/>
              </a:ext>
            </a:extLst>
          </p:cNvPr>
          <p:cNvCxnSpPr>
            <a:cxnSpLocks/>
            <a:stCxn id="2" idx="3"/>
            <a:endCxn id="18" idx="5"/>
          </p:cNvCxnSpPr>
          <p:nvPr/>
        </p:nvCxnSpPr>
        <p:spPr>
          <a:xfrm flipV="1">
            <a:off x="4555550" y="3167512"/>
            <a:ext cx="1133285" cy="2413666"/>
          </a:xfrm>
          <a:prstGeom prst="bentConnector2">
            <a:avLst/>
          </a:prstGeom>
          <a:ln w="25400">
            <a:solidFill>
              <a:srgbClr val="ECF12F"/>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146" name="Connector: Elbow 145">
            <a:extLst>
              <a:ext uri="{FF2B5EF4-FFF2-40B4-BE49-F238E27FC236}">
                <a16:creationId xmlns:a16="http://schemas.microsoft.com/office/drawing/2014/main" id="{681C8E0E-11C1-454D-A43D-36595B712C7C}"/>
              </a:ext>
            </a:extLst>
          </p:cNvPr>
          <p:cNvCxnSpPr>
            <a:cxnSpLocks/>
            <a:endCxn id="41" idx="6"/>
          </p:cNvCxnSpPr>
          <p:nvPr/>
        </p:nvCxnSpPr>
        <p:spPr>
          <a:xfrm rot="16200000" flipV="1">
            <a:off x="7248302" y="3407114"/>
            <a:ext cx="2453988" cy="1010778"/>
          </a:xfrm>
          <a:prstGeom prst="bentConnector2">
            <a:avLst/>
          </a:prstGeom>
          <a:ln w="25400">
            <a:solidFill>
              <a:srgbClr val="D6E63A"/>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150" name="Connector: Elbow 149">
            <a:extLst>
              <a:ext uri="{FF2B5EF4-FFF2-40B4-BE49-F238E27FC236}">
                <a16:creationId xmlns:a16="http://schemas.microsoft.com/office/drawing/2014/main" id="{5268265E-6F0A-41B3-A2B7-F7909E086740}"/>
              </a:ext>
            </a:extLst>
          </p:cNvPr>
          <p:cNvCxnSpPr>
            <a:cxnSpLocks/>
            <a:stCxn id="20" idx="3"/>
            <a:endCxn id="48" idx="3"/>
          </p:cNvCxnSpPr>
          <p:nvPr/>
        </p:nvCxnSpPr>
        <p:spPr>
          <a:xfrm rot="5400000">
            <a:off x="2566318" y="2254086"/>
            <a:ext cx="50670" cy="2672359"/>
          </a:xfrm>
          <a:prstGeom prst="bentConnector4">
            <a:avLst>
              <a:gd name="adj1" fmla="val 100257"/>
              <a:gd name="adj2" fmla="val 51724"/>
            </a:avLst>
          </a:prstGeom>
          <a:ln w="25400">
            <a:solidFill>
              <a:srgbClr val="0070C0"/>
            </a:solidFill>
            <a:prstDash val="solid"/>
            <a:headEnd type="none"/>
            <a:tailEnd type="triangle" w="lg" len="med"/>
          </a:ln>
        </p:spPr>
        <p:style>
          <a:lnRef idx="1">
            <a:schemeClr val="accent1"/>
          </a:lnRef>
          <a:fillRef idx="0">
            <a:schemeClr val="accent1"/>
          </a:fillRef>
          <a:effectRef idx="0">
            <a:schemeClr val="accent1"/>
          </a:effectRef>
          <a:fontRef idx="minor">
            <a:schemeClr val="tx1"/>
          </a:fontRef>
        </p:style>
      </p:cxnSp>
      <p:sp>
        <p:nvSpPr>
          <p:cNvPr id="163" name="TextBox 162">
            <a:extLst>
              <a:ext uri="{FF2B5EF4-FFF2-40B4-BE49-F238E27FC236}">
                <a16:creationId xmlns:a16="http://schemas.microsoft.com/office/drawing/2014/main" id="{59FFE460-7D15-4916-938B-BA945617D0DC}"/>
              </a:ext>
            </a:extLst>
          </p:cNvPr>
          <p:cNvSpPr txBox="1"/>
          <p:nvPr/>
        </p:nvSpPr>
        <p:spPr>
          <a:xfrm>
            <a:off x="8134002" y="2406126"/>
            <a:ext cx="195089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INT11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Employee Import- Workforce structure</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cxnSp>
        <p:nvCxnSpPr>
          <p:cNvPr id="172" name="Connector: Elbow 171">
            <a:extLst>
              <a:ext uri="{FF2B5EF4-FFF2-40B4-BE49-F238E27FC236}">
                <a16:creationId xmlns:a16="http://schemas.microsoft.com/office/drawing/2014/main" id="{5947459F-B4F3-4F3A-9534-C2B358584662}"/>
              </a:ext>
            </a:extLst>
          </p:cNvPr>
          <p:cNvCxnSpPr>
            <a:cxnSpLocks/>
          </p:cNvCxnSpPr>
          <p:nvPr/>
        </p:nvCxnSpPr>
        <p:spPr>
          <a:xfrm rot="16200000" flipV="1">
            <a:off x="6405409" y="2713404"/>
            <a:ext cx="2759671" cy="2145117"/>
          </a:xfrm>
          <a:prstGeom prst="bentConnector3">
            <a:avLst>
              <a:gd name="adj1" fmla="val 70631"/>
            </a:avLst>
          </a:prstGeom>
          <a:ln w="25400">
            <a:solidFill>
              <a:srgbClr val="F5914D"/>
            </a:solidFill>
            <a:tailEnd type="triangle" w="lg" len="med"/>
          </a:ln>
        </p:spPr>
        <p:style>
          <a:lnRef idx="1">
            <a:schemeClr val="accent1"/>
          </a:lnRef>
          <a:fillRef idx="0">
            <a:schemeClr val="accent1"/>
          </a:fillRef>
          <a:effectRef idx="0">
            <a:schemeClr val="accent1"/>
          </a:effectRef>
          <a:fontRef idx="minor">
            <a:schemeClr val="tx1"/>
          </a:fontRef>
        </p:style>
      </p:cxnSp>
      <p:sp>
        <p:nvSpPr>
          <p:cNvPr id="181" name="Rectangle 180">
            <a:extLst>
              <a:ext uri="{FF2B5EF4-FFF2-40B4-BE49-F238E27FC236}">
                <a16:creationId xmlns:a16="http://schemas.microsoft.com/office/drawing/2014/main" id="{151B8F35-3856-405F-A656-C12AED370E52}"/>
              </a:ext>
            </a:extLst>
          </p:cNvPr>
          <p:cNvSpPr/>
          <p:nvPr/>
        </p:nvSpPr>
        <p:spPr>
          <a:xfrm>
            <a:off x="3416229" y="3836516"/>
            <a:ext cx="1225634" cy="431603"/>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2" name="Rectangle 181">
            <a:extLst>
              <a:ext uri="{FF2B5EF4-FFF2-40B4-BE49-F238E27FC236}">
                <a16:creationId xmlns:a16="http://schemas.microsoft.com/office/drawing/2014/main" id="{35AB8A13-BAF4-41C7-8E9E-B953AFE633C4}"/>
              </a:ext>
            </a:extLst>
          </p:cNvPr>
          <p:cNvSpPr/>
          <p:nvPr/>
        </p:nvSpPr>
        <p:spPr>
          <a:xfrm>
            <a:off x="3576023" y="4285154"/>
            <a:ext cx="1225634" cy="3686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140" name="Connector: Elbow 139">
            <a:extLst>
              <a:ext uri="{FF2B5EF4-FFF2-40B4-BE49-F238E27FC236}">
                <a16:creationId xmlns:a16="http://schemas.microsoft.com/office/drawing/2014/main" id="{CE4A2D90-62FB-407E-BD6E-FDC15860D219}"/>
              </a:ext>
            </a:extLst>
          </p:cNvPr>
          <p:cNvCxnSpPr>
            <a:cxnSpLocks/>
            <a:stCxn id="43" idx="0"/>
            <a:endCxn id="20" idx="4"/>
          </p:cNvCxnSpPr>
          <p:nvPr/>
        </p:nvCxnSpPr>
        <p:spPr>
          <a:xfrm rot="5400000" flipH="1" flipV="1">
            <a:off x="3148874" y="3593502"/>
            <a:ext cx="932016" cy="1070793"/>
          </a:xfrm>
          <a:prstGeom prst="bentConnector3">
            <a:avLst>
              <a:gd name="adj1" fmla="val 22233"/>
            </a:avLst>
          </a:prstGeom>
          <a:ln w="25400">
            <a:solidFill>
              <a:srgbClr val="0070C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83" name="Connector: Elbow 182">
            <a:extLst>
              <a:ext uri="{FF2B5EF4-FFF2-40B4-BE49-F238E27FC236}">
                <a16:creationId xmlns:a16="http://schemas.microsoft.com/office/drawing/2014/main" id="{EE5E724A-5312-4657-B09E-E306A6780FB9}"/>
              </a:ext>
            </a:extLst>
          </p:cNvPr>
          <p:cNvCxnSpPr>
            <a:cxnSpLocks/>
          </p:cNvCxnSpPr>
          <p:nvPr/>
        </p:nvCxnSpPr>
        <p:spPr>
          <a:xfrm rot="5400000" flipH="1" flipV="1">
            <a:off x="3336254" y="2337714"/>
            <a:ext cx="2520022" cy="3083543"/>
          </a:xfrm>
          <a:prstGeom prst="bentConnector3">
            <a:avLst>
              <a:gd name="adj1" fmla="val -36701"/>
            </a:avLst>
          </a:prstGeom>
          <a:ln w="25400">
            <a:solidFill>
              <a:srgbClr val="F5914D"/>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0" name="Connector: Elbow 189">
            <a:extLst>
              <a:ext uri="{FF2B5EF4-FFF2-40B4-BE49-F238E27FC236}">
                <a16:creationId xmlns:a16="http://schemas.microsoft.com/office/drawing/2014/main" id="{52461CB9-E160-4753-A55B-38B363C2420E}"/>
              </a:ext>
            </a:extLst>
          </p:cNvPr>
          <p:cNvCxnSpPr>
            <a:cxnSpLocks/>
            <a:stCxn id="22" idx="2"/>
            <a:endCxn id="48" idx="0"/>
          </p:cNvCxnSpPr>
          <p:nvPr/>
        </p:nvCxnSpPr>
        <p:spPr>
          <a:xfrm rot="10800000" flipV="1">
            <a:off x="834699" y="3126502"/>
            <a:ext cx="2244057" cy="230949"/>
          </a:xfrm>
          <a:prstGeom prst="bentConnector2">
            <a:avLst/>
          </a:prstGeom>
          <a:ln w="25400">
            <a:solidFill>
              <a:srgbClr val="F5914D"/>
            </a:solidFill>
            <a:prstDash val="solid"/>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7" name="Connector: Elbow 206">
            <a:extLst>
              <a:ext uri="{FF2B5EF4-FFF2-40B4-BE49-F238E27FC236}">
                <a16:creationId xmlns:a16="http://schemas.microsoft.com/office/drawing/2014/main" id="{8A8BB990-73A6-4753-BDBF-B9554E101276}"/>
              </a:ext>
            </a:extLst>
          </p:cNvPr>
          <p:cNvCxnSpPr>
            <a:cxnSpLocks/>
            <a:stCxn id="45" idx="0"/>
          </p:cNvCxnSpPr>
          <p:nvPr/>
        </p:nvCxnSpPr>
        <p:spPr>
          <a:xfrm rot="16200000" flipV="1">
            <a:off x="5382177" y="3762535"/>
            <a:ext cx="2412107" cy="347395"/>
          </a:xfrm>
          <a:prstGeom prst="bentConnector3">
            <a:avLst>
              <a:gd name="adj1" fmla="val 31250"/>
            </a:avLst>
          </a:prstGeom>
          <a:ln w="25400">
            <a:solidFill>
              <a:srgbClr val="F5914D"/>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1" name="Connector: Elbow 130">
            <a:extLst>
              <a:ext uri="{FF2B5EF4-FFF2-40B4-BE49-F238E27FC236}">
                <a16:creationId xmlns:a16="http://schemas.microsoft.com/office/drawing/2014/main" id="{2FC1E60B-2DDA-44FE-B710-13618C8BA439}"/>
              </a:ext>
            </a:extLst>
          </p:cNvPr>
          <p:cNvCxnSpPr>
            <a:cxnSpLocks/>
          </p:cNvCxnSpPr>
          <p:nvPr/>
        </p:nvCxnSpPr>
        <p:spPr>
          <a:xfrm rot="5400000" flipH="1" flipV="1">
            <a:off x="3733557" y="3643812"/>
            <a:ext cx="2054972" cy="1298293"/>
          </a:xfrm>
          <a:prstGeom prst="bentConnector3">
            <a:avLst>
              <a:gd name="adj1" fmla="val 10209"/>
            </a:avLst>
          </a:prstGeom>
          <a:ln w="25400">
            <a:solidFill>
              <a:srgbClr val="ECF12F"/>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137" name="Connector: Elbow 136">
            <a:extLst>
              <a:ext uri="{FF2B5EF4-FFF2-40B4-BE49-F238E27FC236}">
                <a16:creationId xmlns:a16="http://schemas.microsoft.com/office/drawing/2014/main" id="{7A5C8E9B-FAD4-43B6-A7B7-0CDFC0206A03}"/>
              </a:ext>
            </a:extLst>
          </p:cNvPr>
          <p:cNvCxnSpPr>
            <a:cxnSpLocks/>
            <a:stCxn id="14" idx="5"/>
            <a:endCxn id="68" idx="0"/>
          </p:cNvCxnSpPr>
          <p:nvPr/>
        </p:nvCxnSpPr>
        <p:spPr>
          <a:xfrm rot="16200000" flipH="1">
            <a:off x="5969742" y="3246885"/>
            <a:ext cx="2533580" cy="1257221"/>
          </a:xfrm>
          <a:prstGeom prst="bentConnector3">
            <a:avLst>
              <a:gd name="adj1" fmla="val 51504"/>
            </a:avLst>
          </a:prstGeom>
          <a:ln w="25400">
            <a:solidFill>
              <a:srgbClr val="F5914D"/>
            </a:solidFill>
            <a:prstDash val="solid"/>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3BE039D0-B169-4E70-8991-C900E5BDE46D}"/>
              </a:ext>
            </a:extLst>
          </p:cNvPr>
          <p:cNvCxnSpPr>
            <a:cxnSpLocks/>
            <a:stCxn id="14" idx="2"/>
          </p:cNvCxnSpPr>
          <p:nvPr/>
        </p:nvCxnSpPr>
        <p:spPr>
          <a:xfrm flipH="1">
            <a:off x="1245244" y="2372209"/>
            <a:ext cx="4825644" cy="13050"/>
          </a:xfrm>
          <a:prstGeom prst="straightConnector1">
            <a:avLst/>
          </a:prstGeom>
          <a:ln w="25400">
            <a:solidFill>
              <a:srgbClr val="F5914D"/>
            </a:solidFill>
            <a:prstDash val="solid"/>
            <a:tailEnd type="triangle" w="lg" len="med"/>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C859BFB4-98AC-45B8-89B4-9AE4EF80306E}"/>
              </a:ext>
            </a:extLst>
          </p:cNvPr>
          <p:cNvSpPr/>
          <p:nvPr/>
        </p:nvSpPr>
        <p:spPr>
          <a:xfrm>
            <a:off x="10084893" y="3690765"/>
            <a:ext cx="1636730" cy="4574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Oracle Cloud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Infrastructure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(OCI</a:t>
            </a:r>
            <a:r>
              <a:rPr kumimoji="0" lang="en-US" sz="1200" b="0" i="0" u="none" strike="noStrike" kern="1200" cap="none" spc="0" normalizeH="0" baseline="0" noProof="0">
                <a:ln>
                  <a:noFill/>
                </a:ln>
                <a:solidFill>
                  <a:srgbClr val="00B050"/>
                </a:solidFill>
                <a:effectLst/>
                <a:uLnTx/>
                <a:uFillTx/>
                <a:latin typeface="Arial" panose="020B0604020202020204"/>
                <a:ea typeface="+mn-ea"/>
                <a:cs typeface="+mn-cs"/>
              </a:rPr>
              <a:t>)</a:t>
            </a:r>
          </a:p>
        </p:txBody>
      </p:sp>
      <p:sp>
        <p:nvSpPr>
          <p:cNvPr id="104" name="TextBox 103">
            <a:extLst>
              <a:ext uri="{FF2B5EF4-FFF2-40B4-BE49-F238E27FC236}">
                <a16:creationId xmlns:a16="http://schemas.microsoft.com/office/drawing/2014/main" id="{7AB25231-4F44-4939-8AAC-AEC578BCCBAF}"/>
              </a:ext>
            </a:extLst>
          </p:cNvPr>
          <p:cNvSpPr txBox="1"/>
          <p:nvPr/>
        </p:nvSpPr>
        <p:spPr>
          <a:xfrm>
            <a:off x="7376347" y="2546181"/>
            <a:ext cx="742314"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rPr>
              <a:t>HCM</a:t>
            </a:r>
          </a:p>
        </p:txBody>
      </p:sp>
      <p:sp>
        <p:nvSpPr>
          <p:cNvPr id="122" name="TextBox 121">
            <a:extLst>
              <a:ext uri="{FF2B5EF4-FFF2-40B4-BE49-F238E27FC236}">
                <a16:creationId xmlns:a16="http://schemas.microsoft.com/office/drawing/2014/main" id="{013C33C2-B043-466B-944E-F5B8F846475E}"/>
              </a:ext>
            </a:extLst>
          </p:cNvPr>
          <p:cNvSpPr txBox="1"/>
          <p:nvPr/>
        </p:nvSpPr>
        <p:spPr>
          <a:xfrm>
            <a:off x="3468396" y="4232406"/>
            <a:ext cx="149661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INT07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UMP AP Invoices</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80" name="TextBox 79">
            <a:extLst>
              <a:ext uri="{FF2B5EF4-FFF2-40B4-BE49-F238E27FC236}">
                <a16:creationId xmlns:a16="http://schemas.microsoft.com/office/drawing/2014/main" id="{BF8C9391-44CE-4F07-89D0-624C2D90BC08}"/>
              </a:ext>
            </a:extLst>
          </p:cNvPr>
          <p:cNvSpPr txBox="1"/>
          <p:nvPr/>
        </p:nvSpPr>
        <p:spPr>
          <a:xfrm>
            <a:off x="6351995" y="4222950"/>
            <a:ext cx="151080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INT12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Concur T&amp;E GL Data import</a:t>
            </a:r>
            <a:endParaRPr kumimoji="0" lang="en-US" sz="800" b="0" i="0" u="none" strike="noStrike" kern="1200" cap="none" spc="0" normalizeH="0" baseline="0" noProof="0">
              <a:ln>
                <a:noFill/>
              </a:ln>
              <a:solidFill>
                <a:srgbClr val="000000"/>
              </a:solidFill>
              <a:effectLst/>
              <a:uLnTx/>
              <a:uFillTx/>
              <a:latin typeface="Arial" panose="020B0604020202020204"/>
              <a:ea typeface="+mn-ea"/>
              <a:cs typeface="Segoe UI" panose="020B0502040204020203" pitchFamily="34" charset="0"/>
            </a:endParaRPr>
          </a:p>
        </p:txBody>
      </p:sp>
      <p:sp>
        <p:nvSpPr>
          <p:cNvPr id="61" name="TextBox 60">
            <a:extLst>
              <a:ext uri="{FF2B5EF4-FFF2-40B4-BE49-F238E27FC236}">
                <a16:creationId xmlns:a16="http://schemas.microsoft.com/office/drawing/2014/main" id="{60754F4C-070B-49AB-812F-5FE31CAF71D6}"/>
              </a:ext>
            </a:extLst>
          </p:cNvPr>
          <p:cNvSpPr txBox="1"/>
          <p:nvPr/>
        </p:nvSpPr>
        <p:spPr>
          <a:xfrm>
            <a:off x="150264" y="4362203"/>
            <a:ext cx="148729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a:ea typeface="+mn-lt"/>
                <a:cs typeface="Arial" panose="020B0604020202020204"/>
                <a:sym typeface="+mn-lt"/>
              </a:rPr>
              <a:t>Decoder Ring</a:t>
            </a:r>
          </a:p>
        </p:txBody>
      </p:sp>
      <p:cxnSp>
        <p:nvCxnSpPr>
          <p:cNvPr id="99" name="Straight Arrow Connector 98">
            <a:extLst>
              <a:ext uri="{FF2B5EF4-FFF2-40B4-BE49-F238E27FC236}">
                <a16:creationId xmlns:a16="http://schemas.microsoft.com/office/drawing/2014/main" id="{D16D46C2-C354-40F9-A71D-1E6A2B48B227}"/>
              </a:ext>
            </a:extLst>
          </p:cNvPr>
          <p:cNvCxnSpPr/>
          <p:nvPr/>
        </p:nvCxnSpPr>
        <p:spPr>
          <a:xfrm flipV="1">
            <a:off x="674892" y="1600347"/>
            <a:ext cx="0" cy="515267"/>
          </a:xfrm>
          <a:prstGeom prst="straightConnector1">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381831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AE6150-1754-CBE0-FD15-99C9966D6A18}"/>
              </a:ext>
            </a:extLst>
          </p:cNvPr>
          <p:cNvSpPr>
            <a:spLocks noGrp="1"/>
          </p:cNvSpPr>
          <p:nvPr>
            <p:ph type="title"/>
          </p:nvPr>
        </p:nvSpPr>
        <p:spPr/>
        <p:txBody>
          <a:bodyPr/>
          <a:lstStyle/>
          <a:p>
            <a:r>
              <a:rPr lang="en-IN"/>
              <a:t>Technology Landscape</a:t>
            </a:r>
          </a:p>
        </p:txBody>
      </p:sp>
      <p:sp>
        <p:nvSpPr>
          <p:cNvPr id="5" name="Slide Number Placeholder 4">
            <a:extLst>
              <a:ext uri="{FF2B5EF4-FFF2-40B4-BE49-F238E27FC236}">
                <a16:creationId xmlns:a16="http://schemas.microsoft.com/office/drawing/2014/main" id="{162CE2CF-A620-E302-FD0D-490A14FB1072}"/>
              </a:ext>
            </a:extLst>
          </p:cNvPr>
          <p:cNvSpPr>
            <a:spLocks noGrp="1"/>
          </p:cNvSpPr>
          <p:nvPr>
            <p:ph type="sldNum" sz="quarter" idx="12"/>
          </p:nvPr>
        </p:nvSpPr>
        <p:spPr/>
        <p:txBody>
          <a:bodyPr/>
          <a:lstStyle/>
          <a:p>
            <a:fld id="{94FCA0F3-9F3A-694B-99BB-0E592A797735}" type="slidenum">
              <a:rPr lang="en-US" smtClean="0"/>
              <a:t>108</a:t>
            </a:fld>
            <a:endParaRPr lang="en-US"/>
          </a:p>
        </p:txBody>
      </p:sp>
      <p:sp>
        <p:nvSpPr>
          <p:cNvPr id="6" name="Date Placeholder 5">
            <a:extLst>
              <a:ext uri="{FF2B5EF4-FFF2-40B4-BE49-F238E27FC236}">
                <a16:creationId xmlns:a16="http://schemas.microsoft.com/office/drawing/2014/main" id="{19BE0ADD-810C-2DD2-0C0E-240A577319F1}"/>
              </a:ext>
            </a:extLst>
          </p:cNvPr>
          <p:cNvSpPr>
            <a:spLocks noGrp="1"/>
          </p:cNvSpPr>
          <p:nvPr>
            <p:ph type="dt" sz="half" idx="10"/>
          </p:nvPr>
        </p:nvSpPr>
        <p:spPr/>
        <p:txBody>
          <a:bodyPr/>
          <a:lstStyle/>
          <a:p>
            <a:fld id="{53CAF7E3-7EE1-40ED-9C76-7B27EE191743}" type="datetime1">
              <a:rPr lang="en-US" smtClean="0"/>
              <a:t>9/19/2025</a:t>
            </a:fld>
            <a:endParaRPr lang="en-US"/>
          </a:p>
        </p:txBody>
      </p:sp>
      <p:sp>
        <p:nvSpPr>
          <p:cNvPr id="8" name="SmartArt Placeholder 7">
            <a:extLst>
              <a:ext uri="{FF2B5EF4-FFF2-40B4-BE49-F238E27FC236}">
                <a16:creationId xmlns:a16="http://schemas.microsoft.com/office/drawing/2014/main" id="{4FF01602-6529-538B-C477-86E8F40A5CF1}"/>
              </a:ext>
            </a:extLst>
          </p:cNvPr>
          <p:cNvSpPr>
            <a:spLocks noGrp="1"/>
          </p:cNvSpPr>
          <p:nvPr>
            <p:ph type="dgm" sz="quarter" idx="17"/>
          </p:nvPr>
        </p:nvSpPr>
        <p:spPr/>
        <p:txBody>
          <a:bodyPr/>
          <a:lstStyle/>
          <a:p>
            <a:endParaRPr lang="en-IN"/>
          </a:p>
        </p:txBody>
      </p:sp>
      <p:pic>
        <p:nvPicPr>
          <p:cNvPr id="9" name="Picture 8">
            <a:extLst>
              <a:ext uri="{FF2B5EF4-FFF2-40B4-BE49-F238E27FC236}">
                <a16:creationId xmlns:a16="http://schemas.microsoft.com/office/drawing/2014/main" id="{F85F0D0E-5BC1-2505-B7FC-FAB35DACE2BB}"/>
              </a:ext>
            </a:extLst>
          </p:cNvPr>
          <p:cNvPicPr>
            <a:picLocks noChangeAspect="1"/>
          </p:cNvPicPr>
          <p:nvPr/>
        </p:nvPicPr>
        <p:blipFill>
          <a:blip r:embed="rId2">
            <a:extLst>
              <a:ext uri="{28A0092B-C50C-407E-A947-70E740481C1C}">
                <a14:useLocalDpi xmlns:a14="http://schemas.microsoft.com/office/drawing/2010/main" val="0"/>
              </a:ext>
            </a:extLst>
          </a:blip>
          <a:srcRect l="749" r="749"/>
          <a:stretch/>
        </p:blipFill>
        <p:spPr>
          <a:xfrm>
            <a:off x="1127026" y="1666090"/>
            <a:ext cx="9937948" cy="4970635"/>
          </a:xfrm>
          <a:prstGeom prst="rect">
            <a:avLst/>
          </a:prstGeom>
          <a:effectLst>
            <a:outerShdw blurRad="50800" dist="38100" dir="8100000" algn="tr" rotWithShape="0">
              <a:prstClr val="black">
                <a:alpha val="40000"/>
              </a:prstClr>
            </a:outerShdw>
          </a:effectLst>
        </p:spPr>
      </p:pic>
    </p:spTree>
    <p:extLst>
      <p:ext uri="{BB962C8B-B14F-4D97-AF65-F5344CB8AC3E}">
        <p14:creationId xmlns:p14="http://schemas.microsoft.com/office/powerpoint/2010/main" val="4216375366"/>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429E0A-1E3C-A23E-37B9-AC74B51C0974}"/>
              </a:ext>
            </a:extLst>
          </p:cNvPr>
          <p:cNvSpPr>
            <a:spLocks noGrp="1"/>
          </p:cNvSpPr>
          <p:nvPr>
            <p:ph type="title"/>
          </p:nvPr>
        </p:nvSpPr>
        <p:spPr/>
        <p:txBody>
          <a:bodyPr/>
          <a:lstStyle/>
          <a:p>
            <a:r>
              <a:rPr lang="en-GB"/>
              <a:t>What is </a:t>
            </a:r>
            <a:r>
              <a:rPr lang="en-GB" err="1"/>
              <a:t>BlackLine</a:t>
            </a:r>
            <a:r>
              <a:rPr lang="en-GB"/>
              <a:t>?</a:t>
            </a:r>
            <a:endParaRPr lang="en-IN"/>
          </a:p>
        </p:txBody>
      </p:sp>
      <p:sp>
        <p:nvSpPr>
          <p:cNvPr id="5" name="Slide Number Placeholder 4">
            <a:extLst>
              <a:ext uri="{FF2B5EF4-FFF2-40B4-BE49-F238E27FC236}">
                <a16:creationId xmlns:a16="http://schemas.microsoft.com/office/drawing/2014/main" id="{5FCCBDF2-C2EA-5626-60B7-461D58762D33}"/>
              </a:ext>
            </a:extLst>
          </p:cNvPr>
          <p:cNvSpPr>
            <a:spLocks noGrp="1"/>
          </p:cNvSpPr>
          <p:nvPr>
            <p:ph type="sldNum" sz="quarter" idx="12"/>
          </p:nvPr>
        </p:nvSpPr>
        <p:spPr/>
        <p:txBody>
          <a:bodyPr/>
          <a:lstStyle/>
          <a:p>
            <a:fld id="{94FCA0F3-9F3A-694B-99BB-0E592A797735}" type="slidenum">
              <a:rPr lang="en-US" smtClean="0"/>
              <a:t>109</a:t>
            </a:fld>
            <a:endParaRPr lang="en-US"/>
          </a:p>
        </p:txBody>
      </p:sp>
      <p:sp>
        <p:nvSpPr>
          <p:cNvPr id="6" name="Date Placeholder 5">
            <a:extLst>
              <a:ext uri="{FF2B5EF4-FFF2-40B4-BE49-F238E27FC236}">
                <a16:creationId xmlns:a16="http://schemas.microsoft.com/office/drawing/2014/main" id="{3F0DA46A-89E4-09EF-7CE6-94435D615BE0}"/>
              </a:ext>
            </a:extLst>
          </p:cNvPr>
          <p:cNvSpPr>
            <a:spLocks noGrp="1"/>
          </p:cNvSpPr>
          <p:nvPr>
            <p:ph type="dt" sz="half" idx="10"/>
          </p:nvPr>
        </p:nvSpPr>
        <p:spPr/>
        <p:txBody>
          <a:bodyPr/>
          <a:lstStyle/>
          <a:p>
            <a:fld id="{60D1F942-6CB9-4ED9-A61E-CE8FC95071C0}" type="datetime1">
              <a:rPr lang="en-US" smtClean="0"/>
              <a:t>9/19/2025</a:t>
            </a:fld>
            <a:endParaRPr lang="en-US"/>
          </a:p>
        </p:txBody>
      </p:sp>
      <p:sp>
        <p:nvSpPr>
          <p:cNvPr id="8" name="SmartArt Placeholder 7">
            <a:extLst>
              <a:ext uri="{FF2B5EF4-FFF2-40B4-BE49-F238E27FC236}">
                <a16:creationId xmlns:a16="http://schemas.microsoft.com/office/drawing/2014/main" id="{F3F84732-293E-EBF3-837E-EF4F36AE2D5D}"/>
              </a:ext>
            </a:extLst>
          </p:cNvPr>
          <p:cNvSpPr>
            <a:spLocks noGrp="1"/>
          </p:cNvSpPr>
          <p:nvPr>
            <p:ph type="dgm" sz="quarter" idx="17"/>
          </p:nvPr>
        </p:nvSpPr>
        <p:spPr/>
        <p:txBody>
          <a:bodyPr/>
          <a:lstStyle/>
          <a:p>
            <a:endParaRPr lang="en-IN"/>
          </a:p>
        </p:txBody>
      </p:sp>
      <p:sp>
        <p:nvSpPr>
          <p:cNvPr id="11" name="Content Placeholder 2">
            <a:extLst>
              <a:ext uri="{FF2B5EF4-FFF2-40B4-BE49-F238E27FC236}">
                <a16:creationId xmlns:a16="http://schemas.microsoft.com/office/drawing/2014/main" id="{DACA99B4-3F8B-63DE-75F2-C934BF7C3C21}"/>
              </a:ext>
            </a:extLst>
          </p:cNvPr>
          <p:cNvSpPr txBox="1">
            <a:spLocks/>
          </p:cNvSpPr>
          <p:nvPr/>
        </p:nvSpPr>
        <p:spPr>
          <a:xfrm>
            <a:off x="705688" y="1257225"/>
            <a:ext cx="11165056" cy="396500"/>
          </a:xfrm>
          <a:prstGeom prst="rect">
            <a:avLst/>
          </a:prstGeom>
        </p:spPr>
        <p:txBody>
          <a:bodyPr/>
          <a:lstStyle>
            <a:lvl1pPr marL="356616" indent="-356616" algn="l" defTabSz="914400" rtl="0" eaLnBrk="1" latinLnBrk="0" hangingPunct="1">
              <a:spcBef>
                <a:spcPts val="0"/>
              </a:spcBef>
              <a:spcAft>
                <a:spcPts val="600"/>
              </a:spcAft>
              <a:buClr>
                <a:schemeClr val="accent2"/>
              </a:buClr>
              <a:buSzPct val="100000"/>
              <a:buFont typeface="EYInterstate" panose="02000503020000020004" pitchFamily="2" charset="0"/>
              <a:buChar char="•"/>
              <a:defRPr sz="2400" kern="1200">
                <a:solidFill>
                  <a:schemeClr val="bg1"/>
                </a:solidFill>
                <a:latin typeface="EYInterstate Light" panose="02000506000000020004" pitchFamily="2" charset="0"/>
                <a:ea typeface="+mn-ea"/>
                <a:cs typeface="Arial" pitchFamily="34" charset="0"/>
              </a:defRPr>
            </a:lvl1pPr>
            <a:lvl2pPr marL="713232" indent="-356616" algn="l" defTabSz="914400" rtl="0" eaLnBrk="1" latinLnBrk="0" hangingPunct="1">
              <a:spcBef>
                <a:spcPts val="0"/>
              </a:spcBef>
              <a:spcAft>
                <a:spcPts val="600"/>
              </a:spcAft>
              <a:buClr>
                <a:schemeClr val="accent2"/>
              </a:buClr>
              <a:buSzPct val="100000"/>
              <a:buFont typeface="EYInterstate" panose="02000503020000020004" pitchFamily="2" charset="0"/>
              <a:buChar char="•"/>
              <a:defRPr sz="2000" kern="1200">
                <a:solidFill>
                  <a:schemeClr val="bg1"/>
                </a:solidFill>
                <a:latin typeface="EYInterstate Light" panose="02000506000000020004" pitchFamily="2" charset="0"/>
                <a:ea typeface="+mn-ea"/>
                <a:cs typeface="Arial" pitchFamily="34" charset="0"/>
              </a:defRPr>
            </a:lvl2pPr>
            <a:lvl3pPr marL="1069848" indent="-356616" algn="l" defTabSz="914400" rtl="0" eaLnBrk="1" latinLnBrk="0" hangingPunct="1">
              <a:spcBef>
                <a:spcPts val="0"/>
              </a:spcBef>
              <a:spcAft>
                <a:spcPts val="600"/>
              </a:spcAft>
              <a:buClr>
                <a:schemeClr val="accent2"/>
              </a:buClr>
              <a:buSzPct val="100000"/>
              <a:buFont typeface="EYInterstate" panose="02000503020000020004" pitchFamily="2" charset="0"/>
              <a:buChar char="•"/>
              <a:defRPr sz="1800" kern="1200">
                <a:solidFill>
                  <a:schemeClr val="bg1"/>
                </a:solidFill>
                <a:latin typeface="EYInterstate Light" panose="02000506000000020004" pitchFamily="2" charset="0"/>
                <a:ea typeface="+mn-ea"/>
                <a:cs typeface="Arial" pitchFamily="34" charset="0"/>
              </a:defRPr>
            </a:lvl3pPr>
            <a:lvl4pPr marL="1426464" indent="-356616" algn="l" defTabSz="914400" rtl="0" eaLnBrk="1" latinLnBrk="0" hangingPunct="1">
              <a:spcBef>
                <a:spcPts val="0"/>
              </a:spcBef>
              <a:spcAft>
                <a:spcPts val="600"/>
              </a:spcAft>
              <a:buClr>
                <a:schemeClr val="accent2"/>
              </a:buClr>
              <a:buSzPct val="100000"/>
              <a:buFont typeface="EYInterstate" panose="02000503020000020004" pitchFamily="2" charset="0"/>
              <a:buChar char="•"/>
              <a:defRPr sz="1600" kern="1200">
                <a:solidFill>
                  <a:schemeClr val="bg1"/>
                </a:solidFill>
                <a:latin typeface="EYInterstate Light" panose="02000506000000020004" pitchFamily="2" charset="0"/>
                <a:ea typeface="+mn-ea"/>
                <a:cs typeface="Arial" pitchFamily="34" charset="0"/>
              </a:defRPr>
            </a:lvl4pPr>
            <a:lvl5pPr marL="1783080" indent="-356616" algn="l" defTabSz="914400" rtl="0" eaLnBrk="1" latinLnBrk="0" hangingPunct="1">
              <a:spcBef>
                <a:spcPts val="0"/>
              </a:spcBef>
              <a:spcAft>
                <a:spcPts val="600"/>
              </a:spcAft>
              <a:buClr>
                <a:schemeClr val="accent2"/>
              </a:buClr>
              <a:buSzPct val="100000"/>
              <a:buFont typeface="EYInterstate" panose="02000503020000020004" pitchFamily="2" charset="0"/>
              <a:buChar char="•"/>
              <a:defRPr sz="1600" kern="1200">
                <a:solidFill>
                  <a:schemeClr val="bg1"/>
                </a:solidFill>
                <a:latin typeface="EYInterstate Light" panose="02000506000000020004" pitchFamily="2" charset="0"/>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base" latinLnBrk="0" hangingPunct="1">
              <a:lnSpc>
                <a:spcPct val="90000"/>
              </a:lnSpc>
              <a:spcBef>
                <a:spcPts val="0"/>
              </a:spcBef>
              <a:spcAft>
                <a:spcPct val="0"/>
              </a:spcAft>
              <a:buClr>
                <a:srgbClr val="000066"/>
              </a:buClr>
              <a:buSzPct val="75000"/>
              <a:buFont typeface="EYInterstate" panose="02000503020000020004" pitchFamily="2" charset="0"/>
              <a:buNone/>
              <a:tabLst/>
              <a:defRPr/>
            </a:pPr>
            <a:r>
              <a:rPr kumimoji="0" lang="en-US" sz="1399" b="0" i="0" u="none" strike="noStrike" kern="1200" cap="none" spc="0" normalizeH="0" baseline="0" noProof="0" dirty="0">
                <a:ln>
                  <a:noFill/>
                </a:ln>
                <a:effectLst/>
                <a:uLnTx/>
                <a:uFillTx/>
                <a:latin typeface="EYInterstate Light" panose="02000506000000020004" pitchFamily="2" charset="0"/>
                <a:ea typeface="+mn-ea"/>
                <a:cs typeface="Arial" pitchFamily="34" charset="0"/>
              </a:rPr>
              <a:t>BlackLine is a modular, cloud-based solution to automate and monitor critical month-end financial close processes. </a:t>
            </a:r>
            <a:r>
              <a:rPr kumimoji="0" lang="en-US" sz="1399" b="0" i="0" u="none" strike="noStrike" kern="0" cap="none" spc="0" normalizeH="0" baseline="0" noProof="0" dirty="0">
                <a:ln>
                  <a:noFill/>
                </a:ln>
                <a:effectLst/>
                <a:uLnTx/>
                <a:uFillTx/>
                <a:latin typeface="EYInterstate Light" panose="02000506000000020004" pitchFamily="2" charset="0"/>
                <a:ea typeface="+mn-ea"/>
                <a:cs typeface="Arial" charset="0"/>
              </a:rPr>
              <a:t>BlackLine modules help to automate and control the close process while providing visibility and risk mitigation. Each module can be used independently or can be integrated together for greater efficiencies and control. </a:t>
            </a:r>
          </a:p>
        </p:txBody>
      </p:sp>
      <p:cxnSp>
        <p:nvCxnSpPr>
          <p:cNvPr id="12" name="Straight Arrow Connector 11">
            <a:extLst>
              <a:ext uri="{FF2B5EF4-FFF2-40B4-BE49-F238E27FC236}">
                <a16:creationId xmlns:a16="http://schemas.microsoft.com/office/drawing/2014/main" id="{C8EE0720-D3BF-C9AD-4029-22FA95C91FDF}"/>
              </a:ext>
            </a:extLst>
          </p:cNvPr>
          <p:cNvCxnSpPr>
            <a:cxnSpLocks/>
          </p:cNvCxnSpPr>
          <p:nvPr/>
        </p:nvCxnSpPr>
        <p:spPr>
          <a:xfrm>
            <a:off x="3220524" y="4024419"/>
            <a:ext cx="521558" cy="0"/>
          </a:xfrm>
          <a:prstGeom prst="straightConnector1">
            <a:avLst/>
          </a:prstGeom>
          <a:noFill/>
          <a:ln w="38100" cap="rnd" cmpd="sng" algn="ctr">
            <a:solidFill>
              <a:srgbClr val="C893C7"/>
            </a:solidFill>
            <a:prstDash val="solid"/>
            <a:headEnd type="none" w="med" len="med"/>
            <a:tailEnd type="arrow" w="med" len="med"/>
          </a:ln>
          <a:effectLst/>
        </p:spPr>
      </p:cxnSp>
      <p:sp>
        <p:nvSpPr>
          <p:cNvPr id="13" name="Rectangle: Rounded Corners 12">
            <a:extLst>
              <a:ext uri="{FF2B5EF4-FFF2-40B4-BE49-F238E27FC236}">
                <a16:creationId xmlns:a16="http://schemas.microsoft.com/office/drawing/2014/main" id="{7B9540A5-E171-5449-59B5-5C9123DDC2E9}"/>
              </a:ext>
            </a:extLst>
          </p:cNvPr>
          <p:cNvSpPr/>
          <p:nvPr/>
        </p:nvSpPr>
        <p:spPr>
          <a:xfrm>
            <a:off x="590242" y="2580900"/>
            <a:ext cx="2521483" cy="783277"/>
          </a:xfrm>
          <a:prstGeom prst="roundRect">
            <a:avLst>
              <a:gd name="adj" fmla="val 4274"/>
            </a:avLst>
          </a:prstGeom>
          <a:solidFill>
            <a:srgbClr val="91278F"/>
          </a:solidFill>
          <a:ln w="9525" cap="flat" cmpd="sng" algn="ctr">
            <a:solidFill>
              <a:srgbClr val="91278F"/>
            </a:solid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IN" sz="1199" b="0" i="0" u="none" strike="noStrike" kern="0" cap="none" spc="0" normalizeH="0" baseline="0" noProof="0">
              <a:ln>
                <a:noFill/>
              </a:ln>
              <a:solidFill>
                <a:srgbClr val="FFFFFF"/>
              </a:solidFill>
              <a:effectLst/>
              <a:uLnTx/>
              <a:uFillTx/>
              <a:latin typeface="Arial"/>
              <a:ea typeface="+mn-ea"/>
              <a:cs typeface="+mn-cs"/>
            </a:endParaRPr>
          </a:p>
        </p:txBody>
      </p:sp>
      <p:graphicFrame>
        <p:nvGraphicFramePr>
          <p:cNvPr id="14" name="Table 13">
            <a:extLst>
              <a:ext uri="{FF2B5EF4-FFF2-40B4-BE49-F238E27FC236}">
                <a16:creationId xmlns:a16="http://schemas.microsoft.com/office/drawing/2014/main" id="{14FF00B3-4031-7B80-6E14-9BF290C47DC9}"/>
              </a:ext>
            </a:extLst>
          </p:cNvPr>
          <p:cNvGraphicFramePr>
            <a:graphicFrameLocks noGrp="1"/>
          </p:cNvGraphicFramePr>
          <p:nvPr>
            <p:extLst>
              <p:ext uri="{D42A27DB-BD31-4B8C-83A1-F6EECF244321}">
                <p14:modId xmlns:p14="http://schemas.microsoft.com/office/powerpoint/2010/main" val="3411211027"/>
              </p:ext>
            </p:extLst>
          </p:nvPr>
        </p:nvGraphicFramePr>
        <p:xfrm>
          <a:off x="599763" y="2980447"/>
          <a:ext cx="2507622" cy="2677537"/>
        </p:xfrm>
        <a:graphic>
          <a:graphicData uri="http://schemas.openxmlformats.org/drawingml/2006/table">
            <a:tbl>
              <a:tblPr firstRow="1" bandRow="1"/>
              <a:tblGrid>
                <a:gridCol w="2507622">
                  <a:extLst>
                    <a:ext uri="{9D8B030D-6E8A-4147-A177-3AD203B41FA5}">
                      <a16:colId xmlns:a16="http://schemas.microsoft.com/office/drawing/2014/main" val="20000"/>
                    </a:ext>
                  </a:extLst>
                </a:gridCol>
              </a:tblGrid>
              <a:tr h="523839">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l"/>
                      <a:r>
                        <a:rPr lang="en-US" sz="1100" b="0">
                          <a:solidFill>
                            <a:schemeClr val="tx1"/>
                          </a:solidFill>
                          <a:latin typeface="+mj-lt"/>
                        </a:rPr>
                        <a:t>ERP(s)</a:t>
                      </a:r>
                    </a:p>
                  </a:txBody>
                  <a:tcPr marL="143925" marR="143925" marT="45696" marB="45696" anchor="ctr">
                    <a:lnL w="3175" cap="flat" cmpd="sng" algn="ctr">
                      <a:solidFill>
                        <a:srgbClr val="C893C7"/>
                      </a:solidFill>
                      <a:prstDash val="solid"/>
                      <a:round/>
                      <a:headEnd type="none" w="med" len="med"/>
                      <a:tailEnd type="none" w="med" len="med"/>
                    </a:lnL>
                    <a:lnR w="3175" cap="flat" cmpd="sng" algn="ctr">
                      <a:solidFill>
                        <a:srgbClr val="C893C7"/>
                      </a:solidFill>
                      <a:prstDash val="solid"/>
                      <a:round/>
                      <a:headEnd type="none" w="med" len="med"/>
                      <a:tailEnd type="none" w="med" len="med"/>
                    </a:lnR>
                    <a:lnT w="3175" cap="flat" cmpd="sng" algn="ctr">
                      <a:solidFill>
                        <a:srgbClr val="C893C7"/>
                      </a:solidFill>
                      <a:prstDash val="solid"/>
                      <a:round/>
                      <a:headEnd type="none" w="med" len="med"/>
                      <a:tailEnd type="none" w="med" len="med"/>
                    </a:lnT>
                    <a:lnB w="3175" cap="flat" cmpd="sng" algn="ctr">
                      <a:solidFill>
                        <a:srgbClr val="C893C7"/>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0"/>
                  </a:ext>
                </a:extLst>
              </a:tr>
              <a:tr h="52823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1100" b="0">
                          <a:solidFill>
                            <a:schemeClr val="tx1"/>
                          </a:solidFill>
                          <a:latin typeface="+mj-lt"/>
                        </a:rPr>
                        <a:t>Subledgers</a:t>
                      </a:r>
                    </a:p>
                  </a:txBody>
                  <a:tcPr marL="143925" marR="143925" marT="45696" marB="45696" anchor="ctr">
                    <a:lnL w="3175" cap="flat" cmpd="sng" algn="ctr">
                      <a:solidFill>
                        <a:srgbClr val="C893C7"/>
                      </a:solidFill>
                      <a:prstDash val="solid"/>
                      <a:round/>
                      <a:headEnd type="none" w="med" len="med"/>
                      <a:tailEnd type="none" w="med" len="med"/>
                    </a:lnL>
                    <a:lnR w="3175" cap="flat" cmpd="sng" algn="ctr">
                      <a:solidFill>
                        <a:srgbClr val="C893C7"/>
                      </a:solidFill>
                      <a:prstDash val="solid"/>
                      <a:round/>
                      <a:headEnd type="none" w="med" len="med"/>
                      <a:tailEnd type="none" w="med" len="med"/>
                    </a:lnR>
                    <a:lnT w="3175" cap="flat" cmpd="sng" algn="ctr">
                      <a:solidFill>
                        <a:srgbClr val="C893C7"/>
                      </a:solidFill>
                      <a:prstDash val="solid"/>
                      <a:round/>
                      <a:headEnd type="none" w="med" len="med"/>
                      <a:tailEnd type="none" w="med" len="med"/>
                    </a:lnT>
                    <a:lnB w="3175" cap="flat" cmpd="sng" algn="ctr">
                      <a:solidFill>
                        <a:srgbClr val="C893C7"/>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1"/>
                  </a:ext>
                </a:extLst>
              </a:tr>
              <a:tr h="56899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1100" b="0">
                          <a:solidFill>
                            <a:schemeClr val="tx1"/>
                          </a:solidFill>
                          <a:latin typeface="+mj-lt"/>
                        </a:rPr>
                        <a:t>Finance and accounting</a:t>
                      </a:r>
                      <a:r>
                        <a:rPr lang="en-US" sz="1100" b="0" baseline="0">
                          <a:solidFill>
                            <a:schemeClr val="tx1"/>
                          </a:solidFill>
                          <a:latin typeface="+mj-lt"/>
                        </a:rPr>
                        <a:t> database</a:t>
                      </a:r>
                      <a:endParaRPr lang="en-US" sz="1100" b="0">
                        <a:solidFill>
                          <a:schemeClr val="tx1"/>
                        </a:solidFill>
                        <a:latin typeface="+mj-lt"/>
                      </a:endParaRPr>
                    </a:p>
                  </a:txBody>
                  <a:tcPr marL="143925" marR="143925" marT="45696" marB="45696" anchor="ctr">
                    <a:lnL w="3175" cap="flat" cmpd="sng" algn="ctr">
                      <a:solidFill>
                        <a:srgbClr val="C893C7"/>
                      </a:solidFill>
                      <a:prstDash val="solid"/>
                      <a:round/>
                      <a:headEnd type="none" w="med" len="med"/>
                      <a:tailEnd type="none" w="med" len="med"/>
                    </a:lnL>
                    <a:lnR w="3175" cap="flat" cmpd="sng" algn="ctr">
                      <a:solidFill>
                        <a:srgbClr val="C893C7"/>
                      </a:solidFill>
                      <a:prstDash val="solid"/>
                      <a:round/>
                      <a:headEnd type="none" w="med" len="med"/>
                      <a:tailEnd type="none" w="med" len="med"/>
                    </a:lnR>
                    <a:lnT w="3175" cap="flat" cmpd="sng" algn="ctr">
                      <a:solidFill>
                        <a:srgbClr val="C893C7"/>
                      </a:solidFill>
                      <a:prstDash val="solid"/>
                      <a:round/>
                      <a:headEnd type="none" w="med" len="med"/>
                      <a:tailEnd type="none" w="med" len="med"/>
                    </a:lnT>
                    <a:lnB w="3175" cap="flat" cmpd="sng" algn="ctr">
                      <a:solidFill>
                        <a:srgbClr val="C893C7"/>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2"/>
                  </a:ext>
                </a:extLst>
              </a:tr>
              <a:tr h="52823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1100" b="0">
                          <a:solidFill>
                            <a:schemeClr val="tx1"/>
                          </a:solidFill>
                          <a:latin typeface="+mj-lt"/>
                        </a:rPr>
                        <a:t>Banks</a:t>
                      </a:r>
                    </a:p>
                  </a:txBody>
                  <a:tcPr marL="143925" marR="143925" marT="45696" marB="45696" anchor="ctr">
                    <a:lnL w="3175" cap="flat" cmpd="sng" algn="ctr">
                      <a:solidFill>
                        <a:srgbClr val="C893C7"/>
                      </a:solidFill>
                      <a:prstDash val="solid"/>
                      <a:round/>
                      <a:headEnd type="none" w="med" len="med"/>
                      <a:tailEnd type="none" w="med" len="med"/>
                    </a:lnL>
                    <a:lnR w="3175" cap="flat" cmpd="sng" algn="ctr">
                      <a:solidFill>
                        <a:srgbClr val="C893C7"/>
                      </a:solidFill>
                      <a:prstDash val="solid"/>
                      <a:round/>
                      <a:headEnd type="none" w="med" len="med"/>
                      <a:tailEnd type="none" w="med" len="med"/>
                    </a:lnR>
                    <a:lnT w="3175" cap="flat" cmpd="sng" algn="ctr">
                      <a:solidFill>
                        <a:srgbClr val="C893C7"/>
                      </a:solidFill>
                      <a:prstDash val="solid"/>
                      <a:round/>
                      <a:headEnd type="none" w="med" len="med"/>
                      <a:tailEnd type="none" w="med" len="med"/>
                    </a:lnT>
                    <a:lnB w="3175" cap="flat" cmpd="sng" algn="ctr">
                      <a:solidFill>
                        <a:srgbClr val="C893C7"/>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3"/>
                  </a:ext>
                </a:extLst>
              </a:tr>
              <a:tr h="52823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1100" b="0">
                          <a:solidFill>
                            <a:schemeClr val="tx1"/>
                          </a:solidFill>
                          <a:latin typeface="+mj-lt"/>
                        </a:rPr>
                        <a:t>Transaction</a:t>
                      </a:r>
                      <a:r>
                        <a:rPr lang="en-US" sz="1100" b="0" baseline="0">
                          <a:solidFill>
                            <a:schemeClr val="tx1"/>
                          </a:solidFill>
                          <a:latin typeface="+mj-lt"/>
                        </a:rPr>
                        <a:t> data</a:t>
                      </a:r>
                      <a:endParaRPr lang="en-US" sz="1100" b="0">
                        <a:solidFill>
                          <a:schemeClr val="tx1"/>
                        </a:solidFill>
                        <a:latin typeface="+mj-lt"/>
                      </a:endParaRPr>
                    </a:p>
                  </a:txBody>
                  <a:tcPr marL="143925" marR="143925" marT="45696" marB="45696" anchor="ctr">
                    <a:lnL w="3175" cap="flat" cmpd="sng" algn="ctr">
                      <a:solidFill>
                        <a:srgbClr val="C893C7"/>
                      </a:solidFill>
                      <a:prstDash val="solid"/>
                      <a:round/>
                      <a:headEnd type="none" w="med" len="med"/>
                      <a:tailEnd type="none" w="med" len="med"/>
                    </a:lnL>
                    <a:lnR w="3175" cap="flat" cmpd="sng" algn="ctr">
                      <a:solidFill>
                        <a:srgbClr val="C893C7"/>
                      </a:solidFill>
                      <a:prstDash val="solid"/>
                      <a:round/>
                      <a:headEnd type="none" w="med" len="med"/>
                      <a:tailEnd type="none" w="med" len="med"/>
                    </a:lnR>
                    <a:lnT w="3175" cap="flat" cmpd="sng" algn="ctr">
                      <a:solidFill>
                        <a:srgbClr val="C893C7"/>
                      </a:solidFill>
                      <a:prstDash val="solid"/>
                      <a:round/>
                      <a:headEnd type="none" w="med" len="med"/>
                      <a:tailEnd type="none" w="med" len="med"/>
                    </a:lnT>
                    <a:lnB w="3175" cap="flat" cmpd="sng" algn="ctr">
                      <a:solidFill>
                        <a:srgbClr val="C893C7"/>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4"/>
                  </a:ext>
                </a:extLst>
              </a:tr>
            </a:tbl>
          </a:graphicData>
        </a:graphic>
      </p:graphicFrame>
      <p:graphicFrame>
        <p:nvGraphicFramePr>
          <p:cNvPr id="15" name="Table 14">
            <a:extLst>
              <a:ext uri="{FF2B5EF4-FFF2-40B4-BE49-F238E27FC236}">
                <a16:creationId xmlns:a16="http://schemas.microsoft.com/office/drawing/2014/main" id="{D573BFAA-52E3-677F-4E90-F66A881ADE25}"/>
              </a:ext>
            </a:extLst>
          </p:cNvPr>
          <p:cNvGraphicFramePr>
            <a:graphicFrameLocks noGrp="1"/>
          </p:cNvGraphicFramePr>
          <p:nvPr>
            <p:extLst>
              <p:ext uri="{D42A27DB-BD31-4B8C-83A1-F6EECF244321}">
                <p14:modId xmlns:p14="http://schemas.microsoft.com/office/powerpoint/2010/main" val="3258649386"/>
              </p:ext>
            </p:extLst>
          </p:nvPr>
        </p:nvGraphicFramePr>
        <p:xfrm>
          <a:off x="9054225" y="2609587"/>
          <a:ext cx="2507622" cy="3034479"/>
        </p:xfrm>
        <a:graphic>
          <a:graphicData uri="http://schemas.openxmlformats.org/drawingml/2006/table">
            <a:tbl>
              <a:tblPr firstRow="1" bandRow="1"/>
              <a:tblGrid>
                <a:gridCol w="2507622">
                  <a:extLst>
                    <a:ext uri="{9D8B030D-6E8A-4147-A177-3AD203B41FA5}">
                      <a16:colId xmlns:a16="http://schemas.microsoft.com/office/drawing/2014/main" val="20000"/>
                    </a:ext>
                  </a:extLst>
                </a:gridCol>
              </a:tblGrid>
              <a:tr h="382401">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algn="l" defTabSz="914400" rtl="0" eaLnBrk="1" latinLnBrk="0" hangingPunct="1"/>
                      <a:endParaRPr lang="en-US" sz="1000" b="0" kern="1200">
                        <a:solidFill>
                          <a:srgbClr val="646464"/>
                        </a:solidFill>
                        <a:latin typeface="EYInterstate" panose="02000503020000020004" pitchFamily="2" charset="0"/>
                        <a:ea typeface="+mn-ea"/>
                        <a:cs typeface="+mn-cs"/>
                      </a:endParaRPr>
                    </a:p>
                  </a:txBody>
                  <a:tcPr marL="91392" marR="91392"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3175" cap="flat" cmpd="sng" algn="ctr">
                      <a:solidFill>
                        <a:srgbClr val="95CB89"/>
                      </a:solidFill>
                      <a:prstDash val="solid"/>
                      <a:round/>
                      <a:headEnd type="none" w="med" len="med"/>
                      <a:tailEnd type="none" w="med" len="med"/>
                    </a:lnT>
                    <a:lnB w="3175" cap="flat" cmpd="sng" algn="ctr">
                      <a:solidFill>
                        <a:srgbClr val="95CB89"/>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0"/>
                  </a:ext>
                </a:extLst>
              </a:tr>
              <a:tr h="45829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l" defTabSz="914400" rtl="0" eaLnBrk="1" latinLnBrk="0" hangingPunct="1"/>
                      <a:r>
                        <a:rPr lang="en-US" sz="1100" b="0" kern="1200">
                          <a:solidFill>
                            <a:schemeClr val="tx1"/>
                          </a:solidFill>
                          <a:latin typeface="+mj-lt"/>
                          <a:ea typeface="+mn-ea"/>
                          <a:cs typeface="+mn-cs"/>
                        </a:rPr>
                        <a:t>Soft close and hard close</a:t>
                      </a:r>
                    </a:p>
                  </a:txBody>
                  <a:tcPr marL="143925" marR="143925"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3175" cap="flat" cmpd="sng" algn="ctr">
                      <a:solidFill>
                        <a:srgbClr val="95CB89"/>
                      </a:solidFill>
                      <a:prstDash val="solid"/>
                      <a:round/>
                      <a:headEnd type="none" w="med" len="med"/>
                      <a:tailEnd type="none" w="med" len="med"/>
                    </a:lnT>
                    <a:lnB w="3175" cap="flat" cmpd="sng" algn="ctr">
                      <a:solidFill>
                        <a:srgbClr val="95CB89"/>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1"/>
                  </a:ext>
                </a:extLst>
              </a:tr>
              <a:tr h="45829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l" defTabSz="914400" rtl="0" eaLnBrk="1" latinLnBrk="0" hangingPunct="1"/>
                      <a:r>
                        <a:rPr lang="en-US" sz="1100" b="0" kern="1200">
                          <a:solidFill>
                            <a:schemeClr val="tx1"/>
                          </a:solidFill>
                          <a:latin typeface="+mj-lt"/>
                          <a:ea typeface="+mn-ea"/>
                          <a:cs typeface="+mn-cs"/>
                        </a:rPr>
                        <a:t>Maximum automation</a:t>
                      </a:r>
                    </a:p>
                  </a:txBody>
                  <a:tcPr marL="143925" marR="143925"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3175" cap="flat" cmpd="sng" algn="ctr">
                      <a:solidFill>
                        <a:srgbClr val="95CB89"/>
                      </a:solidFill>
                      <a:prstDash val="solid"/>
                      <a:round/>
                      <a:headEnd type="none" w="med" len="med"/>
                      <a:tailEnd type="none" w="med" len="med"/>
                    </a:lnT>
                    <a:lnB w="3175" cap="flat" cmpd="sng" algn="ctr">
                      <a:solidFill>
                        <a:srgbClr val="95CB89"/>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2"/>
                  </a:ext>
                </a:extLst>
              </a:tr>
              <a:tr h="71461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l" defTabSz="914400" rtl="0" eaLnBrk="1" latinLnBrk="0" hangingPunct="1"/>
                      <a:r>
                        <a:rPr lang="en-US" sz="1100" b="0" kern="1200">
                          <a:solidFill>
                            <a:schemeClr val="tx1"/>
                          </a:solidFill>
                          <a:latin typeface="+mj-lt"/>
                          <a:ea typeface="+mn-ea"/>
                          <a:cs typeface="+mn-cs"/>
                        </a:rPr>
                        <a:t>Consistent, unified processes (R2R, P2P, O2C, H2R and intercompany)</a:t>
                      </a:r>
                    </a:p>
                  </a:txBody>
                  <a:tcPr marL="143925" marR="143925"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3175" cap="flat" cmpd="sng" algn="ctr">
                      <a:solidFill>
                        <a:srgbClr val="95CB89"/>
                      </a:solidFill>
                      <a:prstDash val="solid"/>
                      <a:round/>
                      <a:headEnd type="none" w="med" len="med"/>
                      <a:tailEnd type="none" w="med" len="med"/>
                    </a:lnT>
                    <a:lnB w="3175" cap="flat" cmpd="sng" algn="ctr">
                      <a:solidFill>
                        <a:srgbClr val="95CB89"/>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3"/>
                  </a:ext>
                </a:extLst>
              </a:tr>
              <a:tr h="51043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l" defTabSz="914400" rtl="0" eaLnBrk="1" latinLnBrk="0" hangingPunct="1"/>
                      <a:r>
                        <a:rPr lang="en-US" sz="1100" b="0" kern="1200">
                          <a:solidFill>
                            <a:schemeClr val="tx1"/>
                          </a:solidFill>
                          <a:latin typeface="+mj-lt"/>
                          <a:ea typeface="+mn-ea"/>
                          <a:cs typeface="+mn-cs"/>
                        </a:rPr>
                        <a:t>Global visibility for all stakeholders</a:t>
                      </a:r>
                    </a:p>
                  </a:txBody>
                  <a:tcPr marL="143925" marR="143925"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3175" cap="flat" cmpd="sng" algn="ctr">
                      <a:solidFill>
                        <a:srgbClr val="95CB89"/>
                      </a:solidFill>
                      <a:prstDash val="solid"/>
                      <a:round/>
                      <a:headEnd type="none" w="med" len="med"/>
                      <a:tailEnd type="none" w="med" len="med"/>
                    </a:lnT>
                    <a:lnB w="3175" cap="flat" cmpd="sng" algn="ctr">
                      <a:solidFill>
                        <a:srgbClr val="95CB89"/>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4"/>
                  </a:ext>
                </a:extLst>
              </a:tr>
              <a:tr h="51043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l" defTabSz="914400" rtl="0" eaLnBrk="1" latinLnBrk="0" hangingPunct="1"/>
                      <a:r>
                        <a:rPr lang="en-US" sz="1100" b="0" kern="1200">
                          <a:solidFill>
                            <a:schemeClr val="tx1"/>
                          </a:solidFill>
                          <a:latin typeface="+mj-lt"/>
                          <a:ea typeface="+mn-ea"/>
                          <a:cs typeface="+mn-cs"/>
                        </a:rPr>
                        <a:t>Data source for ERPs, subledgers and sub-systems</a:t>
                      </a:r>
                    </a:p>
                  </a:txBody>
                  <a:tcPr marL="143925" marR="143925"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3175" cap="flat" cmpd="sng" algn="ctr">
                      <a:solidFill>
                        <a:srgbClr val="95CB89"/>
                      </a:solidFill>
                      <a:prstDash val="solid"/>
                      <a:round/>
                      <a:headEnd type="none" w="med" len="med"/>
                      <a:tailEnd type="none" w="med" len="med"/>
                    </a:lnT>
                    <a:lnB w="3175" cap="flat" cmpd="sng" algn="ctr">
                      <a:solidFill>
                        <a:srgbClr val="95CB89"/>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5"/>
                  </a:ext>
                </a:extLst>
              </a:tr>
            </a:tbl>
          </a:graphicData>
        </a:graphic>
      </p:graphicFrame>
      <p:pic>
        <p:nvPicPr>
          <p:cNvPr id="16" name="Picture 15">
            <a:extLst>
              <a:ext uri="{FF2B5EF4-FFF2-40B4-BE49-F238E27FC236}">
                <a16:creationId xmlns:a16="http://schemas.microsoft.com/office/drawing/2014/main" id="{FB8D9857-4B35-9596-2B34-74C38C22AB18}"/>
              </a:ext>
            </a:extLst>
          </p:cNvPr>
          <p:cNvPicPr>
            <a:picLocks noChangeAspect="1"/>
          </p:cNvPicPr>
          <p:nvPr/>
        </p:nvPicPr>
        <p:blipFill>
          <a:blip r:embed="rId2" cstate="email">
            <a:alphaModFix amt="26000"/>
            <a:extLst>
              <a:ext uri="{28A0092B-C50C-407E-A947-70E740481C1C}">
                <a14:useLocalDpi xmlns:a14="http://schemas.microsoft.com/office/drawing/2010/main"/>
              </a:ext>
            </a:extLst>
          </a:blip>
          <a:stretch>
            <a:fillRect/>
          </a:stretch>
        </p:blipFill>
        <p:spPr>
          <a:xfrm>
            <a:off x="3360651" y="5615912"/>
            <a:ext cx="1019079" cy="593394"/>
          </a:xfrm>
          <a:prstGeom prst="rect">
            <a:avLst/>
          </a:prstGeom>
          <a:ln>
            <a:noFill/>
          </a:ln>
        </p:spPr>
      </p:pic>
      <p:cxnSp>
        <p:nvCxnSpPr>
          <p:cNvPr id="17" name="Straight Arrow Connector 16">
            <a:extLst>
              <a:ext uri="{FF2B5EF4-FFF2-40B4-BE49-F238E27FC236}">
                <a16:creationId xmlns:a16="http://schemas.microsoft.com/office/drawing/2014/main" id="{0E4B6D02-7AF0-754D-FBB0-E960B3A83B19}"/>
              </a:ext>
            </a:extLst>
          </p:cNvPr>
          <p:cNvCxnSpPr>
            <a:cxnSpLocks/>
          </p:cNvCxnSpPr>
          <p:nvPr/>
        </p:nvCxnSpPr>
        <p:spPr>
          <a:xfrm>
            <a:off x="8549330" y="4027649"/>
            <a:ext cx="457628" cy="17610"/>
          </a:xfrm>
          <a:prstGeom prst="straightConnector1">
            <a:avLst/>
          </a:prstGeom>
          <a:noFill/>
          <a:ln w="38100" cap="rnd" cmpd="sng" algn="ctr">
            <a:solidFill>
              <a:srgbClr val="95CB89"/>
            </a:solidFill>
            <a:prstDash val="solid"/>
            <a:headEnd type="none" w="med" len="med"/>
            <a:tailEnd type="arrow" w="med" len="med"/>
          </a:ln>
          <a:effectLst/>
        </p:spPr>
      </p:cxnSp>
      <p:pic>
        <p:nvPicPr>
          <p:cNvPr id="18" name="Picture 17">
            <a:extLst>
              <a:ext uri="{FF2B5EF4-FFF2-40B4-BE49-F238E27FC236}">
                <a16:creationId xmlns:a16="http://schemas.microsoft.com/office/drawing/2014/main" id="{1579E912-EA73-54FA-A807-3DBF341B8DB2}"/>
              </a:ext>
            </a:extLst>
          </p:cNvPr>
          <p:cNvPicPr>
            <a:picLocks noChangeAspect="1"/>
          </p:cNvPicPr>
          <p:nvPr/>
        </p:nvPicPr>
        <p:blipFill>
          <a:blip r:embed="rId2" cstate="email">
            <a:alphaModFix amt="26000"/>
            <a:extLst>
              <a:ext uri="{28A0092B-C50C-407E-A947-70E740481C1C}">
                <a14:useLocalDpi xmlns:a14="http://schemas.microsoft.com/office/drawing/2010/main"/>
              </a:ext>
            </a:extLst>
          </a:blip>
          <a:stretch>
            <a:fillRect/>
          </a:stretch>
        </p:blipFill>
        <p:spPr>
          <a:xfrm>
            <a:off x="7844108" y="5612280"/>
            <a:ext cx="1025317" cy="597026"/>
          </a:xfrm>
          <a:prstGeom prst="rect">
            <a:avLst/>
          </a:prstGeom>
          <a:ln>
            <a:noFill/>
          </a:ln>
        </p:spPr>
      </p:pic>
      <p:pic>
        <p:nvPicPr>
          <p:cNvPr id="19" name="Picture 18">
            <a:extLst>
              <a:ext uri="{FF2B5EF4-FFF2-40B4-BE49-F238E27FC236}">
                <a16:creationId xmlns:a16="http://schemas.microsoft.com/office/drawing/2014/main" id="{EC73CB06-867E-D366-A342-94F14C455AD6}"/>
              </a:ext>
            </a:extLst>
          </p:cNvPr>
          <p:cNvPicPr>
            <a:picLocks noChangeAspect="1"/>
          </p:cNvPicPr>
          <p:nvPr/>
        </p:nvPicPr>
        <p:blipFill>
          <a:blip r:embed="rId3" cstate="email">
            <a:alphaModFix amt="23000"/>
            <a:extLst>
              <a:ext uri="{28A0092B-C50C-407E-A947-70E740481C1C}">
                <a14:useLocalDpi xmlns:a14="http://schemas.microsoft.com/office/drawing/2010/main"/>
              </a:ext>
            </a:extLst>
          </a:blip>
          <a:stretch>
            <a:fillRect/>
          </a:stretch>
        </p:blipFill>
        <p:spPr>
          <a:xfrm>
            <a:off x="8126127" y="2080899"/>
            <a:ext cx="652017" cy="388592"/>
          </a:xfrm>
          <a:prstGeom prst="rect">
            <a:avLst/>
          </a:prstGeom>
          <a:ln>
            <a:noFill/>
          </a:ln>
        </p:spPr>
      </p:pic>
      <p:pic>
        <p:nvPicPr>
          <p:cNvPr id="20" name="Picture 19">
            <a:extLst>
              <a:ext uri="{FF2B5EF4-FFF2-40B4-BE49-F238E27FC236}">
                <a16:creationId xmlns:a16="http://schemas.microsoft.com/office/drawing/2014/main" id="{FF03DA1F-789F-CFA6-E004-9B8320F3ED9B}"/>
              </a:ext>
            </a:extLst>
          </p:cNvPr>
          <p:cNvPicPr>
            <a:picLocks noChangeAspect="1"/>
          </p:cNvPicPr>
          <p:nvPr/>
        </p:nvPicPr>
        <p:blipFill>
          <a:blip r:embed="rId3" cstate="email">
            <a:alphaModFix amt="23000"/>
            <a:extLst>
              <a:ext uri="{28A0092B-C50C-407E-A947-70E740481C1C}">
                <a14:useLocalDpi xmlns:a14="http://schemas.microsoft.com/office/drawing/2010/main"/>
              </a:ext>
            </a:extLst>
          </a:blip>
          <a:stretch>
            <a:fillRect/>
          </a:stretch>
        </p:blipFill>
        <p:spPr>
          <a:xfrm>
            <a:off x="3360651" y="2211314"/>
            <a:ext cx="585399" cy="348888"/>
          </a:xfrm>
          <a:prstGeom prst="rect">
            <a:avLst/>
          </a:prstGeom>
          <a:ln>
            <a:noFill/>
          </a:ln>
        </p:spPr>
      </p:pic>
      <p:grpSp>
        <p:nvGrpSpPr>
          <p:cNvPr id="21" name="Group 20">
            <a:extLst>
              <a:ext uri="{FF2B5EF4-FFF2-40B4-BE49-F238E27FC236}">
                <a16:creationId xmlns:a16="http://schemas.microsoft.com/office/drawing/2014/main" id="{679E255D-9261-D8BD-F8CB-8725E227ECD2}"/>
              </a:ext>
            </a:extLst>
          </p:cNvPr>
          <p:cNvGrpSpPr/>
          <p:nvPr/>
        </p:nvGrpSpPr>
        <p:grpSpPr>
          <a:xfrm>
            <a:off x="3750281" y="1877885"/>
            <a:ext cx="4694940" cy="4296712"/>
            <a:chOff x="3483116" y="1439352"/>
            <a:chExt cx="5242385" cy="4797723"/>
          </a:xfrm>
        </p:grpSpPr>
        <p:grpSp>
          <p:nvGrpSpPr>
            <p:cNvPr id="22" name="Group 17">
              <a:extLst>
                <a:ext uri="{FF2B5EF4-FFF2-40B4-BE49-F238E27FC236}">
                  <a16:creationId xmlns:a16="http://schemas.microsoft.com/office/drawing/2014/main" id="{4DFE921F-C7DC-6F34-99D0-2BD481940A51}"/>
                </a:ext>
              </a:extLst>
            </p:cNvPr>
            <p:cNvGrpSpPr>
              <a:grpSpLocks noChangeAspect="1"/>
            </p:cNvGrpSpPr>
            <p:nvPr/>
          </p:nvGrpSpPr>
          <p:grpSpPr bwMode="auto">
            <a:xfrm>
              <a:off x="4465170" y="2278160"/>
              <a:ext cx="3342657" cy="3194917"/>
              <a:chOff x="1943" y="1277"/>
              <a:chExt cx="1897" cy="2011"/>
            </a:xfrm>
          </p:grpSpPr>
          <p:sp>
            <p:nvSpPr>
              <p:cNvPr id="42" name="AutoShape 16">
                <a:extLst>
                  <a:ext uri="{FF2B5EF4-FFF2-40B4-BE49-F238E27FC236}">
                    <a16:creationId xmlns:a16="http://schemas.microsoft.com/office/drawing/2014/main" id="{AE1DD276-410A-94D5-CE15-B94E97674BDA}"/>
                  </a:ext>
                </a:extLst>
              </p:cNvPr>
              <p:cNvSpPr>
                <a:spLocks noChangeAspect="1" noChangeArrowheads="1" noTextEdit="1"/>
              </p:cNvSpPr>
              <p:nvPr/>
            </p:nvSpPr>
            <p:spPr bwMode="auto">
              <a:xfrm>
                <a:off x="1943" y="1279"/>
                <a:ext cx="1890" cy="200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3" name="Freeform 18">
                <a:extLst>
                  <a:ext uri="{FF2B5EF4-FFF2-40B4-BE49-F238E27FC236}">
                    <a16:creationId xmlns:a16="http://schemas.microsoft.com/office/drawing/2014/main" id="{0012B9CA-EA39-8295-16D5-866C2BF12013}"/>
                  </a:ext>
                </a:extLst>
              </p:cNvPr>
              <p:cNvSpPr>
                <a:spLocks/>
              </p:cNvSpPr>
              <p:nvPr/>
            </p:nvSpPr>
            <p:spPr bwMode="auto">
              <a:xfrm>
                <a:off x="2980" y="2182"/>
                <a:ext cx="52" cy="109"/>
              </a:xfrm>
              <a:custGeom>
                <a:avLst/>
                <a:gdLst>
                  <a:gd name="T0" fmla="*/ 108 w 119"/>
                  <a:gd name="T1" fmla="*/ 250 h 250"/>
                  <a:gd name="T2" fmla="*/ 108 w 119"/>
                  <a:gd name="T3" fmla="*/ 250 h 250"/>
                  <a:gd name="T4" fmla="*/ 96 w 119"/>
                  <a:gd name="T5" fmla="*/ 238 h 250"/>
                  <a:gd name="T6" fmla="*/ 95 w 119"/>
                  <a:gd name="T7" fmla="*/ 211 h 250"/>
                  <a:gd name="T8" fmla="*/ 89 w 119"/>
                  <a:gd name="T9" fmla="*/ 171 h 250"/>
                  <a:gd name="T10" fmla="*/ 73 w 119"/>
                  <a:gd name="T11" fmla="*/ 120 h 250"/>
                  <a:gd name="T12" fmla="*/ 41 w 119"/>
                  <a:gd name="T13" fmla="*/ 63 h 250"/>
                  <a:gd name="T14" fmla="*/ 5 w 119"/>
                  <a:gd name="T15" fmla="*/ 20 h 250"/>
                  <a:gd name="T16" fmla="*/ 5 w 119"/>
                  <a:gd name="T17" fmla="*/ 4 h 250"/>
                  <a:gd name="T18" fmla="*/ 21 w 119"/>
                  <a:gd name="T19" fmla="*/ 4 h 250"/>
                  <a:gd name="T20" fmla="*/ 60 w 119"/>
                  <a:gd name="T21" fmla="*/ 50 h 250"/>
                  <a:gd name="T22" fmla="*/ 94 w 119"/>
                  <a:gd name="T23" fmla="*/ 111 h 250"/>
                  <a:gd name="T24" fmla="*/ 111 w 119"/>
                  <a:gd name="T25" fmla="*/ 166 h 250"/>
                  <a:gd name="T26" fmla="*/ 118 w 119"/>
                  <a:gd name="T27" fmla="*/ 209 h 250"/>
                  <a:gd name="T28" fmla="*/ 119 w 119"/>
                  <a:gd name="T29" fmla="*/ 238 h 250"/>
                  <a:gd name="T30" fmla="*/ 108 w 119"/>
                  <a:gd name="T31"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250">
                    <a:moveTo>
                      <a:pt x="108" y="250"/>
                    </a:moveTo>
                    <a:lnTo>
                      <a:pt x="108" y="250"/>
                    </a:lnTo>
                    <a:cubicBezTo>
                      <a:pt x="102" y="250"/>
                      <a:pt x="96" y="245"/>
                      <a:pt x="96" y="238"/>
                    </a:cubicBezTo>
                    <a:cubicBezTo>
                      <a:pt x="96" y="229"/>
                      <a:pt x="96" y="220"/>
                      <a:pt x="95" y="211"/>
                    </a:cubicBezTo>
                    <a:cubicBezTo>
                      <a:pt x="94" y="197"/>
                      <a:pt x="92" y="184"/>
                      <a:pt x="89" y="171"/>
                    </a:cubicBezTo>
                    <a:cubicBezTo>
                      <a:pt x="85" y="153"/>
                      <a:pt x="80" y="136"/>
                      <a:pt x="73" y="120"/>
                    </a:cubicBezTo>
                    <a:cubicBezTo>
                      <a:pt x="64" y="100"/>
                      <a:pt x="54" y="81"/>
                      <a:pt x="41" y="63"/>
                    </a:cubicBezTo>
                    <a:cubicBezTo>
                      <a:pt x="30" y="48"/>
                      <a:pt x="18" y="33"/>
                      <a:pt x="5" y="20"/>
                    </a:cubicBezTo>
                    <a:cubicBezTo>
                      <a:pt x="0" y="16"/>
                      <a:pt x="0" y="9"/>
                      <a:pt x="5" y="4"/>
                    </a:cubicBezTo>
                    <a:cubicBezTo>
                      <a:pt x="9" y="0"/>
                      <a:pt x="16" y="0"/>
                      <a:pt x="21" y="4"/>
                    </a:cubicBezTo>
                    <a:cubicBezTo>
                      <a:pt x="35" y="18"/>
                      <a:pt x="48" y="33"/>
                      <a:pt x="60" y="50"/>
                    </a:cubicBezTo>
                    <a:cubicBezTo>
                      <a:pt x="73" y="69"/>
                      <a:pt x="84" y="89"/>
                      <a:pt x="94" y="111"/>
                    </a:cubicBezTo>
                    <a:cubicBezTo>
                      <a:pt x="101" y="129"/>
                      <a:pt x="107" y="147"/>
                      <a:pt x="111" y="166"/>
                    </a:cubicBezTo>
                    <a:cubicBezTo>
                      <a:pt x="114" y="180"/>
                      <a:pt x="117" y="194"/>
                      <a:pt x="118" y="209"/>
                    </a:cubicBezTo>
                    <a:cubicBezTo>
                      <a:pt x="119" y="218"/>
                      <a:pt x="119" y="228"/>
                      <a:pt x="119" y="238"/>
                    </a:cubicBezTo>
                    <a:cubicBezTo>
                      <a:pt x="119" y="245"/>
                      <a:pt x="114" y="250"/>
                      <a:pt x="108" y="250"/>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4" name="Freeform 19">
                <a:extLst>
                  <a:ext uri="{FF2B5EF4-FFF2-40B4-BE49-F238E27FC236}">
                    <a16:creationId xmlns:a16="http://schemas.microsoft.com/office/drawing/2014/main" id="{0C14C360-45EE-BD07-023C-B365B5ED368B}"/>
                  </a:ext>
                </a:extLst>
              </p:cNvPr>
              <p:cNvSpPr>
                <a:spLocks/>
              </p:cNvSpPr>
              <p:nvPr/>
            </p:nvSpPr>
            <p:spPr bwMode="auto">
              <a:xfrm>
                <a:off x="2909" y="2145"/>
                <a:ext cx="49" cy="23"/>
              </a:xfrm>
              <a:custGeom>
                <a:avLst/>
                <a:gdLst>
                  <a:gd name="T0" fmla="*/ 101 w 114"/>
                  <a:gd name="T1" fmla="*/ 54 h 54"/>
                  <a:gd name="T2" fmla="*/ 101 w 114"/>
                  <a:gd name="T3" fmla="*/ 54 h 54"/>
                  <a:gd name="T4" fmla="*/ 96 w 114"/>
                  <a:gd name="T5" fmla="*/ 53 h 54"/>
                  <a:gd name="T6" fmla="*/ 73 w 114"/>
                  <a:gd name="T7" fmla="*/ 42 h 54"/>
                  <a:gd name="T8" fmla="*/ 50 w 114"/>
                  <a:gd name="T9" fmla="*/ 34 h 54"/>
                  <a:gd name="T10" fmla="*/ 10 w 114"/>
                  <a:gd name="T11" fmla="*/ 24 h 54"/>
                  <a:gd name="T12" fmla="*/ 1 w 114"/>
                  <a:gd name="T13" fmla="*/ 11 h 54"/>
                  <a:gd name="T14" fmla="*/ 14 w 114"/>
                  <a:gd name="T15" fmla="*/ 1 h 54"/>
                  <a:gd name="T16" fmla="*/ 57 w 114"/>
                  <a:gd name="T17" fmla="*/ 12 h 54"/>
                  <a:gd name="T18" fmla="*/ 82 w 114"/>
                  <a:gd name="T19" fmla="*/ 21 h 54"/>
                  <a:gd name="T20" fmla="*/ 106 w 114"/>
                  <a:gd name="T21" fmla="*/ 33 h 54"/>
                  <a:gd name="T22" fmla="*/ 111 w 114"/>
                  <a:gd name="T23" fmla="*/ 48 h 54"/>
                  <a:gd name="T24" fmla="*/ 101 w 114"/>
                  <a:gd name="T2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54">
                    <a:moveTo>
                      <a:pt x="101" y="54"/>
                    </a:moveTo>
                    <a:lnTo>
                      <a:pt x="101" y="54"/>
                    </a:lnTo>
                    <a:cubicBezTo>
                      <a:pt x="99" y="54"/>
                      <a:pt x="98" y="54"/>
                      <a:pt x="96" y="53"/>
                    </a:cubicBezTo>
                    <a:cubicBezTo>
                      <a:pt x="89" y="49"/>
                      <a:pt x="81" y="45"/>
                      <a:pt x="73" y="42"/>
                    </a:cubicBezTo>
                    <a:cubicBezTo>
                      <a:pt x="66" y="39"/>
                      <a:pt x="58" y="36"/>
                      <a:pt x="50" y="34"/>
                    </a:cubicBezTo>
                    <a:cubicBezTo>
                      <a:pt x="37" y="30"/>
                      <a:pt x="24" y="26"/>
                      <a:pt x="10" y="24"/>
                    </a:cubicBezTo>
                    <a:cubicBezTo>
                      <a:pt x="4" y="23"/>
                      <a:pt x="0" y="17"/>
                      <a:pt x="1" y="11"/>
                    </a:cubicBezTo>
                    <a:cubicBezTo>
                      <a:pt x="2" y="4"/>
                      <a:pt x="8" y="0"/>
                      <a:pt x="14" y="1"/>
                    </a:cubicBezTo>
                    <a:cubicBezTo>
                      <a:pt x="29" y="4"/>
                      <a:pt x="43" y="8"/>
                      <a:pt x="57" y="12"/>
                    </a:cubicBezTo>
                    <a:cubicBezTo>
                      <a:pt x="66" y="15"/>
                      <a:pt x="74" y="18"/>
                      <a:pt x="82" y="21"/>
                    </a:cubicBezTo>
                    <a:cubicBezTo>
                      <a:pt x="90" y="25"/>
                      <a:pt x="98" y="29"/>
                      <a:pt x="106" y="33"/>
                    </a:cubicBezTo>
                    <a:cubicBezTo>
                      <a:pt x="112" y="35"/>
                      <a:pt x="114" y="42"/>
                      <a:pt x="111" y="48"/>
                    </a:cubicBezTo>
                    <a:cubicBezTo>
                      <a:pt x="109" y="52"/>
                      <a:pt x="105" y="54"/>
                      <a:pt x="101" y="54"/>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5" name="Freeform 20">
                <a:extLst>
                  <a:ext uri="{FF2B5EF4-FFF2-40B4-BE49-F238E27FC236}">
                    <a16:creationId xmlns:a16="http://schemas.microsoft.com/office/drawing/2014/main" id="{9E251966-0C03-C8E2-2EFE-3F49D7F27F5B}"/>
                  </a:ext>
                </a:extLst>
              </p:cNvPr>
              <p:cNvSpPr>
                <a:spLocks/>
              </p:cNvSpPr>
              <p:nvPr/>
            </p:nvSpPr>
            <p:spPr bwMode="auto">
              <a:xfrm>
                <a:off x="2748" y="2182"/>
                <a:ext cx="51" cy="89"/>
              </a:xfrm>
              <a:custGeom>
                <a:avLst/>
                <a:gdLst>
                  <a:gd name="T0" fmla="*/ 12 w 117"/>
                  <a:gd name="T1" fmla="*/ 205 h 205"/>
                  <a:gd name="T2" fmla="*/ 12 w 117"/>
                  <a:gd name="T3" fmla="*/ 205 h 205"/>
                  <a:gd name="T4" fmla="*/ 10 w 117"/>
                  <a:gd name="T5" fmla="*/ 205 h 205"/>
                  <a:gd name="T6" fmla="*/ 1 w 117"/>
                  <a:gd name="T7" fmla="*/ 192 h 205"/>
                  <a:gd name="T8" fmla="*/ 9 w 117"/>
                  <a:gd name="T9" fmla="*/ 154 h 205"/>
                  <a:gd name="T10" fmla="*/ 34 w 117"/>
                  <a:gd name="T11" fmla="*/ 88 h 205"/>
                  <a:gd name="T12" fmla="*/ 55 w 117"/>
                  <a:gd name="T13" fmla="*/ 53 h 205"/>
                  <a:gd name="T14" fmla="*/ 96 w 117"/>
                  <a:gd name="T15" fmla="*/ 4 h 205"/>
                  <a:gd name="T16" fmla="*/ 113 w 117"/>
                  <a:gd name="T17" fmla="*/ 4 h 205"/>
                  <a:gd name="T18" fmla="*/ 112 w 117"/>
                  <a:gd name="T19" fmla="*/ 20 h 205"/>
                  <a:gd name="T20" fmla="*/ 74 w 117"/>
                  <a:gd name="T21" fmla="*/ 66 h 205"/>
                  <a:gd name="T22" fmla="*/ 54 w 117"/>
                  <a:gd name="T23" fmla="*/ 98 h 205"/>
                  <a:gd name="T24" fmla="*/ 30 w 117"/>
                  <a:gd name="T25" fmla="*/ 159 h 205"/>
                  <a:gd name="T26" fmla="*/ 23 w 117"/>
                  <a:gd name="T27" fmla="*/ 195 h 205"/>
                  <a:gd name="T28" fmla="*/ 12 w 117"/>
                  <a:gd name="T2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205">
                    <a:moveTo>
                      <a:pt x="12" y="205"/>
                    </a:moveTo>
                    <a:lnTo>
                      <a:pt x="12" y="205"/>
                    </a:lnTo>
                    <a:cubicBezTo>
                      <a:pt x="11" y="205"/>
                      <a:pt x="11" y="205"/>
                      <a:pt x="10" y="205"/>
                    </a:cubicBezTo>
                    <a:cubicBezTo>
                      <a:pt x="4" y="204"/>
                      <a:pt x="0" y="198"/>
                      <a:pt x="1" y="192"/>
                    </a:cubicBezTo>
                    <a:cubicBezTo>
                      <a:pt x="3" y="179"/>
                      <a:pt x="5" y="166"/>
                      <a:pt x="9" y="154"/>
                    </a:cubicBezTo>
                    <a:cubicBezTo>
                      <a:pt x="15" y="131"/>
                      <a:pt x="23" y="109"/>
                      <a:pt x="34" y="88"/>
                    </a:cubicBezTo>
                    <a:cubicBezTo>
                      <a:pt x="40" y="76"/>
                      <a:pt x="47" y="64"/>
                      <a:pt x="55" y="53"/>
                    </a:cubicBezTo>
                    <a:cubicBezTo>
                      <a:pt x="67" y="36"/>
                      <a:pt x="81" y="19"/>
                      <a:pt x="96" y="4"/>
                    </a:cubicBezTo>
                    <a:cubicBezTo>
                      <a:pt x="101" y="0"/>
                      <a:pt x="108" y="0"/>
                      <a:pt x="113" y="4"/>
                    </a:cubicBezTo>
                    <a:cubicBezTo>
                      <a:pt x="117" y="9"/>
                      <a:pt x="117" y="16"/>
                      <a:pt x="112" y="20"/>
                    </a:cubicBezTo>
                    <a:cubicBezTo>
                      <a:pt x="98" y="34"/>
                      <a:pt x="85" y="50"/>
                      <a:pt x="74" y="66"/>
                    </a:cubicBezTo>
                    <a:cubicBezTo>
                      <a:pt x="67" y="76"/>
                      <a:pt x="60" y="87"/>
                      <a:pt x="54" y="98"/>
                    </a:cubicBezTo>
                    <a:cubicBezTo>
                      <a:pt x="44" y="118"/>
                      <a:pt x="36" y="138"/>
                      <a:pt x="30" y="159"/>
                    </a:cubicBezTo>
                    <a:cubicBezTo>
                      <a:pt x="27" y="171"/>
                      <a:pt x="25" y="183"/>
                      <a:pt x="23" y="195"/>
                    </a:cubicBezTo>
                    <a:cubicBezTo>
                      <a:pt x="22" y="201"/>
                      <a:pt x="17" y="205"/>
                      <a:pt x="12" y="205"/>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6" name="Freeform 21">
                <a:extLst>
                  <a:ext uri="{FF2B5EF4-FFF2-40B4-BE49-F238E27FC236}">
                    <a16:creationId xmlns:a16="http://schemas.microsoft.com/office/drawing/2014/main" id="{CE478C27-AC41-75BC-D247-7A0ABF9CC790}"/>
                  </a:ext>
                </a:extLst>
              </p:cNvPr>
              <p:cNvSpPr>
                <a:spLocks/>
              </p:cNvSpPr>
              <p:nvPr/>
            </p:nvSpPr>
            <p:spPr bwMode="auto">
              <a:xfrm>
                <a:off x="2753" y="2323"/>
                <a:ext cx="28" cy="45"/>
              </a:xfrm>
              <a:custGeom>
                <a:avLst/>
                <a:gdLst>
                  <a:gd name="T0" fmla="*/ 51 w 64"/>
                  <a:gd name="T1" fmla="*/ 102 h 102"/>
                  <a:gd name="T2" fmla="*/ 51 w 64"/>
                  <a:gd name="T3" fmla="*/ 102 h 102"/>
                  <a:gd name="T4" fmla="*/ 41 w 64"/>
                  <a:gd name="T5" fmla="*/ 97 h 102"/>
                  <a:gd name="T6" fmla="*/ 18 w 64"/>
                  <a:gd name="T7" fmla="*/ 56 h 102"/>
                  <a:gd name="T8" fmla="*/ 2 w 64"/>
                  <a:gd name="T9" fmla="*/ 17 h 102"/>
                  <a:gd name="T10" fmla="*/ 9 w 64"/>
                  <a:gd name="T11" fmla="*/ 2 h 102"/>
                  <a:gd name="T12" fmla="*/ 23 w 64"/>
                  <a:gd name="T13" fmla="*/ 10 h 102"/>
                  <a:gd name="T14" fmla="*/ 38 w 64"/>
                  <a:gd name="T15" fmla="*/ 46 h 102"/>
                  <a:gd name="T16" fmla="*/ 60 w 64"/>
                  <a:gd name="T17" fmla="*/ 84 h 102"/>
                  <a:gd name="T18" fmla="*/ 57 w 64"/>
                  <a:gd name="T19" fmla="*/ 100 h 102"/>
                  <a:gd name="T20" fmla="*/ 51 w 64"/>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2">
                    <a:moveTo>
                      <a:pt x="51" y="102"/>
                    </a:moveTo>
                    <a:lnTo>
                      <a:pt x="51" y="102"/>
                    </a:lnTo>
                    <a:cubicBezTo>
                      <a:pt x="47" y="102"/>
                      <a:pt x="43" y="100"/>
                      <a:pt x="41" y="97"/>
                    </a:cubicBezTo>
                    <a:cubicBezTo>
                      <a:pt x="32" y="84"/>
                      <a:pt x="24" y="70"/>
                      <a:pt x="18" y="56"/>
                    </a:cubicBezTo>
                    <a:cubicBezTo>
                      <a:pt x="12" y="43"/>
                      <a:pt x="6" y="30"/>
                      <a:pt x="2" y="17"/>
                    </a:cubicBezTo>
                    <a:cubicBezTo>
                      <a:pt x="0" y="11"/>
                      <a:pt x="3" y="4"/>
                      <a:pt x="9" y="2"/>
                    </a:cubicBezTo>
                    <a:cubicBezTo>
                      <a:pt x="15" y="0"/>
                      <a:pt x="21" y="4"/>
                      <a:pt x="23" y="10"/>
                    </a:cubicBezTo>
                    <a:cubicBezTo>
                      <a:pt x="28" y="22"/>
                      <a:pt x="32" y="34"/>
                      <a:pt x="38" y="46"/>
                    </a:cubicBezTo>
                    <a:cubicBezTo>
                      <a:pt x="44" y="59"/>
                      <a:pt x="52" y="72"/>
                      <a:pt x="60" y="84"/>
                    </a:cubicBezTo>
                    <a:cubicBezTo>
                      <a:pt x="64" y="89"/>
                      <a:pt x="62" y="96"/>
                      <a:pt x="57" y="100"/>
                    </a:cubicBezTo>
                    <a:cubicBezTo>
                      <a:pt x="55" y="101"/>
                      <a:pt x="53" y="102"/>
                      <a:pt x="51" y="102"/>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7" name="Freeform 22">
                <a:extLst>
                  <a:ext uri="{FF2B5EF4-FFF2-40B4-BE49-F238E27FC236}">
                    <a16:creationId xmlns:a16="http://schemas.microsoft.com/office/drawing/2014/main" id="{778B1930-0550-1982-4FB7-9F30513D858C}"/>
                  </a:ext>
                </a:extLst>
              </p:cNvPr>
              <p:cNvSpPr>
                <a:spLocks/>
              </p:cNvSpPr>
              <p:nvPr/>
            </p:nvSpPr>
            <p:spPr bwMode="auto">
              <a:xfrm>
                <a:off x="2792" y="2383"/>
                <a:ext cx="59" cy="38"/>
              </a:xfrm>
              <a:custGeom>
                <a:avLst/>
                <a:gdLst>
                  <a:gd name="T0" fmla="*/ 122 w 135"/>
                  <a:gd name="T1" fmla="*/ 89 h 89"/>
                  <a:gd name="T2" fmla="*/ 122 w 135"/>
                  <a:gd name="T3" fmla="*/ 89 h 89"/>
                  <a:gd name="T4" fmla="*/ 119 w 135"/>
                  <a:gd name="T5" fmla="*/ 88 h 89"/>
                  <a:gd name="T6" fmla="*/ 82 w 135"/>
                  <a:gd name="T7" fmla="*/ 73 h 89"/>
                  <a:gd name="T8" fmla="*/ 41 w 135"/>
                  <a:gd name="T9" fmla="*/ 49 h 89"/>
                  <a:gd name="T10" fmla="*/ 5 w 135"/>
                  <a:gd name="T11" fmla="*/ 21 h 89"/>
                  <a:gd name="T12" fmla="*/ 4 w 135"/>
                  <a:gd name="T13" fmla="*/ 5 h 89"/>
                  <a:gd name="T14" fmla="*/ 20 w 135"/>
                  <a:gd name="T15" fmla="*/ 4 h 89"/>
                  <a:gd name="T16" fmla="*/ 54 w 135"/>
                  <a:gd name="T17" fmla="*/ 30 h 89"/>
                  <a:gd name="T18" fmla="*/ 92 w 135"/>
                  <a:gd name="T19" fmla="*/ 53 h 89"/>
                  <a:gd name="T20" fmla="*/ 126 w 135"/>
                  <a:gd name="T21" fmla="*/ 66 h 89"/>
                  <a:gd name="T22" fmla="*/ 133 w 135"/>
                  <a:gd name="T23" fmla="*/ 81 h 89"/>
                  <a:gd name="T24" fmla="*/ 122 w 135"/>
                  <a:gd name="T25"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89">
                    <a:moveTo>
                      <a:pt x="122" y="89"/>
                    </a:moveTo>
                    <a:lnTo>
                      <a:pt x="122" y="89"/>
                    </a:lnTo>
                    <a:cubicBezTo>
                      <a:pt x="121" y="89"/>
                      <a:pt x="120" y="88"/>
                      <a:pt x="119" y="88"/>
                    </a:cubicBezTo>
                    <a:cubicBezTo>
                      <a:pt x="106" y="84"/>
                      <a:pt x="94" y="79"/>
                      <a:pt x="82" y="73"/>
                    </a:cubicBezTo>
                    <a:cubicBezTo>
                      <a:pt x="68" y="66"/>
                      <a:pt x="54" y="58"/>
                      <a:pt x="41" y="49"/>
                    </a:cubicBezTo>
                    <a:cubicBezTo>
                      <a:pt x="28" y="41"/>
                      <a:pt x="16" y="31"/>
                      <a:pt x="5" y="21"/>
                    </a:cubicBezTo>
                    <a:cubicBezTo>
                      <a:pt x="0" y="17"/>
                      <a:pt x="0" y="10"/>
                      <a:pt x="4" y="5"/>
                    </a:cubicBezTo>
                    <a:cubicBezTo>
                      <a:pt x="8" y="1"/>
                      <a:pt x="16" y="0"/>
                      <a:pt x="20" y="4"/>
                    </a:cubicBezTo>
                    <a:cubicBezTo>
                      <a:pt x="31" y="14"/>
                      <a:pt x="42" y="23"/>
                      <a:pt x="54" y="30"/>
                    </a:cubicBezTo>
                    <a:cubicBezTo>
                      <a:pt x="66" y="39"/>
                      <a:pt x="79" y="46"/>
                      <a:pt x="92" y="53"/>
                    </a:cubicBezTo>
                    <a:cubicBezTo>
                      <a:pt x="103" y="58"/>
                      <a:pt x="115" y="63"/>
                      <a:pt x="126" y="66"/>
                    </a:cubicBezTo>
                    <a:cubicBezTo>
                      <a:pt x="132" y="68"/>
                      <a:pt x="135" y="75"/>
                      <a:pt x="133" y="81"/>
                    </a:cubicBezTo>
                    <a:cubicBezTo>
                      <a:pt x="131" y="86"/>
                      <a:pt x="127" y="89"/>
                      <a:pt x="122" y="89"/>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8" name="Freeform 23">
                <a:extLst>
                  <a:ext uri="{FF2B5EF4-FFF2-40B4-BE49-F238E27FC236}">
                    <a16:creationId xmlns:a16="http://schemas.microsoft.com/office/drawing/2014/main" id="{B721F167-EC42-A971-E59A-FCCD58FA83C1}"/>
                  </a:ext>
                </a:extLst>
              </p:cNvPr>
              <p:cNvSpPr>
                <a:spLocks/>
              </p:cNvSpPr>
              <p:nvPr/>
            </p:nvSpPr>
            <p:spPr bwMode="auto">
              <a:xfrm>
                <a:off x="2957" y="2373"/>
                <a:ext cx="39" cy="34"/>
              </a:xfrm>
              <a:custGeom>
                <a:avLst/>
                <a:gdLst>
                  <a:gd name="T0" fmla="*/ 13 w 91"/>
                  <a:gd name="T1" fmla="*/ 78 h 78"/>
                  <a:gd name="T2" fmla="*/ 13 w 91"/>
                  <a:gd name="T3" fmla="*/ 78 h 78"/>
                  <a:gd name="T4" fmla="*/ 3 w 91"/>
                  <a:gd name="T5" fmla="*/ 73 h 78"/>
                  <a:gd name="T6" fmla="*/ 7 w 91"/>
                  <a:gd name="T7" fmla="*/ 57 h 78"/>
                  <a:gd name="T8" fmla="*/ 46 w 91"/>
                  <a:gd name="T9" fmla="*/ 29 h 78"/>
                  <a:gd name="T10" fmla="*/ 70 w 91"/>
                  <a:gd name="T11" fmla="*/ 4 h 78"/>
                  <a:gd name="T12" fmla="*/ 86 w 91"/>
                  <a:gd name="T13" fmla="*/ 4 h 78"/>
                  <a:gd name="T14" fmla="*/ 87 w 91"/>
                  <a:gd name="T15" fmla="*/ 20 h 78"/>
                  <a:gd name="T16" fmla="*/ 61 w 91"/>
                  <a:gd name="T17" fmla="*/ 46 h 78"/>
                  <a:gd name="T18" fmla="*/ 19 w 91"/>
                  <a:gd name="T19" fmla="*/ 77 h 78"/>
                  <a:gd name="T20" fmla="*/ 13 w 91"/>
                  <a:gd name="T2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8">
                    <a:moveTo>
                      <a:pt x="13" y="78"/>
                    </a:moveTo>
                    <a:lnTo>
                      <a:pt x="13" y="78"/>
                    </a:lnTo>
                    <a:cubicBezTo>
                      <a:pt x="9" y="78"/>
                      <a:pt x="5" y="77"/>
                      <a:pt x="3" y="73"/>
                    </a:cubicBezTo>
                    <a:cubicBezTo>
                      <a:pt x="0" y="68"/>
                      <a:pt x="1" y="61"/>
                      <a:pt x="7" y="57"/>
                    </a:cubicBezTo>
                    <a:cubicBezTo>
                      <a:pt x="20" y="49"/>
                      <a:pt x="33" y="39"/>
                      <a:pt x="46" y="29"/>
                    </a:cubicBezTo>
                    <a:cubicBezTo>
                      <a:pt x="54" y="21"/>
                      <a:pt x="63" y="13"/>
                      <a:pt x="70" y="4"/>
                    </a:cubicBezTo>
                    <a:cubicBezTo>
                      <a:pt x="75" y="0"/>
                      <a:pt x="82" y="0"/>
                      <a:pt x="86" y="4"/>
                    </a:cubicBezTo>
                    <a:cubicBezTo>
                      <a:pt x="91" y="8"/>
                      <a:pt x="91" y="15"/>
                      <a:pt x="87" y="20"/>
                    </a:cubicBezTo>
                    <a:cubicBezTo>
                      <a:pt x="79" y="29"/>
                      <a:pt x="70" y="38"/>
                      <a:pt x="61" y="46"/>
                    </a:cubicBezTo>
                    <a:cubicBezTo>
                      <a:pt x="47" y="57"/>
                      <a:pt x="33" y="68"/>
                      <a:pt x="19" y="77"/>
                    </a:cubicBezTo>
                    <a:cubicBezTo>
                      <a:pt x="17" y="78"/>
                      <a:pt x="15" y="78"/>
                      <a:pt x="13" y="7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9" name="Freeform 24">
                <a:extLst>
                  <a:ext uri="{FF2B5EF4-FFF2-40B4-BE49-F238E27FC236}">
                    <a16:creationId xmlns:a16="http://schemas.microsoft.com/office/drawing/2014/main" id="{DFF43094-43DC-B53E-FD7E-C7BD8A2C26EC}"/>
                  </a:ext>
                </a:extLst>
              </p:cNvPr>
              <p:cNvSpPr>
                <a:spLocks/>
              </p:cNvSpPr>
              <p:nvPr/>
            </p:nvSpPr>
            <p:spPr bwMode="auto">
              <a:xfrm>
                <a:off x="3009" y="2312"/>
                <a:ext cx="20" cy="36"/>
              </a:xfrm>
              <a:custGeom>
                <a:avLst/>
                <a:gdLst>
                  <a:gd name="T0" fmla="*/ 13 w 46"/>
                  <a:gd name="T1" fmla="*/ 82 h 82"/>
                  <a:gd name="T2" fmla="*/ 13 w 46"/>
                  <a:gd name="T3" fmla="*/ 82 h 82"/>
                  <a:gd name="T4" fmla="*/ 8 w 46"/>
                  <a:gd name="T5" fmla="*/ 81 h 82"/>
                  <a:gd name="T6" fmla="*/ 3 w 46"/>
                  <a:gd name="T7" fmla="*/ 66 h 82"/>
                  <a:gd name="T8" fmla="*/ 22 w 46"/>
                  <a:gd name="T9" fmla="*/ 9 h 82"/>
                  <a:gd name="T10" fmla="*/ 36 w 46"/>
                  <a:gd name="T11" fmla="*/ 1 h 82"/>
                  <a:gd name="T12" fmla="*/ 44 w 46"/>
                  <a:gd name="T13" fmla="*/ 15 h 82"/>
                  <a:gd name="T14" fmla="*/ 23 w 46"/>
                  <a:gd name="T15" fmla="*/ 76 h 82"/>
                  <a:gd name="T16" fmla="*/ 13 w 46"/>
                  <a:gd name="T17"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2">
                    <a:moveTo>
                      <a:pt x="13" y="82"/>
                    </a:moveTo>
                    <a:lnTo>
                      <a:pt x="13" y="82"/>
                    </a:lnTo>
                    <a:cubicBezTo>
                      <a:pt x="12" y="82"/>
                      <a:pt x="10" y="82"/>
                      <a:pt x="8" y="81"/>
                    </a:cubicBezTo>
                    <a:cubicBezTo>
                      <a:pt x="3" y="79"/>
                      <a:pt x="0" y="72"/>
                      <a:pt x="3" y="66"/>
                    </a:cubicBezTo>
                    <a:cubicBezTo>
                      <a:pt x="11" y="48"/>
                      <a:pt x="18" y="29"/>
                      <a:pt x="22" y="9"/>
                    </a:cubicBezTo>
                    <a:cubicBezTo>
                      <a:pt x="24" y="3"/>
                      <a:pt x="30" y="0"/>
                      <a:pt x="36" y="1"/>
                    </a:cubicBezTo>
                    <a:cubicBezTo>
                      <a:pt x="42" y="2"/>
                      <a:pt x="46" y="8"/>
                      <a:pt x="44" y="15"/>
                    </a:cubicBezTo>
                    <a:cubicBezTo>
                      <a:pt x="40" y="36"/>
                      <a:pt x="32" y="56"/>
                      <a:pt x="23" y="76"/>
                    </a:cubicBezTo>
                    <a:cubicBezTo>
                      <a:pt x="22" y="80"/>
                      <a:pt x="17" y="82"/>
                      <a:pt x="13" y="82"/>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0" name="Freeform 25">
                <a:extLst>
                  <a:ext uri="{FF2B5EF4-FFF2-40B4-BE49-F238E27FC236}">
                    <a16:creationId xmlns:a16="http://schemas.microsoft.com/office/drawing/2014/main" id="{0C2C539E-C341-E524-AF81-CD29E5107196}"/>
                  </a:ext>
                </a:extLst>
              </p:cNvPr>
              <p:cNvSpPr>
                <a:spLocks/>
              </p:cNvSpPr>
              <p:nvPr/>
            </p:nvSpPr>
            <p:spPr bwMode="auto">
              <a:xfrm>
                <a:off x="2766" y="2085"/>
                <a:ext cx="120" cy="51"/>
              </a:xfrm>
              <a:custGeom>
                <a:avLst/>
                <a:gdLst>
                  <a:gd name="T0" fmla="*/ 12 w 278"/>
                  <a:gd name="T1" fmla="*/ 116 h 116"/>
                  <a:gd name="T2" fmla="*/ 12 w 278"/>
                  <a:gd name="T3" fmla="*/ 116 h 116"/>
                  <a:gd name="T4" fmla="*/ 3 w 278"/>
                  <a:gd name="T5" fmla="*/ 112 h 116"/>
                  <a:gd name="T6" fmla="*/ 5 w 278"/>
                  <a:gd name="T7" fmla="*/ 96 h 116"/>
                  <a:gd name="T8" fmla="*/ 71 w 278"/>
                  <a:gd name="T9" fmla="*/ 54 h 116"/>
                  <a:gd name="T10" fmla="*/ 115 w 278"/>
                  <a:gd name="T11" fmla="*/ 32 h 116"/>
                  <a:gd name="T12" fmla="*/ 157 w 278"/>
                  <a:gd name="T13" fmla="*/ 18 h 116"/>
                  <a:gd name="T14" fmla="*/ 210 w 278"/>
                  <a:gd name="T15" fmla="*/ 6 h 116"/>
                  <a:gd name="T16" fmla="*/ 266 w 278"/>
                  <a:gd name="T17" fmla="*/ 1 h 116"/>
                  <a:gd name="T18" fmla="*/ 278 w 278"/>
                  <a:gd name="T19" fmla="*/ 12 h 116"/>
                  <a:gd name="T20" fmla="*/ 267 w 278"/>
                  <a:gd name="T21" fmla="*/ 23 h 116"/>
                  <a:gd name="T22" fmla="*/ 214 w 278"/>
                  <a:gd name="T23" fmla="*/ 29 h 116"/>
                  <a:gd name="T24" fmla="*/ 164 w 278"/>
                  <a:gd name="T25" fmla="*/ 40 h 116"/>
                  <a:gd name="T26" fmla="*/ 123 w 278"/>
                  <a:gd name="T27" fmla="*/ 54 h 116"/>
                  <a:gd name="T28" fmla="*/ 82 w 278"/>
                  <a:gd name="T29" fmla="*/ 74 h 116"/>
                  <a:gd name="T30" fmla="*/ 19 w 278"/>
                  <a:gd name="T31" fmla="*/ 114 h 116"/>
                  <a:gd name="T32" fmla="*/ 12 w 278"/>
                  <a:gd name="T33"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8" h="116">
                    <a:moveTo>
                      <a:pt x="12" y="116"/>
                    </a:moveTo>
                    <a:lnTo>
                      <a:pt x="12" y="116"/>
                    </a:lnTo>
                    <a:cubicBezTo>
                      <a:pt x="9" y="116"/>
                      <a:pt x="6" y="115"/>
                      <a:pt x="3" y="112"/>
                    </a:cubicBezTo>
                    <a:cubicBezTo>
                      <a:pt x="0" y="107"/>
                      <a:pt x="0" y="100"/>
                      <a:pt x="5" y="96"/>
                    </a:cubicBezTo>
                    <a:cubicBezTo>
                      <a:pt x="24" y="82"/>
                      <a:pt x="46" y="68"/>
                      <a:pt x="71" y="54"/>
                    </a:cubicBezTo>
                    <a:cubicBezTo>
                      <a:pt x="84" y="47"/>
                      <a:pt x="99" y="39"/>
                      <a:pt x="115" y="32"/>
                    </a:cubicBezTo>
                    <a:cubicBezTo>
                      <a:pt x="127" y="27"/>
                      <a:pt x="141" y="23"/>
                      <a:pt x="157" y="18"/>
                    </a:cubicBezTo>
                    <a:cubicBezTo>
                      <a:pt x="175" y="13"/>
                      <a:pt x="193" y="9"/>
                      <a:pt x="210" y="6"/>
                    </a:cubicBezTo>
                    <a:cubicBezTo>
                      <a:pt x="229" y="3"/>
                      <a:pt x="248" y="1"/>
                      <a:pt x="266" y="1"/>
                    </a:cubicBezTo>
                    <a:cubicBezTo>
                      <a:pt x="272" y="0"/>
                      <a:pt x="278" y="5"/>
                      <a:pt x="278" y="12"/>
                    </a:cubicBezTo>
                    <a:cubicBezTo>
                      <a:pt x="278" y="18"/>
                      <a:pt x="273" y="23"/>
                      <a:pt x="267" y="23"/>
                    </a:cubicBezTo>
                    <a:cubicBezTo>
                      <a:pt x="250" y="24"/>
                      <a:pt x="232" y="26"/>
                      <a:pt x="214" y="29"/>
                    </a:cubicBezTo>
                    <a:cubicBezTo>
                      <a:pt x="197" y="31"/>
                      <a:pt x="181" y="35"/>
                      <a:pt x="164" y="40"/>
                    </a:cubicBezTo>
                    <a:cubicBezTo>
                      <a:pt x="148" y="44"/>
                      <a:pt x="135" y="49"/>
                      <a:pt x="123" y="54"/>
                    </a:cubicBezTo>
                    <a:cubicBezTo>
                      <a:pt x="109" y="59"/>
                      <a:pt x="95" y="67"/>
                      <a:pt x="82" y="74"/>
                    </a:cubicBezTo>
                    <a:cubicBezTo>
                      <a:pt x="58" y="87"/>
                      <a:pt x="37" y="100"/>
                      <a:pt x="19" y="114"/>
                    </a:cubicBezTo>
                    <a:cubicBezTo>
                      <a:pt x="17" y="116"/>
                      <a:pt x="15" y="116"/>
                      <a:pt x="12" y="116"/>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1" name="Freeform 26">
                <a:extLst>
                  <a:ext uri="{FF2B5EF4-FFF2-40B4-BE49-F238E27FC236}">
                    <a16:creationId xmlns:a16="http://schemas.microsoft.com/office/drawing/2014/main" id="{4A4542D1-AA57-20C8-3628-328B44C1E7EC}"/>
                  </a:ext>
                </a:extLst>
              </p:cNvPr>
              <p:cNvSpPr>
                <a:spLocks/>
              </p:cNvSpPr>
              <p:nvPr/>
            </p:nvSpPr>
            <p:spPr bwMode="auto">
              <a:xfrm>
                <a:off x="2690" y="2176"/>
                <a:ext cx="40" cy="96"/>
              </a:xfrm>
              <a:custGeom>
                <a:avLst/>
                <a:gdLst>
                  <a:gd name="T0" fmla="*/ 12 w 91"/>
                  <a:gd name="T1" fmla="*/ 221 h 221"/>
                  <a:gd name="T2" fmla="*/ 12 w 91"/>
                  <a:gd name="T3" fmla="*/ 221 h 221"/>
                  <a:gd name="T4" fmla="*/ 11 w 91"/>
                  <a:gd name="T5" fmla="*/ 221 h 221"/>
                  <a:gd name="T6" fmla="*/ 1 w 91"/>
                  <a:gd name="T7" fmla="*/ 208 h 221"/>
                  <a:gd name="T8" fmla="*/ 10 w 91"/>
                  <a:gd name="T9" fmla="*/ 150 h 221"/>
                  <a:gd name="T10" fmla="*/ 37 w 91"/>
                  <a:gd name="T11" fmla="*/ 71 h 221"/>
                  <a:gd name="T12" fmla="*/ 69 w 91"/>
                  <a:gd name="T13" fmla="*/ 7 h 221"/>
                  <a:gd name="T14" fmla="*/ 84 w 91"/>
                  <a:gd name="T15" fmla="*/ 4 h 221"/>
                  <a:gd name="T16" fmla="*/ 88 w 91"/>
                  <a:gd name="T17" fmla="*/ 19 h 221"/>
                  <a:gd name="T18" fmla="*/ 58 w 91"/>
                  <a:gd name="T19" fmla="*/ 80 h 221"/>
                  <a:gd name="T20" fmla="*/ 32 w 91"/>
                  <a:gd name="T21" fmla="*/ 155 h 221"/>
                  <a:gd name="T22" fmla="*/ 23 w 91"/>
                  <a:gd name="T23" fmla="*/ 210 h 221"/>
                  <a:gd name="T24" fmla="*/ 12 w 91"/>
                  <a:gd name="T25"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221">
                    <a:moveTo>
                      <a:pt x="12" y="221"/>
                    </a:moveTo>
                    <a:lnTo>
                      <a:pt x="12" y="221"/>
                    </a:lnTo>
                    <a:cubicBezTo>
                      <a:pt x="12" y="221"/>
                      <a:pt x="11" y="221"/>
                      <a:pt x="11" y="221"/>
                    </a:cubicBezTo>
                    <a:cubicBezTo>
                      <a:pt x="5" y="220"/>
                      <a:pt x="0" y="214"/>
                      <a:pt x="1" y="208"/>
                    </a:cubicBezTo>
                    <a:cubicBezTo>
                      <a:pt x="3" y="185"/>
                      <a:pt x="6" y="167"/>
                      <a:pt x="10" y="150"/>
                    </a:cubicBezTo>
                    <a:cubicBezTo>
                      <a:pt x="16" y="121"/>
                      <a:pt x="27" y="94"/>
                      <a:pt x="37" y="71"/>
                    </a:cubicBezTo>
                    <a:cubicBezTo>
                      <a:pt x="46" y="50"/>
                      <a:pt x="56" y="28"/>
                      <a:pt x="69" y="7"/>
                    </a:cubicBezTo>
                    <a:cubicBezTo>
                      <a:pt x="72" y="2"/>
                      <a:pt x="79" y="0"/>
                      <a:pt x="84" y="4"/>
                    </a:cubicBezTo>
                    <a:cubicBezTo>
                      <a:pt x="90" y="7"/>
                      <a:pt x="91" y="14"/>
                      <a:pt x="88" y="19"/>
                    </a:cubicBezTo>
                    <a:cubicBezTo>
                      <a:pt x="76" y="39"/>
                      <a:pt x="67" y="60"/>
                      <a:pt x="58" y="80"/>
                    </a:cubicBezTo>
                    <a:cubicBezTo>
                      <a:pt x="48" y="103"/>
                      <a:pt x="38" y="128"/>
                      <a:pt x="32" y="155"/>
                    </a:cubicBezTo>
                    <a:cubicBezTo>
                      <a:pt x="28" y="171"/>
                      <a:pt x="25" y="188"/>
                      <a:pt x="23" y="210"/>
                    </a:cubicBezTo>
                    <a:cubicBezTo>
                      <a:pt x="23" y="216"/>
                      <a:pt x="18" y="221"/>
                      <a:pt x="12" y="22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2" name="Freeform 27">
                <a:extLst>
                  <a:ext uri="{FF2B5EF4-FFF2-40B4-BE49-F238E27FC236}">
                    <a16:creationId xmlns:a16="http://schemas.microsoft.com/office/drawing/2014/main" id="{8F729A13-9178-5B23-FE85-FEFF1EB069D5}"/>
                  </a:ext>
                </a:extLst>
              </p:cNvPr>
              <p:cNvSpPr>
                <a:spLocks/>
              </p:cNvSpPr>
              <p:nvPr/>
            </p:nvSpPr>
            <p:spPr bwMode="auto">
              <a:xfrm>
                <a:off x="2691" y="2307"/>
                <a:ext cx="47" cy="99"/>
              </a:xfrm>
              <a:custGeom>
                <a:avLst/>
                <a:gdLst>
                  <a:gd name="T0" fmla="*/ 95 w 108"/>
                  <a:gd name="T1" fmla="*/ 227 h 227"/>
                  <a:gd name="T2" fmla="*/ 95 w 108"/>
                  <a:gd name="T3" fmla="*/ 227 h 227"/>
                  <a:gd name="T4" fmla="*/ 86 w 108"/>
                  <a:gd name="T5" fmla="*/ 223 h 227"/>
                  <a:gd name="T6" fmla="*/ 52 w 108"/>
                  <a:gd name="T7" fmla="*/ 170 h 227"/>
                  <a:gd name="T8" fmla="*/ 26 w 108"/>
                  <a:gd name="T9" fmla="*/ 114 h 227"/>
                  <a:gd name="T10" fmla="*/ 11 w 108"/>
                  <a:gd name="T11" fmla="*/ 69 h 227"/>
                  <a:gd name="T12" fmla="*/ 1 w 108"/>
                  <a:gd name="T13" fmla="*/ 14 h 227"/>
                  <a:gd name="T14" fmla="*/ 10 w 108"/>
                  <a:gd name="T15" fmla="*/ 1 h 227"/>
                  <a:gd name="T16" fmla="*/ 23 w 108"/>
                  <a:gd name="T17" fmla="*/ 11 h 227"/>
                  <a:gd name="T18" fmla="*/ 33 w 108"/>
                  <a:gd name="T19" fmla="*/ 63 h 227"/>
                  <a:gd name="T20" fmla="*/ 48 w 108"/>
                  <a:gd name="T21" fmla="*/ 106 h 227"/>
                  <a:gd name="T22" fmla="*/ 72 w 108"/>
                  <a:gd name="T23" fmla="*/ 159 h 227"/>
                  <a:gd name="T24" fmla="*/ 104 w 108"/>
                  <a:gd name="T25" fmla="*/ 209 h 227"/>
                  <a:gd name="T26" fmla="*/ 101 w 108"/>
                  <a:gd name="T27" fmla="*/ 225 h 227"/>
                  <a:gd name="T28" fmla="*/ 95 w 108"/>
                  <a:gd name="T29"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8" h="227">
                    <a:moveTo>
                      <a:pt x="95" y="227"/>
                    </a:moveTo>
                    <a:lnTo>
                      <a:pt x="95" y="227"/>
                    </a:lnTo>
                    <a:cubicBezTo>
                      <a:pt x="91" y="227"/>
                      <a:pt x="88" y="226"/>
                      <a:pt x="86" y="223"/>
                    </a:cubicBezTo>
                    <a:cubicBezTo>
                      <a:pt x="74" y="207"/>
                      <a:pt x="63" y="189"/>
                      <a:pt x="52" y="170"/>
                    </a:cubicBezTo>
                    <a:cubicBezTo>
                      <a:pt x="42" y="152"/>
                      <a:pt x="34" y="133"/>
                      <a:pt x="26" y="114"/>
                    </a:cubicBezTo>
                    <a:cubicBezTo>
                      <a:pt x="20" y="98"/>
                      <a:pt x="15" y="83"/>
                      <a:pt x="11" y="69"/>
                    </a:cubicBezTo>
                    <a:cubicBezTo>
                      <a:pt x="7" y="54"/>
                      <a:pt x="4" y="36"/>
                      <a:pt x="1" y="14"/>
                    </a:cubicBezTo>
                    <a:cubicBezTo>
                      <a:pt x="0" y="8"/>
                      <a:pt x="4" y="2"/>
                      <a:pt x="10" y="1"/>
                    </a:cubicBezTo>
                    <a:cubicBezTo>
                      <a:pt x="17" y="0"/>
                      <a:pt x="22" y="4"/>
                      <a:pt x="23" y="11"/>
                    </a:cubicBezTo>
                    <a:cubicBezTo>
                      <a:pt x="26" y="32"/>
                      <a:pt x="29" y="49"/>
                      <a:pt x="33" y="63"/>
                    </a:cubicBezTo>
                    <a:cubicBezTo>
                      <a:pt x="37" y="76"/>
                      <a:pt x="41" y="90"/>
                      <a:pt x="48" y="106"/>
                    </a:cubicBezTo>
                    <a:cubicBezTo>
                      <a:pt x="55" y="124"/>
                      <a:pt x="63" y="142"/>
                      <a:pt x="72" y="159"/>
                    </a:cubicBezTo>
                    <a:cubicBezTo>
                      <a:pt x="82" y="178"/>
                      <a:pt x="93" y="194"/>
                      <a:pt x="104" y="209"/>
                    </a:cubicBezTo>
                    <a:cubicBezTo>
                      <a:pt x="108" y="214"/>
                      <a:pt x="106" y="221"/>
                      <a:pt x="101" y="225"/>
                    </a:cubicBezTo>
                    <a:cubicBezTo>
                      <a:pt x="99" y="227"/>
                      <a:pt x="97" y="227"/>
                      <a:pt x="95" y="227"/>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3" name="Freeform 28">
                <a:extLst>
                  <a:ext uri="{FF2B5EF4-FFF2-40B4-BE49-F238E27FC236}">
                    <a16:creationId xmlns:a16="http://schemas.microsoft.com/office/drawing/2014/main" id="{F13533BF-3E4D-C7F2-7AA2-04D7500D526D}"/>
                  </a:ext>
                </a:extLst>
              </p:cNvPr>
              <p:cNvSpPr>
                <a:spLocks/>
              </p:cNvSpPr>
              <p:nvPr/>
            </p:nvSpPr>
            <p:spPr bwMode="auto">
              <a:xfrm>
                <a:off x="2761" y="2431"/>
                <a:ext cx="222" cy="55"/>
              </a:xfrm>
              <a:custGeom>
                <a:avLst/>
                <a:gdLst>
                  <a:gd name="T0" fmla="*/ 296 w 512"/>
                  <a:gd name="T1" fmla="*/ 125 h 125"/>
                  <a:gd name="T2" fmla="*/ 296 w 512"/>
                  <a:gd name="T3" fmla="*/ 125 h 125"/>
                  <a:gd name="T4" fmla="*/ 261 w 512"/>
                  <a:gd name="T5" fmla="*/ 124 h 125"/>
                  <a:gd name="T6" fmla="*/ 207 w 512"/>
                  <a:gd name="T7" fmla="*/ 117 h 125"/>
                  <a:gd name="T8" fmla="*/ 162 w 512"/>
                  <a:gd name="T9" fmla="*/ 106 h 125"/>
                  <a:gd name="T10" fmla="*/ 114 w 512"/>
                  <a:gd name="T11" fmla="*/ 88 h 125"/>
                  <a:gd name="T12" fmla="*/ 58 w 512"/>
                  <a:gd name="T13" fmla="*/ 59 h 125"/>
                  <a:gd name="T14" fmla="*/ 6 w 512"/>
                  <a:gd name="T15" fmla="*/ 21 h 125"/>
                  <a:gd name="T16" fmla="*/ 4 w 512"/>
                  <a:gd name="T17" fmla="*/ 6 h 125"/>
                  <a:gd name="T18" fmla="*/ 20 w 512"/>
                  <a:gd name="T19" fmla="*/ 4 h 125"/>
                  <a:gd name="T20" fmla="*/ 70 w 512"/>
                  <a:gd name="T21" fmla="*/ 39 h 125"/>
                  <a:gd name="T22" fmla="*/ 123 w 512"/>
                  <a:gd name="T23" fmla="*/ 67 h 125"/>
                  <a:gd name="T24" fmla="*/ 169 w 512"/>
                  <a:gd name="T25" fmla="*/ 84 h 125"/>
                  <a:gd name="T26" fmla="*/ 212 w 512"/>
                  <a:gd name="T27" fmla="*/ 94 h 125"/>
                  <a:gd name="T28" fmla="*/ 263 w 512"/>
                  <a:gd name="T29" fmla="*/ 101 h 125"/>
                  <a:gd name="T30" fmla="*/ 314 w 512"/>
                  <a:gd name="T31" fmla="*/ 102 h 125"/>
                  <a:gd name="T32" fmla="*/ 362 w 512"/>
                  <a:gd name="T33" fmla="*/ 98 h 125"/>
                  <a:gd name="T34" fmla="*/ 404 w 512"/>
                  <a:gd name="T35" fmla="*/ 89 h 125"/>
                  <a:gd name="T36" fmla="*/ 447 w 512"/>
                  <a:gd name="T37" fmla="*/ 76 h 125"/>
                  <a:gd name="T38" fmla="*/ 494 w 512"/>
                  <a:gd name="T39" fmla="*/ 55 h 125"/>
                  <a:gd name="T40" fmla="*/ 509 w 512"/>
                  <a:gd name="T41" fmla="*/ 60 h 125"/>
                  <a:gd name="T42" fmla="*/ 504 w 512"/>
                  <a:gd name="T43" fmla="*/ 75 h 125"/>
                  <a:gd name="T44" fmla="*/ 455 w 512"/>
                  <a:gd name="T45" fmla="*/ 97 h 125"/>
                  <a:gd name="T46" fmla="*/ 410 w 512"/>
                  <a:gd name="T47" fmla="*/ 111 h 125"/>
                  <a:gd name="T48" fmla="*/ 366 w 512"/>
                  <a:gd name="T49" fmla="*/ 120 h 125"/>
                  <a:gd name="T50" fmla="*/ 315 w 512"/>
                  <a:gd name="T51" fmla="*/ 125 h 125"/>
                  <a:gd name="T52" fmla="*/ 296 w 512"/>
                  <a:gd name="T5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2" h="125">
                    <a:moveTo>
                      <a:pt x="296" y="125"/>
                    </a:moveTo>
                    <a:lnTo>
                      <a:pt x="296" y="125"/>
                    </a:lnTo>
                    <a:cubicBezTo>
                      <a:pt x="284" y="125"/>
                      <a:pt x="272" y="125"/>
                      <a:pt x="261" y="124"/>
                    </a:cubicBezTo>
                    <a:cubicBezTo>
                      <a:pt x="244" y="123"/>
                      <a:pt x="226" y="120"/>
                      <a:pt x="207" y="117"/>
                    </a:cubicBezTo>
                    <a:cubicBezTo>
                      <a:pt x="191" y="113"/>
                      <a:pt x="176" y="110"/>
                      <a:pt x="162" y="106"/>
                    </a:cubicBezTo>
                    <a:cubicBezTo>
                      <a:pt x="146" y="101"/>
                      <a:pt x="130" y="95"/>
                      <a:pt x="114" y="88"/>
                    </a:cubicBezTo>
                    <a:cubicBezTo>
                      <a:pt x="96" y="80"/>
                      <a:pt x="77" y="70"/>
                      <a:pt x="58" y="59"/>
                    </a:cubicBezTo>
                    <a:cubicBezTo>
                      <a:pt x="40" y="47"/>
                      <a:pt x="22" y="35"/>
                      <a:pt x="6" y="21"/>
                    </a:cubicBezTo>
                    <a:cubicBezTo>
                      <a:pt x="1" y="18"/>
                      <a:pt x="0" y="10"/>
                      <a:pt x="4" y="6"/>
                    </a:cubicBezTo>
                    <a:cubicBezTo>
                      <a:pt x="8" y="1"/>
                      <a:pt x="15" y="0"/>
                      <a:pt x="20" y="4"/>
                    </a:cubicBezTo>
                    <a:cubicBezTo>
                      <a:pt x="35" y="16"/>
                      <a:pt x="52" y="28"/>
                      <a:pt x="70" y="39"/>
                    </a:cubicBezTo>
                    <a:cubicBezTo>
                      <a:pt x="88" y="50"/>
                      <a:pt x="106" y="59"/>
                      <a:pt x="123" y="67"/>
                    </a:cubicBezTo>
                    <a:cubicBezTo>
                      <a:pt x="139" y="74"/>
                      <a:pt x="154" y="80"/>
                      <a:pt x="169" y="84"/>
                    </a:cubicBezTo>
                    <a:cubicBezTo>
                      <a:pt x="182" y="88"/>
                      <a:pt x="196" y="91"/>
                      <a:pt x="212" y="94"/>
                    </a:cubicBezTo>
                    <a:cubicBezTo>
                      <a:pt x="229" y="98"/>
                      <a:pt x="246" y="100"/>
                      <a:pt x="263" y="101"/>
                    </a:cubicBezTo>
                    <a:cubicBezTo>
                      <a:pt x="279" y="103"/>
                      <a:pt x="296" y="103"/>
                      <a:pt x="314" y="102"/>
                    </a:cubicBezTo>
                    <a:cubicBezTo>
                      <a:pt x="331" y="102"/>
                      <a:pt x="347" y="100"/>
                      <a:pt x="362" y="98"/>
                    </a:cubicBezTo>
                    <a:cubicBezTo>
                      <a:pt x="376" y="96"/>
                      <a:pt x="390" y="93"/>
                      <a:pt x="404" y="89"/>
                    </a:cubicBezTo>
                    <a:cubicBezTo>
                      <a:pt x="418" y="86"/>
                      <a:pt x="433" y="81"/>
                      <a:pt x="447" y="76"/>
                    </a:cubicBezTo>
                    <a:cubicBezTo>
                      <a:pt x="463" y="70"/>
                      <a:pt x="479" y="63"/>
                      <a:pt x="494" y="55"/>
                    </a:cubicBezTo>
                    <a:cubicBezTo>
                      <a:pt x="500" y="52"/>
                      <a:pt x="506" y="55"/>
                      <a:pt x="509" y="60"/>
                    </a:cubicBezTo>
                    <a:cubicBezTo>
                      <a:pt x="512" y="66"/>
                      <a:pt x="510" y="73"/>
                      <a:pt x="504" y="75"/>
                    </a:cubicBezTo>
                    <a:cubicBezTo>
                      <a:pt x="488" y="84"/>
                      <a:pt x="472" y="91"/>
                      <a:pt x="455" y="97"/>
                    </a:cubicBezTo>
                    <a:cubicBezTo>
                      <a:pt x="440" y="103"/>
                      <a:pt x="425" y="108"/>
                      <a:pt x="410" y="111"/>
                    </a:cubicBezTo>
                    <a:cubicBezTo>
                      <a:pt x="395" y="115"/>
                      <a:pt x="380" y="118"/>
                      <a:pt x="366" y="120"/>
                    </a:cubicBezTo>
                    <a:cubicBezTo>
                      <a:pt x="350" y="123"/>
                      <a:pt x="332" y="124"/>
                      <a:pt x="315" y="125"/>
                    </a:cubicBezTo>
                    <a:cubicBezTo>
                      <a:pt x="308" y="125"/>
                      <a:pt x="302" y="125"/>
                      <a:pt x="296" y="125"/>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4" name="Freeform 29">
                <a:extLst>
                  <a:ext uri="{FF2B5EF4-FFF2-40B4-BE49-F238E27FC236}">
                    <a16:creationId xmlns:a16="http://schemas.microsoft.com/office/drawing/2014/main" id="{770A9689-4652-C464-BBB5-5E22EC1C51AC}"/>
                  </a:ext>
                </a:extLst>
              </p:cNvPr>
              <p:cNvSpPr>
                <a:spLocks/>
              </p:cNvSpPr>
              <p:nvPr/>
            </p:nvSpPr>
            <p:spPr bwMode="auto">
              <a:xfrm>
                <a:off x="3018" y="2380"/>
                <a:ext cx="44" cy="53"/>
              </a:xfrm>
              <a:custGeom>
                <a:avLst/>
                <a:gdLst>
                  <a:gd name="T0" fmla="*/ 13 w 102"/>
                  <a:gd name="T1" fmla="*/ 121 h 121"/>
                  <a:gd name="T2" fmla="*/ 13 w 102"/>
                  <a:gd name="T3" fmla="*/ 121 h 121"/>
                  <a:gd name="T4" fmla="*/ 4 w 102"/>
                  <a:gd name="T5" fmla="*/ 117 h 121"/>
                  <a:gd name="T6" fmla="*/ 5 w 102"/>
                  <a:gd name="T7" fmla="*/ 101 h 121"/>
                  <a:gd name="T8" fmla="*/ 41 w 102"/>
                  <a:gd name="T9" fmla="*/ 61 h 121"/>
                  <a:gd name="T10" fmla="*/ 80 w 102"/>
                  <a:gd name="T11" fmla="*/ 7 h 121"/>
                  <a:gd name="T12" fmla="*/ 95 w 102"/>
                  <a:gd name="T13" fmla="*/ 3 h 121"/>
                  <a:gd name="T14" fmla="*/ 99 w 102"/>
                  <a:gd name="T15" fmla="*/ 18 h 121"/>
                  <a:gd name="T16" fmla="*/ 59 w 102"/>
                  <a:gd name="T17" fmla="*/ 76 h 121"/>
                  <a:gd name="T18" fmla="*/ 20 w 102"/>
                  <a:gd name="T19" fmla="*/ 117 h 121"/>
                  <a:gd name="T20" fmla="*/ 13 w 102"/>
                  <a:gd name="T2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21">
                    <a:moveTo>
                      <a:pt x="13" y="121"/>
                    </a:moveTo>
                    <a:lnTo>
                      <a:pt x="13" y="121"/>
                    </a:lnTo>
                    <a:cubicBezTo>
                      <a:pt x="10" y="121"/>
                      <a:pt x="7" y="119"/>
                      <a:pt x="4" y="117"/>
                    </a:cubicBezTo>
                    <a:cubicBezTo>
                      <a:pt x="0" y="112"/>
                      <a:pt x="0" y="105"/>
                      <a:pt x="5" y="101"/>
                    </a:cubicBezTo>
                    <a:cubicBezTo>
                      <a:pt x="17" y="89"/>
                      <a:pt x="30" y="76"/>
                      <a:pt x="41" y="61"/>
                    </a:cubicBezTo>
                    <a:cubicBezTo>
                      <a:pt x="56" y="44"/>
                      <a:pt x="68" y="26"/>
                      <a:pt x="80" y="7"/>
                    </a:cubicBezTo>
                    <a:cubicBezTo>
                      <a:pt x="83" y="2"/>
                      <a:pt x="90" y="0"/>
                      <a:pt x="95" y="3"/>
                    </a:cubicBezTo>
                    <a:cubicBezTo>
                      <a:pt x="101" y="6"/>
                      <a:pt x="102" y="13"/>
                      <a:pt x="99" y="18"/>
                    </a:cubicBezTo>
                    <a:cubicBezTo>
                      <a:pt x="87" y="38"/>
                      <a:pt x="74" y="58"/>
                      <a:pt x="59" y="76"/>
                    </a:cubicBezTo>
                    <a:cubicBezTo>
                      <a:pt x="46" y="91"/>
                      <a:pt x="33" y="105"/>
                      <a:pt x="20" y="117"/>
                    </a:cubicBezTo>
                    <a:cubicBezTo>
                      <a:pt x="18" y="119"/>
                      <a:pt x="15" y="121"/>
                      <a:pt x="13" y="12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5" name="Freeform 30">
                <a:extLst>
                  <a:ext uri="{FF2B5EF4-FFF2-40B4-BE49-F238E27FC236}">
                    <a16:creationId xmlns:a16="http://schemas.microsoft.com/office/drawing/2014/main" id="{968FADC3-F3D3-6600-78E5-4DE68AB5DC13}"/>
                  </a:ext>
                </a:extLst>
              </p:cNvPr>
              <p:cNvSpPr>
                <a:spLocks/>
              </p:cNvSpPr>
              <p:nvPr/>
            </p:nvSpPr>
            <p:spPr bwMode="auto">
              <a:xfrm>
                <a:off x="3071" y="2226"/>
                <a:ext cx="17" cy="38"/>
              </a:xfrm>
              <a:custGeom>
                <a:avLst/>
                <a:gdLst>
                  <a:gd name="T0" fmla="*/ 27 w 39"/>
                  <a:gd name="T1" fmla="*/ 88 h 88"/>
                  <a:gd name="T2" fmla="*/ 27 w 39"/>
                  <a:gd name="T3" fmla="*/ 88 h 88"/>
                  <a:gd name="T4" fmla="*/ 15 w 39"/>
                  <a:gd name="T5" fmla="*/ 78 h 88"/>
                  <a:gd name="T6" fmla="*/ 1 w 39"/>
                  <a:gd name="T7" fmla="*/ 15 h 88"/>
                  <a:gd name="T8" fmla="*/ 9 w 39"/>
                  <a:gd name="T9" fmla="*/ 1 h 88"/>
                  <a:gd name="T10" fmla="*/ 23 w 39"/>
                  <a:gd name="T11" fmla="*/ 9 h 88"/>
                  <a:gd name="T12" fmla="*/ 38 w 39"/>
                  <a:gd name="T13" fmla="*/ 75 h 88"/>
                  <a:gd name="T14" fmla="*/ 28 w 39"/>
                  <a:gd name="T15" fmla="*/ 88 h 88"/>
                  <a:gd name="T16" fmla="*/ 27 w 39"/>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88">
                    <a:moveTo>
                      <a:pt x="27" y="88"/>
                    </a:moveTo>
                    <a:lnTo>
                      <a:pt x="27" y="88"/>
                    </a:lnTo>
                    <a:cubicBezTo>
                      <a:pt x="21" y="88"/>
                      <a:pt x="16" y="84"/>
                      <a:pt x="15" y="78"/>
                    </a:cubicBezTo>
                    <a:cubicBezTo>
                      <a:pt x="12" y="57"/>
                      <a:pt x="8" y="36"/>
                      <a:pt x="1" y="15"/>
                    </a:cubicBezTo>
                    <a:cubicBezTo>
                      <a:pt x="0" y="9"/>
                      <a:pt x="3" y="3"/>
                      <a:pt x="9" y="1"/>
                    </a:cubicBezTo>
                    <a:cubicBezTo>
                      <a:pt x="15" y="0"/>
                      <a:pt x="21" y="3"/>
                      <a:pt x="23" y="9"/>
                    </a:cubicBezTo>
                    <a:cubicBezTo>
                      <a:pt x="30" y="30"/>
                      <a:pt x="35" y="53"/>
                      <a:pt x="38" y="75"/>
                    </a:cubicBezTo>
                    <a:cubicBezTo>
                      <a:pt x="39" y="81"/>
                      <a:pt x="34" y="87"/>
                      <a:pt x="28" y="88"/>
                    </a:cubicBezTo>
                    <a:cubicBezTo>
                      <a:pt x="28" y="88"/>
                      <a:pt x="27" y="88"/>
                      <a:pt x="27" y="88"/>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6" name="Freeform 31">
                <a:extLst>
                  <a:ext uri="{FF2B5EF4-FFF2-40B4-BE49-F238E27FC236}">
                    <a16:creationId xmlns:a16="http://schemas.microsoft.com/office/drawing/2014/main" id="{06F8EABC-6D7A-B088-F174-A1867E2874BA}"/>
                  </a:ext>
                </a:extLst>
              </p:cNvPr>
              <p:cNvSpPr>
                <a:spLocks/>
              </p:cNvSpPr>
              <p:nvPr/>
            </p:nvSpPr>
            <p:spPr bwMode="auto">
              <a:xfrm>
                <a:off x="2936" y="2092"/>
                <a:ext cx="111" cy="77"/>
              </a:xfrm>
              <a:custGeom>
                <a:avLst/>
                <a:gdLst>
                  <a:gd name="T0" fmla="*/ 244 w 257"/>
                  <a:gd name="T1" fmla="*/ 177 h 177"/>
                  <a:gd name="T2" fmla="*/ 244 w 257"/>
                  <a:gd name="T3" fmla="*/ 177 h 177"/>
                  <a:gd name="T4" fmla="*/ 235 w 257"/>
                  <a:gd name="T5" fmla="*/ 173 h 177"/>
                  <a:gd name="T6" fmla="*/ 186 w 257"/>
                  <a:gd name="T7" fmla="*/ 120 h 177"/>
                  <a:gd name="T8" fmla="*/ 136 w 257"/>
                  <a:gd name="T9" fmla="*/ 82 h 177"/>
                  <a:gd name="T10" fmla="*/ 84 w 257"/>
                  <a:gd name="T11" fmla="*/ 51 h 177"/>
                  <a:gd name="T12" fmla="*/ 51 w 257"/>
                  <a:gd name="T13" fmla="*/ 37 h 177"/>
                  <a:gd name="T14" fmla="*/ 10 w 257"/>
                  <a:gd name="T15" fmla="*/ 24 h 177"/>
                  <a:gd name="T16" fmla="*/ 2 w 257"/>
                  <a:gd name="T17" fmla="*/ 10 h 177"/>
                  <a:gd name="T18" fmla="*/ 16 w 257"/>
                  <a:gd name="T19" fmla="*/ 2 h 177"/>
                  <a:gd name="T20" fmla="*/ 59 w 257"/>
                  <a:gd name="T21" fmla="*/ 15 h 177"/>
                  <a:gd name="T22" fmla="*/ 94 w 257"/>
                  <a:gd name="T23" fmla="*/ 30 h 177"/>
                  <a:gd name="T24" fmla="*/ 149 w 257"/>
                  <a:gd name="T25" fmla="*/ 63 h 177"/>
                  <a:gd name="T26" fmla="*/ 201 w 257"/>
                  <a:gd name="T27" fmla="*/ 103 h 177"/>
                  <a:gd name="T28" fmla="*/ 253 w 257"/>
                  <a:gd name="T29" fmla="*/ 159 h 177"/>
                  <a:gd name="T30" fmla="*/ 251 w 257"/>
                  <a:gd name="T31" fmla="*/ 175 h 177"/>
                  <a:gd name="T32" fmla="*/ 244 w 257"/>
                  <a:gd name="T33"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7" h="177">
                    <a:moveTo>
                      <a:pt x="244" y="177"/>
                    </a:moveTo>
                    <a:lnTo>
                      <a:pt x="244" y="177"/>
                    </a:lnTo>
                    <a:cubicBezTo>
                      <a:pt x="241" y="177"/>
                      <a:pt x="237" y="176"/>
                      <a:pt x="235" y="173"/>
                    </a:cubicBezTo>
                    <a:cubicBezTo>
                      <a:pt x="219" y="152"/>
                      <a:pt x="203" y="135"/>
                      <a:pt x="186" y="120"/>
                    </a:cubicBezTo>
                    <a:cubicBezTo>
                      <a:pt x="170" y="105"/>
                      <a:pt x="152" y="93"/>
                      <a:pt x="136" y="82"/>
                    </a:cubicBezTo>
                    <a:cubicBezTo>
                      <a:pt x="122" y="73"/>
                      <a:pt x="104" y="60"/>
                      <a:pt x="84" y="51"/>
                    </a:cubicBezTo>
                    <a:cubicBezTo>
                      <a:pt x="73" y="46"/>
                      <a:pt x="62" y="41"/>
                      <a:pt x="51" y="37"/>
                    </a:cubicBezTo>
                    <a:cubicBezTo>
                      <a:pt x="39" y="32"/>
                      <a:pt x="25" y="28"/>
                      <a:pt x="10" y="24"/>
                    </a:cubicBezTo>
                    <a:cubicBezTo>
                      <a:pt x="4" y="22"/>
                      <a:pt x="0" y="16"/>
                      <a:pt x="2" y="10"/>
                    </a:cubicBezTo>
                    <a:cubicBezTo>
                      <a:pt x="3" y="4"/>
                      <a:pt x="9" y="0"/>
                      <a:pt x="16" y="2"/>
                    </a:cubicBezTo>
                    <a:cubicBezTo>
                      <a:pt x="32" y="6"/>
                      <a:pt x="46" y="10"/>
                      <a:pt x="59" y="15"/>
                    </a:cubicBezTo>
                    <a:cubicBezTo>
                      <a:pt x="71" y="20"/>
                      <a:pt x="83" y="25"/>
                      <a:pt x="94" y="30"/>
                    </a:cubicBezTo>
                    <a:cubicBezTo>
                      <a:pt x="115" y="41"/>
                      <a:pt x="135" y="53"/>
                      <a:pt x="149" y="63"/>
                    </a:cubicBezTo>
                    <a:cubicBezTo>
                      <a:pt x="165" y="74"/>
                      <a:pt x="184" y="87"/>
                      <a:pt x="201" y="103"/>
                    </a:cubicBezTo>
                    <a:cubicBezTo>
                      <a:pt x="219" y="119"/>
                      <a:pt x="236" y="137"/>
                      <a:pt x="253" y="159"/>
                    </a:cubicBezTo>
                    <a:cubicBezTo>
                      <a:pt x="257" y="164"/>
                      <a:pt x="256" y="171"/>
                      <a:pt x="251" y="175"/>
                    </a:cubicBezTo>
                    <a:cubicBezTo>
                      <a:pt x="249" y="176"/>
                      <a:pt x="246" y="177"/>
                      <a:pt x="244" y="177"/>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7" name="Freeform 32">
                <a:extLst>
                  <a:ext uri="{FF2B5EF4-FFF2-40B4-BE49-F238E27FC236}">
                    <a16:creationId xmlns:a16="http://schemas.microsoft.com/office/drawing/2014/main" id="{2BE4B442-D5A4-88FC-F0F0-70AFD3A5047B}"/>
                  </a:ext>
                </a:extLst>
              </p:cNvPr>
              <p:cNvSpPr>
                <a:spLocks/>
              </p:cNvSpPr>
              <p:nvPr/>
            </p:nvSpPr>
            <p:spPr bwMode="auto">
              <a:xfrm>
                <a:off x="2636" y="2038"/>
                <a:ext cx="184" cy="202"/>
              </a:xfrm>
              <a:custGeom>
                <a:avLst/>
                <a:gdLst>
                  <a:gd name="T0" fmla="*/ 13 w 422"/>
                  <a:gd name="T1" fmla="*/ 463 h 463"/>
                  <a:gd name="T2" fmla="*/ 13 w 422"/>
                  <a:gd name="T3" fmla="*/ 463 h 463"/>
                  <a:gd name="T4" fmla="*/ 10 w 422"/>
                  <a:gd name="T5" fmla="*/ 463 h 463"/>
                  <a:gd name="T6" fmla="*/ 2 w 422"/>
                  <a:gd name="T7" fmla="*/ 449 h 463"/>
                  <a:gd name="T8" fmla="*/ 31 w 422"/>
                  <a:gd name="T9" fmla="*/ 357 h 463"/>
                  <a:gd name="T10" fmla="*/ 74 w 422"/>
                  <a:gd name="T11" fmla="*/ 264 h 463"/>
                  <a:gd name="T12" fmla="*/ 129 w 422"/>
                  <a:gd name="T13" fmla="*/ 189 h 463"/>
                  <a:gd name="T14" fmla="*/ 207 w 422"/>
                  <a:gd name="T15" fmla="*/ 111 h 463"/>
                  <a:gd name="T16" fmla="*/ 290 w 422"/>
                  <a:gd name="T17" fmla="*/ 54 h 463"/>
                  <a:gd name="T18" fmla="*/ 355 w 422"/>
                  <a:gd name="T19" fmla="*/ 20 h 463"/>
                  <a:gd name="T20" fmla="*/ 406 w 422"/>
                  <a:gd name="T21" fmla="*/ 2 h 463"/>
                  <a:gd name="T22" fmla="*/ 420 w 422"/>
                  <a:gd name="T23" fmla="*/ 10 h 463"/>
                  <a:gd name="T24" fmla="*/ 413 w 422"/>
                  <a:gd name="T25" fmla="*/ 24 h 463"/>
                  <a:gd name="T26" fmla="*/ 364 w 422"/>
                  <a:gd name="T27" fmla="*/ 41 h 463"/>
                  <a:gd name="T28" fmla="*/ 302 w 422"/>
                  <a:gd name="T29" fmla="*/ 73 h 463"/>
                  <a:gd name="T30" fmla="*/ 221 w 422"/>
                  <a:gd name="T31" fmla="*/ 129 h 463"/>
                  <a:gd name="T32" fmla="*/ 146 w 422"/>
                  <a:gd name="T33" fmla="*/ 204 h 463"/>
                  <a:gd name="T34" fmla="*/ 93 w 422"/>
                  <a:gd name="T35" fmla="*/ 276 h 463"/>
                  <a:gd name="T36" fmla="*/ 52 w 422"/>
                  <a:gd name="T37" fmla="*/ 365 h 463"/>
                  <a:gd name="T38" fmla="*/ 24 w 422"/>
                  <a:gd name="T39" fmla="*/ 454 h 463"/>
                  <a:gd name="T40" fmla="*/ 13 w 422"/>
                  <a:gd name="T41"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2" h="463">
                    <a:moveTo>
                      <a:pt x="13" y="463"/>
                    </a:moveTo>
                    <a:lnTo>
                      <a:pt x="13" y="463"/>
                    </a:lnTo>
                    <a:cubicBezTo>
                      <a:pt x="12" y="463"/>
                      <a:pt x="11" y="463"/>
                      <a:pt x="10" y="463"/>
                    </a:cubicBezTo>
                    <a:cubicBezTo>
                      <a:pt x="4" y="461"/>
                      <a:pt x="0" y="455"/>
                      <a:pt x="2" y="449"/>
                    </a:cubicBezTo>
                    <a:cubicBezTo>
                      <a:pt x="9" y="417"/>
                      <a:pt x="20" y="386"/>
                      <a:pt x="31" y="357"/>
                    </a:cubicBezTo>
                    <a:cubicBezTo>
                      <a:pt x="43" y="326"/>
                      <a:pt x="56" y="294"/>
                      <a:pt x="74" y="264"/>
                    </a:cubicBezTo>
                    <a:cubicBezTo>
                      <a:pt x="91" y="235"/>
                      <a:pt x="113" y="209"/>
                      <a:pt x="129" y="189"/>
                    </a:cubicBezTo>
                    <a:cubicBezTo>
                      <a:pt x="155" y="159"/>
                      <a:pt x="181" y="133"/>
                      <a:pt x="207" y="111"/>
                    </a:cubicBezTo>
                    <a:cubicBezTo>
                      <a:pt x="231" y="92"/>
                      <a:pt x="258" y="73"/>
                      <a:pt x="290" y="54"/>
                    </a:cubicBezTo>
                    <a:cubicBezTo>
                      <a:pt x="309" y="43"/>
                      <a:pt x="331" y="30"/>
                      <a:pt x="355" y="20"/>
                    </a:cubicBezTo>
                    <a:cubicBezTo>
                      <a:pt x="370" y="14"/>
                      <a:pt x="386" y="8"/>
                      <a:pt x="406" y="2"/>
                    </a:cubicBezTo>
                    <a:cubicBezTo>
                      <a:pt x="412" y="0"/>
                      <a:pt x="418" y="4"/>
                      <a:pt x="420" y="10"/>
                    </a:cubicBezTo>
                    <a:cubicBezTo>
                      <a:pt x="422" y="16"/>
                      <a:pt x="419" y="22"/>
                      <a:pt x="413" y="24"/>
                    </a:cubicBezTo>
                    <a:cubicBezTo>
                      <a:pt x="393" y="30"/>
                      <a:pt x="378" y="35"/>
                      <a:pt x="364" y="41"/>
                    </a:cubicBezTo>
                    <a:cubicBezTo>
                      <a:pt x="341" y="51"/>
                      <a:pt x="320" y="63"/>
                      <a:pt x="302" y="73"/>
                    </a:cubicBezTo>
                    <a:cubicBezTo>
                      <a:pt x="271" y="92"/>
                      <a:pt x="244" y="110"/>
                      <a:pt x="221" y="129"/>
                    </a:cubicBezTo>
                    <a:cubicBezTo>
                      <a:pt x="196" y="150"/>
                      <a:pt x="172" y="174"/>
                      <a:pt x="146" y="204"/>
                    </a:cubicBezTo>
                    <a:cubicBezTo>
                      <a:pt x="130" y="223"/>
                      <a:pt x="110" y="248"/>
                      <a:pt x="93" y="276"/>
                    </a:cubicBezTo>
                    <a:cubicBezTo>
                      <a:pt x="76" y="304"/>
                      <a:pt x="64" y="335"/>
                      <a:pt x="52" y="365"/>
                    </a:cubicBezTo>
                    <a:cubicBezTo>
                      <a:pt x="42" y="393"/>
                      <a:pt x="30" y="423"/>
                      <a:pt x="24" y="454"/>
                    </a:cubicBezTo>
                    <a:cubicBezTo>
                      <a:pt x="23" y="459"/>
                      <a:pt x="18" y="463"/>
                      <a:pt x="13" y="463"/>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8" name="Freeform 33">
                <a:extLst>
                  <a:ext uri="{FF2B5EF4-FFF2-40B4-BE49-F238E27FC236}">
                    <a16:creationId xmlns:a16="http://schemas.microsoft.com/office/drawing/2014/main" id="{F591C28C-0879-DA04-F6E2-39DFD9B5127C}"/>
                  </a:ext>
                </a:extLst>
              </p:cNvPr>
              <p:cNvSpPr>
                <a:spLocks/>
              </p:cNvSpPr>
              <p:nvPr/>
            </p:nvSpPr>
            <p:spPr bwMode="auto">
              <a:xfrm>
                <a:off x="2641" y="2350"/>
                <a:ext cx="20" cy="36"/>
              </a:xfrm>
              <a:custGeom>
                <a:avLst/>
                <a:gdLst>
                  <a:gd name="T0" fmla="*/ 34 w 47"/>
                  <a:gd name="T1" fmla="*/ 84 h 84"/>
                  <a:gd name="T2" fmla="*/ 34 w 47"/>
                  <a:gd name="T3" fmla="*/ 84 h 84"/>
                  <a:gd name="T4" fmla="*/ 24 w 47"/>
                  <a:gd name="T5" fmla="*/ 77 h 84"/>
                  <a:gd name="T6" fmla="*/ 2 w 47"/>
                  <a:gd name="T7" fmla="*/ 16 h 84"/>
                  <a:gd name="T8" fmla="*/ 10 w 47"/>
                  <a:gd name="T9" fmla="*/ 2 h 84"/>
                  <a:gd name="T10" fmla="*/ 24 w 47"/>
                  <a:gd name="T11" fmla="*/ 10 h 84"/>
                  <a:gd name="T12" fmla="*/ 45 w 47"/>
                  <a:gd name="T13" fmla="*/ 69 h 84"/>
                  <a:gd name="T14" fmla="*/ 39 w 47"/>
                  <a:gd name="T15" fmla="*/ 84 h 84"/>
                  <a:gd name="T16" fmla="*/ 34 w 47"/>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84">
                    <a:moveTo>
                      <a:pt x="34" y="84"/>
                    </a:moveTo>
                    <a:lnTo>
                      <a:pt x="34" y="84"/>
                    </a:lnTo>
                    <a:cubicBezTo>
                      <a:pt x="30" y="84"/>
                      <a:pt x="26" y="82"/>
                      <a:pt x="24" y="77"/>
                    </a:cubicBezTo>
                    <a:cubicBezTo>
                      <a:pt x="14" y="55"/>
                      <a:pt x="7" y="35"/>
                      <a:pt x="2" y="16"/>
                    </a:cubicBezTo>
                    <a:cubicBezTo>
                      <a:pt x="0" y="10"/>
                      <a:pt x="4" y="4"/>
                      <a:pt x="10" y="2"/>
                    </a:cubicBezTo>
                    <a:cubicBezTo>
                      <a:pt x="16" y="0"/>
                      <a:pt x="22" y="4"/>
                      <a:pt x="24" y="10"/>
                    </a:cubicBezTo>
                    <a:cubicBezTo>
                      <a:pt x="29" y="28"/>
                      <a:pt x="36" y="47"/>
                      <a:pt x="45" y="69"/>
                    </a:cubicBezTo>
                    <a:cubicBezTo>
                      <a:pt x="47" y="74"/>
                      <a:pt x="44" y="81"/>
                      <a:pt x="39" y="84"/>
                    </a:cubicBezTo>
                    <a:cubicBezTo>
                      <a:pt x="37" y="84"/>
                      <a:pt x="36" y="84"/>
                      <a:pt x="34" y="84"/>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9" name="Freeform 34">
                <a:extLst>
                  <a:ext uri="{FF2B5EF4-FFF2-40B4-BE49-F238E27FC236}">
                    <a16:creationId xmlns:a16="http://schemas.microsoft.com/office/drawing/2014/main" id="{FA37F108-4F4A-B8B1-625C-3C1DB4EBD386}"/>
                  </a:ext>
                </a:extLst>
              </p:cNvPr>
              <p:cNvSpPr>
                <a:spLocks/>
              </p:cNvSpPr>
              <p:nvPr/>
            </p:nvSpPr>
            <p:spPr bwMode="auto">
              <a:xfrm>
                <a:off x="2759" y="2500"/>
                <a:ext cx="178" cy="44"/>
              </a:xfrm>
              <a:custGeom>
                <a:avLst/>
                <a:gdLst>
                  <a:gd name="T0" fmla="*/ 299 w 410"/>
                  <a:gd name="T1" fmla="*/ 101 h 101"/>
                  <a:gd name="T2" fmla="*/ 299 w 410"/>
                  <a:gd name="T3" fmla="*/ 101 h 101"/>
                  <a:gd name="T4" fmla="*/ 268 w 410"/>
                  <a:gd name="T5" fmla="*/ 100 h 101"/>
                  <a:gd name="T6" fmla="*/ 199 w 410"/>
                  <a:gd name="T7" fmla="*/ 92 h 101"/>
                  <a:gd name="T8" fmla="*/ 137 w 410"/>
                  <a:gd name="T9" fmla="*/ 78 h 101"/>
                  <a:gd name="T10" fmla="*/ 78 w 410"/>
                  <a:gd name="T11" fmla="*/ 58 h 101"/>
                  <a:gd name="T12" fmla="*/ 8 w 410"/>
                  <a:gd name="T13" fmla="*/ 23 h 101"/>
                  <a:gd name="T14" fmla="*/ 3 w 410"/>
                  <a:gd name="T15" fmla="*/ 8 h 101"/>
                  <a:gd name="T16" fmla="*/ 19 w 410"/>
                  <a:gd name="T17" fmla="*/ 3 h 101"/>
                  <a:gd name="T18" fmla="*/ 86 w 410"/>
                  <a:gd name="T19" fmla="*/ 37 h 101"/>
                  <a:gd name="T20" fmla="*/ 143 w 410"/>
                  <a:gd name="T21" fmla="*/ 57 h 101"/>
                  <a:gd name="T22" fmla="*/ 203 w 410"/>
                  <a:gd name="T23" fmla="*/ 70 h 101"/>
                  <a:gd name="T24" fmla="*/ 269 w 410"/>
                  <a:gd name="T25" fmla="*/ 77 h 101"/>
                  <a:gd name="T26" fmla="*/ 336 w 410"/>
                  <a:gd name="T27" fmla="*/ 77 h 101"/>
                  <a:gd name="T28" fmla="*/ 396 w 410"/>
                  <a:gd name="T29" fmla="*/ 70 h 101"/>
                  <a:gd name="T30" fmla="*/ 409 w 410"/>
                  <a:gd name="T31" fmla="*/ 80 h 101"/>
                  <a:gd name="T32" fmla="*/ 400 w 410"/>
                  <a:gd name="T33" fmla="*/ 93 h 101"/>
                  <a:gd name="T34" fmla="*/ 337 w 410"/>
                  <a:gd name="T35" fmla="*/ 100 h 101"/>
                  <a:gd name="T36" fmla="*/ 299 w 410"/>
                  <a:gd name="T3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0" h="101">
                    <a:moveTo>
                      <a:pt x="299" y="101"/>
                    </a:moveTo>
                    <a:lnTo>
                      <a:pt x="299" y="101"/>
                    </a:lnTo>
                    <a:cubicBezTo>
                      <a:pt x="288" y="101"/>
                      <a:pt x="278" y="100"/>
                      <a:pt x="268" y="100"/>
                    </a:cubicBezTo>
                    <a:cubicBezTo>
                      <a:pt x="245" y="99"/>
                      <a:pt x="222" y="96"/>
                      <a:pt x="199" y="92"/>
                    </a:cubicBezTo>
                    <a:cubicBezTo>
                      <a:pt x="176" y="88"/>
                      <a:pt x="156" y="84"/>
                      <a:pt x="137" y="78"/>
                    </a:cubicBezTo>
                    <a:cubicBezTo>
                      <a:pt x="118" y="73"/>
                      <a:pt x="98" y="66"/>
                      <a:pt x="78" y="58"/>
                    </a:cubicBezTo>
                    <a:cubicBezTo>
                      <a:pt x="55" y="48"/>
                      <a:pt x="31" y="36"/>
                      <a:pt x="8" y="23"/>
                    </a:cubicBezTo>
                    <a:cubicBezTo>
                      <a:pt x="2" y="20"/>
                      <a:pt x="0" y="13"/>
                      <a:pt x="3" y="8"/>
                    </a:cubicBezTo>
                    <a:cubicBezTo>
                      <a:pt x="7" y="2"/>
                      <a:pt x="14" y="0"/>
                      <a:pt x="19" y="3"/>
                    </a:cubicBezTo>
                    <a:cubicBezTo>
                      <a:pt x="41" y="16"/>
                      <a:pt x="64" y="27"/>
                      <a:pt x="86" y="37"/>
                    </a:cubicBezTo>
                    <a:cubicBezTo>
                      <a:pt x="106" y="45"/>
                      <a:pt x="125" y="51"/>
                      <a:pt x="143" y="57"/>
                    </a:cubicBezTo>
                    <a:cubicBezTo>
                      <a:pt x="161" y="62"/>
                      <a:pt x="180" y="66"/>
                      <a:pt x="203" y="70"/>
                    </a:cubicBezTo>
                    <a:cubicBezTo>
                      <a:pt x="225" y="74"/>
                      <a:pt x="248" y="76"/>
                      <a:pt x="269" y="77"/>
                    </a:cubicBezTo>
                    <a:cubicBezTo>
                      <a:pt x="290" y="78"/>
                      <a:pt x="313" y="78"/>
                      <a:pt x="336" y="77"/>
                    </a:cubicBezTo>
                    <a:cubicBezTo>
                      <a:pt x="357" y="76"/>
                      <a:pt x="377" y="74"/>
                      <a:pt x="396" y="70"/>
                    </a:cubicBezTo>
                    <a:cubicBezTo>
                      <a:pt x="403" y="69"/>
                      <a:pt x="408" y="73"/>
                      <a:pt x="409" y="80"/>
                    </a:cubicBezTo>
                    <a:cubicBezTo>
                      <a:pt x="410" y="86"/>
                      <a:pt x="406" y="92"/>
                      <a:pt x="400" y="93"/>
                    </a:cubicBezTo>
                    <a:cubicBezTo>
                      <a:pt x="380" y="96"/>
                      <a:pt x="360" y="98"/>
                      <a:pt x="337" y="100"/>
                    </a:cubicBezTo>
                    <a:cubicBezTo>
                      <a:pt x="324" y="100"/>
                      <a:pt x="312" y="101"/>
                      <a:pt x="299" y="10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0" name="Freeform 35">
                <a:extLst>
                  <a:ext uri="{FF2B5EF4-FFF2-40B4-BE49-F238E27FC236}">
                    <a16:creationId xmlns:a16="http://schemas.microsoft.com/office/drawing/2014/main" id="{7523E0B8-542F-816C-C430-337F2A0CE2D7}"/>
                  </a:ext>
                </a:extLst>
              </p:cNvPr>
              <p:cNvSpPr>
                <a:spLocks/>
              </p:cNvSpPr>
              <p:nvPr/>
            </p:nvSpPr>
            <p:spPr bwMode="auto">
              <a:xfrm>
                <a:off x="2976" y="2503"/>
                <a:ext cx="39" cy="23"/>
              </a:xfrm>
              <a:custGeom>
                <a:avLst/>
                <a:gdLst>
                  <a:gd name="T0" fmla="*/ 13 w 90"/>
                  <a:gd name="T1" fmla="*/ 54 h 54"/>
                  <a:gd name="T2" fmla="*/ 13 w 90"/>
                  <a:gd name="T3" fmla="*/ 54 h 54"/>
                  <a:gd name="T4" fmla="*/ 2 w 90"/>
                  <a:gd name="T5" fmla="*/ 47 h 54"/>
                  <a:gd name="T6" fmla="*/ 9 w 90"/>
                  <a:gd name="T7" fmla="*/ 32 h 54"/>
                  <a:gd name="T8" fmla="*/ 71 w 90"/>
                  <a:gd name="T9" fmla="*/ 3 h 54"/>
                  <a:gd name="T10" fmla="*/ 87 w 90"/>
                  <a:gd name="T11" fmla="*/ 7 h 54"/>
                  <a:gd name="T12" fmla="*/ 82 w 90"/>
                  <a:gd name="T13" fmla="*/ 23 h 54"/>
                  <a:gd name="T14" fmla="*/ 17 w 90"/>
                  <a:gd name="T15" fmla="*/ 53 h 54"/>
                  <a:gd name="T16" fmla="*/ 13 w 90"/>
                  <a:gd name="T1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54">
                    <a:moveTo>
                      <a:pt x="13" y="54"/>
                    </a:moveTo>
                    <a:lnTo>
                      <a:pt x="13" y="54"/>
                    </a:lnTo>
                    <a:cubicBezTo>
                      <a:pt x="8" y="54"/>
                      <a:pt x="4" y="51"/>
                      <a:pt x="2" y="47"/>
                    </a:cubicBezTo>
                    <a:cubicBezTo>
                      <a:pt x="0" y="41"/>
                      <a:pt x="3" y="35"/>
                      <a:pt x="9" y="32"/>
                    </a:cubicBezTo>
                    <a:cubicBezTo>
                      <a:pt x="30" y="24"/>
                      <a:pt x="51" y="14"/>
                      <a:pt x="71" y="3"/>
                    </a:cubicBezTo>
                    <a:cubicBezTo>
                      <a:pt x="77" y="0"/>
                      <a:pt x="84" y="2"/>
                      <a:pt x="87" y="7"/>
                    </a:cubicBezTo>
                    <a:cubicBezTo>
                      <a:pt x="90" y="13"/>
                      <a:pt x="88" y="20"/>
                      <a:pt x="82" y="23"/>
                    </a:cubicBezTo>
                    <a:cubicBezTo>
                      <a:pt x="61" y="34"/>
                      <a:pt x="39" y="45"/>
                      <a:pt x="17" y="53"/>
                    </a:cubicBezTo>
                    <a:cubicBezTo>
                      <a:pt x="16" y="54"/>
                      <a:pt x="14" y="54"/>
                      <a:pt x="13" y="54"/>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1" name="Freeform 36">
                <a:extLst>
                  <a:ext uri="{FF2B5EF4-FFF2-40B4-BE49-F238E27FC236}">
                    <a16:creationId xmlns:a16="http://schemas.microsoft.com/office/drawing/2014/main" id="{EBFD00FB-7DC4-1611-F9BE-10849D1670D4}"/>
                  </a:ext>
                </a:extLst>
              </p:cNvPr>
              <p:cNvSpPr>
                <a:spLocks/>
              </p:cNvSpPr>
              <p:nvPr/>
            </p:nvSpPr>
            <p:spPr bwMode="auto">
              <a:xfrm>
                <a:off x="3061" y="2436"/>
                <a:ext cx="33" cy="35"/>
              </a:xfrm>
              <a:custGeom>
                <a:avLst/>
                <a:gdLst>
                  <a:gd name="T0" fmla="*/ 12 w 75"/>
                  <a:gd name="T1" fmla="*/ 81 h 81"/>
                  <a:gd name="T2" fmla="*/ 12 w 75"/>
                  <a:gd name="T3" fmla="*/ 81 h 81"/>
                  <a:gd name="T4" fmla="*/ 4 w 75"/>
                  <a:gd name="T5" fmla="*/ 77 h 81"/>
                  <a:gd name="T6" fmla="*/ 4 w 75"/>
                  <a:gd name="T7" fmla="*/ 61 h 81"/>
                  <a:gd name="T8" fmla="*/ 53 w 75"/>
                  <a:gd name="T9" fmla="*/ 6 h 81"/>
                  <a:gd name="T10" fmla="*/ 69 w 75"/>
                  <a:gd name="T11" fmla="*/ 4 h 81"/>
                  <a:gd name="T12" fmla="*/ 71 w 75"/>
                  <a:gd name="T13" fmla="*/ 20 h 81"/>
                  <a:gd name="T14" fmla="*/ 20 w 75"/>
                  <a:gd name="T15" fmla="*/ 77 h 81"/>
                  <a:gd name="T16" fmla="*/ 12 w 75"/>
                  <a:gd name="T1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2" y="81"/>
                    </a:moveTo>
                    <a:lnTo>
                      <a:pt x="12" y="81"/>
                    </a:lnTo>
                    <a:cubicBezTo>
                      <a:pt x="9" y="81"/>
                      <a:pt x="6" y="79"/>
                      <a:pt x="4" y="77"/>
                    </a:cubicBezTo>
                    <a:cubicBezTo>
                      <a:pt x="0" y="73"/>
                      <a:pt x="0" y="66"/>
                      <a:pt x="4" y="61"/>
                    </a:cubicBezTo>
                    <a:cubicBezTo>
                      <a:pt x="21" y="45"/>
                      <a:pt x="37" y="27"/>
                      <a:pt x="53" y="6"/>
                    </a:cubicBezTo>
                    <a:cubicBezTo>
                      <a:pt x="57" y="1"/>
                      <a:pt x="64" y="0"/>
                      <a:pt x="69" y="4"/>
                    </a:cubicBezTo>
                    <a:cubicBezTo>
                      <a:pt x="74" y="8"/>
                      <a:pt x="75" y="15"/>
                      <a:pt x="71" y="20"/>
                    </a:cubicBezTo>
                    <a:cubicBezTo>
                      <a:pt x="54" y="42"/>
                      <a:pt x="37" y="60"/>
                      <a:pt x="20" y="77"/>
                    </a:cubicBezTo>
                    <a:cubicBezTo>
                      <a:pt x="18" y="80"/>
                      <a:pt x="15" y="81"/>
                      <a:pt x="12" y="8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2" name="Freeform 37">
                <a:extLst>
                  <a:ext uri="{FF2B5EF4-FFF2-40B4-BE49-F238E27FC236}">
                    <a16:creationId xmlns:a16="http://schemas.microsoft.com/office/drawing/2014/main" id="{E528D528-15AC-0DB7-7DE8-6748E6171049}"/>
                  </a:ext>
                </a:extLst>
              </p:cNvPr>
              <p:cNvSpPr>
                <a:spLocks/>
              </p:cNvSpPr>
              <p:nvPr/>
            </p:nvSpPr>
            <p:spPr bwMode="auto">
              <a:xfrm>
                <a:off x="3123" y="2202"/>
                <a:ext cx="24" cy="169"/>
              </a:xfrm>
              <a:custGeom>
                <a:avLst/>
                <a:gdLst>
                  <a:gd name="T0" fmla="*/ 13 w 57"/>
                  <a:gd name="T1" fmla="*/ 389 h 389"/>
                  <a:gd name="T2" fmla="*/ 13 w 57"/>
                  <a:gd name="T3" fmla="*/ 389 h 389"/>
                  <a:gd name="T4" fmla="*/ 9 w 57"/>
                  <a:gd name="T5" fmla="*/ 388 h 389"/>
                  <a:gd name="T6" fmla="*/ 2 w 57"/>
                  <a:gd name="T7" fmla="*/ 374 h 389"/>
                  <a:gd name="T8" fmla="*/ 26 w 57"/>
                  <a:gd name="T9" fmla="*/ 290 h 389"/>
                  <a:gd name="T10" fmla="*/ 33 w 57"/>
                  <a:gd name="T11" fmla="*/ 224 h 389"/>
                  <a:gd name="T12" fmla="*/ 34 w 57"/>
                  <a:gd name="T13" fmla="*/ 165 h 389"/>
                  <a:gd name="T14" fmla="*/ 26 w 57"/>
                  <a:gd name="T15" fmla="*/ 102 h 389"/>
                  <a:gd name="T16" fmla="*/ 5 w 57"/>
                  <a:gd name="T17" fmla="*/ 16 h 389"/>
                  <a:gd name="T18" fmla="*/ 12 w 57"/>
                  <a:gd name="T19" fmla="*/ 2 h 389"/>
                  <a:gd name="T20" fmla="*/ 26 w 57"/>
                  <a:gd name="T21" fmla="*/ 9 h 389"/>
                  <a:gd name="T22" fmla="*/ 49 w 57"/>
                  <a:gd name="T23" fmla="*/ 98 h 389"/>
                  <a:gd name="T24" fmla="*/ 56 w 57"/>
                  <a:gd name="T25" fmla="*/ 164 h 389"/>
                  <a:gd name="T26" fmla="*/ 56 w 57"/>
                  <a:gd name="T27" fmla="*/ 225 h 389"/>
                  <a:gd name="T28" fmla="*/ 48 w 57"/>
                  <a:gd name="T29" fmla="*/ 294 h 389"/>
                  <a:gd name="T30" fmla="*/ 24 w 57"/>
                  <a:gd name="T31" fmla="*/ 381 h 389"/>
                  <a:gd name="T32" fmla="*/ 13 w 57"/>
                  <a:gd name="T33" fmla="*/ 38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389">
                    <a:moveTo>
                      <a:pt x="13" y="389"/>
                    </a:moveTo>
                    <a:lnTo>
                      <a:pt x="13" y="389"/>
                    </a:lnTo>
                    <a:cubicBezTo>
                      <a:pt x="12" y="389"/>
                      <a:pt x="11" y="389"/>
                      <a:pt x="9" y="388"/>
                    </a:cubicBezTo>
                    <a:cubicBezTo>
                      <a:pt x="3" y="386"/>
                      <a:pt x="0" y="380"/>
                      <a:pt x="2" y="374"/>
                    </a:cubicBezTo>
                    <a:cubicBezTo>
                      <a:pt x="14" y="341"/>
                      <a:pt x="21" y="315"/>
                      <a:pt x="26" y="290"/>
                    </a:cubicBezTo>
                    <a:cubicBezTo>
                      <a:pt x="29" y="270"/>
                      <a:pt x="32" y="248"/>
                      <a:pt x="33" y="224"/>
                    </a:cubicBezTo>
                    <a:cubicBezTo>
                      <a:pt x="34" y="202"/>
                      <a:pt x="35" y="183"/>
                      <a:pt x="34" y="165"/>
                    </a:cubicBezTo>
                    <a:cubicBezTo>
                      <a:pt x="33" y="145"/>
                      <a:pt x="30" y="124"/>
                      <a:pt x="26" y="102"/>
                    </a:cubicBezTo>
                    <a:cubicBezTo>
                      <a:pt x="22" y="73"/>
                      <a:pt x="14" y="44"/>
                      <a:pt x="5" y="16"/>
                    </a:cubicBezTo>
                    <a:cubicBezTo>
                      <a:pt x="3" y="10"/>
                      <a:pt x="6" y="4"/>
                      <a:pt x="12" y="2"/>
                    </a:cubicBezTo>
                    <a:cubicBezTo>
                      <a:pt x="18" y="0"/>
                      <a:pt x="24" y="3"/>
                      <a:pt x="26" y="9"/>
                    </a:cubicBezTo>
                    <a:cubicBezTo>
                      <a:pt x="36" y="38"/>
                      <a:pt x="44" y="68"/>
                      <a:pt x="49" y="98"/>
                    </a:cubicBezTo>
                    <a:cubicBezTo>
                      <a:pt x="53" y="121"/>
                      <a:pt x="55" y="143"/>
                      <a:pt x="56" y="164"/>
                    </a:cubicBezTo>
                    <a:cubicBezTo>
                      <a:pt x="57" y="183"/>
                      <a:pt x="57" y="203"/>
                      <a:pt x="56" y="225"/>
                    </a:cubicBezTo>
                    <a:cubicBezTo>
                      <a:pt x="54" y="251"/>
                      <a:pt x="52" y="273"/>
                      <a:pt x="48" y="294"/>
                    </a:cubicBezTo>
                    <a:cubicBezTo>
                      <a:pt x="43" y="320"/>
                      <a:pt x="36" y="347"/>
                      <a:pt x="24" y="381"/>
                    </a:cubicBezTo>
                    <a:cubicBezTo>
                      <a:pt x="22" y="386"/>
                      <a:pt x="18" y="389"/>
                      <a:pt x="13" y="389"/>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3" name="Freeform 38">
                <a:extLst>
                  <a:ext uri="{FF2B5EF4-FFF2-40B4-BE49-F238E27FC236}">
                    <a16:creationId xmlns:a16="http://schemas.microsoft.com/office/drawing/2014/main" id="{87CC63F7-76E4-1C4E-00A0-674DFE5EBE0E}"/>
                  </a:ext>
                </a:extLst>
              </p:cNvPr>
              <p:cNvSpPr>
                <a:spLocks/>
              </p:cNvSpPr>
              <p:nvPr/>
            </p:nvSpPr>
            <p:spPr bwMode="auto">
              <a:xfrm>
                <a:off x="3048" y="2088"/>
                <a:ext cx="38" cy="38"/>
              </a:xfrm>
              <a:custGeom>
                <a:avLst/>
                <a:gdLst>
                  <a:gd name="T0" fmla="*/ 75 w 88"/>
                  <a:gd name="T1" fmla="*/ 88 h 88"/>
                  <a:gd name="T2" fmla="*/ 75 w 88"/>
                  <a:gd name="T3" fmla="*/ 88 h 88"/>
                  <a:gd name="T4" fmla="*/ 67 w 88"/>
                  <a:gd name="T5" fmla="*/ 84 h 88"/>
                  <a:gd name="T6" fmla="*/ 5 w 88"/>
                  <a:gd name="T7" fmla="*/ 21 h 88"/>
                  <a:gd name="T8" fmla="*/ 4 w 88"/>
                  <a:gd name="T9" fmla="*/ 5 h 88"/>
                  <a:gd name="T10" fmla="*/ 20 w 88"/>
                  <a:gd name="T11" fmla="*/ 4 h 88"/>
                  <a:gd name="T12" fmla="*/ 84 w 88"/>
                  <a:gd name="T13" fmla="*/ 70 h 88"/>
                  <a:gd name="T14" fmla="*/ 83 w 88"/>
                  <a:gd name="T15" fmla="*/ 86 h 88"/>
                  <a:gd name="T16" fmla="*/ 75 w 88"/>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8">
                    <a:moveTo>
                      <a:pt x="75" y="88"/>
                    </a:moveTo>
                    <a:lnTo>
                      <a:pt x="75" y="88"/>
                    </a:lnTo>
                    <a:cubicBezTo>
                      <a:pt x="72" y="88"/>
                      <a:pt x="69" y="87"/>
                      <a:pt x="67" y="84"/>
                    </a:cubicBezTo>
                    <a:cubicBezTo>
                      <a:pt x="46" y="60"/>
                      <a:pt x="26" y="39"/>
                      <a:pt x="5" y="21"/>
                    </a:cubicBezTo>
                    <a:cubicBezTo>
                      <a:pt x="1" y="17"/>
                      <a:pt x="0" y="10"/>
                      <a:pt x="4" y="5"/>
                    </a:cubicBezTo>
                    <a:cubicBezTo>
                      <a:pt x="8" y="1"/>
                      <a:pt x="16" y="0"/>
                      <a:pt x="20" y="4"/>
                    </a:cubicBezTo>
                    <a:cubicBezTo>
                      <a:pt x="42" y="23"/>
                      <a:pt x="63" y="44"/>
                      <a:pt x="84" y="70"/>
                    </a:cubicBezTo>
                    <a:cubicBezTo>
                      <a:pt x="88" y="75"/>
                      <a:pt x="88" y="82"/>
                      <a:pt x="83" y="86"/>
                    </a:cubicBezTo>
                    <a:cubicBezTo>
                      <a:pt x="81" y="88"/>
                      <a:pt x="78" y="88"/>
                      <a:pt x="75" y="8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4" name="Freeform 39">
                <a:extLst>
                  <a:ext uri="{FF2B5EF4-FFF2-40B4-BE49-F238E27FC236}">
                    <a16:creationId xmlns:a16="http://schemas.microsoft.com/office/drawing/2014/main" id="{DBE18EF1-1EE6-6008-D4C2-7EF1A7827507}"/>
                  </a:ext>
                </a:extLst>
              </p:cNvPr>
              <p:cNvSpPr>
                <a:spLocks/>
              </p:cNvSpPr>
              <p:nvPr/>
            </p:nvSpPr>
            <p:spPr bwMode="auto">
              <a:xfrm>
                <a:off x="2868" y="2028"/>
                <a:ext cx="133" cy="33"/>
              </a:xfrm>
              <a:custGeom>
                <a:avLst/>
                <a:gdLst>
                  <a:gd name="T0" fmla="*/ 293 w 306"/>
                  <a:gd name="T1" fmla="*/ 75 h 75"/>
                  <a:gd name="T2" fmla="*/ 293 w 306"/>
                  <a:gd name="T3" fmla="*/ 75 h 75"/>
                  <a:gd name="T4" fmla="*/ 288 w 306"/>
                  <a:gd name="T5" fmla="*/ 74 h 75"/>
                  <a:gd name="T6" fmla="*/ 246 w 306"/>
                  <a:gd name="T7" fmla="*/ 57 h 75"/>
                  <a:gd name="T8" fmla="*/ 186 w 306"/>
                  <a:gd name="T9" fmla="*/ 39 h 75"/>
                  <a:gd name="T10" fmla="*/ 97 w 306"/>
                  <a:gd name="T11" fmla="*/ 26 h 75"/>
                  <a:gd name="T12" fmla="*/ 12 w 306"/>
                  <a:gd name="T13" fmla="*/ 24 h 75"/>
                  <a:gd name="T14" fmla="*/ 0 w 306"/>
                  <a:gd name="T15" fmla="*/ 13 h 75"/>
                  <a:gd name="T16" fmla="*/ 11 w 306"/>
                  <a:gd name="T17" fmla="*/ 1 h 75"/>
                  <a:gd name="T18" fmla="*/ 99 w 306"/>
                  <a:gd name="T19" fmla="*/ 3 h 75"/>
                  <a:gd name="T20" fmla="*/ 191 w 306"/>
                  <a:gd name="T21" fmla="*/ 17 h 75"/>
                  <a:gd name="T22" fmla="*/ 253 w 306"/>
                  <a:gd name="T23" fmla="*/ 35 h 75"/>
                  <a:gd name="T24" fmla="*/ 298 w 306"/>
                  <a:gd name="T25" fmla="*/ 54 h 75"/>
                  <a:gd name="T26" fmla="*/ 303 w 306"/>
                  <a:gd name="T27" fmla="*/ 69 h 75"/>
                  <a:gd name="T28" fmla="*/ 293 w 306"/>
                  <a:gd name="T29"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6" h="75">
                    <a:moveTo>
                      <a:pt x="293" y="75"/>
                    </a:moveTo>
                    <a:lnTo>
                      <a:pt x="293" y="75"/>
                    </a:lnTo>
                    <a:cubicBezTo>
                      <a:pt x="292" y="75"/>
                      <a:pt x="290" y="75"/>
                      <a:pt x="288" y="74"/>
                    </a:cubicBezTo>
                    <a:cubicBezTo>
                      <a:pt x="275" y="68"/>
                      <a:pt x="261" y="62"/>
                      <a:pt x="246" y="57"/>
                    </a:cubicBezTo>
                    <a:cubicBezTo>
                      <a:pt x="228" y="50"/>
                      <a:pt x="208" y="44"/>
                      <a:pt x="186" y="39"/>
                    </a:cubicBezTo>
                    <a:cubicBezTo>
                      <a:pt x="159" y="33"/>
                      <a:pt x="130" y="29"/>
                      <a:pt x="97" y="26"/>
                    </a:cubicBezTo>
                    <a:cubicBezTo>
                      <a:pt x="64" y="23"/>
                      <a:pt x="37" y="22"/>
                      <a:pt x="12" y="24"/>
                    </a:cubicBezTo>
                    <a:cubicBezTo>
                      <a:pt x="6" y="24"/>
                      <a:pt x="1" y="19"/>
                      <a:pt x="0" y="13"/>
                    </a:cubicBezTo>
                    <a:cubicBezTo>
                      <a:pt x="0" y="7"/>
                      <a:pt x="5" y="1"/>
                      <a:pt x="11" y="1"/>
                    </a:cubicBezTo>
                    <a:cubicBezTo>
                      <a:pt x="37" y="0"/>
                      <a:pt x="65" y="0"/>
                      <a:pt x="99" y="3"/>
                    </a:cubicBezTo>
                    <a:cubicBezTo>
                      <a:pt x="133" y="6"/>
                      <a:pt x="163" y="11"/>
                      <a:pt x="191" y="17"/>
                    </a:cubicBezTo>
                    <a:cubicBezTo>
                      <a:pt x="214" y="23"/>
                      <a:pt x="234" y="29"/>
                      <a:pt x="253" y="35"/>
                    </a:cubicBezTo>
                    <a:cubicBezTo>
                      <a:pt x="269" y="41"/>
                      <a:pt x="284" y="47"/>
                      <a:pt x="298" y="54"/>
                    </a:cubicBezTo>
                    <a:cubicBezTo>
                      <a:pt x="304" y="57"/>
                      <a:pt x="306" y="63"/>
                      <a:pt x="303" y="69"/>
                    </a:cubicBezTo>
                    <a:cubicBezTo>
                      <a:pt x="302" y="73"/>
                      <a:pt x="297" y="75"/>
                      <a:pt x="293" y="75"/>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5" name="Freeform 40">
                <a:extLst>
                  <a:ext uri="{FF2B5EF4-FFF2-40B4-BE49-F238E27FC236}">
                    <a16:creationId xmlns:a16="http://schemas.microsoft.com/office/drawing/2014/main" id="{1613D300-4E70-E4AD-D23F-8F137BC30AB5}"/>
                  </a:ext>
                </a:extLst>
              </p:cNvPr>
              <p:cNvSpPr>
                <a:spLocks/>
              </p:cNvSpPr>
              <p:nvPr/>
            </p:nvSpPr>
            <p:spPr bwMode="auto">
              <a:xfrm>
                <a:off x="2575" y="2125"/>
                <a:ext cx="51" cy="149"/>
              </a:xfrm>
              <a:custGeom>
                <a:avLst/>
                <a:gdLst>
                  <a:gd name="T0" fmla="*/ 12 w 119"/>
                  <a:gd name="T1" fmla="*/ 344 h 344"/>
                  <a:gd name="T2" fmla="*/ 12 w 119"/>
                  <a:gd name="T3" fmla="*/ 344 h 344"/>
                  <a:gd name="T4" fmla="*/ 11 w 119"/>
                  <a:gd name="T5" fmla="*/ 344 h 344"/>
                  <a:gd name="T6" fmla="*/ 1 w 119"/>
                  <a:gd name="T7" fmla="*/ 332 h 344"/>
                  <a:gd name="T8" fmla="*/ 12 w 119"/>
                  <a:gd name="T9" fmla="*/ 235 h 344"/>
                  <a:gd name="T10" fmla="*/ 43 w 119"/>
                  <a:gd name="T11" fmla="*/ 128 h 344"/>
                  <a:gd name="T12" fmla="*/ 97 w 119"/>
                  <a:gd name="T13" fmla="*/ 7 h 344"/>
                  <a:gd name="T14" fmla="*/ 112 w 119"/>
                  <a:gd name="T15" fmla="*/ 3 h 344"/>
                  <a:gd name="T16" fmla="*/ 116 w 119"/>
                  <a:gd name="T17" fmla="*/ 19 h 344"/>
                  <a:gd name="T18" fmla="*/ 65 w 119"/>
                  <a:gd name="T19" fmla="*/ 136 h 344"/>
                  <a:gd name="T20" fmla="*/ 34 w 119"/>
                  <a:gd name="T21" fmla="*/ 239 h 344"/>
                  <a:gd name="T22" fmla="*/ 23 w 119"/>
                  <a:gd name="T23" fmla="*/ 334 h 344"/>
                  <a:gd name="T24" fmla="*/ 12 w 119"/>
                  <a:gd name="T25"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 h="344">
                    <a:moveTo>
                      <a:pt x="12" y="344"/>
                    </a:moveTo>
                    <a:lnTo>
                      <a:pt x="12" y="344"/>
                    </a:lnTo>
                    <a:cubicBezTo>
                      <a:pt x="12" y="344"/>
                      <a:pt x="12" y="344"/>
                      <a:pt x="11" y="344"/>
                    </a:cubicBezTo>
                    <a:cubicBezTo>
                      <a:pt x="5" y="344"/>
                      <a:pt x="0" y="339"/>
                      <a:pt x="1" y="332"/>
                    </a:cubicBezTo>
                    <a:cubicBezTo>
                      <a:pt x="3" y="293"/>
                      <a:pt x="6" y="263"/>
                      <a:pt x="12" y="235"/>
                    </a:cubicBezTo>
                    <a:cubicBezTo>
                      <a:pt x="19" y="197"/>
                      <a:pt x="31" y="161"/>
                      <a:pt x="43" y="128"/>
                    </a:cubicBezTo>
                    <a:cubicBezTo>
                      <a:pt x="58" y="88"/>
                      <a:pt x="74" y="46"/>
                      <a:pt x="97" y="7"/>
                    </a:cubicBezTo>
                    <a:cubicBezTo>
                      <a:pt x="100" y="2"/>
                      <a:pt x="107" y="0"/>
                      <a:pt x="112" y="3"/>
                    </a:cubicBezTo>
                    <a:cubicBezTo>
                      <a:pt x="117" y="6"/>
                      <a:pt x="119" y="13"/>
                      <a:pt x="116" y="19"/>
                    </a:cubicBezTo>
                    <a:cubicBezTo>
                      <a:pt x="95" y="56"/>
                      <a:pt x="79" y="97"/>
                      <a:pt x="65" y="136"/>
                    </a:cubicBezTo>
                    <a:cubicBezTo>
                      <a:pt x="53" y="168"/>
                      <a:pt x="41" y="203"/>
                      <a:pt x="34" y="239"/>
                    </a:cubicBezTo>
                    <a:cubicBezTo>
                      <a:pt x="29" y="266"/>
                      <a:pt x="26" y="295"/>
                      <a:pt x="23" y="334"/>
                    </a:cubicBezTo>
                    <a:cubicBezTo>
                      <a:pt x="23" y="340"/>
                      <a:pt x="18" y="344"/>
                      <a:pt x="12" y="344"/>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6" name="Freeform 41">
                <a:extLst>
                  <a:ext uri="{FF2B5EF4-FFF2-40B4-BE49-F238E27FC236}">
                    <a16:creationId xmlns:a16="http://schemas.microsoft.com/office/drawing/2014/main" id="{204F4794-8EE1-2480-995C-D9FF1B977BB8}"/>
                  </a:ext>
                </a:extLst>
              </p:cNvPr>
              <p:cNvSpPr>
                <a:spLocks/>
              </p:cNvSpPr>
              <p:nvPr/>
            </p:nvSpPr>
            <p:spPr bwMode="auto">
              <a:xfrm>
                <a:off x="2579" y="2336"/>
                <a:ext cx="18" cy="43"/>
              </a:xfrm>
              <a:custGeom>
                <a:avLst/>
                <a:gdLst>
                  <a:gd name="T0" fmla="*/ 29 w 42"/>
                  <a:gd name="T1" fmla="*/ 99 h 99"/>
                  <a:gd name="T2" fmla="*/ 29 w 42"/>
                  <a:gd name="T3" fmla="*/ 99 h 99"/>
                  <a:gd name="T4" fmla="*/ 18 w 42"/>
                  <a:gd name="T5" fmla="*/ 91 h 99"/>
                  <a:gd name="T6" fmla="*/ 1 w 42"/>
                  <a:gd name="T7" fmla="*/ 14 h 99"/>
                  <a:gd name="T8" fmla="*/ 10 w 42"/>
                  <a:gd name="T9" fmla="*/ 1 h 99"/>
                  <a:gd name="T10" fmla="*/ 24 w 42"/>
                  <a:gd name="T11" fmla="*/ 10 h 99"/>
                  <a:gd name="T12" fmla="*/ 40 w 42"/>
                  <a:gd name="T13" fmla="*/ 84 h 99"/>
                  <a:gd name="T14" fmla="*/ 33 w 42"/>
                  <a:gd name="T15" fmla="*/ 98 h 99"/>
                  <a:gd name="T16" fmla="*/ 29 w 42"/>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99">
                    <a:moveTo>
                      <a:pt x="29" y="99"/>
                    </a:moveTo>
                    <a:lnTo>
                      <a:pt x="29" y="99"/>
                    </a:lnTo>
                    <a:cubicBezTo>
                      <a:pt x="24" y="99"/>
                      <a:pt x="20" y="96"/>
                      <a:pt x="18" y="91"/>
                    </a:cubicBezTo>
                    <a:cubicBezTo>
                      <a:pt x="11" y="64"/>
                      <a:pt x="5" y="37"/>
                      <a:pt x="1" y="14"/>
                    </a:cubicBezTo>
                    <a:cubicBezTo>
                      <a:pt x="0" y="8"/>
                      <a:pt x="4" y="2"/>
                      <a:pt x="10" y="1"/>
                    </a:cubicBezTo>
                    <a:cubicBezTo>
                      <a:pt x="17" y="0"/>
                      <a:pt x="22" y="4"/>
                      <a:pt x="24" y="10"/>
                    </a:cubicBezTo>
                    <a:cubicBezTo>
                      <a:pt x="28" y="33"/>
                      <a:pt x="33" y="59"/>
                      <a:pt x="40" y="84"/>
                    </a:cubicBezTo>
                    <a:cubicBezTo>
                      <a:pt x="42" y="90"/>
                      <a:pt x="39" y="97"/>
                      <a:pt x="33" y="98"/>
                    </a:cubicBezTo>
                    <a:cubicBezTo>
                      <a:pt x="31" y="99"/>
                      <a:pt x="30" y="99"/>
                      <a:pt x="29" y="99"/>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7" name="Freeform 42">
                <a:extLst>
                  <a:ext uri="{FF2B5EF4-FFF2-40B4-BE49-F238E27FC236}">
                    <a16:creationId xmlns:a16="http://schemas.microsoft.com/office/drawing/2014/main" id="{63553921-3973-1780-4993-5FF1CFC2AFFA}"/>
                  </a:ext>
                </a:extLst>
              </p:cNvPr>
              <p:cNvSpPr>
                <a:spLocks/>
              </p:cNvSpPr>
              <p:nvPr/>
            </p:nvSpPr>
            <p:spPr bwMode="auto">
              <a:xfrm>
                <a:off x="2667" y="2502"/>
                <a:ext cx="42" cy="37"/>
              </a:xfrm>
              <a:custGeom>
                <a:avLst/>
                <a:gdLst>
                  <a:gd name="T0" fmla="*/ 85 w 97"/>
                  <a:gd name="T1" fmla="*/ 86 h 86"/>
                  <a:gd name="T2" fmla="*/ 85 w 97"/>
                  <a:gd name="T3" fmla="*/ 86 h 86"/>
                  <a:gd name="T4" fmla="*/ 78 w 97"/>
                  <a:gd name="T5" fmla="*/ 83 h 86"/>
                  <a:gd name="T6" fmla="*/ 4 w 97"/>
                  <a:gd name="T7" fmla="*/ 20 h 86"/>
                  <a:gd name="T8" fmla="*/ 4 w 97"/>
                  <a:gd name="T9" fmla="*/ 4 h 86"/>
                  <a:gd name="T10" fmla="*/ 20 w 97"/>
                  <a:gd name="T11" fmla="*/ 4 h 86"/>
                  <a:gd name="T12" fmla="*/ 91 w 97"/>
                  <a:gd name="T13" fmla="*/ 65 h 86"/>
                  <a:gd name="T14" fmla="*/ 94 w 97"/>
                  <a:gd name="T15" fmla="*/ 81 h 86"/>
                  <a:gd name="T16" fmla="*/ 85 w 97"/>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86">
                    <a:moveTo>
                      <a:pt x="85" y="86"/>
                    </a:moveTo>
                    <a:lnTo>
                      <a:pt x="85" y="86"/>
                    </a:lnTo>
                    <a:cubicBezTo>
                      <a:pt x="82" y="86"/>
                      <a:pt x="80" y="85"/>
                      <a:pt x="78" y="83"/>
                    </a:cubicBezTo>
                    <a:cubicBezTo>
                      <a:pt x="52" y="64"/>
                      <a:pt x="27" y="43"/>
                      <a:pt x="4" y="20"/>
                    </a:cubicBezTo>
                    <a:cubicBezTo>
                      <a:pt x="0" y="16"/>
                      <a:pt x="0" y="9"/>
                      <a:pt x="4" y="4"/>
                    </a:cubicBezTo>
                    <a:cubicBezTo>
                      <a:pt x="8" y="0"/>
                      <a:pt x="15" y="0"/>
                      <a:pt x="20" y="4"/>
                    </a:cubicBezTo>
                    <a:cubicBezTo>
                      <a:pt x="42" y="26"/>
                      <a:pt x="66" y="46"/>
                      <a:pt x="91" y="65"/>
                    </a:cubicBezTo>
                    <a:cubicBezTo>
                      <a:pt x="96" y="69"/>
                      <a:pt x="97" y="76"/>
                      <a:pt x="94" y="81"/>
                    </a:cubicBezTo>
                    <a:cubicBezTo>
                      <a:pt x="91" y="84"/>
                      <a:pt x="88" y="86"/>
                      <a:pt x="85" y="86"/>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8" name="Freeform 43">
                <a:extLst>
                  <a:ext uri="{FF2B5EF4-FFF2-40B4-BE49-F238E27FC236}">
                    <a16:creationId xmlns:a16="http://schemas.microsoft.com/office/drawing/2014/main" id="{EBFBF7AA-4B1F-2489-021C-4EBEEF1537AE}"/>
                  </a:ext>
                </a:extLst>
              </p:cNvPr>
              <p:cNvSpPr>
                <a:spLocks/>
              </p:cNvSpPr>
              <p:nvPr/>
            </p:nvSpPr>
            <p:spPr bwMode="auto">
              <a:xfrm>
                <a:off x="2772" y="2570"/>
                <a:ext cx="110" cy="31"/>
              </a:xfrm>
              <a:custGeom>
                <a:avLst/>
                <a:gdLst>
                  <a:gd name="T0" fmla="*/ 242 w 253"/>
                  <a:gd name="T1" fmla="*/ 72 h 72"/>
                  <a:gd name="T2" fmla="*/ 242 w 253"/>
                  <a:gd name="T3" fmla="*/ 72 h 72"/>
                  <a:gd name="T4" fmla="*/ 241 w 253"/>
                  <a:gd name="T5" fmla="*/ 72 h 72"/>
                  <a:gd name="T6" fmla="*/ 157 w 253"/>
                  <a:gd name="T7" fmla="*/ 63 h 72"/>
                  <a:gd name="T8" fmla="*/ 79 w 253"/>
                  <a:gd name="T9" fmla="*/ 47 h 72"/>
                  <a:gd name="T10" fmla="*/ 8 w 253"/>
                  <a:gd name="T11" fmla="*/ 23 h 72"/>
                  <a:gd name="T12" fmla="*/ 2 w 253"/>
                  <a:gd name="T13" fmla="*/ 8 h 72"/>
                  <a:gd name="T14" fmla="*/ 17 w 253"/>
                  <a:gd name="T15" fmla="*/ 2 h 72"/>
                  <a:gd name="T16" fmla="*/ 85 w 253"/>
                  <a:gd name="T17" fmla="*/ 25 h 72"/>
                  <a:gd name="T18" fmla="*/ 160 w 253"/>
                  <a:gd name="T19" fmla="*/ 41 h 72"/>
                  <a:gd name="T20" fmla="*/ 242 w 253"/>
                  <a:gd name="T21" fmla="*/ 49 h 72"/>
                  <a:gd name="T22" fmla="*/ 253 w 253"/>
                  <a:gd name="T23" fmla="*/ 61 h 72"/>
                  <a:gd name="T24" fmla="*/ 242 w 253"/>
                  <a:gd name="T2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3" h="72">
                    <a:moveTo>
                      <a:pt x="242" y="72"/>
                    </a:moveTo>
                    <a:lnTo>
                      <a:pt x="242" y="72"/>
                    </a:lnTo>
                    <a:cubicBezTo>
                      <a:pt x="241" y="72"/>
                      <a:pt x="241" y="72"/>
                      <a:pt x="241" y="72"/>
                    </a:cubicBezTo>
                    <a:cubicBezTo>
                      <a:pt x="214" y="71"/>
                      <a:pt x="186" y="68"/>
                      <a:pt x="157" y="63"/>
                    </a:cubicBezTo>
                    <a:cubicBezTo>
                      <a:pt x="128" y="59"/>
                      <a:pt x="103" y="54"/>
                      <a:pt x="79" y="47"/>
                    </a:cubicBezTo>
                    <a:cubicBezTo>
                      <a:pt x="56" y="41"/>
                      <a:pt x="33" y="33"/>
                      <a:pt x="8" y="23"/>
                    </a:cubicBezTo>
                    <a:cubicBezTo>
                      <a:pt x="3" y="21"/>
                      <a:pt x="0" y="14"/>
                      <a:pt x="2" y="8"/>
                    </a:cubicBezTo>
                    <a:cubicBezTo>
                      <a:pt x="4" y="3"/>
                      <a:pt x="11" y="0"/>
                      <a:pt x="17" y="2"/>
                    </a:cubicBezTo>
                    <a:cubicBezTo>
                      <a:pt x="41" y="12"/>
                      <a:pt x="63" y="19"/>
                      <a:pt x="85" y="25"/>
                    </a:cubicBezTo>
                    <a:cubicBezTo>
                      <a:pt x="108" y="31"/>
                      <a:pt x="133" y="37"/>
                      <a:pt x="160" y="41"/>
                    </a:cubicBezTo>
                    <a:cubicBezTo>
                      <a:pt x="188" y="45"/>
                      <a:pt x="216" y="48"/>
                      <a:pt x="242" y="49"/>
                    </a:cubicBezTo>
                    <a:cubicBezTo>
                      <a:pt x="248" y="49"/>
                      <a:pt x="253" y="55"/>
                      <a:pt x="253" y="61"/>
                    </a:cubicBezTo>
                    <a:cubicBezTo>
                      <a:pt x="253" y="67"/>
                      <a:pt x="248" y="72"/>
                      <a:pt x="242" y="72"/>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9" name="Freeform 44">
                <a:extLst>
                  <a:ext uri="{FF2B5EF4-FFF2-40B4-BE49-F238E27FC236}">
                    <a16:creationId xmlns:a16="http://schemas.microsoft.com/office/drawing/2014/main" id="{D3C68526-D85D-6641-85A6-0E8BA45995F7}"/>
                  </a:ext>
                </a:extLst>
              </p:cNvPr>
              <p:cNvSpPr>
                <a:spLocks/>
              </p:cNvSpPr>
              <p:nvPr/>
            </p:nvSpPr>
            <p:spPr bwMode="auto">
              <a:xfrm>
                <a:off x="2940" y="2525"/>
                <a:ext cx="145" cy="71"/>
              </a:xfrm>
              <a:custGeom>
                <a:avLst/>
                <a:gdLst>
                  <a:gd name="T0" fmla="*/ 12 w 334"/>
                  <a:gd name="T1" fmla="*/ 163 h 163"/>
                  <a:gd name="T2" fmla="*/ 12 w 334"/>
                  <a:gd name="T3" fmla="*/ 163 h 163"/>
                  <a:gd name="T4" fmla="*/ 1 w 334"/>
                  <a:gd name="T5" fmla="*/ 154 h 163"/>
                  <a:gd name="T6" fmla="*/ 10 w 334"/>
                  <a:gd name="T7" fmla="*/ 141 h 163"/>
                  <a:gd name="T8" fmla="*/ 78 w 334"/>
                  <a:gd name="T9" fmla="*/ 125 h 163"/>
                  <a:gd name="T10" fmla="*/ 148 w 334"/>
                  <a:gd name="T11" fmla="*/ 101 h 163"/>
                  <a:gd name="T12" fmla="*/ 227 w 334"/>
                  <a:gd name="T13" fmla="*/ 62 h 163"/>
                  <a:gd name="T14" fmla="*/ 314 w 334"/>
                  <a:gd name="T15" fmla="*/ 4 h 163"/>
                  <a:gd name="T16" fmla="*/ 330 w 334"/>
                  <a:gd name="T17" fmla="*/ 6 h 163"/>
                  <a:gd name="T18" fmla="*/ 328 w 334"/>
                  <a:gd name="T19" fmla="*/ 22 h 163"/>
                  <a:gd name="T20" fmla="*/ 238 w 334"/>
                  <a:gd name="T21" fmla="*/ 82 h 163"/>
                  <a:gd name="T22" fmla="*/ 157 w 334"/>
                  <a:gd name="T23" fmla="*/ 122 h 163"/>
                  <a:gd name="T24" fmla="*/ 84 w 334"/>
                  <a:gd name="T25" fmla="*/ 147 h 163"/>
                  <a:gd name="T26" fmla="*/ 14 w 334"/>
                  <a:gd name="T27" fmla="*/ 163 h 163"/>
                  <a:gd name="T28" fmla="*/ 12 w 334"/>
                  <a:gd name="T2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4" h="163">
                    <a:moveTo>
                      <a:pt x="12" y="163"/>
                    </a:moveTo>
                    <a:lnTo>
                      <a:pt x="12" y="163"/>
                    </a:lnTo>
                    <a:cubicBezTo>
                      <a:pt x="7" y="163"/>
                      <a:pt x="2" y="159"/>
                      <a:pt x="1" y="154"/>
                    </a:cubicBezTo>
                    <a:cubicBezTo>
                      <a:pt x="0" y="148"/>
                      <a:pt x="4" y="142"/>
                      <a:pt x="10" y="141"/>
                    </a:cubicBezTo>
                    <a:cubicBezTo>
                      <a:pt x="32" y="137"/>
                      <a:pt x="55" y="131"/>
                      <a:pt x="78" y="125"/>
                    </a:cubicBezTo>
                    <a:cubicBezTo>
                      <a:pt x="101" y="118"/>
                      <a:pt x="125" y="110"/>
                      <a:pt x="148" y="101"/>
                    </a:cubicBezTo>
                    <a:cubicBezTo>
                      <a:pt x="175" y="90"/>
                      <a:pt x="201" y="77"/>
                      <a:pt x="227" y="62"/>
                    </a:cubicBezTo>
                    <a:cubicBezTo>
                      <a:pt x="255" y="46"/>
                      <a:pt x="284" y="27"/>
                      <a:pt x="314" y="4"/>
                    </a:cubicBezTo>
                    <a:cubicBezTo>
                      <a:pt x="319" y="0"/>
                      <a:pt x="326" y="1"/>
                      <a:pt x="330" y="6"/>
                    </a:cubicBezTo>
                    <a:cubicBezTo>
                      <a:pt x="334" y="11"/>
                      <a:pt x="333" y="18"/>
                      <a:pt x="328" y="22"/>
                    </a:cubicBezTo>
                    <a:cubicBezTo>
                      <a:pt x="297" y="46"/>
                      <a:pt x="267" y="65"/>
                      <a:pt x="238" y="82"/>
                    </a:cubicBezTo>
                    <a:cubicBezTo>
                      <a:pt x="212" y="97"/>
                      <a:pt x="184" y="110"/>
                      <a:pt x="157" y="122"/>
                    </a:cubicBezTo>
                    <a:cubicBezTo>
                      <a:pt x="133" y="131"/>
                      <a:pt x="109" y="140"/>
                      <a:pt x="84" y="147"/>
                    </a:cubicBezTo>
                    <a:cubicBezTo>
                      <a:pt x="61" y="154"/>
                      <a:pt x="37" y="159"/>
                      <a:pt x="14" y="163"/>
                    </a:cubicBezTo>
                    <a:cubicBezTo>
                      <a:pt x="14" y="163"/>
                      <a:pt x="13" y="163"/>
                      <a:pt x="12" y="163"/>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0" name="Freeform 45">
                <a:extLst>
                  <a:ext uri="{FF2B5EF4-FFF2-40B4-BE49-F238E27FC236}">
                    <a16:creationId xmlns:a16="http://schemas.microsoft.com/office/drawing/2014/main" id="{1A90A5F0-611F-B575-9C6A-F08E12851CA3}"/>
                  </a:ext>
                </a:extLst>
              </p:cNvPr>
              <p:cNvSpPr>
                <a:spLocks/>
              </p:cNvSpPr>
              <p:nvPr/>
            </p:nvSpPr>
            <p:spPr bwMode="auto">
              <a:xfrm>
                <a:off x="3131" y="2294"/>
                <a:ext cx="74" cy="184"/>
              </a:xfrm>
              <a:custGeom>
                <a:avLst/>
                <a:gdLst>
                  <a:gd name="T0" fmla="*/ 12 w 169"/>
                  <a:gd name="T1" fmla="*/ 424 h 424"/>
                  <a:gd name="T2" fmla="*/ 12 w 169"/>
                  <a:gd name="T3" fmla="*/ 424 h 424"/>
                  <a:gd name="T4" fmla="*/ 6 w 169"/>
                  <a:gd name="T5" fmla="*/ 421 h 424"/>
                  <a:gd name="T6" fmla="*/ 3 w 169"/>
                  <a:gd name="T7" fmla="*/ 405 h 424"/>
                  <a:gd name="T8" fmla="*/ 63 w 169"/>
                  <a:gd name="T9" fmla="*/ 311 h 424"/>
                  <a:gd name="T10" fmla="*/ 113 w 169"/>
                  <a:gd name="T11" fmla="*/ 190 h 424"/>
                  <a:gd name="T12" fmla="*/ 138 w 169"/>
                  <a:gd name="T13" fmla="*/ 92 h 424"/>
                  <a:gd name="T14" fmla="*/ 146 w 169"/>
                  <a:gd name="T15" fmla="*/ 11 h 424"/>
                  <a:gd name="T16" fmla="*/ 158 w 169"/>
                  <a:gd name="T17" fmla="*/ 0 h 424"/>
                  <a:gd name="T18" fmla="*/ 169 w 169"/>
                  <a:gd name="T19" fmla="*/ 12 h 424"/>
                  <a:gd name="T20" fmla="*/ 160 w 169"/>
                  <a:gd name="T21" fmla="*/ 96 h 424"/>
                  <a:gd name="T22" fmla="*/ 134 w 169"/>
                  <a:gd name="T23" fmla="*/ 197 h 424"/>
                  <a:gd name="T24" fmla="*/ 83 w 169"/>
                  <a:gd name="T25" fmla="*/ 322 h 424"/>
                  <a:gd name="T26" fmla="*/ 21 w 169"/>
                  <a:gd name="T27" fmla="*/ 419 h 424"/>
                  <a:gd name="T28" fmla="*/ 12 w 169"/>
                  <a:gd name="T29"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424">
                    <a:moveTo>
                      <a:pt x="12" y="424"/>
                    </a:moveTo>
                    <a:lnTo>
                      <a:pt x="12" y="424"/>
                    </a:lnTo>
                    <a:cubicBezTo>
                      <a:pt x="10" y="424"/>
                      <a:pt x="8" y="423"/>
                      <a:pt x="6" y="421"/>
                    </a:cubicBezTo>
                    <a:cubicBezTo>
                      <a:pt x="1" y="418"/>
                      <a:pt x="0" y="410"/>
                      <a:pt x="3" y="405"/>
                    </a:cubicBezTo>
                    <a:cubicBezTo>
                      <a:pt x="26" y="376"/>
                      <a:pt x="46" y="344"/>
                      <a:pt x="63" y="311"/>
                    </a:cubicBezTo>
                    <a:cubicBezTo>
                      <a:pt x="82" y="276"/>
                      <a:pt x="98" y="236"/>
                      <a:pt x="113" y="190"/>
                    </a:cubicBezTo>
                    <a:cubicBezTo>
                      <a:pt x="121" y="164"/>
                      <a:pt x="132" y="129"/>
                      <a:pt x="138" y="92"/>
                    </a:cubicBezTo>
                    <a:cubicBezTo>
                      <a:pt x="142" y="68"/>
                      <a:pt x="145" y="41"/>
                      <a:pt x="146" y="11"/>
                    </a:cubicBezTo>
                    <a:cubicBezTo>
                      <a:pt x="146" y="5"/>
                      <a:pt x="152" y="0"/>
                      <a:pt x="158" y="0"/>
                    </a:cubicBezTo>
                    <a:cubicBezTo>
                      <a:pt x="164" y="0"/>
                      <a:pt x="169" y="6"/>
                      <a:pt x="169" y="12"/>
                    </a:cubicBezTo>
                    <a:cubicBezTo>
                      <a:pt x="167" y="43"/>
                      <a:pt x="165" y="70"/>
                      <a:pt x="160" y="96"/>
                    </a:cubicBezTo>
                    <a:cubicBezTo>
                      <a:pt x="154" y="134"/>
                      <a:pt x="143" y="170"/>
                      <a:pt x="134" y="197"/>
                    </a:cubicBezTo>
                    <a:cubicBezTo>
                      <a:pt x="119" y="244"/>
                      <a:pt x="102" y="285"/>
                      <a:pt x="83" y="322"/>
                    </a:cubicBezTo>
                    <a:cubicBezTo>
                      <a:pt x="65" y="356"/>
                      <a:pt x="45" y="388"/>
                      <a:pt x="21" y="419"/>
                    </a:cubicBezTo>
                    <a:cubicBezTo>
                      <a:pt x="19" y="422"/>
                      <a:pt x="16" y="424"/>
                      <a:pt x="12" y="424"/>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1" name="Freeform 46">
                <a:extLst>
                  <a:ext uri="{FF2B5EF4-FFF2-40B4-BE49-F238E27FC236}">
                    <a16:creationId xmlns:a16="http://schemas.microsoft.com/office/drawing/2014/main" id="{4D33F0C7-820E-95FA-5735-C839E2842340}"/>
                  </a:ext>
                </a:extLst>
              </p:cNvPr>
              <p:cNvSpPr>
                <a:spLocks/>
              </p:cNvSpPr>
              <p:nvPr/>
            </p:nvSpPr>
            <p:spPr bwMode="auto">
              <a:xfrm>
                <a:off x="3150" y="2122"/>
                <a:ext cx="50" cy="114"/>
              </a:xfrm>
              <a:custGeom>
                <a:avLst/>
                <a:gdLst>
                  <a:gd name="T0" fmla="*/ 104 w 116"/>
                  <a:gd name="T1" fmla="*/ 263 h 263"/>
                  <a:gd name="T2" fmla="*/ 104 w 116"/>
                  <a:gd name="T3" fmla="*/ 263 h 263"/>
                  <a:gd name="T4" fmla="*/ 93 w 116"/>
                  <a:gd name="T5" fmla="*/ 254 h 263"/>
                  <a:gd name="T6" fmla="*/ 63 w 116"/>
                  <a:gd name="T7" fmla="*/ 145 h 263"/>
                  <a:gd name="T8" fmla="*/ 3 w 116"/>
                  <a:gd name="T9" fmla="*/ 19 h 263"/>
                  <a:gd name="T10" fmla="*/ 7 w 116"/>
                  <a:gd name="T11" fmla="*/ 4 h 263"/>
                  <a:gd name="T12" fmla="*/ 23 w 116"/>
                  <a:gd name="T13" fmla="*/ 8 h 263"/>
                  <a:gd name="T14" fmla="*/ 85 w 116"/>
                  <a:gd name="T15" fmla="*/ 138 h 263"/>
                  <a:gd name="T16" fmla="*/ 115 w 116"/>
                  <a:gd name="T17" fmla="*/ 250 h 263"/>
                  <a:gd name="T18" fmla="*/ 106 w 116"/>
                  <a:gd name="T19" fmla="*/ 263 h 263"/>
                  <a:gd name="T20" fmla="*/ 104 w 116"/>
                  <a:gd name="T21"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263">
                    <a:moveTo>
                      <a:pt x="104" y="263"/>
                    </a:moveTo>
                    <a:lnTo>
                      <a:pt x="104" y="263"/>
                    </a:lnTo>
                    <a:cubicBezTo>
                      <a:pt x="98" y="263"/>
                      <a:pt x="94" y="259"/>
                      <a:pt x="93" y="254"/>
                    </a:cubicBezTo>
                    <a:cubicBezTo>
                      <a:pt x="86" y="217"/>
                      <a:pt x="76" y="180"/>
                      <a:pt x="63" y="145"/>
                    </a:cubicBezTo>
                    <a:cubicBezTo>
                      <a:pt x="48" y="104"/>
                      <a:pt x="28" y="61"/>
                      <a:pt x="3" y="19"/>
                    </a:cubicBezTo>
                    <a:cubicBezTo>
                      <a:pt x="0" y="14"/>
                      <a:pt x="2" y="7"/>
                      <a:pt x="7" y="4"/>
                    </a:cubicBezTo>
                    <a:cubicBezTo>
                      <a:pt x="12" y="0"/>
                      <a:pt x="19" y="2"/>
                      <a:pt x="23" y="8"/>
                    </a:cubicBezTo>
                    <a:cubicBezTo>
                      <a:pt x="48" y="51"/>
                      <a:pt x="69" y="95"/>
                      <a:pt x="85" y="138"/>
                    </a:cubicBezTo>
                    <a:cubicBezTo>
                      <a:pt x="98" y="174"/>
                      <a:pt x="108" y="212"/>
                      <a:pt x="115" y="250"/>
                    </a:cubicBezTo>
                    <a:cubicBezTo>
                      <a:pt x="116" y="256"/>
                      <a:pt x="112" y="262"/>
                      <a:pt x="106" y="263"/>
                    </a:cubicBezTo>
                    <a:cubicBezTo>
                      <a:pt x="105" y="263"/>
                      <a:pt x="104" y="263"/>
                      <a:pt x="104" y="263"/>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2" name="Freeform 47">
                <a:extLst>
                  <a:ext uri="{FF2B5EF4-FFF2-40B4-BE49-F238E27FC236}">
                    <a16:creationId xmlns:a16="http://schemas.microsoft.com/office/drawing/2014/main" id="{CA9EB2E3-3518-C6B9-7813-EC8D0062C706}"/>
                  </a:ext>
                </a:extLst>
              </p:cNvPr>
              <p:cNvSpPr>
                <a:spLocks/>
              </p:cNvSpPr>
              <p:nvPr/>
            </p:nvSpPr>
            <p:spPr bwMode="auto">
              <a:xfrm>
                <a:off x="2823" y="1970"/>
                <a:ext cx="270" cy="82"/>
              </a:xfrm>
              <a:custGeom>
                <a:avLst/>
                <a:gdLst>
                  <a:gd name="T0" fmla="*/ 610 w 623"/>
                  <a:gd name="T1" fmla="*/ 188 h 188"/>
                  <a:gd name="T2" fmla="*/ 610 w 623"/>
                  <a:gd name="T3" fmla="*/ 188 h 188"/>
                  <a:gd name="T4" fmla="*/ 603 w 623"/>
                  <a:gd name="T5" fmla="*/ 185 h 188"/>
                  <a:gd name="T6" fmla="*/ 513 w 623"/>
                  <a:gd name="T7" fmla="*/ 123 h 188"/>
                  <a:gd name="T8" fmla="*/ 443 w 623"/>
                  <a:gd name="T9" fmla="*/ 84 h 188"/>
                  <a:gd name="T10" fmla="*/ 390 w 623"/>
                  <a:gd name="T11" fmla="*/ 63 h 188"/>
                  <a:gd name="T12" fmla="*/ 312 w 623"/>
                  <a:gd name="T13" fmla="*/ 41 h 188"/>
                  <a:gd name="T14" fmla="*/ 199 w 623"/>
                  <a:gd name="T15" fmla="*/ 26 h 188"/>
                  <a:gd name="T16" fmla="*/ 99 w 623"/>
                  <a:gd name="T17" fmla="*/ 25 h 188"/>
                  <a:gd name="T18" fmla="*/ 14 w 623"/>
                  <a:gd name="T19" fmla="*/ 37 h 188"/>
                  <a:gd name="T20" fmla="*/ 1 w 623"/>
                  <a:gd name="T21" fmla="*/ 28 h 188"/>
                  <a:gd name="T22" fmla="*/ 10 w 623"/>
                  <a:gd name="T23" fmla="*/ 15 h 188"/>
                  <a:gd name="T24" fmla="*/ 97 w 623"/>
                  <a:gd name="T25" fmla="*/ 3 h 188"/>
                  <a:gd name="T26" fmla="*/ 201 w 623"/>
                  <a:gd name="T27" fmla="*/ 3 h 188"/>
                  <a:gd name="T28" fmla="*/ 317 w 623"/>
                  <a:gd name="T29" fmla="*/ 19 h 188"/>
                  <a:gd name="T30" fmla="*/ 398 w 623"/>
                  <a:gd name="T31" fmla="*/ 41 h 188"/>
                  <a:gd name="T32" fmla="*/ 452 w 623"/>
                  <a:gd name="T33" fmla="*/ 64 h 188"/>
                  <a:gd name="T34" fmla="*/ 524 w 623"/>
                  <a:gd name="T35" fmla="*/ 103 h 188"/>
                  <a:gd name="T36" fmla="*/ 617 w 623"/>
                  <a:gd name="T37" fmla="*/ 167 h 188"/>
                  <a:gd name="T38" fmla="*/ 619 w 623"/>
                  <a:gd name="T39" fmla="*/ 183 h 188"/>
                  <a:gd name="T40" fmla="*/ 610 w 623"/>
                  <a:gd name="T41"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3" h="188">
                    <a:moveTo>
                      <a:pt x="610" y="188"/>
                    </a:moveTo>
                    <a:lnTo>
                      <a:pt x="610" y="188"/>
                    </a:lnTo>
                    <a:cubicBezTo>
                      <a:pt x="607" y="188"/>
                      <a:pt x="605" y="187"/>
                      <a:pt x="603" y="185"/>
                    </a:cubicBezTo>
                    <a:cubicBezTo>
                      <a:pt x="573" y="160"/>
                      <a:pt x="541" y="140"/>
                      <a:pt x="513" y="123"/>
                    </a:cubicBezTo>
                    <a:cubicBezTo>
                      <a:pt x="492" y="110"/>
                      <a:pt x="468" y="96"/>
                      <a:pt x="443" y="84"/>
                    </a:cubicBezTo>
                    <a:cubicBezTo>
                      <a:pt x="426" y="77"/>
                      <a:pt x="409" y="69"/>
                      <a:pt x="390" y="63"/>
                    </a:cubicBezTo>
                    <a:cubicBezTo>
                      <a:pt x="366" y="54"/>
                      <a:pt x="340" y="47"/>
                      <a:pt x="312" y="41"/>
                    </a:cubicBezTo>
                    <a:cubicBezTo>
                      <a:pt x="277" y="33"/>
                      <a:pt x="240" y="28"/>
                      <a:pt x="199" y="26"/>
                    </a:cubicBezTo>
                    <a:cubicBezTo>
                      <a:pt x="160" y="23"/>
                      <a:pt x="128" y="23"/>
                      <a:pt x="99" y="25"/>
                    </a:cubicBezTo>
                    <a:cubicBezTo>
                      <a:pt x="72" y="27"/>
                      <a:pt x="43" y="31"/>
                      <a:pt x="14" y="37"/>
                    </a:cubicBezTo>
                    <a:cubicBezTo>
                      <a:pt x="8" y="38"/>
                      <a:pt x="2" y="34"/>
                      <a:pt x="1" y="28"/>
                    </a:cubicBezTo>
                    <a:cubicBezTo>
                      <a:pt x="0" y="22"/>
                      <a:pt x="4" y="16"/>
                      <a:pt x="10" y="15"/>
                    </a:cubicBezTo>
                    <a:cubicBezTo>
                      <a:pt x="40" y="9"/>
                      <a:pt x="69" y="5"/>
                      <a:pt x="97" y="3"/>
                    </a:cubicBezTo>
                    <a:cubicBezTo>
                      <a:pt x="128" y="0"/>
                      <a:pt x="161" y="0"/>
                      <a:pt x="201" y="3"/>
                    </a:cubicBezTo>
                    <a:cubicBezTo>
                      <a:pt x="243" y="6"/>
                      <a:pt x="281" y="11"/>
                      <a:pt x="317" y="19"/>
                    </a:cubicBezTo>
                    <a:cubicBezTo>
                      <a:pt x="346" y="25"/>
                      <a:pt x="373" y="33"/>
                      <a:pt x="398" y="41"/>
                    </a:cubicBezTo>
                    <a:cubicBezTo>
                      <a:pt x="417" y="48"/>
                      <a:pt x="435" y="56"/>
                      <a:pt x="452" y="64"/>
                    </a:cubicBezTo>
                    <a:cubicBezTo>
                      <a:pt x="479" y="76"/>
                      <a:pt x="503" y="90"/>
                      <a:pt x="524" y="103"/>
                    </a:cubicBezTo>
                    <a:cubicBezTo>
                      <a:pt x="553" y="121"/>
                      <a:pt x="587" y="142"/>
                      <a:pt x="617" y="167"/>
                    </a:cubicBezTo>
                    <a:cubicBezTo>
                      <a:pt x="622" y="172"/>
                      <a:pt x="623" y="179"/>
                      <a:pt x="619" y="183"/>
                    </a:cubicBezTo>
                    <a:cubicBezTo>
                      <a:pt x="616" y="186"/>
                      <a:pt x="613" y="188"/>
                      <a:pt x="610" y="18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3" name="Freeform 48">
                <a:extLst>
                  <a:ext uri="{FF2B5EF4-FFF2-40B4-BE49-F238E27FC236}">
                    <a16:creationId xmlns:a16="http://schemas.microsoft.com/office/drawing/2014/main" id="{A0291AB6-6FE8-8E6A-4373-F8B3BFA5422D}"/>
                  </a:ext>
                </a:extLst>
              </p:cNvPr>
              <p:cNvSpPr>
                <a:spLocks/>
              </p:cNvSpPr>
              <p:nvPr/>
            </p:nvSpPr>
            <p:spPr bwMode="auto">
              <a:xfrm>
                <a:off x="2692" y="1941"/>
                <a:ext cx="57" cy="36"/>
              </a:xfrm>
              <a:custGeom>
                <a:avLst/>
                <a:gdLst>
                  <a:gd name="T0" fmla="*/ 13 w 131"/>
                  <a:gd name="T1" fmla="*/ 81 h 81"/>
                  <a:gd name="T2" fmla="*/ 13 w 131"/>
                  <a:gd name="T3" fmla="*/ 81 h 81"/>
                  <a:gd name="T4" fmla="*/ 4 w 131"/>
                  <a:gd name="T5" fmla="*/ 76 h 81"/>
                  <a:gd name="T6" fmla="*/ 7 w 131"/>
                  <a:gd name="T7" fmla="*/ 60 h 81"/>
                  <a:gd name="T8" fmla="*/ 114 w 131"/>
                  <a:gd name="T9" fmla="*/ 3 h 81"/>
                  <a:gd name="T10" fmla="*/ 129 w 131"/>
                  <a:gd name="T11" fmla="*/ 9 h 81"/>
                  <a:gd name="T12" fmla="*/ 123 w 131"/>
                  <a:gd name="T13" fmla="*/ 24 h 81"/>
                  <a:gd name="T14" fmla="*/ 19 w 131"/>
                  <a:gd name="T15" fmla="*/ 80 h 81"/>
                  <a:gd name="T16" fmla="*/ 13 w 131"/>
                  <a:gd name="T1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81">
                    <a:moveTo>
                      <a:pt x="13" y="81"/>
                    </a:moveTo>
                    <a:lnTo>
                      <a:pt x="13" y="81"/>
                    </a:lnTo>
                    <a:cubicBezTo>
                      <a:pt x="10" y="81"/>
                      <a:pt x="6" y="79"/>
                      <a:pt x="4" y="76"/>
                    </a:cubicBezTo>
                    <a:cubicBezTo>
                      <a:pt x="0" y="71"/>
                      <a:pt x="2" y="64"/>
                      <a:pt x="7" y="60"/>
                    </a:cubicBezTo>
                    <a:cubicBezTo>
                      <a:pt x="47" y="36"/>
                      <a:pt x="80" y="17"/>
                      <a:pt x="114" y="3"/>
                    </a:cubicBezTo>
                    <a:cubicBezTo>
                      <a:pt x="120" y="0"/>
                      <a:pt x="126" y="3"/>
                      <a:pt x="129" y="9"/>
                    </a:cubicBezTo>
                    <a:cubicBezTo>
                      <a:pt x="131" y="15"/>
                      <a:pt x="129" y="21"/>
                      <a:pt x="123" y="24"/>
                    </a:cubicBezTo>
                    <a:cubicBezTo>
                      <a:pt x="91" y="38"/>
                      <a:pt x="58" y="55"/>
                      <a:pt x="19" y="80"/>
                    </a:cubicBezTo>
                    <a:cubicBezTo>
                      <a:pt x="18" y="81"/>
                      <a:pt x="16" y="81"/>
                      <a:pt x="13" y="8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4" name="Freeform 49">
                <a:extLst>
                  <a:ext uri="{FF2B5EF4-FFF2-40B4-BE49-F238E27FC236}">
                    <a16:creationId xmlns:a16="http://schemas.microsoft.com/office/drawing/2014/main" id="{3ED0F5E4-B26F-F4CA-56DB-3EBA34DD6DFF}"/>
                  </a:ext>
                </a:extLst>
              </p:cNvPr>
              <p:cNvSpPr>
                <a:spLocks/>
              </p:cNvSpPr>
              <p:nvPr/>
            </p:nvSpPr>
            <p:spPr bwMode="auto">
              <a:xfrm>
                <a:off x="2516" y="2215"/>
                <a:ext cx="410" cy="444"/>
              </a:xfrm>
              <a:custGeom>
                <a:avLst/>
                <a:gdLst>
                  <a:gd name="T0" fmla="*/ 857 w 942"/>
                  <a:gd name="T1" fmla="*/ 1021 h 1021"/>
                  <a:gd name="T2" fmla="*/ 857 w 942"/>
                  <a:gd name="T3" fmla="*/ 1021 h 1021"/>
                  <a:gd name="T4" fmla="*/ 831 w 942"/>
                  <a:gd name="T5" fmla="*/ 1021 h 1021"/>
                  <a:gd name="T6" fmla="*/ 731 w 942"/>
                  <a:gd name="T7" fmla="*/ 1012 h 1021"/>
                  <a:gd name="T8" fmla="*/ 637 w 942"/>
                  <a:gd name="T9" fmla="*/ 993 h 1021"/>
                  <a:gd name="T10" fmla="*/ 555 w 942"/>
                  <a:gd name="T11" fmla="*/ 966 h 1021"/>
                  <a:gd name="T12" fmla="*/ 456 w 942"/>
                  <a:gd name="T13" fmla="*/ 920 h 1021"/>
                  <a:gd name="T14" fmla="*/ 352 w 942"/>
                  <a:gd name="T15" fmla="*/ 855 h 1021"/>
                  <a:gd name="T16" fmla="*/ 263 w 942"/>
                  <a:gd name="T17" fmla="*/ 781 h 1021"/>
                  <a:gd name="T18" fmla="*/ 191 w 942"/>
                  <a:gd name="T19" fmla="*/ 702 h 1021"/>
                  <a:gd name="T20" fmla="*/ 129 w 942"/>
                  <a:gd name="T21" fmla="*/ 613 h 1021"/>
                  <a:gd name="T22" fmla="*/ 73 w 942"/>
                  <a:gd name="T23" fmla="*/ 508 h 1021"/>
                  <a:gd name="T24" fmla="*/ 37 w 942"/>
                  <a:gd name="T25" fmla="*/ 413 h 1021"/>
                  <a:gd name="T26" fmla="*/ 16 w 942"/>
                  <a:gd name="T27" fmla="*/ 327 h 1021"/>
                  <a:gd name="T28" fmla="*/ 2 w 942"/>
                  <a:gd name="T29" fmla="*/ 219 h 1021"/>
                  <a:gd name="T30" fmla="*/ 2 w 942"/>
                  <a:gd name="T31" fmla="*/ 128 h 1021"/>
                  <a:gd name="T32" fmla="*/ 14 w 942"/>
                  <a:gd name="T33" fmla="*/ 11 h 1021"/>
                  <a:gd name="T34" fmla="*/ 27 w 942"/>
                  <a:gd name="T35" fmla="*/ 2 h 1021"/>
                  <a:gd name="T36" fmla="*/ 36 w 942"/>
                  <a:gd name="T37" fmla="*/ 15 h 1021"/>
                  <a:gd name="T38" fmla="*/ 24 w 942"/>
                  <a:gd name="T39" fmla="*/ 129 h 1021"/>
                  <a:gd name="T40" fmla="*/ 24 w 942"/>
                  <a:gd name="T41" fmla="*/ 218 h 1021"/>
                  <a:gd name="T42" fmla="*/ 39 w 942"/>
                  <a:gd name="T43" fmla="*/ 322 h 1021"/>
                  <a:gd name="T44" fmla="*/ 59 w 942"/>
                  <a:gd name="T45" fmla="*/ 407 h 1021"/>
                  <a:gd name="T46" fmla="*/ 93 w 942"/>
                  <a:gd name="T47" fmla="*/ 498 h 1021"/>
                  <a:gd name="T48" fmla="*/ 148 w 942"/>
                  <a:gd name="T49" fmla="*/ 601 h 1021"/>
                  <a:gd name="T50" fmla="*/ 209 w 942"/>
                  <a:gd name="T51" fmla="*/ 688 h 1021"/>
                  <a:gd name="T52" fmla="*/ 279 w 942"/>
                  <a:gd name="T53" fmla="*/ 765 h 1021"/>
                  <a:gd name="T54" fmla="*/ 365 w 942"/>
                  <a:gd name="T55" fmla="*/ 837 h 1021"/>
                  <a:gd name="T56" fmla="*/ 467 w 942"/>
                  <a:gd name="T57" fmla="*/ 900 h 1021"/>
                  <a:gd name="T58" fmla="*/ 563 w 942"/>
                  <a:gd name="T59" fmla="*/ 945 h 1021"/>
                  <a:gd name="T60" fmla="*/ 643 w 942"/>
                  <a:gd name="T61" fmla="*/ 971 h 1021"/>
                  <a:gd name="T62" fmla="*/ 734 w 942"/>
                  <a:gd name="T63" fmla="*/ 989 h 1021"/>
                  <a:gd name="T64" fmla="*/ 831 w 942"/>
                  <a:gd name="T65" fmla="*/ 998 h 1021"/>
                  <a:gd name="T66" fmla="*/ 930 w 942"/>
                  <a:gd name="T67" fmla="*/ 995 h 1021"/>
                  <a:gd name="T68" fmla="*/ 942 w 942"/>
                  <a:gd name="T69" fmla="*/ 1006 h 1021"/>
                  <a:gd name="T70" fmla="*/ 931 w 942"/>
                  <a:gd name="T71" fmla="*/ 1018 h 1021"/>
                  <a:gd name="T72" fmla="*/ 857 w 942"/>
                  <a:gd name="T73" fmla="*/ 1021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2" h="1021">
                    <a:moveTo>
                      <a:pt x="857" y="1021"/>
                    </a:moveTo>
                    <a:lnTo>
                      <a:pt x="857" y="1021"/>
                    </a:lnTo>
                    <a:cubicBezTo>
                      <a:pt x="848" y="1021"/>
                      <a:pt x="839" y="1021"/>
                      <a:pt x="831" y="1021"/>
                    </a:cubicBezTo>
                    <a:cubicBezTo>
                      <a:pt x="798" y="1020"/>
                      <a:pt x="765" y="1017"/>
                      <a:pt x="731" y="1012"/>
                    </a:cubicBezTo>
                    <a:cubicBezTo>
                      <a:pt x="697" y="1007"/>
                      <a:pt x="666" y="1000"/>
                      <a:pt x="637" y="993"/>
                    </a:cubicBezTo>
                    <a:cubicBezTo>
                      <a:pt x="611" y="986"/>
                      <a:pt x="583" y="977"/>
                      <a:pt x="555" y="966"/>
                    </a:cubicBezTo>
                    <a:cubicBezTo>
                      <a:pt x="522" y="953"/>
                      <a:pt x="489" y="938"/>
                      <a:pt x="456" y="920"/>
                    </a:cubicBezTo>
                    <a:cubicBezTo>
                      <a:pt x="419" y="901"/>
                      <a:pt x="384" y="879"/>
                      <a:pt x="352" y="855"/>
                    </a:cubicBezTo>
                    <a:cubicBezTo>
                      <a:pt x="321" y="833"/>
                      <a:pt x="291" y="808"/>
                      <a:pt x="263" y="781"/>
                    </a:cubicBezTo>
                    <a:cubicBezTo>
                      <a:pt x="237" y="756"/>
                      <a:pt x="213" y="729"/>
                      <a:pt x="191" y="702"/>
                    </a:cubicBezTo>
                    <a:cubicBezTo>
                      <a:pt x="169" y="675"/>
                      <a:pt x="149" y="646"/>
                      <a:pt x="129" y="613"/>
                    </a:cubicBezTo>
                    <a:cubicBezTo>
                      <a:pt x="107" y="579"/>
                      <a:pt x="89" y="544"/>
                      <a:pt x="73" y="508"/>
                    </a:cubicBezTo>
                    <a:cubicBezTo>
                      <a:pt x="58" y="474"/>
                      <a:pt x="46" y="443"/>
                      <a:pt x="37" y="413"/>
                    </a:cubicBezTo>
                    <a:cubicBezTo>
                      <a:pt x="28" y="383"/>
                      <a:pt x="21" y="351"/>
                      <a:pt x="16" y="327"/>
                    </a:cubicBezTo>
                    <a:cubicBezTo>
                      <a:pt x="11" y="298"/>
                      <a:pt x="4" y="260"/>
                      <a:pt x="2" y="219"/>
                    </a:cubicBezTo>
                    <a:cubicBezTo>
                      <a:pt x="0" y="186"/>
                      <a:pt x="1" y="153"/>
                      <a:pt x="2" y="128"/>
                    </a:cubicBezTo>
                    <a:cubicBezTo>
                      <a:pt x="4" y="82"/>
                      <a:pt x="8" y="45"/>
                      <a:pt x="14" y="11"/>
                    </a:cubicBezTo>
                    <a:cubicBezTo>
                      <a:pt x="15" y="5"/>
                      <a:pt x="21" y="0"/>
                      <a:pt x="27" y="2"/>
                    </a:cubicBezTo>
                    <a:cubicBezTo>
                      <a:pt x="33" y="3"/>
                      <a:pt x="37" y="9"/>
                      <a:pt x="36" y="15"/>
                    </a:cubicBezTo>
                    <a:cubicBezTo>
                      <a:pt x="30" y="48"/>
                      <a:pt x="26" y="84"/>
                      <a:pt x="24" y="129"/>
                    </a:cubicBezTo>
                    <a:cubicBezTo>
                      <a:pt x="23" y="154"/>
                      <a:pt x="22" y="186"/>
                      <a:pt x="24" y="218"/>
                    </a:cubicBezTo>
                    <a:cubicBezTo>
                      <a:pt x="26" y="248"/>
                      <a:pt x="31" y="281"/>
                      <a:pt x="39" y="322"/>
                    </a:cubicBezTo>
                    <a:cubicBezTo>
                      <a:pt x="43" y="346"/>
                      <a:pt x="50" y="377"/>
                      <a:pt x="59" y="407"/>
                    </a:cubicBezTo>
                    <a:cubicBezTo>
                      <a:pt x="67" y="436"/>
                      <a:pt x="79" y="466"/>
                      <a:pt x="93" y="498"/>
                    </a:cubicBezTo>
                    <a:cubicBezTo>
                      <a:pt x="109" y="533"/>
                      <a:pt x="127" y="568"/>
                      <a:pt x="148" y="601"/>
                    </a:cubicBezTo>
                    <a:cubicBezTo>
                      <a:pt x="168" y="634"/>
                      <a:pt x="188" y="662"/>
                      <a:pt x="209" y="688"/>
                    </a:cubicBezTo>
                    <a:cubicBezTo>
                      <a:pt x="230" y="714"/>
                      <a:pt x="254" y="740"/>
                      <a:pt x="279" y="765"/>
                    </a:cubicBezTo>
                    <a:cubicBezTo>
                      <a:pt x="306" y="790"/>
                      <a:pt x="335" y="815"/>
                      <a:pt x="365" y="837"/>
                    </a:cubicBezTo>
                    <a:cubicBezTo>
                      <a:pt x="397" y="860"/>
                      <a:pt x="431" y="881"/>
                      <a:pt x="467" y="900"/>
                    </a:cubicBezTo>
                    <a:cubicBezTo>
                      <a:pt x="499" y="918"/>
                      <a:pt x="531" y="932"/>
                      <a:pt x="563" y="945"/>
                    </a:cubicBezTo>
                    <a:cubicBezTo>
                      <a:pt x="590" y="955"/>
                      <a:pt x="617" y="964"/>
                      <a:pt x="643" y="971"/>
                    </a:cubicBezTo>
                    <a:cubicBezTo>
                      <a:pt x="671" y="978"/>
                      <a:pt x="701" y="984"/>
                      <a:pt x="734" y="989"/>
                    </a:cubicBezTo>
                    <a:cubicBezTo>
                      <a:pt x="767" y="994"/>
                      <a:pt x="800" y="997"/>
                      <a:pt x="831" y="998"/>
                    </a:cubicBezTo>
                    <a:cubicBezTo>
                      <a:pt x="863" y="999"/>
                      <a:pt x="896" y="998"/>
                      <a:pt x="930" y="995"/>
                    </a:cubicBezTo>
                    <a:cubicBezTo>
                      <a:pt x="936" y="995"/>
                      <a:pt x="941" y="999"/>
                      <a:pt x="942" y="1006"/>
                    </a:cubicBezTo>
                    <a:cubicBezTo>
                      <a:pt x="942" y="1012"/>
                      <a:pt x="938" y="1017"/>
                      <a:pt x="931" y="1018"/>
                    </a:cubicBezTo>
                    <a:cubicBezTo>
                      <a:pt x="906" y="1020"/>
                      <a:pt x="881" y="1021"/>
                      <a:pt x="857" y="102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5" name="Freeform 50">
                <a:extLst>
                  <a:ext uri="{FF2B5EF4-FFF2-40B4-BE49-F238E27FC236}">
                    <a16:creationId xmlns:a16="http://schemas.microsoft.com/office/drawing/2014/main" id="{EA3CDF68-9B60-7DFC-94D3-72B3F18651EB}"/>
                  </a:ext>
                </a:extLst>
              </p:cNvPr>
              <p:cNvSpPr>
                <a:spLocks/>
              </p:cNvSpPr>
              <p:nvPr/>
            </p:nvSpPr>
            <p:spPr bwMode="auto">
              <a:xfrm>
                <a:off x="2988" y="2568"/>
                <a:ext cx="136" cy="76"/>
              </a:xfrm>
              <a:custGeom>
                <a:avLst/>
                <a:gdLst>
                  <a:gd name="T0" fmla="*/ 13 w 312"/>
                  <a:gd name="T1" fmla="*/ 175 h 175"/>
                  <a:gd name="T2" fmla="*/ 13 w 312"/>
                  <a:gd name="T3" fmla="*/ 175 h 175"/>
                  <a:gd name="T4" fmla="*/ 2 w 312"/>
                  <a:gd name="T5" fmla="*/ 167 h 175"/>
                  <a:gd name="T6" fmla="*/ 10 w 312"/>
                  <a:gd name="T7" fmla="*/ 153 h 175"/>
                  <a:gd name="T8" fmla="*/ 94 w 312"/>
                  <a:gd name="T9" fmla="*/ 123 h 175"/>
                  <a:gd name="T10" fmla="*/ 188 w 312"/>
                  <a:gd name="T11" fmla="*/ 76 h 175"/>
                  <a:gd name="T12" fmla="*/ 292 w 312"/>
                  <a:gd name="T13" fmla="*/ 4 h 175"/>
                  <a:gd name="T14" fmla="*/ 308 w 312"/>
                  <a:gd name="T15" fmla="*/ 6 h 175"/>
                  <a:gd name="T16" fmla="*/ 306 w 312"/>
                  <a:gd name="T17" fmla="*/ 22 h 175"/>
                  <a:gd name="T18" fmla="*/ 199 w 312"/>
                  <a:gd name="T19" fmla="*/ 96 h 175"/>
                  <a:gd name="T20" fmla="*/ 103 w 312"/>
                  <a:gd name="T21" fmla="*/ 144 h 175"/>
                  <a:gd name="T22" fmla="*/ 16 w 312"/>
                  <a:gd name="T23" fmla="*/ 175 h 175"/>
                  <a:gd name="T24" fmla="*/ 13 w 312"/>
                  <a:gd name="T25"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75">
                    <a:moveTo>
                      <a:pt x="13" y="175"/>
                    </a:moveTo>
                    <a:lnTo>
                      <a:pt x="13" y="175"/>
                    </a:lnTo>
                    <a:cubicBezTo>
                      <a:pt x="8" y="175"/>
                      <a:pt x="4" y="172"/>
                      <a:pt x="2" y="167"/>
                    </a:cubicBezTo>
                    <a:cubicBezTo>
                      <a:pt x="0" y="161"/>
                      <a:pt x="4" y="155"/>
                      <a:pt x="10" y="153"/>
                    </a:cubicBezTo>
                    <a:cubicBezTo>
                      <a:pt x="38" y="144"/>
                      <a:pt x="66" y="134"/>
                      <a:pt x="94" y="123"/>
                    </a:cubicBezTo>
                    <a:cubicBezTo>
                      <a:pt x="126" y="109"/>
                      <a:pt x="158" y="93"/>
                      <a:pt x="188" y="76"/>
                    </a:cubicBezTo>
                    <a:cubicBezTo>
                      <a:pt x="223" y="56"/>
                      <a:pt x="257" y="32"/>
                      <a:pt x="292" y="4"/>
                    </a:cubicBezTo>
                    <a:cubicBezTo>
                      <a:pt x="297" y="0"/>
                      <a:pt x="304" y="1"/>
                      <a:pt x="308" y="6"/>
                    </a:cubicBezTo>
                    <a:cubicBezTo>
                      <a:pt x="312" y="11"/>
                      <a:pt x="311" y="18"/>
                      <a:pt x="306" y="22"/>
                    </a:cubicBezTo>
                    <a:cubicBezTo>
                      <a:pt x="270" y="51"/>
                      <a:pt x="235" y="75"/>
                      <a:pt x="199" y="96"/>
                    </a:cubicBezTo>
                    <a:cubicBezTo>
                      <a:pt x="168" y="114"/>
                      <a:pt x="136" y="130"/>
                      <a:pt x="103" y="144"/>
                    </a:cubicBezTo>
                    <a:cubicBezTo>
                      <a:pt x="74" y="155"/>
                      <a:pt x="45" y="166"/>
                      <a:pt x="16" y="175"/>
                    </a:cubicBezTo>
                    <a:cubicBezTo>
                      <a:pt x="15" y="175"/>
                      <a:pt x="14" y="175"/>
                      <a:pt x="13" y="175"/>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6" name="Freeform 51">
                <a:extLst>
                  <a:ext uri="{FF2B5EF4-FFF2-40B4-BE49-F238E27FC236}">
                    <a16:creationId xmlns:a16="http://schemas.microsoft.com/office/drawing/2014/main" id="{156E7A77-9CA1-B13C-2487-4702EFFDBDDF}"/>
                  </a:ext>
                </a:extLst>
              </p:cNvPr>
              <p:cNvSpPr>
                <a:spLocks/>
              </p:cNvSpPr>
              <p:nvPr/>
            </p:nvSpPr>
            <p:spPr bwMode="auto">
              <a:xfrm>
                <a:off x="3179" y="2449"/>
                <a:ext cx="43" cy="61"/>
              </a:xfrm>
              <a:custGeom>
                <a:avLst/>
                <a:gdLst>
                  <a:gd name="T0" fmla="*/ 13 w 97"/>
                  <a:gd name="T1" fmla="*/ 140 h 140"/>
                  <a:gd name="T2" fmla="*/ 13 w 97"/>
                  <a:gd name="T3" fmla="*/ 140 h 140"/>
                  <a:gd name="T4" fmla="*/ 6 w 97"/>
                  <a:gd name="T5" fmla="*/ 138 h 140"/>
                  <a:gd name="T6" fmla="*/ 4 w 97"/>
                  <a:gd name="T7" fmla="*/ 122 h 140"/>
                  <a:gd name="T8" fmla="*/ 74 w 97"/>
                  <a:gd name="T9" fmla="*/ 8 h 140"/>
                  <a:gd name="T10" fmla="*/ 90 w 97"/>
                  <a:gd name="T11" fmla="*/ 3 h 140"/>
                  <a:gd name="T12" fmla="*/ 95 w 97"/>
                  <a:gd name="T13" fmla="*/ 18 h 140"/>
                  <a:gd name="T14" fmla="*/ 22 w 97"/>
                  <a:gd name="T15" fmla="*/ 135 h 140"/>
                  <a:gd name="T16" fmla="*/ 13 w 97"/>
                  <a:gd name="T1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40">
                    <a:moveTo>
                      <a:pt x="13" y="140"/>
                    </a:moveTo>
                    <a:lnTo>
                      <a:pt x="13" y="140"/>
                    </a:lnTo>
                    <a:cubicBezTo>
                      <a:pt x="11" y="140"/>
                      <a:pt x="8" y="139"/>
                      <a:pt x="6" y="138"/>
                    </a:cubicBezTo>
                    <a:cubicBezTo>
                      <a:pt x="1" y="134"/>
                      <a:pt x="0" y="127"/>
                      <a:pt x="4" y="122"/>
                    </a:cubicBezTo>
                    <a:cubicBezTo>
                      <a:pt x="30" y="86"/>
                      <a:pt x="54" y="48"/>
                      <a:pt x="74" y="8"/>
                    </a:cubicBezTo>
                    <a:cubicBezTo>
                      <a:pt x="77" y="2"/>
                      <a:pt x="84" y="0"/>
                      <a:pt x="90" y="3"/>
                    </a:cubicBezTo>
                    <a:cubicBezTo>
                      <a:pt x="95" y="6"/>
                      <a:pt x="97" y="12"/>
                      <a:pt x="95" y="18"/>
                    </a:cubicBezTo>
                    <a:cubicBezTo>
                      <a:pt x="74" y="59"/>
                      <a:pt x="49" y="98"/>
                      <a:pt x="22" y="135"/>
                    </a:cubicBezTo>
                    <a:cubicBezTo>
                      <a:pt x="20" y="138"/>
                      <a:pt x="16" y="140"/>
                      <a:pt x="13" y="140"/>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7" name="Freeform 52">
                <a:extLst>
                  <a:ext uri="{FF2B5EF4-FFF2-40B4-BE49-F238E27FC236}">
                    <a16:creationId xmlns:a16="http://schemas.microsoft.com/office/drawing/2014/main" id="{F0E8BC2B-86A9-EC88-8B10-1ADAA9F60467}"/>
                  </a:ext>
                </a:extLst>
              </p:cNvPr>
              <p:cNvSpPr>
                <a:spLocks/>
              </p:cNvSpPr>
              <p:nvPr/>
            </p:nvSpPr>
            <p:spPr bwMode="auto">
              <a:xfrm>
                <a:off x="3033" y="1943"/>
                <a:ext cx="229" cy="324"/>
              </a:xfrm>
              <a:custGeom>
                <a:avLst/>
                <a:gdLst>
                  <a:gd name="T0" fmla="*/ 515 w 527"/>
                  <a:gd name="T1" fmla="*/ 744 h 744"/>
                  <a:gd name="T2" fmla="*/ 515 w 527"/>
                  <a:gd name="T3" fmla="*/ 744 h 744"/>
                  <a:gd name="T4" fmla="*/ 504 w 527"/>
                  <a:gd name="T5" fmla="*/ 733 h 744"/>
                  <a:gd name="T6" fmla="*/ 491 w 527"/>
                  <a:gd name="T7" fmla="*/ 633 h 744"/>
                  <a:gd name="T8" fmla="*/ 454 w 527"/>
                  <a:gd name="T9" fmla="*/ 502 h 744"/>
                  <a:gd name="T10" fmla="*/ 379 w 527"/>
                  <a:gd name="T11" fmla="*/ 350 h 744"/>
                  <a:gd name="T12" fmla="*/ 283 w 527"/>
                  <a:gd name="T13" fmla="*/ 223 h 744"/>
                  <a:gd name="T14" fmla="*/ 197 w 527"/>
                  <a:gd name="T15" fmla="*/ 139 h 744"/>
                  <a:gd name="T16" fmla="*/ 87 w 527"/>
                  <a:gd name="T17" fmla="*/ 65 h 744"/>
                  <a:gd name="T18" fmla="*/ 9 w 527"/>
                  <a:gd name="T19" fmla="*/ 23 h 744"/>
                  <a:gd name="T20" fmla="*/ 3 w 527"/>
                  <a:gd name="T21" fmla="*/ 8 h 744"/>
                  <a:gd name="T22" fmla="*/ 18 w 527"/>
                  <a:gd name="T23" fmla="*/ 2 h 744"/>
                  <a:gd name="T24" fmla="*/ 98 w 527"/>
                  <a:gd name="T25" fmla="*/ 45 h 744"/>
                  <a:gd name="T26" fmla="*/ 211 w 527"/>
                  <a:gd name="T27" fmla="*/ 122 h 744"/>
                  <a:gd name="T28" fmla="*/ 300 w 527"/>
                  <a:gd name="T29" fmla="*/ 207 h 744"/>
                  <a:gd name="T30" fmla="*/ 398 w 527"/>
                  <a:gd name="T31" fmla="*/ 338 h 744"/>
                  <a:gd name="T32" fmla="*/ 475 w 527"/>
                  <a:gd name="T33" fmla="*/ 494 h 744"/>
                  <a:gd name="T34" fmla="*/ 513 w 527"/>
                  <a:gd name="T35" fmla="*/ 628 h 744"/>
                  <a:gd name="T36" fmla="*/ 527 w 527"/>
                  <a:gd name="T37" fmla="*/ 732 h 744"/>
                  <a:gd name="T38" fmla="*/ 516 w 527"/>
                  <a:gd name="T39" fmla="*/ 744 h 744"/>
                  <a:gd name="T40" fmla="*/ 515 w 527"/>
                  <a:gd name="T41" fmla="*/ 74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7" h="744">
                    <a:moveTo>
                      <a:pt x="515" y="744"/>
                    </a:moveTo>
                    <a:lnTo>
                      <a:pt x="515" y="744"/>
                    </a:lnTo>
                    <a:cubicBezTo>
                      <a:pt x="509" y="744"/>
                      <a:pt x="504" y="739"/>
                      <a:pt x="504" y="733"/>
                    </a:cubicBezTo>
                    <a:cubicBezTo>
                      <a:pt x="502" y="701"/>
                      <a:pt x="497" y="667"/>
                      <a:pt x="491" y="633"/>
                    </a:cubicBezTo>
                    <a:cubicBezTo>
                      <a:pt x="482" y="588"/>
                      <a:pt x="470" y="544"/>
                      <a:pt x="454" y="502"/>
                    </a:cubicBezTo>
                    <a:cubicBezTo>
                      <a:pt x="435" y="451"/>
                      <a:pt x="410" y="400"/>
                      <a:pt x="379" y="350"/>
                    </a:cubicBezTo>
                    <a:cubicBezTo>
                      <a:pt x="350" y="304"/>
                      <a:pt x="318" y="261"/>
                      <a:pt x="283" y="223"/>
                    </a:cubicBezTo>
                    <a:cubicBezTo>
                      <a:pt x="254" y="190"/>
                      <a:pt x="225" y="163"/>
                      <a:pt x="197" y="139"/>
                    </a:cubicBezTo>
                    <a:cubicBezTo>
                      <a:pt x="159" y="109"/>
                      <a:pt x="118" y="84"/>
                      <a:pt x="87" y="65"/>
                    </a:cubicBezTo>
                    <a:cubicBezTo>
                      <a:pt x="64" y="51"/>
                      <a:pt x="37" y="36"/>
                      <a:pt x="9" y="23"/>
                    </a:cubicBezTo>
                    <a:cubicBezTo>
                      <a:pt x="3" y="20"/>
                      <a:pt x="0" y="14"/>
                      <a:pt x="3" y="8"/>
                    </a:cubicBezTo>
                    <a:cubicBezTo>
                      <a:pt x="6" y="2"/>
                      <a:pt x="12" y="0"/>
                      <a:pt x="18" y="2"/>
                    </a:cubicBezTo>
                    <a:cubicBezTo>
                      <a:pt x="47" y="15"/>
                      <a:pt x="75" y="31"/>
                      <a:pt x="98" y="45"/>
                    </a:cubicBezTo>
                    <a:cubicBezTo>
                      <a:pt x="130" y="64"/>
                      <a:pt x="173" y="90"/>
                      <a:pt x="211" y="122"/>
                    </a:cubicBezTo>
                    <a:cubicBezTo>
                      <a:pt x="241" y="146"/>
                      <a:pt x="270" y="174"/>
                      <a:pt x="300" y="207"/>
                    </a:cubicBezTo>
                    <a:cubicBezTo>
                      <a:pt x="336" y="247"/>
                      <a:pt x="369" y="291"/>
                      <a:pt x="398" y="338"/>
                    </a:cubicBezTo>
                    <a:cubicBezTo>
                      <a:pt x="430" y="389"/>
                      <a:pt x="456" y="442"/>
                      <a:pt x="475" y="494"/>
                    </a:cubicBezTo>
                    <a:cubicBezTo>
                      <a:pt x="491" y="537"/>
                      <a:pt x="504" y="583"/>
                      <a:pt x="513" y="628"/>
                    </a:cubicBezTo>
                    <a:cubicBezTo>
                      <a:pt x="520" y="664"/>
                      <a:pt x="525" y="698"/>
                      <a:pt x="527" y="732"/>
                    </a:cubicBezTo>
                    <a:cubicBezTo>
                      <a:pt x="527" y="738"/>
                      <a:pt x="522" y="743"/>
                      <a:pt x="516" y="744"/>
                    </a:cubicBezTo>
                    <a:cubicBezTo>
                      <a:pt x="516" y="744"/>
                      <a:pt x="516" y="744"/>
                      <a:pt x="515" y="744"/>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8" name="Freeform 53">
                <a:extLst>
                  <a:ext uri="{FF2B5EF4-FFF2-40B4-BE49-F238E27FC236}">
                    <a16:creationId xmlns:a16="http://schemas.microsoft.com/office/drawing/2014/main" id="{CCDAF986-43D3-C979-768B-83902F46A6C5}"/>
                  </a:ext>
                </a:extLst>
              </p:cNvPr>
              <p:cNvSpPr>
                <a:spLocks/>
              </p:cNvSpPr>
              <p:nvPr/>
            </p:nvSpPr>
            <p:spPr bwMode="auto">
              <a:xfrm>
                <a:off x="2807" y="1913"/>
                <a:ext cx="106" cy="17"/>
              </a:xfrm>
              <a:custGeom>
                <a:avLst/>
                <a:gdLst>
                  <a:gd name="T0" fmla="*/ 13 w 243"/>
                  <a:gd name="T1" fmla="*/ 41 h 41"/>
                  <a:gd name="T2" fmla="*/ 13 w 243"/>
                  <a:gd name="T3" fmla="*/ 41 h 41"/>
                  <a:gd name="T4" fmla="*/ 1 w 243"/>
                  <a:gd name="T5" fmla="*/ 32 h 41"/>
                  <a:gd name="T6" fmla="*/ 10 w 243"/>
                  <a:gd name="T7" fmla="*/ 18 h 41"/>
                  <a:gd name="T8" fmla="*/ 113 w 243"/>
                  <a:gd name="T9" fmla="*/ 3 h 41"/>
                  <a:gd name="T10" fmla="*/ 232 w 243"/>
                  <a:gd name="T11" fmla="*/ 2 h 41"/>
                  <a:gd name="T12" fmla="*/ 243 w 243"/>
                  <a:gd name="T13" fmla="*/ 14 h 41"/>
                  <a:gd name="T14" fmla="*/ 231 w 243"/>
                  <a:gd name="T15" fmla="*/ 25 h 41"/>
                  <a:gd name="T16" fmla="*/ 115 w 243"/>
                  <a:gd name="T17" fmla="*/ 26 h 41"/>
                  <a:gd name="T18" fmla="*/ 15 w 243"/>
                  <a:gd name="T19" fmla="*/ 40 h 41"/>
                  <a:gd name="T20" fmla="*/ 13 w 243"/>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3" h="41">
                    <a:moveTo>
                      <a:pt x="13" y="41"/>
                    </a:moveTo>
                    <a:lnTo>
                      <a:pt x="13" y="41"/>
                    </a:lnTo>
                    <a:cubicBezTo>
                      <a:pt x="7" y="41"/>
                      <a:pt x="3" y="37"/>
                      <a:pt x="1" y="32"/>
                    </a:cubicBezTo>
                    <a:cubicBezTo>
                      <a:pt x="0" y="26"/>
                      <a:pt x="4" y="20"/>
                      <a:pt x="10" y="18"/>
                    </a:cubicBezTo>
                    <a:cubicBezTo>
                      <a:pt x="45" y="11"/>
                      <a:pt x="80" y="6"/>
                      <a:pt x="113" y="3"/>
                    </a:cubicBezTo>
                    <a:cubicBezTo>
                      <a:pt x="149" y="0"/>
                      <a:pt x="186" y="0"/>
                      <a:pt x="232" y="2"/>
                    </a:cubicBezTo>
                    <a:cubicBezTo>
                      <a:pt x="238" y="2"/>
                      <a:pt x="243" y="8"/>
                      <a:pt x="243" y="14"/>
                    </a:cubicBezTo>
                    <a:cubicBezTo>
                      <a:pt x="242" y="20"/>
                      <a:pt x="236" y="25"/>
                      <a:pt x="231" y="25"/>
                    </a:cubicBezTo>
                    <a:cubicBezTo>
                      <a:pt x="186" y="22"/>
                      <a:pt x="150" y="23"/>
                      <a:pt x="115" y="26"/>
                    </a:cubicBezTo>
                    <a:cubicBezTo>
                      <a:pt x="83" y="28"/>
                      <a:pt x="49" y="33"/>
                      <a:pt x="15" y="40"/>
                    </a:cubicBezTo>
                    <a:cubicBezTo>
                      <a:pt x="14" y="41"/>
                      <a:pt x="13" y="41"/>
                      <a:pt x="13" y="4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9" name="Freeform 54">
                <a:extLst>
                  <a:ext uri="{FF2B5EF4-FFF2-40B4-BE49-F238E27FC236}">
                    <a16:creationId xmlns:a16="http://schemas.microsoft.com/office/drawing/2014/main" id="{240728D7-28A2-2C74-112C-DC36B1E87072}"/>
                  </a:ext>
                </a:extLst>
              </p:cNvPr>
              <p:cNvSpPr>
                <a:spLocks/>
              </p:cNvSpPr>
              <p:nvPr/>
            </p:nvSpPr>
            <p:spPr bwMode="auto">
              <a:xfrm>
                <a:off x="2512" y="1855"/>
                <a:ext cx="521" cy="229"/>
              </a:xfrm>
              <a:custGeom>
                <a:avLst/>
                <a:gdLst>
                  <a:gd name="T0" fmla="*/ 13 w 1200"/>
                  <a:gd name="T1" fmla="*/ 526 h 526"/>
                  <a:gd name="T2" fmla="*/ 13 w 1200"/>
                  <a:gd name="T3" fmla="*/ 526 h 526"/>
                  <a:gd name="T4" fmla="*/ 8 w 1200"/>
                  <a:gd name="T5" fmla="*/ 525 h 526"/>
                  <a:gd name="T6" fmla="*/ 3 w 1200"/>
                  <a:gd name="T7" fmla="*/ 509 h 526"/>
                  <a:gd name="T8" fmla="*/ 80 w 1200"/>
                  <a:gd name="T9" fmla="*/ 394 h 526"/>
                  <a:gd name="T10" fmla="*/ 208 w 1200"/>
                  <a:gd name="T11" fmla="*/ 255 h 526"/>
                  <a:gd name="T12" fmla="*/ 345 w 1200"/>
                  <a:gd name="T13" fmla="*/ 151 h 526"/>
                  <a:gd name="T14" fmla="*/ 472 w 1200"/>
                  <a:gd name="T15" fmla="*/ 82 h 526"/>
                  <a:gd name="T16" fmla="*/ 548 w 1200"/>
                  <a:gd name="T17" fmla="*/ 53 h 526"/>
                  <a:gd name="T18" fmla="*/ 656 w 1200"/>
                  <a:gd name="T19" fmla="*/ 23 h 526"/>
                  <a:gd name="T20" fmla="*/ 774 w 1200"/>
                  <a:gd name="T21" fmla="*/ 4 h 526"/>
                  <a:gd name="T22" fmla="*/ 908 w 1200"/>
                  <a:gd name="T23" fmla="*/ 2 h 526"/>
                  <a:gd name="T24" fmla="*/ 1074 w 1200"/>
                  <a:gd name="T25" fmla="*/ 21 h 526"/>
                  <a:gd name="T26" fmla="*/ 1191 w 1200"/>
                  <a:gd name="T27" fmla="*/ 53 h 526"/>
                  <a:gd name="T28" fmla="*/ 1198 w 1200"/>
                  <a:gd name="T29" fmla="*/ 67 h 526"/>
                  <a:gd name="T30" fmla="*/ 1184 w 1200"/>
                  <a:gd name="T31" fmla="*/ 74 h 526"/>
                  <a:gd name="T32" fmla="*/ 1069 w 1200"/>
                  <a:gd name="T33" fmla="*/ 44 h 526"/>
                  <a:gd name="T34" fmla="*/ 907 w 1200"/>
                  <a:gd name="T35" fmla="*/ 25 h 526"/>
                  <a:gd name="T36" fmla="*/ 776 w 1200"/>
                  <a:gd name="T37" fmla="*/ 27 h 526"/>
                  <a:gd name="T38" fmla="*/ 661 w 1200"/>
                  <a:gd name="T39" fmla="*/ 45 h 526"/>
                  <a:gd name="T40" fmla="*/ 556 w 1200"/>
                  <a:gd name="T41" fmla="*/ 74 h 526"/>
                  <a:gd name="T42" fmla="*/ 481 w 1200"/>
                  <a:gd name="T43" fmla="*/ 103 h 526"/>
                  <a:gd name="T44" fmla="*/ 357 w 1200"/>
                  <a:gd name="T45" fmla="*/ 170 h 526"/>
                  <a:gd name="T46" fmla="*/ 223 w 1200"/>
                  <a:gd name="T47" fmla="*/ 272 h 526"/>
                  <a:gd name="T48" fmla="*/ 98 w 1200"/>
                  <a:gd name="T49" fmla="*/ 408 h 526"/>
                  <a:gd name="T50" fmla="*/ 23 w 1200"/>
                  <a:gd name="T51" fmla="*/ 520 h 526"/>
                  <a:gd name="T52" fmla="*/ 13 w 1200"/>
                  <a:gd name="T53"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0" h="526">
                    <a:moveTo>
                      <a:pt x="13" y="526"/>
                    </a:moveTo>
                    <a:lnTo>
                      <a:pt x="13" y="526"/>
                    </a:lnTo>
                    <a:cubicBezTo>
                      <a:pt x="11" y="526"/>
                      <a:pt x="9" y="526"/>
                      <a:pt x="8" y="525"/>
                    </a:cubicBezTo>
                    <a:cubicBezTo>
                      <a:pt x="2" y="521"/>
                      <a:pt x="0" y="515"/>
                      <a:pt x="3" y="509"/>
                    </a:cubicBezTo>
                    <a:cubicBezTo>
                      <a:pt x="23" y="474"/>
                      <a:pt x="48" y="437"/>
                      <a:pt x="80" y="394"/>
                    </a:cubicBezTo>
                    <a:cubicBezTo>
                      <a:pt x="121" y="342"/>
                      <a:pt x="164" y="295"/>
                      <a:pt x="208" y="255"/>
                    </a:cubicBezTo>
                    <a:cubicBezTo>
                      <a:pt x="248" y="218"/>
                      <a:pt x="294" y="183"/>
                      <a:pt x="345" y="151"/>
                    </a:cubicBezTo>
                    <a:cubicBezTo>
                      <a:pt x="390" y="122"/>
                      <a:pt x="432" y="99"/>
                      <a:pt x="472" y="82"/>
                    </a:cubicBezTo>
                    <a:cubicBezTo>
                      <a:pt x="495" y="72"/>
                      <a:pt x="519" y="62"/>
                      <a:pt x="548" y="53"/>
                    </a:cubicBezTo>
                    <a:cubicBezTo>
                      <a:pt x="585" y="41"/>
                      <a:pt x="621" y="31"/>
                      <a:pt x="656" y="23"/>
                    </a:cubicBezTo>
                    <a:cubicBezTo>
                      <a:pt x="696" y="14"/>
                      <a:pt x="736" y="8"/>
                      <a:pt x="774" y="4"/>
                    </a:cubicBezTo>
                    <a:cubicBezTo>
                      <a:pt x="814" y="1"/>
                      <a:pt x="858" y="0"/>
                      <a:pt x="908" y="2"/>
                    </a:cubicBezTo>
                    <a:cubicBezTo>
                      <a:pt x="966" y="4"/>
                      <a:pt x="1022" y="11"/>
                      <a:pt x="1074" y="21"/>
                    </a:cubicBezTo>
                    <a:cubicBezTo>
                      <a:pt x="1115" y="30"/>
                      <a:pt x="1155" y="40"/>
                      <a:pt x="1191" y="53"/>
                    </a:cubicBezTo>
                    <a:cubicBezTo>
                      <a:pt x="1197" y="55"/>
                      <a:pt x="1200" y="61"/>
                      <a:pt x="1198" y="67"/>
                    </a:cubicBezTo>
                    <a:cubicBezTo>
                      <a:pt x="1196" y="73"/>
                      <a:pt x="1190" y="76"/>
                      <a:pt x="1184" y="74"/>
                    </a:cubicBezTo>
                    <a:cubicBezTo>
                      <a:pt x="1148" y="62"/>
                      <a:pt x="1110" y="52"/>
                      <a:pt x="1069" y="44"/>
                    </a:cubicBezTo>
                    <a:cubicBezTo>
                      <a:pt x="1019" y="33"/>
                      <a:pt x="964" y="27"/>
                      <a:pt x="907" y="25"/>
                    </a:cubicBezTo>
                    <a:cubicBezTo>
                      <a:pt x="858" y="23"/>
                      <a:pt x="815" y="23"/>
                      <a:pt x="776" y="27"/>
                    </a:cubicBezTo>
                    <a:cubicBezTo>
                      <a:pt x="739" y="30"/>
                      <a:pt x="700" y="36"/>
                      <a:pt x="661" y="45"/>
                    </a:cubicBezTo>
                    <a:cubicBezTo>
                      <a:pt x="626" y="53"/>
                      <a:pt x="591" y="62"/>
                      <a:pt x="556" y="74"/>
                    </a:cubicBezTo>
                    <a:cubicBezTo>
                      <a:pt x="527" y="84"/>
                      <a:pt x="503" y="93"/>
                      <a:pt x="481" y="103"/>
                    </a:cubicBezTo>
                    <a:cubicBezTo>
                      <a:pt x="442" y="120"/>
                      <a:pt x="401" y="142"/>
                      <a:pt x="357" y="170"/>
                    </a:cubicBezTo>
                    <a:cubicBezTo>
                      <a:pt x="308" y="202"/>
                      <a:pt x="262" y="236"/>
                      <a:pt x="223" y="272"/>
                    </a:cubicBezTo>
                    <a:cubicBezTo>
                      <a:pt x="180" y="311"/>
                      <a:pt x="138" y="357"/>
                      <a:pt x="98" y="408"/>
                    </a:cubicBezTo>
                    <a:cubicBezTo>
                      <a:pt x="66" y="450"/>
                      <a:pt x="42" y="486"/>
                      <a:pt x="23" y="520"/>
                    </a:cubicBezTo>
                    <a:cubicBezTo>
                      <a:pt x="21" y="524"/>
                      <a:pt x="17" y="526"/>
                      <a:pt x="13" y="526"/>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0" name="Freeform 55">
                <a:extLst>
                  <a:ext uri="{FF2B5EF4-FFF2-40B4-BE49-F238E27FC236}">
                    <a16:creationId xmlns:a16="http://schemas.microsoft.com/office/drawing/2014/main" id="{0EB282C1-2B6D-B4ED-FE75-D83D1ADCC2CF}"/>
                  </a:ext>
                </a:extLst>
              </p:cNvPr>
              <p:cNvSpPr>
                <a:spLocks/>
              </p:cNvSpPr>
              <p:nvPr/>
            </p:nvSpPr>
            <p:spPr bwMode="auto">
              <a:xfrm>
                <a:off x="2460" y="2311"/>
                <a:ext cx="18" cy="64"/>
              </a:xfrm>
              <a:custGeom>
                <a:avLst/>
                <a:gdLst>
                  <a:gd name="T0" fmla="*/ 30 w 42"/>
                  <a:gd name="T1" fmla="*/ 148 h 148"/>
                  <a:gd name="T2" fmla="*/ 30 w 42"/>
                  <a:gd name="T3" fmla="*/ 148 h 148"/>
                  <a:gd name="T4" fmla="*/ 19 w 42"/>
                  <a:gd name="T5" fmla="*/ 139 h 148"/>
                  <a:gd name="T6" fmla="*/ 1 w 42"/>
                  <a:gd name="T7" fmla="*/ 12 h 148"/>
                  <a:gd name="T8" fmla="*/ 11 w 42"/>
                  <a:gd name="T9" fmla="*/ 0 h 148"/>
                  <a:gd name="T10" fmla="*/ 23 w 42"/>
                  <a:gd name="T11" fmla="*/ 11 h 148"/>
                  <a:gd name="T12" fmla="*/ 41 w 42"/>
                  <a:gd name="T13" fmla="*/ 134 h 148"/>
                  <a:gd name="T14" fmla="*/ 32 w 42"/>
                  <a:gd name="T15" fmla="*/ 148 h 148"/>
                  <a:gd name="T16" fmla="*/ 30 w 42"/>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48">
                    <a:moveTo>
                      <a:pt x="30" y="148"/>
                    </a:moveTo>
                    <a:lnTo>
                      <a:pt x="30" y="148"/>
                    </a:lnTo>
                    <a:cubicBezTo>
                      <a:pt x="24" y="148"/>
                      <a:pt x="20" y="144"/>
                      <a:pt x="19" y="139"/>
                    </a:cubicBezTo>
                    <a:cubicBezTo>
                      <a:pt x="9" y="90"/>
                      <a:pt x="3" y="50"/>
                      <a:pt x="1" y="12"/>
                    </a:cubicBezTo>
                    <a:cubicBezTo>
                      <a:pt x="0" y="6"/>
                      <a:pt x="5" y="1"/>
                      <a:pt x="11" y="0"/>
                    </a:cubicBezTo>
                    <a:cubicBezTo>
                      <a:pt x="17" y="0"/>
                      <a:pt x="23" y="5"/>
                      <a:pt x="23" y="11"/>
                    </a:cubicBezTo>
                    <a:cubicBezTo>
                      <a:pt x="26" y="47"/>
                      <a:pt x="31" y="87"/>
                      <a:pt x="41" y="134"/>
                    </a:cubicBezTo>
                    <a:cubicBezTo>
                      <a:pt x="42" y="141"/>
                      <a:pt x="38" y="147"/>
                      <a:pt x="32" y="148"/>
                    </a:cubicBezTo>
                    <a:cubicBezTo>
                      <a:pt x="31" y="148"/>
                      <a:pt x="31" y="148"/>
                      <a:pt x="30" y="14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1" name="Freeform 56">
                <a:extLst>
                  <a:ext uri="{FF2B5EF4-FFF2-40B4-BE49-F238E27FC236}">
                    <a16:creationId xmlns:a16="http://schemas.microsoft.com/office/drawing/2014/main" id="{644FEA9B-40AA-B78A-C421-C9AA56F7B1AA}"/>
                  </a:ext>
                </a:extLst>
              </p:cNvPr>
              <p:cNvSpPr>
                <a:spLocks/>
              </p:cNvSpPr>
              <p:nvPr/>
            </p:nvSpPr>
            <p:spPr bwMode="auto">
              <a:xfrm>
                <a:off x="2495" y="2454"/>
                <a:ext cx="71" cy="107"/>
              </a:xfrm>
              <a:custGeom>
                <a:avLst/>
                <a:gdLst>
                  <a:gd name="T0" fmla="*/ 150 w 163"/>
                  <a:gd name="T1" fmla="*/ 245 h 245"/>
                  <a:gd name="T2" fmla="*/ 150 w 163"/>
                  <a:gd name="T3" fmla="*/ 245 h 245"/>
                  <a:gd name="T4" fmla="*/ 141 w 163"/>
                  <a:gd name="T5" fmla="*/ 241 h 245"/>
                  <a:gd name="T6" fmla="*/ 69 w 163"/>
                  <a:gd name="T7" fmla="*/ 140 h 245"/>
                  <a:gd name="T8" fmla="*/ 3 w 163"/>
                  <a:gd name="T9" fmla="*/ 18 h 245"/>
                  <a:gd name="T10" fmla="*/ 9 w 163"/>
                  <a:gd name="T11" fmla="*/ 3 h 245"/>
                  <a:gd name="T12" fmla="*/ 24 w 163"/>
                  <a:gd name="T13" fmla="*/ 8 h 245"/>
                  <a:gd name="T14" fmla="*/ 88 w 163"/>
                  <a:gd name="T15" fmla="*/ 128 h 245"/>
                  <a:gd name="T16" fmla="*/ 159 w 163"/>
                  <a:gd name="T17" fmla="*/ 227 h 245"/>
                  <a:gd name="T18" fmla="*/ 157 w 163"/>
                  <a:gd name="T19" fmla="*/ 243 h 245"/>
                  <a:gd name="T20" fmla="*/ 150 w 163"/>
                  <a:gd name="T21" fmla="*/ 24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245">
                    <a:moveTo>
                      <a:pt x="150" y="245"/>
                    </a:moveTo>
                    <a:lnTo>
                      <a:pt x="150" y="245"/>
                    </a:lnTo>
                    <a:cubicBezTo>
                      <a:pt x="147" y="245"/>
                      <a:pt x="143" y="244"/>
                      <a:pt x="141" y="241"/>
                    </a:cubicBezTo>
                    <a:cubicBezTo>
                      <a:pt x="116" y="211"/>
                      <a:pt x="92" y="177"/>
                      <a:pt x="69" y="140"/>
                    </a:cubicBezTo>
                    <a:cubicBezTo>
                      <a:pt x="44" y="101"/>
                      <a:pt x="22" y="59"/>
                      <a:pt x="3" y="18"/>
                    </a:cubicBezTo>
                    <a:cubicBezTo>
                      <a:pt x="0" y="12"/>
                      <a:pt x="3" y="5"/>
                      <a:pt x="9" y="3"/>
                    </a:cubicBezTo>
                    <a:cubicBezTo>
                      <a:pt x="14" y="0"/>
                      <a:pt x="21" y="3"/>
                      <a:pt x="24" y="8"/>
                    </a:cubicBezTo>
                    <a:cubicBezTo>
                      <a:pt x="42" y="49"/>
                      <a:pt x="64" y="89"/>
                      <a:pt x="88" y="128"/>
                    </a:cubicBezTo>
                    <a:cubicBezTo>
                      <a:pt x="111" y="164"/>
                      <a:pt x="134" y="197"/>
                      <a:pt x="159" y="227"/>
                    </a:cubicBezTo>
                    <a:cubicBezTo>
                      <a:pt x="163" y="232"/>
                      <a:pt x="162" y="239"/>
                      <a:pt x="157" y="243"/>
                    </a:cubicBezTo>
                    <a:cubicBezTo>
                      <a:pt x="155" y="245"/>
                      <a:pt x="153" y="245"/>
                      <a:pt x="150" y="245"/>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2" name="Freeform 57">
                <a:extLst>
                  <a:ext uri="{FF2B5EF4-FFF2-40B4-BE49-F238E27FC236}">
                    <a16:creationId xmlns:a16="http://schemas.microsoft.com/office/drawing/2014/main" id="{690A3B81-2674-98DD-9570-72707E87DD68}"/>
                  </a:ext>
                </a:extLst>
              </p:cNvPr>
              <p:cNvSpPr>
                <a:spLocks/>
              </p:cNvSpPr>
              <p:nvPr/>
            </p:nvSpPr>
            <p:spPr bwMode="auto">
              <a:xfrm>
                <a:off x="2636" y="2626"/>
                <a:ext cx="151" cy="77"/>
              </a:xfrm>
              <a:custGeom>
                <a:avLst/>
                <a:gdLst>
                  <a:gd name="T0" fmla="*/ 337 w 349"/>
                  <a:gd name="T1" fmla="*/ 178 h 178"/>
                  <a:gd name="T2" fmla="*/ 337 w 349"/>
                  <a:gd name="T3" fmla="*/ 178 h 178"/>
                  <a:gd name="T4" fmla="*/ 334 w 349"/>
                  <a:gd name="T5" fmla="*/ 177 h 178"/>
                  <a:gd name="T6" fmla="*/ 241 w 349"/>
                  <a:gd name="T7" fmla="*/ 148 h 178"/>
                  <a:gd name="T8" fmla="*/ 127 w 349"/>
                  <a:gd name="T9" fmla="*/ 97 h 178"/>
                  <a:gd name="T10" fmla="*/ 6 w 349"/>
                  <a:gd name="T11" fmla="*/ 22 h 178"/>
                  <a:gd name="T12" fmla="*/ 3 w 349"/>
                  <a:gd name="T13" fmla="*/ 6 h 178"/>
                  <a:gd name="T14" fmla="*/ 19 w 349"/>
                  <a:gd name="T15" fmla="*/ 4 h 178"/>
                  <a:gd name="T16" fmla="*/ 138 w 349"/>
                  <a:gd name="T17" fmla="*/ 77 h 178"/>
                  <a:gd name="T18" fmla="*/ 249 w 349"/>
                  <a:gd name="T19" fmla="*/ 126 h 178"/>
                  <a:gd name="T20" fmla="*/ 340 w 349"/>
                  <a:gd name="T21" fmla="*/ 155 h 178"/>
                  <a:gd name="T22" fmla="*/ 348 w 349"/>
                  <a:gd name="T23" fmla="*/ 169 h 178"/>
                  <a:gd name="T24" fmla="*/ 337 w 349"/>
                  <a:gd name="T25"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9" h="178">
                    <a:moveTo>
                      <a:pt x="337" y="178"/>
                    </a:moveTo>
                    <a:lnTo>
                      <a:pt x="337" y="178"/>
                    </a:lnTo>
                    <a:cubicBezTo>
                      <a:pt x="336" y="178"/>
                      <a:pt x="335" y="178"/>
                      <a:pt x="334" y="177"/>
                    </a:cubicBezTo>
                    <a:cubicBezTo>
                      <a:pt x="304" y="169"/>
                      <a:pt x="272" y="159"/>
                      <a:pt x="241" y="148"/>
                    </a:cubicBezTo>
                    <a:cubicBezTo>
                      <a:pt x="203" y="133"/>
                      <a:pt x="165" y="116"/>
                      <a:pt x="127" y="97"/>
                    </a:cubicBezTo>
                    <a:cubicBezTo>
                      <a:pt x="84" y="74"/>
                      <a:pt x="44" y="49"/>
                      <a:pt x="6" y="22"/>
                    </a:cubicBezTo>
                    <a:cubicBezTo>
                      <a:pt x="1" y="18"/>
                      <a:pt x="0" y="11"/>
                      <a:pt x="3" y="6"/>
                    </a:cubicBezTo>
                    <a:cubicBezTo>
                      <a:pt x="7" y="1"/>
                      <a:pt x="14" y="0"/>
                      <a:pt x="19" y="4"/>
                    </a:cubicBezTo>
                    <a:cubicBezTo>
                      <a:pt x="56" y="30"/>
                      <a:pt x="96" y="55"/>
                      <a:pt x="138" y="77"/>
                    </a:cubicBezTo>
                    <a:cubicBezTo>
                      <a:pt x="175" y="96"/>
                      <a:pt x="212" y="113"/>
                      <a:pt x="249" y="126"/>
                    </a:cubicBezTo>
                    <a:cubicBezTo>
                      <a:pt x="279" y="138"/>
                      <a:pt x="310" y="148"/>
                      <a:pt x="340" y="155"/>
                    </a:cubicBezTo>
                    <a:cubicBezTo>
                      <a:pt x="346" y="157"/>
                      <a:pt x="349" y="163"/>
                      <a:pt x="348" y="169"/>
                    </a:cubicBezTo>
                    <a:cubicBezTo>
                      <a:pt x="346" y="174"/>
                      <a:pt x="342" y="178"/>
                      <a:pt x="337" y="17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3" name="Freeform 58">
                <a:extLst>
                  <a:ext uri="{FF2B5EF4-FFF2-40B4-BE49-F238E27FC236}">
                    <a16:creationId xmlns:a16="http://schemas.microsoft.com/office/drawing/2014/main" id="{1E14D7DD-21FC-671B-6652-F1A45D32FBF8}"/>
                  </a:ext>
                </a:extLst>
              </p:cNvPr>
              <p:cNvSpPr>
                <a:spLocks/>
              </p:cNvSpPr>
              <p:nvPr/>
            </p:nvSpPr>
            <p:spPr bwMode="auto">
              <a:xfrm>
                <a:off x="2874" y="2699"/>
                <a:ext cx="103" cy="18"/>
              </a:xfrm>
              <a:custGeom>
                <a:avLst/>
                <a:gdLst>
                  <a:gd name="T0" fmla="*/ 35 w 237"/>
                  <a:gd name="T1" fmla="*/ 42 h 42"/>
                  <a:gd name="T2" fmla="*/ 35 w 237"/>
                  <a:gd name="T3" fmla="*/ 42 h 42"/>
                  <a:gd name="T4" fmla="*/ 11 w 237"/>
                  <a:gd name="T5" fmla="*/ 42 h 42"/>
                  <a:gd name="T6" fmla="*/ 0 w 237"/>
                  <a:gd name="T7" fmla="*/ 30 h 42"/>
                  <a:gd name="T8" fmla="*/ 11 w 237"/>
                  <a:gd name="T9" fmla="*/ 19 h 42"/>
                  <a:gd name="T10" fmla="*/ 126 w 237"/>
                  <a:gd name="T11" fmla="*/ 15 h 42"/>
                  <a:gd name="T12" fmla="*/ 223 w 237"/>
                  <a:gd name="T13" fmla="*/ 2 h 42"/>
                  <a:gd name="T14" fmla="*/ 236 w 237"/>
                  <a:gd name="T15" fmla="*/ 11 h 42"/>
                  <a:gd name="T16" fmla="*/ 227 w 237"/>
                  <a:gd name="T17" fmla="*/ 24 h 42"/>
                  <a:gd name="T18" fmla="*/ 128 w 237"/>
                  <a:gd name="T19" fmla="*/ 38 h 42"/>
                  <a:gd name="T20" fmla="*/ 35 w 237"/>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42">
                    <a:moveTo>
                      <a:pt x="35" y="42"/>
                    </a:moveTo>
                    <a:lnTo>
                      <a:pt x="35" y="42"/>
                    </a:lnTo>
                    <a:cubicBezTo>
                      <a:pt x="27" y="42"/>
                      <a:pt x="19" y="42"/>
                      <a:pt x="11" y="42"/>
                    </a:cubicBezTo>
                    <a:cubicBezTo>
                      <a:pt x="5" y="41"/>
                      <a:pt x="0" y="36"/>
                      <a:pt x="0" y="30"/>
                    </a:cubicBezTo>
                    <a:cubicBezTo>
                      <a:pt x="0" y="24"/>
                      <a:pt x="6" y="19"/>
                      <a:pt x="11" y="19"/>
                    </a:cubicBezTo>
                    <a:cubicBezTo>
                      <a:pt x="49" y="20"/>
                      <a:pt x="87" y="18"/>
                      <a:pt x="126" y="15"/>
                    </a:cubicBezTo>
                    <a:cubicBezTo>
                      <a:pt x="160" y="12"/>
                      <a:pt x="192" y="7"/>
                      <a:pt x="223" y="2"/>
                    </a:cubicBezTo>
                    <a:cubicBezTo>
                      <a:pt x="229" y="0"/>
                      <a:pt x="235" y="4"/>
                      <a:pt x="236" y="11"/>
                    </a:cubicBezTo>
                    <a:cubicBezTo>
                      <a:pt x="237" y="17"/>
                      <a:pt x="233" y="23"/>
                      <a:pt x="227" y="24"/>
                    </a:cubicBezTo>
                    <a:cubicBezTo>
                      <a:pt x="196" y="30"/>
                      <a:pt x="162" y="35"/>
                      <a:pt x="128" y="38"/>
                    </a:cubicBezTo>
                    <a:cubicBezTo>
                      <a:pt x="96" y="40"/>
                      <a:pt x="65" y="42"/>
                      <a:pt x="35" y="42"/>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4" name="Freeform 59">
                <a:extLst>
                  <a:ext uri="{FF2B5EF4-FFF2-40B4-BE49-F238E27FC236}">
                    <a16:creationId xmlns:a16="http://schemas.microsoft.com/office/drawing/2014/main" id="{5DEF51D6-9058-B094-E3FB-1D8B45019363}"/>
                  </a:ext>
                </a:extLst>
              </p:cNvPr>
              <p:cNvSpPr>
                <a:spLocks/>
              </p:cNvSpPr>
              <p:nvPr/>
            </p:nvSpPr>
            <p:spPr bwMode="auto">
              <a:xfrm>
                <a:off x="3152" y="2292"/>
                <a:ext cx="168" cy="330"/>
              </a:xfrm>
              <a:custGeom>
                <a:avLst/>
                <a:gdLst>
                  <a:gd name="T0" fmla="*/ 13 w 388"/>
                  <a:gd name="T1" fmla="*/ 758 h 758"/>
                  <a:gd name="T2" fmla="*/ 13 w 388"/>
                  <a:gd name="T3" fmla="*/ 758 h 758"/>
                  <a:gd name="T4" fmla="*/ 4 w 388"/>
                  <a:gd name="T5" fmla="*/ 753 h 758"/>
                  <a:gd name="T6" fmla="*/ 6 w 388"/>
                  <a:gd name="T7" fmla="*/ 737 h 758"/>
                  <a:gd name="T8" fmla="*/ 94 w 388"/>
                  <a:gd name="T9" fmla="*/ 658 h 758"/>
                  <a:gd name="T10" fmla="*/ 179 w 388"/>
                  <a:gd name="T11" fmla="*/ 555 h 758"/>
                  <a:gd name="T12" fmla="*/ 261 w 388"/>
                  <a:gd name="T13" fmla="*/ 421 h 758"/>
                  <a:gd name="T14" fmla="*/ 327 w 388"/>
                  <a:gd name="T15" fmla="*/ 249 h 758"/>
                  <a:gd name="T16" fmla="*/ 355 w 388"/>
                  <a:gd name="T17" fmla="*/ 124 h 758"/>
                  <a:gd name="T18" fmla="*/ 365 w 388"/>
                  <a:gd name="T19" fmla="*/ 11 h 758"/>
                  <a:gd name="T20" fmla="*/ 376 w 388"/>
                  <a:gd name="T21" fmla="*/ 0 h 758"/>
                  <a:gd name="T22" fmla="*/ 387 w 388"/>
                  <a:gd name="T23" fmla="*/ 12 h 758"/>
                  <a:gd name="T24" fmla="*/ 378 w 388"/>
                  <a:gd name="T25" fmla="*/ 127 h 758"/>
                  <a:gd name="T26" fmla="*/ 349 w 388"/>
                  <a:gd name="T27" fmla="*/ 255 h 758"/>
                  <a:gd name="T28" fmla="*/ 281 w 388"/>
                  <a:gd name="T29" fmla="*/ 431 h 758"/>
                  <a:gd name="T30" fmla="*/ 198 w 388"/>
                  <a:gd name="T31" fmla="*/ 569 h 758"/>
                  <a:gd name="T32" fmla="*/ 111 w 388"/>
                  <a:gd name="T33" fmla="*/ 673 h 758"/>
                  <a:gd name="T34" fmla="*/ 20 w 388"/>
                  <a:gd name="T35" fmla="*/ 755 h 758"/>
                  <a:gd name="T36" fmla="*/ 13 w 388"/>
                  <a:gd name="T37" fmla="*/ 758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8" h="758">
                    <a:moveTo>
                      <a:pt x="13" y="758"/>
                    </a:moveTo>
                    <a:lnTo>
                      <a:pt x="13" y="758"/>
                    </a:lnTo>
                    <a:cubicBezTo>
                      <a:pt x="10" y="758"/>
                      <a:pt x="7" y="756"/>
                      <a:pt x="4" y="753"/>
                    </a:cubicBezTo>
                    <a:cubicBezTo>
                      <a:pt x="0" y="748"/>
                      <a:pt x="1" y="741"/>
                      <a:pt x="6" y="737"/>
                    </a:cubicBezTo>
                    <a:cubicBezTo>
                      <a:pt x="41" y="709"/>
                      <a:pt x="70" y="683"/>
                      <a:pt x="94" y="658"/>
                    </a:cubicBezTo>
                    <a:cubicBezTo>
                      <a:pt x="124" y="627"/>
                      <a:pt x="152" y="593"/>
                      <a:pt x="179" y="555"/>
                    </a:cubicBezTo>
                    <a:cubicBezTo>
                      <a:pt x="210" y="513"/>
                      <a:pt x="237" y="468"/>
                      <a:pt x="261" y="421"/>
                    </a:cubicBezTo>
                    <a:cubicBezTo>
                      <a:pt x="286" y="370"/>
                      <a:pt x="308" y="313"/>
                      <a:pt x="327" y="249"/>
                    </a:cubicBezTo>
                    <a:cubicBezTo>
                      <a:pt x="341" y="201"/>
                      <a:pt x="350" y="161"/>
                      <a:pt x="355" y="124"/>
                    </a:cubicBezTo>
                    <a:cubicBezTo>
                      <a:pt x="361" y="89"/>
                      <a:pt x="364" y="52"/>
                      <a:pt x="365" y="11"/>
                    </a:cubicBezTo>
                    <a:cubicBezTo>
                      <a:pt x="365" y="5"/>
                      <a:pt x="370" y="0"/>
                      <a:pt x="376" y="0"/>
                    </a:cubicBezTo>
                    <a:cubicBezTo>
                      <a:pt x="383" y="1"/>
                      <a:pt x="388" y="6"/>
                      <a:pt x="387" y="12"/>
                    </a:cubicBezTo>
                    <a:cubicBezTo>
                      <a:pt x="386" y="54"/>
                      <a:pt x="383" y="92"/>
                      <a:pt x="378" y="127"/>
                    </a:cubicBezTo>
                    <a:cubicBezTo>
                      <a:pt x="372" y="165"/>
                      <a:pt x="363" y="206"/>
                      <a:pt x="349" y="255"/>
                    </a:cubicBezTo>
                    <a:cubicBezTo>
                      <a:pt x="329" y="321"/>
                      <a:pt x="307" y="378"/>
                      <a:pt x="281" y="431"/>
                    </a:cubicBezTo>
                    <a:cubicBezTo>
                      <a:pt x="257" y="479"/>
                      <a:pt x="229" y="525"/>
                      <a:pt x="198" y="569"/>
                    </a:cubicBezTo>
                    <a:cubicBezTo>
                      <a:pt x="170" y="607"/>
                      <a:pt x="141" y="642"/>
                      <a:pt x="111" y="673"/>
                    </a:cubicBezTo>
                    <a:cubicBezTo>
                      <a:pt x="85" y="700"/>
                      <a:pt x="56" y="727"/>
                      <a:pt x="20" y="755"/>
                    </a:cubicBezTo>
                    <a:cubicBezTo>
                      <a:pt x="18" y="757"/>
                      <a:pt x="16" y="758"/>
                      <a:pt x="13" y="75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5" name="Freeform 60">
                <a:extLst>
                  <a:ext uri="{FF2B5EF4-FFF2-40B4-BE49-F238E27FC236}">
                    <a16:creationId xmlns:a16="http://schemas.microsoft.com/office/drawing/2014/main" id="{4F469603-996A-557A-81A4-B38E8DAAB3E3}"/>
                  </a:ext>
                </a:extLst>
              </p:cNvPr>
              <p:cNvSpPr>
                <a:spLocks/>
              </p:cNvSpPr>
              <p:nvPr/>
            </p:nvSpPr>
            <p:spPr bwMode="auto">
              <a:xfrm>
                <a:off x="3243" y="2053"/>
                <a:ext cx="70" cy="156"/>
              </a:xfrm>
              <a:custGeom>
                <a:avLst/>
                <a:gdLst>
                  <a:gd name="T0" fmla="*/ 149 w 161"/>
                  <a:gd name="T1" fmla="*/ 358 h 358"/>
                  <a:gd name="T2" fmla="*/ 149 w 161"/>
                  <a:gd name="T3" fmla="*/ 358 h 358"/>
                  <a:gd name="T4" fmla="*/ 138 w 161"/>
                  <a:gd name="T5" fmla="*/ 349 h 358"/>
                  <a:gd name="T6" fmla="*/ 93 w 161"/>
                  <a:gd name="T7" fmla="*/ 195 h 358"/>
                  <a:gd name="T8" fmla="*/ 4 w 161"/>
                  <a:gd name="T9" fmla="*/ 19 h 358"/>
                  <a:gd name="T10" fmla="*/ 7 w 161"/>
                  <a:gd name="T11" fmla="*/ 3 h 358"/>
                  <a:gd name="T12" fmla="*/ 23 w 161"/>
                  <a:gd name="T13" fmla="*/ 6 h 358"/>
                  <a:gd name="T14" fmla="*/ 114 w 161"/>
                  <a:gd name="T15" fmla="*/ 187 h 358"/>
                  <a:gd name="T16" fmla="*/ 160 w 161"/>
                  <a:gd name="T17" fmla="*/ 344 h 358"/>
                  <a:gd name="T18" fmla="*/ 151 w 161"/>
                  <a:gd name="T19" fmla="*/ 358 h 358"/>
                  <a:gd name="T20" fmla="*/ 149 w 161"/>
                  <a:gd name="T21"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358">
                    <a:moveTo>
                      <a:pt x="149" y="358"/>
                    </a:moveTo>
                    <a:lnTo>
                      <a:pt x="149" y="358"/>
                    </a:lnTo>
                    <a:cubicBezTo>
                      <a:pt x="144" y="358"/>
                      <a:pt x="139" y="354"/>
                      <a:pt x="138" y="349"/>
                    </a:cubicBezTo>
                    <a:cubicBezTo>
                      <a:pt x="127" y="296"/>
                      <a:pt x="112" y="245"/>
                      <a:pt x="93" y="195"/>
                    </a:cubicBezTo>
                    <a:cubicBezTo>
                      <a:pt x="70" y="135"/>
                      <a:pt x="40" y="76"/>
                      <a:pt x="4" y="19"/>
                    </a:cubicBezTo>
                    <a:cubicBezTo>
                      <a:pt x="0" y="13"/>
                      <a:pt x="2" y="6"/>
                      <a:pt x="7" y="3"/>
                    </a:cubicBezTo>
                    <a:cubicBezTo>
                      <a:pt x="12" y="0"/>
                      <a:pt x="19" y="1"/>
                      <a:pt x="23" y="6"/>
                    </a:cubicBezTo>
                    <a:cubicBezTo>
                      <a:pt x="60" y="65"/>
                      <a:pt x="91" y="126"/>
                      <a:pt x="114" y="187"/>
                    </a:cubicBezTo>
                    <a:cubicBezTo>
                      <a:pt x="134" y="238"/>
                      <a:pt x="149" y="291"/>
                      <a:pt x="160" y="344"/>
                    </a:cubicBezTo>
                    <a:cubicBezTo>
                      <a:pt x="161" y="350"/>
                      <a:pt x="157" y="356"/>
                      <a:pt x="151" y="358"/>
                    </a:cubicBezTo>
                    <a:cubicBezTo>
                      <a:pt x="150" y="358"/>
                      <a:pt x="150" y="358"/>
                      <a:pt x="149" y="35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6" name="Freeform 61">
                <a:extLst>
                  <a:ext uri="{FF2B5EF4-FFF2-40B4-BE49-F238E27FC236}">
                    <a16:creationId xmlns:a16="http://schemas.microsoft.com/office/drawing/2014/main" id="{8F0D1FE7-73AC-6DFD-3987-D7BF10B5DFCC}"/>
                  </a:ext>
                </a:extLst>
              </p:cNvPr>
              <p:cNvSpPr>
                <a:spLocks/>
              </p:cNvSpPr>
              <p:nvPr/>
            </p:nvSpPr>
            <p:spPr bwMode="auto">
              <a:xfrm>
                <a:off x="3093" y="1909"/>
                <a:ext cx="68" cy="49"/>
              </a:xfrm>
              <a:custGeom>
                <a:avLst/>
                <a:gdLst>
                  <a:gd name="T0" fmla="*/ 145 w 158"/>
                  <a:gd name="T1" fmla="*/ 112 h 112"/>
                  <a:gd name="T2" fmla="*/ 145 w 158"/>
                  <a:gd name="T3" fmla="*/ 112 h 112"/>
                  <a:gd name="T4" fmla="*/ 138 w 158"/>
                  <a:gd name="T5" fmla="*/ 110 h 112"/>
                  <a:gd name="T6" fmla="*/ 8 w 158"/>
                  <a:gd name="T7" fmla="*/ 23 h 112"/>
                  <a:gd name="T8" fmla="*/ 3 w 158"/>
                  <a:gd name="T9" fmla="*/ 7 h 112"/>
                  <a:gd name="T10" fmla="*/ 19 w 158"/>
                  <a:gd name="T11" fmla="*/ 3 h 112"/>
                  <a:gd name="T12" fmla="*/ 152 w 158"/>
                  <a:gd name="T13" fmla="*/ 92 h 112"/>
                  <a:gd name="T14" fmla="*/ 154 w 158"/>
                  <a:gd name="T15" fmla="*/ 108 h 112"/>
                  <a:gd name="T16" fmla="*/ 145 w 158"/>
                  <a:gd name="T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12">
                    <a:moveTo>
                      <a:pt x="145" y="112"/>
                    </a:moveTo>
                    <a:lnTo>
                      <a:pt x="145" y="112"/>
                    </a:lnTo>
                    <a:cubicBezTo>
                      <a:pt x="142" y="112"/>
                      <a:pt x="140" y="112"/>
                      <a:pt x="138" y="110"/>
                    </a:cubicBezTo>
                    <a:cubicBezTo>
                      <a:pt x="103" y="82"/>
                      <a:pt x="61" y="54"/>
                      <a:pt x="8" y="23"/>
                    </a:cubicBezTo>
                    <a:cubicBezTo>
                      <a:pt x="2" y="20"/>
                      <a:pt x="0" y="13"/>
                      <a:pt x="3" y="7"/>
                    </a:cubicBezTo>
                    <a:cubicBezTo>
                      <a:pt x="7" y="2"/>
                      <a:pt x="13" y="0"/>
                      <a:pt x="19" y="3"/>
                    </a:cubicBezTo>
                    <a:cubicBezTo>
                      <a:pt x="74" y="35"/>
                      <a:pt x="116" y="63"/>
                      <a:pt x="152" y="92"/>
                    </a:cubicBezTo>
                    <a:cubicBezTo>
                      <a:pt x="157" y="96"/>
                      <a:pt x="158" y="103"/>
                      <a:pt x="154" y="108"/>
                    </a:cubicBezTo>
                    <a:cubicBezTo>
                      <a:pt x="152" y="111"/>
                      <a:pt x="148" y="112"/>
                      <a:pt x="145" y="112"/>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7" name="Freeform 62">
                <a:extLst>
                  <a:ext uri="{FF2B5EF4-FFF2-40B4-BE49-F238E27FC236}">
                    <a16:creationId xmlns:a16="http://schemas.microsoft.com/office/drawing/2014/main" id="{16553D86-6BE5-20A7-3D0A-C05D07CFA827}"/>
                  </a:ext>
                </a:extLst>
              </p:cNvPr>
              <p:cNvSpPr>
                <a:spLocks/>
              </p:cNvSpPr>
              <p:nvPr/>
            </p:nvSpPr>
            <p:spPr bwMode="auto">
              <a:xfrm>
                <a:off x="2689" y="1797"/>
                <a:ext cx="303" cy="50"/>
              </a:xfrm>
              <a:custGeom>
                <a:avLst/>
                <a:gdLst>
                  <a:gd name="T0" fmla="*/ 13 w 698"/>
                  <a:gd name="T1" fmla="*/ 116 h 116"/>
                  <a:gd name="T2" fmla="*/ 13 w 698"/>
                  <a:gd name="T3" fmla="*/ 116 h 116"/>
                  <a:gd name="T4" fmla="*/ 3 w 698"/>
                  <a:gd name="T5" fmla="*/ 109 h 116"/>
                  <a:gd name="T6" fmla="*/ 9 w 698"/>
                  <a:gd name="T7" fmla="*/ 95 h 116"/>
                  <a:gd name="T8" fmla="*/ 93 w 698"/>
                  <a:gd name="T9" fmla="*/ 62 h 116"/>
                  <a:gd name="T10" fmla="*/ 214 w 698"/>
                  <a:gd name="T11" fmla="*/ 27 h 116"/>
                  <a:gd name="T12" fmla="*/ 348 w 698"/>
                  <a:gd name="T13" fmla="*/ 6 h 116"/>
                  <a:gd name="T14" fmla="*/ 498 w 698"/>
                  <a:gd name="T15" fmla="*/ 2 h 116"/>
                  <a:gd name="T16" fmla="*/ 688 w 698"/>
                  <a:gd name="T17" fmla="*/ 23 h 116"/>
                  <a:gd name="T18" fmla="*/ 697 w 698"/>
                  <a:gd name="T19" fmla="*/ 36 h 116"/>
                  <a:gd name="T20" fmla="*/ 683 w 698"/>
                  <a:gd name="T21" fmla="*/ 45 h 116"/>
                  <a:gd name="T22" fmla="*/ 497 w 698"/>
                  <a:gd name="T23" fmla="*/ 25 h 116"/>
                  <a:gd name="T24" fmla="*/ 351 w 698"/>
                  <a:gd name="T25" fmla="*/ 28 h 116"/>
                  <a:gd name="T26" fmla="*/ 219 w 698"/>
                  <a:gd name="T27" fmla="*/ 50 h 116"/>
                  <a:gd name="T28" fmla="*/ 101 w 698"/>
                  <a:gd name="T29" fmla="*/ 83 h 116"/>
                  <a:gd name="T30" fmla="*/ 18 w 698"/>
                  <a:gd name="T31" fmla="*/ 115 h 116"/>
                  <a:gd name="T32" fmla="*/ 13 w 698"/>
                  <a:gd name="T33"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8" h="116">
                    <a:moveTo>
                      <a:pt x="13" y="116"/>
                    </a:moveTo>
                    <a:lnTo>
                      <a:pt x="13" y="116"/>
                    </a:lnTo>
                    <a:cubicBezTo>
                      <a:pt x="9" y="116"/>
                      <a:pt x="5" y="114"/>
                      <a:pt x="3" y="109"/>
                    </a:cubicBezTo>
                    <a:cubicBezTo>
                      <a:pt x="0" y="104"/>
                      <a:pt x="3" y="97"/>
                      <a:pt x="9" y="95"/>
                    </a:cubicBezTo>
                    <a:cubicBezTo>
                      <a:pt x="34" y="83"/>
                      <a:pt x="62" y="73"/>
                      <a:pt x="93" y="62"/>
                    </a:cubicBezTo>
                    <a:cubicBezTo>
                      <a:pt x="134" y="48"/>
                      <a:pt x="174" y="36"/>
                      <a:pt x="214" y="27"/>
                    </a:cubicBezTo>
                    <a:cubicBezTo>
                      <a:pt x="260" y="17"/>
                      <a:pt x="305" y="10"/>
                      <a:pt x="348" y="6"/>
                    </a:cubicBezTo>
                    <a:cubicBezTo>
                      <a:pt x="394" y="1"/>
                      <a:pt x="443" y="0"/>
                      <a:pt x="498" y="2"/>
                    </a:cubicBezTo>
                    <a:cubicBezTo>
                      <a:pt x="565" y="4"/>
                      <a:pt x="629" y="11"/>
                      <a:pt x="688" y="23"/>
                    </a:cubicBezTo>
                    <a:cubicBezTo>
                      <a:pt x="694" y="24"/>
                      <a:pt x="698" y="30"/>
                      <a:pt x="697" y="36"/>
                    </a:cubicBezTo>
                    <a:cubicBezTo>
                      <a:pt x="695" y="42"/>
                      <a:pt x="689" y="46"/>
                      <a:pt x="683" y="45"/>
                    </a:cubicBezTo>
                    <a:cubicBezTo>
                      <a:pt x="625" y="34"/>
                      <a:pt x="563" y="27"/>
                      <a:pt x="497" y="25"/>
                    </a:cubicBezTo>
                    <a:cubicBezTo>
                      <a:pt x="443" y="23"/>
                      <a:pt x="395" y="24"/>
                      <a:pt x="351" y="28"/>
                    </a:cubicBezTo>
                    <a:cubicBezTo>
                      <a:pt x="308" y="32"/>
                      <a:pt x="264" y="40"/>
                      <a:pt x="219" y="50"/>
                    </a:cubicBezTo>
                    <a:cubicBezTo>
                      <a:pt x="180" y="58"/>
                      <a:pt x="140" y="70"/>
                      <a:pt x="101" y="83"/>
                    </a:cubicBezTo>
                    <a:cubicBezTo>
                      <a:pt x="70" y="94"/>
                      <a:pt x="43" y="104"/>
                      <a:pt x="18" y="115"/>
                    </a:cubicBezTo>
                    <a:cubicBezTo>
                      <a:pt x="16" y="116"/>
                      <a:pt x="15" y="116"/>
                      <a:pt x="13" y="116"/>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8" name="Freeform 63">
                <a:extLst>
                  <a:ext uri="{FF2B5EF4-FFF2-40B4-BE49-F238E27FC236}">
                    <a16:creationId xmlns:a16="http://schemas.microsoft.com/office/drawing/2014/main" id="{D74F1F67-DC35-3C89-D722-49549527DB10}"/>
                  </a:ext>
                </a:extLst>
              </p:cNvPr>
              <p:cNvSpPr>
                <a:spLocks/>
              </p:cNvSpPr>
              <p:nvPr/>
            </p:nvSpPr>
            <p:spPr bwMode="auto">
              <a:xfrm>
                <a:off x="2401" y="1992"/>
                <a:ext cx="122" cy="607"/>
              </a:xfrm>
              <a:custGeom>
                <a:avLst/>
                <a:gdLst>
                  <a:gd name="T0" fmla="*/ 267 w 280"/>
                  <a:gd name="T1" fmla="*/ 1395 h 1395"/>
                  <a:gd name="T2" fmla="*/ 267 w 280"/>
                  <a:gd name="T3" fmla="*/ 1395 h 1395"/>
                  <a:gd name="T4" fmla="*/ 258 w 280"/>
                  <a:gd name="T5" fmla="*/ 1391 h 1395"/>
                  <a:gd name="T6" fmla="*/ 176 w 280"/>
                  <a:gd name="T7" fmla="*/ 1278 h 1395"/>
                  <a:gd name="T8" fmla="*/ 100 w 280"/>
                  <a:gd name="T9" fmla="*/ 1139 h 1395"/>
                  <a:gd name="T10" fmla="*/ 51 w 280"/>
                  <a:gd name="T11" fmla="*/ 1012 h 1395"/>
                  <a:gd name="T12" fmla="*/ 24 w 280"/>
                  <a:gd name="T13" fmla="*/ 904 h 1395"/>
                  <a:gd name="T14" fmla="*/ 3 w 280"/>
                  <a:gd name="T15" fmla="*/ 758 h 1395"/>
                  <a:gd name="T16" fmla="*/ 1 w 280"/>
                  <a:gd name="T17" fmla="*/ 645 h 1395"/>
                  <a:gd name="T18" fmla="*/ 15 w 280"/>
                  <a:gd name="T19" fmla="*/ 488 h 1395"/>
                  <a:gd name="T20" fmla="*/ 53 w 280"/>
                  <a:gd name="T21" fmla="*/ 340 h 1395"/>
                  <a:gd name="T22" fmla="*/ 138 w 280"/>
                  <a:gd name="T23" fmla="*/ 134 h 1395"/>
                  <a:gd name="T24" fmla="*/ 223 w 280"/>
                  <a:gd name="T25" fmla="*/ 6 h 1395"/>
                  <a:gd name="T26" fmla="*/ 238 w 280"/>
                  <a:gd name="T27" fmla="*/ 4 h 1395"/>
                  <a:gd name="T28" fmla="*/ 241 w 280"/>
                  <a:gd name="T29" fmla="*/ 20 h 1395"/>
                  <a:gd name="T30" fmla="*/ 158 w 280"/>
                  <a:gd name="T31" fmla="*/ 145 h 1395"/>
                  <a:gd name="T32" fmla="*/ 75 w 280"/>
                  <a:gd name="T33" fmla="*/ 347 h 1395"/>
                  <a:gd name="T34" fmla="*/ 38 w 280"/>
                  <a:gd name="T35" fmla="*/ 492 h 1395"/>
                  <a:gd name="T36" fmla="*/ 24 w 280"/>
                  <a:gd name="T37" fmla="*/ 646 h 1395"/>
                  <a:gd name="T38" fmla="*/ 25 w 280"/>
                  <a:gd name="T39" fmla="*/ 757 h 1395"/>
                  <a:gd name="T40" fmla="*/ 46 w 280"/>
                  <a:gd name="T41" fmla="*/ 899 h 1395"/>
                  <a:gd name="T42" fmla="*/ 73 w 280"/>
                  <a:gd name="T43" fmla="*/ 1005 h 1395"/>
                  <a:gd name="T44" fmla="*/ 121 w 280"/>
                  <a:gd name="T45" fmla="*/ 1129 h 1395"/>
                  <a:gd name="T46" fmla="*/ 195 w 280"/>
                  <a:gd name="T47" fmla="*/ 1266 h 1395"/>
                  <a:gd name="T48" fmla="*/ 276 w 280"/>
                  <a:gd name="T49" fmla="*/ 1377 h 1395"/>
                  <a:gd name="T50" fmla="*/ 274 w 280"/>
                  <a:gd name="T51" fmla="*/ 1393 h 1395"/>
                  <a:gd name="T52" fmla="*/ 267 w 280"/>
                  <a:gd name="T53" fmla="*/ 1395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0" h="1395">
                    <a:moveTo>
                      <a:pt x="267" y="1395"/>
                    </a:moveTo>
                    <a:lnTo>
                      <a:pt x="267" y="1395"/>
                    </a:lnTo>
                    <a:cubicBezTo>
                      <a:pt x="264" y="1395"/>
                      <a:pt x="261" y="1394"/>
                      <a:pt x="258" y="1391"/>
                    </a:cubicBezTo>
                    <a:cubicBezTo>
                      <a:pt x="230" y="1357"/>
                      <a:pt x="202" y="1319"/>
                      <a:pt x="176" y="1278"/>
                    </a:cubicBezTo>
                    <a:cubicBezTo>
                      <a:pt x="147" y="1232"/>
                      <a:pt x="122" y="1186"/>
                      <a:pt x="100" y="1139"/>
                    </a:cubicBezTo>
                    <a:cubicBezTo>
                      <a:pt x="81" y="1096"/>
                      <a:pt x="64" y="1053"/>
                      <a:pt x="51" y="1012"/>
                    </a:cubicBezTo>
                    <a:cubicBezTo>
                      <a:pt x="41" y="981"/>
                      <a:pt x="33" y="946"/>
                      <a:pt x="24" y="904"/>
                    </a:cubicBezTo>
                    <a:cubicBezTo>
                      <a:pt x="13" y="849"/>
                      <a:pt x="6" y="803"/>
                      <a:pt x="3" y="758"/>
                    </a:cubicBezTo>
                    <a:cubicBezTo>
                      <a:pt x="0" y="725"/>
                      <a:pt x="0" y="689"/>
                      <a:pt x="1" y="645"/>
                    </a:cubicBezTo>
                    <a:cubicBezTo>
                      <a:pt x="3" y="586"/>
                      <a:pt x="7" y="535"/>
                      <a:pt x="15" y="488"/>
                    </a:cubicBezTo>
                    <a:cubicBezTo>
                      <a:pt x="24" y="434"/>
                      <a:pt x="40" y="383"/>
                      <a:pt x="53" y="340"/>
                    </a:cubicBezTo>
                    <a:cubicBezTo>
                      <a:pt x="79" y="257"/>
                      <a:pt x="106" y="192"/>
                      <a:pt x="138" y="134"/>
                    </a:cubicBezTo>
                    <a:cubicBezTo>
                      <a:pt x="160" y="94"/>
                      <a:pt x="187" y="53"/>
                      <a:pt x="223" y="6"/>
                    </a:cubicBezTo>
                    <a:cubicBezTo>
                      <a:pt x="226" y="1"/>
                      <a:pt x="233" y="0"/>
                      <a:pt x="238" y="4"/>
                    </a:cubicBezTo>
                    <a:cubicBezTo>
                      <a:pt x="243" y="8"/>
                      <a:pt x="244" y="15"/>
                      <a:pt x="241" y="20"/>
                    </a:cubicBezTo>
                    <a:cubicBezTo>
                      <a:pt x="206" y="66"/>
                      <a:pt x="180" y="106"/>
                      <a:pt x="158" y="145"/>
                    </a:cubicBezTo>
                    <a:cubicBezTo>
                      <a:pt x="127" y="202"/>
                      <a:pt x="101" y="266"/>
                      <a:pt x="75" y="347"/>
                    </a:cubicBezTo>
                    <a:cubicBezTo>
                      <a:pt x="61" y="389"/>
                      <a:pt x="47" y="440"/>
                      <a:pt x="38" y="492"/>
                    </a:cubicBezTo>
                    <a:cubicBezTo>
                      <a:pt x="30" y="537"/>
                      <a:pt x="25" y="588"/>
                      <a:pt x="24" y="646"/>
                    </a:cubicBezTo>
                    <a:cubicBezTo>
                      <a:pt x="22" y="689"/>
                      <a:pt x="23" y="724"/>
                      <a:pt x="25" y="757"/>
                    </a:cubicBezTo>
                    <a:cubicBezTo>
                      <a:pt x="28" y="800"/>
                      <a:pt x="35" y="846"/>
                      <a:pt x="46" y="899"/>
                    </a:cubicBezTo>
                    <a:cubicBezTo>
                      <a:pt x="55" y="941"/>
                      <a:pt x="63" y="975"/>
                      <a:pt x="73" y="1005"/>
                    </a:cubicBezTo>
                    <a:cubicBezTo>
                      <a:pt x="85" y="1045"/>
                      <a:pt x="102" y="1087"/>
                      <a:pt x="121" y="1129"/>
                    </a:cubicBezTo>
                    <a:cubicBezTo>
                      <a:pt x="142" y="1175"/>
                      <a:pt x="167" y="1221"/>
                      <a:pt x="195" y="1266"/>
                    </a:cubicBezTo>
                    <a:cubicBezTo>
                      <a:pt x="221" y="1306"/>
                      <a:pt x="248" y="1343"/>
                      <a:pt x="276" y="1377"/>
                    </a:cubicBezTo>
                    <a:cubicBezTo>
                      <a:pt x="280" y="1381"/>
                      <a:pt x="279" y="1389"/>
                      <a:pt x="274" y="1393"/>
                    </a:cubicBezTo>
                    <a:cubicBezTo>
                      <a:pt x="272" y="1394"/>
                      <a:pt x="270" y="1395"/>
                      <a:pt x="267" y="1395"/>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9" name="Freeform 64">
                <a:extLst>
                  <a:ext uri="{FF2B5EF4-FFF2-40B4-BE49-F238E27FC236}">
                    <a16:creationId xmlns:a16="http://schemas.microsoft.com/office/drawing/2014/main" id="{07514F1E-54DE-AFA1-2EF7-9150B9DB39AE}"/>
                  </a:ext>
                </a:extLst>
              </p:cNvPr>
              <p:cNvSpPr>
                <a:spLocks/>
              </p:cNvSpPr>
              <p:nvPr/>
            </p:nvSpPr>
            <p:spPr bwMode="auto">
              <a:xfrm>
                <a:off x="2604" y="2675"/>
                <a:ext cx="225" cy="95"/>
              </a:xfrm>
              <a:custGeom>
                <a:avLst/>
                <a:gdLst>
                  <a:gd name="T0" fmla="*/ 505 w 517"/>
                  <a:gd name="T1" fmla="*/ 219 h 219"/>
                  <a:gd name="T2" fmla="*/ 505 w 517"/>
                  <a:gd name="T3" fmla="*/ 219 h 219"/>
                  <a:gd name="T4" fmla="*/ 503 w 517"/>
                  <a:gd name="T5" fmla="*/ 219 h 219"/>
                  <a:gd name="T6" fmla="*/ 377 w 517"/>
                  <a:gd name="T7" fmla="*/ 195 h 219"/>
                  <a:gd name="T8" fmla="*/ 272 w 517"/>
                  <a:gd name="T9" fmla="*/ 162 h 219"/>
                  <a:gd name="T10" fmla="*/ 144 w 517"/>
                  <a:gd name="T11" fmla="*/ 106 h 219"/>
                  <a:gd name="T12" fmla="*/ 6 w 517"/>
                  <a:gd name="T13" fmla="*/ 22 h 219"/>
                  <a:gd name="T14" fmla="*/ 3 w 517"/>
                  <a:gd name="T15" fmla="*/ 6 h 219"/>
                  <a:gd name="T16" fmla="*/ 19 w 517"/>
                  <a:gd name="T17" fmla="*/ 3 h 219"/>
                  <a:gd name="T18" fmla="*/ 155 w 517"/>
                  <a:gd name="T19" fmla="*/ 86 h 219"/>
                  <a:gd name="T20" fmla="*/ 280 w 517"/>
                  <a:gd name="T21" fmla="*/ 141 h 219"/>
                  <a:gd name="T22" fmla="*/ 382 w 517"/>
                  <a:gd name="T23" fmla="*/ 173 h 219"/>
                  <a:gd name="T24" fmla="*/ 506 w 517"/>
                  <a:gd name="T25" fmla="*/ 197 h 219"/>
                  <a:gd name="T26" fmla="*/ 516 w 517"/>
                  <a:gd name="T27" fmla="*/ 210 h 219"/>
                  <a:gd name="T28" fmla="*/ 505 w 517"/>
                  <a:gd name="T29"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7" h="219">
                    <a:moveTo>
                      <a:pt x="505" y="219"/>
                    </a:moveTo>
                    <a:lnTo>
                      <a:pt x="505" y="219"/>
                    </a:lnTo>
                    <a:cubicBezTo>
                      <a:pt x="504" y="219"/>
                      <a:pt x="504" y="219"/>
                      <a:pt x="503" y="219"/>
                    </a:cubicBezTo>
                    <a:cubicBezTo>
                      <a:pt x="459" y="213"/>
                      <a:pt x="416" y="205"/>
                      <a:pt x="377" y="195"/>
                    </a:cubicBezTo>
                    <a:cubicBezTo>
                      <a:pt x="343" y="186"/>
                      <a:pt x="307" y="175"/>
                      <a:pt x="272" y="162"/>
                    </a:cubicBezTo>
                    <a:cubicBezTo>
                      <a:pt x="230" y="147"/>
                      <a:pt x="187" y="128"/>
                      <a:pt x="144" y="106"/>
                    </a:cubicBezTo>
                    <a:cubicBezTo>
                      <a:pt x="96" y="81"/>
                      <a:pt x="49" y="52"/>
                      <a:pt x="6" y="22"/>
                    </a:cubicBezTo>
                    <a:cubicBezTo>
                      <a:pt x="1" y="18"/>
                      <a:pt x="0" y="11"/>
                      <a:pt x="3" y="6"/>
                    </a:cubicBezTo>
                    <a:cubicBezTo>
                      <a:pt x="7" y="1"/>
                      <a:pt x="14" y="0"/>
                      <a:pt x="19" y="3"/>
                    </a:cubicBezTo>
                    <a:cubicBezTo>
                      <a:pt x="61" y="33"/>
                      <a:pt x="107" y="61"/>
                      <a:pt x="155" y="86"/>
                    </a:cubicBezTo>
                    <a:cubicBezTo>
                      <a:pt x="196" y="107"/>
                      <a:pt x="238" y="126"/>
                      <a:pt x="280" y="141"/>
                    </a:cubicBezTo>
                    <a:cubicBezTo>
                      <a:pt x="315" y="154"/>
                      <a:pt x="349" y="164"/>
                      <a:pt x="382" y="173"/>
                    </a:cubicBezTo>
                    <a:cubicBezTo>
                      <a:pt x="421" y="183"/>
                      <a:pt x="463" y="191"/>
                      <a:pt x="506" y="197"/>
                    </a:cubicBezTo>
                    <a:cubicBezTo>
                      <a:pt x="513" y="198"/>
                      <a:pt x="517" y="203"/>
                      <a:pt x="516" y="210"/>
                    </a:cubicBezTo>
                    <a:cubicBezTo>
                      <a:pt x="515" y="215"/>
                      <a:pt x="510" y="219"/>
                      <a:pt x="505" y="219"/>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0" name="Freeform 65">
                <a:extLst>
                  <a:ext uri="{FF2B5EF4-FFF2-40B4-BE49-F238E27FC236}">
                    <a16:creationId xmlns:a16="http://schemas.microsoft.com/office/drawing/2014/main" id="{F6360D51-B354-EDD1-DC8F-93FC077C26D2}"/>
                  </a:ext>
                </a:extLst>
              </p:cNvPr>
              <p:cNvSpPr>
                <a:spLocks/>
              </p:cNvSpPr>
              <p:nvPr/>
            </p:nvSpPr>
            <p:spPr bwMode="auto">
              <a:xfrm>
                <a:off x="3191" y="2245"/>
                <a:ext cx="187" cy="419"/>
              </a:xfrm>
              <a:custGeom>
                <a:avLst/>
                <a:gdLst>
                  <a:gd name="T0" fmla="*/ 13 w 431"/>
                  <a:gd name="T1" fmla="*/ 964 h 964"/>
                  <a:gd name="T2" fmla="*/ 13 w 431"/>
                  <a:gd name="T3" fmla="*/ 964 h 964"/>
                  <a:gd name="T4" fmla="*/ 4 w 431"/>
                  <a:gd name="T5" fmla="*/ 960 h 964"/>
                  <a:gd name="T6" fmla="*/ 6 w 431"/>
                  <a:gd name="T7" fmla="*/ 944 h 964"/>
                  <a:gd name="T8" fmla="*/ 104 w 431"/>
                  <a:gd name="T9" fmla="*/ 854 h 964"/>
                  <a:gd name="T10" fmla="*/ 201 w 431"/>
                  <a:gd name="T11" fmla="*/ 736 h 964"/>
                  <a:gd name="T12" fmla="*/ 293 w 431"/>
                  <a:gd name="T13" fmla="*/ 582 h 964"/>
                  <a:gd name="T14" fmla="*/ 367 w 431"/>
                  <a:gd name="T15" fmla="*/ 384 h 964"/>
                  <a:gd name="T16" fmla="*/ 398 w 431"/>
                  <a:gd name="T17" fmla="*/ 245 h 964"/>
                  <a:gd name="T18" fmla="*/ 408 w 431"/>
                  <a:gd name="T19" fmla="*/ 117 h 964"/>
                  <a:gd name="T20" fmla="*/ 405 w 431"/>
                  <a:gd name="T21" fmla="*/ 13 h 964"/>
                  <a:gd name="T22" fmla="*/ 416 w 431"/>
                  <a:gd name="T23" fmla="*/ 1 h 964"/>
                  <a:gd name="T24" fmla="*/ 428 w 431"/>
                  <a:gd name="T25" fmla="*/ 11 h 964"/>
                  <a:gd name="T26" fmla="*/ 430 w 431"/>
                  <a:gd name="T27" fmla="*/ 118 h 964"/>
                  <a:gd name="T28" fmla="*/ 420 w 431"/>
                  <a:gd name="T29" fmla="*/ 248 h 964"/>
                  <a:gd name="T30" fmla="*/ 389 w 431"/>
                  <a:gd name="T31" fmla="*/ 390 h 964"/>
                  <a:gd name="T32" fmla="*/ 313 w 431"/>
                  <a:gd name="T33" fmla="*/ 592 h 964"/>
                  <a:gd name="T34" fmla="*/ 219 w 431"/>
                  <a:gd name="T35" fmla="*/ 749 h 964"/>
                  <a:gd name="T36" fmla="*/ 120 w 431"/>
                  <a:gd name="T37" fmla="*/ 869 h 964"/>
                  <a:gd name="T38" fmla="*/ 20 w 431"/>
                  <a:gd name="T39" fmla="*/ 961 h 964"/>
                  <a:gd name="T40" fmla="*/ 13 w 431"/>
                  <a:gd name="T41"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1" h="964">
                    <a:moveTo>
                      <a:pt x="13" y="964"/>
                    </a:moveTo>
                    <a:lnTo>
                      <a:pt x="13" y="964"/>
                    </a:lnTo>
                    <a:cubicBezTo>
                      <a:pt x="10" y="964"/>
                      <a:pt x="6" y="962"/>
                      <a:pt x="4" y="960"/>
                    </a:cubicBezTo>
                    <a:cubicBezTo>
                      <a:pt x="0" y="955"/>
                      <a:pt x="1" y="948"/>
                      <a:pt x="6" y="944"/>
                    </a:cubicBezTo>
                    <a:cubicBezTo>
                      <a:pt x="44" y="913"/>
                      <a:pt x="76" y="883"/>
                      <a:pt x="104" y="854"/>
                    </a:cubicBezTo>
                    <a:cubicBezTo>
                      <a:pt x="138" y="818"/>
                      <a:pt x="170" y="779"/>
                      <a:pt x="201" y="736"/>
                    </a:cubicBezTo>
                    <a:cubicBezTo>
                      <a:pt x="236" y="687"/>
                      <a:pt x="267" y="635"/>
                      <a:pt x="293" y="582"/>
                    </a:cubicBezTo>
                    <a:cubicBezTo>
                      <a:pt x="322" y="522"/>
                      <a:pt x="347" y="457"/>
                      <a:pt x="367" y="384"/>
                    </a:cubicBezTo>
                    <a:cubicBezTo>
                      <a:pt x="382" y="331"/>
                      <a:pt x="392" y="287"/>
                      <a:pt x="398" y="245"/>
                    </a:cubicBezTo>
                    <a:cubicBezTo>
                      <a:pt x="403" y="205"/>
                      <a:pt x="407" y="163"/>
                      <a:pt x="408" y="117"/>
                    </a:cubicBezTo>
                    <a:cubicBezTo>
                      <a:pt x="408" y="79"/>
                      <a:pt x="408" y="45"/>
                      <a:pt x="405" y="13"/>
                    </a:cubicBezTo>
                    <a:cubicBezTo>
                      <a:pt x="405" y="6"/>
                      <a:pt x="410" y="1"/>
                      <a:pt x="416" y="1"/>
                    </a:cubicBezTo>
                    <a:cubicBezTo>
                      <a:pt x="422" y="0"/>
                      <a:pt x="427" y="5"/>
                      <a:pt x="428" y="11"/>
                    </a:cubicBezTo>
                    <a:cubicBezTo>
                      <a:pt x="430" y="44"/>
                      <a:pt x="431" y="79"/>
                      <a:pt x="430" y="118"/>
                    </a:cubicBezTo>
                    <a:cubicBezTo>
                      <a:pt x="429" y="165"/>
                      <a:pt x="426" y="208"/>
                      <a:pt x="420" y="248"/>
                    </a:cubicBezTo>
                    <a:cubicBezTo>
                      <a:pt x="414" y="291"/>
                      <a:pt x="404" y="336"/>
                      <a:pt x="389" y="390"/>
                    </a:cubicBezTo>
                    <a:cubicBezTo>
                      <a:pt x="368" y="464"/>
                      <a:pt x="343" y="530"/>
                      <a:pt x="313" y="592"/>
                    </a:cubicBezTo>
                    <a:cubicBezTo>
                      <a:pt x="287" y="646"/>
                      <a:pt x="255" y="699"/>
                      <a:pt x="219" y="749"/>
                    </a:cubicBezTo>
                    <a:cubicBezTo>
                      <a:pt x="188" y="793"/>
                      <a:pt x="155" y="833"/>
                      <a:pt x="120" y="869"/>
                    </a:cubicBezTo>
                    <a:cubicBezTo>
                      <a:pt x="92" y="900"/>
                      <a:pt x="59" y="930"/>
                      <a:pt x="20" y="961"/>
                    </a:cubicBezTo>
                    <a:cubicBezTo>
                      <a:pt x="18" y="963"/>
                      <a:pt x="15" y="964"/>
                      <a:pt x="13" y="964"/>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1" name="Freeform 66">
                <a:extLst>
                  <a:ext uri="{FF2B5EF4-FFF2-40B4-BE49-F238E27FC236}">
                    <a16:creationId xmlns:a16="http://schemas.microsoft.com/office/drawing/2014/main" id="{45BC53CB-B38B-AAA3-CA4E-80EA47F9F7BC}"/>
                  </a:ext>
                </a:extLst>
              </p:cNvPr>
              <p:cNvSpPr>
                <a:spLocks/>
              </p:cNvSpPr>
              <p:nvPr/>
            </p:nvSpPr>
            <p:spPr bwMode="auto">
              <a:xfrm>
                <a:off x="3118" y="1857"/>
                <a:ext cx="126" cy="100"/>
              </a:xfrm>
              <a:custGeom>
                <a:avLst/>
                <a:gdLst>
                  <a:gd name="T0" fmla="*/ 278 w 290"/>
                  <a:gd name="T1" fmla="*/ 229 h 229"/>
                  <a:gd name="T2" fmla="*/ 278 w 290"/>
                  <a:gd name="T3" fmla="*/ 229 h 229"/>
                  <a:gd name="T4" fmla="*/ 269 w 290"/>
                  <a:gd name="T5" fmla="*/ 226 h 229"/>
                  <a:gd name="T6" fmla="*/ 158 w 290"/>
                  <a:gd name="T7" fmla="*/ 122 h 229"/>
                  <a:gd name="T8" fmla="*/ 8 w 290"/>
                  <a:gd name="T9" fmla="*/ 23 h 229"/>
                  <a:gd name="T10" fmla="*/ 3 w 290"/>
                  <a:gd name="T11" fmla="*/ 8 h 229"/>
                  <a:gd name="T12" fmla="*/ 19 w 290"/>
                  <a:gd name="T13" fmla="*/ 3 h 229"/>
                  <a:gd name="T14" fmla="*/ 172 w 290"/>
                  <a:gd name="T15" fmla="*/ 104 h 229"/>
                  <a:gd name="T16" fmla="*/ 286 w 290"/>
                  <a:gd name="T17" fmla="*/ 210 h 229"/>
                  <a:gd name="T18" fmla="*/ 285 w 290"/>
                  <a:gd name="T19" fmla="*/ 226 h 229"/>
                  <a:gd name="T20" fmla="*/ 278 w 290"/>
                  <a:gd name="T21"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229">
                    <a:moveTo>
                      <a:pt x="278" y="229"/>
                    </a:moveTo>
                    <a:lnTo>
                      <a:pt x="278" y="229"/>
                    </a:lnTo>
                    <a:cubicBezTo>
                      <a:pt x="275" y="229"/>
                      <a:pt x="272" y="228"/>
                      <a:pt x="269" y="226"/>
                    </a:cubicBezTo>
                    <a:cubicBezTo>
                      <a:pt x="232" y="186"/>
                      <a:pt x="195" y="152"/>
                      <a:pt x="158" y="122"/>
                    </a:cubicBezTo>
                    <a:cubicBezTo>
                      <a:pt x="116" y="89"/>
                      <a:pt x="68" y="58"/>
                      <a:pt x="8" y="23"/>
                    </a:cubicBezTo>
                    <a:cubicBezTo>
                      <a:pt x="2" y="20"/>
                      <a:pt x="0" y="13"/>
                      <a:pt x="3" y="8"/>
                    </a:cubicBezTo>
                    <a:cubicBezTo>
                      <a:pt x="6" y="2"/>
                      <a:pt x="13" y="0"/>
                      <a:pt x="19" y="3"/>
                    </a:cubicBezTo>
                    <a:cubicBezTo>
                      <a:pt x="81" y="38"/>
                      <a:pt x="129" y="71"/>
                      <a:pt x="172" y="104"/>
                    </a:cubicBezTo>
                    <a:cubicBezTo>
                      <a:pt x="210" y="135"/>
                      <a:pt x="248" y="169"/>
                      <a:pt x="286" y="210"/>
                    </a:cubicBezTo>
                    <a:cubicBezTo>
                      <a:pt x="290" y="215"/>
                      <a:pt x="290" y="222"/>
                      <a:pt x="285" y="226"/>
                    </a:cubicBezTo>
                    <a:cubicBezTo>
                      <a:pt x="283" y="228"/>
                      <a:pt x="280" y="229"/>
                      <a:pt x="278" y="229"/>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2" name="Freeform 67">
                <a:extLst>
                  <a:ext uri="{FF2B5EF4-FFF2-40B4-BE49-F238E27FC236}">
                    <a16:creationId xmlns:a16="http://schemas.microsoft.com/office/drawing/2014/main" id="{09861D02-287A-D934-C069-EC9ADE52FF5F}"/>
                  </a:ext>
                </a:extLst>
              </p:cNvPr>
              <p:cNvSpPr>
                <a:spLocks/>
              </p:cNvSpPr>
              <p:nvPr/>
            </p:nvSpPr>
            <p:spPr bwMode="auto">
              <a:xfrm>
                <a:off x="2343" y="2021"/>
                <a:ext cx="241" cy="713"/>
              </a:xfrm>
              <a:custGeom>
                <a:avLst/>
                <a:gdLst>
                  <a:gd name="T0" fmla="*/ 540 w 553"/>
                  <a:gd name="T1" fmla="*/ 1637 h 1637"/>
                  <a:gd name="T2" fmla="*/ 540 w 553"/>
                  <a:gd name="T3" fmla="*/ 1637 h 1637"/>
                  <a:gd name="T4" fmla="*/ 534 w 553"/>
                  <a:gd name="T5" fmla="*/ 1635 h 1637"/>
                  <a:gd name="T6" fmla="*/ 401 w 553"/>
                  <a:gd name="T7" fmla="*/ 1527 h 1637"/>
                  <a:gd name="T8" fmla="*/ 292 w 553"/>
                  <a:gd name="T9" fmla="*/ 1413 h 1637"/>
                  <a:gd name="T10" fmla="*/ 201 w 553"/>
                  <a:gd name="T11" fmla="*/ 1288 h 1637"/>
                  <a:gd name="T12" fmla="*/ 115 w 553"/>
                  <a:gd name="T13" fmla="*/ 1132 h 1637"/>
                  <a:gd name="T14" fmla="*/ 58 w 553"/>
                  <a:gd name="T15" fmla="*/ 988 h 1637"/>
                  <a:gd name="T16" fmla="*/ 28 w 553"/>
                  <a:gd name="T17" fmla="*/ 870 h 1637"/>
                  <a:gd name="T18" fmla="*/ 3 w 553"/>
                  <a:gd name="T19" fmla="*/ 705 h 1637"/>
                  <a:gd name="T20" fmla="*/ 1 w 553"/>
                  <a:gd name="T21" fmla="*/ 581 h 1637"/>
                  <a:gd name="T22" fmla="*/ 16 w 553"/>
                  <a:gd name="T23" fmla="*/ 404 h 1637"/>
                  <a:gd name="T24" fmla="*/ 56 w 553"/>
                  <a:gd name="T25" fmla="*/ 243 h 1637"/>
                  <a:gd name="T26" fmla="*/ 152 w 553"/>
                  <a:gd name="T27" fmla="*/ 8 h 1637"/>
                  <a:gd name="T28" fmla="*/ 168 w 553"/>
                  <a:gd name="T29" fmla="*/ 3 h 1637"/>
                  <a:gd name="T30" fmla="*/ 172 w 553"/>
                  <a:gd name="T31" fmla="*/ 19 h 1637"/>
                  <a:gd name="T32" fmla="*/ 78 w 553"/>
                  <a:gd name="T33" fmla="*/ 249 h 1637"/>
                  <a:gd name="T34" fmla="*/ 39 w 553"/>
                  <a:gd name="T35" fmla="*/ 408 h 1637"/>
                  <a:gd name="T36" fmla="*/ 24 w 553"/>
                  <a:gd name="T37" fmla="*/ 582 h 1637"/>
                  <a:gd name="T38" fmla="*/ 26 w 553"/>
                  <a:gd name="T39" fmla="*/ 703 h 1637"/>
                  <a:gd name="T40" fmla="*/ 50 w 553"/>
                  <a:gd name="T41" fmla="*/ 866 h 1637"/>
                  <a:gd name="T42" fmla="*/ 80 w 553"/>
                  <a:gd name="T43" fmla="*/ 981 h 1637"/>
                  <a:gd name="T44" fmla="*/ 135 w 553"/>
                  <a:gd name="T45" fmla="*/ 1122 h 1637"/>
                  <a:gd name="T46" fmla="*/ 220 w 553"/>
                  <a:gd name="T47" fmla="*/ 1275 h 1637"/>
                  <a:gd name="T48" fmla="*/ 310 w 553"/>
                  <a:gd name="T49" fmla="*/ 1398 h 1637"/>
                  <a:gd name="T50" fmla="*/ 416 w 553"/>
                  <a:gd name="T51" fmla="*/ 1510 h 1637"/>
                  <a:gd name="T52" fmla="*/ 547 w 553"/>
                  <a:gd name="T53" fmla="*/ 1616 h 1637"/>
                  <a:gd name="T54" fmla="*/ 550 w 553"/>
                  <a:gd name="T55" fmla="*/ 1632 h 1637"/>
                  <a:gd name="T56" fmla="*/ 540 w 553"/>
                  <a:gd name="T57" fmla="*/ 1637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53" h="1637">
                    <a:moveTo>
                      <a:pt x="540" y="1637"/>
                    </a:moveTo>
                    <a:lnTo>
                      <a:pt x="540" y="1637"/>
                    </a:lnTo>
                    <a:cubicBezTo>
                      <a:pt x="538" y="1637"/>
                      <a:pt x="536" y="1636"/>
                      <a:pt x="534" y="1635"/>
                    </a:cubicBezTo>
                    <a:cubicBezTo>
                      <a:pt x="487" y="1602"/>
                      <a:pt x="442" y="1566"/>
                      <a:pt x="401" y="1527"/>
                    </a:cubicBezTo>
                    <a:cubicBezTo>
                      <a:pt x="362" y="1491"/>
                      <a:pt x="326" y="1453"/>
                      <a:pt x="292" y="1413"/>
                    </a:cubicBezTo>
                    <a:cubicBezTo>
                      <a:pt x="260" y="1374"/>
                      <a:pt x="229" y="1332"/>
                      <a:pt x="201" y="1288"/>
                    </a:cubicBezTo>
                    <a:cubicBezTo>
                      <a:pt x="168" y="1237"/>
                      <a:pt x="139" y="1184"/>
                      <a:pt x="115" y="1132"/>
                    </a:cubicBezTo>
                    <a:cubicBezTo>
                      <a:pt x="92" y="1084"/>
                      <a:pt x="73" y="1035"/>
                      <a:pt x="58" y="988"/>
                    </a:cubicBezTo>
                    <a:cubicBezTo>
                      <a:pt x="47" y="953"/>
                      <a:pt x="38" y="916"/>
                      <a:pt x="28" y="870"/>
                    </a:cubicBezTo>
                    <a:cubicBezTo>
                      <a:pt x="15" y="810"/>
                      <a:pt x="7" y="756"/>
                      <a:pt x="3" y="705"/>
                    </a:cubicBezTo>
                    <a:cubicBezTo>
                      <a:pt x="1" y="668"/>
                      <a:pt x="0" y="628"/>
                      <a:pt x="1" y="581"/>
                    </a:cubicBezTo>
                    <a:cubicBezTo>
                      <a:pt x="2" y="516"/>
                      <a:pt x="8" y="458"/>
                      <a:pt x="16" y="404"/>
                    </a:cubicBezTo>
                    <a:cubicBezTo>
                      <a:pt x="27" y="343"/>
                      <a:pt x="43" y="286"/>
                      <a:pt x="56" y="243"/>
                    </a:cubicBezTo>
                    <a:cubicBezTo>
                      <a:pt x="84" y="152"/>
                      <a:pt x="116" y="75"/>
                      <a:pt x="152" y="8"/>
                    </a:cubicBezTo>
                    <a:cubicBezTo>
                      <a:pt x="155" y="2"/>
                      <a:pt x="162" y="0"/>
                      <a:pt x="168" y="3"/>
                    </a:cubicBezTo>
                    <a:cubicBezTo>
                      <a:pt x="173" y="6"/>
                      <a:pt x="175" y="13"/>
                      <a:pt x="172" y="19"/>
                    </a:cubicBezTo>
                    <a:cubicBezTo>
                      <a:pt x="136" y="84"/>
                      <a:pt x="106" y="160"/>
                      <a:pt x="78" y="249"/>
                    </a:cubicBezTo>
                    <a:cubicBezTo>
                      <a:pt x="65" y="292"/>
                      <a:pt x="49" y="348"/>
                      <a:pt x="39" y="408"/>
                    </a:cubicBezTo>
                    <a:cubicBezTo>
                      <a:pt x="30" y="460"/>
                      <a:pt x="25" y="517"/>
                      <a:pt x="24" y="582"/>
                    </a:cubicBezTo>
                    <a:cubicBezTo>
                      <a:pt x="22" y="628"/>
                      <a:pt x="23" y="667"/>
                      <a:pt x="26" y="703"/>
                    </a:cubicBezTo>
                    <a:cubicBezTo>
                      <a:pt x="30" y="753"/>
                      <a:pt x="38" y="806"/>
                      <a:pt x="50" y="866"/>
                    </a:cubicBezTo>
                    <a:cubicBezTo>
                      <a:pt x="60" y="911"/>
                      <a:pt x="69" y="947"/>
                      <a:pt x="80" y="981"/>
                    </a:cubicBezTo>
                    <a:cubicBezTo>
                      <a:pt x="95" y="1028"/>
                      <a:pt x="113" y="1075"/>
                      <a:pt x="135" y="1122"/>
                    </a:cubicBezTo>
                    <a:cubicBezTo>
                      <a:pt x="159" y="1174"/>
                      <a:pt x="188" y="1225"/>
                      <a:pt x="220" y="1275"/>
                    </a:cubicBezTo>
                    <a:cubicBezTo>
                      <a:pt x="248" y="1319"/>
                      <a:pt x="278" y="1360"/>
                      <a:pt x="310" y="1398"/>
                    </a:cubicBezTo>
                    <a:cubicBezTo>
                      <a:pt x="343" y="1438"/>
                      <a:pt x="378" y="1475"/>
                      <a:pt x="416" y="1510"/>
                    </a:cubicBezTo>
                    <a:cubicBezTo>
                      <a:pt x="457" y="1548"/>
                      <a:pt x="501" y="1584"/>
                      <a:pt x="547" y="1616"/>
                    </a:cubicBezTo>
                    <a:cubicBezTo>
                      <a:pt x="552" y="1620"/>
                      <a:pt x="553" y="1627"/>
                      <a:pt x="550" y="1632"/>
                    </a:cubicBezTo>
                    <a:cubicBezTo>
                      <a:pt x="548" y="1635"/>
                      <a:pt x="544" y="1637"/>
                      <a:pt x="540" y="1637"/>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3" name="Freeform 68">
                <a:extLst>
                  <a:ext uri="{FF2B5EF4-FFF2-40B4-BE49-F238E27FC236}">
                    <a16:creationId xmlns:a16="http://schemas.microsoft.com/office/drawing/2014/main" id="{2645274E-ED8E-89B3-6E77-F6B5B7300506}"/>
                  </a:ext>
                </a:extLst>
              </p:cNvPr>
              <p:cNvSpPr>
                <a:spLocks/>
              </p:cNvSpPr>
              <p:nvPr/>
            </p:nvSpPr>
            <p:spPr bwMode="auto">
              <a:xfrm>
                <a:off x="2701" y="2790"/>
                <a:ext cx="185" cy="42"/>
              </a:xfrm>
              <a:custGeom>
                <a:avLst/>
                <a:gdLst>
                  <a:gd name="T0" fmla="*/ 413 w 424"/>
                  <a:gd name="T1" fmla="*/ 97 h 97"/>
                  <a:gd name="T2" fmla="*/ 413 w 424"/>
                  <a:gd name="T3" fmla="*/ 97 h 97"/>
                  <a:gd name="T4" fmla="*/ 413 w 424"/>
                  <a:gd name="T5" fmla="*/ 97 h 97"/>
                  <a:gd name="T6" fmla="*/ 267 w 424"/>
                  <a:gd name="T7" fmla="*/ 87 h 97"/>
                  <a:gd name="T8" fmla="*/ 125 w 424"/>
                  <a:gd name="T9" fmla="*/ 60 h 97"/>
                  <a:gd name="T10" fmla="*/ 9 w 424"/>
                  <a:gd name="T11" fmla="*/ 24 h 97"/>
                  <a:gd name="T12" fmla="*/ 2 w 424"/>
                  <a:gd name="T13" fmla="*/ 9 h 97"/>
                  <a:gd name="T14" fmla="*/ 16 w 424"/>
                  <a:gd name="T15" fmla="*/ 2 h 97"/>
                  <a:gd name="T16" fmla="*/ 130 w 424"/>
                  <a:gd name="T17" fmla="*/ 38 h 97"/>
                  <a:gd name="T18" fmla="*/ 270 w 424"/>
                  <a:gd name="T19" fmla="*/ 64 h 97"/>
                  <a:gd name="T20" fmla="*/ 413 w 424"/>
                  <a:gd name="T21" fmla="*/ 75 h 97"/>
                  <a:gd name="T22" fmla="*/ 424 w 424"/>
                  <a:gd name="T23" fmla="*/ 86 h 97"/>
                  <a:gd name="T24" fmla="*/ 413 w 424"/>
                  <a:gd name="T2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4" h="97">
                    <a:moveTo>
                      <a:pt x="413" y="97"/>
                    </a:moveTo>
                    <a:lnTo>
                      <a:pt x="413" y="97"/>
                    </a:lnTo>
                    <a:lnTo>
                      <a:pt x="413" y="97"/>
                    </a:lnTo>
                    <a:cubicBezTo>
                      <a:pt x="364" y="96"/>
                      <a:pt x="315" y="93"/>
                      <a:pt x="267" y="87"/>
                    </a:cubicBezTo>
                    <a:cubicBezTo>
                      <a:pt x="218" y="80"/>
                      <a:pt x="170" y="71"/>
                      <a:pt x="125" y="60"/>
                    </a:cubicBezTo>
                    <a:cubicBezTo>
                      <a:pt x="87" y="50"/>
                      <a:pt x="48" y="38"/>
                      <a:pt x="9" y="24"/>
                    </a:cubicBezTo>
                    <a:cubicBezTo>
                      <a:pt x="3" y="22"/>
                      <a:pt x="0" y="15"/>
                      <a:pt x="2" y="9"/>
                    </a:cubicBezTo>
                    <a:cubicBezTo>
                      <a:pt x="4" y="3"/>
                      <a:pt x="11" y="0"/>
                      <a:pt x="16" y="2"/>
                    </a:cubicBezTo>
                    <a:cubicBezTo>
                      <a:pt x="55" y="16"/>
                      <a:pt x="93" y="28"/>
                      <a:pt x="130" y="38"/>
                    </a:cubicBezTo>
                    <a:cubicBezTo>
                      <a:pt x="175" y="49"/>
                      <a:pt x="222" y="58"/>
                      <a:pt x="270" y="64"/>
                    </a:cubicBezTo>
                    <a:cubicBezTo>
                      <a:pt x="317" y="70"/>
                      <a:pt x="365" y="74"/>
                      <a:pt x="413" y="75"/>
                    </a:cubicBezTo>
                    <a:cubicBezTo>
                      <a:pt x="419" y="75"/>
                      <a:pt x="424" y="80"/>
                      <a:pt x="424" y="86"/>
                    </a:cubicBezTo>
                    <a:cubicBezTo>
                      <a:pt x="424" y="92"/>
                      <a:pt x="419" y="97"/>
                      <a:pt x="413" y="97"/>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4" name="Freeform 69">
                <a:extLst>
                  <a:ext uri="{FF2B5EF4-FFF2-40B4-BE49-F238E27FC236}">
                    <a16:creationId xmlns:a16="http://schemas.microsoft.com/office/drawing/2014/main" id="{114E4A55-87ED-537B-2D9B-D15157311785}"/>
                  </a:ext>
                </a:extLst>
              </p:cNvPr>
              <p:cNvSpPr>
                <a:spLocks/>
              </p:cNvSpPr>
              <p:nvPr/>
            </p:nvSpPr>
            <p:spPr bwMode="auto">
              <a:xfrm>
                <a:off x="3099" y="2696"/>
                <a:ext cx="142" cy="92"/>
              </a:xfrm>
              <a:custGeom>
                <a:avLst/>
                <a:gdLst>
                  <a:gd name="T0" fmla="*/ 13 w 326"/>
                  <a:gd name="T1" fmla="*/ 210 h 210"/>
                  <a:gd name="T2" fmla="*/ 13 w 326"/>
                  <a:gd name="T3" fmla="*/ 210 h 210"/>
                  <a:gd name="T4" fmla="*/ 3 w 326"/>
                  <a:gd name="T5" fmla="*/ 203 h 210"/>
                  <a:gd name="T6" fmla="*/ 9 w 326"/>
                  <a:gd name="T7" fmla="*/ 188 h 210"/>
                  <a:gd name="T8" fmla="*/ 150 w 326"/>
                  <a:gd name="T9" fmla="*/ 115 h 210"/>
                  <a:gd name="T10" fmla="*/ 306 w 326"/>
                  <a:gd name="T11" fmla="*/ 4 h 210"/>
                  <a:gd name="T12" fmla="*/ 322 w 326"/>
                  <a:gd name="T13" fmla="*/ 5 h 210"/>
                  <a:gd name="T14" fmla="*/ 321 w 326"/>
                  <a:gd name="T15" fmla="*/ 21 h 210"/>
                  <a:gd name="T16" fmla="*/ 162 w 326"/>
                  <a:gd name="T17" fmla="*/ 135 h 210"/>
                  <a:gd name="T18" fmla="*/ 18 w 326"/>
                  <a:gd name="T19" fmla="*/ 209 h 210"/>
                  <a:gd name="T20" fmla="*/ 13 w 326"/>
                  <a:gd name="T2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6" h="210">
                    <a:moveTo>
                      <a:pt x="13" y="210"/>
                    </a:moveTo>
                    <a:lnTo>
                      <a:pt x="13" y="210"/>
                    </a:lnTo>
                    <a:cubicBezTo>
                      <a:pt x="9" y="210"/>
                      <a:pt x="5" y="208"/>
                      <a:pt x="3" y="203"/>
                    </a:cubicBezTo>
                    <a:cubicBezTo>
                      <a:pt x="0" y="198"/>
                      <a:pt x="3" y="191"/>
                      <a:pt x="9" y="188"/>
                    </a:cubicBezTo>
                    <a:cubicBezTo>
                      <a:pt x="57" y="167"/>
                      <a:pt x="105" y="143"/>
                      <a:pt x="150" y="115"/>
                    </a:cubicBezTo>
                    <a:cubicBezTo>
                      <a:pt x="203" y="84"/>
                      <a:pt x="255" y="46"/>
                      <a:pt x="306" y="4"/>
                    </a:cubicBezTo>
                    <a:cubicBezTo>
                      <a:pt x="311" y="0"/>
                      <a:pt x="318" y="1"/>
                      <a:pt x="322" y="5"/>
                    </a:cubicBezTo>
                    <a:cubicBezTo>
                      <a:pt x="326" y="10"/>
                      <a:pt x="326" y="17"/>
                      <a:pt x="321" y="21"/>
                    </a:cubicBezTo>
                    <a:cubicBezTo>
                      <a:pt x="269" y="64"/>
                      <a:pt x="216" y="103"/>
                      <a:pt x="162" y="135"/>
                    </a:cubicBezTo>
                    <a:cubicBezTo>
                      <a:pt x="116" y="163"/>
                      <a:pt x="67" y="188"/>
                      <a:pt x="18" y="209"/>
                    </a:cubicBezTo>
                    <a:cubicBezTo>
                      <a:pt x="16" y="210"/>
                      <a:pt x="15" y="210"/>
                      <a:pt x="13" y="210"/>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5" name="Freeform 70">
                <a:extLst>
                  <a:ext uri="{FF2B5EF4-FFF2-40B4-BE49-F238E27FC236}">
                    <a16:creationId xmlns:a16="http://schemas.microsoft.com/office/drawing/2014/main" id="{53FC69CE-6763-53C8-F901-69DF08ACC52E}"/>
                  </a:ext>
                </a:extLst>
              </p:cNvPr>
              <p:cNvSpPr>
                <a:spLocks/>
              </p:cNvSpPr>
              <p:nvPr/>
            </p:nvSpPr>
            <p:spPr bwMode="auto">
              <a:xfrm>
                <a:off x="3387" y="2082"/>
                <a:ext cx="49" cy="348"/>
              </a:xfrm>
              <a:custGeom>
                <a:avLst/>
                <a:gdLst>
                  <a:gd name="T0" fmla="*/ 57 w 112"/>
                  <a:gd name="T1" fmla="*/ 798 h 798"/>
                  <a:gd name="T2" fmla="*/ 57 w 112"/>
                  <a:gd name="T3" fmla="*/ 798 h 798"/>
                  <a:gd name="T4" fmla="*/ 54 w 112"/>
                  <a:gd name="T5" fmla="*/ 798 h 798"/>
                  <a:gd name="T6" fmla="*/ 46 w 112"/>
                  <a:gd name="T7" fmla="*/ 784 h 798"/>
                  <a:gd name="T8" fmla="*/ 78 w 112"/>
                  <a:gd name="T9" fmla="*/ 631 h 798"/>
                  <a:gd name="T10" fmla="*/ 88 w 112"/>
                  <a:gd name="T11" fmla="*/ 488 h 798"/>
                  <a:gd name="T12" fmla="*/ 85 w 112"/>
                  <a:gd name="T13" fmla="*/ 372 h 798"/>
                  <a:gd name="T14" fmla="*/ 63 w 112"/>
                  <a:gd name="T15" fmla="*/ 217 h 798"/>
                  <a:gd name="T16" fmla="*/ 3 w 112"/>
                  <a:gd name="T17" fmla="*/ 17 h 798"/>
                  <a:gd name="T18" fmla="*/ 9 w 112"/>
                  <a:gd name="T19" fmla="*/ 3 h 798"/>
                  <a:gd name="T20" fmla="*/ 24 w 112"/>
                  <a:gd name="T21" fmla="*/ 9 h 798"/>
                  <a:gd name="T22" fmla="*/ 85 w 112"/>
                  <a:gd name="T23" fmla="*/ 212 h 798"/>
                  <a:gd name="T24" fmla="*/ 108 w 112"/>
                  <a:gd name="T25" fmla="*/ 370 h 798"/>
                  <a:gd name="T26" fmla="*/ 111 w 112"/>
                  <a:gd name="T27" fmla="*/ 488 h 798"/>
                  <a:gd name="T28" fmla="*/ 100 w 112"/>
                  <a:gd name="T29" fmla="*/ 634 h 798"/>
                  <a:gd name="T30" fmla="*/ 68 w 112"/>
                  <a:gd name="T31" fmla="*/ 790 h 798"/>
                  <a:gd name="T32" fmla="*/ 57 w 112"/>
                  <a:gd name="T33" fmla="*/ 798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 h="798">
                    <a:moveTo>
                      <a:pt x="57" y="798"/>
                    </a:moveTo>
                    <a:lnTo>
                      <a:pt x="57" y="798"/>
                    </a:lnTo>
                    <a:cubicBezTo>
                      <a:pt x="56" y="798"/>
                      <a:pt x="55" y="798"/>
                      <a:pt x="54" y="798"/>
                    </a:cubicBezTo>
                    <a:cubicBezTo>
                      <a:pt x="48" y="796"/>
                      <a:pt x="44" y="790"/>
                      <a:pt x="46" y="784"/>
                    </a:cubicBezTo>
                    <a:cubicBezTo>
                      <a:pt x="61" y="726"/>
                      <a:pt x="71" y="678"/>
                      <a:pt x="78" y="631"/>
                    </a:cubicBezTo>
                    <a:cubicBezTo>
                      <a:pt x="84" y="586"/>
                      <a:pt x="88" y="539"/>
                      <a:pt x="88" y="488"/>
                    </a:cubicBezTo>
                    <a:cubicBezTo>
                      <a:pt x="89" y="446"/>
                      <a:pt x="88" y="409"/>
                      <a:pt x="85" y="372"/>
                    </a:cubicBezTo>
                    <a:cubicBezTo>
                      <a:pt x="82" y="321"/>
                      <a:pt x="74" y="269"/>
                      <a:pt x="63" y="217"/>
                    </a:cubicBezTo>
                    <a:cubicBezTo>
                      <a:pt x="49" y="149"/>
                      <a:pt x="28" y="82"/>
                      <a:pt x="3" y="17"/>
                    </a:cubicBezTo>
                    <a:cubicBezTo>
                      <a:pt x="0" y="12"/>
                      <a:pt x="3" y="5"/>
                      <a:pt x="9" y="3"/>
                    </a:cubicBezTo>
                    <a:cubicBezTo>
                      <a:pt x="15" y="0"/>
                      <a:pt x="21" y="3"/>
                      <a:pt x="24" y="9"/>
                    </a:cubicBezTo>
                    <a:cubicBezTo>
                      <a:pt x="50" y="75"/>
                      <a:pt x="70" y="143"/>
                      <a:pt x="85" y="212"/>
                    </a:cubicBezTo>
                    <a:cubicBezTo>
                      <a:pt x="96" y="265"/>
                      <a:pt x="104" y="319"/>
                      <a:pt x="108" y="370"/>
                    </a:cubicBezTo>
                    <a:cubicBezTo>
                      <a:pt x="111" y="408"/>
                      <a:pt x="112" y="446"/>
                      <a:pt x="111" y="488"/>
                    </a:cubicBezTo>
                    <a:cubicBezTo>
                      <a:pt x="110" y="541"/>
                      <a:pt x="107" y="588"/>
                      <a:pt x="100" y="634"/>
                    </a:cubicBezTo>
                    <a:cubicBezTo>
                      <a:pt x="94" y="682"/>
                      <a:pt x="83" y="731"/>
                      <a:pt x="68" y="790"/>
                    </a:cubicBezTo>
                    <a:cubicBezTo>
                      <a:pt x="66" y="795"/>
                      <a:pt x="62" y="798"/>
                      <a:pt x="57" y="79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6" name="Freeform 71">
                <a:extLst>
                  <a:ext uri="{FF2B5EF4-FFF2-40B4-BE49-F238E27FC236}">
                    <a16:creationId xmlns:a16="http://schemas.microsoft.com/office/drawing/2014/main" id="{305E34A7-8BBD-7B47-2B12-0579C44BFA5A}"/>
                  </a:ext>
                </a:extLst>
              </p:cNvPr>
              <p:cNvSpPr>
                <a:spLocks/>
              </p:cNvSpPr>
              <p:nvPr/>
            </p:nvSpPr>
            <p:spPr bwMode="auto">
              <a:xfrm>
                <a:off x="3218" y="1854"/>
                <a:ext cx="65" cy="60"/>
              </a:xfrm>
              <a:custGeom>
                <a:avLst/>
                <a:gdLst>
                  <a:gd name="T0" fmla="*/ 138 w 151"/>
                  <a:gd name="T1" fmla="*/ 139 h 139"/>
                  <a:gd name="T2" fmla="*/ 138 w 151"/>
                  <a:gd name="T3" fmla="*/ 139 h 139"/>
                  <a:gd name="T4" fmla="*/ 130 w 151"/>
                  <a:gd name="T5" fmla="*/ 135 h 139"/>
                  <a:gd name="T6" fmla="*/ 6 w 151"/>
                  <a:gd name="T7" fmla="*/ 22 h 139"/>
                  <a:gd name="T8" fmla="*/ 4 w 151"/>
                  <a:gd name="T9" fmla="*/ 6 h 139"/>
                  <a:gd name="T10" fmla="*/ 20 w 151"/>
                  <a:gd name="T11" fmla="*/ 4 h 139"/>
                  <a:gd name="T12" fmla="*/ 146 w 151"/>
                  <a:gd name="T13" fmla="*/ 119 h 139"/>
                  <a:gd name="T14" fmla="*/ 146 w 151"/>
                  <a:gd name="T15" fmla="*/ 135 h 139"/>
                  <a:gd name="T16" fmla="*/ 138 w 151"/>
                  <a:gd name="T17"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139">
                    <a:moveTo>
                      <a:pt x="138" y="139"/>
                    </a:moveTo>
                    <a:lnTo>
                      <a:pt x="138" y="139"/>
                    </a:lnTo>
                    <a:cubicBezTo>
                      <a:pt x="135" y="139"/>
                      <a:pt x="132" y="137"/>
                      <a:pt x="130" y="135"/>
                    </a:cubicBezTo>
                    <a:cubicBezTo>
                      <a:pt x="89" y="92"/>
                      <a:pt x="48" y="55"/>
                      <a:pt x="6" y="22"/>
                    </a:cubicBezTo>
                    <a:cubicBezTo>
                      <a:pt x="1" y="18"/>
                      <a:pt x="0" y="11"/>
                      <a:pt x="4" y="6"/>
                    </a:cubicBezTo>
                    <a:cubicBezTo>
                      <a:pt x="8" y="1"/>
                      <a:pt x="15" y="0"/>
                      <a:pt x="20" y="4"/>
                    </a:cubicBezTo>
                    <a:cubicBezTo>
                      <a:pt x="63" y="37"/>
                      <a:pt x="104" y="75"/>
                      <a:pt x="146" y="119"/>
                    </a:cubicBezTo>
                    <a:cubicBezTo>
                      <a:pt x="151" y="124"/>
                      <a:pt x="151" y="131"/>
                      <a:pt x="146" y="135"/>
                    </a:cubicBezTo>
                    <a:cubicBezTo>
                      <a:pt x="144" y="138"/>
                      <a:pt x="141" y="139"/>
                      <a:pt x="138" y="139"/>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7" name="Freeform 72">
                <a:extLst>
                  <a:ext uri="{FF2B5EF4-FFF2-40B4-BE49-F238E27FC236}">
                    <a16:creationId xmlns:a16="http://schemas.microsoft.com/office/drawing/2014/main" id="{287F5B83-6A36-DCD6-D96A-96F97EB9F6E5}"/>
                  </a:ext>
                </a:extLst>
              </p:cNvPr>
              <p:cNvSpPr>
                <a:spLocks/>
              </p:cNvSpPr>
              <p:nvPr/>
            </p:nvSpPr>
            <p:spPr bwMode="auto">
              <a:xfrm>
                <a:off x="2763" y="1739"/>
                <a:ext cx="346" cy="54"/>
              </a:xfrm>
              <a:custGeom>
                <a:avLst/>
                <a:gdLst>
                  <a:gd name="T0" fmla="*/ 784 w 797"/>
                  <a:gd name="T1" fmla="*/ 123 h 123"/>
                  <a:gd name="T2" fmla="*/ 784 w 797"/>
                  <a:gd name="T3" fmla="*/ 123 h 123"/>
                  <a:gd name="T4" fmla="*/ 779 w 797"/>
                  <a:gd name="T5" fmla="*/ 122 h 123"/>
                  <a:gd name="T6" fmla="*/ 686 w 797"/>
                  <a:gd name="T7" fmla="*/ 86 h 123"/>
                  <a:gd name="T8" fmla="*/ 534 w 797"/>
                  <a:gd name="T9" fmla="*/ 47 h 123"/>
                  <a:gd name="T10" fmla="*/ 323 w 797"/>
                  <a:gd name="T11" fmla="*/ 25 h 123"/>
                  <a:gd name="T12" fmla="*/ 162 w 797"/>
                  <a:gd name="T13" fmla="*/ 30 h 123"/>
                  <a:gd name="T14" fmla="*/ 15 w 797"/>
                  <a:gd name="T15" fmla="*/ 54 h 123"/>
                  <a:gd name="T16" fmla="*/ 1 w 797"/>
                  <a:gd name="T17" fmla="*/ 46 h 123"/>
                  <a:gd name="T18" fmla="*/ 10 w 797"/>
                  <a:gd name="T19" fmla="*/ 32 h 123"/>
                  <a:gd name="T20" fmla="*/ 160 w 797"/>
                  <a:gd name="T21" fmla="*/ 7 h 123"/>
                  <a:gd name="T22" fmla="*/ 324 w 797"/>
                  <a:gd name="T23" fmla="*/ 2 h 123"/>
                  <a:gd name="T24" fmla="*/ 539 w 797"/>
                  <a:gd name="T25" fmla="*/ 25 h 123"/>
                  <a:gd name="T26" fmla="*/ 693 w 797"/>
                  <a:gd name="T27" fmla="*/ 65 h 123"/>
                  <a:gd name="T28" fmla="*/ 788 w 797"/>
                  <a:gd name="T29" fmla="*/ 101 h 123"/>
                  <a:gd name="T30" fmla="*/ 794 w 797"/>
                  <a:gd name="T31" fmla="*/ 116 h 123"/>
                  <a:gd name="T32" fmla="*/ 784 w 797"/>
                  <a:gd name="T33"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97" h="123">
                    <a:moveTo>
                      <a:pt x="784" y="123"/>
                    </a:moveTo>
                    <a:lnTo>
                      <a:pt x="784" y="123"/>
                    </a:lnTo>
                    <a:cubicBezTo>
                      <a:pt x="782" y="123"/>
                      <a:pt x="781" y="123"/>
                      <a:pt x="779" y="122"/>
                    </a:cubicBezTo>
                    <a:cubicBezTo>
                      <a:pt x="750" y="109"/>
                      <a:pt x="718" y="97"/>
                      <a:pt x="686" y="86"/>
                    </a:cubicBezTo>
                    <a:cubicBezTo>
                      <a:pt x="637" y="70"/>
                      <a:pt x="586" y="57"/>
                      <a:pt x="534" y="47"/>
                    </a:cubicBezTo>
                    <a:cubicBezTo>
                      <a:pt x="468" y="34"/>
                      <a:pt x="397" y="27"/>
                      <a:pt x="323" y="25"/>
                    </a:cubicBezTo>
                    <a:cubicBezTo>
                      <a:pt x="264" y="23"/>
                      <a:pt x="212" y="25"/>
                      <a:pt x="162" y="30"/>
                    </a:cubicBezTo>
                    <a:cubicBezTo>
                      <a:pt x="114" y="35"/>
                      <a:pt x="64" y="43"/>
                      <a:pt x="15" y="54"/>
                    </a:cubicBezTo>
                    <a:cubicBezTo>
                      <a:pt x="9" y="56"/>
                      <a:pt x="3" y="52"/>
                      <a:pt x="1" y="46"/>
                    </a:cubicBezTo>
                    <a:cubicBezTo>
                      <a:pt x="0" y="40"/>
                      <a:pt x="4" y="34"/>
                      <a:pt x="10" y="32"/>
                    </a:cubicBezTo>
                    <a:cubicBezTo>
                      <a:pt x="60" y="21"/>
                      <a:pt x="111" y="12"/>
                      <a:pt x="160" y="7"/>
                    </a:cubicBezTo>
                    <a:cubicBezTo>
                      <a:pt x="210" y="2"/>
                      <a:pt x="264" y="0"/>
                      <a:pt x="324" y="2"/>
                    </a:cubicBezTo>
                    <a:cubicBezTo>
                      <a:pt x="399" y="4"/>
                      <a:pt x="471" y="12"/>
                      <a:pt x="539" y="25"/>
                    </a:cubicBezTo>
                    <a:cubicBezTo>
                      <a:pt x="591" y="35"/>
                      <a:pt x="643" y="48"/>
                      <a:pt x="693" y="65"/>
                    </a:cubicBezTo>
                    <a:cubicBezTo>
                      <a:pt x="726" y="76"/>
                      <a:pt x="758" y="88"/>
                      <a:pt x="788" y="101"/>
                    </a:cubicBezTo>
                    <a:cubicBezTo>
                      <a:pt x="794" y="104"/>
                      <a:pt x="797" y="111"/>
                      <a:pt x="794" y="116"/>
                    </a:cubicBezTo>
                    <a:cubicBezTo>
                      <a:pt x="793" y="121"/>
                      <a:pt x="788" y="123"/>
                      <a:pt x="784" y="123"/>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8" name="Freeform 73">
                <a:extLst>
                  <a:ext uri="{FF2B5EF4-FFF2-40B4-BE49-F238E27FC236}">
                    <a16:creationId xmlns:a16="http://schemas.microsoft.com/office/drawing/2014/main" id="{D112C47C-6400-723E-D6E5-1F01E1FDA431}"/>
                  </a:ext>
                </a:extLst>
              </p:cNvPr>
              <p:cNvSpPr>
                <a:spLocks/>
              </p:cNvSpPr>
              <p:nvPr/>
            </p:nvSpPr>
            <p:spPr bwMode="auto">
              <a:xfrm>
                <a:off x="2663" y="1627"/>
                <a:ext cx="158" cy="45"/>
              </a:xfrm>
              <a:custGeom>
                <a:avLst/>
                <a:gdLst>
                  <a:gd name="T0" fmla="*/ 13 w 365"/>
                  <a:gd name="T1" fmla="*/ 102 h 102"/>
                  <a:gd name="T2" fmla="*/ 13 w 365"/>
                  <a:gd name="T3" fmla="*/ 102 h 102"/>
                  <a:gd name="T4" fmla="*/ 2 w 365"/>
                  <a:gd name="T5" fmla="*/ 95 h 102"/>
                  <a:gd name="T6" fmla="*/ 9 w 365"/>
                  <a:gd name="T7" fmla="*/ 80 h 102"/>
                  <a:gd name="T8" fmla="*/ 171 w 365"/>
                  <a:gd name="T9" fmla="*/ 32 h 102"/>
                  <a:gd name="T10" fmla="*/ 352 w 365"/>
                  <a:gd name="T11" fmla="*/ 1 h 102"/>
                  <a:gd name="T12" fmla="*/ 365 w 365"/>
                  <a:gd name="T13" fmla="*/ 11 h 102"/>
                  <a:gd name="T14" fmla="*/ 354 w 365"/>
                  <a:gd name="T15" fmla="*/ 24 h 102"/>
                  <a:gd name="T16" fmla="*/ 176 w 365"/>
                  <a:gd name="T17" fmla="*/ 54 h 102"/>
                  <a:gd name="T18" fmla="*/ 16 w 365"/>
                  <a:gd name="T19" fmla="*/ 102 h 102"/>
                  <a:gd name="T20" fmla="*/ 13 w 365"/>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 h="102">
                    <a:moveTo>
                      <a:pt x="13" y="102"/>
                    </a:moveTo>
                    <a:lnTo>
                      <a:pt x="13" y="102"/>
                    </a:lnTo>
                    <a:cubicBezTo>
                      <a:pt x="8" y="102"/>
                      <a:pt x="4" y="99"/>
                      <a:pt x="2" y="95"/>
                    </a:cubicBezTo>
                    <a:cubicBezTo>
                      <a:pt x="0" y="89"/>
                      <a:pt x="3" y="82"/>
                      <a:pt x="9" y="80"/>
                    </a:cubicBezTo>
                    <a:cubicBezTo>
                      <a:pt x="62" y="61"/>
                      <a:pt x="116" y="45"/>
                      <a:pt x="171" y="32"/>
                    </a:cubicBezTo>
                    <a:cubicBezTo>
                      <a:pt x="231" y="18"/>
                      <a:pt x="292" y="7"/>
                      <a:pt x="352" y="1"/>
                    </a:cubicBezTo>
                    <a:cubicBezTo>
                      <a:pt x="358" y="0"/>
                      <a:pt x="364" y="5"/>
                      <a:pt x="365" y="11"/>
                    </a:cubicBezTo>
                    <a:cubicBezTo>
                      <a:pt x="365" y="17"/>
                      <a:pt x="361" y="23"/>
                      <a:pt x="354" y="24"/>
                    </a:cubicBezTo>
                    <a:cubicBezTo>
                      <a:pt x="296" y="30"/>
                      <a:pt x="236" y="40"/>
                      <a:pt x="176" y="54"/>
                    </a:cubicBezTo>
                    <a:cubicBezTo>
                      <a:pt x="122" y="67"/>
                      <a:pt x="68" y="83"/>
                      <a:pt x="16" y="102"/>
                    </a:cubicBezTo>
                    <a:cubicBezTo>
                      <a:pt x="15" y="102"/>
                      <a:pt x="14" y="102"/>
                      <a:pt x="13" y="102"/>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9" name="Freeform 74">
                <a:extLst>
                  <a:ext uri="{FF2B5EF4-FFF2-40B4-BE49-F238E27FC236}">
                    <a16:creationId xmlns:a16="http://schemas.microsoft.com/office/drawing/2014/main" id="{86AF2101-515F-2284-8314-D4E280B9F93C}"/>
                  </a:ext>
                </a:extLst>
              </p:cNvPr>
              <p:cNvSpPr>
                <a:spLocks/>
              </p:cNvSpPr>
              <p:nvPr/>
            </p:nvSpPr>
            <p:spPr bwMode="auto">
              <a:xfrm>
                <a:off x="2350" y="1730"/>
                <a:ext cx="186" cy="178"/>
              </a:xfrm>
              <a:custGeom>
                <a:avLst/>
                <a:gdLst>
                  <a:gd name="T0" fmla="*/ 13 w 426"/>
                  <a:gd name="T1" fmla="*/ 409 h 409"/>
                  <a:gd name="T2" fmla="*/ 13 w 426"/>
                  <a:gd name="T3" fmla="*/ 409 h 409"/>
                  <a:gd name="T4" fmla="*/ 7 w 426"/>
                  <a:gd name="T5" fmla="*/ 407 h 409"/>
                  <a:gd name="T6" fmla="*/ 4 w 426"/>
                  <a:gd name="T7" fmla="*/ 391 h 409"/>
                  <a:gd name="T8" fmla="*/ 197 w 426"/>
                  <a:gd name="T9" fmla="*/ 169 h 409"/>
                  <a:gd name="T10" fmla="*/ 407 w 426"/>
                  <a:gd name="T11" fmla="*/ 4 h 409"/>
                  <a:gd name="T12" fmla="*/ 422 w 426"/>
                  <a:gd name="T13" fmla="*/ 7 h 409"/>
                  <a:gd name="T14" fmla="*/ 419 w 426"/>
                  <a:gd name="T15" fmla="*/ 23 h 409"/>
                  <a:gd name="T16" fmla="*/ 213 w 426"/>
                  <a:gd name="T17" fmla="*/ 186 h 409"/>
                  <a:gd name="T18" fmla="*/ 22 w 426"/>
                  <a:gd name="T19" fmla="*/ 404 h 409"/>
                  <a:gd name="T20" fmla="*/ 13 w 426"/>
                  <a:gd name="T21" fmla="*/ 409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6" h="409">
                    <a:moveTo>
                      <a:pt x="13" y="409"/>
                    </a:moveTo>
                    <a:lnTo>
                      <a:pt x="13" y="409"/>
                    </a:lnTo>
                    <a:cubicBezTo>
                      <a:pt x="11" y="409"/>
                      <a:pt x="9" y="408"/>
                      <a:pt x="7" y="407"/>
                    </a:cubicBezTo>
                    <a:cubicBezTo>
                      <a:pt x="1" y="403"/>
                      <a:pt x="0" y="396"/>
                      <a:pt x="4" y="391"/>
                    </a:cubicBezTo>
                    <a:cubicBezTo>
                      <a:pt x="63" y="310"/>
                      <a:pt x="128" y="235"/>
                      <a:pt x="197" y="169"/>
                    </a:cubicBezTo>
                    <a:cubicBezTo>
                      <a:pt x="261" y="110"/>
                      <a:pt x="331" y="54"/>
                      <a:pt x="407" y="4"/>
                    </a:cubicBezTo>
                    <a:cubicBezTo>
                      <a:pt x="412" y="0"/>
                      <a:pt x="419" y="2"/>
                      <a:pt x="422" y="7"/>
                    </a:cubicBezTo>
                    <a:cubicBezTo>
                      <a:pt x="426" y="12"/>
                      <a:pt x="424" y="19"/>
                      <a:pt x="419" y="23"/>
                    </a:cubicBezTo>
                    <a:cubicBezTo>
                      <a:pt x="345" y="72"/>
                      <a:pt x="275" y="127"/>
                      <a:pt x="213" y="186"/>
                    </a:cubicBezTo>
                    <a:cubicBezTo>
                      <a:pt x="145" y="250"/>
                      <a:pt x="81" y="324"/>
                      <a:pt x="22" y="404"/>
                    </a:cubicBezTo>
                    <a:cubicBezTo>
                      <a:pt x="20" y="408"/>
                      <a:pt x="17" y="409"/>
                      <a:pt x="13" y="409"/>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0" name="Freeform 75">
                <a:extLst>
                  <a:ext uri="{FF2B5EF4-FFF2-40B4-BE49-F238E27FC236}">
                    <a16:creationId xmlns:a16="http://schemas.microsoft.com/office/drawing/2014/main" id="{2A091A3A-A836-19E3-FA3E-EE390A53A52E}"/>
                  </a:ext>
                </a:extLst>
              </p:cNvPr>
              <p:cNvSpPr>
                <a:spLocks/>
              </p:cNvSpPr>
              <p:nvPr/>
            </p:nvSpPr>
            <p:spPr bwMode="auto">
              <a:xfrm>
                <a:off x="2236" y="2096"/>
                <a:ext cx="29" cy="92"/>
              </a:xfrm>
              <a:custGeom>
                <a:avLst/>
                <a:gdLst>
                  <a:gd name="T0" fmla="*/ 12 w 68"/>
                  <a:gd name="T1" fmla="*/ 211 h 211"/>
                  <a:gd name="T2" fmla="*/ 12 w 68"/>
                  <a:gd name="T3" fmla="*/ 211 h 211"/>
                  <a:gd name="T4" fmla="*/ 10 w 68"/>
                  <a:gd name="T5" fmla="*/ 211 h 211"/>
                  <a:gd name="T6" fmla="*/ 1 w 68"/>
                  <a:gd name="T7" fmla="*/ 198 h 211"/>
                  <a:gd name="T8" fmla="*/ 45 w 68"/>
                  <a:gd name="T9" fmla="*/ 9 h 211"/>
                  <a:gd name="T10" fmla="*/ 59 w 68"/>
                  <a:gd name="T11" fmla="*/ 2 h 211"/>
                  <a:gd name="T12" fmla="*/ 67 w 68"/>
                  <a:gd name="T13" fmla="*/ 16 h 211"/>
                  <a:gd name="T14" fmla="*/ 23 w 68"/>
                  <a:gd name="T15" fmla="*/ 202 h 211"/>
                  <a:gd name="T16" fmla="*/ 12 w 68"/>
                  <a:gd name="T1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211">
                    <a:moveTo>
                      <a:pt x="12" y="211"/>
                    </a:moveTo>
                    <a:lnTo>
                      <a:pt x="12" y="211"/>
                    </a:lnTo>
                    <a:cubicBezTo>
                      <a:pt x="11" y="211"/>
                      <a:pt x="11" y="211"/>
                      <a:pt x="10" y="211"/>
                    </a:cubicBezTo>
                    <a:cubicBezTo>
                      <a:pt x="4" y="210"/>
                      <a:pt x="0" y="204"/>
                      <a:pt x="1" y="198"/>
                    </a:cubicBezTo>
                    <a:cubicBezTo>
                      <a:pt x="10" y="141"/>
                      <a:pt x="24" y="81"/>
                      <a:pt x="45" y="9"/>
                    </a:cubicBezTo>
                    <a:cubicBezTo>
                      <a:pt x="47" y="3"/>
                      <a:pt x="53" y="0"/>
                      <a:pt x="59" y="2"/>
                    </a:cubicBezTo>
                    <a:cubicBezTo>
                      <a:pt x="65" y="3"/>
                      <a:pt x="68" y="10"/>
                      <a:pt x="67" y="16"/>
                    </a:cubicBezTo>
                    <a:cubicBezTo>
                      <a:pt x="46" y="86"/>
                      <a:pt x="32" y="145"/>
                      <a:pt x="23" y="202"/>
                    </a:cubicBezTo>
                    <a:cubicBezTo>
                      <a:pt x="22" y="207"/>
                      <a:pt x="17" y="211"/>
                      <a:pt x="12" y="211"/>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1" name="Freeform 76">
                <a:extLst>
                  <a:ext uri="{FF2B5EF4-FFF2-40B4-BE49-F238E27FC236}">
                    <a16:creationId xmlns:a16="http://schemas.microsoft.com/office/drawing/2014/main" id="{C32A93E8-8089-DD47-A9F7-152098148AF9}"/>
                  </a:ext>
                </a:extLst>
              </p:cNvPr>
              <p:cNvSpPr>
                <a:spLocks/>
              </p:cNvSpPr>
              <p:nvPr/>
            </p:nvSpPr>
            <p:spPr bwMode="auto">
              <a:xfrm>
                <a:off x="2230" y="2335"/>
                <a:ext cx="373" cy="545"/>
              </a:xfrm>
              <a:custGeom>
                <a:avLst/>
                <a:gdLst>
                  <a:gd name="T0" fmla="*/ 846 w 859"/>
                  <a:gd name="T1" fmla="*/ 1252 h 1252"/>
                  <a:gd name="T2" fmla="*/ 846 w 859"/>
                  <a:gd name="T3" fmla="*/ 1252 h 1252"/>
                  <a:gd name="T4" fmla="*/ 841 w 859"/>
                  <a:gd name="T5" fmla="*/ 1250 h 1252"/>
                  <a:gd name="T6" fmla="*/ 651 w 859"/>
                  <a:gd name="T7" fmla="*/ 1138 h 1252"/>
                  <a:gd name="T8" fmla="*/ 488 w 859"/>
                  <a:gd name="T9" fmla="*/ 1008 h 1252"/>
                  <a:gd name="T10" fmla="*/ 356 w 859"/>
                  <a:gd name="T11" fmla="*/ 870 h 1252"/>
                  <a:gd name="T12" fmla="*/ 244 w 859"/>
                  <a:gd name="T13" fmla="*/ 721 h 1252"/>
                  <a:gd name="T14" fmla="*/ 138 w 859"/>
                  <a:gd name="T15" fmla="*/ 532 h 1252"/>
                  <a:gd name="T16" fmla="*/ 68 w 859"/>
                  <a:gd name="T17" fmla="*/ 355 h 1252"/>
                  <a:gd name="T18" fmla="*/ 31 w 859"/>
                  <a:gd name="T19" fmla="*/ 217 h 1252"/>
                  <a:gd name="T20" fmla="*/ 0 w 859"/>
                  <a:gd name="T21" fmla="*/ 13 h 1252"/>
                  <a:gd name="T22" fmla="*/ 11 w 859"/>
                  <a:gd name="T23" fmla="*/ 1 h 1252"/>
                  <a:gd name="T24" fmla="*/ 23 w 859"/>
                  <a:gd name="T25" fmla="*/ 11 h 1252"/>
                  <a:gd name="T26" fmla="*/ 54 w 859"/>
                  <a:gd name="T27" fmla="*/ 212 h 1252"/>
                  <a:gd name="T28" fmla="*/ 90 w 859"/>
                  <a:gd name="T29" fmla="*/ 348 h 1252"/>
                  <a:gd name="T30" fmla="*/ 159 w 859"/>
                  <a:gd name="T31" fmla="*/ 522 h 1252"/>
                  <a:gd name="T32" fmla="*/ 263 w 859"/>
                  <a:gd name="T33" fmla="*/ 708 h 1252"/>
                  <a:gd name="T34" fmla="*/ 373 w 859"/>
                  <a:gd name="T35" fmla="*/ 856 h 1252"/>
                  <a:gd name="T36" fmla="*/ 503 w 859"/>
                  <a:gd name="T37" fmla="*/ 991 h 1252"/>
                  <a:gd name="T38" fmla="*/ 664 w 859"/>
                  <a:gd name="T39" fmla="*/ 1120 h 1252"/>
                  <a:gd name="T40" fmla="*/ 851 w 859"/>
                  <a:gd name="T41" fmla="*/ 1230 h 1252"/>
                  <a:gd name="T42" fmla="*/ 856 w 859"/>
                  <a:gd name="T43" fmla="*/ 1245 h 1252"/>
                  <a:gd name="T44" fmla="*/ 846 w 859"/>
                  <a:gd name="T45"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9" h="1252">
                    <a:moveTo>
                      <a:pt x="846" y="1252"/>
                    </a:moveTo>
                    <a:lnTo>
                      <a:pt x="846" y="1252"/>
                    </a:lnTo>
                    <a:cubicBezTo>
                      <a:pt x="844" y="1252"/>
                      <a:pt x="842" y="1251"/>
                      <a:pt x="841" y="1250"/>
                    </a:cubicBezTo>
                    <a:cubicBezTo>
                      <a:pt x="775" y="1218"/>
                      <a:pt x="711" y="1180"/>
                      <a:pt x="651" y="1138"/>
                    </a:cubicBezTo>
                    <a:cubicBezTo>
                      <a:pt x="594" y="1099"/>
                      <a:pt x="539" y="1055"/>
                      <a:pt x="488" y="1008"/>
                    </a:cubicBezTo>
                    <a:cubicBezTo>
                      <a:pt x="441" y="965"/>
                      <a:pt x="397" y="919"/>
                      <a:pt x="356" y="870"/>
                    </a:cubicBezTo>
                    <a:cubicBezTo>
                      <a:pt x="316" y="823"/>
                      <a:pt x="278" y="773"/>
                      <a:pt x="244" y="721"/>
                    </a:cubicBezTo>
                    <a:cubicBezTo>
                      <a:pt x="205" y="661"/>
                      <a:pt x="169" y="597"/>
                      <a:pt x="138" y="532"/>
                    </a:cubicBezTo>
                    <a:cubicBezTo>
                      <a:pt x="111" y="473"/>
                      <a:pt x="87" y="414"/>
                      <a:pt x="68" y="355"/>
                    </a:cubicBezTo>
                    <a:cubicBezTo>
                      <a:pt x="55" y="313"/>
                      <a:pt x="43" y="268"/>
                      <a:pt x="31" y="217"/>
                    </a:cubicBezTo>
                    <a:cubicBezTo>
                      <a:pt x="16" y="144"/>
                      <a:pt x="5" y="78"/>
                      <a:pt x="0" y="13"/>
                    </a:cubicBezTo>
                    <a:cubicBezTo>
                      <a:pt x="0" y="7"/>
                      <a:pt x="4" y="1"/>
                      <a:pt x="11" y="1"/>
                    </a:cubicBezTo>
                    <a:cubicBezTo>
                      <a:pt x="17" y="0"/>
                      <a:pt x="22" y="5"/>
                      <a:pt x="23" y="11"/>
                    </a:cubicBezTo>
                    <a:cubicBezTo>
                      <a:pt x="28" y="75"/>
                      <a:pt x="38" y="141"/>
                      <a:pt x="54" y="212"/>
                    </a:cubicBezTo>
                    <a:cubicBezTo>
                      <a:pt x="65" y="262"/>
                      <a:pt x="77" y="307"/>
                      <a:pt x="90" y="348"/>
                    </a:cubicBezTo>
                    <a:cubicBezTo>
                      <a:pt x="109" y="406"/>
                      <a:pt x="132" y="465"/>
                      <a:pt x="159" y="522"/>
                    </a:cubicBezTo>
                    <a:cubicBezTo>
                      <a:pt x="189" y="586"/>
                      <a:pt x="224" y="649"/>
                      <a:pt x="263" y="708"/>
                    </a:cubicBezTo>
                    <a:cubicBezTo>
                      <a:pt x="297" y="760"/>
                      <a:pt x="334" y="809"/>
                      <a:pt x="373" y="856"/>
                    </a:cubicBezTo>
                    <a:cubicBezTo>
                      <a:pt x="413" y="903"/>
                      <a:pt x="457" y="949"/>
                      <a:pt x="503" y="991"/>
                    </a:cubicBezTo>
                    <a:cubicBezTo>
                      <a:pt x="554" y="1037"/>
                      <a:pt x="608" y="1081"/>
                      <a:pt x="664" y="1120"/>
                    </a:cubicBezTo>
                    <a:cubicBezTo>
                      <a:pt x="723" y="1161"/>
                      <a:pt x="786" y="1198"/>
                      <a:pt x="851" y="1230"/>
                    </a:cubicBezTo>
                    <a:cubicBezTo>
                      <a:pt x="856" y="1233"/>
                      <a:pt x="859" y="1240"/>
                      <a:pt x="856" y="1245"/>
                    </a:cubicBezTo>
                    <a:cubicBezTo>
                      <a:pt x="854" y="1249"/>
                      <a:pt x="850" y="1252"/>
                      <a:pt x="846" y="1252"/>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2" name="Freeform 77">
                <a:extLst>
                  <a:ext uri="{FF2B5EF4-FFF2-40B4-BE49-F238E27FC236}">
                    <a16:creationId xmlns:a16="http://schemas.microsoft.com/office/drawing/2014/main" id="{BC7653FB-85F4-9968-3991-85BB81728903}"/>
                  </a:ext>
                </a:extLst>
              </p:cNvPr>
              <p:cNvSpPr>
                <a:spLocks/>
              </p:cNvSpPr>
              <p:nvPr/>
            </p:nvSpPr>
            <p:spPr bwMode="auto">
              <a:xfrm>
                <a:off x="2955" y="2882"/>
                <a:ext cx="205" cy="62"/>
              </a:xfrm>
              <a:custGeom>
                <a:avLst/>
                <a:gdLst>
                  <a:gd name="T0" fmla="*/ 12 w 471"/>
                  <a:gd name="T1" fmla="*/ 143 h 143"/>
                  <a:gd name="T2" fmla="*/ 12 w 471"/>
                  <a:gd name="T3" fmla="*/ 143 h 143"/>
                  <a:gd name="T4" fmla="*/ 1 w 471"/>
                  <a:gd name="T5" fmla="*/ 133 h 143"/>
                  <a:gd name="T6" fmla="*/ 11 w 471"/>
                  <a:gd name="T7" fmla="*/ 121 h 143"/>
                  <a:gd name="T8" fmla="*/ 156 w 471"/>
                  <a:gd name="T9" fmla="*/ 98 h 143"/>
                  <a:gd name="T10" fmla="*/ 301 w 471"/>
                  <a:gd name="T11" fmla="*/ 60 h 143"/>
                  <a:gd name="T12" fmla="*/ 453 w 471"/>
                  <a:gd name="T13" fmla="*/ 3 h 143"/>
                  <a:gd name="T14" fmla="*/ 468 w 471"/>
                  <a:gd name="T15" fmla="*/ 9 h 143"/>
                  <a:gd name="T16" fmla="*/ 462 w 471"/>
                  <a:gd name="T17" fmla="*/ 24 h 143"/>
                  <a:gd name="T18" fmla="*/ 307 w 471"/>
                  <a:gd name="T19" fmla="*/ 82 h 143"/>
                  <a:gd name="T20" fmla="*/ 161 w 471"/>
                  <a:gd name="T21" fmla="*/ 120 h 143"/>
                  <a:gd name="T22" fmla="*/ 13 w 471"/>
                  <a:gd name="T23" fmla="*/ 143 h 143"/>
                  <a:gd name="T24" fmla="*/ 12 w 471"/>
                  <a:gd name="T25"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1" h="143">
                    <a:moveTo>
                      <a:pt x="12" y="143"/>
                    </a:moveTo>
                    <a:lnTo>
                      <a:pt x="12" y="143"/>
                    </a:lnTo>
                    <a:cubicBezTo>
                      <a:pt x="6" y="143"/>
                      <a:pt x="1" y="139"/>
                      <a:pt x="1" y="133"/>
                    </a:cubicBezTo>
                    <a:cubicBezTo>
                      <a:pt x="0" y="127"/>
                      <a:pt x="5" y="121"/>
                      <a:pt x="11" y="121"/>
                    </a:cubicBezTo>
                    <a:cubicBezTo>
                      <a:pt x="60" y="116"/>
                      <a:pt x="109" y="108"/>
                      <a:pt x="156" y="98"/>
                    </a:cubicBezTo>
                    <a:cubicBezTo>
                      <a:pt x="205" y="88"/>
                      <a:pt x="253" y="75"/>
                      <a:pt x="301" y="60"/>
                    </a:cubicBezTo>
                    <a:cubicBezTo>
                      <a:pt x="352" y="44"/>
                      <a:pt x="404" y="25"/>
                      <a:pt x="453" y="3"/>
                    </a:cubicBezTo>
                    <a:cubicBezTo>
                      <a:pt x="459" y="0"/>
                      <a:pt x="465" y="3"/>
                      <a:pt x="468" y="9"/>
                    </a:cubicBezTo>
                    <a:cubicBezTo>
                      <a:pt x="471" y="14"/>
                      <a:pt x="468" y="21"/>
                      <a:pt x="462" y="24"/>
                    </a:cubicBezTo>
                    <a:cubicBezTo>
                      <a:pt x="412" y="46"/>
                      <a:pt x="360" y="66"/>
                      <a:pt x="307" y="82"/>
                    </a:cubicBezTo>
                    <a:cubicBezTo>
                      <a:pt x="260" y="97"/>
                      <a:pt x="210" y="110"/>
                      <a:pt x="161" y="120"/>
                    </a:cubicBezTo>
                    <a:cubicBezTo>
                      <a:pt x="112" y="130"/>
                      <a:pt x="63" y="138"/>
                      <a:pt x="13" y="143"/>
                    </a:cubicBezTo>
                    <a:cubicBezTo>
                      <a:pt x="13" y="143"/>
                      <a:pt x="12" y="143"/>
                      <a:pt x="12" y="143"/>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3" name="Freeform 78">
                <a:extLst>
                  <a:ext uri="{FF2B5EF4-FFF2-40B4-BE49-F238E27FC236}">
                    <a16:creationId xmlns:a16="http://schemas.microsoft.com/office/drawing/2014/main" id="{D1F74DCF-7924-DAB1-99B0-3B69BE0F716D}"/>
                  </a:ext>
                </a:extLst>
              </p:cNvPr>
              <p:cNvSpPr>
                <a:spLocks/>
              </p:cNvSpPr>
              <p:nvPr/>
            </p:nvSpPr>
            <p:spPr bwMode="auto">
              <a:xfrm>
                <a:off x="3364" y="2443"/>
                <a:ext cx="167" cy="296"/>
              </a:xfrm>
              <a:custGeom>
                <a:avLst/>
                <a:gdLst>
                  <a:gd name="T0" fmla="*/ 13 w 384"/>
                  <a:gd name="T1" fmla="*/ 682 h 682"/>
                  <a:gd name="T2" fmla="*/ 13 w 384"/>
                  <a:gd name="T3" fmla="*/ 682 h 682"/>
                  <a:gd name="T4" fmla="*/ 5 w 384"/>
                  <a:gd name="T5" fmla="*/ 679 h 682"/>
                  <a:gd name="T6" fmla="*/ 4 w 384"/>
                  <a:gd name="T7" fmla="*/ 663 h 682"/>
                  <a:gd name="T8" fmla="*/ 137 w 384"/>
                  <a:gd name="T9" fmla="*/ 498 h 682"/>
                  <a:gd name="T10" fmla="*/ 262 w 384"/>
                  <a:gd name="T11" fmla="*/ 284 h 682"/>
                  <a:gd name="T12" fmla="*/ 361 w 384"/>
                  <a:gd name="T13" fmla="*/ 9 h 682"/>
                  <a:gd name="T14" fmla="*/ 374 w 384"/>
                  <a:gd name="T15" fmla="*/ 1 h 682"/>
                  <a:gd name="T16" fmla="*/ 383 w 384"/>
                  <a:gd name="T17" fmla="*/ 15 h 682"/>
                  <a:gd name="T18" fmla="*/ 283 w 384"/>
                  <a:gd name="T19" fmla="*/ 294 h 682"/>
                  <a:gd name="T20" fmla="*/ 156 w 384"/>
                  <a:gd name="T21" fmla="*/ 511 h 682"/>
                  <a:gd name="T22" fmla="*/ 21 w 384"/>
                  <a:gd name="T23" fmla="*/ 679 h 682"/>
                  <a:gd name="T24" fmla="*/ 13 w 384"/>
                  <a:gd name="T25"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4" h="682">
                    <a:moveTo>
                      <a:pt x="13" y="682"/>
                    </a:moveTo>
                    <a:lnTo>
                      <a:pt x="13" y="682"/>
                    </a:lnTo>
                    <a:cubicBezTo>
                      <a:pt x="10" y="682"/>
                      <a:pt x="7" y="681"/>
                      <a:pt x="5" y="679"/>
                    </a:cubicBezTo>
                    <a:cubicBezTo>
                      <a:pt x="0" y="675"/>
                      <a:pt x="0" y="668"/>
                      <a:pt x="4" y="663"/>
                    </a:cubicBezTo>
                    <a:cubicBezTo>
                      <a:pt x="52" y="613"/>
                      <a:pt x="96" y="557"/>
                      <a:pt x="137" y="498"/>
                    </a:cubicBezTo>
                    <a:cubicBezTo>
                      <a:pt x="185" y="430"/>
                      <a:pt x="227" y="358"/>
                      <a:pt x="262" y="284"/>
                    </a:cubicBezTo>
                    <a:cubicBezTo>
                      <a:pt x="302" y="199"/>
                      <a:pt x="335" y="107"/>
                      <a:pt x="361" y="9"/>
                    </a:cubicBezTo>
                    <a:cubicBezTo>
                      <a:pt x="362" y="3"/>
                      <a:pt x="368" y="0"/>
                      <a:pt x="374" y="1"/>
                    </a:cubicBezTo>
                    <a:cubicBezTo>
                      <a:pt x="381" y="3"/>
                      <a:pt x="384" y="9"/>
                      <a:pt x="383" y="15"/>
                    </a:cubicBezTo>
                    <a:cubicBezTo>
                      <a:pt x="357" y="114"/>
                      <a:pt x="323" y="208"/>
                      <a:pt x="283" y="294"/>
                    </a:cubicBezTo>
                    <a:cubicBezTo>
                      <a:pt x="247" y="369"/>
                      <a:pt x="204" y="442"/>
                      <a:pt x="156" y="511"/>
                    </a:cubicBezTo>
                    <a:cubicBezTo>
                      <a:pt x="114" y="571"/>
                      <a:pt x="69" y="627"/>
                      <a:pt x="21" y="679"/>
                    </a:cubicBezTo>
                    <a:cubicBezTo>
                      <a:pt x="19" y="681"/>
                      <a:pt x="16" y="682"/>
                      <a:pt x="13" y="682"/>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4" name="Freeform 79">
                <a:extLst>
                  <a:ext uri="{FF2B5EF4-FFF2-40B4-BE49-F238E27FC236}">
                    <a16:creationId xmlns:a16="http://schemas.microsoft.com/office/drawing/2014/main" id="{5C439057-5D08-3345-A526-32BFDBC14569}"/>
                  </a:ext>
                </a:extLst>
              </p:cNvPr>
              <p:cNvSpPr>
                <a:spLocks/>
              </p:cNvSpPr>
              <p:nvPr/>
            </p:nvSpPr>
            <p:spPr bwMode="auto">
              <a:xfrm>
                <a:off x="3351" y="1819"/>
                <a:ext cx="186" cy="334"/>
              </a:xfrm>
              <a:custGeom>
                <a:avLst/>
                <a:gdLst>
                  <a:gd name="T0" fmla="*/ 415 w 427"/>
                  <a:gd name="T1" fmla="*/ 768 h 768"/>
                  <a:gd name="T2" fmla="*/ 415 w 427"/>
                  <a:gd name="T3" fmla="*/ 768 h 768"/>
                  <a:gd name="T4" fmla="*/ 404 w 427"/>
                  <a:gd name="T5" fmla="*/ 759 h 768"/>
                  <a:gd name="T6" fmla="*/ 328 w 427"/>
                  <a:gd name="T7" fmla="*/ 514 h 768"/>
                  <a:gd name="T8" fmla="*/ 180 w 427"/>
                  <a:gd name="T9" fmla="*/ 237 h 768"/>
                  <a:gd name="T10" fmla="*/ 4 w 427"/>
                  <a:gd name="T11" fmla="*/ 21 h 768"/>
                  <a:gd name="T12" fmla="*/ 4 w 427"/>
                  <a:gd name="T13" fmla="*/ 5 h 768"/>
                  <a:gd name="T14" fmla="*/ 20 w 427"/>
                  <a:gd name="T15" fmla="*/ 5 h 768"/>
                  <a:gd name="T16" fmla="*/ 199 w 427"/>
                  <a:gd name="T17" fmla="*/ 224 h 768"/>
                  <a:gd name="T18" fmla="*/ 349 w 427"/>
                  <a:gd name="T19" fmla="*/ 505 h 768"/>
                  <a:gd name="T20" fmla="*/ 426 w 427"/>
                  <a:gd name="T21" fmla="*/ 754 h 768"/>
                  <a:gd name="T22" fmla="*/ 417 w 427"/>
                  <a:gd name="T23" fmla="*/ 767 h 768"/>
                  <a:gd name="T24" fmla="*/ 415 w 427"/>
                  <a:gd name="T25" fmla="*/ 768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7" h="768">
                    <a:moveTo>
                      <a:pt x="415" y="768"/>
                    </a:moveTo>
                    <a:lnTo>
                      <a:pt x="415" y="768"/>
                    </a:lnTo>
                    <a:cubicBezTo>
                      <a:pt x="410" y="768"/>
                      <a:pt x="405" y="764"/>
                      <a:pt x="404" y="759"/>
                    </a:cubicBezTo>
                    <a:cubicBezTo>
                      <a:pt x="386" y="675"/>
                      <a:pt x="360" y="593"/>
                      <a:pt x="328" y="514"/>
                    </a:cubicBezTo>
                    <a:cubicBezTo>
                      <a:pt x="289" y="418"/>
                      <a:pt x="240" y="325"/>
                      <a:pt x="180" y="237"/>
                    </a:cubicBezTo>
                    <a:cubicBezTo>
                      <a:pt x="127" y="159"/>
                      <a:pt x="68" y="86"/>
                      <a:pt x="4" y="21"/>
                    </a:cubicBezTo>
                    <a:cubicBezTo>
                      <a:pt x="0" y="16"/>
                      <a:pt x="0" y="9"/>
                      <a:pt x="4" y="5"/>
                    </a:cubicBezTo>
                    <a:cubicBezTo>
                      <a:pt x="9" y="0"/>
                      <a:pt x="16" y="1"/>
                      <a:pt x="20" y="5"/>
                    </a:cubicBezTo>
                    <a:cubicBezTo>
                      <a:pt x="85" y="71"/>
                      <a:pt x="145" y="145"/>
                      <a:pt x="199" y="224"/>
                    </a:cubicBezTo>
                    <a:cubicBezTo>
                      <a:pt x="259" y="314"/>
                      <a:pt x="310" y="408"/>
                      <a:pt x="349" y="505"/>
                    </a:cubicBezTo>
                    <a:cubicBezTo>
                      <a:pt x="382" y="585"/>
                      <a:pt x="408" y="669"/>
                      <a:pt x="426" y="754"/>
                    </a:cubicBezTo>
                    <a:cubicBezTo>
                      <a:pt x="427" y="760"/>
                      <a:pt x="424" y="766"/>
                      <a:pt x="417" y="767"/>
                    </a:cubicBezTo>
                    <a:cubicBezTo>
                      <a:pt x="417" y="768"/>
                      <a:pt x="416" y="768"/>
                      <a:pt x="415" y="768"/>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5" name="Freeform 80">
                <a:extLst>
                  <a:ext uri="{FF2B5EF4-FFF2-40B4-BE49-F238E27FC236}">
                    <a16:creationId xmlns:a16="http://schemas.microsoft.com/office/drawing/2014/main" id="{B4FD4BE5-C2A5-38A5-9B47-5856AE0433B2}"/>
                  </a:ext>
                </a:extLst>
              </p:cNvPr>
              <p:cNvSpPr>
                <a:spLocks/>
              </p:cNvSpPr>
              <p:nvPr/>
            </p:nvSpPr>
            <p:spPr bwMode="auto">
              <a:xfrm>
                <a:off x="3141" y="1675"/>
                <a:ext cx="64" cy="36"/>
              </a:xfrm>
              <a:custGeom>
                <a:avLst/>
                <a:gdLst>
                  <a:gd name="T0" fmla="*/ 134 w 147"/>
                  <a:gd name="T1" fmla="*/ 84 h 84"/>
                  <a:gd name="T2" fmla="*/ 134 w 147"/>
                  <a:gd name="T3" fmla="*/ 84 h 84"/>
                  <a:gd name="T4" fmla="*/ 128 w 147"/>
                  <a:gd name="T5" fmla="*/ 83 h 84"/>
                  <a:gd name="T6" fmla="*/ 9 w 147"/>
                  <a:gd name="T7" fmla="*/ 24 h 84"/>
                  <a:gd name="T8" fmla="*/ 3 w 147"/>
                  <a:gd name="T9" fmla="*/ 9 h 84"/>
                  <a:gd name="T10" fmla="*/ 18 w 147"/>
                  <a:gd name="T11" fmla="*/ 3 h 84"/>
                  <a:gd name="T12" fmla="*/ 139 w 147"/>
                  <a:gd name="T13" fmla="*/ 63 h 84"/>
                  <a:gd name="T14" fmla="*/ 144 w 147"/>
                  <a:gd name="T15" fmla="*/ 78 h 84"/>
                  <a:gd name="T16" fmla="*/ 134 w 147"/>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84">
                    <a:moveTo>
                      <a:pt x="134" y="84"/>
                    </a:moveTo>
                    <a:lnTo>
                      <a:pt x="134" y="84"/>
                    </a:lnTo>
                    <a:cubicBezTo>
                      <a:pt x="132" y="84"/>
                      <a:pt x="130" y="84"/>
                      <a:pt x="128" y="83"/>
                    </a:cubicBezTo>
                    <a:cubicBezTo>
                      <a:pt x="83" y="58"/>
                      <a:pt x="45" y="39"/>
                      <a:pt x="9" y="24"/>
                    </a:cubicBezTo>
                    <a:cubicBezTo>
                      <a:pt x="3" y="21"/>
                      <a:pt x="0" y="15"/>
                      <a:pt x="3" y="9"/>
                    </a:cubicBezTo>
                    <a:cubicBezTo>
                      <a:pt x="5" y="3"/>
                      <a:pt x="12" y="0"/>
                      <a:pt x="18" y="3"/>
                    </a:cubicBezTo>
                    <a:cubicBezTo>
                      <a:pt x="54" y="19"/>
                      <a:pt x="93" y="38"/>
                      <a:pt x="139" y="63"/>
                    </a:cubicBezTo>
                    <a:cubicBezTo>
                      <a:pt x="145" y="66"/>
                      <a:pt x="147" y="73"/>
                      <a:pt x="144" y="78"/>
                    </a:cubicBezTo>
                    <a:cubicBezTo>
                      <a:pt x="142" y="82"/>
                      <a:pt x="138" y="84"/>
                      <a:pt x="134" y="84"/>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6" name="Freeform 81">
                <a:extLst>
                  <a:ext uri="{FF2B5EF4-FFF2-40B4-BE49-F238E27FC236}">
                    <a16:creationId xmlns:a16="http://schemas.microsoft.com/office/drawing/2014/main" id="{9E24400D-4E88-A5D7-A499-58200564F520}"/>
                  </a:ext>
                </a:extLst>
              </p:cNvPr>
              <p:cNvSpPr>
                <a:spLocks/>
              </p:cNvSpPr>
              <p:nvPr/>
            </p:nvSpPr>
            <p:spPr bwMode="auto">
              <a:xfrm>
                <a:off x="2178" y="1607"/>
                <a:ext cx="475" cy="574"/>
              </a:xfrm>
              <a:custGeom>
                <a:avLst/>
                <a:gdLst>
                  <a:gd name="T0" fmla="*/ 12 w 1091"/>
                  <a:gd name="T1" fmla="*/ 1318 h 1318"/>
                  <a:gd name="T2" fmla="*/ 12 w 1091"/>
                  <a:gd name="T3" fmla="*/ 1318 h 1318"/>
                  <a:gd name="T4" fmla="*/ 10 w 1091"/>
                  <a:gd name="T5" fmla="*/ 1318 h 1318"/>
                  <a:gd name="T6" fmla="*/ 1 w 1091"/>
                  <a:gd name="T7" fmla="*/ 1305 h 1318"/>
                  <a:gd name="T8" fmla="*/ 47 w 1091"/>
                  <a:gd name="T9" fmla="*/ 1103 h 1318"/>
                  <a:gd name="T10" fmla="*/ 175 w 1091"/>
                  <a:gd name="T11" fmla="*/ 782 h 1318"/>
                  <a:gd name="T12" fmla="*/ 288 w 1091"/>
                  <a:gd name="T13" fmla="*/ 602 h 1318"/>
                  <a:gd name="T14" fmla="*/ 498 w 1091"/>
                  <a:gd name="T15" fmla="*/ 360 h 1318"/>
                  <a:gd name="T16" fmla="*/ 725 w 1091"/>
                  <a:gd name="T17" fmla="*/ 179 h 1318"/>
                  <a:gd name="T18" fmla="*/ 957 w 1091"/>
                  <a:gd name="T19" fmla="*/ 50 h 1318"/>
                  <a:gd name="T20" fmla="*/ 1075 w 1091"/>
                  <a:gd name="T21" fmla="*/ 2 h 1318"/>
                  <a:gd name="T22" fmla="*/ 1089 w 1091"/>
                  <a:gd name="T23" fmla="*/ 9 h 1318"/>
                  <a:gd name="T24" fmla="*/ 1082 w 1091"/>
                  <a:gd name="T25" fmla="*/ 24 h 1318"/>
                  <a:gd name="T26" fmla="*/ 966 w 1091"/>
                  <a:gd name="T27" fmla="*/ 70 h 1318"/>
                  <a:gd name="T28" fmla="*/ 738 w 1091"/>
                  <a:gd name="T29" fmla="*/ 197 h 1318"/>
                  <a:gd name="T30" fmla="*/ 514 w 1091"/>
                  <a:gd name="T31" fmla="*/ 376 h 1318"/>
                  <a:gd name="T32" fmla="*/ 307 w 1091"/>
                  <a:gd name="T33" fmla="*/ 615 h 1318"/>
                  <a:gd name="T34" fmla="*/ 195 w 1091"/>
                  <a:gd name="T35" fmla="*/ 793 h 1318"/>
                  <a:gd name="T36" fmla="*/ 69 w 1091"/>
                  <a:gd name="T37" fmla="*/ 1109 h 1318"/>
                  <a:gd name="T38" fmla="*/ 23 w 1091"/>
                  <a:gd name="T39" fmla="*/ 1309 h 1318"/>
                  <a:gd name="T40" fmla="*/ 12 w 1091"/>
                  <a:gd name="T41" fmla="*/ 1318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1" h="1318">
                    <a:moveTo>
                      <a:pt x="12" y="1318"/>
                    </a:moveTo>
                    <a:lnTo>
                      <a:pt x="12" y="1318"/>
                    </a:lnTo>
                    <a:cubicBezTo>
                      <a:pt x="12" y="1318"/>
                      <a:pt x="11" y="1318"/>
                      <a:pt x="10" y="1318"/>
                    </a:cubicBezTo>
                    <a:cubicBezTo>
                      <a:pt x="4" y="1317"/>
                      <a:pt x="0" y="1312"/>
                      <a:pt x="1" y="1305"/>
                    </a:cubicBezTo>
                    <a:cubicBezTo>
                      <a:pt x="11" y="1243"/>
                      <a:pt x="26" y="1177"/>
                      <a:pt x="47" y="1103"/>
                    </a:cubicBezTo>
                    <a:cubicBezTo>
                      <a:pt x="81" y="986"/>
                      <a:pt x="124" y="878"/>
                      <a:pt x="175" y="782"/>
                    </a:cubicBezTo>
                    <a:cubicBezTo>
                      <a:pt x="207" y="723"/>
                      <a:pt x="244" y="664"/>
                      <a:pt x="288" y="602"/>
                    </a:cubicBezTo>
                    <a:cubicBezTo>
                      <a:pt x="352" y="513"/>
                      <a:pt x="422" y="432"/>
                      <a:pt x="498" y="360"/>
                    </a:cubicBezTo>
                    <a:cubicBezTo>
                      <a:pt x="567" y="294"/>
                      <a:pt x="644" y="233"/>
                      <a:pt x="725" y="179"/>
                    </a:cubicBezTo>
                    <a:cubicBezTo>
                      <a:pt x="801" y="128"/>
                      <a:pt x="879" y="85"/>
                      <a:pt x="957" y="50"/>
                    </a:cubicBezTo>
                    <a:cubicBezTo>
                      <a:pt x="994" y="33"/>
                      <a:pt x="1034" y="17"/>
                      <a:pt x="1075" y="2"/>
                    </a:cubicBezTo>
                    <a:cubicBezTo>
                      <a:pt x="1081" y="0"/>
                      <a:pt x="1087" y="3"/>
                      <a:pt x="1089" y="9"/>
                    </a:cubicBezTo>
                    <a:cubicBezTo>
                      <a:pt x="1091" y="15"/>
                      <a:pt x="1088" y="22"/>
                      <a:pt x="1082" y="24"/>
                    </a:cubicBezTo>
                    <a:cubicBezTo>
                      <a:pt x="1042" y="38"/>
                      <a:pt x="1003" y="54"/>
                      <a:pt x="966" y="70"/>
                    </a:cubicBezTo>
                    <a:cubicBezTo>
                      <a:pt x="890" y="105"/>
                      <a:pt x="813" y="148"/>
                      <a:pt x="738" y="197"/>
                    </a:cubicBezTo>
                    <a:cubicBezTo>
                      <a:pt x="657" y="251"/>
                      <a:pt x="582" y="311"/>
                      <a:pt x="514" y="376"/>
                    </a:cubicBezTo>
                    <a:cubicBezTo>
                      <a:pt x="439" y="447"/>
                      <a:pt x="369" y="527"/>
                      <a:pt x="307" y="615"/>
                    </a:cubicBezTo>
                    <a:cubicBezTo>
                      <a:pt x="263" y="676"/>
                      <a:pt x="226" y="735"/>
                      <a:pt x="195" y="793"/>
                    </a:cubicBezTo>
                    <a:cubicBezTo>
                      <a:pt x="145" y="887"/>
                      <a:pt x="102" y="993"/>
                      <a:pt x="69" y="1109"/>
                    </a:cubicBezTo>
                    <a:cubicBezTo>
                      <a:pt x="48" y="1182"/>
                      <a:pt x="33" y="1247"/>
                      <a:pt x="23" y="1309"/>
                    </a:cubicBezTo>
                    <a:cubicBezTo>
                      <a:pt x="22" y="1314"/>
                      <a:pt x="18" y="1318"/>
                      <a:pt x="12" y="1318"/>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7" name="Freeform 82">
                <a:extLst>
                  <a:ext uri="{FF2B5EF4-FFF2-40B4-BE49-F238E27FC236}">
                    <a16:creationId xmlns:a16="http://schemas.microsoft.com/office/drawing/2014/main" id="{E5ABCE5C-EB18-D9A2-F7E5-E391960A0F9F}"/>
                  </a:ext>
                </a:extLst>
              </p:cNvPr>
              <p:cNvSpPr>
                <a:spLocks/>
              </p:cNvSpPr>
              <p:nvPr/>
            </p:nvSpPr>
            <p:spPr bwMode="auto">
              <a:xfrm>
                <a:off x="2173" y="2341"/>
                <a:ext cx="240" cy="477"/>
              </a:xfrm>
              <a:custGeom>
                <a:avLst/>
                <a:gdLst>
                  <a:gd name="T0" fmla="*/ 541 w 553"/>
                  <a:gd name="T1" fmla="*/ 1097 h 1097"/>
                  <a:gd name="T2" fmla="*/ 541 w 553"/>
                  <a:gd name="T3" fmla="*/ 1097 h 1097"/>
                  <a:gd name="T4" fmla="*/ 533 w 553"/>
                  <a:gd name="T5" fmla="*/ 1095 h 1097"/>
                  <a:gd name="T6" fmla="*/ 389 w 553"/>
                  <a:gd name="T7" fmla="*/ 945 h 1097"/>
                  <a:gd name="T8" fmla="*/ 268 w 553"/>
                  <a:gd name="T9" fmla="*/ 784 h 1097"/>
                  <a:gd name="T10" fmla="*/ 152 w 553"/>
                  <a:gd name="T11" fmla="*/ 578 h 1097"/>
                  <a:gd name="T12" fmla="*/ 75 w 553"/>
                  <a:gd name="T13" fmla="*/ 385 h 1097"/>
                  <a:gd name="T14" fmla="*/ 35 w 553"/>
                  <a:gd name="T15" fmla="*/ 236 h 1097"/>
                  <a:gd name="T16" fmla="*/ 0 w 553"/>
                  <a:gd name="T17" fmla="*/ 13 h 1097"/>
                  <a:gd name="T18" fmla="*/ 10 w 553"/>
                  <a:gd name="T19" fmla="*/ 1 h 1097"/>
                  <a:gd name="T20" fmla="*/ 23 w 553"/>
                  <a:gd name="T21" fmla="*/ 11 h 1097"/>
                  <a:gd name="T22" fmla="*/ 57 w 553"/>
                  <a:gd name="T23" fmla="*/ 231 h 1097"/>
                  <a:gd name="T24" fmla="*/ 96 w 553"/>
                  <a:gd name="T25" fmla="*/ 378 h 1097"/>
                  <a:gd name="T26" fmla="*/ 172 w 553"/>
                  <a:gd name="T27" fmla="*/ 568 h 1097"/>
                  <a:gd name="T28" fmla="*/ 287 w 553"/>
                  <a:gd name="T29" fmla="*/ 771 h 1097"/>
                  <a:gd name="T30" fmla="*/ 406 w 553"/>
                  <a:gd name="T31" fmla="*/ 931 h 1097"/>
                  <a:gd name="T32" fmla="*/ 548 w 553"/>
                  <a:gd name="T33" fmla="*/ 1078 h 1097"/>
                  <a:gd name="T34" fmla="*/ 549 w 553"/>
                  <a:gd name="T35" fmla="*/ 1094 h 1097"/>
                  <a:gd name="T36" fmla="*/ 541 w 553"/>
                  <a:gd name="T37" fmla="*/ 1097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3" h="1097">
                    <a:moveTo>
                      <a:pt x="541" y="1097"/>
                    </a:moveTo>
                    <a:lnTo>
                      <a:pt x="541" y="1097"/>
                    </a:lnTo>
                    <a:cubicBezTo>
                      <a:pt x="538" y="1097"/>
                      <a:pt x="535" y="1097"/>
                      <a:pt x="533" y="1095"/>
                    </a:cubicBezTo>
                    <a:cubicBezTo>
                      <a:pt x="482" y="1048"/>
                      <a:pt x="433" y="998"/>
                      <a:pt x="389" y="945"/>
                    </a:cubicBezTo>
                    <a:cubicBezTo>
                      <a:pt x="345" y="894"/>
                      <a:pt x="305" y="840"/>
                      <a:pt x="268" y="784"/>
                    </a:cubicBezTo>
                    <a:cubicBezTo>
                      <a:pt x="224" y="718"/>
                      <a:pt x="185" y="649"/>
                      <a:pt x="152" y="578"/>
                    </a:cubicBezTo>
                    <a:cubicBezTo>
                      <a:pt x="122" y="514"/>
                      <a:pt x="96" y="449"/>
                      <a:pt x="75" y="385"/>
                    </a:cubicBezTo>
                    <a:cubicBezTo>
                      <a:pt x="60" y="339"/>
                      <a:pt x="47" y="290"/>
                      <a:pt x="35" y="236"/>
                    </a:cubicBezTo>
                    <a:cubicBezTo>
                      <a:pt x="17" y="158"/>
                      <a:pt x="6" y="85"/>
                      <a:pt x="0" y="13"/>
                    </a:cubicBezTo>
                    <a:cubicBezTo>
                      <a:pt x="0" y="7"/>
                      <a:pt x="4" y="1"/>
                      <a:pt x="10" y="1"/>
                    </a:cubicBezTo>
                    <a:cubicBezTo>
                      <a:pt x="17" y="0"/>
                      <a:pt x="22" y="5"/>
                      <a:pt x="23" y="11"/>
                    </a:cubicBezTo>
                    <a:cubicBezTo>
                      <a:pt x="29" y="82"/>
                      <a:pt x="40" y="154"/>
                      <a:pt x="57" y="231"/>
                    </a:cubicBezTo>
                    <a:cubicBezTo>
                      <a:pt x="69" y="284"/>
                      <a:pt x="82" y="333"/>
                      <a:pt x="96" y="378"/>
                    </a:cubicBezTo>
                    <a:cubicBezTo>
                      <a:pt x="117" y="441"/>
                      <a:pt x="143" y="505"/>
                      <a:pt x="172" y="568"/>
                    </a:cubicBezTo>
                    <a:cubicBezTo>
                      <a:pt x="205" y="638"/>
                      <a:pt x="244" y="706"/>
                      <a:pt x="287" y="771"/>
                    </a:cubicBezTo>
                    <a:cubicBezTo>
                      <a:pt x="323" y="826"/>
                      <a:pt x="363" y="880"/>
                      <a:pt x="406" y="931"/>
                    </a:cubicBezTo>
                    <a:cubicBezTo>
                      <a:pt x="450" y="982"/>
                      <a:pt x="498" y="1032"/>
                      <a:pt x="548" y="1078"/>
                    </a:cubicBezTo>
                    <a:cubicBezTo>
                      <a:pt x="553" y="1082"/>
                      <a:pt x="553" y="1089"/>
                      <a:pt x="549" y="1094"/>
                    </a:cubicBezTo>
                    <a:cubicBezTo>
                      <a:pt x="547" y="1096"/>
                      <a:pt x="544" y="1097"/>
                      <a:pt x="541" y="1097"/>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8" name="Freeform 83">
                <a:extLst>
                  <a:ext uri="{FF2B5EF4-FFF2-40B4-BE49-F238E27FC236}">
                    <a16:creationId xmlns:a16="http://schemas.microsoft.com/office/drawing/2014/main" id="{B45BE519-298C-103E-70A0-DA9E00ABC040}"/>
                  </a:ext>
                </a:extLst>
              </p:cNvPr>
              <p:cNvSpPr>
                <a:spLocks/>
              </p:cNvSpPr>
              <p:nvPr/>
            </p:nvSpPr>
            <p:spPr bwMode="auto">
              <a:xfrm>
                <a:off x="2568" y="2921"/>
                <a:ext cx="92" cy="45"/>
              </a:xfrm>
              <a:custGeom>
                <a:avLst/>
                <a:gdLst>
                  <a:gd name="T0" fmla="*/ 197 w 210"/>
                  <a:gd name="T1" fmla="*/ 102 h 102"/>
                  <a:gd name="T2" fmla="*/ 197 w 210"/>
                  <a:gd name="T3" fmla="*/ 102 h 102"/>
                  <a:gd name="T4" fmla="*/ 193 w 210"/>
                  <a:gd name="T5" fmla="*/ 102 h 102"/>
                  <a:gd name="T6" fmla="*/ 8 w 210"/>
                  <a:gd name="T7" fmla="*/ 23 h 102"/>
                  <a:gd name="T8" fmla="*/ 3 w 210"/>
                  <a:gd name="T9" fmla="*/ 8 h 102"/>
                  <a:gd name="T10" fmla="*/ 18 w 210"/>
                  <a:gd name="T11" fmla="*/ 3 h 102"/>
                  <a:gd name="T12" fmla="*/ 201 w 210"/>
                  <a:gd name="T13" fmla="*/ 80 h 102"/>
                  <a:gd name="T14" fmla="*/ 208 w 210"/>
                  <a:gd name="T15" fmla="*/ 95 h 102"/>
                  <a:gd name="T16" fmla="*/ 197 w 210"/>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102">
                    <a:moveTo>
                      <a:pt x="197" y="102"/>
                    </a:moveTo>
                    <a:lnTo>
                      <a:pt x="197" y="102"/>
                    </a:lnTo>
                    <a:cubicBezTo>
                      <a:pt x="196" y="102"/>
                      <a:pt x="195" y="102"/>
                      <a:pt x="193" y="102"/>
                    </a:cubicBezTo>
                    <a:cubicBezTo>
                      <a:pt x="130" y="80"/>
                      <a:pt x="68" y="53"/>
                      <a:pt x="8" y="23"/>
                    </a:cubicBezTo>
                    <a:cubicBezTo>
                      <a:pt x="2" y="21"/>
                      <a:pt x="0" y="14"/>
                      <a:pt x="3" y="8"/>
                    </a:cubicBezTo>
                    <a:cubicBezTo>
                      <a:pt x="6" y="3"/>
                      <a:pt x="12" y="0"/>
                      <a:pt x="18" y="3"/>
                    </a:cubicBezTo>
                    <a:cubicBezTo>
                      <a:pt x="77" y="33"/>
                      <a:pt x="139" y="58"/>
                      <a:pt x="201" y="80"/>
                    </a:cubicBezTo>
                    <a:cubicBezTo>
                      <a:pt x="207" y="82"/>
                      <a:pt x="210" y="89"/>
                      <a:pt x="208" y="95"/>
                    </a:cubicBezTo>
                    <a:cubicBezTo>
                      <a:pt x="206" y="99"/>
                      <a:pt x="202" y="102"/>
                      <a:pt x="197" y="102"/>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9" name="Freeform 84">
                <a:extLst>
                  <a:ext uri="{FF2B5EF4-FFF2-40B4-BE49-F238E27FC236}">
                    <a16:creationId xmlns:a16="http://schemas.microsoft.com/office/drawing/2014/main" id="{AC95C286-E648-3D2B-80AC-BC9E882DD585}"/>
                  </a:ext>
                </a:extLst>
              </p:cNvPr>
              <p:cNvSpPr>
                <a:spLocks/>
              </p:cNvSpPr>
              <p:nvPr/>
            </p:nvSpPr>
            <p:spPr bwMode="auto">
              <a:xfrm>
                <a:off x="2796" y="2825"/>
                <a:ext cx="562" cy="181"/>
              </a:xfrm>
              <a:custGeom>
                <a:avLst/>
                <a:gdLst>
                  <a:gd name="T0" fmla="*/ 214 w 1292"/>
                  <a:gd name="T1" fmla="*/ 416 h 416"/>
                  <a:gd name="T2" fmla="*/ 214 w 1292"/>
                  <a:gd name="T3" fmla="*/ 416 h 416"/>
                  <a:gd name="T4" fmla="*/ 201 w 1292"/>
                  <a:gd name="T5" fmla="*/ 416 h 416"/>
                  <a:gd name="T6" fmla="*/ 11 w 1292"/>
                  <a:gd name="T7" fmla="*/ 403 h 416"/>
                  <a:gd name="T8" fmla="*/ 1 w 1292"/>
                  <a:gd name="T9" fmla="*/ 391 h 416"/>
                  <a:gd name="T10" fmla="*/ 13 w 1292"/>
                  <a:gd name="T11" fmla="*/ 381 h 416"/>
                  <a:gd name="T12" fmla="*/ 202 w 1292"/>
                  <a:gd name="T13" fmla="*/ 393 h 416"/>
                  <a:gd name="T14" fmla="*/ 395 w 1292"/>
                  <a:gd name="T15" fmla="*/ 383 h 416"/>
                  <a:gd name="T16" fmla="*/ 553 w 1292"/>
                  <a:gd name="T17" fmla="*/ 359 h 416"/>
                  <a:gd name="T18" fmla="*/ 710 w 1292"/>
                  <a:gd name="T19" fmla="*/ 317 h 416"/>
                  <a:gd name="T20" fmla="*/ 876 w 1292"/>
                  <a:gd name="T21" fmla="*/ 254 h 416"/>
                  <a:gd name="T22" fmla="*/ 1065 w 1292"/>
                  <a:gd name="T23" fmla="*/ 155 h 416"/>
                  <a:gd name="T24" fmla="*/ 1272 w 1292"/>
                  <a:gd name="T25" fmla="*/ 4 h 416"/>
                  <a:gd name="T26" fmla="*/ 1288 w 1292"/>
                  <a:gd name="T27" fmla="*/ 5 h 416"/>
                  <a:gd name="T28" fmla="*/ 1287 w 1292"/>
                  <a:gd name="T29" fmla="*/ 21 h 416"/>
                  <a:gd name="T30" fmla="*/ 1077 w 1292"/>
                  <a:gd name="T31" fmla="*/ 174 h 416"/>
                  <a:gd name="T32" fmla="*/ 885 w 1292"/>
                  <a:gd name="T33" fmla="*/ 275 h 416"/>
                  <a:gd name="T34" fmla="*/ 717 w 1292"/>
                  <a:gd name="T35" fmla="*/ 339 h 416"/>
                  <a:gd name="T36" fmla="*/ 557 w 1292"/>
                  <a:gd name="T37" fmla="*/ 381 h 416"/>
                  <a:gd name="T38" fmla="*/ 397 w 1292"/>
                  <a:gd name="T39" fmla="*/ 406 h 416"/>
                  <a:gd name="T40" fmla="*/ 214 w 1292"/>
                  <a:gd name="T41" fmla="*/ 416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2" h="416">
                    <a:moveTo>
                      <a:pt x="214" y="416"/>
                    </a:moveTo>
                    <a:lnTo>
                      <a:pt x="214" y="416"/>
                    </a:lnTo>
                    <a:cubicBezTo>
                      <a:pt x="210" y="416"/>
                      <a:pt x="206" y="416"/>
                      <a:pt x="201" y="416"/>
                    </a:cubicBezTo>
                    <a:cubicBezTo>
                      <a:pt x="138" y="415"/>
                      <a:pt x="74" y="411"/>
                      <a:pt x="11" y="403"/>
                    </a:cubicBezTo>
                    <a:cubicBezTo>
                      <a:pt x="4" y="403"/>
                      <a:pt x="0" y="397"/>
                      <a:pt x="1" y="391"/>
                    </a:cubicBezTo>
                    <a:cubicBezTo>
                      <a:pt x="2" y="385"/>
                      <a:pt x="7" y="380"/>
                      <a:pt x="13" y="381"/>
                    </a:cubicBezTo>
                    <a:cubicBezTo>
                      <a:pt x="76" y="389"/>
                      <a:pt x="139" y="393"/>
                      <a:pt x="202" y="393"/>
                    </a:cubicBezTo>
                    <a:cubicBezTo>
                      <a:pt x="266" y="394"/>
                      <a:pt x="331" y="390"/>
                      <a:pt x="395" y="383"/>
                    </a:cubicBezTo>
                    <a:cubicBezTo>
                      <a:pt x="448" y="378"/>
                      <a:pt x="501" y="369"/>
                      <a:pt x="553" y="359"/>
                    </a:cubicBezTo>
                    <a:cubicBezTo>
                      <a:pt x="605" y="347"/>
                      <a:pt x="658" y="334"/>
                      <a:pt x="710" y="317"/>
                    </a:cubicBezTo>
                    <a:cubicBezTo>
                      <a:pt x="766" y="299"/>
                      <a:pt x="822" y="278"/>
                      <a:pt x="876" y="254"/>
                    </a:cubicBezTo>
                    <a:cubicBezTo>
                      <a:pt x="941" y="225"/>
                      <a:pt x="1004" y="192"/>
                      <a:pt x="1065" y="155"/>
                    </a:cubicBezTo>
                    <a:cubicBezTo>
                      <a:pt x="1136" y="111"/>
                      <a:pt x="1206" y="60"/>
                      <a:pt x="1272" y="4"/>
                    </a:cubicBezTo>
                    <a:cubicBezTo>
                      <a:pt x="1277" y="0"/>
                      <a:pt x="1284" y="0"/>
                      <a:pt x="1288" y="5"/>
                    </a:cubicBezTo>
                    <a:cubicBezTo>
                      <a:pt x="1292" y="10"/>
                      <a:pt x="1292" y="17"/>
                      <a:pt x="1287" y="21"/>
                    </a:cubicBezTo>
                    <a:cubicBezTo>
                      <a:pt x="1220" y="78"/>
                      <a:pt x="1149" y="130"/>
                      <a:pt x="1077" y="174"/>
                    </a:cubicBezTo>
                    <a:cubicBezTo>
                      <a:pt x="1015" y="212"/>
                      <a:pt x="951" y="246"/>
                      <a:pt x="885" y="275"/>
                    </a:cubicBezTo>
                    <a:cubicBezTo>
                      <a:pt x="830" y="299"/>
                      <a:pt x="774" y="321"/>
                      <a:pt x="717" y="339"/>
                    </a:cubicBezTo>
                    <a:cubicBezTo>
                      <a:pt x="664" y="355"/>
                      <a:pt x="611" y="370"/>
                      <a:pt x="557" y="381"/>
                    </a:cubicBezTo>
                    <a:cubicBezTo>
                      <a:pt x="505" y="392"/>
                      <a:pt x="451" y="400"/>
                      <a:pt x="397" y="406"/>
                    </a:cubicBezTo>
                    <a:cubicBezTo>
                      <a:pt x="337" y="413"/>
                      <a:pt x="276" y="416"/>
                      <a:pt x="214" y="416"/>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0" name="Freeform 85">
                <a:extLst>
                  <a:ext uri="{FF2B5EF4-FFF2-40B4-BE49-F238E27FC236}">
                    <a16:creationId xmlns:a16="http://schemas.microsoft.com/office/drawing/2014/main" id="{B98F2D69-7ED7-8A90-F55D-36981DFFF8D4}"/>
                  </a:ext>
                </a:extLst>
              </p:cNvPr>
              <p:cNvSpPr>
                <a:spLocks/>
              </p:cNvSpPr>
              <p:nvPr/>
            </p:nvSpPr>
            <p:spPr bwMode="auto">
              <a:xfrm>
                <a:off x="3530" y="2128"/>
                <a:ext cx="79" cy="468"/>
              </a:xfrm>
              <a:custGeom>
                <a:avLst/>
                <a:gdLst>
                  <a:gd name="T0" fmla="*/ 13 w 182"/>
                  <a:gd name="T1" fmla="*/ 1075 h 1075"/>
                  <a:gd name="T2" fmla="*/ 13 w 182"/>
                  <a:gd name="T3" fmla="*/ 1075 h 1075"/>
                  <a:gd name="T4" fmla="*/ 8 w 182"/>
                  <a:gd name="T5" fmla="*/ 1073 h 1075"/>
                  <a:gd name="T6" fmla="*/ 2 w 182"/>
                  <a:gd name="T7" fmla="*/ 1058 h 1075"/>
                  <a:gd name="T8" fmla="*/ 109 w 182"/>
                  <a:gd name="T9" fmla="*/ 758 h 1075"/>
                  <a:gd name="T10" fmla="*/ 147 w 182"/>
                  <a:gd name="T11" fmla="*/ 565 h 1075"/>
                  <a:gd name="T12" fmla="*/ 159 w 182"/>
                  <a:gd name="T13" fmla="*/ 375 h 1075"/>
                  <a:gd name="T14" fmla="*/ 154 w 182"/>
                  <a:gd name="T15" fmla="*/ 225 h 1075"/>
                  <a:gd name="T16" fmla="*/ 122 w 182"/>
                  <a:gd name="T17" fmla="*/ 15 h 1075"/>
                  <a:gd name="T18" fmla="*/ 131 w 182"/>
                  <a:gd name="T19" fmla="*/ 1 h 1075"/>
                  <a:gd name="T20" fmla="*/ 144 w 182"/>
                  <a:gd name="T21" fmla="*/ 10 h 1075"/>
                  <a:gd name="T22" fmla="*/ 176 w 182"/>
                  <a:gd name="T23" fmla="*/ 223 h 1075"/>
                  <a:gd name="T24" fmla="*/ 182 w 182"/>
                  <a:gd name="T25" fmla="*/ 375 h 1075"/>
                  <a:gd name="T26" fmla="*/ 169 w 182"/>
                  <a:gd name="T27" fmla="*/ 568 h 1075"/>
                  <a:gd name="T28" fmla="*/ 131 w 182"/>
                  <a:gd name="T29" fmla="*/ 764 h 1075"/>
                  <a:gd name="T30" fmla="*/ 23 w 182"/>
                  <a:gd name="T31" fmla="*/ 1068 h 1075"/>
                  <a:gd name="T32" fmla="*/ 13 w 182"/>
                  <a:gd name="T33" fmla="*/ 1075 h 1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2" h="1075">
                    <a:moveTo>
                      <a:pt x="13" y="1075"/>
                    </a:moveTo>
                    <a:lnTo>
                      <a:pt x="13" y="1075"/>
                    </a:lnTo>
                    <a:cubicBezTo>
                      <a:pt x="11" y="1075"/>
                      <a:pt x="9" y="1074"/>
                      <a:pt x="8" y="1073"/>
                    </a:cubicBezTo>
                    <a:cubicBezTo>
                      <a:pt x="2" y="1071"/>
                      <a:pt x="0" y="1064"/>
                      <a:pt x="2" y="1058"/>
                    </a:cubicBezTo>
                    <a:cubicBezTo>
                      <a:pt x="46" y="965"/>
                      <a:pt x="82" y="864"/>
                      <a:pt x="109" y="758"/>
                    </a:cubicBezTo>
                    <a:cubicBezTo>
                      <a:pt x="126" y="690"/>
                      <a:pt x="139" y="627"/>
                      <a:pt x="147" y="565"/>
                    </a:cubicBezTo>
                    <a:cubicBezTo>
                      <a:pt x="154" y="504"/>
                      <a:pt x="159" y="440"/>
                      <a:pt x="159" y="375"/>
                    </a:cubicBezTo>
                    <a:cubicBezTo>
                      <a:pt x="160" y="325"/>
                      <a:pt x="158" y="274"/>
                      <a:pt x="154" y="225"/>
                    </a:cubicBezTo>
                    <a:cubicBezTo>
                      <a:pt x="148" y="154"/>
                      <a:pt x="137" y="84"/>
                      <a:pt x="122" y="15"/>
                    </a:cubicBezTo>
                    <a:cubicBezTo>
                      <a:pt x="121" y="9"/>
                      <a:pt x="125" y="2"/>
                      <a:pt x="131" y="1"/>
                    </a:cubicBezTo>
                    <a:cubicBezTo>
                      <a:pt x="137" y="0"/>
                      <a:pt x="143" y="4"/>
                      <a:pt x="144" y="10"/>
                    </a:cubicBezTo>
                    <a:cubicBezTo>
                      <a:pt x="160" y="80"/>
                      <a:pt x="170" y="151"/>
                      <a:pt x="176" y="223"/>
                    </a:cubicBezTo>
                    <a:cubicBezTo>
                      <a:pt x="181" y="273"/>
                      <a:pt x="182" y="325"/>
                      <a:pt x="182" y="375"/>
                    </a:cubicBezTo>
                    <a:cubicBezTo>
                      <a:pt x="181" y="441"/>
                      <a:pt x="177" y="506"/>
                      <a:pt x="169" y="568"/>
                    </a:cubicBezTo>
                    <a:cubicBezTo>
                      <a:pt x="161" y="630"/>
                      <a:pt x="149" y="694"/>
                      <a:pt x="131" y="764"/>
                    </a:cubicBezTo>
                    <a:cubicBezTo>
                      <a:pt x="104" y="871"/>
                      <a:pt x="67" y="973"/>
                      <a:pt x="23" y="1068"/>
                    </a:cubicBezTo>
                    <a:cubicBezTo>
                      <a:pt x="21" y="1072"/>
                      <a:pt x="17" y="1075"/>
                      <a:pt x="13" y="1075"/>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1" name="Freeform 86">
                <a:extLst>
                  <a:ext uri="{FF2B5EF4-FFF2-40B4-BE49-F238E27FC236}">
                    <a16:creationId xmlns:a16="http://schemas.microsoft.com/office/drawing/2014/main" id="{E9321AB8-41AA-6F8D-B5B3-56D3E59DBE9C}"/>
                  </a:ext>
                </a:extLst>
              </p:cNvPr>
              <p:cNvSpPr>
                <a:spLocks/>
              </p:cNvSpPr>
              <p:nvPr/>
            </p:nvSpPr>
            <p:spPr bwMode="auto">
              <a:xfrm>
                <a:off x="3219" y="1648"/>
                <a:ext cx="182" cy="139"/>
              </a:xfrm>
              <a:custGeom>
                <a:avLst/>
                <a:gdLst>
                  <a:gd name="T0" fmla="*/ 408 w 420"/>
                  <a:gd name="T1" fmla="*/ 318 h 318"/>
                  <a:gd name="T2" fmla="*/ 408 w 420"/>
                  <a:gd name="T3" fmla="*/ 318 h 318"/>
                  <a:gd name="T4" fmla="*/ 400 w 420"/>
                  <a:gd name="T5" fmla="*/ 314 h 318"/>
                  <a:gd name="T6" fmla="*/ 238 w 420"/>
                  <a:gd name="T7" fmla="*/ 171 h 318"/>
                  <a:gd name="T8" fmla="*/ 7 w 420"/>
                  <a:gd name="T9" fmla="*/ 23 h 318"/>
                  <a:gd name="T10" fmla="*/ 3 w 420"/>
                  <a:gd name="T11" fmla="*/ 7 h 318"/>
                  <a:gd name="T12" fmla="*/ 18 w 420"/>
                  <a:gd name="T13" fmla="*/ 3 h 318"/>
                  <a:gd name="T14" fmla="*/ 252 w 420"/>
                  <a:gd name="T15" fmla="*/ 153 h 318"/>
                  <a:gd name="T16" fmla="*/ 416 w 420"/>
                  <a:gd name="T17" fmla="*/ 298 h 318"/>
                  <a:gd name="T18" fmla="*/ 416 w 420"/>
                  <a:gd name="T19" fmla="*/ 315 h 318"/>
                  <a:gd name="T20" fmla="*/ 408 w 420"/>
                  <a:gd name="T21"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0" h="318">
                    <a:moveTo>
                      <a:pt x="408" y="318"/>
                    </a:moveTo>
                    <a:lnTo>
                      <a:pt x="408" y="318"/>
                    </a:lnTo>
                    <a:cubicBezTo>
                      <a:pt x="405" y="318"/>
                      <a:pt x="402" y="317"/>
                      <a:pt x="400" y="314"/>
                    </a:cubicBezTo>
                    <a:cubicBezTo>
                      <a:pt x="348" y="262"/>
                      <a:pt x="294" y="214"/>
                      <a:pt x="238" y="171"/>
                    </a:cubicBezTo>
                    <a:cubicBezTo>
                      <a:pt x="169" y="118"/>
                      <a:pt x="94" y="69"/>
                      <a:pt x="7" y="23"/>
                    </a:cubicBezTo>
                    <a:cubicBezTo>
                      <a:pt x="2" y="20"/>
                      <a:pt x="0" y="13"/>
                      <a:pt x="3" y="7"/>
                    </a:cubicBezTo>
                    <a:cubicBezTo>
                      <a:pt x="5" y="2"/>
                      <a:pt x="12" y="0"/>
                      <a:pt x="18" y="3"/>
                    </a:cubicBezTo>
                    <a:cubicBezTo>
                      <a:pt x="106" y="50"/>
                      <a:pt x="182" y="99"/>
                      <a:pt x="252" y="153"/>
                    </a:cubicBezTo>
                    <a:cubicBezTo>
                      <a:pt x="309" y="196"/>
                      <a:pt x="364" y="245"/>
                      <a:pt x="416" y="298"/>
                    </a:cubicBezTo>
                    <a:cubicBezTo>
                      <a:pt x="420" y="303"/>
                      <a:pt x="420" y="310"/>
                      <a:pt x="416" y="315"/>
                    </a:cubicBezTo>
                    <a:cubicBezTo>
                      <a:pt x="414" y="317"/>
                      <a:pt x="411" y="318"/>
                      <a:pt x="408" y="318"/>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2" name="Freeform 87">
                <a:extLst>
                  <a:ext uri="{FF2B5EF4-FFF2-40B4-BE49-F238E27FC236}">
                    <a16:creationId xmlns:a16="http://schemas.microsoft.com/office/drawing/2014/main" id="{1B80DE87-F742-C5DE-06B2-DF03604DC130}"/>
                  </a:ext>
                </a:extLst>
              </p:cNvPr>
              <p:cNvSpPr>
                <a:spLocks/>
              </p:cNvSpPr>
              <p:nvPr/>
            </p:nvSpPr>
            <p:spPr bwMode="auto">
              <a:xfrm>
                <a:off x="2894" y="1566"/>
                <a:ext cx="225" cy="45"/>
              </a:xfrm>
              <a:custGeom>
                <a:avLst/>
                <a:gdLst>
                  <a:gd name="T0" fmla="*/ 506 w 518"/>
                  <a:gd name="T1" fmla="*/ 103 h 103"/>
                  <a:gd name="T2" fmla="*/ 506 w 518"/>
                  <a:gd name="T3" fmla="*/ 103 h 103"/>
                  <a:gd name="T4" fmla="*/ 502 w 518"/>
                  <a:gd name="T5" fmla="*/ 103 h 103"/>
                  <a:gd name="T6" fmla="*/ 295 w 518"/>
                  <a:gd name="T7" fmla="*/ 50 h 103"/>
                  <a:gd name="T8" fmla="*/ 11 w 518"/>
                  <a:gd name="T9" fmla="*/ 22 h 103"/>
                  <a:gd name="T10" fmla="*/ 0 w 518"/>
                  <a:gd name="T11" fmla="*/ 11 h 103"/>
                  <a:gd name="T12" fmla="*/ 11 w 518"/>
                  <a:gd name="T13" fmla="*/ 0 h 103"/>
                  <a:gd name="T14" fmla="*/ 11 w 518"/>
                  <a:gd name="T15" fmla="*/ 0 h 103"/>
                  <a:gd name="T16" fmla="*/ 299 w 518"/>
                  <a:gd name="T17" fmla="*/ 28 h 103"/>
                  <a:gd name="T18" fmla="*/ 509 w 518"/>
                  <a:gd name="T19" fmla="*/ 81 h 103"/>
                  <a:gd name="T20" fmla="*/ 516 w 518"/>
                  <a:gd name="T21" fmla="*/ 96 h 103"/>
                  <a:gd name="T22" fmla="*/ 506 w 518"/>
                  <a:gd name="T23"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8" h="103">
                    <a:moveTo>
                      <a:pt x="506" y="103"/>
                    </a:moveTo>
                    <a:lnTo>
                      <a:pt x="506" y="103"/>
                    </a:lnTo>
                    <a:cubicBezTo>
                      <a:pt x="504" y="103"/>
                      <a:pt x="503" y="103"/>
                      <a:pt x="502" y="103"/>
                    </a:cubicBezTo>
                    <a:cubicBezTo>
                      <a:pt x="435" y="81"/>
                      <a:pt x="365" y="63"/>
                      <a:pt x="295" y="50"/>
                    </a:cubicBezTo>
                    <a:cubicBezTo>
                      <a:pt x="204" y="33"/>
                      <a:pt x="109" y="24"/>
                      <a:pt x="11" y="22"/>
                    </a:cubicBezTo>
                    <a:cubicBezTo>
                      <a:pt x="5" y="22"/>
                      <a:pt x="0" y="17"/>
                      <a:pt x="0" y="11"/>
                    </a:cubicBezTo>
                    <a:cubicBezTo>
                      <a:pt x="0" y="5"/>
                      <a:pt x="5" y="0"/>
                      <a:pt x="11" y="0"/>
                    </a:cubicBezTo>
                    <a:lnTo>
                      <a:pt x="11" y="0"/>
                    </a:lnTo>
                    <a:cubicBezTo>
                      <a:pt x="110" y="1"/>
                      <a:pt x="207" y="10"/>
                      <a:pt x="299" y="28"/>
                    </a:cubicBezTo>
                    <a:cubicBezTo>
                      <a:pt x="370" y="41"/>
                      <a:pt x="441" y="59"/>
                      <a:pt x="509" y="81"/>
                    </a:cubicBezTo>
                    <a:cubicBezTo>
                      <a:pt x="515" y="83"/>
                      <a:pt x="518" y="90"/>
                      <a:pt x="516" y="96"/>
                    </a:cubicBezTo>
                    <a:cubicBezTo>
                      <a:pt x="515" y="100"/>
                      <a:pt x="510" y="103"/>
                      <a:pt x="506" y="103"/>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3" name="Freeform 88">
                <a:extLst>
                  <a:ext uri="{FF2B5EF4-FFF2-40B4-BE49-F238E27FC236}">
                    <a16:creationId xmlns:a16="http://schemas.microsoft.com/office/drawing/2014/main" id="{131B60F8-684F-7753-6FD8-BFD73F05CE07}"/>
                  </a:ext>
                </a:extLst>
              </p:cNvPr>
              <p:cNvSpPr>
                <a:spLocks/>
              </p:cNvSpPr>
              <p:nvPr/>
            </p:nvSpPr>
            <p:spPr bwMode="auto">
              <a:xfrm>
                <a:off x="2621" y="1508"/>
                <a:ext cx="281" cy="56"/>
              </a:xfrm>
              <a:custGeom>
                <a:avLst/>
                <a:gdLst>
                  <a:gd name="T0" fmla="*/ 12 w 647"/>
                  <a:gd name="T1" fmla="*/ 128 h 128"/>
                  <a:gd name="T2" fmla="*/ 12 w 647"/>
                  <a:gd name="T3" fmla="*/ 128 h 128"/>
                  <a:gd name="T4" fmla="*/ 2 w 647"/>
                  <a:gd name="T5" fmla="*/ 121 h 128"/>
                  <a:gd name="T6" fmla="*/ 9 w 647"/>
                  <a:gd name="T7" fmla="*/ 106 h 128"/>
                  <a:gd name="T8" fmla="*/ 198 w 647"/>
                  <a:gd name="T9" fmla="*/ 50 h 128"/>
                  <a:gd name="T10" fmla="*/ 410 w 647"/>
                  <a:gd name="T11" fmla="*/ 12 h 128"/>
                  <a:gd name="T12" fmla="*/ 636 w 647"/>
                  <a:gd name="T13" fmla="*/ 1 h 128"/>
                  <a:gd name="T14" fmla="*/ 647 w 647"/>
                  <a:gd name="T15" fmla="*/ 12 h 128"/>
                  <a:gd name="T16" fmla="*/ 636 w 647"/>
                  <a:gd name="T17" fmla="*/ 23 h 128"/>
                  <a:gd name="T18" fmla="*/ 636 w 647"/>
                  <a:gd name="T19" fmla="*/ 23 h 128"/>
                  <a:gd name="T20" fmla="*/ 413 w 647"/>
                  <a:gd name="T21" fmla="*/ 34 h 128"/>
                  <a:gd name="T22" fmla="*/ 203 w 647"/>
                  <a:gd name="T23" fmla="*/ 72 h 128"/>
                  <a:gd name="T24" fmla="*/ 16 w 647"/>
                  <a:gd name="T25" fmla="*/ 128 h 128"/>
                  <a:gd name="T26" fmla="*/ 12 w 647"/>
                  <a:gd name="T2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7" h="128">
                    <a:moveTo>
                      <a:pt x="12" y="128"/>
                    </a:moveTo>
                    <a:lnTo>
                      <a:pt x="12" y="128"/>
                    </a:lnTo>
                    <a:cubicBezTo>
                      <a:pt x="8" y="128"/>
                      <a:pt x="3" y="126"/>
                      <a:pt x="2" y="121"/>
                    </a:cubicBezTo>
                    <a:cubicBezTo>
                      <a:pt x="0" y="115"/>
                      <a:pt x="3" y="108"/>
                      <a:pt x="9" y="106"/>
                    </a:cubicBezTo>
                    <a:cubicBezTo>
                      <a:pt x="70" y="84"/>
                      <a:pt x="134" y="65"/>
                      <a:pt x="198" y="50"/>
                    </a:cubicBezTo>
                    <a:cubicBezTo>
                      <a:pt x="268" y="33"/>
                      <a:pt x="339" y="20"/>
                      <a:pt x="410" y="12"/>
                    </a:cubicBezTo>
                    <a:cubicBezTo>
                      <a:pt x="483" y="4"/>
                      <a:pt x="559" y="0"/>
                      <a:pt x="636" y="1"/>
                    </a:cubicBezTo>
                    <a:cubicBezTo>
                      <a:pt x="642" y="1"/>
                      <a:pt x="647" y="6"/>
                      <a:pt x="647" y="12"/>
                    </a:cubicBezTo>
                    <a:cubicBezTo>
                      <a:pt x="647" y="18"/>
                      <a:pt x="642" y="23"/>
                      <a:pt x="636" y="23"/>
                    </a:cubicBezTo>
                    <a:lnTo>
                      <a:pt x="636" y="23"/>
                    </a:lnTo>
                    <a:cubicBezTo>
                      <a:pt x="559" y="23"/>
                      <a:pt x="485" y="26"/>
                      <a:pt x="413" y="34"/>
                    </a:cubicBezTo>
                    <a:cubicBezTo>
                      <a:pt x="343" y="42"/>
                      <a:pt x="272" y="55"/>
                      <a:pt x="203" y="72"/>
                    </a:cubicBezTo>
                    <a:cubicBezTo>
                      <a:pt x="140" y="87"/>
                      <a:pt x="77" y="106"/>
                      <a:pt x="16" y="128"/>
                    </a:cubicBezTo>
                    <a:cubicBezTo>
                      <a:pt x="15" y="128"/>
                      <a:pt x="14" y="128"/>
                      <a:pt x="12" y="128"/>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4" name="Freeform 89">
                <a:extLst>
                  <a:ext uri="{FF2B5EF4-FFF2-40B4-BE49-F238E27FC236}">
                    <a16:creationId xmlns:a16="http://schemas.microsoft.com/office/drawing/2014/main" id="{FA2DF686-C62E-B6C7-F4DE-E908EF66B66E}"/>
                  </a:ext>
                </a:extLst>
              </p:cNvPr>
              <p:cNvSpPr>
                <a:spLocks/>
              </p:cNvSpPr>
              <p:nvPr/>
            </p:nvSpPr>
            <p:spPr bwMode="auto">
              <a:xfrm>
                <a:off x="2201" y="1721"/>
                <a:ext cx="161" cy="208"/>
              </a:xfrm>
              <a:custGeom>
                <a:avLst/>
                <a:gdLst>
                  <a:gd name="T0" fmla="*/ 13 w 370"/>
                  <a:gd name="T1" fmla="*/ 478 h 478"/>
                  <a:gd name="T2" fmla="*/ 13 w 370"/>
                  <a:gd name="T3" fmla="*/ 478 h 478"/>
                  <a:gd name="T4" fmla="*/ 8 w 370"/>
                  <a:gd name="T5" fmla="*/ 477 h 478"/>
                  <a:gd name="T6" fmla="*/ 3 w 370"/>
                  <a:gd name="T7" fmla="*/ 461 h 478"/>
                  <a:gd name="T8" fmla="*/ 123 w 370"/>
                  <a:gd name="T9" fmla="*/ 267 h 478"/>
                  <a:gd name="T10" fmla="*/ 350 w 370"/>
                  <a:gd name="T11" fmla="*/ 5 h 478"/>
                  <a:gd name="T12" fmla="*/ 366 w 370"/>
                  <a:gd name="T13" fmla="*/ 5 h 478"/>
                  <a:gd name="T14" fmla="*/ 365 w 370"/>
                  <a:gd name="T15" fmla="*/ 21 h 478"/>
                  <a:gd name="T16" fmla="*/ 142 w 370"/>
                  <a:gd name="T17" fmla="*/ 281 h 478"/>
                  <a:gd name="T18" fmla="*/ 23 w 370"/>
                  <a:gd name="T19" fmla="*/ 472 h 478"/>
                  <a:gd name="T20" fmla="*/ 13 w 370"/>
                  <a:gd name="T21" fmla="*/ 478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0" h="478">
                    <a:moveTo>
                      <a:pt x="13" y="478"/>
                    </a:moveTo>
                    <a:lnTo>
                      <a:pt x="13" y="478"/>
                    </a:lnTo>
                    <a:cubicBezTo>
                      <a:pt x="11" y="478"/>
                      <a:pt x="9" y="477"/>
                      <a:pt x="8" y="477"/>
                    </a:cubicBezTo>
                    <a:cubicBezTo>
                      <a:pt x="2" y="474"/>
                      <a:pt x="0" y="467"/>
                      <a:pt x="3" y="461"/>
                    </a:cubicBezTo>
                    <a:cubicBezTo>
                      <a:pt x="37" y="397"/>
                      <a:pt x="77" y="333"/>
                      <a:pt x="123" y="267"/>
                    </a:cubicBezTo>
                    <a:cubicBezTo>
                      <a:pt x="191" y="172"/>
                      <a:pt x="268" y="83"/>
                      <a:pt x="350" y="5"/>
                    </a:cubicBezTo>
                    <a:cubicBezTo>
                      <a:pt x="354" y="0"/>
                      <a:pt x="361" y="0"/>
                      <a:pt x="366" y="5"/>
                    </a:cubicBezTo>
                    <a:cubicBezTo>
                      <a:pt x="370" y="9"/>
                      <a:pt x="370" y="17"/>
                      <a:pt x="365" y="21"/>
                    </a:cubicBezTo>
                    <a:cubicBezTo>
                      <a:pt x="284" y="99"/>
                      <a:pt x="209" y="186"/>
                      <a:pt x="142" y="281"/>
                    </a:cubicBezTo>
                    <a:cubicBezTo>
                      <a:pt x="96" y="346"/>
                      <a:pt x="57" y="408"/>
                      <a:pt x="23" y="472"/>
                    </a:cubicBezTo>
                    <a:cubicBezTo>
                      <a:pt x="21" y="476"/>
                      <a:pt x="17" y="478"/>
                      <a:pt x="13" y="478"/>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5" name="Freeform 90">
                <a:extLst>
                  <a:ext uri="{FF2B5EF4-FFF2-40B4-BE49-F238E27FC236}">
                    <a16:creationId xmlns:a16="http://schemas.microsoft.com/office/drawing/2014/main" id="{51178A83-8375-A9BE-6A18-ACE9C1426E93}"/>
                  </a:ext>
                </a:extLst>
              </p:cNvPr>
              <p:cNvSpPr>
                <a:spLocks/>
              </p:cNvSpPr>
              <p:nvPr/>
            </p:nvSpPr>
            <p:spPr bwMode="auto">
              <a:xfrm>
                <a:off x="2113" y="2163"/>
                <a:ext cx="29" cy="299"/>
              </a:xfrm>
              <a:custGeom>
                <a:avLst/>
                <a:gdLst>
                  <a:gd name="T0" fmla="*/ 55 w 67"/>
                  <a:gd name="T1" fmla="*/ 686 h 686"/>
                  <a:gd name="T2" fmla="*/ 55 w 67"/>
                  <a:gd name="T3" fmla="*/ 686 h 686"/>
                  <a:gd name="T4" fmla="*/ 44 w 67"/>
                  <a:gd name="T5" fmla="*/ 677 h 686"/>
                  <a:gd name="T6" fmla="*/ 6 w 67"/>
                  <a:gd name="T7" fmla="*/ 435 h 686"/>
                  <a:gd name="T8" fmla="*/ 0 w 67"/>
                  <a:gd name="T9" fmla="*/ 267 h 686"/>
                  <a:gd name="T10" fmla="*/ 20 w 67"/>
                  <a:gd name="T11" fmla="*/ 10 h 686"/>
                  <a:gd name="T12" fmla="*/ 33 w 67"/>
                  <a:gd name="T13" fmla="*/ 1 h 686"/>
                  <a:gd name="T14" fmla="*/ 43 w 67"/>
                  <a:gd name="T15" fmla="*/ 14 h 686"/>
                  <a:gd name="T16" fmla="*/ 23 w 67"/>
                  <a:gd name="T17" fmla="*/ 267 h 686"/>
                  <a:gd name="T18" fmla="*/ 29 w 67"/>
                  <a:gd name="T19" fmla="*/ 433 h 686"/>
                  <a:gd name="T20" fmla="*/ 66 w 67"/>
                  <a:gd name="T21" fmla="*/ 672 h 686"/>
                  <a:gd name="T22" fmla="*/ 57 w 67"/>
                  <a:gd name="T23" fmla="*/ 685 h 686"/>
                  <a:gd name="T24" fmla="*/ 55 w 67"/>
                  <a:gd name="T25" fmla="*/ 68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686">
                    <a:moveTo>
                      <a:pt x="55" y="686"/>
                    </a:moveTo>
                    <a:lnTo>
                      <a:pt x="55" y="686"/>
                    </a:lnTo>
                    <a:cubicBezTo>
                      <a:pt x="50" y="686"/>
                      <a:pt x="45" y="682"/>
                      <a:pt x="44" y="677"/>
                    </a:cubicBezTo>
                    <a:cubicBezTo>
                      <a:pt x="25" y="594"/>
                      <a:pt x="12" y="513"/>
                      <a:pt x="6" y="435"/>
                    </a:cubicBezTo>
                    <a:cubicBezTo>
                      <a:pt x="1" y="382"/>
                      <a:pt x="0" y="327"/>
                      <a:pt x="0" y="267"/>
                    </a:cubicBezTo>
                    <a:cubicBezTo>
                      <a:pt x="1" y="178"/>
                      <a:pt x="8" y="91"/>
                      <a:pt x="20" y="10"/>
                    </a:cubicBezTo>
                    <a:cubicBezTo>
                      <a:pt x="21" y="4"/>
                      <a:pt x="27" y="0"/>
                      <a:pt x="33" y="1"/>
                    </a:cubicBezTo>
                    <a:cubicBezTo>
                      <a:pt x="39" y="2"/>
                      <a:pt x="43" y="8"/>
                      <a:pt x="43" y="14"/>
                    </a:cubicBezTo>
                    <a:cubicBezTo>
                      <a:pt x="30" y="94"/>
                      <a:pt x="24" y="179"/>
                      <a:pt x="23" y="267"/>
                    </a:cubicBezTo>
                    <a:cubicBezTo>
                      <a:pt x="22" y="326"/>
                      <a:pt x="24" y="380"/>
                      <a:pt x="29" y="433"/>
                    </a:cubicBezTo>
                    <a:cubicBezTo>
                      <a:pt x="35" y="510"/>
                      <a:pt x="48" y="590"/>
                      <a:pt x="66" y="672"/>
                    </a:cubicBezTo>
                    <a:cubicBezTo>
                      <a:pt x="67" y="678"/>
                      <a:pt x="64" y="684"/>
                      <a:pt x="57" y="685"/>
                    </a:cubicBezTo>
                    <a:cubicBezTo>
                      <a:pt x="57" y="686"/>
                      <a:pt x="56" y="686"/>
                      <a:pt x="55" y="686"/>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6" name="Freeform 91">
                <a:extLst>
                  <a:ext uri="{FF2B5EF4-FFF2-40B4-BE49-F238E27FC236}">
                    <a16:creationId xmlns:a16="http://schemas.microsoft.com/office/drawing/2014/main" id="{F09E5F32-B6B0-5A20-BF8A-31A6251D5883}"/>
                  </a:ext>
                </a:extLst>
              </p:cNvPr>
              <p:cNvSpPr>
                <a:spLocks/>
              </p:cNvSpPr>
              <p:nvPr/>
            </p:nvSpPr>
            <p:spPr bwMode="auto">
              <a:xfrm>
                <a:off x="2240" y="2707"/>
                <a:ext cx="316" cy="278"/>
              </a:xfrm>
              <a:custGeom>
                <a:avLst/>
                <a:gdLst>
                  <a:gd name="T0" fmla="*/ 712 w 725"/>
                  <a:gd name="T1" fmla="*/ 639 h 639"/>
                  <a:gd name="T2" fmla="*/ 712 w 725"/>
                  <a:gd name="T3" fmla="*/ 639 h 639"/>
                  <a:gd name="T4" fmla="*/ 707 w 725"/>
                  <a:gd name="T5" fmla="*/ 638 h 639"/>
                  <a:gd name="T6" fmla="*/ 483 w 725"/>
                  <a:gd name="T7" fmla="*/ 507 h 639"/>
                  <a:gd name="T8" fmla="*/ 290 w 725"/>
                  <a:gd name="T9" fmla="*/ 354 h 639"/>
                  <a:gd name="T10" fmla="*/ 134 w 725"/>
                  <a:gd name="T11" fmla="*/ 193 h 639"/>
                  <a:gd name="T12" fmla="*/ 3 w 725"/>
                  <a:gd name="T13" fmla="*/ 19 h 639"/>
                  <a:gd name="T14" fmla="*/ 6 w 725"/>
                  <a:gd name="T15" fmla="*/ 4 h 639"/>
                  <a:gd name="T16" fmla="*/ 22 w 725"/>
                  <a:gd name="T17" fmla="*/ 7 h 639"/>
                  <a:gd name="T18" fmla="*/ 151 w 725"/>
                  <a:gd name="T19" fmla="*/ 178 h 639"/>
                  <a:gd name="T20" fmla="*/ 305 w 725"/>
                  <a:gd name="T21" fmla="*/ 337 h 639"/>
                  <a:gd name="T22" fmla="*/ 496 w 725"/>
                  <a:gd name="T23" fmla="*/ 488 h 639"/>
                  <a:gd name="T24" fmla="*/ 717 w 725"/>
                  <a:gd name="T25" fmla="*/ 617 h 639"/>
                  <a:gd name="T26" fmla="*/ 722 w 725"/>
                  <a:gd name="T27" fmla="*/ 632 h 639"/>
                  <a:gd name="T28" fmla="*/ 712 w 725"/>
                  <a:gd name="T29" fmla="*/ 639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5" h="639">
                    <a:moveTo>
                      <a:pt x="712" y="639"/>
                    </a:moveTo>
                    <a:lnTo>
                      <a:pt x="712" y="639"/>
                    </a:lnTo>
                    <a:cubicBezTo>
                      <a:pt x="710" y="639"/>
                      <a:pt x="709" y="638"/>
                      <a:pt x="707" y="638"/>
                    </a:cubicBezTo>
                    <a:cubicBezTo>
                      <a:pt x="630" y="600"/>
                      <a:pt x="554" y="556"/>
                      <a:pt x="483" y="507"/>
                    </a:cubicBezTo>
                    <a:cubicBezTo>
                      <a:pt x="415" y="461"/>
                      <a:pt x="351" y="409"/>
                      <a:pt x="290" y="354"/>
                    </a:cubicBezTo>
                    <a:cubicBezTo>
                      <a:pt x="235" y="304"/>
                      <a:pt x="182" y="250"/>
                      <a:pt x="134" y="193"/>
                    </a:cubicBezTo>
                    <a:cubicBezTo>
                      <a:pt x="87" y="138"/>
                      <a:pt x="43" y="80"/>
                      <a:pt x="3" y="19"/>
                    </a:cubicBezTo>
                    <a:cubicBezTo>
                      <a:pt x="0" y="14"/>
                      <a:pt x="1" y="7"/>
                      <a:pt x="6" y="4"/>
                    </a:cubicBezTo>
                    <a:cubicBezTo>
                      <a:pt x="11" y="0"/>
                      <a:pt x="19" y="2"/>
                      <a:pt x="22" y="7"/>
                    </a:cubicBezTo>
                    <a:cubicBezTo>
                      <a:pt x="61" y="66"/>
                      <a:pt x="105" y="124"/>
                      <a:pt x="151" y="178"/>
                    </a:cubicBezTo>
                    <a:cubicBezTo>
                      <a:pt x="199" y="234"/>
                      <a:pt x="251" y="288"/>
                      <a:pt x="305" y="337"/>
                    </a:cubicBezTo>
                    <a:cubicBezTo>
                      <a:pt x="365" y="392"/>
                      <a:pt x="429" y="442"/>
                      <a:pt x="496" y="488"/>
                    </a:cubicBezTo>
                    <a:cubicBezTo>
                      <a:pt x="566" y="536"/>
                      <a:pt x="641" y="580"/>
                      <a:pt x="717" y="617"/>
                    </a:cubicBezTo>
                    <a:cubicBezTo>
                      <a:pt x="723" y="620"/>
                      <a:pt x="725" y="627"/>
                      <a:pt x="722" y="632"/>
                    </a:cubicBezTo>
                    <a:cubicBezTo>
                      <a:pt x="720" y="636"/>
                      <a:pt x="716" y="639"/>
                      <a:pt x="712" y="639"/>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7" name="Freeform 92">
                <a:extLst>
                  <a:ext uri="{FF2B5EF4-FFF2-40B4-BE49-F238E27FC236}">
                    <a16:creationId xmlns:a16="http://schemas.microsoft.com/office/drawing/2014/main" id="{9A71B556-F9C1-B40B-9364-14B35C8CAB44}"/>
                  </a:ext>
                </a:extLst>
              </p:cNvPr>
              <p:cNvSpPr>
                <a:spLocks/>
              </p:cNvSpPr>
              <p:nvPr/>
            </p:nvSpPr>
            <p:spPr bwMode="auto">
              <a:xfrm>
                <a:off x="2701" y="3031"/>
                <a:ext cx="188" cy="33"/>
              </a:xfrm>
              <a:custGeom>
                <a:avLst/>
                <a:gdLst>
                  <a:gd name="T0" fmla="*/ 423 w 434"/>
                  <a:gd name="T1" fmla="*/ 74 h 74"/>
                  <a:gd name="T2" fmla="*/ 423 w 434"/>
                  <a:gd name="T3" fmla="*/ 74 h 74"/>
                  <a:gd name="T4" fmla="*/ 423 w 434"/>
                  <a:gd name="T5" fmla="*/ 74 h 74"/>
                  <a:gd name="T6" fmla="*/ 217 w 434"/>
                  <a:gd name="T7" fmla="*/ 61 h 74"/>
                  <a:gd name="T8" fmla="*/ 9 w 434"/>
                  <a:gd name="T9" fmla="*/ 23 h 74"/>
                  <a:gd name="T10" fmla="*/ 1 w 434"/>
                  <a:gd name="T11" fmla="*/ 10 h 74"/>
                  <a:gd name="T12" fmla="*/ 15 w 434"/>
                  <a:gd name="T13" fmla="*/ 1 h 74"/>
                  <a:gd name="T14" fmla="*/ 220 w 434"/>
                  <a:gd name="T15" fmla="*/ 38 h 74"/>
                  <a:gd name="T16" fmla="*/ 423 w 434"/>
                  <a:gd name="T17" fmla="*/ 51 h 74"/>
                  <a:gd name="T18" fmla="*/ 434 w 434"/>
                  <a:gd name="T19" fmla="*/ 63 h 74"/>
                  <a:gd name="T20" fmla="*/ 423 w 434"/>
                  <a:gd name="T21"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4" h="74">
                    <a:moveTo>
                      <a:pt x="423" y="74"/>
                    </a:moveTo>
                    <a:lnTo>
                      <a:pt x="423" y="74"/>
                    </a:lnTo>
                    <a:lnTo>
                      <a:pt x="423" y="74"/>
                    </a:lnTo>
                    <a:cubicBezTo>
                      <a:pt x="354" y="73"/>
                      <a:pt x="285" y="69"/>
                      <a:pt x="217" y="61"/>
                    </a:cubicBezTo>
                    <a:cubicBezTo>
                      <a:pt x="147" y="52"/>
                      <a:pt x="77" y="40"/>
                      <a:pt x="9" y="23"/>
                    </a:cubicBezTo>
                    <a:cubicBezTo>
                      <a:pt x="3" y="22"/>
                      <a:pt x="0" y="16"/>
                      <a:pt x="1" y="10"/>
                    </a:cubicBezTo>
                    <a:cubicBezTo>
                      <a:pt x="3" y="3"/>
                      <a:pt x="9" y="0"/>
                      <a:pt x="15" y="1"/>
                    </a:cubicBezTo>
                    <a:cubicBezTo>
                      <a:pt x="82" y="17"/>
                      <a:pt x="151" y="30"/>
                      <a:pt x="220" y="38"/>
                    </a:cubicBezTo>
                    <a:cubicBezTo>
                      <a:pt x="287" y="46"/>
                      <a:pt x="355" y="51"/>
                      <a:pt x="423" y="51"/>
                    </a:cubicBezTo>
                    <a:cubicBezTo>
                      <a:pt x="429" y="51"/>
                      <a:pt x="434" y="56"/>
                      <a:pt x="434" y="63"/>
                    </a:cubicBezTo>
                    <a:cubicBezTo>
                      <a:pt x="434" y="69"/>
                      <a:pt x="429" y="74"/>
                      <a:pt x="423" y="74"/>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8" name="Freeform 93">
                <a:extLst>
                  <a:ext uri="{FF2B5EF4-FFF2-40B4-BE49-F238E27FC236}">
                    <a16:creationId xmlns:a16="http://schemas.microsoft.com/office/drawing/2014/main" id="{C1C5A849-4C1D-3DBA-D459-5B0B3F807882}"/>
                  </a:ext>
                </a:extLst>
              </p:cNvPr>
              <p:cNvSpPr>
                <a:spLocks/>
              </p:cNvSpPr>
              <p:nvPr/>
            </p:nvSpPr>
            <p:spPr bwMode="auto">
              <a:xfrm>
                <a:off x="3045" y="2806"/>
                <a:ext cx="416" cy="241"/>
              </a:xfrm>
              <a:custGeom>
                <a:avLst/>
                <a:gdLst>
                  <a:gd name="T0" fmla="*/ 12 w 957"/>
                  <a:gd name="T1" fmla="*/ 553 h 553"/>
                  <a:gd name="T2" fmla="*/ 12 w 957"/>
                  <a:gd name="T3" fmla="*/ 553 h 553"/>
                  <a:gd name="T4" fmla="*/ 1 w 957"/>
                  <a:gd name="T5" fmla="*/ 544 h 553"/>
                  <a:gd name="T6" fmla="*/ 10 w 957"/>
                  <a:gd name="T7" fmla="*/ 531 h 553"/>
                  <a:gd name="T8" fmla="*/ 180 w 957"/>
                  <a:gd name="T9" fmla="*/ 486 h 553"/>
                  <a:gd name="T10" fmla="*/ 359 w 957"/>
                  <a:gd name="T11" fmla="*/ 417 h 553"/>
                  <a:gd name="T12" fmla="*/ 564 w 957"/>
                  <a:gd name="T13" fmla="*/ 309 h 553"/>
                  <a:gd name="T14" fmla="*/ 789 w 957"/>
                  <a:gd name="T15" fmla="*/ 145 h 553"/>
                  <a:gd name="T16" fmla="*/ 936 w 957"/>
                  <a:gd name="T17" fmla="*/ 4 h 553"/>
                  <a:gd name="T18" fmla="*/ 952 w 957"/>
                  <a:gd name="T19" fmla="*/ 4 h 553"/>
                  <a:gd name="T20" fmla="*/ 953 w 957"/>
                  <a:gd name="T21" fmla="*/ 20 h 553"/>
                  <a:gd name="T22" fmla="*/ 804 w 957"/>
                  <a:gd name="T23" fmla="*/ 162 h 553"/>
                  <a:gd name="T24" fmla="*/ 576 w 957"/>
                  <a:gd name="T25" fmla="*/ 329 h 553"/>
                  <a:gd name="T26" fmla="*/ 369 w 957"/>
                  <a:gd name="T27" fmla="*/ 438 h 553"/>
                  <a:gd name="T28" fmla="*/ 187 w 957"/>
                  <a:gd name="T29" fmla="*/ 508 h 553"/>
                  <a:gd name="T30" fmla="*/ 15 w 957"/>
                  <a:gd name="T31" fmla="*/ 553 h 553"/>
                  <a:gd name="T32" fmla="*/ 12 w 957"/>
                  <a:gd name="T33" fmla="*/ 553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7" h="553">
                    <a:moveTo>
                      <a:pt x="12" y="553"/>
                    </a:moveTo>
                    <a:lnTo>
                      <a:pt x="12" y="553"/>
                    </a:lnTo>
                    <a:cubicBezTo>
                      <a:pt x="7" y="553"/>
                      <a:pt x="2" y="550"/>
                      <a:pt x="1" y="544"/>
                    </a:cubicBezTo>
                    <a:cubicBezTo>
                      <a:pt x="0" y="538"/>
                      <a:pt x="4" y="532"/>
                      <a:pt x="10" y="531"/>
                    </a:cubicBezTo>
                    <a:cubicBezTo>
                      <a:pt x="67" y="519"/>
                      <a:pt x="124" y="504"/>
                      <a:pt x="180" y="486"/>
                    </a:cubicBezTo>
                    <a:cubicBezTo>
                      <a:pt x="241" y="466"/>
                      <a:pt x="301" y="443"/>
                      <a:pt x="359" y="417"/>
                    </a:cubicBezTo>
                    <a:cubicBezTo>
                      <a:pt x="430" y="386"/>
                      <a:pt x="499" y="350"/>
                      <a:pt x="564" y="309"/>
                    </a:cubicBezTo>
                    <a:cubicBezTo>
                      <a:pt x="642" y="261"/>
                      <a:pt x="717" y="206"/>
                      <a:pt x="789" y="145"/>
                    </a:cubicBezTo>
                    <a:cubicBezTo>
                      <a:pt x="841" y="100"/>
                      <a:pt x="891" y="53"/>
                      <a:pt x="936" y="4"/>
                    </a:cubicBezTo>
                    <a:cubicBezTo>
                      <a:pt x="941" y="0"/>
                      <a:pt x="948" y="0"/>
                      <a:pt x="952" y="4"/>
                    </a:cubicBezTo>
                    <a:cubicBezTo>
                      <a:pt x="957" y="8"/>
                      <a:pt x="957" y="15"/>
                      <a:pt x="953" y="20"/>
                    </a:cubicBezTo>
                    <a:cubicBezTo>
                      <a:pt x="907" y="69"/>
                      <a:pt x="857" y="117"/>
                      <a:pt x="804" y="162"/>
                    </a:cubicBezTo>
                    <a:cubicBezTo>
                      <a:pt x="731" y="224"/>
                      <a:pt x="655" y="280"/>
                      <a:pt x="576" y="329"/>
                    </a:cubicBezTo>
                    <a:cubicBezTo>
                      <a:pt x="510" y="369"/>
                      <a:pt x="440" y="406"/>
                      <a:pt x="369" y="438"/>
                    </a:cubicBezTo>
                    <a:cubicBezTo>
                      <a:pt x="310" y="464"/>
                      <a:pt x="248" y="488"/>
                      <a:pt x="187" y="508"/>
                    </a:cubicBezTo>
                    <a:cubicBezTo>
                      <a:pt x="130" y="526"/>
                      <a:pt x="72" y="541"/>
                      <a:pt x="15" y="553"/>
                    </a:cubicBezTo>
                    <a:cubicBezTo>
                      <a:pt x="14" y="553"/>
                      <a:pt x="13" y="553"/>
                      <a:pt x="12" y="553"/>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9" name="Freeform 94">
                <a:extLst>
                  <a:ext uri="{FF2B5EF4-FFF2-40B4-BE49-F238E27FC236}">
                    <a16:creationId xmlns:a16="http://schemas.microsoft.com/office/drawing/2014/main" id="{55505524-CEA2-0E1D-CB02-B628D708F7AE}"/>
                  </a:ext>
                </a:extLst>
              </p:cNvPr>
              <p:cNvSpPr>
                <a:spLocks/>
              </p:cNvSpPr>
              <p:nvPr/>
            </p:nvSpPr>
            <p:spPr bwMode="auto">
              <a:xfrm>
                <a:off x="3583" y="2376"/>
                <a:ext cx="78" cy="243"/>
              </a:xfrm>
              <a:custGeom>
                <a:avLst/>
                <a:gdLst>
                  <a:gd name="T0" fmla="*/ 13 w 180"/>
                  <a:gd name="T1" fmla="*/ 559 h 559"/>
                  <a:gd name="T2" fmla="*/ 13 w 180"/>
                  <a:gd name="T3" fmla="*/ 559 h 559"/>
                  <a:gd name="T4" fmla="*/ 8 w 180"/>
                  <a:gd name="T5" fmla="*/ 558 h 559"/>
                  <a:gd name="T6" fmla="*/ 3 w 180"/>
                  <a:gd name="T7" fmla="*/ 543 h 559"/>
                  <a:gd name="T8" fmla="*/ 118 w 180"/>
                  <a:gd name="T9" fmla="*/ 217 h 559"/>
                  <a:gd name="T10" fmla="*/ 157 w 180"/>
                  <a:gd name="T11" fmla="*/ 11 h 559"/>
                  <a:gd name="T12" fmla="*/ 169 w 180"/>
                  <a:gd name="T13" fmla="*/ 1 h 559"/>
                  <a:gd name="T14" fmla="*/ 179 w 180"/>
                  <a:gd name="T15" fmla="*/ 13 h 559"/>
                  <a:gd name="T16" fmla="*/ 140 w 180"/>
                  <a:gd name="T17" fmla="*/ 223 h 559"/>
                  <a:gd name="T18" fmla="*/ 23 w 180"/>
                  <a:gd name="T19" fmla="*/ 552 h 559"/>
                  <a:gd name="T20" fmla="*/ 13 w 180"/>
                  <a:gd name="T21" fmla="*/ 559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559">
                    <a:moveTo>
                      <a:pt x="13" y="559"/>
                    </a:moveTo>
                    <a:lnTo>
                      <a:pt x="13" y="559"/>
                    </a:lnTo>
                    <a:cubicBezTo>
                      <a:pt x="11" y="559"/>
                      <a:pt x="10" y="559"/>
                      <a:pt x="8" y="558"/>
                    </a:cubicBezTo>
                    <a:cubicBezTo>
                      <a:pt x="2" y="555"/>
                      <a:pt x="0" y="548"/>
                      <a:pt x="3" y="543"/>
                    </a:cubicBezTo>
                    <a:cubicBezTo>
                      <a:pt x="50" y="441"/>
                      <a:pt x="89" y="331"/>
                      <a:pt x="118" y="217"/>
                    </a:cubicBezTo>
                    <a:cubicBezTo>
                      <a:pt x="136" y="145"/>
                      <a:pt x="148" y="77"/>
                      <a:pt x="157" y="11"/>
                    </a:cubicBezTo>
                    <a:cubicBezTo>
                      <a:pt x="158" y="4"/>
                      <a:pt x="163" y="0"/>
                      <a:pt x="169" y="1"/>
                    </a:cubicBezTo>
                    <a:cubicBezTo>
                      <a:pt x="176" y="2"/>
                      <a:pt x="180" y="7"/>
                      <a:pt x="179" y="13"/>
                    </a:cubicBezTo>
                    <a:cubicBezTo>
                      <a:pt x="171" y="81"/>
                      <a:pt x="158" y="149"/>
                      <a:pt x="140" y="223"/>
                    </a:cubicBezTo>
                    <a:cubicBezTo>
                      <a:pt x="111" y="338"/>
                      <a:pt x="72" y="449"/>
                      <a:pt x="23" y="552"/>
                    </a:cubicBezTo>
                    <a:cubicBezTo>
                      <a:pt x="21" y="556"/>
                      <a:pt x="17" y="559"/>
                      <a:pt x="13" y="559"/>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0" name="Freeform 95">
                <a:extLst>
                  <a:ext uri="{FF2B5EF4-FFF2-40B4-BE49-F238E27FC236}">
                    <a16:creationId xmlns:a16="http://schemas.microsoft.com/office/drawing/2014/main" id="{5B03EFCD-2026-BF96-CAFA-CDE406C19530}"/>
                  </a:ext>
                </a:extLst>
              </p:cNvPr>
              <p:cNvSpPr>
                <a:spLocks/>
              </p:cNvSpPr>
              <p:nvPr/>
            </p:nvSpPr>
            <p:spPr bwMode="auto">
              <a:xfrm>
                <a:off x="3430" y="1734"/>
                <a:ext cx="219" cy="391"/>
              </a:xfrm>
              <a:custGeom>
                <a:avLst/>
                <a:gdLst>
                  <a:gd name="T0" fmla="*/ 492 w 505"/>
                  <a:gd name="T1" fmla="*/ 899 h 899"/>
                  <a:gd name="T2" fmla="*/ 492 w 505"/>
                  <a:gd name="T3" fmla="*/ 899 h 899"/>
                  <a:gd name="T4" fmla="*/ 481 w 505"/>
                  <a:gd name="T5" fmla="*/ 890 h 899"/>
                  <a:gd name="T6" fmla="*/ 390 w 505"/>
                  <a:gd name="T7" fmla="*/ 599 h 899"/>
                  <a:gd name="T8" fmla="*/ 212 w 505"/>
                  <a:gd name="T9" fmla="*/ 272 h 899"/>
                  <a:gd name="T10" fmla="*/ 4 w 505"/>
                  <a:gd name="T11" fmla="*/ 21 h 899"/>
                  <a:gd name="T12" fmla="*/ 4 w 505"/>
                  <a:gd name="T13" fmla="*/ 5 h 899"/>
                  <a:gd name="T14" fmla="*/ 20 w 505"/>
                  <a:gd name="T15" fmla="*/ 5 h 899"/>
                  <a:gd name="T16" fmla="*/ 231 w 505"/>
                  <a:gd name="T17" fmla="*/ 259 h 899"/>
                  <a:gd name="T18" fmla="*/ 411 w 505"/>
                  <a:gd name="T19" fmla="*/ 590 h 899"/>
                  <a:gd name="T20" fmla="*/ 503 w 505"/>
                  <a:gd name="T21" fmla="*/ 885 h 899"/>
                  <a:gd name="T22" fmla="*/ 495 w 505"/>
                  <a:gd name="T23" fmla="*/ 898 h 899"/>
                  <a:gd name="T24" fmla="*/ 492 w 505"/>
                  <a:gd name="T25"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5" h="899">
                    <a:moveTo>
                      <a:pt x="492" y="899"/>
                    </a:moveTo>
                    <a:lnTo>
                      <a:pt x="492" y="899"/>
                    </a:lnTo>
                    <a:cubicBezTo>
                      <a:pt x="487" y="899"/>
                      <a:pt x="482" y="895"/>
                      <a:pt x="481" y="890"/>
                    </a:cubicBezTo>
                    <a:cubicBezTo>
                      <a:pt x="459" y="791"/>
                      <a:pt x="429" y="693"/>
                      <a:pt x="390" y="599"/>
                    </a:cubicBezTo>
                    <a:cubicBezTo>
                      <a:pt x="343" y="484"/>
                      <a:pt x="283" y="374"/>
                      <a:pt x="212" y="272"/>
                    </a:cubicBezTo>
                    <a:cubicBezTo>
                      <a:pt x="151" y="182"/>
                      <a:pt x="81" y="98"/>
                      <a:pt x="4" y="21"/>
                    </a:cubicBezTo>
                    <a:cubicBezTo>
                      <a:pt x="0" y="16"/>
                      <a:pt x="0" y="9"/>
                      <a:pt x="4" y="5"/>
                    </a:cubicBezTo>
                    <a:cubicBezTo>
                      <a:pt x="9" y="0"/>
                      <a:pt x="16" y="0"/>
                      <a:pt x="20" y="5"/>
                    </a:cubicBezTo>
                    <a:cubicBezTo>
                      <a:pt x="98" y="83"/>
                      <a:pt x="169" y="168"/>
                      <a:pt x="231" y="259"/>
                    </a:cubicBezTo>
                    <a:cubicBezTo>
                      <a:pt x="303" y="363"/>
                      <a:pt x="363" y="474"/>
                      <a:pt x="411" y="590"/>
                    </a:cubicBezTo>
                    <a:cubicBezTo>
                      <a:pt x="450" y="685"/>
                      <a:pt x="481" y="784"/>
                      <a:pt x="503" y="885"/>
                    </a:cubicBezTo>
                    <a:cubicBezTo>
                      <a:pt x="505" y="891"/>
                      <a:pt x="501" y="897"/>
                      <a:pt x="495" y="898"/>
                    </a:cubicBezTo>
                    <a:cubicBezTo>
                      <a:pt x="494" y="898"/>
                      <a:pt x="493" y="899"/>
                      <a:pt x="492" y="899"/>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1" name="Freeform 96">
                <a:extLst>
                  <a:ext uri="{FF2B5EF4-FFF2-40B4-BE49-F238E27FC236}">
                    <a16:creationId xmlns:a16="http://schemas.microsoft.com/office/drawing/2014/main" id="{23DCC994-532D-21F2-EC9F-D235C551F025}"/>
                  </a:ext>
                </a:extLst>
              </p:cNvPr>
              <p:cNvSpPr>
                <a:spLocks/>
              </p:cNvSpPr>
              <p:nvPr/>
            </p:nvSpPr>
            <p:spPr bwMode="auto">
              <a:xfrm>
                <a:off x="3125" y="1545"/>
                <a:ext cx="70" cy="33"/>
              </a:xfrm>
              <a:custGeom>
                <a:avLst/>
                <a:gdLst>
                  <a:gd name="T0" fmla="*/ 148 w 161"/>
                  <a:gd name="T1" fmla="*/ 75 h 75"/>
                  <a:gd name="T2" fmla="*/ 148 w 161"/>
                  <a:gd name="T3" fmla="*/ 75 h 75"/>
                  <a:gd name="T4" fmla="*/ 144 w 161"/>
                  <a:gd name="T5" fmla="*/ 74 h 75"/>
                  <a:gd name="T6" fmla="*/ 9 w 161"/>
                  <a:gd name="T7" fmla="*/ 24 h 75"/>
                  <a:gd name="T8" fmla="*/ 2 w 161"/>
                  <a:gd name="T9" fmla="*/ 10 h 75"/>
                  <a:gd name="T10" fmla="*/ 16 w 161"/>
                  <a:gd name="T11" fmla="*/ 2 h 75"/>
                  <a:gd name="T12" fmla="*/ 153 w 161"/>
                  <a:gd name="T13" fmla="*/ 53 h 75"/>
                  <a:gd name="T14" fmla="*/ 159 w 161"/>
                  <a:gd name="T15" fmla="*/ 68 h 75"/>
                  <a:gd name="T16" fmla="*/ 148 w 16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75">
                    <a:moveTo>
                      <a:pt x="148" y="75"/>
                    </a:moveTo>
                    <a:lnTo>
                      <a:pt x="148" y="75"/>
                    </a:lnTo>
                    <a:cubicBezTo>
                      <a:pt x="147" y="75"/>
                      <a:pt x="145" y="75"/>
                      <a:pt x="144" y="74"/>
                    </a:cubicBezTo>
                    <a:cubicBezTo>
                      <a:pt x="101" y="56"/>
                      <a:pt x="56" y="39"/>
                      <a:pt x="9" y="24"/>
                    </a:cubicBezTo>
                    <a:cubicBezTo>
                      <a:pt x="3" y="22"/>
                      <a:pt x="0" y="16"/>
                      <a:pt x="2" y="10"/>
                    </a:cubicBezTo>
                    <a:cubicBezTo>
                      <a:pt x="4" y="4"/>
                      <a:pt x="11" y="0"/>
                      <a:pt x="16" y="2"/>
                    </a:cubicBezTo>
                    <a:cubicBezTo>
                      <a:pt x="64" y="18"/>
                      <a:pt x="109" y="35"/>
                      <a:pt x="153" y="53"/>
                    </a:cubicBezTo>
                    <a:cubicBezTo>
                      <a:pt x="158" y="56"/>
                      <a:pt x="161" y="62"/>
                      <a:pt x="159" y="68"/>
                    </a:cubicBezTo>
                    <a:cubicBezTo>
                      <a:pt x="157" y="73"/>
                      <a:pt x="153" y="75"/>
                      <a:pt x="148" y="75"/>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2" name="Freeform 97">
                <a:extLst>
                  <a:ext uri="{FF2B5EF4-FFF2-40B4-BE49-F238E27FC236}">
                    <a16:creationId xmlns:a16="http://schemas.microsoft.com/office/drawing/2014/main" id="{A1C1A2E4-AD5A-E784-E585-7FA96CCC143B}"/>
                  </a:ext>
                </a:extLst>
              </p:cNvPr>
              <p:cNvSpPr>
                <a:spLocks/>
              </p:cNvSpPr>
              <p:nvPr/>
            </p:nvSpPr>
            <p:spPr bwMode="auto">
              <a:xfrm>
                <a:off x="2150" y="1455"/>
                <a:ext cx="647" cy="448"/>
              </a:xfrm>
              <a:custGeom>
                <a:avLst/>
                <a:gdLst>
                  <a:gd name="T0" fmla="*/ 13 w 1489"/>
                  <a:gd name="T1" fmla="*/ 1030 h 1030"/>
                  <a:gd name="T2" fmla="*/ 13 w 1489"/>
                  <a:gd name="T3" fmla="*/ 1030 h 1030"/>
                  <a:gd name="T4" fmla="*/ 8 w 1489"/>
                  <a:gd name="T5" fmla="*/ 1028 h 1030"/>
                  <a:gd name="T6" fmla="*/ 3 w 1489"/>
                  <a:gd name="T7" fmla="*/ 1013 h 1030"/>
                  <a:gd name="T8" fmla="*/ 131 w 1489"/>
                  <a:gd name="T9" fmla="*/ 806 h 1030"/>
                  <a:gd name="T10" fmla="*/ 373 w 1489"/>
                  <a:gd name="T11" fmla="*/ 523 h 1030"/>
                  <a:gd name="T12" fmla="*/ 637 w 1489"/>
                  <a:gd name="T13" fmla="*/ 311 h 1030"/>
                  <a:gd name="T14" fmla="*/ 910 w 1489"/>
                  <a:gd name="T15" fmla="*/ 158 h 1030"/>
                  <a:gd name="T16" fmla="*/ 1044 w 1489"/>
                  <a:gd name="T17" fmla="*/ 103 h 1030"/>
                  <a:gd name="T18" fmla="*/ 1247 w 1489"/>
                  <a:gd name="T19" fmla="*/ 42 h 1030"/>
                  <a:gd name="T20" fmla="*/ 1476 w 1489"/>
                  <a:gd name="T21" fmla="*/ 1 h 1030"/>
                  <a:gd name="T22" fmla="*/ 1488 w 1489"/>
                  <a:gd name="T23" fmla="*/ 11 h 1030"/>
                  <a:gd name="T24" fmla="*/ 1478 w 1489"/>
                  <a:gd name="T25" fmla="*/ 24 h 1030"/>
                  <a:gd name="T26" fmla="*/ 1253 w 1489"/>
                  <a:gd name="T27" fmla="*/ 64 h 1030"/>
                  <a:gd name="T28" fmla="*/ 1052 w 1489"/>
                  <a:gd name="T29" fmla="*/ 125 h 1030"/>
                  <a:gd name="T30" fmla="*/ 919 w 1489"/>
                  <a:gd name="T31" fmla="*/ 179 h 1030"/>
                  <a:gd name="T32" fmla="*/ 649 w 1489"/>
                  <a:gd name="T33" fmla="*/ 330 h 1030"/>
                  <a:gd name="T34" fmla="*/ 389 w 1489"/>
                  <a:gd name="T35" fmla="*/ 539 h 1030"/>
                  <a:gd name="T36" fmla="*/ 149 w 1489"/>
                  <a:gd name="T37" fmla="*/ 819 h 1030"/>
                  <a:gd name="T38" fmla="*/ 23 w 1489"/>
                  <a:gd name="T39" fmla="*/ 1024 h 1030"/>
                  <a:gd name="T40" fmla="*/ 13 w 1489"/>
                  <a:gd name="T4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89" h="1030">
                    <a:moveTo>
                      <a:pt x="13" y="1030"/>
                    </a:moveTo>
                    <a:lnTo>
                      <a:pt x="13" y="1030"/>
                    </a:lnTo>
                    <a:cubicBezTo>
                      <a:pt x="11" y="1030"/>
                      <a:pt x="9" y="1029"/>
                      <a:pt x="8" y="1028"/>
                    </a:cubicBezTo>
                    <a:cubicBezTo>
                      <a:pt x="2" y="1025"/>
                      <a:pt x="0" y="1019"/>
                      <a:pt x="3" y="1013"/>
                    </a:cubicBezTo>
                    <a:cubicBezTo>
                      <a:pt x="39" y="944"/>
                      <a:pt x="82" y="875"/>
                      <a:pt x="131" y="806"/>
                    </a:cubicBezTo>
                    <a:cubicBezTo>
                      <a:pt x="203" y="703"/>
                      <a:pt x="285" y="608"/>
                      <a:pt x="373" y="523"/>
                    </a:cubicBezTo>
                    <a:cubicBezTo>
                      <a:pt x="455" y="445"/>
                      <a:pt x="543" y="373"/>
                      <a:pt x="637" y="311"/>
                    </a:cubicBezTo>
                    <a:cubicBezTo>
                      <a:pt x="723" y="253"/>
                      <a:pt x="815" y="201"/>
                      <a:pt x="910" y="158"/>
                    </a:cubicBezTo>
                    <a:cubicBezTo>
                      <a:pt x="954" y="138"/>
                      <a:pt x="999" y="120"/>
                      <a:pt x="1044" y="103"/>
                    </a:cubicBezTo>
                    <a:cubicBezTo>
                      <a:pt x="1111" y="79"/>
                      <a:pt x="1179" y="59"/>
                      <a:pt x="1247" y="42"/>
                    </a:cubicBezTo>
                    <a:cubicBezTo>
                      <a:pt x="1322" y="24"/>
                      <a:pt x="1399" y="10"/>
                      <a:pt x="1476" y="1"/>
                    </a:cubicBezTo>
                    <a:cubicBezTo>
                      <a:pt x="1482" y="0"/>
                      <a:pt x="1487" y="5"/>
                      <a:pt x="1488" y="11"/>
                    </a:cubicBezTo>
                    <a:cubicBezTo>
                      <a:pt x="1489" y="17"/>
                      <a:pt x="1485" y="23"/>
                      <a:pt x="1478" y="24"/>
                    </a:cubicBezTo>
                    <a:cubicBezTo>
                      <a:pt x="1403" y="33"/>
                      <a:pt x="1327" y="46"/>
                      <a:pt x="1253" y="64"/>
                    </a:cubicBezTo>
                    <a:cubicBezTo>
                      <a:pt x="1185" y="81"/>
                      <a:pt x="1118" y="101"/>
                      <a:pt x="1052" y="125"/>
                    </a:cubicBezTo>
                    <a:cubicBezTo>
                      <a:pt x="1007" y="141"/>
                      <a:pt x="962" y="159"/>
                      <a:pt x="919" y="179"/>
                    </a:cubicBezTo>
                    <a:cubicBezTo>
                      <a:pt x="826" y="222"/>
                      <a:pt x="735" y="272"/>
                      <a:pt x="649" y="330"/>
                    </a:cubicBezTo>
                    <a:cubicBezTo>
                      <a:pt x="557" y="392"/>
                      <a:pt x="469" y="462"/>
                      <a:pt x="389" y="539"/>
                    </a:cubicBezTo>
                    <a:cubicBezTo>
                      <a:pt x="302" y="623"/>
                      <a:pt x="221" y="717"/>
                      <a:pt x="149" y="819"/>
                    </a:cubicBezTo>
                    <a:cubicBezTo>
                      <a:pt x="101" y="887"/>
                      <a:pt x="59" y="956"/>
                      <a:pt x="23" y="1024"/>
                    </a:cubicBezTo>
                    <a:cubicBezTo>
                      <a:pt x="21" y="1027"/>
                      <a:pt x="17" y="1030"/>
                      <a:pt x="13" y="1030"/>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3" name="Freeform 98">
                <a:extLst>
                  <a:ext uri="{FF2B5EF4-FFF2-40B4-BE49-F238E27FC236}">
                    <a16:creationId xmlns:a16="http://schemas.microsoft.com/office/drawing/2014/main" id="{13505E57-29F9-7467-E52F-ACDF0C48BAC9}"/>
                  </a:ext>
                </a:extLst>
              </p:cNvPr>
              <p:cNvSpPr>
                <a:spLocks/>
              </p:cNvSpPr>
              <p:nvPr/>
            </p:nvSpPr>
            <p:spPr bwMode="auto">
              <a:xfrm>
                <a:off x="2075" y="2466"/>
                <a:ext cx="190" cy="365"/>
              </a:xfrm>
              <a:custGeom>
                <a:avLst/>
                <a:gdLst>
                  <a:gd name="T0" fmla="*/ 424 w 436"/>
                  <a:gd name="T1" fmla="*/ 840 h 840"/>
                  <a:gd name="T2" fmla="*/ 424 w 436"/>
                  <a:gd name="T3" fmla="*/ 840 h 840"/>
                  <a:gd name="T4" fmla="*/ 415 w 436"/>
                  <a:gd name="T5" fmla="*/ 836 h 840"/>
                  <a:gd name="T6" fmla="*/ 274 w 436"/>
                  <a:gd name="T7" fmla="*/ 650 h 840"/>
                  <a:gd name="T8" fmla="*/ 139 w 436"/>
                  <a:gd name="T9" fmla="*/ 411 h 840"/>
                  <a:gd name="T10" fmla="*/ 48 w 436"/>
                  <a:gd name="T11" fmla="*/ 185 h 840"/>
                  <a:gd name="T12" fmla="*/ 1 w 436"/>
                  <a:gd name="T13" fmla="*/ 15 h 840"/>
                  <a:gd name="T14" fmla="*/ 10 w 436"/>
                  <a:gd name="T15" fmla="*/ 1 h 840"/>
                  <a:gd name="T16" fmla="*/ 23 w 436"/>
                  <a:gd name="T17" fmla="*/ 10 h 840"/>
                  <a:gd name="T18" fmla="*/ 69 w 436"/>
                  <a:gd name="T19" fmla="*/ 178 h 840"/>
                  <a:gd name="T20" fmla="*/ 159 w 436"/>
                  <a:gd name="T21" fmla="*/ 401 h 840"/>
                  <a:gd name="T22" fmla="*/ 293 w 436"/>
                  <a:gd name="T23" fmla="*/ 637 h 840"/>
                  <a:gd name="T24" fmla="*/ 432 w 436"/>
                  <a:gd name="T25" fmla="*/ 821 h 840"/>
                  <a:gd name="T26" fmla="*/ 431 w 436"/>
                  <a:gd name="T27" fmla="*/ 837 h 840"/>
                  <a:gd name="T28" fmla="*/ 424 w 436"/>
                  <a:gd name="T29"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840">
                    <a:moveTo>
                      <a:pt x="424" y="840"/>
                    </a:moveTo>
                    <a:lnTo>
                      <a:pt x="424" y="840"/>
                    </a:lnTo>
                    <a:cubicBezTo>
                      <a:pt x="420" y="840"/>
                      <a:pt x="417" y="838"/>
                      <a:pt x="415" y="836"/>
                    </a:cubicBezTo>
                    <a:cubicBezTo>
                      <a:pt x="365" y="777"/>
                      <a:pt x="317" y="714"/>
                      <a:pt x="274" y="650"/>
                    </a:cubicBezTo>
                    <a:cubicBezTo>
                      <a:pt x="224" y="574"/>
                      <a:pt x="178" y="493"/>
                      <a:pt x="139" y="411"/>
                    </a:cubicBezTo>
                    <a:cubicBezTo>
                      <a:pt x="104" y="338"/>
                      <a:pt x="73" y="262"/>
                      <a:pt x="48" y="185"/>
                    </a:cubicBezTo>
                    <a:cubicBezTo>
                      <a:pt x="30" y="131"/>
                      <a:pt x="14" y="74"/>
                      <a:pt x="1" y="15"/>
                    </a:cubicBezTo>
                    <a:cubicBezTo>
                      <a:pt x="0" y="9"/>
                      <a:pt x="4" y="3"/>
                      <a:pt x="10" y="1"/>
                    </a:cubicBezTo>
                    <a:cubicBezTo>
                      <a:pt x="16" y="0"/>
                      <a:pt x="22" y="4"/>
                      <a:pt x="23" y="10"/>
                    </a:cubicBezTo>
                    <a:cubicBezTo>
                      <a:pt x="36" y="68"/>
                      <a:pt x="52" y="124"/>
                      <a:pt x="69" y="178"/>
                    </a:cubicBezTo>
                    <a:cubicBezTo>
                      <a:pt x="94" y="254"/>
                      <a:pt x="124" y="329"/>
                      <a:pt x="159" y="401"/>
                    </a:cubicBezTo>
                    <a:cubicBezTo>
                      <a:pt x="198" y="483"/>
                      <a:pt x="243" y="562"/>
                      <a:pt x="293" y="637"/>
                    </a:cubicBezTo>
                    <a:cubicBezTo>
                      <a:pt x="336" y="701"/>
                      <a:pt x="382" y="763"/>
                      <a:pt x="432" y="821"/>
                    </a:cubicBezTo>
                    <a:cubicBezTo>
                      <a:pt x="436" y="826"/>
                      <a:pt x="436" y="833"/>
                      <a:pt x="431" y="837"/>
                    </a:cubicBezTo>
                    <a:cubicBezTo>
                      <a:pt x="429" y="839"/>
                      <a:pt x="426" y="840"/>
                      <a:pt x="424" y="840"/>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4" name="Freeform 99">
                <a:extLst>
                  <a:ext uri="{FF2B5EF4-FFF2-40B4-BE49-F238E27FC236}">
                    <a16:creationId xmlns:a16="http://schemas.microsoft.com/office/drawing/2014/main" id="{B186FD70-5952-E303-8BF6-DBFB2B7F9DD7}"/>
                  </a:ext>
                </a:extLst>
              </p:cNvPr>
              <p:cNvSpPr>
                <a:spLocks/>
              </p:cNvSpPr>
              <p:nvPr/>
            </p:nvSpPr>
            <p:spPr bwMode="auto">
              <a:xfrm>
                <a:off x="2613" y="3065"/>
                <a:ext cx="86" cy="33"/>
              </a:xfrm>
              <a:custGeom>
                <a:avLst/>
                <a:gdLst>
                  <a:gd name="T0" fmla="*/ 185 w 198"/>
                  <a:gd name="T1" fmla="*/ 75 h 75"/>
                  <a:gd name="T2" fmla="*/ 185 w 198"/>
                  <a:gd name="T3" fmla="*/ 75 h 75"/>
                  <a:gd name="T4" fmla="*/ 182 w 198"/>
                  <a:gd name="T5" fmla="*/ 75 h 75"/>
                  <a:gd name="T6" fmla="*/ 9 w 198"/>
                  <a:gd name="T7" fmla="*/ 24 h 75"/>
                  <a:gd name="T8" fmla="*/ 2 w 198"/>
                  <a:gd name="T9" fmla="*/ 10 h 75"/>
                  <a:gd name="T10" fmla="*/ 17 w 198"/>
                  <a:gd name="T11" fmla="*/ 3 h 75"/>
                  <a:gd name="T12" fmla="*/ 188 w 198"/>
                  <a:gd name="T13" fmla="*/ 53 h 75"/>
                  <a:gd name="T14" fmla="*/ 196 w 198"/>
                  <a:gd name="T15" fmla="*/ 67 h 75"/>
                  <a:gd name="T16" fmla="*/ 185 w 198"/>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75">
                    <a:moveTo>
                      <a:pt x="185" y="75"/>
                    </a:moveTo>
                    <a:lnTo>
                      <a:pt x="185" y="75"/>
                    </a:lnTo>
                    <a:cubicBezTo>
                      <a:pt x="184" y="75"/>
                      <a:pt x="183" y="75"/>
                      <a:pt x="182" y="75"/>
                    </a:cubicBezTo>
                    <a:cubicBezTo>
                      <a:pt x="124" y="61"/>
                      <a:pt x="66" y="44"/>
                      <a:pt x="9" y="24"/>
                    </a:cubicBezTo>
                    <a:cubicBezTo>
                      <a:pt x="3" y="22"/>
                      <a:pt x="0" y="15"/>
                      <a:pt x="2" y="10"/>
                    </a:cubicBezTo>
                    <a:cubicBezTo>
                      <a:pt x="4" y="4"/>
                      <a:pt x="11" y="0"/>
                      <a:pt x="17" y="3"/>
                    </a:cubicBezTo>
                    <a:cubicBezTo>
                      <a:pt x="73" y="22"/>
                      <a:pt x="130" y="39"/>
                      <a:pt x="188" y="53"/>
                    </a:cubicBezTo>
                    <a:cubicBezTo>
                      <a:pt x="194" y="54"/>
                      <a:pt x="198" y="60"/>
                      <a:pt x="196" y="67"/>
                    </a:cubicBezTo>
                    <a:cubicBezTo>
                      <a:pt x="195" y="72"/>
                      <a:pt x="190" y="75"/>
                      <a:pt x="185" y="75"/>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5" name="Freeform 100">
                <a:extLst>
                  <a:ext uri="{FF2B5EF4-FFF2-40B4-BE49-F238E27FC236}">
                    <a16:creationId xmlns:a16="http://schemas.microsoft.com/office/drawing/2014/main" id="{1948AF97-B8DA-950E-0B11-93FDABE0C02B}"/>
                  </a:ext>
                </a:extLst>
              </p:cNvPr>
              <p:cNvSpPr>
                <a:spLocks/>
              </p:cNvSpPr>
              <p:nvPr/>
            </p:nvSpPr>
            <p:spPr bwMode="auto">
              <a:xfrm>
                <a:off x="2881" y="2285"/>
                <a:ext cx="844" cy="837"/>
              </a:xfrm>
              <a:custGeom>
                <a:avLst/>
                <a:gdLst>
                  <a:gd name="T0" fmla="*/ 20 w 1941"/>
                  <a:gd name="T1" fmla="*/ 1923 h 1923"/>
                  <a:gd name="T2" fmla="*/ 20 w 1941"/>
                  <a:gd name="T3" fmla="*/ 1923 h 1923"/>
                  <a:gd name="T4" fmla="*/ 11 w 1941"/>
                  <a:gd name="T5" fmla="*/ 1923 h 1923"/>
                  <a:gd name="T6" fmla="*/ 0 w 1941"/>
                  <a:gd name="T7" fmla="*/ 1911 h 1923"/>
                  <a:gd name="T8" fmla="*/ 11 w 1941"/>
                  <a:gd name="T9" fmla="*/ 1900 h 1923"/>
                  <a:gd name="T10" fmla="*/ 20 w 1941"/>
                  <a:gd name="T11" fmla="*/ 1900 h 1923"/>
                  <a:gd name="T12" fmla="*/ 236 w 1941"/>
                  <a:gd name="T13" fmla="*/ 1888 h 1923"/>
                  <a:gd name="T14" fmla="*/ 418 w 1941"/>
                  <a:gd name="T15" fmla="*/ 1858 h 1923"/>
                  <a:gd name="T16" fmla="*/ 601 w 1941"/>
                  <a:gd name="T17" fmla="*/ 1810 h 1923"/>
                  <a:gd name="T18" fmla="*/ 794 w 1941"/>
                  <a:gd name="T19" fmla="*/ 1736 h 1923"/>
                  <a:gd name="T20" fmla="*/ 1015 w 1941"/>
                  <a:gd name="T21" fmla="*/ 1619 h 1923"/>
                  <a:gd name="T22" fmla="*/ 1257 w 1941"/>
                  <a:gd name="T23" fmla="*/ 1441 h 1923"/>
                  <a:gd name="T24" fmla="*/ 1414 w 1941"/>
                  <a:gd name="T25" fmla="*/ 1290 h 1923"/>
                  <a:gd name="T26" fmla="*/ 1583 w 1941"/>
                  <a:gd name="T27" fmla="*/ 1078 h 1923"/>
                  <a:gd name="T28" fmla="*/ 1740 w 1941"/>
                  <a:gd name="T29" fmla="*/ 804 h 1923"/>
                  <a:gd name="T30" fmla="*/ 1863 w 1941"/>
                  <a:gd name="T31" fmla="*/ 453 h 1923"/>
                  <a:gd name="T32" fmla="*/ 1904 w 1941"/>
                  <a:gd name="T33" fmla="*/ 233 h 1923"/>
                  <a:gd name="T34" fmla="*/ 1918 w 1941"/>
                  <a:gd name="T35" fmla="*/ 11 h 1923"/>
                  <a:gd name="T36" fmla="*/ 1929 w 1941"/>
                  <a:gd name="T37" fmla="*/ 0 h 1923"/>
                  <a:gd name="T38" fmla="*/ 1941 w 1941"/>
                  <a:gd name="T39" fmla="*/ 12 h 1923"/>
                  <a:gd name="T40" fmla="*/ 1927 w 1941"/>
                  <a:gd name="T41" fmla="*/ 236 h 1923"/>
                  <a:gd name="T42" fmla="*/ 1885 w 1941"/>
                  <a:gd name="T43" fmla="*/ 458 h 1923"/>
                  <a:gd name="T44" fmla="*/ 1761 w 1941"/>
                  <a:gd name="T45" fmla="*/ 814 h 1923"/>
                  <a:gd name="T46" fmla="*/ 1602 w 1941"/>
                  <a:gd name="T47" fmla="*/ 1091 h 1923"/>
                  <a:gd name="T48" fmla="*/ 1430 w 1941"/>
                  <a:gd name="T49" fmla="*/ 1306 h 1923"/>
                  <a:gd name="T50" fmla="*/ 1271 w 1941"/>
                  <a:gd name="T51" fmla="*/ 1459 h 1923"/>
                  <a:gd name="T52" fmla="*/ 1027 w 1941"/>
                  <a:gd name="T53" fmla="*/ 1638 h 1923"/>
                  <a:gd name="T54" fmla="*/ 803 w 1941"/>
                  <a:gd name="T55" fmla="*/ 1756 h 1923"/>
                  <a:gd name="T56" fmla="*/ 608 w 1941"/>
                  <a:gd name="T57" fmla="*/ 1831 h 1923"/>
                  <a:gd name="T58" fmla="*/ 423 w 1941"/>
                  <a:gd name="T59" fmla="*/ 1881 h 1923"/>
                  <a:gd name="T60" fmla="*/ 239 w 1941"/>
                  <a:gd name="T61" fmla="*/ 1910 h 1923"/>
                  <a:gd name="T62" fmla="*/ 20 w 1941"/>
                  <a:gd name="T63" fmla="*/ 1923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41" h="1923">
                    <a:moveTo>
                      <a:pt x="20" y="1923"/>
                    </a:moveTo>
                    <a:lnTo>
                      <a:pt x="20" y="1923"/>
                    </a:lnTo>
                    <a:cubicBezTo>
                      <a:pt x="17" y="1923"/>
                      <a:pt x="14" y="1923"/>
                      <a:pt x="11" y="1923"/>
                    </a:cubicBezTo>
                    <a:cubicBezTo>
                      <a:pt x="5" y="1923"/>
                      <a:pt x="0" y="1918"/>
                      <a:pt x="0" y="1911"/>
                    </a:cubicBezTo>
                    <a:cubicBezTo>
                      <a:pt x="0" y="1905"/>
                      <a:pt x="5" y="1900"/>
                      <a:pt x="11" y="1900"/>
                    </a:cubicBezTo>
                    <a:cubicBezTo>
                      <a:pt x="14" y="1900"/>
                      <a:pt x="17" y="1900"/>
                      <a:pt x="20" y="1900"/>
                    </a:cubicBezTo>
                    <a:cubicBezTo>
                      <a:pt x="92" y="1900"/>
                      <a:pt x="165" y="1896"/>
                      <a:pt x="236" y="1888"/>
                    </a:cubicBezTo>
                    <a:cubicBezTo>
                      <a:pt x="297" y="1881"/>
                      <a:pt x="358" y="1871"/>
                      <a:pt x="418" y="1858"/>
                    </a:cubicBezTo>
                    <a:cubicBezTo>
                      <a:pt x="479" y="1845"/>
                      <a:pt x="541" y="1829"/>
                      <a:pt x="601" y="1810"/>
                    </a:cubicBezTo>
                    <a:cubicBezTo>
                      <a:pt x="666" y="1789"/>
                      <a:pt x="731" y="1764"/>
                      <a:pt x="794" y="1736"/>
                    </a:cubicBezTo>
                    <a:cubicBezTo>
                      <a:pt x="870" y="1702"/>
                      <a:pt x="944" y="1662"/>
                      <a:pt x="1015" y="1619"/>
                    </a:cubicBezTo>
                    <a:cubicBezTo>
                      <a:pt x="1100" y="1566"/>
                      <a:pt x="1181" y="1507"/>
                      <a:pt x="1257" y="1441"/>
                    </a:cubicBezTo>
                    <a:cubicBezTo>
                      <a:pt x="1312" y="1394"/>
                      <a:pt x="1365" y="1343"/>
                      <a:pt x="1414" y="1290"/>
                    </a:cubicBezTo>
                    <a:cubicBezTo>
                      <a:pt x="1475" y="1224"/>
                      <a:pt x="1532" y="1153"/>
                      <a:pt x="1583" y="1078"/>
                    </a:cubicBezTo>
                    <a:cubicBezTo>
                      <a:pt x="1643" y="992"/>
                      <a:pt x="1696" y="899"/>
                      <a:pt x="1740" y="804"/>
                    </a:cubicBezTo>
                    <a:cubicBezTo>
                      <a:pt x="1792" y="694"/>
                      <a:pt x="1833" y="575"/>
                      <a:pt x="1863" y="453"/>
                    </a:cubicBezTo>
                    <a:cubicBezTo>
                      <a:pt x="1881" y="379"/>
                      <a:pt x="1895" y="305"/>
                      <a:pt x="1904" y="233"/>
                    </a:cubicBezTo>
                    <a:cubicBezTo>
                      <a:pt x="1913" y="160"/>
                      <a:pt x="1918" y="85"/>
                      <a:pt x="1918" y="11"/>
                    </a:cubicBezTo>
                    <a:cubicBezTo>
                      <a:pt x="1918" y="5"/>
                      <a:pt x="1923" y="0"/>
                      <a:pt x="1929" y="0"/>
                    </a:cubicBezTo>
                    <a:cubicBezTo>
                      <a:pt x="1936" y="0"/>
                      <a:pt x="1941" y="5"/>
                      <a:pt x="1941" y="12"/>
                    </a:cubicBezTo>
                    <a:cubicBezTo>
                      <a:pt x="1940" y="86"/>
                      <a:pt x="1936" y="162"/>
                      <a:pt x="1927" y="236"/>
                    </a:cubicBezTo>
                    <a:cubicBezTo>
                      <a:pt x="1918" y="308"/>
                      <a:pt x="1904" y="383"/>
                      <a:pt x="1885" y="458"/>
                    </a:cubicBezTo>
                    <a:cubicBezTo>
                      <a:pt x="1855" y="582"/>
                      <a:pt x="1813" y="702"/>
                      <a:pt x="1761" y="814"/>
                    </a:cubicBezTo>
                    <a:cubicBezTo>
                      <a:pt x="1716" y="910"/>
                      <a:pt x="1662" y="1004"/>
                      <a:pt x="1602" y="1091"/>
                    </a:cubicBezTo>
                    <a:cubicBezTo>
                      <a:pt x="1550" y="1167"/>
                      <a:pt x="1492" y="1239"/>
                      <a:pt x="1430" y="1306"/>
                    </a:cubicBezTo>
                    <a:cubicBezTo>
                      <a:pt x="1381" y="1360"/>
                      <a:pt x="1327" y="1411"/>
                      <a:pt x="1271" y="1459"/>
                    </a:cubicBezTo>
                    <a:cubicBezTo>
                      <a:pt x="1195" y="1525"/>
                      <a:pt x="1113" y="1585"/>
                      <a:pt x="1027" y="1638"/>
                    </a:cubicBezTo>
                    <a:cubicBezTo>
                      <a:pt x="955" y="1682"/>
                      <a:pt x="880" y="1722"/>
                      <a:pt x="803" y="1756"/>
                    </a:cubicBezTo>
                    <a:cubicBezTo>
                      <a:pt x="740" y="1785"/>
                      <a:pt x="674" y="1810"/>
                      <a:pt x="608" y="1831"/>
                    </a:cubicBezTo>
                    <a:cubicBezTo>
                      <a:pt x="547" y="1851"/>
                      <a:pt x="485" y="1867"/>
                      <a:pt x="423" y="1881"/>
                    </a:cubicBezTo>
                    <a:cubicBezTo>
                      <a:pt x="362" y="1893"/>
                      <a:pt x="300" y="1903"/>
                      <a:pt x="239" y="1910"/>
                    </a:cubicBezTo>
                    <a:cubicBezTo>
                      <a:pt x="166" y="1919"/>
                      <a:pt x="93" y="1923"/>
                      <a:pt x="20" y="1923"/>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6" name="Freeform 101">
                <a:extLst>
                  <a:ext uri="{FF2B5EF4-FFF2-40B4-BE49-F238E27FC236}">
                    <a16:creationId xmlns:a16="http://schemas.microsoft.com/office/drawing/2014/main" id="{5DACE22B-C028-8E09-8D15-8E7A36AF44B5}"/>
                  </a:ext>
                </a:extLst>
              </p:cNvPr>
              <p:cNvSpPr>
                <a:spLocks/>
              </p:cNvSpPr>
              <p:nvPr/>
            </p:nvSpPr>
            <p:spPr bwMode="auto">
              <a:xfrm>
                <a:off x="3036" y="1464"/>
                <a:ext cx="542" cy="356"/>
              </a:xfrm>
              <a:custGeom>
                <a:avLst/>
                <a:gdLst>
                  <a:gd name="T0" fmla="*/ 1234 w 1247"/>
                  <a:gd name="T1" fmla="*/ 818 h 818"/>
                  <a:gd name="T2" fmla="*/ 1234 w 1247"/>
                  <a:gd name="T3" fmla="*/ 818 h 818"/>
                  <a:gd name="T4" fmla="*/ 1225 w 1247"/>
                  <a:gd name="T5" fmla="*/ 813 h 818"/>
                  <a:gd name="T6" fmla="*/ 1001 w 1247"/>
                  <a:gd name="T7" fmla="*/ 544 h 818"/>
                  <a:gd name="T8" fmla="*/ 814 w 1247"/>
                  <a:gd name="T9" fmla="*/ 381 h 818"/>
                  <a:gd name="T10" fmla="*/ 543 w 1247"/>
                  <a:gd name="T11" fmla="*/ 208 h 818"/>
                  <a:gd name="T12" fmla="*/ 398 w 1247"/>
                  <a:gd name="T13" fmla="*/ 139 h 818"/>
                  <a:gd name="T14" fmla="*/ 254 w 1247"/>
                  <a:gd name="T15" fmla="*/ 85 h 818"/>
                  <a:gd name="T16" fmla="*/ 10 w 1247"/>
                  <a:gd name="T17" fmla="*/ 23 h 818"/>
                  <a:gd name="T18" fmla="*/ 1 w 1247"/>
                  <a:gd name="T19" fmla="*/ 10 h 818"/>
                  <a:gd name="T20" fmla="*/ 14 w 1247"/>
                  <a:gd name="T21" fmla="*/ 1 h 818"/>
                  <a:gd name="T22" fmla="*/ 261 w 1247"/>
                  <a:gd name="T23" fmla="*/ 63 h 818"/>
                  <a:gd name="T24" fmla="*/ 407 w 1247"/>
                  <a:gd name="T25" fmla="*/ 118 h 818"/>
                  <a:gd name="T26" fmla="*/ 554 w 1247"/>
                  <a:gd name="T27" fmla="*/ 188 h 818"/>
                  <a:gd name="T28" fmla="*/ 828 w 1247"/>
                  <a:gd name="T29" fmla="*/ 363 h 818"/>
                  <a:gd name="T30" fmla="*/ 1017 w 1247"/>
                  <a:gd name="T31" fmla="*/ 528 h 818"/>
                  <a:gd name="T32" fmla="*/ 1244 w 1247"/>
                  <a:gd name="T33" fmla="*/ 800 h 818"/>
                  <a:gd name="T34" fmla="*/ 1241 w 1247"/>
                  <a:gd name="T35" fmla="*/ 816 h 818"/>
                  <a:gd name="T36" fmla="*/ 1234 w 1247"/>
                  <a:gd name="T37" fmla="*/ 818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7" h="818">
                    <a:moveTo>
                      <a:pt x="1234" y="818"/>
                    </a:moveTo>
                    <a:lnTo>
                      <a:pt x="1234" y="818"/>
                    </a:lnTo>
                    <a:cubicBezTo>
                      <a:pt x="1231" y="818"/>
                      <a:pt x="1227" y="816"/>
                      <a:pt x="1225" y="813"/>
                    </a:cubicBezTo>
                    <a:cubicBezTo>
                      <a:pt x="1159" y="717"/>
                      <a:pt x="1084" y="627"/>
                      <a:pt x="1001" y="544"/>
                    </a:cubicBezTo>
                    <a:cubicBezTo>
                      <a:pt x="943" y="486"/>
                      <a:pt x="880" y="431"/>
                      <a:pt x="814" y="381"/>
                    </a:cubicBezTo>
                    <a:cubicBezTo>
                      <a:pt x="731" y="317"/>
                      <a:pt x="640" y="259"/>
                      <a:pt x="543" y="208"/>
                    </a:cubicBezTo>
                    <a:cubicBezTo>
                      <a:pt x="493" y="182"/>
                      <a:pt x="445" y="159"/>
                      <a:pt x="398" y="139"/>
                    </a:cubicBezTo>
                    <a:cubicBezTo>
                      <a:pt x="351" y="119"/>
                      <a:pt x="302" y="101"/>
                      <a:pt x="254" y="85"/>
                    </a:cubicBezTo>
                    <a:cubicBezTo>
                      <a:pt x="174" y="59"/>
                      <a:pt x="92" y="38"/>
                      <a:pt x="10" y="23"/>
                    </a:cubicBezTo>
                    <a:cubicBezTo>
                      <a:pt x="4" y="22"/>
                      <a:pt x="0" y="16"/>
                      <a:pt x="1" y="10"/>
                    </a:cubicBezTo>
                    <a:cubicBezTo>
                      <a:pt x="2" y="4"/>
                      <a:pt x="8" y="0"/>
                      <a:pt x="14" y="1"/>
                    </a:cubicBezTo>
                    <a:cubicBezTo>
                      <a:pt x="97" y="16"/>
                      <a:pt x="180" y="37"/>
                      <a:pt x="261" y="63"/>
                    </a:cubicBezTo>
                    <a:cubicBezTo>
                      <a:pt x="310" y="80"/>
                      <a:pt x="359" y="98"/>
                      <a:pt x="407" y="118"/>
                    </a:cubicBezTo>
                    <a:cubicBezTo>
                      <a:pt x="455" y="138"/>
                      <a:pt x="503" y="161"/>
                      <a:pt x="554" y="188"/>
                    </a:cubicBezTo>
                    <a:cubicBezTo>
                      <a:pt x="652" y="240"/>
                      <a:pt x="744" y="299"/>
                      <a:pt x="828" y="363"/>
                    </a:cubicBezTo>
                    <a:cubicBezTo>
                      <a:pt x="894" y="413"/>
                      <a:pt x="958" y="469"/>
                      <a:pt x="1017" y="528"/>
                    </a:cubicBezTo>
                    <a:cubicBezTo>
                      <a:pt x="1101" y="612"/>
                      <a:pt x="1177" y="703"/>
                      <a:pt x="1244" y="800"/>
                    </a:cubicBezTo>
                    <a:cubicBezTo>
                      <a:pt x="1247" y="805"/>
                      <a:pt x="1246" y="812"/>
                      <a:pt x="1241" y="816"/>
                    </a:cubicBezTo>
                    <a:cubicBezTo>
                      <a:pt x="1239" y="817"/>
                      <a:pt x="1237" y="818"/>
                      <a:pt x="1234" y="818"/>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7" name="Freeform 102">
                <a:extLst>
                  <a:ext uri="{FF2B5EF4-FFF2-40B4-BE49-F238E27FC236}">
                    <a16:creationId xmlns:a16="http://schemas.microsoft.com/office/drawing/2014/main" id="{7CF4B765-2D57-E1B4-92AE-11EA81A1AF54}"/>
                  </a:ext>
                </a:extLst>
              </p:cNvPr>
              <p:cNvSpPr>
                <a:spLocks/>
              </p:cNvSpPr>
              <p:nvPr/>
            </p:nvSpPr>
            <p:spPr bwMode="auto">
              <a:xfrm>
                <a:off x="2390" y="1470"/>
                <a:ext cx="138" cy="82"/>
              </a:xfrm>
              <a:custGeom>
                <a:avLst/>
                <a:gdLst>
                  <a:gd name="T0" fmla="*/ 13 w 318"/>
                  <a:gd name="T1" fmla="*/ 188 h 188"/>
                  <a:gd name="T2" fmla="*/ 13 w 318"/>
                  <a:gd name="T3" fmla="*/ 188 h 188"/>
                  <a:gd name="T4" fmla="*/ 3 w 318"/>
                  <a:gd name="T5" fmla="*/ 183 h 188"/>
                  <a:gd name="T6" fmla="*/ 6 w 318"/>
                  <a:gd name="T7" fmla="*/ 168 h 188"/>
                  <a:gd name="T8" fmla="*/ 300 w 318"/>
                  <a:gd name="T9" fmla="*/ 3 h 188"/>
                  <a:gd name="T10" fmla="*/ 315 w 318"/>
                  <a:gd name="T11" fmla="*/ 9 h 188"/>
                  <a:gd name="T12" fmla="*/ 309 w 318"/>
                  <a:gd name="T13" fmla="*/ 24 h 188"/>
                  <a:gd name="T14" fmla="*/ 19 w 318"/>
                  <a:gd name="T15" fmla="*/ 187 h 188"/>
                  <a:gd name="T16" fmla="*/ 13 w 318"/>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8" h="188">
                    <a:moveTo>
                      <a:pt x="13" y="188"/>
                    </a:moveTo>
                    <a:lnTo>
                      <a:pt x="13" y="188"/>
                    </a:lnTo>
                    <a:cubicBezTo>
                      <a:pt x="9" y="188"/>
                      <a:pt x="6" y="187"/>
                      <a:pt x="3" y="183"/>
                    </a:cubicBezTo>
                    <a:cubicBezTo>
                      <a:pt x="0" y="178"/>
                      <a:pt x="1" y="171"/>
                      <a:pt x="6" y="168"/>
                    </a:cubicBezTo>
                    <a:cubicBezTo>
                      <a:pt x="99" y="105"/>
                      <a:pt x="198" y="49"/>
                      <a:pt x="300" y="3"/>
                    </a:cubicBezTo>
                    <a:cubicBezTo>
                      <a:pt x="306" y="0"/>
                      <a:pt x="313" y="3"/>
                      <a:pt x="315" y="9"/>
                    </a:cubicBezTo>
                    <a:cubicBezTo>
                      <a:pt x="318" y="14"/>
                      <a:pt x="315" y="21"/>
                      <a:pt x="309" y="24"/>
                    </a:cubicBezTo>
                    <a:cubicBezTo>
                      <a:pt x="209" y="70"/>
                      <a:pt x="111" y="124"/>
                      <a:pt x="19" y="187"/>
                    </a:cubicBezTo>
                    <a:cubicBezTo>
                      <a:pt x="17" y="188"/>
                      <a:pt x="15" y="188"/>
                      <a:pt x="13" y="188"/>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8" name="Freeform 103">
                <a:extLst>
                  <a:ext uri="{FF2B5EF4-FFF2-40B4-BE49-F238E27FC236}">
                    <a16:creationId xmlns:a16="http://schemas.microsoft.com/office/drawing/2014/main" id="{AC51C63B-162A-92F6-8E52-40DA3E3A54CD}"/>
                  </a:ext>
                </a:extLst>
              </p:cNvPr>
              <p:cNvSpPr>
                <a:spLocks/>
              </p:cNvSpPr>
              <p:nvPr/>
            </p:nvSpPr>
            <p:spPr bwMode="auto">
              <a:xfrm>
                <a:off x="1997" y="1772"/>
                <a:ext cx="170" cy="901"/>
              </a:xfrm>
              <a:custGeom>
                <a:avLst/>
                <a:gdLst>
                  <a:gd name="T0" fmla="*/ 210 w 392"/>
                  <a:gd name="T1" fmla="*/ 2072 h 2072"/>
                  <a:gd name="T2" fmla="*/ 210 w 392"/>
                  <a:gd name="T3" fmla="*/ 2072 h 2072"/>
                  <a:gd name="T4" fmla="*/ 200 w 392"/>
                  <a:gd name="T5" fmla="*/ 2066 h 2072"/>
                  <a:gd name="T6" fmla="*/ 102 w 392"/>
                  <a:gd name="T7" fmla="*/ 1824 h 2072"/>
                  <a:gd name="T8" fmla="*/ 52 w 392"/>
                  <a:gd name="T9" fmla="*/ 1643 h 2072"/>
                  <a:gd name="T10" fmla="*/ 8 w 392"/>
                  <a:gd name="T11" fmla="*/ 1362 h 2072"/>
                  <a:gd name="T12" fmla="*/ 0 w 392"/>
                  <a:gd name="T13" fmla="*/ 1173 h 2072"/>
                  <a:gd name="T14" fmla="*/ 22 w 392"/>
                  <a:gd name="T15" fmla="*/ 877 h 2072"/>
                  <a:gd name="T16" fmla="*/ 75 w 392"/>
                  <a:gd name="T17" fmla="*/ 633 h 2072"/>
                  <a:gd name="T18" fmla="*/ 235 w 392"/>
                  <a:gd name="T19" fmla="*/ 227 h 2072"/>
                  <a:gd name="T20" fmla="*/ 370 w 392"/>
                  <a:gd name="T21" fmla="*/ 7 h 2072"/>
                  <a:gd name="T22" fmla="*/ 386 w 392"/>
                  <a:gd name="T23" fmla="*/ 4 h 2072"/>
                  <a:gd name="T24" fmla="*/ 388 w 392"/>
                  <a:gd name="T25" fmla="*/ 20 h 2072"/>
                  <a:gd name="T26" fmla="*/ 255 w 392"/>
                  <a:gd name="T27" fmla="*/ 237 h 2072"/>
                  <a:gd name="T28" fmla="*/ 97 w 392"/>
                  <a:gd name="T29" fmla="*/ 639 h 2072"/>
                  <a:gd name="T30" fmla="*/ 45 w 392"/>
                  <a:gd name="T31" fmla="*/ 880 h 2072"/>
                  <a:gd name="T32" fmla="*/ 23 w 392"/>
                  <a:gd name="T33" fmla="*/ 1173 h 2072"/>
                  <a:gd name="T34" fmla="*/ 30 w 392"/>
                  <a:gd name="T35" fmla="*/ 1360 h 2072"/>
                  <a:gd name="T36" fmla="*/ 74 w 392"/>
                  <a:gd name="T37" fmla="*/ 1638 h 2072"/>
                  <a:gd name="T38" fmla="*/ 124 w 392"/>
                  <a:gd name="T39" fmla="*/ 1816 h 2072"/>
                  <a:gd name="T40" fmla="*/ 220 w 392"/>
                  <a:gd name="T41" fmla="*/ 2056 h 2072"/>
                  <a:gd name="T42" fmla="*/ 215 w 392"/>
                  <a:gd name="T43" fmla="*/ 2071 h 2072"/>
                  <a:gd name="T44" fmla="*/ 210 w 392"/>
                  <a:gd name="T45" fmla="*/ 2072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2" h="2072">
                    <a:moveTo>
                      <a:pt x="210" y="2072"/>
                    </a:moveTo>
                    <a:lnTo>
                      <a:pt x="210" y="2072"/>
                    </a:lnTo>
                    <a:cubicBezTo>
                      <a:pt x="206" y="2072"/>
                      <a:pt x="202" y="2070"/>
                      <a:pt x="200" y="2066"/>
                    </a:cubicBezTo>
                    <a:cubicBezTo>
                      <a:pt x="162" y="1988"/>
                      <a:pt x="129" y="1906"/>
                      <a:pt x="102" y="1824"/>
                    </a:cubicBezTo>
                    <a:cubicBezTo>
                      <a:pt x="83" y="1765"/>
                      <a:pt x="66" y="1704"/>
                      <a:pt x="52" y="1643"/>
                    </a:cubicBezTo>
                    <a:cubicBezTo>
                      <a:pt x="31" y="1551"/>
                      <a:pt x="16" y="1457"/>
                      <a:pt x="8" y="1362"/>
                    </a:cubicBezTo>
                    <a:cubicBezTo>
                      <a:pt x="2" y="1300"/>
                      <a:pt x="0" y="1236"/>
                      <a:pt x="0" y="1173"/>
                    </a:cubicBezTo>
                    <a:cubicBezTo>
                      <a:pt x="0" y="1074"/>
                      <a:pt x="8" y="974"/>
                      <a:pt x="22" y="877"/>
                    </a:cubicBezTo>
                    <a:cubicBezTo>
                      <a:pt x="34" y="797"/>
                      <a:pt x="52" y="715"/>
                      <a:pt x="75" y="633"/>
                    </a:cubicBezTo>
                    <a:cubicBezTo>
                      <a:pt x="115" y="490"/>
                      <a:pt x="168" y="354"/>
                      <a:pt x="235" y="227"/>
                    </a:cubicBezTo>
                    <a:cubicBezTo>
                      <a:pt x="275" y="151"/>
                      <a:pt x="320" y="77"/>
                      <a:pt x="370" y="7"/>
                    </a:cubicBezTo>
                    <a:cubicBezTo>
                      <a:pt x="373" y="2"/>
                      <a:pt x="380" y="0"/>
                      <a:pt x="386" y="4"/>
                    </a:cubicBezTo>
                    <a:cubicBezTo>
                      <a:pt x="391" y="8"/>
                      <a:pt x="392" y="15"/>
                      <a:pt x="388" y="20"/>
                    </a:cubicBezTo>
                    <a:cubicBezTo>
                      <a:pt x="339" y="89"/>
                      <a:pt x="295" y="162"/>
                      <a:pt x="255" y="237"/>
                    </a:cubicBezTo>
                    <a:cubicBezTo>
                      <a:pt x="189" y="363"/>
                      <a:pt x="136" y="498"/>
                      <a:pt x="97" y="639"/>
                    </a:cubicBezTo>
                    <a:cubicBezTo>
                      <a:pt x="74" y="720"/>
                      <a:pt x="57" y="801"/>
                      <a:pt x="45" y="880"/>
                    </a:cubicBezTo>
                    <a:cubicBezTo>
                      <a:pt x="31" y="976"/>
                      <a:pt x="23" y="1075"/>
                      <a:pt x="23" y="1173"/>
                    </a:cubicBezTo>
                    <a:cubicBezTo>
                      <a:pt x="22" y="1235"/>
                      <a:pt x="25" y="1298"/>
                      <a:pt x="30" y="1360"/>
                    </a:cubicBezTo>
                    <a:cubicBezTo>
                      <a:pt x="39" y="1454"/>
                      <a:pt x="53" y="1547"/>
                      <a:pt x="74" y="1638"/>
                    </a:cubicBezTo>
                    <a:cubicBezTo>
                      <a:pt x="88" y="1698"/>
                      <a:pt x="105" y="1758"/>
                      <a:pt x="124" y="1816"/>
                    </a:cubicBezTo>
                    <a:cubicBezTo>
                      <a:pt x="151" y="1898"/>
                      <a:pt x="183" y="1979"/>
                      <a:pt x="220" y="2056"/>
                    </a:cubicBezTo>
                    <a:cubicBezTo>
                      <a:pt x="223" y="2062"/>
                      <a:pt x="221" y="2069"/>
                      <a:pt x="215" y="2071"/>
                    </a:cubicBezTo>
                    <a:cubicBezTo>
                      <a:pt x="213" y="2072"/>
                      <a:pt x="212" y="2072"/>
                      <a:pt x="210" y="2072"/>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9" name="Freeform 104">
                <a:extLst>
                  <a:ext uri="{FF2B5EF4-FFF2-40B4-BE49-F238E27FC236}">
                    <a16:creationId xmlns:a16="http://schemas.microsoft.com/office/drawing/2014/main" id="{F3044E64-3028-8063-D3DE-43A63DA68DB7}"/>
                  </a:ext>
                </a:extLst>
              </p:cNvPr>
              <p:cNvSpPr>
                <a:spLocks/>
              </p:cNvSpPr>
              <p:nvPr/>
            </p:nvSpPr>
            <p:spPr bwMode="auto">
              <a:xfrm>
                <a:off x="2211" y="2859"/>
                <a:ext cx="786" cy="320"/>
              </a:xfrm>
              <a:custGeom>
                <a:avLst/>
                <a:gdLst>
                  <a:gd name="T0" fmla="*/ 1561 w 1808"/>
                  <a:gd name="T1" fmla="*/ 736 h 736"/>
                  <a:gd name="T2" fmla="*/ 1561 w 1808"/>
                  <a:gd name="T3" fmla="*/ 736 h 736"/>
                  <a:gd name="T4" fmla="*/ 1554 w 1808"/>
                  <a:gd name="T5" fmla="*/ 736 h 736"/>
                  <a:gd name="T6" fmla="*/ 1318 w 1808"/>
                  <a:gd name="T7" fmla="*/ 721 h 736"/>
                  <a:gd name="T8" fmla="*/ 1078 w 1808"/>
                  <a:gd name="T9" fmla="*/ 679 h 736"/>
                  <a:gd name="T10" fmla="*/ 894 w 1808"/>
                  <a:gd name="T11" fmla="*/ 625 h 736"/>
                  <a:gd name="T12" fmla="*/ 665 w 1808"/>
                  <a:gd name="T13" fmla="*/ 530 h 736"/>
                  <a:gd name="T14" fmla="*/ 407 w 1808"/>
                  <a:gd name="T15" fmla="*/ 380 h 736"/>
                  <a:gd name="T16" fmla="*/ 184 w 1808"/>
                  <a:gd name="T17" fmla="*/ 205 h 736"/>
                  <a:gd name="T18" fmla="*/ 4 w 1808"/>
                  <a:gd name="T19" fmla="*/ 21 h 736"/>
                  <a:gd name="T20" fmla="*/ 5 w 1808"/>
                  <a:gd name="T21" fmla="*/ 5 h 736"/>
                  <a:gd name="T22" fmla="*/ 21 w 1808"/>
                  <a:gd name="T23" fmla="*/ 6 h 736"/>
                  <a:gd name="T24" fmla="*/ 199 w 1808"/>
                  <a:gd name="T25" fmla="*/ 188 h 736"/>
                  <a:gd name="T26" fmla="*/ 420 w 1808"/>
                  <a:gd name="T27" fmla="*/ 362 h 736"/>
                  <a:gd name="T28" fmla="*/ 675 w 1808"/>
                  <a:gd name="T29" fmla="*/ 510 h 736"/>
                  <a:gd name="T30" fmla="*/ 901 w 1808"/>
                  <a:gd name="T31" fmla="*/ 603 h 736"/>
                  <a:gd name="T32" fmla="*/ 1084 w 1808"/>
                  <a:gd name="T33" fmla="*/ 656 h 736"/>
                  <a:gd name="T34" fmla="*/ 1321 w 1808"/>
                  <a:gd name="T35" fmla="*/ 699 h 736"/>
                  <a:gd name="T36" fmla="*/ 1554 w 1808"/>
                  <a:gd name="T37" fmla="*/ 713 h 736"/>
                  <a:gd name="T38" fmla="*/ 1795 w 1808"/>
                  <a:gd name="T39" fmla="*/ 699 h 736"/>
                  <a:gd name="T40" fmla="*/ 1808 w 1808"/>
                  <a:gd name="T41" fmla="*/ 709 h 736"/>
                  <a:gd name="T42" fmla="*/ 1798 w 1808"/>
                  <a:gd name="T43" fmla="*/ 722 h 736"/>
                  <a:gd name="T44" fmla="*/ 1561 w 1808"/>
                  <a:gd name="T45" fmla="*/ 736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08" h="736">
                    <a:moveTo>
                      <a:pt x="1561" y="736"/>
                    </a:moveTo>
                    <a:lnTo>
                      <a:pt x="1561" y="736"/>
                    </a:lnTo>
                    <a:cubicBezTo>
                      <a:pt x="1559" y="736"/>
                      <a:pt x="1556" y="736"/>
                      <a:pt x="1554" y="736"/>
                    </a:cubicBezTo>
                    <a:cubicBezTo>
                      <a:pt x="1475" y="735"/>
                      <a:pt x="1396" y="730"/>
                      <a:pt x="1318" y="721"/>
                    </a:cubicBezTo>
                    <a:cubicBezTo>
                      <a:pt x="1238" y="712"/>
                      <a:pt x="1157" y="697"/>
                      <a:pt x="1078" y="679"/>
                    </a:cubicBezTo>
                    <a:cubicBezTo>
                      <a:pt x="1016" y="664"/>
                      <a:pt x="954" y="645"/>
                      <a:pt x="894" y="625"/>
                    </a:cubicBezTo>
                    <a:cubicBezTo>
                      <a:pt x="816" y="598"/>
                      <a:pt x="739" y="566"/>
                      <a:pt x="665" y="530"/>
                    </a:cubicBezTo>
                    <a:cubicBezTo>
                      <a:pt x="576" y="487"/>
                      <a:pt x="489" y="436"/>
                      <a:pt x="407" y="380"/>
                    </a:cubicBezTo>
                    <a:cubicBezTo>
                      <a:pt x="329" y="327"/>
                      <a:pt x="254" y="268"/>
                      <a:pt x="184" y="205"/>
                    </a:cubicBezTo>
                    <a:cubicBezTo>
                      <a:pt x="121" y="148"/>
                      <a:pt x="60" y="86"/>
                      <a:pt x="4" y="21"/>
                    </a:cubicBezTo>
                    <a:cubicBezTo>
                      <a:pt x="0" y="16"/>
                      <a:pt x="0" y="9"/>
                      <a:pt x="5" y="5"/>
                    </a:cubicBezTo>
                    <a:cubicBezTo>
                      <a:pt x="10" y="0"/>
                      <a:pt x="17" y="1"/>
                      <a:pt x="21" y="6"/>
                    </a:cubicBezTo>
                    <a:cubicBezTo>
                      <a:pt x="77" y="70"/>
                      <a:pt x="136" y="132"/>
                      <a:pt x="199" y="188"/>
                    </a:cubicBezTo>
                    <a:cubicBezTo>
                      <a:pt x="269" y="251"/>
                      <a:pt x="343" y="309"/>
                      <a:pt x="420" y="362"/>
                    </a:cubicBezTo>
                    <a:cubicBezTo>
                      <a:pt x="501" y="417"/>
                      <a:pt x="587" y="467"/>
                      <a:pt x="675" y="510"/>
                    </a:cubicBezTo>
                    <a:cubicBezTo>
                      <a:pt x="748" y="545"/>
                      <a:pt x="824" y="577"/>
                      <a:pt x="901" y="603"/>
                    </a:cubicBezTo>
                    <a:cubicBezTo>
                      <a:pt x="961" y="624"/>
                      <a:pt x="1022" y="642"/>
                      <a:pt x="1084" y="656"/>
                    </a:cubicBezTo>
                    <a:cubicBezTo>
                      <a:pt x="1161" y="675"/>
                      <a:pt x="1241" y="689"/>
                      <a:pt x="1321" y="699"/>
                    </a:cubicBezTo>
                    <a:cubicBezTo>
                      <a:pt x="1398" y="708"/>
                      <a:pt x="1476" y="713"/>
                      <a:pt x="1554" y="713"/>
                    </a:cubicBezTo>
                    <a:cubicBezTo>
                      <a:pt x="1635" y="713"/>
                      <a:pt x="1716" y="709"/>
                      <a:pt x="1795" y="699"/>
                    </a:cubicBezTo>
                    <a:cubicBezTo>
                      <a:pt x="1801" y="699"/>
                      <a:pt x="1807" y="703"/>
                      <a:pt x="1808" y="709"/>
                    </a:cubicBezTo>
                    <a:cubicBezTo>
                      <a:pt x="1808" y="716"/>
                      <a:pt x="1804" y="721"/>
                      <a:pt x="1798" y="722"/>
                    </a:cubicBezTo>
                    <a:cubicBezTo>
                      <a:pt x="1720" y="731"/>
                      <a:pt x="1640" y="736"/>
                      <a:pt x="1561" y="736"/>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30" name="Freeform 105">
                <a:extLst>
                  <a:ext uri="{FF2B5EF4-FFF2-40B4-BE49-F238E27FC236}">
                    <a16:creationId xmlns:a16="http://schemas.microsoft.com/office/drawing/2014/main" id="{EEB5281A-F47C-022D-0485-A3D1293E6512}"/>
                  </a:ext>
                </a:extLst>
              </p:cNvPr>
              <p:cNvSpPr>
                <a:spLocks/>
              </p:cNvSpPr>
              <p:nvPr/>
            </p:nvSpPr>
            <p:spPr bwMode="auto">
              <a:xfrm>
                <a:off x="3156" y="3036"/>
                <a:ext cx="206" cy="101"/>
              </a:xfrm>
              <a:custGeom>
                <a:avLst/>
                <a:gdLst>
                  <a:gd name="T0" fmla="*/ 13 w 472"/>
                  <a:gd name="T1" fmla="*/ 231 h 231"/>
                  <a:gd name="T2" fmla="*/ 13 w 472"/>
                  <a:gd name="T3" fmla="*/ 231 h 231"/>
                  <a:gd name="T4" fmla="*/ 2 w 472"/>
                  <a:gd name="T5" fmla="*/ 223 h 231"/>
                  <a:gd name="T6" fmla="*/ 10 w 472"/>
                  <a:gd name="T7" fmla="*/ 208 h 231"/>
                  <a:gd name="T8" fmla="*/ 217 w 472"/>
                  <a:gd name="T9" fmla="*/ 129 h 231"/>
                  <a:gd name="T10" fmla="*/ 453 w 472"/>
                  <a:gd name="T11" fmla="*/ 3 h 231"/>
                  <a:gd name="T12" fmla="*/ 469 w 472"/>
                  <a:gd name="T13" fmla="*/ 7 h 231"/>
                  <a:gd name="T14" fmla="*/ 465 w 472"/>
                  <a:gd name="T15" fmla="*/ 22 h 231"/>
                  <a:gd name="T16" fmla="*/ 226 w 472"/>
                  <a:gd name="T17" fmla="*/ 149 h 231"/>
                  <a:gd name="T18" fmla="*/ 17 w 472"/>
                  <a:gd name="T19" fmla="*/ 230 h 231"/>
                  <a:gd name="T20" fmla="*/ 13 w 472"/>
                  <a:gd name="T21"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2" h="231">
                    <a:moveTo>
                      <a:pt x="13" y="231"/>
                    </a:moveTo>
                    <a:lnTo>
                      <a:pt x="13" y="231"/>
                    </a:lnTo>
                    <a:cubicBezTo>
                      <a:pt x="8" y="231"/>
                      <a:pt x="4" y="228"/>
                      <a:pt x="2" y="223"/>
                    </a:cubicBezTo>
                    <a:cubicBezTo>
                      <a:pt x="0" y="217"/>
                      <a:pt x="4" y="210"/>
                      <a:pt x="10" y="208"/>
                    </a:cubicBezTo>
                    <a:cubicBezTo>
                      <a:pt x="80" y="186"/>
                      <a:pt x="149" y="159"/>
                      <a:pt x="217" y="129"/>
                    </a:cubicBezTo>
                    <a:cubicBezTo>
                      <a:pt x="298" y="92"/>
                      <a:pt x="377" y="50"/>
                      <a:pt x="453" y="3"/>
                    </a:cubicBezTo>
                    <a:cubicBezTo>
                      <a:pt x="459" y="0"/>
                      <a:pt x="466" y="1"/>
                      <a:pt x="469" y="7"/>
                    </a:cubicBezTo>
                    <a:cubicBezTo>
                      <a:pt x="472" y="12"/>
                      <a:pt x="470" y="19"/>
                      <a:pt x="465" y="22"/>
                    </a:cubicBezTo>
                    <a:cubicBezTo>
                      <a:pt x="389" y="70"/>
                      <a:pt x="308" y="113"/>
                      <a:pt x="226" y="149"/>
                    </a:cubicBezTo>
                    <a:cubicBezTo>
                      <a:pt x="158" y="180"/>
                      <a:pt x="88" y="207"/>
                      <a:pt x="17" y="230"/>
                    </a:cubicBezTo>
                    <a:cubicBezTo>
                      <a:pt x="16" y="230"/>
                      <a:pt x="14" y="231"/>
                      <a:pt x="13" y="231"/>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31" name="Freeform 106">
                <a:extLst>
                  <a:ext uri="{FF2B5EF4-FFF2-40B4-BE49-F238E27FC236}">
                    <a16:creationId xmlns:a16="http://schemas.microsoft.com/office/drawing/2014/main" id="{3AD93A0F-593E-6CE0-4761-322B634B92D1}"/>
                  </a:ext>
                </a:extLst>
              </p:cNvPr>
              <p:cNvSpPr>
                <a:spLocks/>
              </p:cNvSpPr>
              <p:nvPr/>
            </p:nvSpPr>
            <p:spPr bwMode="auto">
              <a:xfrm>
                <a:off x="3421" y="1573"/>
                <a:ext cx="358" cy="640"/>
              </a:xfrm>
              <a:custGeom>
                <a:avLst/>
                <a:gdLst>
                  <a:gd name="T0" fmla="*/ 812 w 823"/>
                  <a:gd name="T1" fmla="*/ 1471 h 1471"/>
                  <a:gd name="T2" fmla="*/ 812 w 823"/>
                  <a:gd name="T3" fmla="*/ 1471 h 1471"/>
                  <a:gd name="T4" fmla="*/ 800 w 823"/>
                  <a:gd name="T5" fmla="*/ 1461 h 1471"/>
                  <a:gd name="T6" fmla="*/ 759 w 823"/>
                  <a:gd name="T7" fmla="*/ 1196 h 1471"/>
                  <a:gd name="T8" fmla="*/ 652 w 823"/>
                  <a:gd name="T9" fmla="*/ 859 h 1471"/>
                  <a:gd name="T10" fmla="*/ 446 w 823"/>
                  <a:gd name="T11" fmla="*/ 482 h 1471"/>
                  <a:gd name="T12" fmla="*/ 205 w 823"/>
                  <a:gd name="T13" fmla="*/ 196 h 1471"/>
                  <a:gd name="T14" fmla="*/ 6 w 823"/>
                  <a:gd name="T15" fmla="*/ 22 h 1471"/>
                  <a:gd name="T16" fmla="*/ 4 w 823"/>
                  <a:gd name="T17" fmla="*/ 6 h 1471"/>
                  <a:gd name="T18" fmla="*/ 20 w 823"/>
                  <a:gd name="T19" fmla="*/ 4 h 1471"/>
                  <a:gd name="T20" fmla="*/ 221 w 823"/>
                  <a:gd name="T21" fmla="*/ 180 h 1471"/>
                  <a:gd name="T22" fmla="*/ 464 w 823"/>
                  <a:gd name="T23" fmla="*/ 469 h 1471"/>
                  <a:gd name="T24" fmla="*/ 673 w 823"/>
                  <a:gd name="T25" fmla="*/ 851 h 1471"/>
                  <a:gd name="T26" fmla="*/ 781 w 823"/>
                  <a:gd name="T27" fmla="*/ 1191 h 1471"/>
                  <a:gd name="T28" fmla="*/ 823 w 823"/>
                  <a:gd name="T29" fmla="*/ 1459 h 1471"/>
                  <a:gd name="T30" fmla="*/ 813 w 823"/>
                  <a:gd name="T31" fmla="*/ 1471 h 1471"/>
                  <a:gd name="T32" fmla="*/ 812 w 823"/>
                  <a:gd name="T33" fmla="*/ 1471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3" h="1471">
                    <a:moveTo>
                      <a:pt x="812" y="1471"/>
                    </a:moveTo>
                    <a:lnTo>
                      <a:pt x="812" y="1471"/>
                    </a:lnTo>
                    <a:cubicBezTo>
                      <a:pt x="806" y="1471"/>
                      <a:pt x="801" y="1467"/>
                      <a:pt x="800" y="1461"/>
                    </a:cubicBezTo>
                    <a:cubicBezTo>
                      <a:pt x="792" y="1372"/>
                      <a:pt x="779" y="1282"/>
                      <a:pt x="759" y="1196"/>
                    </a:cubicBezTo>
                    <a:cubicBezTo>
                      <a:pt x="734" y="1081"/>
                      <a:pt x="698" y="968"/>
                      <a:pt x="652" y="859"/>
                    </a:cubicBezTo>
                    <a:cubicBezTo>
                      <a:pt x="597" y="727"/>
                      <a:pt x="528" y="600"/>
                      <a:pt x="446" y="482"/>
                    </a:cubicBezTo>
                    <a:cubicBezTo>
                      <a:pt x="375" y="380"/>
                      <a:pt x="294" y="283"/>
                      <a:pt x="205" y="196"/>
                    </a:cubicBezTo>
                    <a:cubicBezTo>
                      <a:pt x="143" y="134"/>
                      <a:pt x="76" y="75"/>
                      <a:pt x="6" y="22"/>
                    </a:cubicBezTo>
                    <a:cubicBezTo>
                      <a:pt x="1" y="18"/>
                      <a:pt x="0" y="11"/>
                      <a:pt x="4" y="6"/>
                    </a:cubicBezTo>
                    <a:cubicBezTo>
                      <a:pt x="8" y="1"/>
                      <a:pt x="15" y="0"/>
                      <a:pt x="20" y="4"/>
                    </a:cubicBezTo>
                    <a:cubicBezTo>
                      <a:pt x="91" y="58"/>
                      <a:pt x="158" y="117"/>
                      <a:pt x="221" y="180"/>
                    </a:cubicBezTo>
                    <a:cubicBezTo>
                      <a:pt x="311" y="268"/>
                      <a:pt x="393" y="366"/>
                      <a:pt x="464" y="469"/>
                    </a:cubicBezTo>
                    <a:cubicBezTo>
                      <a:pt x="547" y="589"/>
                      <a:pt x="618" y="717"/>
                      <a:pt x="673" y="851"/>
                    </a:cubicBezTo>
                    <a:cubicBezTo>
                      <a:pt x="719" y="960"/>
                      <a:pt x="755" y="1075"/>
                      <a:pt x="781" y="1191"/>
                    </a:cubicBezTo>
                    <a:cubicBezTo>
                      <a:pt x="801" y="1278"/>
                      <a:pt x="815" y="1369"/>
                      <a:pt x="823" y="1459"/>
                    </a:cubicBezTo>
                    <a:cubicBezTo>
                      <a:pt x="823" y="1465"/>
                      <a:pt x="819" y="1470"/>
                      <a:pt x="813" y="1471"/>
                    </a:cubicBezTo>
                    <a:cubicBezTo>
                      <a:pt x="812" y="1471"/>
                      <a:pt x="812" y="1471"/>
                      <a:pt x="812" y="1471"/>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32" name="Freeform 107">
                <a:extLst>
                  <a:ext uri="{FF2B5EF4-FFF2-40B4-BE49-F238E27FC236}">
                    <a16:creationId xmlns:a16="http://schemas.microsoft.com/office/drawing/2014/main" id="{7990DFA9-5A6B-994D-8EB3-688C1E7E82CA}"/>
                  </a:ext>
                </a:extLst>
              </p:cNvPr>
              <p:cNvSpPr>
                <a:spLocks/>
              </p:cNvSpPr>
              <p:nvPr/>
            </p:nvSpPr>
            <p:spPr bwMode="auto">
              <a:xfrm>
                <a:off x="2778" y="1392"/>
                <a:ext cx="460" cy="79"/>
              </a:xfrm>
              <a:custGeom>
                <a:avLst/>
                <a:gdLst>
                  <a:gd name="T0" fmla="*/ 1045 w 1058"/>
                  <a:gd name="T1" fmla="*/ 181 h 181"/>
                  <a:gd name="T2" fmla="*/ 1045 w 1058"/>
                  <a:gd name="T3" fmla="*/ 181 h 181"/>
                  <a:gd name="T4" fmla="*/ 1041 w 1058"/>
                  <a:gd name="T5" fmla="*/ 180 h 181"/>
                  <a:gd name="T6" fmla="*/ 886 w 1058"/>
                  <a:gd name="T7" fmla="*/ 122 h 181"/>
                  <a:gd name="T8" fmla="*/ 624 w 1058"/>
                  <a:gd name="T9" fmla="*/ 56 h 181"/>
                  <a:gd name="T10" fmla="*/ 267 w 1058"/>
                  <a:gd name="T11" fmla="*/ 23 h 181"/>
                  <a:gd name="T12" fmla="*/ 14 w 1058"/>
                  <a:gd name="T13" fmla="*/ 37 h 181"/>
                  <a:gd name="T14" fmla="*/ 1 w 1058"/>
                  <a:gd name="T15" fmla="*/ 27 h 181"/>
                  <a:gd name="T16" fmla="*/ 11 w 1058"/>
                  <a:gd name="T17" fmla="*/ 15 h 181"/>
                  <a:gd name="T18" fmla="*/ 267 w 1058"/>
                  <a:gd name="T19" fmla="*/ 1 h 181"/>
                  <a:gd name="T20" fmla="*/ 628 w 1058"/>
                  <a:gd name="T21" fmla="*/ 34 h 181"/>
                  <a:gd name="T22" fmla="*/ 893 w 1058"/>
                  <a:gd name="T23" fmla="*/ 101 h 181"/>
                  <a:gd name="T24" fmla="*/ 1050 w 1058"/>
                  <a:gd name="T25" fmla="*/ 159 h 181"/>
                  <a:gd name="T26" fmla="*/ 1056 w 1058"/>
                  <a:gd name="T27" fmla="*/ 174 h 181"/>
                  <a:gd name="T28" fmla="*/ 1045 w 1058"/>
                  <a:gd name="T29" fmla="*/ 18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8" h="181">
                    <a:moveTo>
                      <a:pt x="1045" y="181"/>
                    </a:moveTo>
                    <a:lnTo>
                      <a:pt x="1045" y="181"/>
                    </a:lnTo>
                    <a:cubicBezTo>
                      <a:pt x="1044" y="181"/>
                      <a:pt x="1042" y="180"/>
                      <a:pt x="1041" y="180"/>
                    </a:cubicBezTo>
                    <a:cubicBezTo>
                      <a:pt x="990" y="158"/>
                      <a:pt x="938" y="139"/>
                      <a:pt x="886" y="122"/>
                    </a:cubicBezTo>
                    <a:cubicBezTo>
                      <a:pt x="801" y="94"/>
                      <a:pt x="713" y="72"/>
                      <a:pt x="624" y="56"/>
                    </a:cubicBezTo>
                    <a:cubicBezTo>
                      <a:pt x="507" y="35"/>
                      <a:pt x="387" y="24"/>
                      <a:pt x="267" y="23"/>
                    </a:cubicBezTo>
                    <a:cubicBezTo>
                      <a:pt x="182" y="23"/>
                      <a:pt x="97" y="27"/>
                      <a:pt x="14" y="37"/>
                    </a:cubicBezTo>
                    <a:cubicBezTo>
                      <a:pt x="7" y="38"/>
                      <a:pt x="2" y="33"/>
                      <a:pt x="1" y="27"/>
                    </a:cubicBezTo>
                    <a:cubicBezTo>
                      <a:pt x="0" y="21"/>
                      <a:pt x="5" y="15"/>
                      <a:pt x="11" y="15"/>
                    </a:cubicBezTo>
                    <a:cubicBezTo>
                      <a:pt x="95" y="5"/>
                      <a:pt x="181" y="0"/>
                      <a:pt x="267" y="1"/>
                    </a:cubicBezTo>
                    <a:cubicBezTo>
                      <a:pt x="388" y="1"/>
                      <a:pt x="510" y="12"/>
                      <a:pt x="628" y="34"/>
                    </a:cubicBezTo>
                    <a:cubicBezTo>
                      <a:pt x="718" y="50"/>
                      <a:pt x="807" y="72"/>
                      <a:pt x="893" y="101"/>
                    </a:cubicBezTo>
                    <a:cubicBezTo>
                      <a:pt x="946" y="118"/>
                      <a:pt x="999" y="137"/>
                      <a:pt x="1050" y="159"/>
                    </a:cubicBezTo>
                    <a:cubicBezTo>
                      <a:pt x="1055" y="161"/>
                      <a:pt x="1058" y="168"/>
                      <a:pt x="1056" y="174"/>
                    </a:cubicBezTo>
                    <a:cubicBezTo>
                      <a:pt x="1054" y="178"/>
                      <a:pt x="1050" y="181"/>
                      <a:pt x="1045" y="181"/>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33" name="Freeform 108">
                <a:extLst>
                  <a:ext uri="{FF2B5EF4-FFF2-40B4-BE49-F238E27FC236}">
                    <a16:creationId xmlns:a16="http://schemas.microsoft.com/office/drawing/2014/main" id="{0C8D836A-07A3-1E15-9575-ABFEAAF65BB8}"/>
                  </a:ext>
                </a:extLst>
              </p:cNvPr>
              <p:cNvSpPr>
                <a:spLocks/>
              </p:cNvSpPr>
              <p:nvPr/>
            </p:nvSpPr>
            <p:spPr bwMode="auto">
              <a:xfrm>
                <a:off x="2046" y="1341"/>
                <a:ext cx="734" cy="511"/>
              </a:xfrm>
              <a:custGeom>
                <a:avLst/>
                <a:gdLst>
                  <a:gd name="T0" fmla="*/ 13 w 1689"/>
                  <a:gd name="T1" fmla="*/ 1174 h 1174"/>
                  <a:gd name="T2" fmla="*/ 13 w 1689"/>
                  <a:gd name="T3" fmla="*/ 1174 h 1174"/>
                  <a:gd name="T4" fmla="*/ 8 w 1689"/>
                  <a:gd name="T5" fmla="*/ 1173 h 1174"/>
                  <a:gd name="T6" fmla="*/ 3 w 1689"/>
                  <a:gd name="T7" fmla="*/ 1158 h 1174"/>
                  <a:gd name="T8" fmla="*/ 145 w 1689"/>
                  <a:gd name="T9" fmla="*/ 924 h 1174"/>
                  <a:gd name="T10" fmla="*/ 421 w 1689"/>
                  <a:gd name="T11" fmla="*/ 600 h 1174"/>
                  <a:gd name="T12" fmla="*/ 720 w 1689"/>
                  <a:gd name="T13" fmla="*/ 357 h 1174"/>
                  <a:gd name="T14" fmla="*/ 1035 w 1689"/>
                  <a:gd name="T15" fmla="*/ 181 h 1174"/>
                  <a:gd name="T16" fmla="*/ 1186 w 1689"/>
                  <a:gd name="T17" fmla="*/ 119 h 1174"/>
                  <a:gd name="T18" fmla="*/ 1417 w 1689"/>
                  <a:gd name="T19" fmla="*/ 48 h 1174"/>
                  <a:gd name="T20" fmla="*/ 1676 w 1689"/>
                  <a:gd name="T21" fmla="*/ 1 h 1174"/>
                  <a:gd name="T22" fmla="*/ 1689 w 1689"/>
                  <a:gd name="T23" fmla="*/ 11 h 1174"/>
                  <a:gd name="T24" fmla="*/ 1679 w 1689"/>
                  <a:gd name="T25" fmla="*/ 24 h 1174"/>
                  <a:gd name="T26" fmla="*/ 1422 w 1689"/>
                  <a:gd name="T27" fmla="*/ 70 h 1174"/>
                  <a:gd name="T28" fmla="*/ 1194 w 1689"/>
                  <a:gd name="T29" fmla="*/ 140 h 1174"/>
                  <a:gd name="T30" fmla="*/ 1044 w 1689"/>
                  <a:gd name="T31" fmla="*/ 201 h 1174"/>
                  <a:gd name="T32" fmla="*/ 733 w 1689"/>
                  <a:gd name="T33" fmla="*/ 376 h 1174"/>
                  <a:gd name="T34" fmla="*/ 437 w 1689"/>
                  <a:gd name="T35" fmla="*/ 616 h 1174"/>
                  <a:gd name="T36" fmla="*/ 164 w 1689"/>
                  <a:gd name="T37" fmla="*/ 937 h 1174"/>
                  <a:gd name="T38" fmla="*/ 23 w 1689"/>
                  <a:gd name="T39" fmla="*/ 1168 h 1174"/>
                  <a:gd name="T40" fmla="*/ 13 w 1689"/>
                  <a:gd name="T41" fmla="*/ 1174 h 1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89" h="1174">
                    <a:moveTo>
                      <a:pt x="13" y="1174"/>
                    </a:moveTo>
                    <a:lnTo>
                      <a:pt x="13" y="1174"/>
                    </a:lnTo>
                    <a:cubicBezTo>
                      <a:pt x="11" y="1174"/>
                      <a:pt x="9" y="1174"/>
                      <a:pt x="8" y="1173"/>
                    </a:cubicBezTo>
                    <a:cubicBezTo>
                      <a:pt x="2" y="1170"/>
                      <a:pt x="0" y="1163"/>
                      <a:pt x="3" y="1158"/>
                    </a:cubicBezTo>
                    <a:cubicBezTo>
                      <a:pt x="45" y="1077"/>
                      <a:pt x="93" y="999"/>
                      <a:pt x="145" y="924"/>
                    </a:cubicBezTo>
                    <a:cubicBezTo>
                      <a:pt x="226" y="808"/>
                      <a:pt x="319" y="699"/>
                      <a:pt x="421" y="600"/>
                    </a:cubicBezTo>
                    <a:cubicBezTo>
                      <a:pt x="513" y="511"/>
                      <a:pt x="614" y="429"/>
                      <a:pt x="720" y="357"/>
                    </a:cubicBezTo>
                    <a:cubicBezTo>
                      <a:pt x="820" y="290"/>
                      <a:pt x="925" y="231"/>
                      <a:pt x="1035" y="181"/>
                    </a:cubicBezTo>
                    <a:cubicBezTo>
                      <a:pt x="1084" y="158"/>
                      <a:pt x="1135" y="137"/>
                      <a:pt x="1186" y="119"/>
                    </a:cubicBezTo>
                    <a:cubicBezTo>
                      <a:pt x="1261" y="91"/>
                      <a:pt x="1339" y="67"/>
                      <a:pt x="1417" y="48"/>
                    </a:cubicBezTo>
                    <a:cubicBezTo>
                      <a:pt x="1502" y="27"/>
                      <a:pt x="1589" y="11"/>
                      <a:pt x="1676" y="1"/>
                    </a:cubicBezTo>
                    <a:cubicBezTo>
                      <a:pt x="1682" y="0"/>
                      <a:pt x="1688" y="5"/>
                      <a:pt x="1689" y="11"/>
                    </a:cubicBezTo>
                    <a:cubicBezTo>
                      <a:pt x="1689" y="17"/>
                      <a:pt x="1685" y="23"/>
                      <a:pt x="1679" y="24"/>
                    </a:cubicBezTo>
                    <a:cubicBezTo>
                      <a:pt x="1592" y="34"/>
                      <a:pt x="1506" y="50"/>
                      <a:pt x="1422" y="70"/>
                    </a:cubicBezTo>
                    <a:cubicBezTo>
                      <a:pt x="1345" y="89"/>
                      <a:pt x="1268" y="113"/>
                      <a:pt x="1194" y="140"/>
                    </a:cubicBezTo>
                    <a:cubicBezTo>
                      <a:pt x="1143" y="158"/>
                      <a:pt x="1093" y="179"/>
                      <a:pt x="1044" y="201"/>
                    </a:cubicBezTo>
                    <a:cubicBezTo>
                      <a:pt x="936" y="251"/>
                      <a:pt x="831" y="310"/>
                      <a:pt x="733" y="376"/>
                    </a:cubicBezTo>
                    <a:cubicBezTo>
                      <a:pt x="628" y="447"/>
                      <a:pt x="528" y="528"/>
                      <a:pt x="437" y="616"/>
                    </a:cubicBezTo>
                    <a:cubicBezTo>
                      <a:pt x="336" y="714"/>
                      <a:pt x="244" y="822"/>
                      <a:pt x="164" y="937"/>
                    </a:cubicBezTo>
                    <a:cubicBezTo>
                      <a:pt x="112" y="1011"/>
                      <a:pt x="65" y="1089"/>
                      <a:pt x="23" y="1168"/>
                    </a:cubicBezTo>
                    <a:cubicBezTo>
                      <a:pt x="21" y="1172"/>
                      <a:pt x="17" y="1174"/>
                      <a:pt x="13" y="1174"/>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34" name="Freeform 109">
                <a:extLst>
                  <a:ext uri="{FF2B5EF4-FFF2-40B4-BE49-F238E27FC236}">
                    <a16:creationId xmlns:a16="http://schemas.microsoft.com/office/drawing/2014/main" id="{9E7CFF52-BCFD-0F2A-EB2D-B599F50B0A69}"/>
                  </a:ext>
                </a:extLst>
              </p:cNvPr>
              <p:cNvSpPr>
                <a:spLocks/>
              </p:cNvSpPr>
              <p:nvPr/>
            </p:nvSpPr>
            <p:spPr bwMode="auto">
              <a:xfrm>
                <a:off x="1943" y="2365"/>
                <a:ext cx="31" cy="140"/>
              </a:xfrm>
              <a:custGeom>
                <a:avLst/>
                <a:gdLst>
                  <a:gd name="T0" fmla="*/ 59 w 71"/>
                  <a:gd name="T1" fmla="*/ 322 h 322"/>
                  <a:gd name="T2" fmla="*/ 59 w 71"/>
                  <a:gd name="T3" fmla="*/ 322 h 322"/>
                  <a:gd name="T4" fmla="*/ 47 w 71"/>
                  <a:gd name="T5" fmla="*/ 313 h 322"/>
                  <a:gd name="T6" fmla="*/ 0 w 71"/>
                  <a:gd name="T7" fmla="*/ 13 h 322"/>
                  <a:gd name="T8" fmla="*/ 10 w 71"/>
                  <a:gd name="T9" fmla="*/ 1 h 322"/>
                  <a:gd name="T10" fmla="*/ 22 w 71"/>
                  <a:gd name="T11" fmla="*/ 11 h 322"/>
                  <a:gd name="T12" fmla="*/ 70 w 71"/>
                  <a:gd name="T13" fmla="*/ 308 h 322"/>
                  <a:gd name="T14" fmla="*/ 61 w 71"/>
                  <a:gd name="T15" fmla="*/ 322 h 322"/>
                  <a:gd name="T16" fmla="*/ 59 w 71"/>
                  <a:gd name="T17"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322">
                    <a:moveTo>
                      <a:pt x="59" y="322"/>
                    </a:moveTo>
                    <a:lnTo>
                      <a:pt x="59" y="322"/>
                    </a:lnTo>
                    <a:cubicBezTo>
                      <a:pt x="53" y="322"/>
                      <a:pt x="49" y="319"/>
                      <a:pt x="47" y="313"/>
                    </a:cubicBezTo>
                    <a:cubicBezTo>
                      <a:pt x="25" y="215"/>
                      <a:pt x="9" y="114"/>
                      <a:pt x="0" y="13"/>
                    </a:cubicBezTo>
                    <a:cubicBezTo>
                      <a:pt x="0" y="7"/>
                      <a:pt x="4" y="2"/>
                      <a:pt x="10" y="1"/>
                    </a:cubicBezTo>
                    <a:cubicBezTo>
                      <a:pt x="16" y="0"/>
                      <a:pt x="22" y="5"/>
                      <a:pt x="22" y="11"/>
                    </a:cubicBezTo>
                    <a:cubicBezTo>
                      <a:pt x="31" y="111"/>
                      <a:pt x="47" y="211"/>
                      <a:pt x="70" y="308"/>
                    </a:cubicBezTo>
                    <a:cubicBezTo>
                      <a:pt x="71" y="314"/>
                      <a:pt x="67" y="320"/>
                      <a:pt x="61" y="322"/>
                    </a:cubicBezTo>
                    <a:cubicBezTo>
                      <a:pt x="60" y="322"/>
                      <a:pt x="59" y="322"/>
                      <a:pt x="59" y="322"/>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35" name="Freeform 110">
                <a:extLst>
                  <a:ext uri="{FF2B5EF4-FFF2-40B4-BE49-F238E27FC236}">
                    <a16:creationId xmlns:a16="http://schemas.microsoft.com/office/drawing/2014/main" id="{1D37C8FC-ED8C-79BC-2674-49CCC98A1362}"/>
                  </a:ext>
                </a:extLst>
              </p:cNvPr>
              <p:cNvSpPr>
                <a:spLocks/>
              </p:cNvSpPr>
              <p:nvPr/>
            </p:nvSpPr>
            <p:spPr bwMode="auto">
              <a:xfrm>
                <a:off x="2031" y="2689"/>
                <a:ext cx="558" cy="497"/>
              </a:xfrm>
              <a:custGeom>
                <a:avLst/>
                <a:gdLst>
                  <a:gd name="T0" fmla="*/ 1271 w 1284"/>
                  <a:gd name="T1" fmla="*/ 1143 h 1143"/>
                  <a:gd name="T2" fmla="*/ 1271 w 1284"/>
                  <a:gd name="T3" fmla="*/ 1143 h 1143"/>
                  <a:gd name="T4" fmla="*/ 1267 w 1284"/>
                  <a:gd name="T5" fmla="*/ 1142 h 1143"/>
                  <a:gd name="T6" fmla="*/ 1024 w 1284"/>
                  <a:gd name="T7" fmla="*/ 1042 h 1143"/>
                  <a:gd name="T8" fmla="*/ 749 w 1284"/>
                  <a:gd name="T9" fmla="*/ 883 h 1143"/>
                  <a:gd name="T10" fmla="*/ 511 w 1284"/>
                  <a:gd name="T11" fmla="*/ 697 h 1143"/>
                  <a:gd name="T12" fmla="*/ 319 w 1284"/>
                  <a:gd name="T13" fmla="*/ 500 h 1143"/>
                  <a:gd name="T14" fmla="*/ 159 w 1284"/>
                  <a:gd name="T15" fmla="*/ 290 h 1143"/>
                  <a:gd name="T16" fmla="*/ 3 w 1284"/>
                  <a:gd name="T17" fmla="*/ 18 h 1143"/>
                  <a:gd name="T18" fmla="*/ 9 w 1284"/>
                  <a:gd name="T19" fmla="*/ 3 h 1143"/>
                  <a:gd name="T20" fmla="*/ 24 w 1284"/>
                  <a:gd name="T21" fmla="*/ 8 h 1143"/>
                  <a:gd name="T22" fmla="*/ 178 w 1284"/>
                  <a:gd name="T23" fmla="*/ 278 h 1143"/>
                  <a:gd name="T24" fmla="*/ 336 w 1284"/>
                  <a:gd name="T25" fmla="*/ 486 h 1143"/>
                  <a:gd name="T26" fmla="*/ 526 w 1284"/>
                  <a:gd name="T27" fmla="*/ 680 h 1143"/>
                  <a:gd name="T28" fmla="*/ 762 w 1284"/>
                  <a:gd name="T29" fmla="*/ 864 h 1143"/>
                  <a:gd name="T30" fmla="*/ 1034 w 1284"/>
                  <a:gd name="T31" fmla="*/ 1022 h 1143"/>
                  <a:gd name="T32" fmla="*/ 1275 w 1284"/>
                  <a:gd name="T33" fmla="*/ 1121 h 1143"/>
                  <a:gd name="T34" fmla="*/ 1282 w 1284"/>
                  <a:gd name="T35" fmla="*/ 1135 h 1143"/>
                  <a:gd name="T36" fmla="*/ 1271 w 1284"/>
                  <a:gd name="T37" fmla="*/ 114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84" h="1143">
                    <a:moveTo>
                      <a:pt x="1271" y="1143"/>
                    </a:moveTo>
                    <a:lnTo>
                      <a:pt x="1271" y="1143"/>
                    </a:lnTo>
                    <a:cubicBezTo>
                      <a:pt x="1270" y="1143"/>
                      <a:pt x="1269" y="1143"/>
                      <a:pt x="1267" y="1142"/>
                    </a:cubicBezTo>
                    <a:cubicBezTo>
                      <a:pt x="1185" y="1114"/>
                      <a:pt x="1103" y="1080"/>
                      <a:pt x="1024" y="1042"/>
                    </a:cubicBezTo>
                    <a:cubicBezTo>
                      <a:pt x="929" y="996"/>
                      <a:pt x="836" y="943"/>
                      <a:pt x="749" y="883"/>
                    </a:cubicBezTo>
                    <a:cubicBezTo>
                      <a:pt x="666" y="827"/>
                      <a:pt x="586" y="764"/>
                      <a:pt x="511" y="697"/>
                    </a:cubicBezTo>
                    <a:cubicBezTo>
                      <a:pt x="443" y="636"/>
                      <a:pt x="379" y="570"/>
                      <a:pt x="319" y="500"/>
                    </a:cubicBezTo>
                    <a:cubicBezTo>
                      <a:pt x="262" y="434"/>
                      <a:pt x="208" y="363"/>
                      <a:pt x="159" y="290"/>
                    </a:cubicBezTo>
                    <a:cubicBezTo>
                      <a:pt x="101" y="204"/>
                      <a:pt x="48" y="112"/>
                      <a:pt x="3" y="18"/>
                    </a:cubicBezTo>
                    <a:cubicBezTo>
                      <a:pt x="0" y="12"/>
                      <a:pt x="3" y="5"/>
                      <a:pt x="9" y="3"/>
                    </a:cubicBezTo>
                    <a:cubicBezTo>
                      <a:pt x="14" y="0"/>
                      <a:pt x="21" y="2"/>
                      <a:pt x="24" y="8"/>
                    </a:cubicBezTo>
                    <a:cubicBezTo>
                      <a:pt x="68" y="101"/>
                      <a:pt x="120" y="192"/>
                      <a:pt x="178" y="278"/>
                    </a:cubicBezTo>
                    <a:cubicBezTo>
                      <a:pt x="226" y="350"/>
                      <a:pt x="280" y="420"/>
                      <a:pt x="336" y="486"/>
                    </a:cubicBezTo>
                    <a:cubicBezTo>
                      <a:pt x="395" y="554"/>
                      <a:pt x="459" y="619"/>
                      <a:pt x="526" y="680"/>
                    </a:cubicBezTo>
                    <a:cubicBezTo>
                      <a:pt x="600" y="747"/>
                      <a:pt x="679" y="809"/>
                      <a:pt x="762" y="864"/>
                    </a:cubicBezTo>
                    <a:cubicBezTo>
                      <a:pt x="848" y="923"/>
                      <a:pt x="940" y="976"/>
                      <a:pt x="1034" y="1022"/>
                    </a:cubicBezTo>
                    <a:cubicBezTo>
                      <a:pt x="1112" y="1059"/>
                      <a:pt x="1193" y="1093"/>
                      <a:pt x="1275" y="1121"/>
                    </a:cubicBezTo>
                    <a:cubicBezTo>
                      <a:pt x="1281" y="1123"/>
                      <a:pt x="1284" y="1129"/>
                      <a:pt x="1282" y="1135"/>
                    </a:cubicBezTo>
                    <a:cubicBezTo>
                      <a:pt x="1280" y="1140"/>
                      <a:pt x="1276" y="1143"/>
                      <a:pt x="1271" y="1143"/>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36" name="Freeform 111">
                <a:extLst>
                  <a:ext uri="{FF2B5EF4-FFF2-40B4-BE49-F238E27FC236}">
                    <a16:creationId xmlns:a16="http://schemas.microsoft.com/office/drawing/2014/main" id="{DD4C92C4-62CC-C564-17E6-0333BC26F395}"/>
                  </a:ext>
                </a:extLst>
              </p:cNvPr>
              <p:cNvSpPr>
                <a:spLocks/>
              </p:cNvSpPr>
              <p:nvPr/>
            </p:nvSpPr>
            <p:spPr bwMode="auto">
              <a:xfrm>
                <a:off x="2773" y="3143"/>
                <a:ext cx="510" cy="94"/>
              </a:xfrm>
              <a:custGeom>
                <a:avLst/>
                <a:gdLst>
                  <a:gd name="T0" fmla="*/ 267 w 1172"/>
                  <a:gd name="T1" fmla="*/ 215 h 215"/>
                  <a:gd name="T2" fmla="*/ 267 w 1172"/>
                  <a:gd name="T3" fmla="*/ 215 h 215"/>
                  <a:gd name="T4" fmla="*/ 263 w 1172"/>
                  <a:gd name="T5" fmla="*/ 215 h 215"/>
                  <a:gd name="T6" fmla="*/ 11 w 1172"/>
                  <a:gd name="T7" fmla="*/ 201 h 215"/>
                  <a:gd name="T8" fmla="*/ 1 w 1172"/>
                  <a:gd name="T9" fmla="*/ 188 h 215"/>
                  <a:gd name="T10" fmla="*/ 14 w 1172"/>
                  <a:gd name="T11" fmla="*/ 178 h 215"/>
                  <a:gd name="T12" fmla="*/ 263 w 1172"/>
                  <a:gd name="T13" fmla="*/ 193 h 215"/>
                  <a:gd name="T14" fmla="*/ 519 w 1172"/>
                  <a:gd name="T15" fmla="*/ 178 h 215"/>
                  <a:gd name="T16" fmla="*/ 725 w 1172"/>
                  <a:gd name="T17" fmla="*/ 144 h 215"/>
                  <a:gd name="T18" fmla="*/ 934 w 1172"/>
                  <a:gd name="T19" fmla="*/ 88 h 215"/>
                  <a:gd name="T20" fmla="*/ 1154 w 1172"/>
                  <a:gd name="T21" fmla="*/ 3 h 215"/>
                  <a:gd name="T22" fmla="*/ 1170 w 1172"/>
                  <a:gd name="T23" fmla="*/ 9 h 215"/>
                  <a:gd name="T24" fmla="*/ 1164 w 1172"/>
                  <a:gd name="T25" fmla="*/ 24 h 215"/>
                  <a:gd name="T26" fmla="*/ 941 w 1172"/>
                  <a:gd name="T27" fmla="*/ 110 h 215"/>
                  <a:gd name="T28" fmla="*/ 730 w 1172"/>
                  <a:gd name="T29" fmla="*/ 166 h 215"/>
                  <a:gd name="T30" fmla="*/ 522 w 1172"/>
                  <a:gd name="T31" fmla="*/ 201 h 215"/>
                  <a:gd name="T32" fmla="*/ 267 w 1172"/>
                  <a:gd name="T33"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72" h="215">
                    <a:moveTo>
                      <a:pt x="267" y="215"/>
                    </a:moveTo>
                    <a:lnTo>
                      <a:pt x="267" y="215"/>
                    </a:lnTo>
                    <a:lnTo>
                      <a:pt x="263" y="215"/>
                    </a:lnTo>
                    <a:cubicBezTo>
                      <a:pt x="179" y="215"/>
                      <a:pt x="94" y="210"/>
                      <a:pt x="11" y="201"/>
                    </a:cubicBezTo>
                    <a:cubicBezTo>
                      <a:pt x="5" y="200"/>
                      <a:pt x="0" y="194"/>
                      <a:pt x="1" y="188"/>
                    </a:cubicBezTo>
                    <a:cubicBezTo>
                      <a:pt x="2" y="182"/>
                      <a:pt x="7" y="177"/>
                      <a:pt x="14" y="178"/>
                    </a:cubicBezTo>
                    <a:cubicBezTo>
                      <a:pt x="96" y="188"/>
                      <a:pt x="180" y="193"/>
                      <a:pt x="263" y="193"/>
                    </a:cubicBezTo>
                    <a:cubicBezTo>
                      <a:pt x="348" y="193"/>
                      <a:pt x="435" y="188"/>
                      <a:pt x="519" y="178"/>
                    </a:cubicBezTo>
                    <a:cubicBezTo>
                      <a:pt x="588" y="170"/>
                      <a:pt x="658" y="159"/>
                      <a:pt x="725" y="144"/>
                    </a:cubicBezTo>
                    <a:cubicBezTo>
                      <a:pt x="796" y="129"/>
                      <a:pt x="866" y="110"/>
                      <a:pt x="934" y="88"/>
                    </a:cubicBezTo>
                    <a:cubicBezTo>
                      <a:pt x="1009" y="64"/>
                      <a:pt x="1083" y="35"/>
                      <a:pt x="1154" y="3"/>
                    </a:cubicBezTo>
                    <a:cubicBezTo>
                      <a:pt x="1160" y="0"/>
                      <a:pt x="1167" y="3"/>
                      <a:pt x="1170" y="9"/>
                    </a:cubicBezTo>
                    <a:cubicBezTo>
                      <a:pt x="1172" y="14"/>
                      <a:pt x="1170" y="21"/>
                      <a:pt x="1164" y="24"/>
                    </a:cubicBezTo>
                    <a:cubicBezTo>
                      <a:pt x="1091" y="56"/>
                      <a:pt x="1016" y="85"/>
                      <a:pt x="941" y="110"/>
                    </a:cubicBezTo>
                    <a:cubicBezTo>
                      <a:pt x="872" y="132"/>
                      <a:pt x="801" y="151"/>
                      <a:pt x="730" y="166"/>
                    </a:cubicBezTo>
                    <a:cubicBezTo>
                      <a:pt x="662" y="181"/>
                      <a:pt x="592" y="193"/>
                      <a:pt x="522" y="201"/>
                    </a:cubicBezTo>
                    <a:cubicBezTo>
                      <a:pt x="438" y="210"/>
                      <a:pt x="352" y="215"/>
                      <a:pt x="267" y="215"/>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37" name="Freeform 112">
                <a:extLst>
                  <a:ext uri="{FF2B5EF4-FFF2-40B4-BE49-F238E27FC236}">
                    <a16:creationId xmlns:a16="http://schemas.microsoft.com/office/drawing/2014/main" id="{C57A2561-11B4-4989-1E80-EE2B991BB9CA}"/>
                  </a:ext>
                </a:extLst>
              </p:cNvPr>
              <p:cNvSpPr>
                <a:spLocks/>
              </p:cNvSpPr>
              <p:nvPr/>
            </p:nvSpPr>
            <p:spPr bwMode="auto">
              <a:xfrm>
                <a:off x="3503" y="2921"/>
                <a:ext cx="88" cy="85"/>
              </a:xfrm>
              <a:custGeom>
                <a:avLst/>
                <a:gdLst>
                  <a:gd name="T0" fmla="*/ 12 w 203"/>
                  <a:gd name="T1" fmla="*/ 196 h 196"/>
                  <a:gd name="T2" fmla="*/ 12 w 203"/>
                  <a:gd name="T3" fmla="*/ 196 h 196"/>
                  <a:gd name="T4" fmla="*/ 4 w 203"/>
                  <a:gd name="T5" fmla="*/ 192 h 196"/>
                  <a:gd name="T6" fmla="*/ 5 w 203"/>
                  <a:gd name="T7" fmla="*/ 176 h 196"/>
                  <a:gd name="T8" fmla="*/ 182 w 203"/>
                  <a:gd name="T9" fmla="*/ 5 h 196"/>
                  <a:gd name="T10" fmla="*/ 198 w 203"/>
                  <a:gd name="T11" fmla="*/ 4 h 196"/>
                  <a:gd name="T12" fmla="*/ 198 w 203"/>
                  <a:gd name="T13" fmla="*/ 20 h 196"/>
                  <a:gd name="T14" fmla="*/ 20 w 203"/>
                  <a:gd name="T15" fmla="*/ 193 h 196"/>
                  <a:gd name="T16" fmla="*/ 12 w 203"/>
                  <a:gd name="T1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96">
                    <a:moveTo>
                      <a:pt x="12" y="196"/>
                    </a:moveTo>
                    <a:lnTo>
                      <a:pt x="12" y="196"/>
                    </a:lnTo>
                    <a:cubicBezTo>
                      <a:pt x="9" y="196"/>
                      <a:pt x="6" y="194"/>
                      <a:pt x="4" y="192"/>
                    </a:cubicBezTo>
                    <a:cubicBezTo>
                      <a:pt x="0" y="187"/>
                      <a:pt x="0" y="180"/>
                      <a:pt x="5" y="176"/>
                    </a:cubicBezTo>
                    <a:cubicBezTo>
                      <a:pt x="67" y="122"/>
                      <a:pt x="126" y="65"/>
                      <a:pt x="182" y="5"/>
                    </a:cubicBezTo>
                    <a:cubicBezTo>
                      <a:pt x="186" y="0"/>
                      <a:pt x="193" y="0"/>
                      <a:pt x="198" y="4"/>
                    </a:cubicBezTo>
                    <a:cubicBezTo>
                      <a:pt x="202" y="8"/>
                      <a:pt x="203" y="15"/>
                      <a:pt x="198" y="20"/>
                    </a:cubicBezTo>
                    <a:cubicBezTo>
                      <a:pt x="142" y="81"/>
                      <a:pt x="82" y="139"/>
                      <a:pt x="20" y="193"/>
                    </a:cubicBezTo>
                    <a:cubicBezTo>
                      <a:pt x="18" y="195"/>
                      <a:pt x="15" y="196"/>
                      <a:pt x="12" y="196"/>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38" name="Freeform 113">
                <a:extLst>
                  <a:ext uri="{FF2B5EF4-FFF2-40B4-BE49-F238E27FC236}">
                    <a16:creationId xmlns:a16="http://schemas.microsoft.com/office/drawing/2014/main" id="{409B8C5A-D64D-601C-8F87-68CF2EDA6C4E}"/>
                  </a:ext>
                </a:extLst>
              </p:cNvPr>
              <p:cNvSpPr>
                <a:spLocks/>
              </p:cNvSpPr>
              <p:nvPr/>
            </p:nvSpPr>
            <p:spPr bwMode="auto">
              <a:xfrm>
                <a:off x="3743" y="2283"/>
                <a:ext cx="97" cy="404"/>
              </a:xfrm>
              <a:custGeom>
                <a:avLst/>
                <a:gdLst>
                  <a:gd name="T0" fmla="*/ 13 w 224"/>
                  <a:gd name="T1" fmla="*/ 929 h 929"/>
                  <a:gd name="T2" fmla="*/ 13 w 224"/>
                  <a:gd name="T3" fmla="*/ 929 h 929"/>
                  <a:gd name="T4" fmla="*/ 8 w 224"/>
                  <a:gd name="T5" fmla="*/ 928 h 929"/>
                  <a:gd name="T6" fmla="*/ 3 w 224"/>
                  <a:gd name="T7" fmla="*/ 913 h 929"/>
                  <a:gd name="T8" fmla="*/ 142 w 224"/>
                  <a:gd name="T9" fmla="*/ 511 h 929"/>
                  <a:gd name="T10" fmla="*/ 186 w 224"/>
                  <a:gd name="T11" fmla="*/ 263 h 929"/>
                  <a:gd name="T12" fmla="*/ 202 w 224"/>
                  <a:gd name="T13" fmla="*/ 11 h 929"/>
                  <a:gd name="T14" fmla="*/ 213 w 224"/>
                  <a:gd name="T15" fmla="*/ 0 h 929"/>
                  <a:gd name="T16" fmla="*/ 213 w 224"/>
                  <a:gd name="T17" fmla="*/ 0 h 929"/>
                  <a:gd name="T18" fmla="*/ 224 w 224"/>
                  <a:gd name="T19" fmla="*/ 11 h 929"/>
                  <a:gd name="T20" fmla="*/ 209 w 224"/>
                  <a:gd name="T21" fmla="*/ 266 h 929"/>
                  <a:gd name="T22" fmla="*/ 164 w 224"/>
                  <a:gd name="T23" fmla="*/ 516 h 929"/>
                  <a:gd name="T24" fmla="*/ 23 w 224"/>
                  <a:gd name="T25" fmla="*/ 922 h 929"/>
                  <a:gd name="T26" fmla="*/ 13 w 224"/>
                  <a:gd name="T27" fmla="*/ 929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4" h="929">
                    <a:moveTo>
                      <a:pt x="13" y="929"/>
                    </a:moveTo>
                    <a:lnTo>
                      <a:pt x="13" y="929"/>
                    </a:lnTo>
                    <a:cubicBezTo>
                      <a:pt x="11" y="929"/>
                      <a:pt x="10" y="929"/>
                      <a:pt x="8" y="928"/>
                    </a:cubicBezTo>
                    <a:cubicBezTo>
                      <a:pt x="3" y="925"/>
                      <a:pt x="0" y="919"/>
                      <a:pt x="3" y="913"/>
                    </a:cubicBezTo>
                    <a:cubicBezTo>
                      <a:pt x="62" y="784"/>
                      <a:pt x="109" y="649"/>
                      <a:pt x="142" y="511"/>
                    </a:cubicBezTo>
                    <a:cubicBezTo>
                      <a:pt x="162" y="430"/>
                      <a:pt x="177" y="346"/>
                      <a:pt x="186" y="263"/>
                    </a:cubicBezTo>
                    <a:cubicBezTo>
                      <a:pt x="196" y="180"/>
                      <a:pt x="201" y="95"/>
                      <a:pt x="202" y="11"/>
                    </a:cubicBezTo>
                    <a:cubicBezTo>
                      <a:pt x="202" y="5"/>
                      <a:pt x="207" y="0"/>
                      <a:pt x="213" y="0"/>
                    </a:cubicBezTo>
                    <a:lnTo>
                      <a:pt x="213" y="0"/>
                    </a:lnTo>
                    <a:cubicBezTo>
                      <a:pt x="219" y="0"/>
                      <a:pt x="224" y="5"/>
                      <a:pt x="224" y="11"/>
                    </a:cubicBezTo>
                    <a:cubicBezTo>
                      <a:pt x="224" y="96"/>
                      <a:pt x="219" y="182"/>
                      <a:pt x="209" y="266"/>
                    </a:cubicBezTo>
                    <a:cubicBezTo>
                      <a:pt x="199" y="350"/>
                      <a:pt x="184" y="434"/>
                      <a:pt x="164" y="516"/>
                    </a:cubicBezTo>
                    <a:cubicBezTo>
                      <a:pt x="131" y="655"/>
                      <a:pt x="84" y="792"/>
                      <a:pt x="23" y="922"/>
                    </a:cubicBezTo>
                    <a:cubicBezTo>
                      <a:pt x="21" y="927"/>
                      <a:pt x="17" y="929"/>
                      <a:pt x="13" y="929"/>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39" name="Freeform 114">
                <a:extLst>
                  <a:ext uri="{FF2B5EF4-FFF2-40B4-BE49-F238E27FC236}">
                    <a16:creationId xmlns:a16="http://schemas.microsoft.com/office/drawing/2014/main" id="{BFC5BA4B-BA9E-09E0-A438-72B520630467}"/>
                  </a:ext>
                </a:extLst>
              </p:cNvPr>
              <p:cNvSpPr>
                <a:spLocks/>
              </p:cNvSpPr>
              <p:nvPr/>
            </p:nvSpPr>
            <p:spPr bwMode="auto">
              <a:xfrm>
                <a:off x="3660" y="1739"/>
                <a:ext cx="108" cy="187"/>
              </a:xfrm>
              <a:custGeom>
                <a:avLst/>
                <a:gdLst>
                  <a:gd name="T0" fmla="*/ 235 w 248"/>
                  <a:gd name="T1" fmla="*/ 429 h 429"/>
                  <a:gd name="T2" fmla="*/ 235 w 248"/>
                  <a:gd name="T3" fmla="*/ 429 h 429"/>
                  <a:gd name="T4" fmla="*/ 225 w 248"/>
                  <a:gd name="T5" fmla="*/ 422 h 429"/>
                  <a:gd name="T6" fmla="*/ 3 w 248"/>
                  <a:gd name="T7" fmla="*/ 19 h 429"/>
                  <a:gd name="T8" fmla="*/ 6 w 248"/>
                  <a:gd name="T9" fmla="*/ 3 h 429"/>
                  <a:gd name="T10" fmla="*/ 22 w 248"/>
                  <a:gd name="T11" fmla="*/ 6 h 429"/>
                  <a:gd name="T12" fmla="*/ 246 w 248"/>
                  <a:gd name="T13" fmla="*/ 413 h 429"/>
                  <a:gd name="T14" fmla="*/ 240 w 248"/>
                  <a:gd name="T15" fmla="*/ 428 h 429"/>
                  <a:gd name="T16" fmla="*/ 235 w 248"/>
                  <a:gd name="T17" fmla="*/ 429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429">
                    <a:moveTo>
                      <a:pt x="235" y="429"/>
                    </a:moveTo>
                    <a:lnTo>
                      <a:pt x="235" y="429"/>
                    </a:lnTo>
                    <a:cubicBezTo>
                      <a:pt x="231" y="429"/>
                      <a:pt x="227" y="426"/>
                      <a:pt x="225" y="422"/>
                    </a:cubicBezTo>
                    <a:cubicBezTo>
                      <a:pt x="166" y="280"/>
                      <a:pt x="91" y="145"/>
                      <a:pt x="3" y="19"/>
                    </a:cubicBezTo>
                    <a:cubicBezTo>
                      <a:pt x="0" y="14"/>
                      <a:pt x="1" y="7"/>
                      <a:pt x="6" y="3"/>
                    </a:cubicBezTo>
                    <a:cubicBezTo>
                      <a:pt x="11" y="0"/>
                      <a:pt x="18" y="1"/>
                      <a:pt x="22" y="6"/>
                    </a:cubicBezTo>
                    <a:cubicBezTo>
                      <a:pt x="111" y="133"/>
                      <a:pt x="186" y="270"/>
                      <a:pt x="246" y="413"/>
                    </a:cubicBezTo>
                    <a:cubicBezTo>
                      <a:pt x="248" y="419"/>
                      <a:pt x="245" y="425"/>
                      <a:pt x="240" y="428"/>
                    </a:cubicBezTo>
                    <a:cubicBezTo>
                      <a:pt x="238" y="428"/>
                      <a:pt x="237" y="429"/>
                      <a:pt x="235" y="429"/>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40" name="Freeform 115">
                <a:extLst>
                  <a:ext uri="{FF2B5EF4-FFF2-40B4-BE49-F238E27FC236}">
                    <a16:creationId xmlns:a16="http://schemas.microsoft.com/office/drawing/2014/main" id="{79B54021-AE67-28F6-F20C-1C3923295946}"/>
                  </a:ext>
                </a:extLst>
              </p:cNvPr>
              <p:cNvSpPr>
                <a:spLocks/>
              </p:cNvSpPr>
              <p:nvPr/>
            </p:nvSpPr>
            <p:spPr bwMode="auto">
              <a:xfrm>
                <a:off x="3054" y="1349"/>
                <a:ext cx="134" cy="41"/>
              </a:xfrm>
              <a:custGeom>
                <a:avLst/>
                <a:gdLst>
                  <a:gd name="T0" fmla="*/ 294 w 307"/>
                  <a:gd name="T1" fmla="*/ 95 h 95"/>
                  <a:gd name="T2" fmla="*/ 294 w 307"/>
                  <a:gd name="T3" fmla="*/ 95 h 95"/>
                  <a:gd name="T4" fmla="*/ 291 w 307"/>
                  <a:gd name="T5" fmla="*/ 94 h 95"/>
                  <a:gd name="T6" fmla="*/ 10 w 307"/>
                  <a:gd name="T7" fmla="*/ 24 h 95"/>
                  <a:gd name="T8" fmla="*/ 1 w 307"/>
                  <a:gd name="T9" fmla="*/ 11 h 95"/>
                  <a:gd name="T10" fmla="*/ 14 w 307"/>
                  <a:gd name="T11" fmla="*/ 1 h 95"/>
                  <a:gd name="T12" fmla="*/ 298 w 307"/>
                  <a:gd name="T13" fmla="*/ 73 h 95"/>
                  <a:gd name="T14" fmla="*/ 305 w 307"/>
                  <a:gd name="T15" fmla="*/ 87 h 95"/>
                  <a:gd name="T16" fmla="*/ 294 w 307"/>
                  <a:gd name="T1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95">
                    <a:moveTo>
                      <a:pt x="294" y="95"/>
                    </a:moveTo>
                    <a:lnTo>
                      <a:pt x="294" y="95"/>
                    </a:lnTo>
                    <a:cubicBezTo>
                      <a:pt x="293" y="95"/>
                      <a:pt x="292" y="95"/>
                      <a:pt x="291" y="94"/>
                    </a:cubicBezTo>
                    <a:cubicBezTo>
                      <a:pt x="199" y="65"/>
                      <a:pt x="105" y="41"/>
                      <a:pt x="10" y="24"/>
                    </a:cubicBezTo>
                    <a:cubicBezTo>
                      <a:pt x="4" y="23"/>
                      <a:pt x="0" y="17"/>
                      <a:pt x="1" y="11"/>
                    </a:cubicBezTo>
                    <a:cubicBezTo>
                      <a:pt x="2" y="4"/>
                      <a:pt x="8" y="0"/>
                      <a:pt x="14" y="1"/>
                    </a:cubicBezTo>
                    <a:cubicBezTo>
                      <a:pt x="110" y="19"/>
                      <a:pt x="205" y="43"/>
                      <a:pt x="298" y="73"/>
                    </a:cubicBezTo>
                    <a:cubicBezTo>
                      <a:pt x="304" y="75"/>
                      <a:pt x="307" y="81"/>
                      <a:pt x="305" y="87"/>
                    </a:cubicBezTo>
                    <a:cubicBezTo>
                      <a:pt x="303" y="92"/>
                      <a:pt x="299" y="95"/>
                      <a:pt x="294" y="95"/>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41" name="Freeform 116">
                <a:extLst>
                  <a:ext uri="{FF2B5EF4-FFF2-40B4-BE49-F238E27FC236}">
                    <a16:creationId xmlns:a16="http://schemas.microsoft.com/office/drawing/2014/main" id="{2B1E9D51-AC98-3B50-106B-8E1C1FFDFE72}"/>
                  </a:ext>
                </a:extLst>
              </p:cNvPr>
              <p:cNvSpPr>
                <a:spLocks/>
              </p:cNvSpPr>
              <p:nvPr/>
            </p:nvSpPr>
            <p:spPr bwMode="auto">
              <a:xfrm>
                <a:off x="2537" y="1277"/>
                <a:ext cx="963" cy="213"/>
              </a:xfrm>
              <a:custGeom>
                <a:avLst/>
                <a:gdLst>
                  <a:gd name="T0" fmla="*/ 2203 w 2216"/>
                  <a:gd name="T1" fmla="*/ 489 h 489"/>
                  <a:gd name="T2" fmla="*/ 2203 w 2216"/>
                  <a:gd name="T3" fmla="*/ 489 h 489"/>
                  <a:gd name="T4" fmla="*/ 2197 w 2216"/>
                  <a:gd name="T5" fmla="*/ 487 h 489"/>
                  <a:gd name="T6" fmla="*/ 1865 w 2216"/>
                  <a:gd name="T7" fmla="*/ 278 h 489"/>
                  <a:gd name="T8" fmla="*/ 1695 w 2216"/>
                  <a:gd name="T9" fmla="*/ 198 h 489"/>
                  <a:gd name="T10" fmla="*/ 1520 w 2216"/>
                  <a:gd name="T11" fmla="*/ 133 h 489"/>
                  <a:gd name="T12" fmla="*/ 1221 w 2216"/>
                  <a:gd name="T13" fmla="*/ 59 h 489"/>
                  <a:gd name="T14" fmla="*/ 815 w 2216"/>
                  <a:gd name="T15" fmla="*/ 22 h 489"/>
                  <a:gd name="T16" fmla="*/ 531 w 2216"/>
                  <a:gd name="T17" fmla="*/ 39 h 489"/>
                  <a:gd name="T18" fmla="*/ 259 w 2216"/>
                  <a:gd name="T19" fmla="*/ 89 h 489"/>
                  <a:gd name="T20" fmla="*/ 17 w 2216"/>
                  <a:gd name="T21" fmla="*/ 163 h 489"/>
                  <a:gd name="T22" fmla="*/ 2 w 2216"/>
                  <a:gd name="T23" fmla="*/ 156 h 489"/>
                  <a:gd name="T24" fmla="*/ 9 w 2216"/>
                  <a:gd name="T25" fmla="*/ 142 h 489"/>
                  <a:gd name="T26" fmla="*/ 253 w 2216"/>
                  <a:gd name="T27" fmla="*/ 67 h 489"/>
                  <a:gd name="T28" fmla="*/ 528 w 2216"/>
                  <a:gd name="T29" fmla="*/ 16 h 489"/>
                  <a:gd name="T30" fmla="*/ 815 w 2216"/>
                  <a:gd name="T31" fmla="*/ 0 h 489"/>
                  <a:gd name="T32" fmla="*/ 1225 w 2216"/>
                  <a:gd name="T33" fmla="*/ 36 h 489"/>
                  <a:gd name="T34" fmla="*/ 1527 w 2216"/>
                  <a:gd name="T35" fmla="*/ 112 h 489"/>
                  <a:gd name="T36" fmla="*/ 1704 w 2216"/>
                  <a:gd name="T37" fmla="*/ 177 h 489"/>
                  <a:gd name="T38" fmla="*/ 1875 w 2216"/>
                  <a:gd name="T39" fmla="*/ 257 h 489"/>
                  <a:gd name="T40" fmla="*/ 2210 w 2216"/>
                  <a:gd name="T41" fmla="*/ 469 h 489"/>
                  <a:gd name="T42" fmla="*/ 2212 w 2216"/>
                  <a:gd name="T43" fmla="*/ 485 h 489"/>
                  <a:gd name="T44" fmla="*/ 2203 w 2216"/>
                  <a:gd name="T45" fmla="*/ 48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16" h="489">
                    <a:moveTo>
                      <a:pt x="2203" y="489"/>
                    </a:moveTo>
                    <a:lnTo>
                      <a:pt x="2203" y="489"/>
                    </a:lnTo>
                    <a:cubicBezTo>
                      <a:pt x="2201" y="489"/>
                      <a:pt x="2199" y="488"/>
                      <a:pt x="2197" y="487"/>
                    </a:cubicBezTo>
                    <a:cubicBezTo>
                      <a:pt x="2092" y="408"/>
                      <a:pt x="1981" y="337"/>
                      <a:pt x="1865" y="278"/>
                    </a:cubicBezTo>
                    <a:cubicBezTo>
                      <a:pt x="1809" y="249"/>
                      <a:pt x="1752" y="222"/>
                      <a:pt x="1695" y="198"/>
                    </a:cubicBezTo>
                    <a:cubicBezTo>
                      <a:pt x="1638" y="174"/>
                      <a:pt x="1579" y="152"/>
                      <a:pt x="1520" y="133"/>
                    </a:cubicBezTo>
                    <a:cubicBezTo>
                      <a:pt x="1423" y="102"/>
                      <a:pt x="1322" y="77"/>
                      <a:pt x="1221" y="59"/>
                    </a:cubicBezTo>
                    <a:cubicBezTo>
                      <a:pt x="1088" y="35"/>
                      <a:pt x="951" y="22"/>
                      <a:pt x="815" y="22"/>
                    </a:cubicBezTo>
                    <a:cubicBezTo>
                      <a:pt x="720" y="22"/>
                      <a:pt x="624" y="28"/>
                      <a:pt x="531" y="39"/>
                    </a:cubicBezTo>
                    <a:cubicBezTo>
                      <a:pt x="439" y="50"/>
                      <a:pt x="348" y="67"/>
                      <a:pt x="259" y="89"/>
                    </a:cubicBezTo>
                    <a:cubicBezTo>
                      <a:pt x="177" y="109"/>
                      <a:pt x="96" y="134"/>
                      <a:pt x="17" y="163"/>
                    </a:cubicBezTo>
                    <a:cubicBezTo>
                      <a:pt x="11" y="165"/>
                      <a:pt x="4" y="162"/>
                      <a:pt x="2" y="156"/>
                    </a:cubicBezTo>
                    <a:cubicBezTo>
                      <a:pt x="0" y="150"/>
                      <a:pt x="3" y="144"/>
                      <a:pt x="9" y="142"/>
                    </a:cubicBezTo>
                    <a:cubicBezTo>
                      <a:pt x="89" y="112"/>
                      <a:pt x="171" y="87"/>
                      <a:pt x="253" y="67"/>
                    </a:cubicBezTo>
                    <a:cubicBezTo>
                      <a:pt x="343" y="45"/>
                      <a:pt x="436" y="28"/>
                      <a:pt x="528" y="16"/>
                    </a:cubicBezTo>
                    <a:cubicBezTo>
                      <a:pt x="623" y="5"/>
                      <a:pt x="719" y="0"/>
                      <a:pt x="815" y="0"/>
                    </a:cubicBezTo>
                    <a:cubicBezTo>
                      <a:pt x="953" y="1"/>
                      <a:pt x="1091" y="12"/>
                      <a:pt x="1225" y="36"/>
                    </a:cubicBezTo>
                    <a:cubicBezTo>
                      <a:pt x="1327" y="54"/>
                      <a:pt x="1429" y="80"/>
                      <a:pt x="1527" y="112"/>
                    </a:cubicBezTo>
                    <a:cubicBezTo>
                      <a:pt x="1586" y="131"/>
                      <a:pt x="1646" y="153"/>
                      <a:pt x="1704" y="177"/>
                    </a:cubicBezTo>
                    <a:cubicBezTo>
                      <a:pt x="1762" y="201"/>
                      <a:pt x="1819" y="228"/>
                      <a:pt x="1875" y="257"/>
                    </a:cubicBezTo>
                    <a:cubicBezTo>
                      <a:pt x="1992" y="318"/>
                      <a:pt x="2105" y="389"/>
                      <a:pt x="2210" y="469"/>
                    </a:cubicBezTo>
                    <a:cubicBezTo>
                      <a:pt x="2215" y="472"/>
                      <a:pt x="2216" y="480"/>
                      <a:pt x="2212" y="485"/>
                    </a:cubicBezTo>
                    <a:cubicBezTo>
                      <a:pt x="2210" y="488"/>
                      <a:pt x="2207" y="489"/>
                      <a:pt x="2203" y="489"/>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42" name="Freeform 117">
                <a:extLst>
                  <a:ext uri="{FF2B5EF4-FFF2-40B4-BE49-F238E27FC236}">
                    <a16:creationId xmlns:a16="http://schemas.microsoft.com/office/drawing/2014/main" id="{5C5AC900-F800-FD65-D31B-8C514A165A65}"/>
                  </a:ext>
                </a:extLst>
              </p:cNvPr>
              <p:cNvSpPr>
                <a:spLocks/>
              </p:cNvSpPr>
              <p:nvPr/>
            </p:nvSpPr>
            <p:spPr bwMode="auto">
              <a:xfrm>
                <a:off x="1994" y="1448"/>
                <a:ext cx="340" cy="378"/>
              </a:xfrm>
              <a:custGeom>
                <a:avLst/>
                <a:gdLst>
                  <a:gd name="T0" fmla="*/ 13 w 781"/>
                  <a:gd name="T1" fmla="*/ 869 h 869"/>
                  <a:gd name="T2" fmla="*/ 13 w 781"/>
                  <a:gd name="T3" fmla="*/ 869 h 869"/>
                  <a:gd name="T4" fmla="*/ 8 w 781"/>
                  <a:gd name="T5" fmla="*/ 868 h 869"/>
                  <a:gd name="T6" fmla="*/ 3 w 781"/>
                  <a:gd name="T7" fmla="*/ 852 h 869"/>
                  <a:gd name="T8" fmla="*/ 152 w 781"/>
                  <a:gd name="T9" fmla="*/ 606 h 869"/>
                  <a:gd name="T10" fmla="*/ 445 w 781"/>
                  <a:gd name="T11" fmla="*/ 261 h 869"/>
                  <a:gd name="T12" fmla="*/ 762 w 781"/>
                  <a:gd name="T13" fmla="*/ 3 h 869"/>
                  <a:gd name="T14" fmla="*/ 778 w 781"/>
                  <a:gd name="T15" fmla="*/ 6 h 869"/>
                  <a:gd name="T16" fmla="*/ 774 w 781"/>
                  <a:gd name="T17" fmla="*/ 22 h 869"/>
                  <a:gd name="T18" fmla="*/ 460 w 781"/>
                  <a:gd name="T19" fmla="*/ 277 h 869"/>
                  <a:gd name="T20" fmla="*/ 171 w 781"/>
                  <a:gd name="T21" fmla="*/ 619 h 869"/>
                  <a:gd name="T22" fmla="*/ 23 w 781"/>
                  <a:gd name="T23" fmla="*/ 863 h 869"/>
                  <a:gd name="T24" fmla="*/ 13 w 781"/>
                  <a:gd name="T25" fmla="*/ 869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1" h="869">
                    <a:moveTo>
                      <a:pt x="13" y="869"/>
                    </a:moveTo>
                    <a:lnTo>
                      <a:pt x="13" y="869"/>
                    </a:lnTo>
                    <a:cubicBezTo>
                      <a:pt x="11" y="869"/>
                      <a:pt x="9" y="869"/>
                      <a:pt x="8" y="868"/>
                    </a:cubicBezTo>
                    <a:cubicBezTo>
                      <a:pt x="2" y="865"/>
                      <a:pt x="0" y="858"/>
                      <a:pt x="3" y="852"/>
                    </a:cubicBezTo>
                    <a:cubicBezTo>
                      <a:pt x="47" y="768"/>
                      <a:pt x="97" y="685"/>
                      <a:pt x="152" y="606"/>
                    </a:cubicBezTo>
                    <a:cubicBezTo>
                      <a:pt x="238" y="482"/>
                      <a:pt x="336" y="366"/>
                      <a:pt x="445" y="261"/>
                    </a:cubicBezTo>
                    <a:cubicBezTo>
                      <a:pt x="542" y="166"/>
                      <a:pt x="649" y="79"/>
                      <a:pt x="762" y="3"/>
                    </a:cubicBezTo>
                    <a:cubicBezTo>
                      <a:pt x="767" y="0"/>
                      <a:pt x="774" y="1"/>
                      <a:pt x="778" y="6"/>
                    </a:cubicBezTo>
                    <a:cubicBezTo>
                      <a:pt x="781" y="11"/>
                      <a:pt x="780" y="18"/>
                      <a:pt x="774" y="22"/>
                    </a:cubicBezTo>
                    <a:cubicBezTo>
                      <a:pt x="663" y="97"/>
                      <a:pt x="557" y="183"/>
                      <a:pt x="460" y="277"/>
                    </a:cubicBezTo>
                    <a:cubicBezTo>
                      <a:pt x="353" y="381"/>
                      <a:pt x="256" y="496"/>
                      <a:pt x="171" y="619"/>
                    </a:cubicBezTo>
                    <a:cubicBezTo>
                      <a:pt x="117" y="697"/>
                      <a:pt x="67" y="779"/>
                      <a:pt x="23" y="863"/>
                    </a:cubicBezTo>
                    <a:cubicBezTo>
                      <a:pt x="21" y="867"/>
                      <a:pt x="17" y="869"/>
                      <a:pt x="13" y="869"/>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43" name="Freeform 118">
                <a:extLst>
                  <a:ext uri="{FF2B5EF4-FFF2-40B4-BE49-F238E27FC236}">
                    <a16:creationId xmlns:a16="http://schemas.microsoft.com/office/drawing/2014/main" id="{EDF4E954-1C3C-17E7-0E5C-3DFAA5F5933C}"/>
                  </a:ext>
                </a:extLst>
              </p:cNvPr>
              <p:cNvSpPr>
                <a:spLocks/>
              </p:cNvSpPr>
              <p:nvPr/>
            </p:nvSpPr>
            <p:spPr bwMode="auto">
              <a:xfrm>
                <a:off x="1980" y="2715"/>
                <a:ext cx="480" cy="481"/>
              </a:xfrm>
              <a:custGeom>
                <a:avLst/>
                <a:gdLst>
                  <a:gd name="T0" fmla="*/ 1092 w 1105"/>
                  <a:gd name="T1" fmla="*/ 1104 h 1104"/>
                  <a:gd name="T2" fmla="*/ 1092 w 1105"/>
                  <a:gd name="T3" fmla="*/ 1104 h 1104"/>
                  <a:gd name="T4" fmla="*/ 1087 w 1105"/>
                  <a:gd name="T5" fmla="*/ 1103 h 1104"/>
                  <a:gd name="T6" fmla="*/ 795 w 1105"/>
                  <a:gd name="T7" fmla="*/ 935 h 1104"/>
                  <a:gd name="T8" fmla="*/ 542 w 1105"/>
                  <a:gd name="T9" fmla="*/ 737 h 1104"/>
                  <a:gd name="T10" fmla="*/ 338 w 1105"/>
                  <a:gd name="T11" fmla="*/ 529 h 1104"/>
                  <a:gd name="T12" fmla="*/ 168 w 1105"/>
                  <a:gd name="T13" fmla="*/ 307 h 1104"/>
                  <a:gd name="T14" fmla="*/ 3 w 1105"/>
                  <a:gd name="T15" fmla="*/ 18 h 1104"/>
                  <a:gd name="T16" fmla="*/ 8 w 1105"/>
                  <a:gd name="T17" fmla="*/ 3 h 1104"/>
                  <a:gd name="T18" fmla="*/ 23 w 1105"/>
                  <a:gd name="T19" fmla="*/ 8 h 1104"/>
                  <a:gd name="T20" fmla="*/ 187 w 1105"/>
                  <a:gd name="T21" fmla="*/ 294 h 1104"/>
                  <a:gd name="T22" fmla="*/ 355 w 1105"/>
                  <a:gd name="T23" fmla="*/ 514 h 1104"/>
                  <a:gd name="T24" fmla="*/ 558 w 1105"/>
                  <a:gd name="T25" fmla="*/ 721 h 1104"/>
                  <a:gd name="T26" fmla="*/ 807 w 1105"/>
                  <a:gd name="T27" fmla="*/ 916 h 1104"/>
                  <a:gd name="T28" fmla="*/ 1097 w 1105"/>
                  <a:gd name="T29" fmla="*/ 1083 h 1104"/>
                  <a:gd name="T30" fmla="*/ 1102 w 1105"/>
                  <a:gd name="T31" fmla="*/ 1098 h 1104"/>
                  <a:gd name="T32" fmla="*/ 1092 w 1105"/>
                  <a:gd name="T33" fmla="*/ 1104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05" h="1104">
                    <a:moveTo>
                      <a:pt x="1092" y="1104"/>
                    </a:moveTo>
                    <a:lnTo>
                      <a:pt x="1092" y="1104"/>
                    </a:lnTo>
                    <a:cubicBezTo>
                      <a:pt x="1091" y="1104"/>
                      <a:pt x="1089" y="1104"/>
                      <a:pt x="1087" y="1103"/>
                    </a:cubicBezTo>
                    <a:cubicBezTo>
                      <a:pt x="986" y="1055"/>
                      <a:pt x="888" y="998"/>
                      <a:pt x="795" y="935"/>
                    </a:cubicBezTo>
                    <a:cubicBezTo>
                      <a:pt x="707" y="875"/>
                      <a:pt x="622" y="809"/>
                      <a:pt x="542" y="737"/>
                    </a:cubicBezTo>
                    <a:cubicBezTo>
                      <a:pt x="470" y="673"/>
                      <a:pt x="402" y="603"/>
                      <a:pt x="338" y="529"/>
                    </a:cubicBezTo>
                    <a:cubicBezTo>
                      <a:pt x="277" y="459"/>
                      <a:pt x="220" y="384"/>
                      <a:pt x="168" y="307"/>
                    </a:cubicBezTo>
                    <a:cubicBezTo>
                      <a:pt x="106" y="215"/>
                      <a:pt x="51" y="118"/>
                      <a:pt x="3" y="18"/>
                    </a:cubicBezTo>
                    <a:cubicBezTo>
                      <a:pt x="0" y="12"/>
                      <a:pt x="2" y="6"/>
                      <a:pt x="8" y="3"/>
                    </a:cubicBezTo>
                    <a:cubicBezTo>
                      <a:pt x="14" y="0"/>
                      <a:pt x="20" y="2"/>
                      <a:pt x="23" y="8"/>
                    </a:cubicBezTo>
                    <a:cubicBezTo>
                      <a:pt x="71" y="107"/>
                      <a:pt x="126" y="203"/>
                      <a:pt x="187" y="294"/>
                    </a:cubicBezTo>
                    <a:cubicBezTo>
                      <a:pt x="239" y="371"/>
                      <a:pt x="295" y="445"/>
                      <a:pt x="355" y="514"/>
                    </a:cubicBezTo>
                    <a:cubicBezTo>
                      <a:pt x="418" y="587"/>
                      <a:pt x="486" y="656"/>
                      <a:pt x="558" y="721"/>
                    </a:cubicBezTo>
                    <a:cubicBezTo>
                      <a:pt x="636" y="791"/>
                      <a:pt x="720" y="857"/>
                      <a:pt x="807" y="916"/>
                    </a:cubicBezTo>
                    <a:cubicBezTo>
                      <a:pt x="900" y="978"/>
                      <a:pt x="997" y="1035"/>
                      <a:pt x="1097" y="1083"/>
                    </a:cubicBezTo>
                    <a:cubicBezTo>
                      <a:pt x="1103" y="1086"/>
                      <a:pt x="1105" y="1092"/>
                      <a:pt x="1102" y="1098"/>
                    </a:cubicBezTo>
                    <a:cubicBezTo>
                      <a:pt x="1101" y="1102"/>
                      <a:pt x="1096" y="1104"/>
                      <a:pt x="1092" y="1104"/>
                    </a:cubicBezTo>
                    <a:close/>
                  </a:path>
                </a:pathLst>
              </a:custGeom>
              <a:solidFill>
                <a:srgbClr val="00A3AE"/>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44" name="Freeform 119">
                <a:extLst>
                  <a:ext uri="{FF2B5EF4-FFF2-40B4-BE49-F238E27FC236}">
                    <a16:creationId xmlns:a16="http://schemas.microsoft.com/office/drawing/2014/main" id="{5D8C7829-B618-FAAD-916D-AECD84EE55EB}"/>
                  </a:ext>
                </a:extLst>
              </p:cNvPr>
              <p:cNvSpPr>
                <a:spLocks/>
              </p:cNvSpPr>
              <p:nvPr/>
            </p:nvSpPr>
            <p:spPr bwMode="auto">
              <a:xfrm>
                <a:off x="3002" y="2846"/>
                <a:ext cx="722" cy="442"/>
              </a:xfrm>
              <a:custGeom>
                <a:avLst/>
                <a:gdLst>
                  <a:gd name="T0" fmla="*/ 12 w 1661"/>
                  <a:gd name="T1" fmla="*/ 1017 h 1017"/>
                  <a:gd name="T2" fmla="*/ 12 w 1661"/>
                  <a:gd name="T3" fmla="*/ 1017 h 1017"/>
                  <a:gd name="T4" fmla="*/ 1 w 1661"/>
                  <a:gd name="T5" fmla="*/ 1006 h 1017"/>
                  <a:gd name="T6" fmla="*/ 11 w 1661"/>
                  <a:gd name="T7" fmla="*/ 994 h 1017"/>
                  <a:gd name="T8" fmla="*/ 230 w 1661"/>
                  <a:gd name="T9" fmla="*/ 958 h 1017"/>
                  <a:gd name="T10" fmla="*/ 451 w 1661"/>
                  <a:gd name="T11" fmla="*/ 898 h 1017"/>
                  <a:gd name="T12" fmla="*/ 685 w 1661"/>
                  <a:gd name="T13" fmla="*/ 807 h 1017"/>
                  <a:gd name="T14" fmla="*/ 953 w 1661"/>
                  <a:gd name="T15" fmla="*/ 664 h 1017"/>
                  <a:gd name="T16" fmla="*/ 1247 w 1661"/>
                  <a:gd name="T17" fmla="*/ 447 h 1017"/>
                  <a:gd name="T18" fmla="*/ 1433 w 1661"/>
                  <a:gd name="T19" fmla="*/ 266 h 1017"/>
                  <a:gd name="T20" fmla="*/ 1639 w 1661"/>
                  <a:gd name="T21" fmla="*/ 7 h 1017"/>
                  <a:gd name="T22" fmla="*/ 1655 w 1661"/>
                  <a:gd name="T23" fmla="*/ 4 h 1017"/>
                  <a:gd name="T24" fmla="*/ 1658 w 1661"/>
                  <a:gd name="T25" fmla="*/ 19 h 1017"/>
                  <a:gd name="T26" fmla="*/ 1450 w 1661"/>
                  <a:gd name="T27" fmla="*/ 281 h 1017"/>
                  <a:gd name="T28" fmla="*/ 1262 w 1661"/>
                  <a:gd name="T29" fmla="*/ 464 h 1017"/>
                  <a:gd name="T30" fmla="*/ 965 w 1661"/>
                  <a:gd name="T31" fmla="*/ 683 h 1017"/>
                  <a:gd name="T32" fmla="*/ 695 w 1661"/>
                  <a:gd name="T33" fmla="*/ 828 h 1017"/>
                  <a:gd name="T34" fmla="*/ 458 w 1661"/>
                  <a:gd name="T35" fmla="*/ 919 h 1017"/>
                  <a:gd name="T36" fmla="*/ 234 w 1661"/>
                  <a:gd name="T37" fmla="*/ 980 h 1017"/>
                  <a:gd name="T38" fmla="*/ 14 w 1661"/>
                  <a:gd name="T39" fmla="*/ 1016 h 1017"/>
                  <a:gd name="T40" fmla="*/ 12 w 1661"/>
                  <a:gd name="T41" fmla="*/ 1017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61" h="1017">
                    <a:moveTo>
                      <a:pt x="12" y="1017"/>
                    </a:moveTo>
                    <a:lnTo>
                      <a:pt x="12" y="1017"/>
                    </a:lnTo>
                    <a:cubicBezTo>
                      <a:pt x="7" y="1017"/>
                      <a:pt x="2" y="1012"/>
                      <a:pt x="1" y="1006"/>
                    </a:cubicBezTo>
                    <a:cubicBezTo>
                      <a:pt x="0" y="1000"/>
                      <a:pt x="5" y="995"/>
                      <a:pt x="11" y="994"/>
                    </a:cubicBezTo>
                    <a:cubicBezTo>
                      <a:pt x="84" y="985"/>
                      <a:pt x="158" y="973"/>
                      <a:pt x="230" y="958"/>
                    </a:cubicBezTo>
                    <a:cubicBezTo>
                      <a:pt x="304" y="941"/>
                      <a:pt x="378" y="921"/>
                      <a:pt x="451" y="898"/>
                    </a:cubicBezTo>
                    <a:cubicBezTo>
                      <a:pt x="530" y="872"/>
                      <a:pt x="609" y="842"/>
                      <a:pt x="685" y="807"/>
                    </a:cubicBezTo>
                    <a:cubicBezTo>
                      <a:pt x="777" y="766"/>
                      <a:pt x="867" y="717"/>
                      <a:pt x="953" y="664"/>
                    </a:cubicBezTo>
                    <a:cubicBezTo>
                      <a:pt x="1056" y="600"/>
                      <a:pt x="1155" y="527"/>
                      <a:pt x="1247" y="447"/>
                    </a:cubicBezTo>
                    <a:cubicBezTo>
                      <a:pt x="1312" y="390"/>
                      <a:pt x="1375" y="329"/>
                      <a:pt x="1433" y="266"/>
                    </a:cubicBezTo>
                    <a:cubicBezTo>
                      <a:pt x="1508" y="185"/>
                      <a:pt x="1577" y="98"/>
                      <a:pt x="1639" y="7"/>
                    </a:cubicBezTo>
                    <a:cubicBezTo>
                      <a:pt x="1642" y="1"/>
                      <a:pt x="1649" y="0"/>
                      <a:pt x="1655" y="4"/>
                    </a:cubicBezTo>
                    <a:cubicBezTo>
                      <a:pt x="1660" y="7"/>
                      <a:pt x="1661" y="14"/>
                      <a:pt x="1658" y="19"/>
                    </a:cubicBezTo>
                    <a:cubicBezTo>
                      <a:pt x="1595" y="111"/>
                      <a:pt x="1525" y="199"/>
                      <a:pt x="1450" y="281"/>
                    </a:cubicBezTo>
                    <a:cubicBezTo>
                      <a:pt x="1391" y="345"/>
                      <a:pt x="1327" y="407"/>
                      <a:pt x="1262" y="464"/>
                    </a:cubicBezTo>
                    <a:cubicBezTo>
                      <a:pt x="1169" y="545"/>
                      <a:pt x="1069" y="618"/>
                      <a:pt x="965" y="683"/>
                    </a:cubicBezTo>
                    <a:cubicBezTo>
                      <a:pt x="878" y="737"/>
                      <a:pt x="787" y="786"/>
                      <a:pt x="695" y="828"/>
                    </a:cubicBezTo>
                    <a:cubicBezTo>
                      <a:pt x="618" y="863"/>
                      <a:pt x="538" y="893"/>
                      <a:pt x="458" y="919"/>
                    </a:cubicBezTo>
                    <a:cubicBezTo>
                      <a:pt x="385" y="943"/>
                      <a:pt x="310" y="963"/>
                      <a:pt x="234" y="980"/>
                    </a:cubicBezTo>
                    <a:cubicBezTo>
                      <a:pt x="162" y="995"/>
                      <a:pt x="88" y="1008"/>
                      <a:pt x="14" y="1016"/>
                    </a:cubicBezTo>
                    <a:cubicBezTo>
                      <a:pt x="13" y="1016"/>
                      <a:pt x="13" y="1017"/>
                      <a:pt x="12" y="1017"/>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45" name="Freeform 120">
                <a:extLst>
                  <a:ext uri="{FF2B5EF4-FFF2-40B4-BE49-F238E27FC236}">
                    <a16:creationId xmlns:a16="http://schemas.microsoft.com/office/drawing/2014/main" id="{D6053243-92E5-8708-6753-EB9FAE03AC42}"/>
                  </a:ext>
                </a:extLst>
              </p:cNvPr>
              <p:cNvSpPr>
                <a:spLocks/>
              </p:cNvSpPr>
              <p:nvPr/>
            </p:nvSpPr>
            <p:spPr bwMode="auto">
              <a:xfrm>
                <a:off x="3706" y="1705"/>
                <a:ext cx="114" cy="197"/>
              </a:xfrm>
              <a:custGeom>
                <a:avLst/>
                <a:gdLst>
                  <a:gd name="T0" fmla="*/ 251 w 263"/>
                  <a:gd name="T1" fmla="*/ 454 h 454"/>
                  <a:gd name="T2" fmla="*/ 251 w 263"/>
                  <a:gd name="T3" fmla="*/ 454 h 454"/>
                  <a:gd name="T4" fmla="*/ 240 w 263"/>
                  <a:gd name="T5" fmla="*/ 447 h 454"/>
                  <a:gd name="T6" fmla="*/ 4 w 263"/>
                  <a:gd name="T7" fmla="*/ 19 h 454"/>
                  <a:gd name="T8" fmla="*/ 7 w 263"/>
                  <a:gd name="T9" fmla="*/ 3 h 454"/>
                  <a:gd name="T10" fmla="*/ 22 w 263"/>
                  <a:gd name="T11" fmla="*/ 6 h 454"/>
                  <a:gd name="T12" fmla="*/ 261 w 263"/>
                  <a:gd name="T13" fmla="*/ 438 h 454"/>
                  <a:gd name="T14" fmla="*/ 255 w 263"/>
                  <a:gd name="T15" fmla="*/ 453 h 454"/>
                  <a:gd name="T16" fmla="*/ 251 w 263"/>
                  <a:gd name="T17"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3" h="454">
                    <a:moveTo>
                      <a:pt x="251" y="454"/>
                    </a:moveTo>
                    <a:lnTo>
                      <a:pt x="251" y="454"/>
                    </a:lnTo>
                    <a:cubicBezTo>
                      <a:pt x="246" y="454"/>
                      <a:pt x="242" y="451"/>
                      <a:pt x="240" y="447"/>
                    </a:cubicBezTo>
                    <a:cubicBezTo>
                      <a:pt x="177" y="297"/>
                      <a:pt x="98" y="153"/>
                      <a:pt x="4" y="19"/>
                    </a:cubicBezTo>
                    <a:cubicBezTo>
                      <a:pt x="0" y="14"/>
                      <a:pt x="1" y="7"/>
                      <a:pt x="7" y="3"/>
                    </a:cubicBezTo>
                    <a:cubicBezTo>
                      <a:pt x="12" y="0"/>
                      <a:pt x="19" y="1"/>
                      <a:pt x="22" y="6"/>
                    </a:cubicBezTo>
                    <a:cubicBezTo>
                      <a:pt x="117" y="141"/>
                      <a:pt x="197" y="286"/>
                      <a:pt x="261" y="438"/>
                    </a:cubicBezTo>
                    <a:cubicBezTo>
                      <a:pt x="263" y="444"/>
                      <a:pt x="261" y="450"/>
                      <a:pt x="255" y="453"/>
                    </a:cubicBezTo>
                    <a:cubicBezTo>
                      <a:pt x="254" y="453"/>
                      <a:pt x="252" y="454"/>
                      <a:pt x="251" y="454"/>
                    </a:cubicBezTo>
                    <a:close/>
                  </a:path>
                </a:pathLst>
              </a:custGeom>
              <a:solidFill>
                <a:srgbClr val="F2BF27"/>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grpSp>
        <p:sp>
          <p:nvSpPr>
            <p:cNvPr id="23" name="Oval 22">
              <a:extLst>
                <a:ext uri="{FF2B5EF4-FFF2-40B4-BE49-F238E27FC236}">
                  <a16:creationId xmlns:a16="http://schemas.microsoft.com/office/drawing/2014/main" id="{4FB249C2-ABE0-203A-9EC7-77ACBF38B439}"/>
                </a:ext>
              </a:extLst>
            </p:cNvPr>
            <p:cNvSpPr/>
            <p:nvPr/>
          </p:nvSpPr>
          <p:spPr>
            <a:xfrm>
              <a:off x="3815738" y="1816346"/>
              <a:ext cx="4448483" cy="4010839"/>
            </a:xfrm>
            <a:prstGeom prst="ellipse">
              <a:avLst/>
            </a:prstGeom>
            <a:noFill/>
            <a:ln w="12700" cap="flat" cmpd="sng" algn="ctr">
              <a:solidFill>
                <a:sysClr val="window" lastClr="FFFFFF">
                  <a:lumMod val="95000"/>
                </a:sysClr>
              </a:solid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ysClr val="windowText" lastClr="000000"/>
                </a:solidFill>
                <a:effectLst/>
                <a:uLnTx/>
                <a:uFillTx/>
              </a:endParaRPr>
            </a:p>
          </p:txBody>
        </p:sp>
        <p:sp>
          <p:nvSpPr>
            <p:cNvPr id="24" name="Oval 23">
              <a:extLst>
                <a:ext uri="{FF2B5EF4-FFF2-40B4-BE49-F238E27FC236}">
                  <a16:creationId xmlns:a16="http://schemas.microsoft.com/office/drawing/2014/main" id="{E10A39F4-7160-C52D-D8DB-5DAF67C52850}"/>
                </a:ext>
              </a:extLst>
            </p:cNvPr>
            <p:cNvSpPr/>
            <p:nvPr/>
          </p:nvSpPr>
          <p:spPr>
            <a:xfrm>
              <a:off x="5591849" y="5363394"/>
              <a:ext cx="969013" cy="873681"/>
            </a:xfrm>
            <a:prstGeom prst="ellipse">
              <a:avLst/>
            </a:prstGeom>
            <a:solidFill>
              <a:srgbClr val="333333"/>
            </a:solidFill>
            <a:ln w="15875" cap="flat" cmpd="sng" algn="ctr">
              <a:solidFill>
                <a:sysClr val="window" lastClr="FFFFFF">
                  <a:lumMod val="65000"/>
                </a:sysClr>
              </a:solidFill>
              <a:prstDash val="solid"/>
            </a:ln>
            <a:effectLst/>
          </p:spPr>
          <p:txBody>
            <a:bodyPr wrap="none" lIns="0" tIns="0" rIns="0" bIns="0"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Compliance</a:t>
              </a:r>
            </a:p>
          </p:txBody>
        </p:sp>
        <p:sp>
          <p:nvSpPr>
            <p:cNvPr id="25" name="Oval 24">
              <a:extLst>
                <a:ext uri="{FF2B5EF4-FFF2-40B4-BE49-F238E27FC236}">
                  <a16:creationId xmlns:a16="http://schemas.microsoft.com/office/drawing/2014/main" id="{6E9734D3-3428-A417-D384-61F9172FB022}"/>
                </a:ext>
              </a:extLst>
            </p:cNvPr>
            <p:cNvSpPr/>
            <p:nvPr/>
          </p:nvSpPr>
          <p:spPr>
            <a:xfrm>
              <a:off x="4271449" y="4959233"/>
              <a:ext cx="969013" cy="873681"/>
            </a:xfrm>
            <a:prstGeom prst="ellipse">
              <a:avLst/>
            </a:prstGeom>
            <a:solidFill>
              <a:srgbClr val="333333"/>
            </a:solidFill>
            <a:ln w="15875" cap="flat" cmpd="sng" algn="ctr">
              <a:solidFill>
                <a:sysClr val="window" lastClr="FFFFFF">
                  <a:lumMod val="65000"/>
                </a:sysClr>
              </a:solidFill>
              <a:prstDash val="solid"/>
            </a:ln>
            <a:effectLst/>
          </p:spPr>
          <p:txBody>
            <a:bodyPr wrap="none" lIns="0" tIns="0" rIns="0" bIns="0"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Variance</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analysis</a:t>
              </a:r>
            </a:p>
          </p:txBody>
        </p:sp>
        <p:sp>
          <p:nvSpPr>
            <p:cNvPr id="26" name="Oval 25">
              <a:extLst>
                <a:ext uri="{FF2B5EF4-FFF2-40B4-BE49-F238E27FC236}">
                  <a16:creationId xmlns:a16="http://schemas.microsoft.com/office/drawing/2014/main" id="{8E46C914-5B82-F8D0-1DBD-38BC9319319F}"/>
                </a:ext>
              </a:extLst>
            </p:cNvPr>
            <p:cNvSpPr/>
            <p:nvPr/>
          </p:nvSpPr>
          <p:spPr>
            <a:xfrm>
              <a:off x="3483116" y="4011915"/>
              <a:ext cx="969013" cy="873681"/>
            </a:xfrm>
            <a:prstGeom prst="ellipse">
              <a:avLst/>
            </a:prstGeom>
            <a:solidFill>
              <a:srgbClr val="333333"/>
            </a:solidFill>
            <a:ln w="15875" cap="flat" cmpd="sng" algn="ctr">
              <a:solidFill>
                <a:sysClr val="window" lastClr="FFFFFF">
                  <a:lumMod val="65000"/>
                </a:sysClr>
              </a:solidFill>
              <a:prstDash val="solid"/>
            </a:ln>
            <a:effectLst/>
          </p:spPr>
          <p:txBody>
            <a:bodyPr wrap="none" lIns="0" tIns="0" rIns="0" bIns="0"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Consolidation</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integrity</a:t>
              </a:r>
            </a:p>
          </p:txBody>
        </p:sp>
        <p:sp>
          <p:nvSpPr>
            <p:cNvPr id="27" name="Oval 26">
              <a:extLst>
                <a:ext uri="{FF2B5EF4-FFF2-40B4-BE49-F238E27FC236}">
                  <a16:creationId xmlns:a16="http://schemas.microsoft.com/office/drawing/2014/main" id="{68D4FC8C-E8FB-254B-05B2-CEBD85113661}"/>
                </a:ext>
              </a:extLst>
            </p:cNvPr>
            <p:cNvSpPr/>
            <p:nvPr/>
          </p:nvSpPr>
          <p:spPr>
            <a:xfrm>
              <a:off x="3483116" y="2775033"/>
              <a:ext cx="969013" cy="873681"/>
            </a:xfrm>
            <a:prstGeom prst="ellipse">
              <a:avLst/>
            </a:prstGeom>
            <a:solidFill>
              <a:srgbClr val="333333"/>
            </a:solidFill>
            <a:ln w="15875" cap="flat" cmpd="sng" algn="ctr">
              <a:solidFill>
                <a:sysClr val="window" lastClr="FFFFFF">
                  <a:lumMod val="65000"/>
                </a:sysClr>
              </a:solidFill>
              <a:prstDash val="solid"/>
            </a:ln>
            <a:effectLst/>
          </p:spPr>
          <p:txBody>
            <a:bodyPr wrap="none" lIns="0" tIns="0" rIns="0" bIns="0"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Reporting</a:t>
              </a:r>
            </a:p>
          </p:txBody>
        </p:sp>
        <p:sp>
          <p:nvSpPr>
            <p:cNvPr id="28" name="Oval 27">
              <a:extLst>
                <a:ext uri="{FF2B5EF4-FFF2-40B4-BE49-F238E27FC236}">
                  <a16:creationId xmlns:a16="http://schemas.microsoft.com/office/drawing/2014/main" id="{3473ACD5-F08B-9A19-4A49-8B33DC167D2D}"/>
                </a:ext>
              </a:extLst>
            </p:cNvPr>
            <p:cNvSpPr/>
            <p:nvPr/>
          </p:nvSpPr>
          <p:spPr>
            <a:xfrm>
              <a:off x="4271449" y="1773295"/>
              <a:ext cx="969013" cy="873681"/>
            </a:xfrm>
            <a:prstGeom prst="ellipse">
              <a:avLst/>
            </a:prstGeom>
            <a:solidFill>
              <a:srgbClr val="333333"/>
            </a:solidFill>
            <a:ln w="15875" cap="flat" cmpd="sng" algn="ctr">
              <a:solidFill>
                <a:sysClr val="window" lastClr="FFFFFF">
                  <a:lumMod val="65000"/>
                </a:sysClr>
              </a:solidFill>
              <a:prstDash val="solid"/>
            </a:ln>
            <a:effectLst/>
          </p:spPr>
          <p:txBody>
            <a:bodyPr wrap="none" lIns="0" tIns="0" rIns="0" bIns="0"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900" b="1" i="0" u="none" strike="noStrike" kern="0" cap="none" spc="0" normalizeH="0" baseline="0" noProof="0">
                <a:ln>
                  <a:noFill/>
                </a:ln>
                <a:solidFill>
                  <a:srgbClr val="FFFFFF"/>
                </a:solidFill>
                <a:effectLst/>
                <a:uLnTx/>
                <a:uFillTx/>
                <a:latin typeface="Arial"/>
                <a:ea typeface="Arial" charset="0"/>
                <a:cs typeface="Arial" charset="0"/>
              </a:endParaRP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Intercompany</a:t>
              </a:r>
            </a:p>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900" b="1" i="0" u="none" strike="noStrike" kern="0" cap="none" spc="0" normalizeH="0" baseline="0" noProof="0">
                <a:ln>
                  <a:noFill/>
                </a:ln>
                <a:solidFill>
                  <a:srgbClr val="FFFFFF"/>
                </a:solidFill>
                <a:effectLst/>
                <a:uLnTx/>
                <a:uFillTx/>
                <a:latin typeface="Arial"/>
                <a:ea typeface="Arial" charset="0"/>
                <a:cs typeface="Arial" charset="0"/>
              </a:endParaRPr>
            </a:p>
          </p:txBody>
        </p:sp>
        <p:sp>
          <p:nvSpPr>
            <p:cNvPr id="29" name="Oval 28">
              <a:extLst>
                <a:ext uri="{FF2B5EF4-FFF2-40B4-BE49-F238E27FC236}">
                  <a16:creationId xmlns:a16="http://schemas.microsoft.com/office/drawing/2014/main" id="{9D568A81-483A-D466-30C4-2B95AD970FC5}"/>
                </a:ext>
              </a:extLst>
            </p:cNvPr>
            <p:cNvSpPr/>
            <p:nvPr/>
          </p:nvSpPr>
          <p:spPr>
            <a:xfrm>
              <a:off x="6958679" y="4989505"/>
              <a:ext cx="922869" cy="832077"/>
            </a:xfrm>
            <a:prstGeom prst="ellipse">
              <a:avLst/>
            </a:prstGeom>
            <a:solidFill>
              <a:srgbClr val="333333"/>
            </a:solidFill>
            <a:ln w="15875" cap="flat" cmpd="sng" algn="ctr">
              <a:solidFill>
                <a:sysClr val="window" lastClr="FFFFFF">
                  <a:lumMod val="65000"/>
                </a:sysClr>
              </a:solidFill>
              <a:prstDash val="solid"/>
            </a:ln>
            <a:effectLst/>
          </p:spPr>
          <p:txBody>
            <a:bodyPr wrap="none" lIns="0" tIns="0" rIns="0" bIns="0"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Automated</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journals</a:t>
              </a:r>
            </a:p>
          </p:txBody>
        </p:sp>
        <p:sp>
          <p:nvSpPr>
            <p:cNvPr id="30" name="Oval 29">
              <a:extLst>
                <a:ext uri="{FF2B5EF4-FFF2-40B4-BE49-F238E27FC236}">
                  <a16:creationId xmlns:a16="http://schemas.microsoft.com/office/drawing/2014/main" id="{2795D1A9-49E2-D980-B17A-7D7EBF1BE677}"/>
                </a:ext>
              </a:extLst>
            </p:cNvPr>
            <p:cNvSpPr/>
            <p:nvPr/>
          </p:nvSpPr>
          <p:spPr>
            <a:xfrm>
              <a:off x="7756488" y="4042756"/>
              <a:ext cx="969013" cy="873681"/>
            </a:xfrm>
            <a:prstGeom prst="ellipse">
              <a:avLst/>
            </a:prstGeom>
            <a:solidFill>
              <a:srgbClr val="333333"/>
            </a:solidFill>
            <a:ln w="15875" cap="flat" cmpd="sng" algn="ctr">
              <a:solidFill>
                <a:sysClr val="window" lastClr="FFFFFF">
                  <a:lumMod val="65000"/>
                </a:sysClr>
              </a:solidFill>
              <a:prstDash val="solid"/>
            </a:ln>
            <a:effectLst/>
          </p:spPr>
          <p:txBody>
            <a:bodyPr wrap="none" lIns="0" tIns="0" rIns="0" bIns="0"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Journal</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entry</a:t>
              </a:r>
            </a:p>
          </p:txBody>
        </p:sp>
        <p:sp>
          <p:nvSpPr>
            <p:cNvPr id="31" name="Oval 30">
              <a:extLst>
                <a:ext uri="{FF2B5EF4-FFF2-40B4-BE49-F238E27FC236}">
                  <a16:creationId xmlns:a16="http://schemas.microsoft.com/office/drawing/2014/main" id="{344856E4-E645-D55B-188C-BBF510F5963D}"/>
                </a:ext>
              </a:extLst>
            </p:cNvPr>
            <p:cNvSpPr/>
            <p:nvPr/>
          </p:nvSpPr>
          <p:spPr>
            <a:xfrm>
              <a:off x="7756488" y="2805875"/>
              <a:ext cx="969013" cy="873681"/>
            </a:xfrm>
            <a:prstGeom prst="ellipse">
              <a:avLst/>
            </a:prstGeom>
            <a:solidFill>
              <a:srgbClr val="333333"/>
            </a:solidFill>
            <a:ln w="15875" cap="flat" cmpd="sng" algn="ctr">
              <a:solidFill>
                <a:sysClr val="window" lastClr="FFFFFF">
                  <a:lumMod val="65000"/>
                </a:sysClr>
              </a:solidFill>
              <a:prstDash val="solid"/>
            </a:ln>
            <a:effectLst/>
          </p:spPr>
          <p:txBody>
            <a:bodyPr wrap="none" lIns="0" tIns="0" rIns="0" bIns="0"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Transaction</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matching</a:t>
              </a:r>
            </a:p>
          </p:txBody>
        </p:sp>
        <p:sp>
          <p:nvSpPr>
            <p:cNvPr id="32" name="Oval 31">
              <a:extLst>
                <a:ext uri="{FF2B5EF4-FFF2-40B4-BE49-F238E27FC236}">
                  <a16:creationId xmlns:a16="http://schemas.microsoft.com/office/drawing/2014/main" id="{2D5DC0E9-1BCF-B9FB-2B16-C4FA6A8B538F}"/>
                </a:ext>
              </a:extLst>
            </p:cNvPr>
            <p:cNvSpPr/>
            <p:nvPr/>
          </p:nvSpPr>
          <p:spPr>
            <a:xfrm>
              <a:off x="6958678" y="1773295"/>
              <a:ext cx="969013" cy="873681"/>
            </a:xfrm>
            <a:prstGeom prst="ellipse">
              <a:avLst/>
            </a:prstGeom>
            <a:solidFill>
              <a:srgbClr val="333333"/>
            </a:solidFill>
            <a:ln w="15875" cap="flat" cmpd="sng" algn="ctr">
              <a:solidFill>
                <a:sysClr val="window" lastClr="FFFFFF">
                  <a:lumMod val="65000"/>
                </a:sysClr>
              </a:solidFill>
              <a:prstDash val="solid"/>
            </a:ln>
            <a:effectLst/>
          </p:spPr>
          <p:txBody>
            <a:bodyPr wrap="none" lIns="0" tIns="0" rIns="0" bIns="0"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Task</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management</a:t>
              </a:r>
            </a:p>
          </p:txBody>
        </p:sp>
        <p:grpSp>
          <p:nvGrpSpPr>
            <p:cNvPr id="33" name="Group 32">
              <a:extLst>
                <a:ext uri="{FF2B5EF4-FFF2-40B4-BE49-F238E27FC236}">
                  <a16:creationId xmlns:a16="http://schemas.microsoft.com/office/drawing/2014/main" id="{492049DC-9E7E-F3E2-43F1-B27942571D91}"/>
                </a:ext>
              </a:extLst>
            </p:cNvPr>
            <p:cNvGrpSpPr/>
            <p:nvPr/>
          </p:nvGrpSpPr>
          <p:grpSpPr>
            <a:xfrm>
              <a:off x="5074903" y="2932695"/>
              <a:ext cx="2129750" cy="1853205"/>
              <a:chOff x="3626455" y="1636668"/>
              <a:chExt cx="1918749" cy="1851782"/>
            </a:xfrm>
          </p:grpSpPr>
          <p:sp>
            <p:nvSpPr>
              <p:cNvPr id="35" name="Oval 34">
                <a:extLst>
                  <a:ext uri="{FF2B5EF4-FFF2-40B4-BE49-F238E27FC236}">
                    <a16:creationId xmlns:a16="http://schemas.microsoft.com/office/drawing/2014/main" id="{E17A1977-EEDB-B3A2-2FAE-2B68D0292B4C}"/>
                  </a:ext>
                </a:extLst>
              </p:cNvPr>
              <p:cNvSpPr/>
              <p:nvPr/>
            </p:nvSpPr>
            <p:spPr>
              <a:xfrm>
                <a:off x="3652903" y="1650255"/>
                <a:ext cx="1838196" cy="1838195"/>
              </a:xfrm>
              <a:prstGeom prst="ellipse">
                <a:avLst/>
              </a:prstGeom>
              <a:solidFill>
                <a:srgbClr val="FFE600"/>
              </a:solidFill>
              <a:ln w="38100" cap="flat" cmpd="sng" algn="ctr">
                <a:noFill/>
                <a:prstDash val="solid"/>
              </a:ln>
              <a:effectLst/>
            </p:spPr>
            <p:txBody>
              <a:bodyPr rtlCol="0" anchor="ct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ysClr val="windowText" lastClr="000000"/>
                  </a:solidFill>
                  <a:effectLst/>
                  <a:uLnTx/>
                  <a:uFillTx/>
                </a:endParaRPr>
              </a:p>
            </p:txBody>
          </p:sp>
          <p:sp>
            <p:nvSpPr>
              <p:cNvPr id="36" name="Rectangle 35">
                <a:extLst>
                  <a:ext uri="{FF2B5EF4-FFF2-40B4-BE49-F238E27FC236}">
                    <a16:creationId xmlns:a16="http://schemas.microsoft.com/office/drawing/2014/main" id="{B9BDA277-A30C-2000-D998-25A5165A9940}"/>
                  </a:ext>
                </a:extLst>
              </p:cNvPr>
              <p:cNvSpPr/>
              <p:nvPr/>
            </p:nvSpPr>
            <p:spPr>
              <a:xfrm>
                <a:off x="3666566" y="2104118"/>
                <a:ext cx="1021878" cy="463349"/>
              </a:xfrm>
              <a:prstGeom prst="rect">
                <a:avLst/>
              </a:prstGeom>
            </p:spPr>
            <p:txBody>
              <a:bodyPr wrap="square">
                <a:sp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latin typeface="Arial"/>
                    <a:ea typeface="Arial" charset="0"/>
                    <a:cs typeface="Arial" charset="0"/>
                  </a:rPr>
                  <a:t>Automation, </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latin typeface="Arial"/>
                    <a:ea typeface="Arial" charset="0"/>
                    <a:cs typeface="Arial" charset="0"/>
                  </a:rPr>
                  <a:t>rules and</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latin typeface="Arial"/>
                    <a:ea typeface="Arial" charset="0"/>
                    <a:cs typeface="Arial" charset="0"/>
                  </a:rPr>
                  <a:t>business logic</a:t>
                </a:r>
              </a:p>
            </p:txBody>
          </p:sp>
          <p:sp>
            <p:nvSpPr>
              <p:cNvPr id="37" name="Rectangle 36">
                <a:extLst>
                  <a:ext uri="{FF2B5EF4-FFF2-40B4-BE49-F238E27FC236}">
                    <a16:creationId xmlns:a16="http://schemas.microsoft.com/office/drawing/2014/main" id="{EB01A005-59D7-6E2B-0BF3-DB5C10D9A811}"/>
                  </a:ext>
                </a:extLst>
              </p:cNvPr>
              <p:cNvSpPr/>
              <p:nvPr/>
            </p:nvSpPr>
            <p:spPr>
              <a:xfrm>
                <a:off x="4539463" y="2128303"/>
                <a:ext cx="825010" cy="463349"/>
              </a:xfrm>
              <a:prstGeom prst="rect">
                <a:avLst/>
              </a:prstGeom>
            </p:spPr>
            <p:txBody>
              <a:bodyPr wrap="square">
                <a:sp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latin typeface="Arial"/>
                    <a:ea typeface="Arial" charset="0"/>
                    <a:cs typeface="Arial" charset="0"/>
                  </a:rPr>
                  <a:t>Data warehouse and analytics</a:t>
                </a:r>
              </a:p>
            </p:txBody>
          </p:sp>
          <p:sp>
            <p:nvSpPr>
              <p:cNvPr id="38" name="Rectangle 37">
                <a:extLst>
                  <a:ext uri="{FF2B5EF4-FFF2-40B4-BE49-F238E27FC236}">
                    <a16:creationId xmlns:a16="http://schemas.microsoft.com/office/drawing/2014/main" id="{332240BD-C14D-6055-BC96-EE717891B085}"/>
                  </a:ext>
                </a:extLst>
              </p:cNvPr>
              <p:cNvSpPr/>
              <p:nvPr/>
            </p:nvSpPr>
            <p:spPr>
              <a:xfrm>
                <a:off x="3831574" y="2934343"/>
                <a:ext cx="691387" cy="343222"/>
              </a:xfrm>
              <a:prstGeom prst="rect">
                <a:avLst/>
              </a:prstGeom>
            </p:spPr>
            <p:txBody>
              <a:bodyPr wrap="square">
                <a:sp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latin typeface="Arial"/>
                    <a:ea typeface="Arial" charset="0"/>
                    <a:cs typeface="Arial" charset="0"/>
                  </a:rPr>
                  <a:t>Standard</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latin typeface="Arial"/>
                    <a:ea typeface="Arial" charset="0"/>
                    <a:cs typeface="Arial" charset="0"/>
                  </a:rPr>
                  <a:t>templates</a:t>
                </a:r>
              </a:p>
            </p:txBody>
          </p:sp>
          <p:sp>
            <p:nvSpPr>
              <p:cNvPr id="39" name="Rectangle 38">
                <a:extLst>
                  <a:ext uri="{FF2B5EF4-FFF2-40B4-BE49-F238E27FC236}">
                    <a16:creationId xmlns:a16="http://schemas.microsoft.com/office/drawing/2014/main" id="{6D29CAAA-7E85-B268-4A02-68608E780852}"/>
                  </a:ext>
                </a:extLst>
              </p:cNvPr>
              <p:cNvSpPr/>
              <p:nvPr/>
            </p:nvSpPr>
            <p:spPr>
              <a:xfrm>
                <a:off x="4329314" y="2935230"/>
                <a:ext cx="1215890" cy="343222"/>
              </a:xfrm>
              <a:prstGeom prst="rect">
                <a:avLst/>
              </a:prstGeom>
            </p:spPr>
            <p:txBody>
              <a:bodyPr wrap="square">
                <a:sp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latin typeface="Arial"/>
                    <a:ea typeface="Arial" charset="0"/>
                    <a:cs typeface="Arial" charset="0"/>
                  </a:rPr>
                  <a:t>Workflow and </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latin typeface="Arial"/>
                    <a:ea typeface="Arial" charset="0"/>
                    <a:cs typeface="Arial" charset="0"/>
                  </a:rPr>
                  <a:t>documents</a:t>
                </a:r>
              </a:p>
            </p:txBody>
          </p:sp>
          <p:cxnSp>
            <p:nvCxnSpPr>
              <p:cNvPr id="40" name="Straight Connector 39">
                <a:extLst>
                  <a:ext uri="{FF2B5EF4-FFF2-40B4-BE49-F238E27FC236}">
                    <a16:creationId xmlns:a16="http://schemas.microsoft.com/office/drawing/2014/main" id="{136DE9C0-2987-EFD1-CCE6-20E07292EED8}"/>
                  </a:ext>
                </a:extLst>
              </p:cNvPr>
              <p:cNvCxnSpPr>
                <a:cxnSpLocks/>
                <a:endCxn id="35" idx="4"/>
              </p:cNvCxnSpPr>
              <p:nvPr/>
            </p:nvCxnSpPr>
            <p:spPr>
              <a:xfrm flipH="1">
                <a:off x="4572001" y="1636668"/>
                <a:ext cx="6069" cy="1851782"/>
              </a:xfrm>
              <a:prstGeom prst="line">
                <a:avLst/>
              </a:prstGeom>
              <a:noFill/>
              <a:ln w="12700" cap="flat" cmpd="sng" algn="ctr">
                <a:solidFill>
                  <a:srgbClr val="333333"/>
                </a:solidFill>
                <a:prstDash val="solid"/>
              </a:ln>
              <a:effectLst/>
            </p:spPr>
          </p:cxnSp>
          <p:cxnSp>
            <p:nvCxnSpPr>
              <p:cNvPr id="41" name="Straight Connector 40">
                <a:extLst>
                  <a:ext uri="{FF2B5EF4-FFF2-40B4-BE49-F238E27FC236}">
                    <a16:creationId xmlns:a16="http://schemas.microsoft.com/office/drawing/2014/main" id="{EC76AF64-CA69-586A-BC40-E616D59D99E4}"/>
                  </a:ext>
                </a:extLst>
              </p:cNvPr>
              <p:cNvCxnSpPr>
                <a:cxnSpLocks/>
              </p:cNvCxnSpPr>
              <p:nvPr/>
            </p:nvCxnSpPr>
            <p:spPr>
              <a:xfrm flipH="1">
                <a:off x="3626455" y="2583521"/>
                <a:ext cx="1864644" cy="0"/>
              </a:xfrm>
              <a:prstGeom prst="line">
                <a:avLst/>
              </a:prstGeom>
              <a:noFill/>
              <a:ln w="12700" cap="flat" cmpd="sng" algn="ctr">
                <a:solidFill>
                  <a:srgbClr val="333333"/>
                </a:solidFill>
                <a:prstDash val="solid"/>
              </a:ln>
              <a:effectLst/>
            </p:spPr>
          </p:cxnSp>
        </p:grpSp>
        <p:sp>
          <p:nvSpPr>
            <p:cNvPr id="34" name="Oval 33">
              <a:extLst>
                <a:ext uri="{FF2B5EF4-FFF2-40B4-BE49-F238E27FC236}">
                  <a16:creationId xmlns:a16="http://schemas.microsoft.com/office/drawing/2014/main" id="{C2D99145-87C6-84BD-659B-BA767486B4E2}"/>
                </a:ext>
              </a:extLst>
            </p:cNvPr>
            <p:cNvSpPr/>
            <p:nvPr/>
          </p:nvSpPr>
          <p:spPr>
            <a:xfrm>
              <a:off x="5591849" y="1439352"/>
              <a:ext cx="969013" cy="873681"/>
            </a:xfrm>
            <a:prstGeom prst="ellipse">
              <a:avLst/>
            </a:prstGeom>
            <a:solidFill>
              <a:srgbClr val="333333"/>
            </a:solidFill>
            <a:ln w="15875" cap="flat" cmpd="sng" algn="ctr">
              <a:solidFill>
                <a:sysClr val="window" lastClr="FFFFFF">
                  <a:lumMod val="65000"/>
                </a:sysClr>
              </a:solidFill>
              <a:prstDash val="solid"/>
            </a:ln>
            <a:effectLst/>
          </p:spPr>
          <p:txBody>
            <a:bodyPr wrap="none" lIns="0" tIns="0" rIns="0" bIns="0" rtlCol="0" anchor="ctr">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Account</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latin typeface="Arial"/>
                  <a:ea typeface="Arial" charset="0"/>
                  <a:cs typeface="Arial" charset="0"/>
                </a:rPr>
                <a:t>reconciliations</a:t>
              </a:r>
            </a:p>
          </p:txBody>
        </p:sp>
      </p:grpSp>
      <p:grpSp>
        <p:nvGrpSpPr>
          <p:cNvPr id="146" name="Gruppieren 47">
            <a:extLst>
              <a:ext uri="{FF2B5EF4-FFF2-40B4-BE49-F238E27FC236}">
                <a16:creationId xmlns:a16="http://schemas.microsoft.com/office/drawing/2014/main" id="{511FB878-41B7-AF50-7801-C4D3B1524503}"/>
              </a:ext>
            </a:extLst>
          </p:cNvPr>
          <p:cNvGrpSpPr/>
          <p:nvPr/>
        </p:nvGrpSpPr>
        <p:grpSpPr>
          <a:xfrm>
            <a:off x="5652609" y="3464827"/>
            <a:ext cx="141546" cy="197688"/>
            <a:chOff x="1665288" y="5127625"/>
            <a:chExt cx="242887" cy="376238"/>
          </a:xfrm>
          <a:solidFill>
            <a:srgbClr val="333333"/>
          </a:solidFill>
        </p:grpSpPr>
        <p:sp>
          <p:nvSpPr>
            <p:cNvPr id="147" name="Freeform 241">
              <a:extLst>
                <a:ext uri="{FF2B5EF4-FFF2-40B4-BE49-F238E27FC236}">
                  <a16:creationId xmlns:a16="http://schemas.microsoft.com/office/drawing/2014/main" id="{7506B465-39EC-AF60-F356-4CEC54C26D38}"/>
                </a:ext>
              </a:extLst>
            </p:cNvPr>
            <p:cNvSpPr>
              <a:spLocks noChangeArrowheads="1"/>
            </p:cNvSpPr>
            <p:nvPr/>
          </p:nvSpPr>
          <p:spPr bwMode="auto">
            <a:xfrm>
              <a:off x="1665288" y="5127625"/>
              <a:ext cx="242887" cy="293688"/>
            </a:xfrm>
            <a:custGeom>
              <a:avLst/>
              <a:gdLst>
                <a:gd name="T0" fmla="*/ 2147483647 w 674"/>
                <a:gd name="T1" fmla="*/ 2147483647 h 817"/>
                <a:gd name="T2" fmla="*/ 0 w 674"/>
                <a:gd name="T3" fmla="*/ 2147483647 h 817"/>
                <a:gd name="T4" fmla="*/ 2147483647 w 674"/>
                <a:gd name="T5" fmla="*/ 2147483647 h 817"/>
                <a:gd name="T6" fmla="*/ 2147483647 w 674"/>
                <a:gd name="T7" fmla="*/ 2147483647 h 817"/>
                <a:gd name="T8" fmla="*/ 2147483647 w 674"/>
                <a:gd name="T9" fmla="*/ 2147483647 h 817"/>
                <a:gd name="T10" fmla="*/ 2147483647 w 674"/>
                <a:gd name="T11" fmla="*/ 2147483647 h 817"/>
                <a:gd name="T12" fmla="*/ 2147483647 w 674"/>
                <a:gd name="T13" fmla="*/ 2147483647 h 817"/>
                <a:gd name="T14" fmla="*/ 2147483647 w 674"/>
                <a:gd name="T15" fmla="*/ 2147483647 h 817"/>
                <a:gd name="T16" fmla="*/ 2147483647 w 674"/>
                <a:gd name="T17" fmla="*/ 2147483647 h 817"/>
                <a:gd name="T18" fmla="*/ 2147483647 w 674"/>
                <a:gd name="T19" fmla="*/ 2147483647 h 817"/>
                <a:gd name="T20" fmla="*/ 2147483647 w 674"/>
                <a:gd name="T21" fmla="*/ 2147483647 h 817"/>
                <a:gd name="T22" fmla="*/ 2147483647 w 674"/>
                <a:gd name="T23" fmla="*/ 2147483647 h 817"/>
                <a:gd name="T24" fmla="*/ 2147483647 w 674"/>
                <a:gd name="T25" fmla="*/ 2147483647 h 817"/>
                <a:gd name="T26" fmla="*/ 2147483647 w 674"/>
                <a:gd name="T27" fmla="*/ 2147483647 h 817"/>
                <a:gd name="T28" fmla="*/ 2147483647 w 674"/>
                <a:gd name="T29" fmla="*/ 2147483647 h 817"/>
                <a:gd name="T30" fmla="*/ 2147483647 w 674"/>
                <a:gd name="T31" fmla="*/ 2147483647 h 817"/>
                <a:gd name="T32" fmla="*/ 2147483647 w 674"/>
                <a:gd name="T33" fmla="*/ 2147483647 h 817"/>
                <a:gd name="T34" fmla="*/ 2147483647 w 674"/>
                <a:gd name="T35" fmla="*/ 2147483647 h 817"/>
                <a:gd name="T36" fmla="*/ 2147483647 w 674"/>
                <a:gd name="T37" fmla="*/ 2147483647 h 817"/>
                <a:gd name="T38" fmla="*/ 2147483647 w 674"/>
                <a:gd name="T39" fmla="*/ 2147483647 h 817"/>
                <a:gd name="T40" fmla="*/ 2147483647 w 674"/>
                <a:gd name="T41" fmla="*/ 2147483647 h 817"/>
                <a:gd name="T42" fmla="*/ 2147483647 w 674"/>
                <a:gd name="T43" fmla="*/ 2147483647 h 817"/>
                <a:gd name="T44" fmla="*/ 2147483647 w 674"/>
                <a:gd name="T45" fmla="*/ 2147483647 h 817"/>
                <a:gd name="T46" fmla="*/ 2147483647 w 674"/>
                <a:gd name="T47" fmla="*/ 2147483647 h 817"/>
                <a:gd name="T48" fmla="*/ 2147483647 w 674"/>
                <a:gd name="T49" fmla="*/ 2147483647 h 817"/>
                <a:gd name="T50" fmla="*/ 2147483647 w 674"/>
                <a:gd name="T51" fmla="*/ 2147483647 h 817"/>
                <a:gd name="T52" fmla="*/ 2147483647 w 674"/>
                <a:gd name="T53" fmla="*/ 2147483647 h 817"/>
                <a:gd name="T54" fmla="*/ 2147483647 w 674"/>
                <a:gd name="T55" fmla="*/ 2147483647 h 817"/>
                <a:gd name="T56" fmla="*/ 2147483647 w 674"/>
                <a:gd name="T57" fmla="*/ 2147483647 h 817"/>
                <a:gd name="T58" fmla="*/ 2147483647 w 674"/>
                <a:gd name="T59" fmla="*/ 2147483647 h 817"/>
                <a:gd name="T60" fmla="*/ 2147483647 w 674"/>
                <a:gd name="T61" fmla="*/ 2147483647 h 817"/>
                <a:gd name="T62" fmla="*/ 2147483647 w 674"/>
                <a:gd name="T63" fmla="*/ 2147483647 h 817"/>
                <a:gd name="T64" fmla="*/ 2147483647 w 674"/>
                <a:gd name="T65" fmla="*/ 2147483647 h 817"/>
                <a:gd name="T66" fmla="*/ 2147483647 w 674"/>
                <a:gd name="T67" fmla="*/ 2147483647 h 817"/>
                <a:gd name="T68" fmla="*/ 2147483647 w 674"/>
                <a:gd name="T69" fmla="*/ 2147483647 h 817"/>
                <a:gd name="T70" fmla="*/ 2147483647 w 674"/>
                <a:gd name="T71" fmla="*/ 2147483647 h 817"/>
                <a:gd name="T72" fmla="*/ 2147483647 w 674"/>
                <a:gd name="T73" fmla="*/ 2147483647 h 817"/>
                <a:gd name="T74" fmla="*/ 2147483647 w 674"/>
                <a:gd name="T75" fmla="*/ 2147483647 h 817"/>
                <a:gd name="T76" fmla="*/ 2147483647 w 674"/>
                <a:gd name="T77" fmla="*/ 2147483647 h 817"/>
                <a:gd name="T78" fmla="*/ 2147483647 w 674"/>
                <a:gd name="T79" fmla="*/ 2147483647 h 817"/>
                <a:gd name="T80" fmla="*/ 2147483647 w 674"/>
                <a:gd name="T81" fmla="*/ 2147483647 h 817"/>
                <a:gd name="T82" fmla="*/ 2147483647 w 674"/>
                <a:gd name="T83" fmla="*/ 2147483647 h 817"/>
                <a:gd name="T84" fmla="*/ 2147483647 w 674"/>
                <a:gd name="T85" fmla="*/ 2147483647 h 817"/>
                <a:gd name="T86" fmla="*/ 2147483647 w 674"/>
                <a:gd name="T87" fmla="*/ 2147483647 h 817"/>
                <a:gd name="T88" fmla="*/ 2147483647 w 674"/>
                <a:gd name="T89" fmla="*/ 2147483647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674" h="817">
                  <a:moveTo>
                    <a:pt x="673" y="334"/>
                  </a:moveTo>
                  <a:lnTo>
                    <a:pt x="673" y="334"/>
                  </a:lnTo>
                  <a:cubicBezTo>
                    <a:pt x="673" y="150"/>
                    <a:pt x="523" y="0"/>
                    <a:pt x="340" y="0"/>
                  </a:cubicBezTo>
                  <a:cubicBezTo>
                    <a:pt x="150" y="0"/>
                    <a:pt x="0" y="150"/>
                    <a:pt x="0" y="334"/>
                  </a:cubicBezTo>
                  <a:cubicBezTo>
                    <a:pt x="0" y="346"/>
                    <a:pt x="0" y="359"/>
                    <a:pt x="0" y="366"/>
                  </a:cubicBezTo>
                  <a:cubicBezTo>
                    <a:pt x="0" y="372"/>
                    <a:pt x="6" y="503"/>
                    <a:pt x="138" y="667"/>
                  </a:cubicBezTo>
                  <a:cubicBezTo>
                    <a:pt x="170" y="719"/>
                    <a:pt x="157" y="816"/>
                    <a:pt x="157" y="816"/>
                  </a:cubicBezTo>
                  <a:cubicBezTo>
                    <a:pt x="209" y="816"/>
                    <a:pt x="261" y="816"/>
                    <a:pt x="313" y="816"/>
                  </a:cubicBezTo>
                  <a:cubicBezTo>
                    <a:pt x="327" y="816"/>
                    <a:pt x="346" y="816"/>
                    <a:pt x="360" y="816"/>
                  </a:cubicBezTo>
                  <a:cubicBezTo>
                    <a:pt x="412" y="816"/>
                    <a:pt x="464" y="816"/>
                    <a:pt x="517" y="816"/>
                  </a:cubicBezTo>
                  <a:cubicBezTo>
                    <a:pt x="517" y="816"/>
                    <a:pt x="503" y="719"/>
                    <a:pt x="543" y="667"/>
                  </a:cubicBezTo>
                  <a:cubicBezTo>
                    <a:pt x="666" y="503"/>
                    <a:pt x="673" y="372"/>
                    <a:pt x="673" y="366"/>
                  </a:cubicBezTo>
                  <a:cubicBezTo>
                    <a:pt x="673" y="359"/>
                    <a:pt x="673" y="346"/>
                    <a:pt x="673" y="334"/>
                  </a:cubicBezTo>
                  <a:close/>
                  <a:moveTo>
                    <a:pt x="301" y="758"/>
                  </a:moveTo>
                  <a:lnTo>
                    <a:pt x="301" y="758"/>
                  </a:lnTo>
                  <a:cubicBezTo>
                    <a:pt x="301" y="594"/>
                    <a:pt x="301" y="594"/>
                    <a:pt x="301" y="594"/>
                  </a:cubicBezTo>
                  <a:lnTo>
                    <a:pt x="295" y="588"/>
                  </a:lnTo>
                  <a:cubicBezTo>
                    <a:pt x="228" y="457"/>
                    <a:pt x="228" y="457"/>
                    <a:pt x="228" y="457"/>
                  </a:cubicBezTo>
                  <a:cubicBezTo>
                    <a:pt x="235" y="457"/>
                    <a:pt x="242" y="457"/>
                    <a:pt x="242" y="457"/>
                  </a:cubicBezTo>
                  <a:cubicBezTo>
                    <a:pt x="255" y="451"/>
                    <a:pt x="261" y="445"/>
                    <a:pt x="274" y="438"/>
                  </a:cubicBezTo>
                  <a:cubicBezTo>
                    <a:pt x="281" y="451"/>
                    <a:pt x="295" y="457"/>
                    <a:pt x="313" y="465"/>
                  </a:cubicBezTo>
                  <a:cubicBezTo>
                    <a:pt x="327" y="465"/>
                    <a:pt x="346" y="457"/>
                    <a:pt x="366" y="438"/>
                  </a:cubicBezTo>
                  <a:lnTo>
                    <a:pt x="372" y="445"/>
                  </a:lnTo>
                  <a:cubicBezTo>
                    <a:pt x="379" y="457"/>
                    <a:pt x="392" y="465"/>
                    <a:pt x="406" y="465"/>
                  </a:cubicBezTo>
                  <a:lnTo>
                    <a:pt x="412" y="465"/>
                  </a:lnTo>
                  <a:cubicBezTo>
                    <a:pt x="418" y="465"/>
                    <a:pt x="418" y="465"/>
                    <a:pt x="424" y="465"/>
                  </a:cubicBezTo>
                  <a:cubicBezTo>
                    <a:pt x="360" y="588"/>
                    <a:pt x="360" y="588"/>
                    <a:pt x="360" y="588"/>
                  </a:cubicBezTo>
                  <a:lnTo>
                    <a:pt x="360" y="594"/>
                  </a:lnTo>
                  <a:cubicBezTo>
                    <a:pt x="360" y="758"/>
                    <a:pt x="360" y="758"/>
                    <a:pt x="360" y="758"/>
                  </a:cubicBezTo>
                  <a:lnTo>
                    <a:pt x="301" y="758"/>
                  </a:lnTo>
                  <a:close/>
                  <a:moveTo>
                    <a:pt x="281" y="359"/>
                  </a:moveTo>
                  <a:lnTo>
                    <a:pt x="281" y="359"/>
                  </a:lnTo>
                  <a:cubicBezTo>
                    <a:pt x="287" y="366"/>
                    <a:pt x="287" y="366"/>
                    <a:pt x="287" y="372"/>
                  </a:cubicBezTo>
                  <a:cubicBezTo>
                    <a:pt x="287" y="378"/>
                    <a:pt x="287" y="392"/>
                    <a:pt x="281" y="406"/>
                  </a:cubicBezTo>
                  <a:cubicBezTo>
                    <a:pt x="274" y="386"/>
                    <a:pt x="274" y="366"/>
                    <a:pt x="281" y="359"/>
                  </a:cubicBezTo>
                  <a:close/>
                  <a:moveTo>
                    <a:pt x="372" y="359"/>
                  </a:moveTo>
                  <a:lnTo>
                    <a:pt x="372" y="359"/>
                  </a:lnTo>
                  <a:cubicBezTo>
                    <a:pt x="379" y="353"/>
                    <a:pt x="379" y="353"/>
                    <a:pt x="379" y="353"/>
                  </a:cubicBezTo>
                  <a:cubicBezTo>
                    <a:pt x="385" y="353"/>
                    <a:pt x="385" y="353"/>
                    <a:pt x="385" y="353"/>
                  </a:cubicBezTo>
                  <a:cubicBezTo>
                    <a:pt x="385" y="359"/>
                    <a:pt x="385" y="372"/>
                    <a:pt x="372" y="392"/>
                  </a:cubicBezTo>
                  <a:cubicBezTo>
                    <a:pt x="372" y="379"/>
                    <a:pt x="372" y="366"/>
                    <a:pt x="372" y="359"/>
                  </a:cubicBezTo>
                  <a:close/>
                  <a:moveTo>
                    <a:pt x="614" y="353"/>
                  </a:moveTo>
                  <a:lnTo>
                    <a:pt x="614" y="353"/>
                  </a:lnTo>
                  <a:cubicBezTo>
                    <a:pt x="614" y="392"/>
                    <a:pt x="614" y="392"/>
                    <a:pt x="614" y="392"/>
                  </a:cubicBezTo>
                  <a:cubicBezTo>
                    <a:pt x="608" y="424"/>
                    <a:pt x="582" y="517"/>
                    <a:pt x="497" y="634"/>
                  </a:cubicBezTo>
                  <a:cubicBezTo>
                    <a:pt x="464" y="667"/>
                    <a:pt x="457" y="719"/>
                    <a:pt x="457" y="758"/>
                  </a:cubicBezTo>
                  <a:cubicBezTo>
                    <a:pt x="398" y="758"/>
                    <a:pt x="398" y="758"/>
                    <a:pt x="398" y="758"/>
                  </a:cubicBezTo>
                  <a:cubicBezTo>
                    <a:pt x="398" y="602"/>
                    <a:pt x="398" y="602"/>
                    <a:pt x="398" y="602"/>
                  </a:cubicBezTo>
                  <a:cubicBezTo>
                    <a:pt x="477" y="451"/>
                    <a:pt x="477" y="451"/>
                    <a:pt x="477" y="451"/>
                  </a:cubicBezTo>
                  <a:cubicBezTo>
                    <a:pt x="477" y="445"/>
                    <a:pt x="477" y="432"/>
                    <a:pt x="464" y="424"/>
                  </a:cubicBezTo>
                  <a:cubicBezTo>
                    <a:pt x="457" y="418"/>
                    <a:pt x="444" y="424"/>
                    <a:pt x="438" y="432"/>
                  </a:cubicBezTo>
                  <a:cubicBezTo>
                    <a:pt x="431" y="438"/>
                    <a:pt x="418" y="445"/>
                    <a:pt x="406" y="445"/>
                  </a:cubicBezTo>
                  <a:cubicBezTo>
                    <a:pt x="398" y="445"/>
                    <a:pt x="392" y="438"/>
                    <a:pt x="385" y="432"/>
                  </a:cubicBezTo>
                  <a:cubicBezTo>
                    <a:pt x="385" y="432"/>
                    <a:pt x="385" y="424"/>
                    <a:pt x="379" y="418"/>
                  </a:cubicBezTo>
                  <a:cubicBezTo>
                    <a:pt x="398" y="399"/>
                    <a:pt x="412" y="359"/>
                    <a:pt x="406" y="346"/>
                  </a:cubicBezTo>
                  <a:cubicBezTo>
                    <a:pt x="398" y="334"/>
                    <a:pt x="392" y="334"/>
                    <a:pt x="379" y="334"/>
                  </a:cubicBezTo>
                  <a:cubicBezTo>
                    <a:pt x="372" y="334"/>
                    <a:pt x="360" y="340"/>
                    <a:pt x="353" y="346"/>
                  </a:cubicBezTo>
                  <a:cubicBezTo>
                    <a:pt x="346" y="366"/>
                    <a:pt x="346" y="392"/>
                    <a:pt x="360" y="418"/>
                  </a:cubicBezTo>
                  <a:cubicBezTo>
                    <a:pt x="346" y="432"/>
                    <a:pt x="327" y="445"/>
                    <a:pt x="313" y="438"/>
                  </a:cubicBezTo>
                  <a:cubicBezTo>
                    <a:pt x="307" y="438"/>
                    <a:pt x="295" y="432"/>
                    <a:pt x="287" y="424"/>
                  </a:cubicBezTo>
                  <a:cubicBezTo>
                    <a:pt x="301" y="406"/>
                    <a:pt x="313" y="386"/>
                    <a:pt x="307" y="372"/>
                  </a:cubicBezTo>
                  <a:cubicBezTo>
                    <a:pt x="307" y="359"/>
                    <a:pt x="301" y="346"/>
                    <a:pt x="287" y="340"/>
                  </a:cubicBezTo>
                  <a:cubicBezTo>
                    <a:pt x="281" y="340"/>
                    <a:pt x="268" y="340"/>
                    <a:pt x="261" y="346"/>
                  </a:cubicBezTo>
                  <a:cubicBezTo>
                    <a:pt x="249" y="359"/>
                    <a:pt x="249" y="386"/>
                    <a:pt x="261" y="412"/>
                  </a:cubicBezTo>
                  <a:lnTo>
                    <a:pt x="261" y="418"/>
                  </a:lnTo>
                  <a:cubicBezTo>
                    <a:pt x="255" y="424"/>
                    <a:pt x="249" y="432"/>
                    <a:pt x="235" y="438"/>
                  </a:cubicBezTo>
                  <a:cubicBezTo>
                    <a:pt x="228" y="438"/>
                    <a:pt x="222" y="438"/>
                    <a:pt x="222" y="438"/>
                  </a:cubicBezTo>
                  <a:cubicBezTo>
                    <a:pt x="216" y="432"/>
                    <a:pt x="216" y="432"/>
                    <a:pt x="216" y="432"/>
                  </a:cubicBezTo>
                  <a:cubicBezTo>
                    <a:pt x="216" y="424"/>
                    <a:pt x="202" y="418"/>
                    <a:pt x="196" y="424"/>
                  </a:cubicBezTo>
                  <a:cubicBezTo>
                    <a:pt x="190" y="424"/>
                    <a:pt x="190" y="424"/>
                    <a:pt x="190" y="424"/>
                  </a:cubicBezTo>
                  <a:cubicBezTo>
                    <a:pt x="176" y="432"/>
                    <a:pt x="176" y="445"/>
                    <a:pt x="184" y="451"/>
                  </a:cubicBezTo>
                  <a:cubicBezTo>
                    <a:pt x="255" y="602"/>
                    <a:pt x="255" y="602"/>
                    <a:pt x="255" y="602"/>
                  </a:cubicBezTo>
                  <a:cubicBezTo>
                    <a:pt x="255" y="758"/>
                    <a:pt x="255" y="758"/>
                    <a:pt x="255" y="758"/>
                  </a:cubicBezTo>
                  <a:cubicBezTo>
                    <a:pt x="216" y="758"/>
                    <a:pt x="216" y="758"/>
                    <a:pt x="216" y="758"/>
                  </a:cubicBezTo>
                  <a:cubicBezTo>
                    <a:pt x="216" y="719"/>
                    <a:pt x="209" y="667"/>
                    <a:pt x="184" y="634"/>
                  </a:cubicBezTo>
                  <a:cubicBezTo>
                    <a:pt x="91" y="517"/>
                    <a:pt x="72" y="424"/>
                    <a:pt x="65" y="392"/>
                  </a:cubicBezTo>
                  <a:cubicBezTo>
                    <a:pt x="59" y="353"/>
                    <a:pt x="59" y="353"/>
                    <a:pt x="59" y="353"/>
                  </a:cubicBezTo>
                  <a:cubicBezTo>
                    <a:pt x="59" y="346"/>
                    <a:pt x="59" y="340"/>
                    <a:pt x="59" y="334"/>
                  </a:cubicBezTo>
                  <a:cubicBezTo>
                    <a:pt x="59" y="184"/>
                    <a:pt x="184" y="59"/>
                    <a:pt x="340" y="59"/>
                  </a:cubicBezTo>
                  <a:cubicBezTo>
                    <a:pt x="490" y="59"/>
                    <a:pt x="614" y="184"/>
                    <a:pt x="614" y="334"/>
                  </a:cubicBezTo>
                  <a:cubicBezTo>
                    <a:pt x="614" y="340"/>
                    <a:pt x="614" y="346"/>
                    <a:pt x="614"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ctr" defTabSz="913943" eaLnBrk="1" fontAlgn="base" latinLnBrk="0" hangingPunct="1">
                <a:lnSpc>
                  <a:spcPct val="100000"/>
                </a:lnSpc>
                <a:spcBef>
                  <a:spcPct val="0"/>
                </a:spcBef>
                <a:spcAft>
                  <a:spcPct val="0"/>
                </a:spcAft>
                <a:buClrTx/>
                <a:buSzTx/>
                <a:buFontTx/>
                <a:buNone/>
                <a:tabLst/>
                <a:defRPr/>
              </a:pPr>
              <a:endParaRPr kumimoji="0" lang="en-US" sz="1599" b="0" i="0" u="none" strike="noStrike" kern="0" cap="none" spc="0" normalizeH="0" baseline="0" noProof="0">
                <a:ln>
                  <a:noFill/>
                </a:ln>
                <a:solidFill>
                  <a:srgbClr val="646464"/>
                </a:solidFill>
                <a:effectLst/>
                <a:uLnTx/>
                <a:uFillTx/>
              </a:endParaRPr>
            </a:p>
          </p:txBody>
        </p:sp>
        <p:sp>
          <p:nvSpPr>
            <p:cNvPr id="148" name="Freeform 242">
              <a:extLst>
                <a:ext uri="{FF2B5EF4-FFF2-40B4-BE49-F238E27FC236}">
                  <a16:creationId xmlns:a16="http://schemas.microsoft.com/office/drawing/2014/main" id="{60420996-13A2-663F-4200-C147BCE00569}"/>
                </a:ext>
              </a:extLst>
            </p:cNvPr>
            <p:cNvSpPr>
              <a:spLocks noChangeArrowheads="1"/>
            </p:cNvSpPr>
            <p:nvPr/>
          </p:nvSpPr>
          <p:spPr bwMode="auto">
            <a:xfrm>
              <a:off x="1720850" y="5430838"/>
              <a:ext cx="130175" cy="73025"/>
            </a:xfrm>
            <a:custGeom>
              <a:avLst/>
              <a:gdLst>
                <a:gd name="T0" fmla="*/ 0 w 361"/>
                <a:gd name="T1" fmla="*/ 2147483647 h 203"/>
                <a:gd name="T2" fmla="*/ 0 w 361"/>
                <a:gd name="T3" fmla="*/ 2147483647 h 203"/>
                <a:gd name="T4" fmla="*/ 2147483647 w 361"/>
                <a:gd name="T5" fmla="*/ 2147483647 h 203"/>
                <a:gd name="T6" fmla="*/ 2147483647 w 361"/>
                <a:gd name="T7" fmla="*/ 2147483647 h 203"/>
                <a:gd name="T8" fmla="*/ 0 w 361"/>
                <a:gd name="T9" fmla="*/ 2147483647 h 203"/>
                <a:gd name="T10" fmla="*/ 0 w 361"/>
                <a:gd name="T11" fmla="*/ 2147483647 h 203"/>
                <a:gd name="T12" fmla="*/ 2147483647 w 361"/>
                <a:gd name="T13" fmla="*/ 2147483647 h 203"/>
                <a:gd name="T14" fmla="*/ 2147483647 w 361"/>
                <a:gd name="T15" fmla="*/ 2147483647 h 203"/>
                <a:gd name="T16" fmla="*/ 2147483647 w 361"/>
                <a:gd name="T17" fmla="*/ 2147483647 h 203"/>
                <a:gd name="T18" fmla="*/ 2147483647 w 361"/>
                <a:gd name="T19" fmla="*/ 2147483647 h 203"/>
                <a:gd name="T20" fmla="*/ 2147483647 w 361"/>
                <a:gd name="T21" fmla="*/ 2147483647 h 203"/>
                <a:gd name="T22" fmla="*/ 2147483647 w 361"/>
                <a:gd name="T23" fmla="*/ 2147483647 h 203"/>
                <a:gd name="T24" fmla="*/ 2147483647 w 361"/>
                <a:gd name="T25" fmla="*/ 2147483647 h 203"/>
                <a:gd name="T26" fmla="*/ 2147483647 w 361"/>
                <a:gd name="T27" fmla="*/ 2147483647 h 203"/>
                <a:gd name="T28" fmla="*/ 2147483647 w 361"/>
                <a:gd name="T29" fmla="*/ 2147483647 h 203"/>
                <a:gd name="T30" fmla="*/ 2147483647 w 361"/>
                <a:gd name="T31" fmla="*/ 2147483647 h 203"/>
                <a:gd name="T32" fmla="*/ 2147483647 w 361"/>
                <a:gd name="T33" fmla="*/ 2147483647 h 203"/>
                <a:gd name="T34" fmla="*/ 2147483647 w 361"/>
                <a:gd name="T35" fmla="*/ 2147483647 h 203"/>
                <a:gd name="T36" fmla="*/ 2147483647 w 361"/>
                <a:gd name="T37" fmla="*/ 2147483647 h 203"/>
                <a:gd name="T38" fmla="*/ 2147483647 w 361"/>
                <a:gd name="T39" fmla="*/ 2147483647 h 203"/>
                <a:gd name="T40" fmla="*/ 2147483647 w 361"/>
                <a:gd name="T41" fmla="*/ 2147483647 h 203"/>
                <a:gd name="T42" fmla="*/ 2147483647 w 361"/>
                <a:gd name="T43" fmla="*/ 0 h 203"/>
                <a:gd name="T44" fmla="*/ 0 w 361"/>
                <a:gd name="T45" fmla="*/ 0 h 203"/>
                <a:gd name="T46" fmla="*/ 0 w 361"/>
                <a:gd name="T47" fmla="*/ 2147483647 h 20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61" h="203">
                  <a:moveTo>
                    <a:pt x="0" y="32"/>
                  </a:moveTo>
                  <a:lnTo>
                    <a:pt x="0" y="32"/>
                  </a:lnTo>
                  <a:cubicBezTo>
                    <a:pt x="20" y="32"/>
                    <a:pt x="20" y="32"/>
                    <a:pt x="20" y="32"/>
                  </a:cubicBezTo>
                  <a:cubicBezTo>
                    <a:pt x="20" y="59"/>
                    <a:pt x="20" y="59"/>
                    <a:pt x="20" y="59"/>
                  </a:cubicBezTo>
                  <a:cubicBezTo>
                    <a:pt x="0" y="59"/>
                    <a:pt x="0" y="59"/>
                    <a:pt x="0" y="59"/>
                  </a:cubicBezTo>
                  <a:cubicBezTo>
                    <a:pt x="0" y="84"/>
                    <a:pt x="0" y="84"/>
                    <a:pt x="0" y="84"/>
                  </a:cubicBezTo>
                  <a:cubicBezTo>
                    <a:pt x="20" y="84"/>
                    <a:pt x="20" y="84"/>
                    <a:pt x="20" y="84"/>
                  </a:cubicBezTo>
                  <a:cubicBezTo>
                    <a:pt x="20" y="111"/>
                    <a:pt x="20" y="111"/>
                    <a:pt x="20" y="111"/>
                  </a:cubicBezTo>
                  <a:cubicBezTo>
                    <a:pt x="6" y="111"/>
                    <a:pt x="6" y="111"/>
                    <a:pt x="6" y="111"/>
                  </a:cubicBezTo>
                  <a:cubicBezTo>
                    <a:pt x="6" y="143"/>
                    <a:pt x="39" y="170"/>
                    <a:pt x="79" y="170"/>
                  </a:cubicBezTo>
                  <a:cubicBezTo>
                    <a:pt x="85" y="189"/>
                    <a:pt x="105" y="202"/>
                    <a:pt x="124" y="202"/>
                  </a:cubicBezTo>
                  <a:cubicBezTo>
                    <a:pt x="235" y="202"/>
                    <a:pt x="235" y="202"/>
                    <a:pt x="235" y="202"/>
                  </a:cubicBezTo>
                  <a:cubicBezTo>
                    <a:pt x="255" y="202"/>
                    <a:pt x="274" y="189"/>
                    <a:pt x="281" y="170"/>
                  </a:cubicBezTo>
                  <a:cubicBezTo>
                    <a:pt x="321" y="170"/>
                    <a:pt x="353" y="143"/>
                    <a:pt x="360" y="111"/>
                  </a:cubicBezTo>
                  <a:cubicBezTo>
                    <a:pt x="346" y="111"/>
                    <a:pt x="346" y="111"/>
                    <a:pt x="346" y="111"/>
                  </a:cubicBezTo>
                  <a:cubicBezTo>
                    <a:pt x="346" y="84"/>
                    <a:pt x="346" y="84"/>
                    <a:pt x="346" y="84"/>
                  </a:cubicBezTo>
                  <a:cubicBezTo>
                    <a:pt x="360" y="84"/>
                    <a:pt x="360" y="84"/>
                    <a:pt x="360" y="84"/>
                  </a:cubicBezTo>
                  <a:cubicBezTo>
                    <a:pt x="360" y="59"/>
                    <a:pt x="360" y="59"/>
                    <a:pt x="360" y="59"/>
                  </a:cubicBezTo>
                  <a:cubicBezTo>
                    <a:pt x="346" y="59"/>
                    <a:pt x="346" y="59"/>
                    <a:pt x="346" y="59"/>
                  </a:cubicBezTo>
                  <a:cubicBezTo>
                    <a:pt x="346" y="32"/>
                    <a:pt x="346" y="32"/>
                    <a:pt x="346" y="32"/>
                  </a:cubicBezTo>
                  <a:cubicBezTo>
                    <a:pt x="360" y="32"/>
                    <a:pt x="360" y="32"/>
                    <a:pt x="360" y="32"/>
                  </a:cubicBezTo>
                  <a:cubicBezTo>
                    <a:pt x="360" y="0"/>
                    <a:pt x="360" y="0"/>
                    <a:pt x="360" y="0"/>
                  </a:cubicBezTo>
                  <a:cubicBezTo>
                    <a:pt x="0" y="0"/>
                    <a:pt x="0" y="0"/>
                    <a:pt x="0" y="0"/>
                  </a:cubicBezTo>
                  <a:lnTo>
                    <a:pt x="0" y="3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ctr" defTabSz="913943" eaLnBrk="1" fontAlgn="base" latinLnBrk="0" hangingPunct="1">
                <a:lnSpc>
                  <a:spcPct val="100000"/>
                </a:lnSpc>
                <a:spcBef>
                  <a:spcPct val="0"/>
                </a:spcBef>
                <a:spcAft>
                  <a:spcPct val="0"/>
                </a:spcAft>
                <a:buClrTx/>
                <a:buSzTx/>
                <a:buFontTx/>
                <a:buNone/>
                <a:tabLst/>
                <a:defRPr/>
              </a:pPr>
              <a:endParaRPr kumimoji="0" lang="en-US" sz="1599" b="0" i="0" u="none" strike="noStrike" kern="0" cap="none" spc="0" normalizeH="0" baseline="0" noProof="0">
                <a:ln>
                  <a:noFill/>
                </a:ln>
                <a:solidFill>
                  <a:srgbClr val="646464"/>
                </a:solidFill>
                <a:effectLst/>
                <a:uLnTx/>
                <a:uFillTx/>
              </a:endParaRPr>
            </a:p>
          </p:txBody>
        </p:sp>
      </p:grpSp>
      <p:sp>
        <p:nvSpPr>
          <p:cNvPr id="149" name="Freeform 108">
            <a:extLst>
              <a:ext uri="{FF2B5EF4-FFF2-40B4-BE49-F238E27FC236}">
                <a16:creationId xmlns:a16="http://schemas.microsoft.com/office/drawing/2014/main" id="{9BD74A58-EEBA-9ECD-EEDA-18D05A8EECD5}"/>
              </a:ext>
            </a:extLst>
          </p:cNvPr>
          <p:cNvSpPr>
            <a:spLocks noEditPoints="1"/>
          </p:cNvSpPr>
          <p:nvPr/>
        </p:nvSpPr>
        <p:spPr bwMode="auto">
          <a:xfrm>
            <a:off x="6309531" y="3492729"/>
            <a:ext cx="311772" cy="188275"/>
          </a:xfrm>
          <a:custGeom>
            <a:avLst/>
            <a:gdLst>
              <a:gd name="T0" fmla="*/ 432 w 479"/>
              <a:gd name="T1" fmla="*/ 0 h 308"/>
              <a:gd name="T2" fmla="*/ 385 w 479"/>
              <a:gd name="T3" fmla="*/ 47 h 308"/>
              <a:gd name="T4" fmla="*/ 395 w 479"/>
              <a:gd name="T5" fmla="*/ 77 h 308"/>
              <a:gd name="T6" fmla="*/ 319 w 479"/>
              <a:gd name="T7" fmla="*/ 162 h 308"/>
              <a:gd name="T8" fmla="*/ 292 w 479"/>
              <a:gd name="T9" fmla="*/ 154 h 308"/>
              <a:gd name="T10" fmla="*/ 252 w 479"/>
              <a:gd name="T11" fmla="*/ 177 h 308"/>
              <a:gd name="T12" fmla="*/ 215 w 479"/>
              <a:gd name="T13" fmla="*/ 158 h 308"/>
              <a:gd name="T14" fmla="*/ 215 w 479"/>
              <a:gd name="T15" fmla="*/ 153 h 308"/>
              <a:gd name="T16" fmla="*/ 168 w 479"/>
              <a:gd name="T17" fmla="*/ 106 h 308"/>
              <a:gd name="T18" fmla="*/ 121 w 479"/>
              <a:gd name="T19" fmla="*/ 153 h 308"/>
              <a:gd name="T20" fmla="*/ 128 w 479"/>
              <a:gd name="T21" fmla="*/ 178 h 308"/>
              <a:gd name="T22" fmla="*/ 77 w 479"/>
              <a:gd name="T23" fmla="*/ 224 h 308"/>
              <a:gd name="T24" fmla="*/ 47 w 479"/>
              <a:gd name="T25" fmla="*/ 213 h 308"/>
              <a:gd name="T26" fmla="*/ 0 w 479"/>
              <a:gd name="T27" fmla="*/ 260 h 308"/>
              <a:gd name="T28" fmla="*/ 47 w 479"/>
              <a:gd name="T29" fmla="*/ 308 h 308"/>
              <a:gd name="T30" fmla="*/ 95 w 479"/>
              <a:gd name="T31" fmla="*/ 260 h 308"/>
              <a:gd name="T32" fmla="*/ 90 w 479"/>
              <a:gd name="T33" fmla="*/ 240 h 308"/>
              <a:gd name="T34" fmla="*/ 143 w 479"/>
              <a:gd name="T35" fmla="*/ 193 h 308"/>
              <a:gd name="T36" fmla="*/ 168 w 479"/>
              <a:gd name="T37" fmla="*/ 201 h 308"/>
              <a:gd name="T38" fmla="*/ 208 w 479"/>
              <a:gd name="T39" fmla="*/ 178 h 308"/>
              <a:gd name="T40" fmla="*/ 245 w 479"/>
              <a:gd name="T41" fmla="*/ 197 h 308"/>
              <a:gd name="T42" fmla="*/ 245 w 479"/>
              <a:gd name="T43" fmla="*/ 201 h 308"/>
              <a:gd name="T44" fmla="*/ 292 w 479"/>
              <a:gd name="T45" fmla="*/ 249 h 308"/>
              <a:gd name="T46" fmla="*/ 339 w 479"/>
              <a:gd name="T47" fmla="*/ 201 h 308"/>
              <a:gd name="T48" fmla="*/ 333 w 479"/>
              <a:gd name="T49" fmla="*/ 178 h 308"/>
              <a:gd name="T50" fmla="*/ 412 w 479"/>
              <a:gd name="T51" fmla="*/ 90 h 308"/>
              <a:gd name="T52" fmla="*/ 432 w 479"/>
              <a:gd name="T53" fmla="*/ 94 h 308"/>
              <a:gd name="T54" fmla="*/ 479 w 479"/>
              <a:gd name="T55" fmla="*/ 47 h 308"/>
              <a:gd name="T56" fmla="*/ 432 w 479"/>
              <a:gd name="T57" fmla="*/ 0 h 308"/>
              <a:gd name="T58" fmla="*/ 47 w 479"/>
              <a:gd name="T59" fmla="*/ 287 h 308"/>
              <a:gd name="T60" fmla="*/ 21 w 479"/>
              <a:gd name="T61" fmla="*/ 260 h 308"/>
              <a:gd name="T62" fmla="*/ 47 w 479"/>
              <a:gd name="T63" fmla="*/ 234 h 308"/>
              <a:gd name="T64" fmla="*/ 74 w 479"/>
              <a:gd name="T65" fmla="*/ 260 h 308"/>
              <a:gd name="T66" fmla="*/ 47 w 479"/>
              <a:gd name="T67" fmla="*/ 287 h 308"/>
              <a:gd name="T68" fmla="*/ 168 w 479"/>
              <a:gd name="T69" fmla="*/ 180 h 308"/>
              <a:gd name="T70" fmla="*/ 142 w 479"/>
              <a:gd name="T71" fmla="*/ 153 h 308"/>
              <a:gd name="T72" fmla="*/ 168 w 479"/>
              <a:gd name="T73" fmla="*/ 127 h 308"/>
              <a:gd name="T74" fmla="*/ 194 w 479"/>
              <a:gd name="T75" fmla="*/ 153 h 308"/>
              <a:gd name="T76" fmla="*/ 168 w 479"/>
              <a:gd name="T77" fmla="*/ 180 h 308"/>
              <a:gd name="T78" fmla="*/ 292 w 479"/>
              <a:gd name="T79" fmla="*/ 228 h 308"/>
              <a:gd name="T80" fmla="*/ 266 w 479"/>
              <a:gd name="T81" fmla="*/ 201 h 308"/>
              <a:gd name="T82" fmla="*/ 292 w 479"/>
              <a:gd name="T83" fmla="*/ 175 h 308"/>
              <a:gd name="T84" fmla="*/ 318 w 479"/>
              <a:gd name="T85" fmla="*/ 201 h 308"/>
              <a:gd name="T86" fmla="*/ 292 w 479"/>
              <a:gd name="T87" fmla="*/ 228 h 308"/>
              <a:gd name="T88" fmla="*/ 432 w 479"/>
              <a:gd name="T89" fmla="*/ 73 h 308"/>
              <a:gd name="T90" fmla="*/ 406 w 479"/>
              <a:gd name="T91" fmla="*/ 47 h 308"/>
              <a:gd name="T92" fmla="*/ 432 w 479"/>
              <a:gd name="T93" fmla="*/ 21 h 308"/>
              <a:gd name="T94" fmla="*/ 458 w 479"/>
              <a:gd name="T95" fmla="*/ 47 h 308"/>
              <a:gd name="T96" fmla="*/ 432 w 479"/>
              <a:gd name="T97" fmla="*/ 73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9" h="308">
                <a:moveTo>
                  <a:pt x="432" y="0"/>
                </a:moveTo>
                <a:cubicBezTo>
                  <a:pt x="406" y="0"/>
                  <a:pt x="385" y="21"/>
                  <a:pt x="385" y="47"/>
                </a:cubicBezTo>
                <a:cubicBezTo>
                  <a:pt x="385" y="58"/>
                  <a:pt x="389" y="69"/>
                  <a:pt x="395" y="77"/>
                </a:cubicBezTo>
                <a:cubicBezTo>
                  <a:pt x="319" y="162"/>
                  <a:pt x="319" y="162"/>
                  <a:pt x="319" y="162"/>
                </a:cubicBezTo>
                <a:cubicBezTo>
                  <a:pt x="311" y="157"/>
                  <a:pt x="302" y="154"/>
                  <a:pt x="292" y="154"/>
                </a:cubicBezTo>
                <a:cubicBezTo>
                  <a:pt x="275" y="154"/>
                  <a:pt x="260" y="163"/>
                  <a:pt x="252" y="177"/>
                </a:cubicBezTo>
                <a:cubicBezTo>
                  <a:pt x="215" y="158"/>
                  <a:pt x="215" y="158"/>
                  <a:pt x="215" y="158"/>
                </a:cubicBezTo>
                <a:cubicBezTo>
                  <a:pt x="215" y="156"/>
                  <a:pt x="215" y="155"/>
                  <a:pt x="215" y="153"/>
                </a:cubicBezTo>
                <a:cubicBezTo>
                  <a:pt x="215" y="127"/>
                  <a:pt x="194" y="106"/>
                  <a:pt x="168" y="106"/>
                </a:cubicBezTo>
                <a:cubicBezTo>
                  <a:pt x="142" y="106"/>
                  <a:pt x="121" y="127"/>
                  <a:pt x="121" y="153"/>
                </a:cubicBezTo>
                <a:cubicBezTo>
                  <a:pt x="121" y="163"/>
                  <a:pt x="123" y="171"/>
                  <a:pt x="128" y="178"/>
                </a:cubicBezTo>
                <a:cubicBezTo>
                  <a:pt x="77" y="224"/>
                  <a:pt x="77" y="224"/>
                  <a:pt x="77" y="224"/>
                </a:cubicBezTo>
                <a:cubicBezTo>
                  <a:pt x="69" y="217"/>
                  <a:pt x="59" y="213"/>
                  <a:pt x="47" y="213"/>
                </a:cubicBezTo>
                <a:cubicBezTo>
                  <a:pt x="21" y="213"/>
                  <a:pt x="0" y="234"/>
                  <a:pt x="0" y="260"/>
                </a:cubicBezTo>
                <a:cubicBezTo>
                  <a:pt x="0" y="287"/>
                  <a:pt x="21" y="308"/>
                  <a:pt x="47" y="308"/>
                </a:cubicBezTo>
                <a:cubicBezTo>
                  <a:pt x="74" y="308"/>
                  <a:pt x="95" y="287"/>
                  <a:pt x="95" y="260"/>
                </a:cubicBezTo>
                <a:cubicBezTo>
                  <a:pt x="95" y="253"/>
                  <a:pt x="93" y="246"/>
                  <a:pt x="90" y="240"/>
                </a:cubicBezTo>
                <a:cubicBezTo>
                  <a:pt x="143" y="193"/>
                  <a:pt x="143" y="193"/>
                  <a:pt x="143" y="193"/>
                </a:cubicBezTo>
                <a:cubicBezTo>
                  <a:pt x="150" y="198"/>
                  <a:pt x="159" y="201"/>
                  <a:pt x="168" y="201"/>
                </a:cubicBezTo>
                <a:cubicBezTo>
                  <a:pt x="185" y="201"/>
                  <a:pt x="200" y="192"/>
                  <a:pt x="208" y="178"/>
                </a:cubicBezTo>
                <a:cubicBezTo>
                  <a:pt x="245" y="197"/>
                  <a:pt x="245" y="197"/>
                  <a:pt x="245" y="197"/>
                </a:cubicBezTo>
                <a:cubicBezTo>
                  <a:pt x="245" y="198"/>
                  <a:pt x="245" y="200"/>
                  <a:pt x="245" y="201"/>
                </a:cubicBezTo>
                <a:cubicBezTo>
                  <a:pt x="245" y="227"/>
                  <a:pt x="266" y="249"/>
                  <a:pt x="292" y="249"/>
                </a:cubicBezTo>
                <a:cubicBezTo>
                  <a:pt x="318" y="249"/>
                  <a:pt x="339" y="227"/>
                  <a:pt x="339" y="201"/>
                </a:cubicBezTo>
                <a:cubicBezTo>
                  <a:pt x="339" y="193"/>
                  <a:pt x="337" y="185"/>
                  <a:pt x="333" y="178"/>
                </a:cubicBezTo>
                <a:cubicBezTo>
                  <a:pt x="412" y="90"/>
                  <a:pt x="412" y="90"/>
                  <a:pt x="412" y="90"/>
                </a:cubicBezTo>
                <a:cubicBezTo>
                  <a:pt x="418" y="93"/>
                  <a:pt x="425" y="94"/>
                  <a:pt x="432" y="94"/>
                </a:cubicBezTo>
                <a:cubicBezTo>
                  <a:pt x="458" y="94"/>
                  <a:pt x="479" y="73"/>
                  <a:pt x="479" y="47"/>
                </a:cubicBezTo>
                <a:cubicBezTo>
                  <a:pt x="479" y="21"/>
                  <a:pt x="458" y="0"/>
                  <a:pt x="432" y="0"/>
                </a:cubicBezTo>
                <a:close/>
                <a:moveTo>
                  <a:pt x="47" y="287"/>
                </a:moveTo>
                <a:cubicBezTo>
                  <a:pt x="33" y="287"/>
                  <a:pt x="21" y="275"/>
                  <a:pt x="21" y="260"/>
                </a:cubicBezTo>
                <a:cubicBezTo>
                  <a:pt x="21" y="246"/>
                  <a:pt x="33" y="234"/>
                  <a:pt x="47" y="234"/>
                </a:cubicBezTo>
                <a:cubicBezTo>
                  <a:pt x="62" y="234"/>
                  <a:pt x="74" y="246"/>
                  <a:pt x="74" y="260"/>
                </a:cubicBezTo>
                <a:cubicBezTo>
                  <a:pt x="74" y="275"/>
                  <a:pt x="62" y="287"/>
                  <a:pt x="47" y="287"/>
                </a:cubicBezTo>
                <a:close/>
                <a:moveTo>
                  <a:pt x="168" y="180"/>
                </a:moveTo>
                <a:cubicBezTo>
                  <a:pt x="154" y="180"/>
                  <a:pt x="142" y="168"/>
                  <a:pt x="142" y="153"/>
                </a:cubicBezTo>
                <a:cubicBezTo>
                  <a:pt x="142" y="139"/>
                  <a:pt x="154" y="127"/>
                  <a:pt x="168" y="127"/>
                </a:cubicBezTo>
                <a:cubicBezTo>
                  <a:pt x="183" y="127"/>
                  <a:pt x="194" y="139"/>
                  <a:pt x="194" y="153"/>
                </a:cubicBezTo>
                <a:cubicBezTo>
                  <a:pt x="194" y="168"/>
                  <a:pt x="183" y="180"/>
                  <a:pt x="168" y="180"/>
                </a:cubicBezTo>
                <a:close/>
                <a:moveTo>
                  <a:pt x="292" y="228"/>
                </a:moveTo>
                <a:cubicBezTo>
                  <a:pt x="277" y="228"/>
                  <a:pt x="266" y="216"/>
                  <a:pt x="266" y="201"/>
                </a:cubicBezTo>
                <a:cubicBezTo>
                  <a:pt x="266" y="187"/>
                  <a:pt x="277" y="175"/>
                  <a:pt x="292" y="175"/>
                </a:cubicBezTo>
                <a:cubicBezTo>
                  <a:pt x="306" y="175"/>
                  <a:pt x="318" y="187"/>
                  <a:pt x="318" y="201"/>
                </a:cubicBezTo>
                <a:cubicBezTo>
                  <a:pt x="318" y="216"/>
                  <a:pt x="306" y="228"/>
                  <a:pt x="292" y="228"/>
                </a:cubicBezTo>
                <a:close/>
                <a:moveTo>
                  <a:pt x="432" y="73"/>
                </a:moveTo>
                <a:cubicBezTo>
                  <a:pt x="417" y="73"/>
                  <a:pt x="406" y="62"/>
                  <a:pt x="406" y="47"/>
                </a:cubicBezTo>
                <a:cubicBezTo>
                  <a:pt x="406" y="33"/>
                  <a:pt x="417" y="21"/>
                  <a:pt x="432" y="21"/>
                </a:cubicBezTo>
                <a:cubicBezTo>
                  <a:pt x="446" y="21"/>
                  <a:pt x="458" y="33"/>
                  <a:pt x="458" y="47"/>
                </a:cubicBezTo>
                <a:cubicBezTo>
                  <a:pt x="458" y="62"/>
                  <a:pt x="446" y="73"/>
                  <a:pt x="432" y="73"/>
                </a:cubicBezTo>
                <a:close/>
              </a:path>
            </a:pathLst>
          </a:custGeom>
          <a:solidFill>
            <a:srgbClr val="333333"/>
          </a:solidFill>
          <a:ln>
            <a:noFill/>
          </a:ln>
        </p:spPr>
        <p:txBody>
          <a:bodyPr vert="horz" wrap="square" lIns="78150" tIns="39075" rIns="78150" bIns="39075" numCol="1" anchor="t" anchorCtr="0" compatLnSpc="1">
            <a:prstTxWarp prst="textNoShape">
              <a:avLst/>
            </a:prstTxWarp>
          </a:bodyPr>
          <a:lstStyle/>
          <a:p>
            <a:pPr marL="0" marR="0" lvl="0" indent="0" algn="ctr" defTabSz="913943" eaLnBrk="1" fontAlgn="base" latinLnBrk="0" hangingPunct="1">
              <a:lnSpc>
                <a:spcPct val="100000"/>
              </a:lnSpc>
              <a:spcBef>
                <a:spcPct val="0"/>
              </a:spcBef>
              <a:spcAft>
                <a:spcPct val="0"/>
              </a:spcAft>
              <a:buClrTx/>
              <a:buSzTx/>
              <a:buFontTx/>
              <a:buNone/>
              <a:tabLst/>
              <a:defRPr/>
            </a:pPr>
            <a:endParaRPr kumimoji="0" lang="en-IE" sz="1367" b="0" i="0" u="none" strike="noStrike" kern="0" cap="none" spc="0" normalizeH="0" baseline="0" noProof="0">
              <a:ln>
                <a:noFill/>
              </a:ln>
              <a:solidFill>
                <a:srgbClr val="646464"/>
              </a:solidFill>
              <a:effectLst/>
              <a:uLnTx/>
              <a:uFillTx/>
            </a:endParaRPr>
          </a:p>
        </p:txBody>
      </p:sp>
      <p:sp>
        <p:nvSpPr>
          <p:cNvPr id="150" name="Freeform 83">
            <a:extLst>
              <a:ext uri="{FF2B5EF4-FFF2-40B4-BE49-F238E27FC236}">
                <a16:creationId xmlns:a16="http://schemas.microsoft.com/office/drawing/2014/main" id="{A9C7CD8F-298F-A763-6C53-6EBA3D590BA6}"/>
              </a:ext>
            </a:extLst>
          </p:cNvPr>
          <p:cNvSpPr>
            <a:spLocks noChangeAspect="1" noEditPoints="1"/>
          </p:cNvSpPr>
          <p:nvPr/>
        </p:nvSpPr>
        <p:spPr bwMode="auto">
          <a:xfrm>
            <a:off x="5577107" y="4188505"/>
            <a:ext cx="307238" cy="176429"/>
          </a:xfrm>
          <a:custGeom>
            <a:avLst/>
            <a:gdLst>
              <a:gd name="T0" fmla="*/ 2147483647 w 6736"/>
              <a:gd name="T1" fmla="*/ 2147483647 h 3999"/>
              <a:gd name="T2" fmla="*/ 2147483647 w 6736"/>
              <a:gd name="T3" fmla="*/ 2147483647 h 3999"/>
              <a:gd name="T4" fmla="*/ 2147483647 w 6736"/>
              <a:gd name="T5" fmla="*/ 2147483647 h 3999"/>
              <a:gd name="T6" fmla="*/ 2147483647 w 6736"/>
              <a:gd name="T7" fmla="*/ 0 h 3999"/>
              <a:gd name="T8" fmla="*/ 2147483647 w 6736"/>
              <a:gd name="T9" fmla="*/ 2147483647 h 3999"/>
              <a:gd name="T10" fmla="*/ 2147483647 w 6736"/>
              <a:gd name="T11" fmla="*/ 2147483647 h 3999"/>
              <a:gd name="T12" fmla="*/ 2147483647 w 6736"/>
              <a:gd name="T13" fmla="*/ 2147483647 h 3999"/>
              <a:gd name="T14" fmla="*/ 2147483647 w 6736"/>
              <a:gd name="T15" fmla="*/ 2147483647 h 3999"/>
              <a:gd name="T16" fmla="*/ 2147483647 w 6736"/>
              <a:gd name="T17" fmla="*/ 2147483647 h 3999"/>
              <a:gd name="T18" fmla="*/ 2147483647 w 6736"/>
              <a:gd name="T19" fmla="*/ 2147483647 h 3999"/>
              <a:gd name="T20" fmla="*/ 2147483647 w 6736"/>
              <a:gd name="T21" fmla="*/ 2147483647 h 3999"/>
              <a:gd name="T22" fmla="*/ 2147483647 w 6736"/>
              <a:gd name="T23" fmla="*/ 2147483647 h 3999"/>
              <a:gd name="T24" fmla="*/ 2147483647 w 6736"/>
              <a:gd name="T25" fmla="*/ 2147483647 h 3999"/>
              <a:gd name="T26" fmla="*/ 2147483647 w 6736"/>
              <a:gd name="T27" fmla="*/ 2147483647 h 3999"/>
              <a:gd name="T28" fmla="*/ 2147483647 w 6736"/>
              <a:gd name="T29" fmla="*/ 2147483647 h 3999"/>
              <a:gd name="T30" fmla="*/ 2147483647 w 6736"/>
              <a:gd name="T31" fmla="*/ 2147483647 h 3999"/>
              <a:gd name="T32" fmla="*/ 2147483647 w 6736"/>
              <a:gd name="T33" fmla="*/ 2147483647 h 3999"/>
              <a:gd name="T34" fmla="*/ 2147483647 w 6736"/>
              <a:gd name="T35" fmla="*/ 2147483647 h 3999"/>
              <a:gd name="T36" fmla="*/ 2147483647 w 6736"/>
              <a:gd name="T37" fmla="*/ 2147483647 h 3999"/>
              <a:gd name="T38" fmla="*/ 2147483647 w 6736"/>
              <a:gd name="T39" fmla="*/ 2147483647 h 3999"/>
              <a:gd name="T40" fmla="*/ 2147483647 w 6736"/>
              <a:gd name="T41" fmla="*/ 2147483647 h 3999"/>
              <a:gd name="T42" fmla="*/ 2147483647 w 6736"/>
              <a:gd name="T43" fmla="*/ 2147483647 h 3999"/>
              <a:gd name="T44" fmla="*/ 2147483647 w 6736"/>
              <a:gd name="T45" fmla="*/ 2147483647 h 3999"/>
              <a:gd name="T46" fmla="*/ 2147483647 w 6736"/>
              <a:gd name="T47" fmla="*/ 2147483647 h 3999"/>
              <a:gd name="T48" fmla="*/ 2147483647 w 6736"/>
              <a:gd name="T49" fmla="*/ 2147483647 h 3999"/>
              <a:gd name="T50" fmla="*/ 2147483647 w 6736"/>
              <a:gd name="T51" fmla="*/ 2147483647 h 3999"/>
              <a:gd name="T52" fmla="*/ 2147483647 w 6736"/>
              <a:gd name="T53" fmla="*/ 2147483647 h 3999"/>
              <a:gd name="T54" fmla="*/ 2147483647 w 6736"/>
              <a:gd name="T55" fmla="*/ 2147483647 h 3999"/>
              <a:gd name="T56" fmla="*/ 2147483647 w 6736"/>
              <a:gd name="T57" fmla="*/ 2147483647 h 3999"/>
              <a:gd name="T58" fmla="*/ 2147483647 w 6736"/>
              <a:gd name="T59" fmla="*/ 2147483647 h 3999"/>
              <a:gd name="T60" fmla="*/ 2147483647 w 6736"/>
              <a:gd name="T61" fmla="*/ 2147483647 h 3999"/>
              <a:gd name="T62" fmla="*/ 2147483647 w 6736"/>
              <a:gd name="T63" fmla="*/ 2147483647 h 3999"/>
              <a:gd name="T64" fmla="*/ 2147483647 w 6736"/>
              <a:gd name="T65" fmla="*/ 2147483647 h 3999"/>
              <a:gd name="T66" fmla="*/ 2147483647 w 6736"/>
              <a:gd name="T67" fmla="*/ 2147483647 h 3999"/>
              <a:gd name="T68" fmla="*/ 2147483647 w 6736"/>
              <a:gd name="T69" fmla="*/ 2147483647 h 3999"/>
              <a:gd name="T70" fmla="*/ 2147483647 w 6736"/>
              <a:gd name="T71" fmla="*/ 2147483647 h 3999"/>
              <a:gd name="T72" fmla="*/ 2147483647 w 6736"/>
              <a:gd name="T73" fmla="*/ 2147483647 h 3999"/>
              <a:gd name="T74" fmla="*/ 2147483647 w 6736"/>
              <a:gd name="T75" fmla="*/ 2147483647 h 3999"/>
              <a:gd name="T76" fmla="*/ 2147483647 w 6736"/>
              <a:gd name="T77" fmla="*/ 2147483647 h 3999"/>
              <a:gd name="T78" fmla="*/ 2147483647 w 6736"/>
              <a:gd name="T79" fmla="*/ 2147483647 h 3999"/>
              <a:gd name="T80" fmla="*/ 2147483647 w 6736"/>
              <a:gd name="T81" fmla="*/ 2147483647 h 3999"/>
              <a:gd name="T82" fmla="*/ 2147483647 w 6736"/>
              <a:gd name="T83" fmla="*/ 2147483647 h 3999"/>
              <a:gd name="T84" fmla="*/ 2147483647 w 6736"/>
              <a:gd name="T85" fmla="*/ 2147483647 h 3999"/>
              <a:gd name="T86" fmla="*/ 2147483647 w 6736"/>
              <a:gd name="T87" fmla="*/ 2147483647 h 3999"/>
              <a:gd name="T88" fmla="*/ 2147483647 w 6736"/>
              <a:gd name="T89" fmla="*/ 2147483647 h 3999"/>
              <a:gd name="T90" fmla="*/ 2147483647 w 6736"/>
              <a:gd name="T91" fmla="*/ 2147483647 h 3999"/>
              <a:gd name="T92" fmla="*/ 2147483647 w 6736"/>
              <a:gd name="T93" fmla="*/ 2147483647 h 3999"/>
              <a:gd name="T94" fmla="*/ 0 w 6736"/>
              <a:gd name="T95" fmla="*/ 2147483647 h 3999"/>
              <a:gd name="T96" fmla="*/ 2147483647 w 6736"/>
              <a:gd name="T97" fmla="*/ 2147483647 h 3999"/>
              <a:gd name="T98" fmla="*/ 2147483647 w 6736"/>
              <a:gd name="T99" fmla="*/ 2147483647 h 3999"/>
              <a:gd name="T100" fmla="*/ 2147483647 w 6736"/>
              <a:gd name="T101" fmla="*/ 2147483647 h 3999"/>
              <a:gd name="T102" fmla="*/ 2147483647 w 6736"/>
              <a:gd name="T103" fmla="*/ 2147483647 h 3999"/>
              <a:gd name="T104" fmla="*/ 2147483647 w 6736"/>
              <a:gd name="T105" fmla="*/ 2147483647 h 3999"/>
              <a:gd name="T106" fmla="*/ 2147483647 w 6736"/>
              <a:gd name="T107" fmla="*/ 0 h 39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736"/>
              <a:gd name="T163" fmla="*/ 0 h 3999"/>
              <a:gd name="T164" fmla="*/ 6736 w 6736"/>
              <a:gd name="T165" fmla="*/ 3999 h 399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736" h="3999">
                <a:moveTo>
                  <a:pt x="5298" y="3708"/>
                </a:moveTo>
                <a:lnTo>
                  <a:pt x="6445" y="3708"/>
                </a:lnTo>
                <a:lnTo>
                  <a:pt x="6445" y="2774"/>
                </a:lnTo>
                <a:lnTo>
                  <a:pt x="5298" y="2774"/>
                </a:lnTo>
                <a:lnTo>
                  <a:pt x="5298" y="3708"/>
                </a:lnTo>
                <a:close/>
                <a:moveTo>
                  <a:pt x="2794" y="3708"/>
                </a:moveTo>
                <a:lnTo>
                  <a:pt x="3942" y="3708"/>
                </a:lnTo>
                <a:lnTo>
                  <a:pt x="3942" y="2774"/>
                </a:lnTo>
                <a:lnTo>
                  <a:pt x="2794" y="2774"/>
                </a:lnTo>
                <a:lnTo>
                  <a:pt x="2794" y="3708"/>
                </a:lnTo>
                <a:close/>
                <a:moveTo>
                  <a:pt x="291" y="3708"/>
                </a:moveTo>
                <a:lnTo>
                  <a:pt x="1438" y="3708"/>
                </a:lnTo>
                <a:lnTo>
                  <a:pt x="1438" y="2774"/>
                </a:lnTo>
                <a:lnTo>
                  <a:pt x="291" y="2774"/>
                </a:lnTo>
                <a:lnTo>
                  <a:pt x="291" y="3708"/>
                </a:lnTo>
                <a:close/>
                <a:moveTo>
                  <a:pt x="2794" y="1225"/>
                </a:moveTo>
                <a:lnTo>
                  <a:pt x="3942" y="1225"/>
                </a:lnTo>
                <a:lnTo>
                  <a:pt x="3942" y="291"/>
                </a:lnTo>
                <a:lnTo>
                  <a:pt x="2794" y="291"/>
                </a:lnTo>
                <a:lnTo>
                  <a:pt x="2794" y="1225"/>
                </a:lnTo>
                <a:close/>
                <a:moveTo>
                  <a:pt x="2715" y="0"/>
                </a:moveTo>
                <a:lnTo>
                  <a:pt x="4021" y="0"/>
                </a:lnTo>
                <a:lnTo>
                  <a:pt x="4042" y="0"/>
                </a:lnTo>
                <a:lnTo>
                  <a:pt x="4062" y="4"/>
                </a:lnTo>
                <a:lnTo>
                  <a:pt x="4084" y="9"/>
                </a:lnTo>
                <a:lnTo>
                  <a:pt x="4102" y="16"/>
                </a:lnTo>
                <a:lnTo>
                  <a:pt x="4122" y="25"/>
                </a:lnTo>
                <a:lnTo>
                  <a:pt x="4139" y="36"/>
                </a:lnTo>
                <a:lnTo>
                  <a:pt x="4155" y="49"/>
                </a:lnTo>
                <a:lnTo>
                  <a:pt x="4171" y="62"/>
                </a:lnTo>
                <a:lnTo>
                  <a:pt x="4184" y="76"/>
                </a:lnTo>
                <a:lnTo>
                  <a:pt x="4197" y="93"/>
                </a:lnTo>
                <a:lnTo>
                  <a:pt x="4208" y="111"/>
                </a:lnTo>
                <a:lnTo>
                  <a:pt x="4217" y="129"/>
                </a:lnTo>
                <a:lnTo>
                  <a:pt x="4224" y="149"/>
                </a:lnTo>
                <a:lnTo>
                  <a:pt x="4228" y="169"/>
                </a:lnTo>
                <a:lnTo>
                  <a:pt x="4231" y="191"/>
                </a:lnTo>
                <a:lnTo>
                  <a:pt x="4233" y="213"/>
                </a:lnTo>
                <a:lnTo>
                  <a:pt x="4233" y="685"/>
                </a:lnTo>
                <a:lnTo>
                  <a:pt x="5945" y="685"/>
                </a:lnTo>
                <a:lnTo>
                  <a:pt x="5945" y="2483"/>
                </a:lnTo>
                <a:lnTo>
                  <a:pt x="6523" y="2483"/>
                </a:lnTo>
                <a:lnTo>
                  <a:pt x="6545" y="2485"/>
                </a:lnTo>
                <a:lnTo>
                  <a:pt x="6567" y="2487"/>
                </a:lnTo>
                <a:lnTo>
                  <a:pt x="6587" y="2492"/>
                </a:lnTo>
                <a:lnTo>
                  <a:pt x="6607" y="2499"/>
                </a:lnTo>
                <a:lnTo>
                  <a:pt x="6625" y="2508"/>
                </a:lnTo>
                <a:lnTo>
                  <a:pt x="6643" y="2519"/>
                </a:lnTo>
                <a:lnTo>
                  <a:pt x="6660" y="2532"/>
                </a:lnTo>
                <a:lnTo>
                  <a:pt x="6674" y="2545"/>
                </a:lnTo>
                <a:lnTo>
                  <a:pt x="6689" y="2561"/>
                </a:lnTo>
                <a:lnTo>
                  <a:pt x="6700" y="2578"/>
                </a:lnTo>
                <a:lnTo>
                  <a:pt x="6711" y="2594"/>
                </a:lnTo>
                <a:lnTo>
                  <a:pt x="6720" y="2614"/>
                </a:lnTo>
                <a:lnTo>
                  <a:pt x="6727" y="2632"/>
                </a:lnTo>
                <a:lnTo>
                  <a:pt x="6732" y="2652"/>
                </a:lnTo>
                <a:lnTo>
                  <a:pt x="6736" y="2674"/>
                </a:lnTo>
                <a:lnTo>
                  <a:pt x="6736" y="2696"/>
                </a:lnTo>
                <a:lnTo>
                  <a:pt x="6736" y="3786"/>
                </a:lnTo>
                <a:lnTo>
                  <a:pt x="6736" y="3808"/>
                </a:lnTo>
                <a:lnTo>
                  <a:pt x="6732" y="3830"/>
                </a:lnTo>
                <a:lnTo>
                  <a:pt x="6727" y="3850"/>
                </a:lnTo>
                <a:lnTo>
                  <a:pt x="6720" y="3868"/>
                </a:lnTo>
                <a:lnTo>
                  <a:pt x="6711" y="3888"/>
                </a:lnTo>
                <a:lnTo>
                  <a:pt x="6700" y="3904"/>
                </a:lnTo>
                <a:lnTo>
                  <a:pt x="6689" y="3921"/>
                </a:lnTo>
                <a:lnTo>
                  <a:pt x="6674" y="3937"/>
                </a:lnTo>
                <a:lnTo>
                  <a:pt x="6660" y="3950"/>
                </a:lnTo>
                <a:lnTo>
                  <a:pt x="6643" y="3963"/>
                </a:lnTo>
                <a:lnTo>
                  <a:pt x="6625" y="3974"/>
                </a:lnTo>
                <a:lnTo>
                  <a:pt x="6607" y="3983"/>
                </a:lnTo>
                <a:lnTo>
                  <a:pt x="6587" y="3990"/>
                </a:lnTo>
                <a:lnTo>
                  <a:pt x="6567" y="3995"/>
                </a:lnTo>
                <a:lnTo>
                  <a:pt x="6545" y="3997"/>
                </a:lnTo>
                <a:lnTo>
                  <a:pt x="6523" y="3999"/>
                </a:lnTo>
                <a:lnTo>
                  <a:pt x="5220" y="3999"/>
                </a:lnTo>
                <a:lnTo>
                  <a:pt x="5198" y="3997"/>
                </a:lnTo>
                <a:lnTo>
                  <a:pt x="5177" y="3995"/>
                </a:lnTo>
                <a:lnTo>
                  <a:pt x="5157" y="3990"/>
                </a:lnTo>
                <a:lnTo>
                  <a:pt x="5137" y="3983"/>
                </a:lnTo>
                <a:lnTo>
                  <a:pt x="5118" y="3974"/>
                </a:lnTo>
                <a:lnTo>
                  <a:pt x="5102" y="3963"/>
                </a:lnTo>
                <a:lnTo>
                  <a:pt x="5086" y="3950"/>
                </a:lnTo>
                <a:lnTo>
                  <a:pt x="5069" y="3937"/>
                </a:lnTo>
                <a:lnTo>
                  <a:pt x="5057" y="3921"/>
                </a:lnTo>
                <a:lnTo>
                  <a:pt x="5044" y="3904"/>
                </a:lnTo>
                <a:lnTo>
                  <a:pt x="5033" y="3888"/>
                </a:lnTo>
                <a:lnTo>
                  <a:pt x="5024" y="3868"/>
                </a:lnTo>
                <a:lnTo>
                  <a:pt x="5017" y="3850"/>
                </a:lnTo>
                <a:lnTo>
                  <a:pt x="5011" y="3830"/>
                </a:lnTo>
                <a:lnTo>
                  <a:pt x="5009" y="3808"/>
                </a:lnTo>
                <a:lnTo>
                  <a:pt x="5007" y="3786"/>
                </a:lnTo>
                <a:lnTo>
                  <a:pt x="5007" y="2696"/>
                </a:lnTo>
                <a:lnTo>
                  <a:pt x="5009" y="2674"/>
                </a:lnTo>
                <a:lnTo>
                  <a:pt x="5011" y="2652"/>
                </a:lnTo>
                <a:lnTo>
                  <a:pt x="5017" y="2632"/>
                </a:lnTo>
                <a:lnTo>
                  <a:pt x="5024" y="2614"/>
                </a:lnTo>
                <a:lnTo>
                  <a:pt x="5033" y="2594"/>
                </a:lnTo>
                <a:lnTo>
                  <a:pt x="5044" y="2578"/>
                </a:lnTo>
                <a:lnTo>
                  <a:pt x="5057" y="2561"/>
                </a:lnTo>
                <a:lnTo>
                  <a:pt x="5069" y="2545"/>
                </a:lnTo>
                <a:lnTo>
                  <a:pt x="5086" y="2532"/>
                </a:lnTo>
                <a:lnTo>
                  <a:pt x="5102" y="2519"/>
                </a:lnTo>
                <a:lnTo>
                  <a:pt x="5118" y="2508"/>
                </a:lnTo>
                <a:lnTo>
                  <a:pt x="5137" y="2499"/>
                </a:lnTo>
                <a:lnTo>
                  <a:pt x="5157" y="2492"/>
                </a:lnTo>
                <a:lnTo>
                  <a:pt x="5177" y="2487"/>
                </a:lnTo>
                <a:lnTo>
                  <a:pt x="5198" y="2485"/>
                </a:lnTo>
                <a:lnTo>
                  <a:pt x="5220" y="2483"/>
                </a:lnTo>
                <a:lnTo>
                  <a:pt x="5800" y="2483"/>
                </a:lnTo>
                <a:lnTo>
                  <a:pt x="5800" y="831"/>
                </a:lnTo>
                <a:lnTo>
                  <a:pt x="4233" y="831"/>
                </a:lnTo>
                <a:lnTo>
                  <a:pt x="4233" y="1303"/>
                </a:lnTo>
                <a:lnTo>
                  <a:pt x="4231" y="1325"/>
                </a:lnTo>
                <a:lnTo>
                  <a:pt x="4228" y="1345"/>
                </a:lnTo>
                <a:lnTo>
                  <a:pt x="4224" y="1367"/>
                </a:lnTo>
                <a:lnTo>
                  <a:pt x="4217" y="1385"/>
                </a:lnTo>
                <a:lnTo>
                  <a:pt x="4208" y="1405"/>
                </a:lnTo>
                <a:lnTo>
                  <a:pt x="4197" y="1421"/>
                </a:lnTo>
                <a:lnTo>
                  <a:pt x="4184" y="1438"/>
                </a:lnTo>
                <a:lnTo>
                  <a:pt x="4171" y="1452"/>
                </a:lnTo>
                <a:lnTo>
                  <a:pt x="4155" y="1467"/>
                </a:lnTo>
                <a:lnTo>
                  <a:pt x="4139" y="1480"/>
                </a:lnTo>
                <a:lnTo>
                  <a:pt x="4122" y="1491"/>
                </a:lnTo>
                <a:lnTo>
                  <a:pt x="4102" y="1500"/>
                </a:lnTo>
                <a:lnTo>
                  <a:pt x="4084" y="1507"/>
                </a:lnTo>
                <a:lnTo>
                  <a:pt x="4062" y="1511"/>
                </a:lnTo>
                <a:lnTo>
                  <a:pt x="4042" y="1514"/>
                </a:lnTo>
                <a:lnTo>
                  <a:pt x="4021" y="1516"/>
                </a:lnTo>
                <a:lnTo>
                  <a:pt x="3441" y="1516"/>
                </a:lnTo>
                <a:lnTo>
                  <a:pt x="3441" y="2483"/>
                </a:lnTo>
                <a:lnTo>
                  <a:pt x="4021" y="2483"/>
                </a:lnTo>
                <a:lnTo>
                  <a:pt x="4042" y="2485"/>
                </a:lnTo>
                <a:lnTo>
                  <a:pt x="4062" y="2487"/>
                </a:lnTo>
                <a:lnTo>
                  <a:pt x="4084" y="2492"/>
                </a:lnTo>
                <a:lnTo>
                  <a:pt x="4102" y="2499"/>
                </a:lnTo>
                <a:lnTo>
                  <a:pt x="4122" y="2508"/>
                </a:lnTo>
                <a:lnTo>
                  <a:pt x="4139" y="2519"/>
                </a:lnTo>
                <a:lnTo>
                  <a:pt x="4155" y="2532"/>
                </a:lnTo>
                <a:lnTo>
                  <a:pt x="4171" y="2545"/>
                </a:lnTo>
                <a:lnTo>
                  <a:pt x="4184" y="2561"/>
                </a:lnTo>
                <a:lnTo>
                  <a:pt x="4197" y="2578"/>
                </a:lnTo>
                <a:lnTo>
                  <a:pt x="4208" y="2594"/>
                </a:lnTo>
                <a:lnTo>
                  <a:pt x="4217" y="2614"/>
                </a:lnTo>
                <a:lnTo>
                  <a:pt x="4224" y="2632"/>
                </a:lnTo>
                <a:lnTo>
                  <a:pt x="4228" y="2652"/>
                </a:lnTo>
                <a:lnTo>
                  <a:pt x="4231" y="2674"/>
                </a:lnTo>
                <a:lnTo>
                  <a:pt x="4233" y="2696"/>
                </a:lnTo>
                <a:lnTo>
                  <a:pt x="4233" y="3786"/>
                </a:lnTo>
                <a:lnTo>
                  <a:pt x="4231" y="3808"/>
                </a:lnTo>
                <a:lnTo>
                  <a:pt x="4228" y="3830"/>
                </a:lnTo>
                <a:lnTo>
                  <a:pt x="4224" y="3850"/>
                </a:lnTo>
                <a:lnTo>
                  <a:pt x="4217" y="3868"/>
                </a:lnTo>
                <a:lnTo>
                  <a:pt x="4208" y="3888"/>
                </a:lnTo>
                <a:lnTo>
                  <a:pt x="4197" y="3904"/>
                </a:lnTo>
                <a:lnTo>
                  <a:pt x="4184" y="3921"/>
                </a:lnTo>
                <a:lnTo>
                  <a:pt x="4171" y="3937"/>
                </a:lnTo>
                <a:lnTo>
                  <a:pt x="4155" y="3950"/>
                </a:lnTo>
                <a:lnTo>
                  <a:pt x="4139" y="3963"/>
                </a:lnTo>
                <a:lnTo>
                  <a:pt x="4122" y="3974"/>
                </a:lnTo>
                <a:lnTo>
                  <a:pt x="4102" y="3983"/>
                </a:lnTo>
                <a:lnTo>
                  <a:pt x="4084" y="3990"/>
                </a:lnTo>
                <a:lnTo>
                  <a:pt x="4062" y="3995"/>
                </a:lnTo>
                <a:lnTo>
                  <a:pt x="4042" y="3997"/>
                </a:lnTo>
                <a:lnTo>
                  <a:pt x="4021" y="3999"/>
                </a:lnTo>
                <a:lnTo>
                  <a:pt x="2715" y="3999"/>
                </a:lnTo>
                <a:lnTo>
                  <a:pt x="2694" y="3997"/>
                </a:lnTo>
                <a:lnTo>
                  <a:pt x="2674" y="3995"/>
                </a:lnTo>
                <a:lnTo>
                  <a:pt x="2654" y="3990"/>
                </a:lnTo>
                <a:lnTo>
                  <a:pt x="2634" y="3983"/>
                </a:lnTo>
                <a:lnTo>
                  <a:pt x="2616" y="3974"/>
                </a:lnTo>
                <a:lnTo>
                  <a:pt x="2597" y="3963"/>
                </a:lnTo>
                <a:lnTo>
                  <a:pt x="2581" y="3950"/>
                </a:lnTo>
                <a:lnTo>
                  <a:pt x="2566" y="3937"/>
                </a:lnTo>
                <a:lnTo>
                  <a:pt x="2552" y="3921"/>
                </a:lnTo>
                <a:lnTo>
                  <a:pt x="2539" y="3904"/>
                </a:lnTo>
                <a:lnTo>
                  <a:pt x="2530" y="3888"/>
                </a:lnTo>
                <a:lnTo>
                  <a:pt x="2521" y="3868"/>
                </a:lnTo>
                <a:lnTo>
                  <a:pt x="2514" y="3850"/>
                </a:lnTo>
                <a:lnTo>
                  <a:pt x="2508" y="3830"/>
                </a:lnTo>
                <a:lnTo>
                  <a:pt x="2505" y="3808"/>
                </a:lnTo>
                <a:lnTo>
                  <a:pt x="2503" y="3786"/>
                </a:lnTo>
                <a:lnTo>
                  <a:pt x="2503" y="2696"/>
                </a:lnTo>
                <a:lnTo>
                  <a:pt x="2505" y="2674"/>
                </a:lnTo>
                <a:lnTo>
                  <a:pt x="2508" y="2652"/>
                </a:lnTo>
                <a:lnTo>
                  <a:pt x="2514" y="2632"/>
                </a:lnTo>
                <a:lnTo>
                  <a:pt x="2521" y="2614"/>
                </a:lnTo>
                <a:lnTo>
                  <a:pt x="2530" y="2594"/>
                </a:lnTo>
                <a:lnTo>
                  <a:pt x="2539" y="2578"/>
                </a:lnTo>
                <a:lnTo>
                  <a:pt x="2552" y="2561"/>
                </a:lnTo>
                <a:lnTo>
                  <a:pt x="2566" y="2545"/>
                </a:lnTo>
                <a:lnTo>
                  <a:pt x="2581" y="2532"/>
                </a:lnTo>
                <a:lnTo>
                  <a:pt x="2597" y="2519"/>
                </a:lnTo>
                <a:lnTo>
                  <a:pt x="2616" y="2508"/>
                </a:lnTo>
                <a:lnTo>
                  <a:pt x="2634" y="2499"/>
                </a:lnTo>
                <a:lnTo>
                  <a:pt x="2654" y="2492"/>
                </a:lnTo>
                <a:lnTo>
                  <a:pt x="2674" y="2487"/>
                </a:lnTo>
                <a:lnTo>
                  <a:pt x="2694" y="2485"/>
                </a:lnTo>
                <a:lnTo>
                  <a:pt x="2715" y="2483"/>
                </a:lnTo>
                <a:lnTo>
                  <a:pt x="3295" y="2483"/>
                </a:lnTo>
                <a:lnTo>
                  <a:pt x="3295" y="1516"/>
                </a:lnTo>
                <a:lnTo>
                  <a:pt x="2715" y="1516"/>
                </a:lnTo>
                <a:lnTo>
                  <a:pt x="2694" y="1514"/>
                </a:lnTo>
                <a:lnTo>
                  <a:pt x="2674" y="1511"/>
                </a:lnTo>
                <a:lnTo>
                  <a:pt x="2654" y="1507"/>
                </a:lnTo>
                <a:lnTo>
                  <a:pt x="2634" y="1500"/>
                </a:lnTo>
                <a:lnTo>
                  <a:pt x="2616" y="1491"/>
                </a:lnTo>
                <a:lnTo>
                  <a:pt x="2597" y="1480"/>
                </a:lnTo>
                <a:lnTo>
                  <a:pt x="2581" y="1467"/>
                </a:lnTo>
                <a:lnTo>
                  <a:pt x="2566" y="1452"/>
                </a:lnTo>
                <a:lnTo>
                  <a:pt x="2552" y="1438"/>
                </a:lnTo>
                <a:lnTo>
                  <a:pt x="2539" y="1421"/>
                </a:lnTo>
                <a:lnTo>
                  <a:pt x="2530" y="1405"/>
                </a:lnTo>
                <a:lnTo>
                  <a:pt x="2521" y="1385"/>
                </a:lnTo>
                <a:lnTo>
                  <a:pt x="2514" y="1367"/>
                </a:lnTo>
                <a:lnTo>
                  <a:pt x="2508" y="1345"/>
                </a:lnTo>
                <a:lnTo>
                  <a:pt x="2505" y="1325"/>
                </a:lnTo>
                <a:lnTo>
                  <a:pt x="2503" y="1303"/>
                </a:lnTo>
                <a:lnTo>
                  <a:pt x="2503" y="831"/>
                </a:lnTo>
                <a:lnTo>
                  <a:pt x="936" y="831"/>
                </a:lnTo>
                <a:lnTo>
                  <a:pt x="936" y="2483"/>
                </a:lnTo>
                <a:lnTo>
                  <a:pt x="1516" y="2483"/>
                </a:lnTo>
                <a:lnTo>
                  <a:pt x="1538" y="2485"/>
                </a:lnTo>
                <a:lnTo>
                  <a:pt x="1559" y="2487"/>
                </a:lnTo>
                <a:lnTo>
                  <a:pt x="1579" y="2492"/>
                </a:lnTo>
                <a:lnTo>
                  <a:pt x="1599" y="2499"/>
                </a:lnTo>
                <a:lnTo>
                  <a:pt x="1618" y="2508"/>
                </a:lnTo>
                <a:lnTo>
                  <a:pt x="1636" y="2519"/>
                </a:lnTo>
                <a:lnTo>
                  <a:pt x="1652" y="2532"/>
                </a:lnTo>
                <a:lnTo>
                  <a:pt x="1667" y="2545"/>
                </a:lnTo>
                <a:lnTo>
                  <a:pt x="1679" y="2561"/>
                </a:lnTo>
                <a:lnTo>
                  <a:pt x="1692" y="2578"/>
                </a:lnTo>
                <a:lnTo>
                  <a:pt x="1703" y="2594"/>
                </a:lnTo>
                <a:lnTo>
                  <a:pt x="1712" y="2614"/>
                </a:lnTo>
                <a:lnTo>
                  <a:pt x="1719" y="2632"/>
                </a:lnTo>
                <a:lnTo>
                  <a:pt x="1725" y="2652"/>
                </a:lnTo>
                <a:lnTo>
                  <a:pt x="1729" y="2674"/>
                </a:lnTo>
                <a:lnTo>
                  <a:pt x="1729" y="2696"/>
                </a:lnTo>
                <a:lnTo>
                  <a:pt x="1729" y="3786"/>
                </a:lnTo>
                <a:lnTo>
                  <a:pt x="1729" y="3808"/>
                </a:lnTo>
                <a:lnTo>
                  <a:pt x="1725" y="3830"/>
                </a:lnTo>
                <a:lnTo>
                  <a:pt x="1719" y="3850"/>
                </a:lnTo>
                <a:lnTo>
                  <a:pt x="1712" y="3868"/>
                </a:lnTo>
                <a:lnTo>
                  <a:pt x="1703" y="3888"/>
                </a:lnTo>
                <a:lnTo>
                  <a:pt x="1692" y="3904"/>
                </a:lnTo>
                <a:lnTo>
                  <a:pt x="1679" y="3921"/>
                </a:lnTo>
                <a:lnTo>
                  <a:pt x="1667" y="3937"/>
                </a:lnTo>
                <a:lnTo>
                  <a:pt x="1652" y="3950"/>
                </a:lnTo>
                <a:lnTo>
                  <a:pt x="1636" y="3963"/>
                </a:lnTo>
                <a:lnTo>
                  <a:pt x="1618" y="3974"/>
                </a:lnTo>
                <a:lnTo>
                  <a:pt x="1599" y="3983"/>
                </a:lnTo>
                <a:lnTo>
                  <a:pt x="1579" y="3990"/>
                </a:lnTo>
                <a:lnTo>
                  <a:pt x="1559" y="3995"/>
                </a:lnTo>
                <a:lnTo>
                  <a:pt x="1538" y="3997"/>
                </a:lnTo>
                <a:lnTo>
                  <a:pt x="1516" y="3999"/>
                </a:lnTo>
                <a:lnTo>
                  <a:pt x="213" y="3999"/>
                </a:lnTo>
                <a:lnTo>
                  <a:pt x="191" y="3997"/>
                </a:lnTo>
                <a:lnTo>
                  <a:pt x="169" y="3995"/>
                </a:lnTo>
                <a:lnTo>
                  <a:pt x="149" y="3990"/>
                </a:lnTo>
                <a:lnTo>
                  <a:pt x="129" y="3983"/>
                </a:lnTo>
                <a:lnTo>
                  <a:pt x="111" y="3974"/>
                </a:lnTo>
                <a:lnTo>
                  <a:pt x="93" y="3963"/>
                </a:lnTo>
                <a:lnTo>
                  <a:pt x="76" y="3950"/>
                </a:lnTo>
                <a:lnTo>
                  <a:pt x="62" y="3937"/>
                </a:lnTo>
                <a:lnTo>
                  <a:pt x="49" y="3921"/>
                </a:lnTo>
                <a:lnTo>
                  <a:pt x="36" y="3904"/>
                </a:lnTo>
                <a:lnTo>
                  <a:pt x="25" y="3888"/>
                </a:lnTo>
                <a:lnTo>
                  <a:pt x="16" y="3868"/>
                </a:lnTo>
                <a:lnTo>
                  <a:pt x="9" y="3850"/>
                </a:lnTo>
                <a:lnTo>
                  <a:pt x="4" y="3830"/>
                </a:lnTo>
                <a:lnTo>
                  <a:pt x="0" y="3808"/>
                </a:lnTo>
                <a:lnTo>
                  <a:pt x="0" y="3786"/>
                </a:lnTo>
                <a:lnTo>
                  <a:pt x="0" y="2696"/>
                </a:lnTo>
                <a:lnTo>
                  <a:pt x="0" y="2674"/>
                </a:lnTo>
                <a:lnTo>
                  <a:pt x="4" y="2652"/>
                </a:lnTo>
                <a:lnTo>
                  <a:pt x="9" y="2632"/>
                </a:lnTo>
                <a:lnTo>
                  <a:pt x="16" y="2614"/>
                </a:lnTo>
                <a:lnTo>
                  <a:pt x="25" y="2594"/>
                </a:lnTo>
                <a:lnTo>
                  <a:pt x="36" y="2578"/>
                </a:lnTo>
                <a:lnTo>
                  <a:pt x="49" y="2561"/>
                </a:lnTo>
                <a:lnTo>
                  <a:pt x="62" y="2545"/>
                </a:lnTo>
                <a:lnTo>
                  <a:pt x="76" y="2532"/>
                </a:lnTo>
                <a:lnTo>
                  <a:pt x="93" y="2519"/>
                </a:lnTo>
                <a:lnTo>
                  <a:pt x="111" y="2508"/>
                </a:lnTo>
                <a:lnTo>
                  <a:pt x="129" y="2499"/>
                </a:lnTo>
                <a:lnTo>
                  <a:pt x="149" y="2492"/>
                </a:lnTo>
                <a:lnTo>
                  <a:pt x="169" y="2487"/>
                </a:lnTo>
                <a:lnTo>
                  <a:pt x="191" y="2485"/>
                </a:lnTo>
                <a:lnTo>
                  <a:pt x="213" y="2483"/>
                </a:lnTo>
                <a:lnTo>
                  <a:pt x="791" y="2483"/>
                </a:lnTo>
                <a:lnTo>
                  <a:pt x="791" y="685"/>
                </a:lnTo>
                <a:lnTo>
                  <a:pt x="2503" y="685"/>
                </a:lnTo>
                <a:lnTo>
                  <a:pt x="2503" y="213"/>
                </a:lnTo>
                <a:lnTo>
                  <a:pt x="2505" y="191"/>
                </a:lnTo>
                <a:lnTo>
                  <a:pt x="2508" y="169"/>
                </a:lnTo>
                <a:lnTo>
                  <a:pt x="2514" y="149"/>
                </a:lnTo>
                <a:lnTo>
                  <a:pt x="2521" y="129"/>
                </a:lnTo>
                <a:lnTo>
                  <a:pt x="2530" y="111"/>
                </a:lnTo>
                <a:lnTo>
                  <a:pt x="2539" y="93"/>
                </a:lnTo>
                <a:lnTo>
                  <a:pt x="2552" y="76"/>
                </a:lnTo>
                <a:lnTo>
                  <a:pt x="2566" y="62"/>
                </a:lnTo>
                <a:lnTo>
                  <a:pt x="2581" y="49"/>
                </a:lnTo>
                <a:lnTo>
                  <a:pt x="2597" y="36"/>
                </a:lnTo>
                <a:lnTo>
                  <a:pt x="2616" y="25"/>
                </a:lnTo>
                <a:lnTo>
                  <a:pt x="2634" y="16"/>
                </a:lnTo>
                <a:lnTo>
                  <a:pt x="2654" y="9"/>
                </a:lnTo>
                <a:lnTo>
                  <a:pt x="2674" y="4"/>
                </a:lnTo>
                <a:lnTo>
                  <a:pt x="2694" y="0"/>
                </a:lnTo>
                <a:lnTo>
                  <a:pt x="2715" y="0"/>
                </a:lnTo>
                <a:close/>
              </a:path>
            </a:pathLst>
          </a:custGeom>
          <a:solidFill>
            <a:srgbClr val="333333"/>
          </a:solidFill>
          <a:ln w="9525">
            <a:noFill/>
            <a:round/>
            <a:headEnd/>
            <a:tailEnd/>
          </a:ln>
        </p:spPr>
        <p:txBody>
          <a:bodyPr vert="horz" wrap="square" lIns="91392" tIns="45696" rIns="91392" bIns="45696" anchor="t"/>
          <a:lstStyle/>
          <a:p>
            <a:pPr marL="0" marR="0" lvl="0" indent="0" algn="ctr" defTabSz="913943" eaLnBrk="1" fontAlgn="base" latinLnBrk="0" hangingPunct="1">
              <a:lnSpc>
                <a:spcPct val="100000"/>
              </a:lnSpc>
              <a:spcBef>
                <a:spcPct val="0"/>
              </a:spcBef>
              <a:spcAft>
                <a:spcPct val="0"/>
              </a:spcAft>
              <a:buClrTx/>
              <a:buSzTx/>
              <a:buFontTx/>
              <a:buNone/>
              <a:tabLst/>
              <a:defRPr/>
            </a:pPr>
            <a:endParaRPr kumimoji="0" lang="de-DE" sz="1938" b="0" i="0" u="none" strike="noStrike" kern="0" cap="none" spc="0" normalizeH="0" baseline="0" noProof="0">
              <a:ln>
                <a:noFill/>
              </a:ln>
              <a:solidFill>
                <a:srgbClr val="FFFFFF"/>
              </a:solidFill>
              <a:effectLst/>
              <a:uLnTx/>
              <a:uFillTx/>
            </a:endParaRPr>
          </a:p>
        </p:txBody>
      </p:sp>
      <p:sp>
        <p:nvSpPr>
          <p:cNvPr id="151" name="Freeform 50">
            <a:extLst>
              <a:ext uri="{FF2B5EF4-FFF2-40B4-BE49-F238E27FC236}">
                <a16:creationId xmlns:a16="http://schemas.microsoft.com/office/drawing/2014/main" id="{70B5E3C1-3F02-E769-B7BD-537B263BD5A1}"/>
              </a:ext>
            </a:extLst>
          </p:cNvPr>
          <p:cNvSpPr>
            <a:spLocks noChangeAspect="1" noEditPoints="1"/>
          </p:cNvSpPr>
          <p:nvPr/>
        </p:nvSpPr>
        <p:spPr bwMode="auto">
          <a:xfrm>
            <a:off x="6409154" y="4185172"/>
            <a:ext cx="191408" cy="222484"/>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0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2147483647 w 3704"/>
              <a:gd name="T53" fmla="*/ 2147483647 h 4763"/>
              <a:gd name="T54" fmla="*/ 2147483647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2147483647 h 4763"/>
              <a:gd name="T102" fmla="*/ 2147483647 w 3704"/>
              <a:gd name="T103" fmla="*/ 2147483647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04"/>
              <a:gd name="T169" fmla="*/ 0 h 4763"/>
              <a:gd name="T170" fmla="*/ 3704 w 370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04" h="4763">
                <a:moveTo>
                  <a:pt x="0" y="654"/>
                </a:moveTo>
                <a:lnTo>
                  <a:pt x="0" y="4763"/>
                </a:lnTo>
                <a:lnTo>
                  <a:pt x="2962" y="4763"/>
                </a:lnTo>
                <a:lnTo>
                  <a:pt x="2964" y="1718"/>
                </a:lnTo>
                <a:lnTo>
                  <a:pt x="2769" y="1718"/>
                </a:lnTo>
                <a:lnTo>
                  <a:pt x="2768" y="4568"/>
                </a:lnTo>
                <a:lnTo>
                  <a:pt x="195" y="4568"/>
                </a:lnTo>
                <a:lnTo>
                  <a:pt x="195" y="849"/>
                </a:lnTo>
                <a:lnTo>
                  <a:pt x="2003" y="849"/>
                </a:lnTo>
                <a:lnTo>
                  <a:pt x="2003" y="1621"/>
                </a:lnTo>
                <a:lnTo>
                  <a:pt x="2964" y="1621"/>
                </a:lnTo>
                <a:lnTo>
                  <a:pt x="2965" y="1428"/>
                </a:lnTo>
                <a:lnTo>
                  <a:pt x="2190" y="654"/>
                </a:lnTo>
                <a:lnTo>
                  <a:pt x="0" y="654"/>
                </a:lnTo>
                <a:close/>
                <a:moveTo>
                  <a:pt x="2198" y="945"/>
                </a:moveTo>
                <a:lnTo>
                  <a:pt x="2685" y="1426"/>
                </a:lnTo>
                <a:lnTo>
                  <a:pt x="2198" y="1426"/>
                </a:lnTo>
                <a:lnTo>
                  <a:pt x="2198" y="945"/>
                </a:lnTo>
                <a:close/>
                <a:moveTo>
                  <a:pt x="577" y="554"/>
                </a:moveTo>
                <a:lnTo>
                  <a:pt x="675" y="554"/>
                </a:lnTo>
                <a:lnTo>
                  <a:pt x="675" y="435"/>
                </a:lnTo>
                <a:lnTo>
                  <a:pt x="3229" y="435"/>
                </a:lnTo>
                <a:lnTo>
                  <a:pt x="3229" y="4115"/>
                </a:lnTo>
                <a:lnTo>
                  <a:pt x="3074" y="4115"/>
                </a:lnTo>
                <a:lnTo>
                  <a:pt x="3074" y="4213"/>
                </a:lnTo>
                <a:lnTo>
                  <a:pt x="3327" y="4213"/>
                </a:lnTo>
                <a:lnTo>
                  <a:pt x="3327" y="337"/>
                </a:lnTo>
                <a:lnTo>
                  <a:pt x="577" y="337"/>
                </a:lnTo>
                <a:lnTo>
                  <a:pt x="577" y="554"/>
                </a:lnTo>
                <a:close/>
                <a:moveTo>
                  <a:pt x="964" y="0"/>
                </a:moveTo>
                <a:lnTo>
                  <a:pt x="964" y="218"/>
                </a:lnTo>
                <a:lnTo>
                  <a:pt x="1062" y="218"/>
                </a:lnTo>
                <a:lnTo>
                  <a:pt x="1062" y="97"/>
                </a:lnTo>
                <a:lnTo>
                  <a:pt x="3607" y="97"/>
                </a:lnTo>
                <a:lnTo>
                  <a:pt x="3607" y="3799"/>
                </a:lnTo>
                <a:lnTo>
                  <a:pt x="3452" y="3799"/>
                </a:lnTo>
                <a:lnTo>
                  <a:pt x="3452" y="3896"/>
                </a:lnTo>
                <a:lnTo>
                  <a:pt x="3704" y="3896"/>
                </a:lnTo>
                <a:lnTo>
                  <a:pt x="3704" y="0"/>
                </a:lnTo>
                <a:lnTo>
                  <a:pt x="964" y="0"/>
                </a:lnTo>
                <a:close/>
                <a:moveTo>
                  <a:pt x="2434" y="3265"/>
                </a:moveTo>
                <a:lnTo>
                  <a:pt x="1014" y="3265"/>
                </a:lnTo>
                <a:lnTo>
                  <a:pt x="1014" y="3363"/>
                </a:lnTo>
                <a:lnTo>
                  <a:pt x="2434" y="3363"/>
                </a:lnTo>
                <a:lnTo>
                  <a:pt x="2434" y="3265"/>
                </a:lnTo>
                <a:close/>
                <a:moveTo>
                  <a:pt x="2434" y="2737"/>
                </a:moveTo>
                <a:lnTo>
                  <a:pt x="1014" y="2737"/>
                </a:lnTo>
                <a:lnTo>
                  <a:pt x="1014" y="2834"/>
                </a:lnTo>
                <a:lnTo>
                  <a:pt x="2434" y="2834"/>
                </a:lnTo>
                <a:lnTo>
                  <a:pt x="2434" y="2737"/>
                </a:lnTo>
                <a:close/>
                <a:moveTo>
                  <a:pt x="1014" y="3891"/>
                </a:moveTo>
                <a:lnTo>
                  <a:pt x="2020" y="3891"/>
                </a:lnTo>
                <a:lnTo>
                  <a:pt x="2020" y="3794"/>
                </a:lnTo>
                <a:lnTo>
                  <a:pt x="1014" y="3794"/>
                </a:lnTo>
                <a:lnTo>
                  <a:pt x="1014" y="3891"/>
                </a:lnTo>
                <a:close/>
                <a:moveTo>
                  <a:pt x="659" y="2655"/>
                </a:moveTo>
                <a:lnTo>
                  <a:pt x="659" y="2655"/>
                </a:lnTo>
                <a:lnTo>
                  <a:pt x="645" y="2657"/>
                </a:lnTo>
                <a:lnTo>
                  <a:pt x="633" y="2658"/>
                </a:lnTo>
                <a:lnTo>
                  <a:pt x="620" y="2662"/>
                </a:lnTo>
                <a:lnTo>
                  <a:pt x="609" y="2665"/>
                </a:lnTo>
                <a:lnTo>
                  <a:pt x="597" y="2671"/>
                </a:lnTo>
                <a:lnTo>
                  <a:pt x="586" y="2677"/>
                </a:lnTo>
                <a:lnTo>
                  <a:pt x="576" y="2686"/>
                </a:lnTo>
                <a:lnTo>
                  <a:pt x="566" y="2693"/>
                </a:lnTo>
                <a:lnTo>
                  <a:pt x="559" y="2703"/>
                </a:lnTo>
                <a:lnTo>
                  <a:pt x="550" y="2713"/>
                </a:lnTo>
                <a:lnTo>
                  <a:pt x="544" y="2724"/>
                </a:lnTo>
                <a:lnTo>
                  <a:pt x="538" y="2736"/>
                </a:lnTo>
                <a:lnTo>
                  <a:pt x="535" y="2747"/>
                </a:lnTo>
                <a:lnTo>
                  <a:pt x="531" y="2760"/>
                </a:lnTo>
                <a:lnTo>
                  <a:pt x="530" y="2772"/>
                </a:lnTo>
                <a:lnTo>
                  <a:pt x="528" y="2786"/>
                </a:lnTo>
                <a:lnTo>
                  <a:pt x="530" y="2799"/>
                </a:lnTo>
                <a:lnTo>
                  <a:pt x="531" y="2813"/>
                </a:lnTo>
                <a:lnTo>
                  <a:pt x="535" y="2825"/>
                </a:lnTo>
                <a:lnTo>
                  <a:pt x="538" y="2837"/>
                </a:lnTo>
                <a:lnTo>
                  <a:pt x="544" y="2849"/>
                </a:lnTo>
                <a:lnTo>
                  <a:pt x="550" y="2859"/>
                </a:lnTo>
                <a:lnTo>
                  <a:pt x="559" y="2870"/>
                </a:lnTo>
                <a:lnTo>
                  <a:pt x="566" y="2878"/>
                </a:lnTo>
                <a:lnTo>
                  <a:pt x="576" y="2887"/>
                </a:lnTo>
                <a:lnTo>
                  <a:pt x="586" y="2894"/>
                </a:lnTo>
                <a:lnTo>
                  <a:pt x="597" y="2901"/>
                </a:lnTo>
                <a:lnTo>
                  <a:pt x="609" y="2906"/>
                </a:lnTo>
                <a:lnTo>
                  <a:pt x="620" y="2911"/>
                </a:lnTo>
                <a:lnTo>
                  <a:pt x="633" y="2915"/>
                </a:lnTo>
                <a:lnTo>
                  <a:pt x="645" y="2916"/>
                </a:lnTo>
                <a:lnTo>
                  <a:pt x="659" y="2917"/>
                </a:lnTo>
                <a:lnTo>
                  <a:pt x="672" y="2916"/>
                </a:lnTo>
                <a:lnTo>
                  <a:pt x="686" y="2915"/>
                </a:lnTo>
                <a:lnTo>
                  <a:pt x="698" y="2911"/>
                </a:lnTo>
                <a:lnTo>
                  <a:pt x="710" y="2906"/>
                </a:lnTo>
                <a:lnTo>
                  <a:pt x="722" y="2901"/>
                </a:lnTo>
                <a:lnTo>
                  <a:pt x="732" y="2894"/>
                </a:lnTo>
                <a:lnTo>
                  <a:pt x="743" y="2887"/>
                </a:lnTo>
                <a:lnTo>
                  <a:pt x="751" y="2878"/>
                </a:lnTo>
                <a:lnTo>
                  <a:pt x="760" y="2870"/>
                </a:lnTo>
                <a:lnTo>
                  <a:pt x="767" y="2859"/>
                </a:lnTo>
                <a:lnTo>
                  <a:pt x="774" y="2849"/>
                </a:lnTo>
                <a:lnTo>
                  <a:pt x="779" y="2837"/>
                </a:lnTo>
                <a:lnTo>
                  <a:pt x="784" y="2825"/>
                </a:lnTo>
                <a:lnTo>
                  <a:pt x="788" y="2813"/>
                </a:lnTo>
                <a:lnTo>
                  <a:pt x="789" y="2799"/>
                </a:lnTo>
                <a:lnTo>
                  <a:pt x="790" y="2786"/>
                </a:lnTo>
                <a:lnTo>
                  <a:pt x="789" y="2772"/>
                </a:lnTo>
                <a:lnTo>
                  <a:pt x="788" y="2760"/>
                </a:lnTo>
                <a:lnTo>
                  <a:pt x="784" y="2747"/>
                </a:lnTo>
                <a:lnTo>
                  <a:pt x="779" y="2736"/>
                </a:lnTo>
                <a:lnTo>
                  <a:pt x="774" y="2724"/>
                </a:lnTo>
                <a:lnTo>
                  <a:pt x="767" y="2713"/>
                </a:lnTo>
                <a:lnTo>
                  <a:pt x="760" y="2703"/>
                </a:lnTo>
                <a:lnTo>
                  <a:pt x="751" y="2693"/>
                </a:lnTo>
                <a:lnTo>
                  <a:pt x="743" y="2686"/>
                </a:lnTo>
                <a:lnTo>
                  <a:pt x="732" y="2677"/>
                </a:lnTo>
                <a:lnTo>
                  <a:pt x="722" y="2671"/>
                </a:lnTo>
                <a:lnTo>
                  <a:pt x="710" y="2665"/>
                </a:lnTo>
                <a:lnTo>
                  <a:pt x="698" y="2662"/>
                </a:lnTo>
                <a:lnTo>
                  <a:pt x="686" y="2658"/>
                </a:lnTo>
                <a:lnTo>
                  <a:pt x="672" y="2657"/>
                </a:lnTo>
                <a:lnTo>
                  <a:pt x="659" y="2655"/>
                </a:lnTo>
                <a:close/>
                <a:moveTo>
                  <a:pt x="659" y="2127"/>
                </a:moveTo>
                <a:lnTo>
                  <a:pt x="659" y="2127"/>
                </a:lnTo>
                <a:lnTo>
                  <a:pt x="645" y="2128"/>
                </a:lnTo>
                <a:lnTo>
                  <a:pt x="633" y="2129"/>
                </a:lnTo>
                <a:lnTo>
                  <a:pt x="620" y="2133"/>
                </a:lnTo>
                <a:lnTo>
                  <a:pt x="609" y="2137"/>
                </a:lnTo>
                <a:lnTo>
                  <a:pt x="597" y="2143"/>
                </a:lnTo>
                <a:lnTo>
                  <a:pt x="586" y="2149"/>
                </a:lnTo>
                <a:lnTo>
                  <a:pt x="576" y="2157"/>
                </a:lnTo>
                <a:lnTo>
                  <a:pt x="566" y="2165"/>
                </a:lnTo>
                <a:lnTo>
                  <a:pt x="559" y="2175"/>
                </a:lnTo>
                <a:lnTo>
                  <a:pt x="550" y="2184"/>
                </a:lnTo>
                <a:lnTo>
                  <a:pt x="544" y="2195"/>
                </a:lnTo>
                <a:lnTo>
                  <a:pt x="538" y="2207"/>
                </a:lnTo>
                <a:lnTo>
                  <a:pt x="535" y="2218"/>
                </a:lnTo>
                <a:lnTo>
                  <a:pt x="531" y="2232"/>
                </a:lnTo>
                <a:lnTo>
                  <a:pt x="530" y="2244"/>
                </a:lnTo>
                <a:lnTo>
                  <a:pt x="528" y="2257"/>
                </a:lnTo>
                <a:lnTo>
                  <a:pt x="530" y="2271"/>
                </a:lnTo>
                <a:lnTo>
                  <a:pt x="531" y="2284"/>
                </a:lnTo>
                <a:lnTo>
                  <a:pt x="535" y="2296"/>
                </a:lnTo>
                <a:lnTo>
                  <a:pt x="538" y="2308"/>
                </a:lnTo>
                <a:lnTo>
                  <a:pt x="544" y="2321"/>
                </a:lnTo>
                <a:lnTo>
                  <a:pt x="550" y="2330"/>
                </a:lnTo>
                <a:lnTo>
                  <a:pt x="559" y="2341"/>
                </a:lnTo>
                <a:lnTo>
                  <a:pt x="566" y="2350"/>
                </a:lnTo>
                <a:lnTo>
                  <a:pt x="576" y="2358"/>
                </a:lnTo>
                <a:lnTo>
                  <a:pt x="586" y="2366"/>
                </a:lnTo>
                <a:lnTo>
                  <a:pt x="597" y="2373"/>
                </a:lnTo>
                <a:lnTo>
                  <a:pt x="609" y="2378"/>
                </a:lnTo>
                <a:lnTo>
                  <a:pt x="620" y="2383"/>
                </a:lnTo>
                <a:lnTo>
                  <a:pt x="633" y="2386"/>
                </a:lnTo>
                <a:lnTo>
                  <a:pt x="645" y="2388"/>
                </a:lnTo>
                <a:lnTo>
                  <a:pt x="659" y="2389"/>
                </a:lnTo>
                <a:lnTo>
                  <a:pt x="672" y="2388"/>
                </a:lnTo>
                <a:lnTo>
                  <a:pt x="686" y="2386"/>
                </a:lnTo>
                <a:lnTo>
                  <a:pt x="698" y="2383"/>
                </a:lnTo>
                <a:lnTo>
                  <a:pt x="710" y="2378"/>
                </a:lnTo>
                <a:lnTo>
                  <a:pt x="722" y="2373"/>
                </a:lnTo>
                <a:lnTo>
                  <a:pt x="732" y="2366"/>
                </a:lnTo>
                <a:lnTo>
                  <a:pt x="743" y="2358"/>
                </a:lnTo>
                <a:lnTo>
                  <a:pt x="751" y="2350"/>
                </a:lnTo>
                <a:lnTo>
                  <a:pt x="760" y="2341"/>
                </a:lnTo>
                <a:lnTo>
                  <a:pt x="767" y="2330"/>
                </a:lnTo>
                <a:lnTo>
                  <a:pt x="774" y="2321"/>
                </a:lnTo>
                <a:lnTo>
                  <a:pt x="779" y="2308"/>
                </a:lnTo>
                <a:lnTo>
                  <a:pt x="784" y="2296"/>
                </a:lnTo>
                <a:lnTo>
                  <a:pt x="788" y="2284"/>
                </a:lnTo>
                <a:lnTo>
                  <a:pt x="789" y="2271"/>
                </a:lnTo>
                <a:lnTo>
                  <a:pt x="790" y="2257"/>
                </a:lnTo>
                <a:lnTo>
                  <a:pt x="789" y="2244"/>
                </a:lnTo>
                <a:lnTo>
                  <a:pt x="788" y="2232"/>
                </a:lnTo>
                <a:lnTo>
                  <a:pt x="784" y="2218"/>
                </a:lnTo>
                <a:lnTo>
                  <a:pt x="779" y="2207"/>
                </a:lnTo>
                <a:lnTo>
                  <a:pt x="774" y="2195"/>
                </a:lnTo>
                <a:lnTo>
                  <a:pt x="767" y="2184"/>
                </a:lnTo>
                <a:lnTo>
                  <a:pt x="760" y="2175"/>
                </a:lnTo>
                <a:lnTo>
                  <a:pt x="751" y="2165"/>
                </a:lnTo>
                <a:lnTo>
                  <a:pt x="743" y="2157"/>
                </a:lnTo>
                <a:lnTo>
                  <a:pt x="732" y="2149"/>
                </a:lnTo>
                <a:lnTo>
                  <a:pt x="722" y="2143"/>
                </a:lnTo>
                <a:lnTo>
                  <a:pt x="710" y="2137"/>
                </a:lnTo>
                <a:lnTo>
                  <a:pt x="698" y="2133"/>
                </a:lnTo>
                <a:lnTo>
                  <a:pt x="686" y="2129"/>
                </a:lnTo>
                <a:lnTo>
                  <a:pt x="672" y="2128"/>
                </a:lnTo>
                <a:lnTo>
                  <a:pt x="659" y="2127"/>
                </a:lnTo>
                <a:close/>
                <a:moveTo>
                  <a:pt x="659" y="3184"/>
                </a:moveTo>
                <a:lnTo>
                  <a:pt x="659" y="3184"/>
                </a:lnTo>
                <a:lnTo>
                  <a:pt x="645" y="3185"/>
                </a:lnTo>
                <a:lnTo>
                  <a:pt x="633" y="3186"/>
                </a:lnTo>
                <a:lnTo>
                  <a:pt x="620" y="3190"/>
                </a:lnTo>
                <a:lnTo>
                  <a:pt x="609" y="3194"/>
                </a:lnTo>
                <a:lnTo>
                  <a:pt x="597" y="3200"/>
                </a:lnTo>
                <a:lnTo>
                  <a:pt x="586" y="3206"/>
                </a:lnTo>
                <a:lnTo>
                  <a:pt x="576" y="3214"/>
                </a:lnTo>
                <a:lnTo>
                  <a:pt x="566" y="3222"/>
                </a:lnTo>
                <a:lnTo>
                  <a:pt x="559" y="3231"/>
                </a:lnTo>
                <a:lnTo>
                  <a:pt x="550" y="3241"/>
                </a:lnTo>
                <a:lnTo>
                  <a:pt x="544" y="3252"/>
                </a:lnTo>
                <a:lnTo>
                  <a:pt x="538" y="3264"/>
                </a:lnTo>
                <a:lnTo>
                  <a:pt x="535" y="3275"/>
                </a:lnTo>
                <a:lnTo>
                  <a:pt x="531" y="3289"/>
                </a:lnTo>
                <a:lnTo>
                  <a:pt x="530" y="3301"/>
                </a:lnTo>
                <a:lnTo>
                  <a:pt x="528" y="3314"/>
                </a:lnTo>
                <a:lnTo>
                  <a:pt x="530" y="3328"/>
                </a:lnTo>
                <a:lnTo>
                  <a:pt x="531" y="3341"/>
                </a:lnTo>
                <a:lnTo>
                  <a:pt x="535" y="3353"/>
                </a:lnTo>
                <a:lnTo>
                  <a:pt x="538" y="3365"/>
                </a:lnTo>
                <a:lnTo>
                  <a:pt x="544" y="3377"/>
                </a:lnTo>
                <a:lnTo>
                  <a:pt x="550" y="3387"/>
                </a:lnTo>
                <a:lnTo>
                  <a:pt x="559" y="3398"/>
                </a:lnTo>
                <a:lnTo>
                  <a:pt x="566" y="3407"/>
                </a:lnTo>
                <a:lnTo>
                  <a:pt x="576" y="3415"/>
                </a:lnTo>
                <a:lnTo>
                  <a:pt x="586" y="3424"/>
                </a:lnTo>
                <a:lnTo>
                  <a:pt x="597" y="3430"/>
                </a:lnTo>
                <a:lnTo>
                  <a:pt x="609" y="3435"/>
                </a:lnTo>
                <a:lnTo>
                  <a:pt x="620" y="3440"/>
                </a:lnTo>
                <a:lnTo>
                  <a:pt x="633" y="3443"/>
                </a:lnTo>
                <a:lnTo>
                  <a:pt x="645" y="3444"/>
                </a:lnTo>
                <a:lnTo>
                  <a:pt x="659" y="3446"/>
                </a:lnTo>
                <a:lnTo>
                  <a:pt x="672" y="3444"/>
                </a:lnTo>
                <a:lnTo>
                  <a:pt x="686" y="3443"/>
                </a:lnTo>
                <a:lnTo>
                  <a:pt x="698" y="3440"/>
                </a:lnTo>
                <a:lnTo>
                  <a:pt x="710" y="3435"/>
                </a:lnTo>
                <a:lnTo>
                  <a:pt x="722" y="3430"/>
                </a:lnTo>
                <a:lnTo>
                  <a:pt x="732" y="3424"/>
                </a:lnTo>
                <a:lnTo>
                  <a:pt x="743" y="3415"/>
                </a:lnTo>
                <a:lnTo>
                  <a:pt x="751" y="3407"/>
                </a:lnTo>
                <a:lnTo>
                  <a:pt x="760" y="3398"/>
                </a:lnTo>
                <a:lnTo>
                  <a:pt x="767" y="3387"/>
                </a:lnTo>
                <a:lnTo>
                  <a:pt x="774" y="3377"/>
                </a:lnTo>
                <a:lnTo>
                  <a:pt x="779" y="3365"/>
                </a:lnTo>
                <a:lnTo>
                  <a:pt x="784" y="3353"/>
                </a:lnTo>
                <a:lnTo>
                  <a:pt x="788" y="3341"/>
                </a:lnTo>
                <a:lnTo>
                  <a:pt x="789" y="3328"/>
                </a:lnTo>
                <a:lnTo>
                  <a:pt x="790" y="3314"/>
                </a:lnTo>
                <a:lnTo>
                  <a:pt x="789" y="3301"/>
                </a:lnTo>
                <a:lnTo>
                  <a:pt x="788" y="3289"/>
                </a:lnTo>
                <a:lnTo>
                  <a:pt x="784" y="3275"/>
                </a:lnTo>
                <a:lnTo>
                  <a:pt x="779" y="3264"/>
                </a:lnTo>
                <a:lnTo>
                  <a:pt x="774" y="3252"/>
                </a:lnTo>
                <a:lnTo>
                  <a:pt x="767" y="3241"/>
                </a:lnTo>
                <a:lnTo>
                  <a:pt x="760" y="3231"/>
                </a:lnTo>
                <a:lnTo>
                  <a:pt x="751" y="3222"/>
                </a:lnTo>
                <a:lnTo>
                  <a:pt x="743" y="3214"/>
                </a:lnTo>
                <a:lnTo>
                  <a:pt x="732" y="3206"/>
                </a:lnTo>
                <a:lnTo>
                  <a:pt x="722" y="3200"/>
                </a:lnTo>
                <a:lnTo>
                  <a:pt x="710" y="3194"/>
                </a:lnTo>
                <a:lnTo>
                  <a:pt x="698" y="3190"/>
                </a:lnTo>
                <a:lnTo>
                  <a:pt x="686" y="3186"/>
                </a:lnTo>
                <a:lnTo>
                  <a:pt x="672" y="3185"/>
                </a:lnTo>
                <a:lnTo>
                  <a:pt x="659" y="3184"/>
                </a:lnTo>
                <a:close/>
                <a:moveTo>
                  <a:pt x="659" y="3712"/>
                </a:moveTo>
                <a:lnTo>
                  <a:pt x="659" y="3712"/>
                </a:lnTo>
                <a:lnTo>
                  <a:pt x="645" y="3713"/>
                </a:lnTo>
                <a:lnTo>
                  <a:pt x="633" y="3715"/>
                </a:lnTo>
                <a:lnTo>
                  <a:pt x="620" y="3718"/>
                </a:lnTo>
                <a:lnTo>
                  <a:pt x="609" y="3722"/>
                </a:lnTo>
                <a:lnTo>
                  <a:pt x="597" y="3728"/>
                </a:lnTo>
                <a:lnTo>
                  <a:pt x="586" y="3734"/>
                </a:lnTo>
                <a:lnTo>
                  <a:pt x="576" y="3743"/>
                </a:lnTo>
                <a:lnTo>
                  <a:pt x="566" y="3750"/>
                </a:lnTo>
                <a:lnTo>
                  <a:pt x="559" y="3760"/>
                </a:lnTo>
                <a:lnTo>
                  <a:pt x="550" y="3769"/>
                </a:lnTo>
                <a:lnTo>
                  <a:pt x="544" y="3780"/>
                </a:lnTo>
                <a:lnTo>
                  <a:pt x="538" y="3793"/>
                </a:lnTo>
                <a:lnTo>
                  <a:pt x="535" y="3805"/>
                </a:lnTo>
                <a:lnTo>
                  <a:pt x="531" y="3817"/>
                </a:lnTo>
                <a:lnTo>
                  <a:pt x="530" y="3829"/>
                </a:lnTo>
                <a:lnTo>
                  <a:pt x="528" y="3843"/>
                </a:lnTo>
                <a:lnTo>
                  <a:pt x="530" y="3856"/>
                </a:lnTo>
                <a:lnTo>
                  <a:pt x="531" y="3869"/>
                </a:lnTo>
                <a:lnTo>
                  <a:pt x="535" y="3882"/>
                </a:lnTo>
                <a:lnTo>
                  <a:pt x="538" y="3894"/>
                </a:lnTo>
                <a:lnTo>
                  <a:pt x="544" y="3906"/>
                </a:lnTo>
                <a:lnTo>
                  <a:pt x="550" y="3917"/>
                </a:lnTo>
                <a:lnTo>
                  <a:pt x="559" y="3927"/>
                </a:lnTo>
                <a:lnTo>
                  <a:pt x="566" y="3935"/>
                </a:lnTo>
                <a:lnTo>
                  <a:pt x="576" y="3944"/>
                </a:lnTo>
                <a:lnTo>
                  <a:pt x="586" y="3952"/>
                </a:lnTo>
                <a:lnTo>
                  <a:pt x="597" y="3958"/>
                </a:lnTo>
                <a:lnTo>
                  <a:pt x="609" y="3963"/>
                </a:lnTo>
                <a:lnTo>
                  <a:pt x="620" y="3968"/>
                </a:lnTo>
                <a:lnTo>
                  <a:pt x="633" y="3972"/>
                </a:lnTo>
                <a:lnTo>
                  <a:pt x="645" y="3973"/>
                </a:lnTo>
                <a:lnTo>
                  <a:pt x="659" y="3974"/>
                </a:lnTo>
                <a:lnTo>
                  <a:pt x="672" y="3973"/>
                </a:lnTo>
                <a:lnTo>
                  <a:pt x="686" y="3972"/>
                </a:lnTo>
                <a:lnTo>
                  <a:pt x="698" y="3968"/>
                </a:lnTo>
                <a:lnTo>
                  <a:pt x="710" y="3963"/>
                </a:lnTo>
                <a:lnTo>
                  <a:pt x="722" y="3958"/>
                </a:lnTo>
                <a:lnTo>
                  <a:pt x="732" y="3952"/>
                </a:lnTo>
                <a:lnTo>
                  <a:pt x="743" y="3944"/>
                </a:lnTo>
                <a:lnTo>
                  <a:pt x="751" y="3935"/>
                </a:lnTo>
                <a:lnTo>
                  <a:pt x="760" y="3927"/>
                </a:lnTo>
                <a:lnTo>
                  <a:pt x="767" y="3917"/>
                </a:lnTo>
                <a:lnTo>
                  <a:pt x="774" y="3906"/>
                </a:lnTo>
                <a:lnTo>
                  <a:pt x="779" y="3894"/>
                </a:lnTo>
                <a:lnTo>
                  <a:pt x="784" y="3882"/>
                </a:lnTo>
                <a:lnTo>
                  <a:pt x="788" y="3869"/>
                </a:lnTo>
                <a:lnTo>
                  <a:pt x="789" y="3856"/>
                </a:lnTo>
                <a:lnTo>
                  <a:pt x="790" y="3843"/>
                </a:lnTo>
                <a:lnTo>
                  <a:pt x="789" y="3829"/>
                </a:lnTo>
                <a:lnTo>
                  <a:pt x="788" y="3817"/>
                </a:lnTo>
                <a:lnTo>
                  <a:pt x="784" y="3805"/>
                </a:lnTo>
                <a:lnTo>
                  <a:pt x="779" y="3793"/>
                </a:lnTo>
                <a:lnTo>
                  <a:pt x="774" y="3780"/>
                </a:lnTo>
                <a:lnTo>
                  <a:pt x="767" y="3769"/>
                </a:lnTo>
                <a:lnTo>
                  <a:pt x="760" y="3760"/>
                </a:lnTo>
                <a:lnTo>
                  <a:pt x="751" y="3750"/>
                </a:lnTo>
                <a:lnTo>
                  <a:pt x="743" y="3743"/>
                </a:lnTo>
                <a:lnTo>
                  <a:pt x="732" y="3734"/>
                </a:lnTo>
                <a:lnTo>
                  <a:pt x="722" y="3728"/>
                </a:lnTo>
                <a:lnTo>
                  <a:pt x="710" y="3722"/>
                </a:lnTo>
                <a:lnTo>
                  <a:pt x="698" y="3718"/>
                </a:lnTo>
                <a:lnTo>
                  <a:pt x="686" y="3715"/>
                </a:lnTo>
                <a:lnTo>
                  <a:pt x="672" y="3713"/>
                </a:lnTo>
                <a:lnTo>
                  <a:pt x="659" y="3712"/>
                </a:lnTo>
                <a:close/>
                <a:moveTo>
                  <a:pt x="2434" y="2209"/>
                </a:moveTo>
                <a:lnTo>
                  <a:pt x="1014" y="2209"/>
                </a:lnTo>
                <a:lnTo>
                  <a:pt x="1014" y="2306"/>
                </a:lnTo>
                <a:lnTo>
                  <a:pt x="2434" y="2306"/>
                </a:lnTo>
                <a:lnTo>
                  <a:pt x="2434" y="2209"/>
                </a:lnTo>
                <a:close/>
              </a:path>
            </a:pathLst>
          </a:custGeom>
          <a:solidFill>
            <a:srgbClr val="333333"/>
          </a:solidFill>
          <a:ln w="9525">
            <a:noFill/>
            <a:round/>
            <a:headEnd/>
            <a:tailEnd/>
          </a:ln>
        </p:spPr>
        <p:txBody>
          <a:bodyPr vert="horz" wrap="square" lIns="91392" tIns="45696" rIns="91392" bIns="45696" anchor="t"/>
          <a:lstStyle/>
          <a:p>
            <a:pPr marL="0" marR="0" lvl="0" indent="0" algn="ctr" defTabSz="913943" eaLnBrk="1" fontAlgn="base" latinLnBrk="0" hangingPunct="1">
              <a:lnSpc>
                <a:spcPct val="100000"/>
              </a:lnSpc>
              <a:spcBef>
                <a:spcPct val="0"/>
              </a:spcBef>
              <a:spcAft>
                <a:spcPct val="0"/>
              </a:spcAft>
              <a:buClrTx/>
              <a:buSzTx/>
              <a:buFontTx/>
              <a:buNone/>
              <a:tabLst/>
              <a:defRPr/>
            </a:pPr>
            <a:endParaRPr kumimoji="0" lang="de-DE" sz="1938" b="0" i="0" u="none" strike="noStrike" kern="0" cap="none" spc="0" normalizeH="0" baseline="0" noProof="0">
              <a:ln>
                <a:noFill/>
              </a:ln>
              <a:solidFill>
                <a:srgbClr val="646464"/>
              </a:solidFill>
              <a:effectLst/>
              <a:uLnTx/>
              <a:uFillTx/>
            </a:endParaRPr>
          </a:p>
        </p:txBody>
      </p:sp>
      <p:sp>
        <p:nvSpPr>
          <p:cNvPr id="152" name="Rectangle 151">
            <a:extLst>
              <a:ext uri="{FF2B5EF4-FFF2-40B4-BE49-F238E27FC236}">
                <a16:creationId xmlns:a16="http://schemas.microsoft.com/office/drawing/2014/main" id="{15B971F8-6902-C744-60DF-5A3FA6F0CECB}"/>
              </a:ext>
            </a:extLst>
          </p:cNvPr>
          <p:cNvSpPr/>
          <p:nvPr/>
        </p:nvSpPr>
        <p:spPr>
          <a:xfrm>
            <a:off x="704993" y="2617276"/>
            <a:ext cx="1029211" cy="307617"/>
          </a:xfrm>
          <a:prstGeom prst="rect">
            <a:avLst/>
          </a:prstGeom>
        </p:spPr>
        <p:txBody>
          <a:bodyPr wrap="square">
            <a:spAutoFit/>
          </a:bodyPr>
          <a:lstStyle/>
          <a:p>
            <a:pPr defTabSz="913943">
              <a:defRPr/>
            </a:pPr>
            <a:r>
              <a:rPr lang="en-US" sz="1399" b="1" kern="0">
                <a:solidFill>
                  <a:srgbClr val="FFFFFF"/>
                </a:solidFill>
                <a:latin typeface="Arial"/>
              </a:rPr>
              <a:t>Data</a:t>
            </a:r>
          </a:p>
        </p:txBody>
      </p:sp>
      <p:sp>
        <p:nvSpPr>
          <p:cNvPr id="153" name="Rectangle: Rounded Corners 152">
            <a:extLst>
              <a:ext uri="{FF2B5EF4-FFF2-40B4-BE49-F238E27FC236}">
                <a16:creationId xmlns:a16="http://schemas.microsoft.com/office/drawing/2014/main" id="{9A8164B0-0702-51FB-DAE8-5D57C3B89BD7}"/>
              </a:ext>
            </a:extLst>
          </p:cNvPr>
          <p:cNvSpPr/>
          <p:nvPr/>
        </p:nvSpPr>
        <p:spPr>
          <a:xfrm>
            <a:off x="9044706" y="2553669"/>
            <a:ext cx="2517142" cy="429361"/>
          </a:xfrm>
          <a:prstGeom prst="roundRect">
            <a:avLst>
              <a:gd name="adj" fmla="val 4274"/>
            </a:avLst>
          </a:prstGeom>
          <a:solidFill>
            <a:srgbClr val="2C973E"/>
          </a:solidFill>
          <a:ln w="9525" cap="flat" cmpd="sng" algn="ctr">
            <a:solidFill>
              <a:srgbClr val="2C973E"/>
            </a:solid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IN" sz="1199" b="0" i="0" u="none" strike="noStrike" kern="0" cap="none" spc="0" normalizeH="0" baseline="0" noProof="0">
              <a:ln>
                <a:noFill/>
              </a:ln>
              <a:solidFill>
                <a:srgbClr val="FFFFFF"/>
              </a:solidFill>
              <a:effectLst/>
              <a:uLnTx/>
              <a:uFillTx/>
              <a:latin typeface="Arial"/>
              <a:ea typeface="+mn-ea"/>
              <a:cs typeface="+mn-cs"/>
            </a:endParaRPr>
          </a:p>
        </p:txBody>
      </p:sp>
      <p:sp>
        <p:nvSpPr>
          <p:cNvPr id="154" name="Rectangle 153">
            <a:extLst>
              <a:ext uri="{FF2B5EF4-FFF2-40B4-BE49-F238E27FC236}">
                <a16:creationId xmlns:a16="http://schemas.microsoft.com/office/drawing/2014/main" id="{B52AB6D4-F6B6-38D7-A630-14B54C7567DE}"/>
              </a:ext>
            </a:extLst>
          </p:cNvPr>
          <p:cNvSpPr/>
          <p:nvPr/>
        </p:nvSpPr>
        <p:spPr>
          <a:xfrm>
            <a:off x="599763" y="2981462"/>
            <a:ext cx="2511963" cy="2663621"/>
          </a:xfrm>
          <a:prstGeom prst="rect">
            <a:avLst/>
          </a:prstGeom>
          <a:noFill/>
          <a:ln w="25400" cap="flat" cmpd="sng" algn="ctr">
            <a:solidFill>
              <a:srgbClr val="C893C7"/>
            </a:solidFill>
            <a:prstDash val="solid"/>
            <a:tailEnd type="none"/>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IN" sz="1199" b="0" i="0" u="none" strike="noStrike" kern="0" cap="none" spc="0" normalizeH="0" baseline="0" noProof="0">
              <a:ln>
                <a:noFill/>
              </a:ln>
              <a:solidFill>
                <a:srgbClr val="FFFFFF"/>
              </a:solidFill>
              <a:effectLst/>
              <a:uLnTx/>
              <a:uFillTx/>
              <a:latin typeface="Arial"/>
              <a:ea typeface="+mn-ea"/>
              <a:cs typeface="+mn-cs"/>
            </a:endParaRPr>
          </a:p>
        </p:txBody>
      </p:sp>
      <p:sp>
        <p:nvSpPr>
          <p:cNvPr id="155" name="Rectangle 154">
            <a:extLst>
              <a:ext uri="{FF2B5EF4-FFF2-40B4-BE49-F238E27FC236}">
                <a16:creationId xmlns:a16="http://schemas.microsoft.com/office/drawing/2014/main" id="{B7D52406-5E42-DB32-C25A-5CBE81781A1B}"/>
              </a:ext>
            </a:extLst>
          </p:cNvPr>
          <p:cNvSpPr/>
          <p:nvPr/>
        </p:nvSpPr>
        <p:spPr>
          <a:xfrm>
            <a:off x="9062417" y="2983030"/>
            <a:ext cx="2511963" cy="2650833"/>
          </a:xfrm>
          <a:prstGeom prst="rect">
            <a:avLst/>
          </a:prstGeom>
          <a:noFill/>
          <a:ln w="25400" cap="flat" cmpd="sng" algn="ctr">
            <a:solidFill>
              <a:srgbClr val="95CB89"/>
            </a:solidFill>
            <a:prstDash val="solid"/>
            <a:tailEnd type="none"/>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IN" sz="1199" b="0" i="0" u="none" strike="noStrike" kern="0" cap="none" spc="0" normalizeH="0" baseline="0" noProof="0">
              <a:ln>
                <a:noFill/>
              </a:ln>
              <a:solidFill>
                <a:srgbClr val="FFFFFF"/>
              </a:solidFill>
              <a:effectLst/>
              <a:uLnTx/>
              <a:uFillTx/>
              <a:latin typeface="Arial"/>
              <a:ea typeface="+mn-ea"/>
              <a:cs typeface="+mn-cs"/>
            </a:endParaRPr>
          </a:p>
        </p:txBody>
      </p:sp>
      <p:sp>
        <p:nvSpPr>
          <p:cNvPr id="156" name="Rectangle 155">
            <a:extLst>
              <a:ext uri="{FF2B5EF4-FFF2-40B4-BE49-F238E27FC236}">
                <a16:creationId xmlns:a16="http://schemas.microsoft.com/office/drawing/2014/main" id="{6073E85A-279B-48EE-7DEB-939E9769CC53}"/>
              </a:ext>
            </a:extLst>
          </p:cNvPr>
          <p:cNvSpPr/>
          <p:nvPr/>
        </p:nvSpPr>
        <p:spPr>
          <a:xfrm>
            <a:off x="9149426" y="2540590"/>
            <a:ext cx="2869800" cy="307617"/>
          </a:xfrm>
          <a:prstGeom prst="rect">
            <a:avLst/>
          </a:prstGeom>
          <a:ln>
            <a:noFill/>
          </a:ln>
        </p:spPr>
        <p:txBody>
          <a:bodyPr wrap="square">
            <a:spAutoFit/>
          </a:bodyPr>
          <a:lstStyle/>
          <a:p>
            <a:pPr defTabSz="913943">
              <a:defRPr/>
            </a:pPr>
            <a:r>
              <a:rPr lang="en-US" sz="1399" b="1" kern="0">
                <a:solidFill>
                  <a:srgbClr val="FFFFFF"/>
                </a:solidFill>
                <a:latin typeface="Arial"/>
              </a:rPr>
              <a:t>Agile accounting</a:t>
            </a:r>
          </a:p>
        </p:txBody>
      </p:sp>
    </p:spTree>
    <p:extLst>
      <p:ext uri="{BB962C8B-B14F-4D97-AF65-F5344CB8AC3E}">
        <p14:creationId xmlns:p14="http://schemas.microsoft.com/office/powerpoint/2010/main" val="16061488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9A1EA4-22E2-456F-21F5-6464865594C0}"/>
              </a:ext>
            </a:extLst>
          </p:cNvPr>
          <p:cNvSpPr>
            <a:spLocks noGrp="1"/>
          </p:cNvSpPr>
          <p:nvPr>
            <p:ph type="title"/>
          </p:nvPr>
        </p:nvSpPr>
        <p:spPr/>
        <p:txBody>
          <a:bodyPr/>
          <a:lstStyle/>
          <a:p>
            <a:r>
              <a:rPr lang="en-GB"/>
              <a:t>How do </a:t>
            </a:r>
            <a:r>
              <a:rPr lang="en-GB" err="1"/>
              <a:t>BlackLine</a:t>
            </a:r>
            <a:r>
              <a:rPr lang="en-GB"/>
              <a:t> and SAP work together? </a:t>
            </a:r>
            <a:endParaRPr lang="en-IN"/>
          </a:p>
        </p:txBody>
      </p:sp>
      <p:sp>
        <p:nvSpPr>
          <p:cNvPr id="5" name="Slide Number Placeholder 4">
            <a:extLst>
              <a:ext uri="{FF2B5EF4-FFF2-40B4-BE49-F238E27FC236}">
                <a16:creationId xmlns:a16="http://schemas.microsoft.com/office/drawing/2014/main" id="{23EA17A6-08F9-8606-0BF8-FD4FA97386F3}"/>
              </a:ext>
            </a:extLst>
          </p:cNvPr>
          <p:cNvSpPr>
            <a:spLocks noGrp="1"/>
          </p:cNvSpPr>
          <p:nvPr>
            <p:ph type="sldNum" sz="quarter" idx="12"/>
          </p:nvPr>
        </p:nvSpPr>
        <p:spPr/>
        <p:txBody>
          <a:bodyPr/>
          <a:lstStyle/>
          <a:p>
            <a:fld id="{94FCA0F3-9F3A-694B-99BB-0E592A797735}" type="slidenum">
              <a:rPr lang="en-US" smtClean="0"/>
              <a:t>110</a:t>
            </a:fld>
            <a:endParaRPr lang="en-US"/>
          </a:p>
        </p:txBody>
      </p:sp>
      <p:sp>
        <p:nvSpPr>
          <p:cNvPr id="6" name="Date Placeholder 5">
            <a:extLst>
              <a:ext uri="{FF2B5EF4-FFF2-40B4-BE49-F238E27FC236}">
                <a16:creationId xmlns:a16="http://schemas.microsoft.com/office/drawing/2014/main" id="{D1BA0675-FCDB-E863-8564-C7DE2EF83AB1}"/>
              </a:ext>
            </a:extLst>
          </p:cNvPr>
          <p:cNvSpPr>
            <a:spLocks noGrp="1"/>
          </p:cNvSpPr>
          <p:nvPr>
            <p:ph type="dt" sz="half" idx="10"/>
          </p:nvPr>
        </p:nvSpPr>
        <p:spPr/>
        <p:txBody>
          <a:bodyPr/>
          <a:lstStyle/>
          <a:p>
            <a:fld id="{F7D2B5BE-1E6C-440A-B9C9-9A9A87F93409}" type="datetime1">
              <a:rPr lang="en-US" smtClean="0"/>
              <a:t>9/19/2025</a:t>
            </a:fld>
            <a:endParaRPr lang="en-US"/>
          </a:p>
        </p:txBody>
      </p:sp>
      <p:sp>
        <p:nvSpPr>
          <p:cNvPr id="8" name="SmartArt Placeholder 7">
            <a:extLst>
              <a:ext uri="{FF2B5EF4-FFF2-40B4-BE49-F238E27FC236}">
                <a16:creationId xmlns:a16="http://schemas.microsoft.com/office/drawing/2014/main" id="{89839845-E493-F611-36E6-B7D1F76D4D30}"/>
              </a:ext>
            </a:extLst>
          </p:cNvPr>
          <p:cNvSpPr>
            <a:spLocks noGrp="1"/>
          </p:cNvSpPr>
          <p:nvPr>
            <p:ph type="dgm" sz="quarter" idx="17"/>
          </p:nvPr>
        </p:nvSpPr>
        <p:spPr/>
        <p:txBody>
          <a:bodyPr/>
          <a:lstStyle/>
          <a:p>
            <a:endParaRPr lang="en-IN"/>
          </a:p>
        </p:txBody>
      </p:sp>
      <p:grpSp>
        <p:nvGrpSpPr>
          <p:cNvPr id="9" name="Group 8">
            <a:extLst>
              <a:ext uri="{FF2B5EF4-FFF2-40B4-BE49-F238E27FC236}">
                <a16:creationId xmlns:a16="http://schemas.microsoft.com/office/drawing/2014/main" id="{2CFF662A-5CAF-A009-7DF9-3A7741EB1BDA}"/>
              </a:ext>
            </a:extLst>
          </p:cNvPr>
          <p:cNvGrpSpPr/>
          <p:nvPr/>
        </p:nvGrpSpPr>
        <p:grpSpPr>
          <a:xfrm>
            <a:off x="1206139" y="1613340"/>
            <a:ext cx="9467505" cy="4507019"/>
            <a:chOff x="1454270" y="1728755"/>
            <a:chExt cx="8696234" cy="4139854"/>
          </a:xfrm>
        </p:grpSpPr>
        <p:cxnSp>
          <p:nvCxnSpPr>
            <p:cNvPr id="10" name="Straight Connector 9">
              <a:extLst>
                <a:ext uri="{FF2B5EF4-FFF2-40B4-BE49-F238E27FC236}">
                  <a16:creationId xmlns:a16="http://schemas.microsoft.com/office/drawing/2014/main" id="{441BC966-0A28-3F5D-2F9E-E6828A742D68}"/>
                </a:ext>
              </a:extLst>
            </p:cNvPr>
            <p:cNvCxnSpPr>
              <a:cxnSpLocks/>
            </p:cNvCxnSpPr>
            <p:nvPr/>
          </p:nvCxnSpPr>
          <p:spPr>
            <a:xfrm>
              <a:off x="2242327" y="2163951"/>
              <a:ext cx="548640" cy="0"/>
            </a:xfrm>
            <a:prstGeom prst="line">
              <a:avLst/>
            </a:prstGeom>
            <a:noFill/>
            <a:ln w="25400" cap="flat" cmpd="sng" algn="ctr">
              <a:solidFill>
                <a:srgbClr val="646464"/>
              </a:solidFill>
              <a:prstDash val="solid"/>
            </a:ln>
            <a:effectLst/>
          </p:spPr>
        </p:cxnSp>
        <p:cxnSp>
          <p:nvCxnSpPr>
            <p:cNvPr id="11" name="Straight Connector 10">
              <a:extLst>
                <a:ext uri="{FF2B5EF4-FFF2-40B4-BE49-F238E27FC236}">
                  <a16:creationId xmlns:a16="http://schemas.microsoft.com/office/drawing/2014/main" id="{002CF66F-CAA9-6EE8-04D2-426A457F2705}"/>
                </a:ext>
              </a:extLst>
            </p:cNvPr>
            <p:cNvCxnSpPr>
              <a:cxnSpLocks/>
            </p:cNvCxnSpPr>
            <p:nvPr/>
          </p:nvCxnSpPr>
          <p:spPr>
            <a:xfrm>
              <a:off x="2242327" y="2673958"/>
              <a:ext cx="548640" cy="0"/>
            </a:xfrm>
            <a:prstGeom prst="line">
              <a:avLst/>
            </a:prstGeom>
            <a:noFill/>
            <a:ln w="25400" cap="flat" cmpd="sng" algn="ctr">
              <a:solidFill>
                <a:srgbClr val="646464"/>
              </a:solidFill>
              <a:prstDash val="solid"/>
            </a:ln>
            <a:effectLst/>
          </p:spPr>
        </p:cxnSp>
        <p:cxnSp>
          <p:nvCxnSpPr>
            <p:cNvPr id="12" name="Straight Connector 11">
              <a:extLst>
                <a:ext uri="{FF2B5EF4-FFF2-40B4-BE49-F238E27FC236}">
                  <a16:creationId xmlns:a16="http://schemas.microsoft.com/office/drawing/2014/main" id="{109D35EE-14D3-AF1D-ADFF-A9C2EE66C0B9}"/>
                </a:ext>
              </a:extLst>
            </p:cNvPr>
            <p:cNvCxnSpPr>
              <a:cxnSpLocks/>
            </p:cNvCxnSpPr>
            <p:nvPr/>
          </p:nvCxnSpPr>
          <p:spPr>
            <a:xfrm flipV="1">
              <a:off x="2242327" y="4563751"/>
              <a:ext cx="548640" cy="0"/>
            </a:xfrm>
            <a:prstGeom prst="line">
              <a:avLst/>
            </a:prstGeom>
            <a:noFill/>
            <a:ln w="25400" cap="flat" cmpd="sng" algn="ctr">
              <a:solidFill>
                <a:srgbClr val="646464"/>
              </a:solidFill>
              <a:prstDash val="solid"/>
            </a:ln>
            <a:effectLst/>
          </p:spPr>
        </p:cxnSp>
        <p:cxnSp>
          <p:nvCxnSpPr>
            <p:cNvPr id="13" name="Straight Connector 12">
              <a:extLst>
                <a:ext uri="{FF2B5EF4-FFF2-40B4-BE49-F238E27FC236}">
                  <a16:creationId xmlns:a16="http://schemas.microsoft.com/office/drawing/2014/main" id="{668952A6-071F-ADF3-62D5-ABC02AF0E6D5}"/>
                </a:ext>
              </a:extLst>
            </p:cNvPr>
            <p:cNvCxnSpPr>
              <a:cxnSpLocks/>
            </p:cNvCxnSpPr>
            <p:nvPr/>
          </p:nvCxnSpPr>
          <p:spPr>
            <a:xfrm flipV="1">
              <a:off x="2242327" y="3228920"/>
              <a:ext cx="548640" cy="0"/>
            </a:xfrm>
            <a:prstGeom prst="line">
              <a:avLst/>
            </a:prstGeom>
            <a:noFill/>
            <a:ln w="25400" cap="flat" cmpd="sng" algn="ctr">
              <a:solidFill>
                <a:srgbClr val="646464"/>
              </a:solidFill>
              <a:prstDash val="solid"/>
            </a:ln>
            <a:effectLst/>
          </p:spPr>
        </p:cxnSp>
        <p:cxnSp>
          <p:nvCxnSpPr>
            <p:cNvPr id="14" name="Straight Connector 13">
              <a:extLst>
                <a:ext uri="{FF2B5EF4-FFF2-40B4-BE49-F238E27FC236}">
                  <a16:creationId xmlns:a16="http://schemas.microsoft.com/office/drawing/2014/main" id="{3592D177-4B4D-9394-0AFC-50BD4C08AD15}"/>
                </a:ext>
              </a:extLst>
            </p:cNvPr>
            <p:cNvCxnSpPr>
              <a:cxnSpLocks/>
            </p:cNvCxnSpPr>
            <p:nvPr/>
          </p:nvCxnSpPr>
          <p:spPr>
            <a:xfrm>
              <a:off x="2242327" y="5051356"/>
              <a:ext cx="548640" cy="0"/>
            </a:xfrm>
            <a:prstGeom prst="line">
              <a:avLst/>
            </a:prstGeom>
            <a:noFill/>
            <a:ln w="25400" cap="flat" cmpd="sng" algn="ctr">
              <a:solidFill>
                <a:srgbClr val="646464"/>
              </a:solidFill>
              <a:prstDash val="solid"/>
            </a:ln>
            <a:effectLst/>
          </p:spPr>
        </p:cxnSp>
        <p:cxnSp>
          <p:nvCxnSpPr>
            <p:cNvPr id="15" name="Straight Connector 14">
              <a:extLst>
                <a:ext uri="{FF2B5EF4-FFF2-40B4-BE49-F238E27FC236}">
                  <a16:creationId xmlns:a16="http://schemas.microsoft.com/office/drawing/2014/main" id="{69A26311-DC0A-6750-F30E-27D09C193E17}"/>
                </a:ext>
              </a:extLst>
            </p:cNvPr>
            <p:cNvCxnSpPr>
              <a:cxnSpLocks/>
            </p:cNvCxnSpPr>
            <p:nvPr/>
          </p:nvCxnSpPr>
          <p:spPr>
            <a:xfrm flipV="1">
              <a:off x="2242327" y="3664348"/>
              <a:ext cx="548640" cy="0"/>
            </a:xfrm>
            <a:prstGeom prst="line">
              <a:avLst/>
            </a:prstGeom>
            <a:noFill/>
            <a:ln w="25400" cap="flat" cmpd="sng" algn="ctr">
              <a:solidFill>
                <a:srgbClr val="646464"/>
              </a:solidFill>
              <a:prstDash val="solid"/>
            </a:ln>
            <a:effectLst/>
          </p:spPr>
        </p:cxnSp>
        <p:cxnSp>
          <p:nvCxnSpPr>
            <p:cNvPr id="16" name="Straight Connector 15">
              <a:extLst>
                <a:ext uri="{FF2B5EF4-FFF2-40B4-BE49-F238E27FC236}">
                  <a16:creationId xmlns:a16="http://schemas.microsoft.com/office/drawing/2014/main" id="{36A06393-C6D3-8510-DB8B-F390015B0687}"/>
                </a:ext>
              </a:extLst>
            </p:cNvPr>
            <p:cNvCxnSpPr>
              <a:cxnSpLocks/>
            </p:cNvCxnSpPr>
            <p:nvPr/>
          </p:nvCxnSpPr>
          <p:spPr>
            <a:xfrm flipV="1">
              <a:off x="2242327" y="4095081"/>
              <a:ext cx="548640" cy="0"/>
            </a:xfrm>
            <a:prstGeom prst="line">
              <a:avLst/>
            </a:prstGeom>
            <a:noFill/>
            <a:ln w="25400" cap="flat" cmpd="sng" algn="ctr">
              <a:solidFill>
                <a:srgbClr val="646464"/>
              </a:solidFill>
              <a:prstDash val="solid"/>
            </a:ln>
            <a:effectLst/>
          </p:spPr>
        </p:cxnSp>
        <p:sp>
          <p:nvSpPr>
            <p:cNvPr id="17" name="Rounded Rectangle 122">
              <a:extLst>
                <a:ext uri="{FF2B5EF4-FFF2-40B4-BE49-F238E27FC236}">
                  <a16:creationId xmlns:a16="http://schemas.microsoft.com/office/drawing/2014/main" id="{C01525AF-FF9C-7D87-9E15-16E41A5AA422}"/>
                </a:ext>
              </a:extLst>
            </p:cNvPr>
            <p:cNvSpPr/>
            <p:nvPr/>
          </p:nvSpPr>
          <p:spPr>
            <a:xfrm>
              <a:off x="1463758" y="1944572"/>
              <a:ext cx="860834" cy="438757"/>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Kyriba</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BAI Files</a:t>
              </a:r>
            </a:p>
          </p:txBody>
        </p:sp>
        <p:sp>
          <p:nvSpPr>
            <p:cNvPr id="18" name="Rounded Rectangle 123">
              <a:extLst>
                <a:ext uri="{FF2B5EF4-FFF2-40B4-BE49-F238E27FC236}">
                  <a16:creationId xmlns:a16="http://schemas.microsoft.com/office/drawing/2014/main" id="{1F390920-C950-B29A-41FE-FDDFF19B30A1}"/>
                </a:ext>
              </a:extLst>
            </p:cNvPr>
            <p:cNvSpPr/>
            <p:nvPr/>
          </p:nvSpPr>
          <p:spPr>
            <a:xfrm>
              <a:off x="1463758" y="2433681"/>
              <a:ext cx="860834" cy="474644"/>
            </a:xfrm>
            <a:prstGeom prst="roundRect">
              <a:avLst/>
            </a:prstGeom>
            <a:solidFill>
              <a:srgbClr val="00B0B9"/>
            </a:solidFill>
            <a:ln w="25400" cap="flat" cmpd="sng" algn="ctr">
              <a:solidFill>
                <a:srgbClr val="646464"/>
              </a:solidFill>
              <a:prstDash val="solid"/>
            </a:ln>
            <a:effectLst/>
          </p:spPr>
          <p:txBody>
            <a:bodyPr lIns="9139" r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99" b="0" i="0" u="none" strike="noStrike" kern="1200" cap="none" spc="0" normalizeH="0" baseline="0" noProof="0">
                  <a:ln>
                    <a:noFill/>
                  </a:ln>
                  <a:solidFill>
                    <a:prstClr val="white"/>
                  </a:solidFill>
                  <a:effectLst/>
                  <a:uLnTx/>
                  <a:uFillTx/>
                  <a:latin typeface="Arial"/>
                  <a:ea typeface="+mn-ea"/>
                  <a:cs typeface="+mn-cs"/>
                </a:rPr>
                <a:t>Check Registries</a:t>
              </a:r>
            </a:p>
          </p:txBody>
        </p:sp>
        <p:sp>
          <p:nvSpPr>
            <p:cNvPr id="19" name="Rounded Rectangle 124">
              <a:extLst>
                <a:ext uri="{FF2B5EF4-FFF2-40B4-BE49-F238E27FC236}">
                  <a16:creationId xmlns:a16="http://schemas.microsoft.com/office/drawing/2014/main" id="{63EDF960-9DE5-A926-2536-4BB9D47045AB}"/>
                </a:ext>
              </a:extLst>
            </p:cNvPr>
            <p:cNvSpPr/>
            <p:nvPr/>
          </p:nvSpPr>
          <p:spPr>
            <a:xfrm>
              <a:off x="1463758" y="3452317"/>
              <a:ext cx="860834" cy="377195"/>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SAP AP</a:t>
              </a:r>
            </a:p>
          </p:txBody>
        </p:sp>
        <p:sp>
          <p:nvSpPr>
            <p:cNvPr id="20" name="TextBox 200">
              <a:extLst>
                <a:ext uri="{FF2B5EF4-FFF2-40B4-BE49-F238E27FC236}">
                  <a16:creationId xmlns:a16="http://schemas.microsoft.com/office/drawing/2014/main" id="{F8D5C5E7-1BAA-3CFC-6DB3-0B44470A28BD}"/>
                </a:ext>
              </a:extLst>
            </p:cNvPr>
            <p:cNvSpPr txBox="1"/>
            <p:nvPr/>
          </p:nvSpPr>
          <p:spPr>
            <a:xfrm>
              <a:off x="1672826" y="1736074"/>
              <a:ext cx="1017203" cy="211917"/>
            </a:xfrm>
            <a:prstGeom prst="rect">
              <a:avLst/>
            </a:prstGeom>
            <a:noFill/>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Arial"/>
                  <a:ea typeface="+mn-ea"/>
                  <a:cs typeface="+mn-cs"/>
                </a:rPr>
                <a:t>DATA SOURCES</a:t>
              </a:r>
            </a:p>
          </p:txBody>
        </p:sp>
        <p:cxnSp>
          <p:nvCxnSpPr>
            <p:cNvPr id="21" name="Straight Connector 20">
              <a:extLst>
                <a:ext uri="{FF2B5EF4-FFF2-40B4-BE49-F238E27FC236}">
                  <a16:creationId xmlns:a16="http://schemas.microsoft.com/office/drawing/2014/main" id="{6229C13F-6062-59A1-ABBB-8002002B1633}"/>
                </a:ext>
              </a:extLst>
            </p:cNvPr>
            <p:cNvCxnSpPr/>
            <p:nvPr/>
          </p:nvCxnSpPr>
          <p:spPr>
            <a:xfrm>
              <a:off x="2803431" y="2163950"/>
              <a:ext cx="2165" cy="2642543"/>
            </a:xfrm>
            <a:prstGeom prst="line">
              <a:avLst/>
            </a:prstGeom>
            <a:noFill/>
            <a:ln w="25400" cap="flat" cmpd="sng" algn="ctr">
              <a:solidFill>
                <a:srgbClr val="646464"/>
              </a:solidFill>
              <a:prstDash val="solid"/>
            </a:ln>
            <a:effectLst/>
          </p:spPr>
        </p:cxnSp>
        <p:cxnSp>
          <p:nvCxnSpPr>
            <p:cNvPr id="22" name="Straight Connector 21">
              <a:extLst>
                <a:ext uri="{FF2B5EF4-FFF2-40B4-BE49-F238E27FC236}">
                  <a16:creationId xmlns:a16="http://schemas.microsoft.com/office/drawing/2014/main" id="{F3C7BB2C-24A1-1E24-0271-398CC64DFC05}"/>
                </a:ext>
              </a:extLst>
            </p:cNvPr>
            <p:cNvCxnSpPr/>
            <p:nvPr/>
          </p:nvCxnSpPr>
          <p:spPr>
            <a:xfrm>
              <a:off x="2989436" y="2897205"/>
              <a:ext cx="1616976" cy="11119"/>
            </a:xfrm>
            <a:prstGeom prst="line">
              <a:avLst/>
            </a:prstGeom>
            <a:noFill/>
            <a:ln w="25400" cap="flat" cmpd="sng" algn="ctr">
              <a:solidFill>
                <a:srgbClr val="646464"/>
              </a:solidFill>
              <a:prstDash val="solid"/>
            </a:ln>
            <a:effectLst/>
          </p:spPr>
        </p:cxnSp>
        <p:sp>
          <p:nvSpPr>
            <p:cNvPr id="23" name="Rectangle 22">
              <a:extLst>
                <a:ext uri="{FF2B5EF4-FFF2-40B4-BE49-F238E27FC236}">
                  <a16:creationId xmlns:a16="http://schemas.microsoft.com/office/drawing/2014/main" id="{D54546B3-C4AB-A4E2-A227-3B39AA5E353F}"/>
                </a:ext>
              </a:extLst>
            </p:cNvPr>
            <p:cNvSpPr/>
            <p:nvPr/>
          </p:nvSpPr>
          <p:spPr>
            <a:xfrm>
              <a:off x="3289594" y="2447745"/>
              <a:ext cx="1022363" cy="936135"/>
            </a:xfrm>
            <a:prstGeom prst="rect">
              <a:avLst/>
            </a:prstGeom>
            <a:solidFill>
              <a:srgbClr val="000000"/>
            </a:solidFill>
            <a:ln w="25400" cap="flat" cmpd="sng" algn="ctr">
              <a:solidFill>
                <a:srgbClr val="646464"/>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white"/>
                </a:solidFill>
                <a:effectLst/>
                <a:uLnTx/>
                <a:uFillTx/>
                <a:latin typeface="Arial"/>
                <a:ea typeface="+mn-ea"/>
                <a:cs typeface="+mn-cs"/>
              </a:endParaRP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Arial"/>
                  <a:ea typeface="+mn-ea"/>
                  <a:cs typeface="+mn-cs"/>
                </a:rPr>
                <a:t>TRANSACTION MATCHING</a:t>
              </a: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Product</a:t>
              </a:r>
            </a:p>
          </p:txBody>
        </p:sp>
        <p:sp>
          <p:nvSpPr>
            <p:cNvPr id="24" name="Rounded Rectangle 134">
              <a:extLst>
                <a:ext uri="{FF2B5EF4-FFF2-40B4-BE49-F238E27FC236}">
                  <a16:creationId xmlns:a16="http://schemas.microsoft.com/office/drawing/2014/main" id="{A0B7CDF6-E168-9693-BEB4-9FDD35F67129}"/>
                </a:ext>
              </a:extLst>
            </p:cNvPr>
            <p:cNvSpPr/>
            <p:nvPr/>
          </p:nvSpPr>
          <p:spPr>
            <a:xfrm>
              <a:off x="4764082" y="2013625"/>
              <a:ext cx="1041904" cy="533400"/>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Matched</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Items</a:t>
              </a:r>
            </a:p>
          </p:txBody>
        </p:sp>
        <p:sp>
          <p:nvSpPr>
            <p:cNvPr id="25" name="Rounded Rectangle 135">
              <a:extLst>
                <a:ext uri="{FF2B5EF4-FFF2-40B4-BE49-F238E27FC236}">
                  <a16:creationId xmlns:a16="http://schemas.microsoft.com/office/drawing/2014/main" id="{D5E378A9-4746-C56A-E0CD-37F672920C93}"/>
                </a:ext>
              </a:extLst>
            </p:cNvPr>
            <p:cNvSpPr/>
            <p:nvPr/>
          </p:nvSpPr>
          <p:spPr>
            <a:xfrm>
              <a:off x="4764082" y="2743228"/>
              <a:ext cx="1041904" cy="533400"/>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Unmatched</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Items</a:t>
              </a:r>
            </a:p>
          </p:txBody>
        </p:sp>
        <p:cxnSp>
          <p:nvCxnSpPr>
            <p:cNvPr id="26" name="Straight Connector 25">
              <a:extLst>
                <a:ext uri="{FF2B5EF4-FFF2-40B4-BE49-F238E27FC236}">
                  <a16:creationId xmlns:a16="http://schemas.microsoft.com/office/drawing/2014/main" id="{0F44CD45-F0DD-9A3D-EDDB-14D0C09B0AAB}"/>
                </a:ext>
              </a:extLst>
            </p:cNvPr>
            <p:cNvCxnSpPr>
              <a:endCxn id="24" idx="1"/>
            </p:cNvCxnSpPr>
            <p:nvPr/>
          </p:nvCxnSpPr>
          <p:spPr>
            <a:xfrm>
              <a:off x="4498593" y="2280325"/>
              <a:ext cx="265489" cy="0"/>
            </a:xfrm>
            <a:prstGeom prst="line">
              <a:avLst/>
            </a:prstGeom>
            <a:noFill/>
            <a:ln w="25400" cap="flat" cmpd="sng" algn="ctr">
              <a:solidFill>
                <a:srgbClr val="646464"/>
              </a:solidFill>
              <a:prstDash val="solid"/>
            </a:ln>
            <a:effectLst/>
          </p:spPr>
        </p:cxnSp>
        <p:cxnSp>
          <p:nvCxnSpPr>
            <p:cNvPr id="27" name="Straight Connector 26">
              <a:extLst>
                <a:ext uri="{FF2B5EF4-FFF2-40B4-BE49-F238E27FC236}">
                  <a16:creationId xmlns:a16="http://schemas.microsoft.com/office/drawing/2014/main" id="{311AD43F-738F-F355-2E98-0F8FBA6F600C}"/>
                </a:ext>
              </a:extLst>
            </p:cNvPr>
            <p:cNvCxnSpPr>
              <a:stCxn id="25" idx="2"/>
              <a:endCxn id="30" idx="0"/>
            </p:cNvCxnSpPr>
            <p:nvPr/>
          </p:nvCxnSpPr>
          <p:spPr>
            <a:xfrm>
              <a:off x="5285034" y="3276628"/>
              <a:ext cx="17" cy="164955"/>
            </a:xfrm>
            <a:prstGeom prst="line">
              <a:avLst/>
            </a:prstGeom>
            <a:noFill/>
            <a:ln w="25400" cap="flat" cmpd="sng" algn="ctr">
              <a:solidFill>
                <a:srgbClr val="646464"/>
              </a:solidFill>
              <a:prstDash val="solid"/>
            </a:ln>
            <a:effectLst/>
          </p:spPr>
        </p:cxnSp>
        <p:cxnSp>
          <p:nvCxnSpPr>
            <p:cNvPr id="28" name="Straight Connector 27">
              <a:extLst>
                <a:ext uri="{FF2B5EF4-FFF2-40B4-BE49-F238E27FC236}">
                  <a16:creationId xmlns:a16="http://schemas.microsoft.com/office/drawing/2014/main" id="{DA00E432-7701-C46C-5AFB-7B68383D913C}"/>
                </a:ext>
              </a:extLst>
            </p:cNvPr>
            <p:cNvCxnSpPr>
              <a:endCxn id="25" idx="1"/>
            </p:cNvCxnSpPr>
            <p:nvPr/>
          </p:nvCxnSpPr>
          <p:spPr>
            <a:xfrm>
              <a:off x="4498593" y="3009928"/>
              <a:ext cx="265489" cy="0"/>
            </a:xfrm>
            <a:prstGeom prst="line">
              <a:avLst/>
            </a:prstGeom>
            <a:noFill/>
            <a:ln w="25400" cap="flat" cmpd="sng" algn="ctr">
              <a:solidFill>
                <a:srgbClr val="646464"/>
              </a:solidFill>
              <a:prstDash val="solid"/>
            </a:ln>
            <a:effectLst/>
          </p:spPr>
        </p:cxnSp>
        <p:sp>
          <p:nvSpPr>
            <p:cNvPr id="29" name="Rectangle 28">
              <a:extLst>
                <a:ext uri="{FF2B5EF4-FFF2-40B4-BE49-F238E27FC236}">
                  <a16:creationId xmlns:a16="http://schemas.microsoft.com/office/drawing/2014/main" id="{1CB62A4F-99FF-5D3A-3A00-77DF14B60CDE}"/>
                </a:ext>
              </a:extLst>
            </p:cNvPr>
            <p:cNvSpPr/>
            <p:nvPr/>
          </p:nvSpPr>
          <p:spPr>
            <a:xfrm rot="16200000">
              <a:off x="3838434" y="2597618"/>
              <a:ext cx="1374721" cy="206865"/>
            </a:xfrm>
            <a:prstGeom prst="rect">
              <a:avLst/>
            </a:prstGeom>
            <a:solidFill>
              <a:srgbClr val="97D700"/>
            </a:solidFill>
            <a:ln w="25400" cap="flat" cmpd="sng" algn="ctr">
              <a:solidFill>
                <a:srgbClr val="646464"/>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Arial"/>
                  <a:ea typeface="+mn-ea"/>
                  <a:cs typeface="+mn-cs"/>
                </a:rPr>
                <a:t>Matching Rules</a:t>
              </a:r>
            </a:p>
          </p:txBody>
        </p:sp>
        <p:sp>
          <p:nvSpPr>
            <p:cNvPr id="30" name="Rectangle 29">
              <a:extLst>
                <a:ext uri="{FF2B5EF4-FFF2-40B4-BE49-F238E27FC236}">
                  <a16:creationId xmlns:a16="http://schemas.microsoft.com/office/drawing/2014/main" id="{376A95A8-96A8-3FC5-A1E7-8CA0E1DE0113}"/>
                </a:ext>
              </a:extLst>
            </p:cNvPr>
            <p:cNvSpPr/>
            <p:nvPr/>
          </p:nvSpPr>
          <p:spPr>
            <a:xfrm>
              <a:off x="4398908" y="3441583"/>
              <a:ext cx="1772285" cy="316551"/>
            </a:xfrm>
            <a:prstGeom prst="rect">
              <a:avLst/>
            </a:prstGeom>
            <a:solidFill>
              <a:srgbClr val="000000"/>
            </a:solidFill>
            <a:ln w="25400" cap="flat" cmpd="sng" algn="ctr">
              <a:solidFill>
                <a:srgbClr val="646464"/>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Arial"/>
                  <a:ea typeface="+mn-ea"/>
                  <a:cs typeface="+mn-cs"/>
                </a:rPr>
                <a:t>EXCEPTION  HANDLING</a:t>
              </a: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Arial"/>
                  <a:ea typeface="+mn-ea"/>
                  <a:cs typeface="+mn-cs"/>
                </a:rPr>
                <a:t>Functionality</a:t>
              </a:r>
            </a:p>
          </p:txBody>
        </p:sp>
        <p:sp>
          <p:nvSpPr>
            <p:cNvPr id="31" name="Rectangle 30">
              <a:extLst>
                <a:ext uri="{FF2B5EF4-FFF2-40B4-BE49-F238E27FC236}">
                  <a16:creationId xmlns:a16="http://schemas.microsoft.com/office/drawing/2014/main" id="{09F2392B-27B3-D626-EEEE-6C7CAC14757D}"/>
                </a:ext>
              </a:extLst>
            </p:cNvPr>
            <p:cNvSpPr/>
            <p:nvPr/>
          </p:nvSpPr>
          <p:spPr>
            <a:xfrm>
              <a:off x="4395134" y="3757397"/>
              <a:ext cx="1779833" cy="436219"/>
            </a:xfrm>
            <a:prstGeom prst="rect">
              <a:avLst/>
            </a:prstGeom>
            <a:solidFill>
              <a:srgbClr val="97D700"/>
            </a:solidFill>
            <a:ln w="12700" cap="flat" cmpd="sng" algn="ctr">
              <a:solidFill>
                <a:srgbClr val="646464"/>
              </a:solidFill>
              <a:prstDash val="solid"/>
            </a:ln>
            <a:effectLst/>
          </p:spPr>
          <p:txBody>
            <a:bodyPr lIns="9139" tIns="9139" rIns="9139" b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700" b="0" i="1" u="none" strike="noStrike" kern="1200" cap="none" spc="0" normalizeH="0" baseline="0" noProof="0">
                  <a:ln>
                    <a:noFill/>
                  </a:ln>
                  <a:solidFill>
                    <a:prstClr val="white"/>
                  </a:solidFill>
                  <a:effectLst/>
                  <a:uLnTx/>
                  <a:uFillTx/>
                  <a:latin typeface="Arial"/>
                  <a:ea typeface="+mn-ea"/>
                  <a:cs typeface="+mn-cs"/>
                </a:rPr>
                <a:t>Ability to handle exceptions and assign out open items across different work groups</a:t>
              </a:r>
            </a:p>
          </p:txBody>
        </p:sp>
        <p:cxnSp>
          <p:nvCxnSpPr>
            <p:cNvPr id="32" name="Straight Arrow Connector 31">
              <a:extLst>
                <a:ext uri="{FF2B5EF4-FFF2-40B4-BE49-F238E27FC236}">
                  <a16:creationId xmlns:a16="http://schemas.microsoft.com/office/drawing/2014/main" id="{609BB84A-A3C9-4B99-BC8A-2C898E1A4756}"/>
                </a:ext>
              </a:extLst>
            </p:cNvPr>
            <p:cNvCxnSpPr>
              <a:stCxn id="31" idx="2"/>
            </p:cNvCxnSpPr>
            <p:nvPr/>
          </p:nvCxnSpPr>
          <p:spPr>
            <a:xfrm flipH="1">
              <a:off x="4606412" y="4193616"/>
              <a:ext cx="678639" cy="161239"/>
            </a:xfrm>
            <a:prstGeom prst="straightConnector1">
              <a:avLst/>
            </a:prstGeom>
            <a:noFill/>
            <a:ln w="25400" cap="flat" cmpd="sng" algn="ctr">
              <a:solidFill>
                <a:srgbClr val="646464"/>
              </a:solidFill>
              <a:prstDash val="solid"/>
              <a:tailEnd type="arrow"/>
            </a:ln>
            <a:effectLst/>
          </p:spPr>
        </p:cxnSp>
        <p:sp>
          <p:nvSpPr>
            <p:cNvPr id="33" name="Rounded Rectangle 143">
              <a:extLst>
                <a:ext uri="{FF2B5EF4-FFF2-40B4-BE49-F238E27FC236}">
                  <a16:creationId xmlns:a16="http://schemas.microsoft.com/office/drawing/2014/main" id="{0514D0A5-DA04-5E0F-5788-C19D604A9DE9}"/>
                </a:ext>
              </a:extLst>
            </p:cNvPr>
            <p:cNvSpPr/>
            <p:nvPr/>
          </p:nvSpPr>
          <p:spPr>
            <a:xfrm>
              <a:off x="3927793" y="4394993"/>
              <a:ext cx="868680" cy="381000"/>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Cash Team / Accounting Ops</a:t>
              </a:r>
            </a:p>
          </p:txBody>
        </p:sp>
        <p:sp>
          <p:nvSpPr>
            <p:cNvPr id="34" name="Rounded Rectangle 144">
              <a:extLst>
                <a:ext uri="{FF2B5EF4-FFF2-40B4-BE49-F238E27FC236}">
                  <a16:creationId xmlns:a16="http://schemas.microsoft.com/office/drawing/2014/main" id="{8CEC1E76-D238-28C2-5BE5-F8976EAF68CC}"/>
                </a:ext>
              </a:extLst>
            </p:cNvPr>
            <p:cNvSpPr/>
            <p:nvPr/>
          </p:nvSpPr>
          <p:spPr>
            <a:xfrm>
              <a:off x="4849087" y="4394993"/>
              <a:ext cx="868680" cy="381000"/>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Clearing</a:t>
              </a:r>
            </a:p>
          </p:txBody>
        </p:sp>
        <p:sp>
          <p:nvSpPr>
            <p:cNvPr id="35" name="Rectangle 34">
              <a:extLst>
                <a:ext uri="{FF2B5EF4-FFF2-40B4-BE49-F238E27FC236}">
                  <a16:creationId xmlns:a16="http://schemas.microsoft.com/office/drawing/2014/main" id="{4E57394B-E10E-8061-800F-4F89B8A3DC9D}"/>
                </a:ext>
              </a:extLst>
            </p:cNvPr>
            <p:cNvSpPr/>
            <p:nvPr/>
          </p:nvSpPr>
          <p:spPr>
            <a:xfrm>
              <a:off x="7960453" y="2109698"/>
              <a:ext cx="868680" cy="301752"/>
            </a:xfrm>
            <a:prstGeom prst="rect">
              <a:avLst/>
            </a:prstGeom>
            <a:noFill/>
            <a:ln w="12700" cap="flat" cmpd="sng" algn="ctr">
              <a:noFill/>
              <a:prstDash val="solid"/>
            </a:ln>
            <a:effectLst/>
          </p:spPr>
          <p:txBody>
            <a:bodyPr lIns="9139" tIns="9139" rIns="9139" b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a:ln>
                    <a:noFill/>
                  </a:ln>
                  <a:solidFill>
                    <a:prstClr val="white"/>
                  </a:solidFill>
                  <a:effectLst/>
                  <a:uLnTx/>
                  <a:uFillTx/>
                  <a:latin typeface="Arial"/>
                  <a:ea typeface="+mn-ea"/>
                  <a:cs typeface="+mn-cs"/>
                </a:rPr>
                <a:t>Bank Charges</a:t>
              </a:r>
            </a:p>
          </p:txBody>
        </p:sp>
        <p:sp>
          <p:nvSpPr>
            <p:cNvPr id="36" name="Rounded Rectangle 147">
              <a:extLst>
                <a:ext uri="{FF2B5EF4-FFF2-40B4-BE49-F238E27FC236}">
                  <a16:creationId xmlns:a16="http://schemas.microsoft.com/office/drawing/2014/main" id="{542CD91E-ED1C-AAE7-2CD8-F9905F197635}"/>
                </a:ext>
              </a:extLst>
            </p:cNvPr>
            <p:cNvSpPr/>
            <p:nvPr/>
          </p:nvSpPr>
          <p:spPr>
            <a:xfrm>
              <a:off x="5754326" y="4394993"/>
              <a:ext cx="868680" cy="381000"/>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Inter-company</a:t>
              </a:r>
            </a:p>
          </p:txBody>
        </p:sp>
        <p:cxnSp>
          <p:nvCxnSpPr>
            <p:cNvPr id="37" name="Straight Arrow Connector 36">
              <a:extLst>
                <a:ext uri="{FF2B5EF4-FFF2-40B4-BE49-F238E27FC236}">
                  <a16:creationId xmlns:a16="http://schemas.microsoft.com/office/drawing/2014/main" id="{94CB7B1B-D4C6-7828-9C60-24E6780763CC}"/>
                </a:ext>
              </a:extLst>
            </p:cNvPr>
            <p:cNvCxnSpPr>
              <a:stCxn id="31" idx="2"/>
              <a:endCxn id="34" idx="0"/>
            </p:cNvCxnSpPr>
            <p:nvPr/>
          </p:nvCxnSpPr>
          <p:spPr>
            <a:xfrm flipH="1">
              <a:off x="5283427" y="4193616"/>
              <a:ext cx="1624" cy="201377"/>
            </a:xfrm>
            <a:prstGeom prst="straightConnector1">
              <a:avLst/>
            </a:prstGeom>
            <a:noFill/>
            <a:ln w="25400" cap="flat" cmpd="sng" algn="ctr">
              <a:solidFill>
                <a:srgbClr val="646464"/>
              </a:solidFill>
              <a:prstDash val="solid"/>
              <a:tailEnd type="arrow"/>
            </a:ln>
            <a:effectLst/>
          </p:spPr>
        </p:cxnSp>
        <p:cxnSp>
          <p:nvCxnSpPr>
            <p:cNvPr id="38" name="Straight Arrow Connector 37">
              <a:extLst>
                <a:ext uri="{FF2B5EF4-FFF2-40B4-BE49-F238E27FC236}">
                  <a16:creationId xmlns:a16="http://schemas.microsoft.com/office/drawing/2014/main" id="{D8B26ED0-22C8-DDFB-3A84-C16AFDCB724B}"/>
                </a:ext>
              </a:extLst>
            </p:cNvPr>
            <p:cNvCxnSpPr>
              <a:stCxn id="31" idx="2"/>
            </p:cNvCxnSpPr>
            <p:nvPr/>
          </p:nvCxnSpPr>
          <p:spPr>
            <a:xfrm>
              <a:off x="5285051" y="4193616"/>
              <a:ext cx="577666" cy="192063"/>
            </a:xfrm>
            <a:prstGeom prst="straightConnector1">
              <a:avLst/>
            </a:prstGeom>
            <a:noFill/>
            <a:ln w="25400" cap="flat" cmpd="sng" algn="ctr">
              <a:solidFill>
                <a:srgbClr val="646464"/>
              </a:solidFill>
              <a:prstDash val="solid"/>
              <a:tailEnd type="arrow"/>
            </a:ln>
            <a:effectLst/>
          </p:spPr>
        </p:cxnSp>
        <p:sp>
          <p:nvSpPr>
            <p:cNvPr id="39" name="Rectangle 38">
              <a:extLst>
                <a:ext uri="{FF2B5EF4-FFF2-40B4-BE49-F238E27FC236}">
                  <a16:creationId xmlns:a16="http://schemas.microsoft.com/office/drawing/2014/main" id="{02634188-084B-AFB7-2095-4D8DCE592B33}"/>
                </a:ext>
              </a:extLst>
            </p:cNvPr>
            <p:cNvSpPr/>
            <p:nvPr/>
          </p:nvSpPr>
          <p:spPr>
            <a:xfrm>
              <a:off x="8851882" y="1771696"/>
              <a:ext cx="1298622" cy="589081"/>
            </a:xfrm>
            <a:prstGeom prst="rect">
              <a:avLst/>
            </a:prstGeom>
            <a:solidFill>
              <a:srgbClr val="000000"/>
            </a:solidFill>
            <a:ln w="25400" cap="flat" cmpd="sng" algn="ctr">
              <a:solidFill>
                <a:srgbClr val="646464"/>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white"/>
                </a:solidFill>
                <a:effectLst/>
                <a:uLnTx/>
                <a:uFillTx/>
                <a:latin typeface="Arial"/>
                <a:ea typeface="+mn-ea"/>
                <a:cs typeface="+mn-cs"/>
              </a:endParaRP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Arial"/>
                  <a:ea typeface="+mn-ea"/>
                  <a:cs typeface="+mn-cs"/>
                </a:rPr>
                <a:t>JOURNAL ENTRY</a:t>
              </a: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Product</a:t>
              </a:r>
            </a:p>
          </p:txBody>
        </p:sp>
        <p:cxnSp>
          <p:nvCxnSpPr>
            <p:cNvPr id="40" name="Straight Arrow Connector 39">
              <a:extLst>
                <a:ext uri="{FF2B5EF4-FFF2-40B4-BE49-F238E27FC236}">
                  <a16:creationId xmlns:a16="http://schemas.microsoft.com/office/drawing/2014/main" id="{5476D0D5-0275-BC19-D7E7-956FA97ACEF3}"/>
                </a:ext>
              </a:extLst>
            </p:cNvPr>
            <p:cNvCxnSpPr/>
            <p:nvPr/>
          </p:nvCxnSpPr>
          <p:spPr>
            <a:xfrm flipV="1">
              <a:off x="7973595" y="2693450"/>
              <a:ext cx="881498" cy="4028"/>
            </a:xfrm>
            <a:prstGeom prst="straightConnector1">
              <a:avLst/>
            </a:prstGeom>
            <a:noFill/>
            <a:ln w="25400" cap="flat" cmpd="sng" algn="ctr">
              <a:solidFill>
                <a:srgbClr val="646464"/>
              </a:solidFill>
              <a:prstDash val="solid"/>
              <a:tailEnd type="arrow"/>
            </a:ln>
            <a:effectLst/>
          </p:spPr>
        </p:cxnSp>
        <p:sp>
          <p:nvSpPr>
            <p:cNvPr id="41" name="Rounded Rectangle 153">
              <a:extLst>
                <a:ext uri="{FF2B5EF4-FFF2-40B4-BE49-F238E27FC236}">
                  <a16:creationId xmlns:a16="http://schemas.microsoft.com/office/drawing/2014/main" id="{347F4A07-F730-DEEE-387A-BE1BD70C61DA}"/>
                </a:ext>
              </a:extLst>
            </p:cNvPr>
            <p:cNvSpPr/>
            <p:nvPr/>
          </p:nvSpPr>
          <p:spPr>
            <a:xfrm>
              <a:off x="6951501" y="4573907"/>
              <a:ext cx="1292703" cy="397292"/>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Monthly BSC Reconciliations</a:t>
              </a:r>
            </a:p>
          </p:txBody>
        </p:sp>
        <p:sp>
          <p:nvSpPr>
            <p:cNvPr id="42" name="Rectangle 41">
              <a:extLst>
                <a:ext uri="{FF2B5EF4-FFF2-40B4-BE49-F238E27FC236}">
                  <a16:creationId xmlns:a16="http://schemas.microsoft.com/office/drawing/2014/main" id="{3EA09DF6-9B26-0B52-9B4B-F807C5DF11D3}"/>
                </a:ext>
              </a:extLst>
            </p:cNvPr>
            <p:cNvSpPr/>
            <p:nvPr/>
          </p:nvSpPr>
          <p:spPr>
            <a:xfrm>
              <a:off x="6887126" y="3442983"/>
              <a:ext cx="1421424" cy="942696"/>
            </a:xfrm>
            <a:prstGeom prst="rect">
              <a:avLst/>
            </a:prstGeom>
            <a:solidFill>
              <a:srgbClr val="000000"/>
            </a:solidFill>
            <a:ln w="25400" cap="flat" cmpd="sng" algn="ctr">
              <a:solidFill>
                <a:srgbClr val="646464"/>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a:ln>
                  <a:noFill/>
                </a:ln>
                <a:solidFill>
                  <a:prstClr val="white"/>
                </a:solidFill>
                <a:effectLst/>
                <a:uLnTx/>
                <a:uFillTx/>
                <a:latin typeface="Arial"/>
                <a:ea typeface="+mn-ea"/>
                <a:cs typeface="+mn-cs"/>
              </a:endParaRP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Arial"/>
                  <a:ea typeface="+mn-ea"/>
                  <a:cs typeface="+mn-cs"/>
                </a:rPr>
                <a:t>ACCOUNT RECONCILIATIONS</a:t>
              </a: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Product</a:t>
              </a:r>
            </a:p>
          </p:txBody>
        </p:sp>
        <p:pic>
          <p:nvPicPr>
            <p:cNvPr id="43" name="Picture 42" descr="logo.png">
              <a:extLst>
                <a:ext uri="{FF2B5EF4-FFF2-40B4-BE49-F238E27FC236}">
                  <a16:creationId xmlns:a16="http://schemas.microsoft.com/office/drawing/2014/main" id="{FD0F06D1-FC5A-10E8-7187-A7FED6018F97}"/>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7089636" y="3484148"/>
              <a:ext cx="893301" cy="187305"/>
            </a:xfrm>
            <a:prstGeom prst="rect">
              <a:avLst/>
            </a:prstGeom>
          </p:spPr>
        </p:pic>
        <p:sp>
          <p:nvSpPr>
            <p:cNvPr id="44" name="Rounded Rectangle 156">
              <a:extLst>
                <a:ext uri="{FF2B5EF4-FFF2-40B4-BE49-F238E27FC236}">
                  <a16:creationId xmlns:a16="http://schemas.microsoft.com/office/drawing/2014/main" id="{12051B7E-C132-CA13-31A7-9466610C8C06}"/>
                </a:ext>
              </a:extLst>
            </p:cNvPr>
            <p:cNvSpPr/>
            <p:nvPr/>
          </p:nvSpPr>
          <p:spPr>
            <a:xfrm>
              <a:off x="8857801" y="2427232"/>
              <a:ext cx="1292703" cy="448278"/>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Create Automated</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Journal Entry</a:t>
              </a:r>
            </a:p>
          </p:txBody>
        </p:sp>
        <p:sp>
          <p:nvSpPr>
            <p:cNvPr id="45" name="Rounded Rectangle 157">
              <a:extLst>
                <a:ext uri="{FF2B5EF4-FFF2-40B4-BE49-F238E27FC236}">
                  <a16:creationId xmlns:a16="http://schemas.microsoft.com/office/drawing/2014/main" id="{C62100E5-D26B-730A-067C-D4C9CB65B3F4}"/>
                </a:ext>
              </a:extLst>
            </p:cNvPr>
            <p:cNvSpPr/>
            <p:nvPr/>
          </p:nvSpPr>
          <p:spPr>
            <a:xfrm>
              <a:off x="8857801" y="3493859"/>
              <a:ext cx="1292703" cy="723900"/>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Journal Approval Process</a:t>
              </a:r>
            </a:p>
          </p:txBody>
        </p:sp>
        <p:sp>
          <p:nvSpPr>
            <p:cNvPr id="46" name="Rounded Rectangle 158">
              <a:extLst>
                <a:ext uri="{FF2B5EF4-FFF2-40B4-BE49-F238E27FC236}">
                  <a16:creationId xmlns:a16="http://schemas.microsoft.com/office/drawing/2014/main" id="{1FB22340-CE39-E20D-432B-680D1CB090D3}"/>
                </a:ext>
              </a:extLst>
            </p:cNvPr>
            <p:cNvSpPr/>
            <p:nvPr/>
          </p:nvSpPr>
          <p:spPr>
            <a:xfrm>
              <a:off x="8857801" y="4491969"/>
              <a:ext cx="1292703" cy="489643"/>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SAP</a:t>
              </a:r>
            </a:p>
          </p:txBody>
        </p:sp>
        <p:cxnSp>
          <p:nvCxnSpPr>
            <p:cNvPr id="47" name="Straight Arrow Connector 46">
              <a:extLst>
                <a:ext uri="{FF2B5EF4-FFF2-40B4-BE49-F238E27FC236}">
                  <a16:creationId xmlns:a16="http://schemas.microsoft.com/office/drawing/2014/main" id="{1F8530EB-B9DC-CD64-DB19-7548674FF4D1}"/>
                </a:ext>
              </a:extLst>
            </p:cNvPr>
            <p:cNvCxnSpPr>
              <a:stCxn id="45" idx="2"/>
              <a:endCxn id="46" idx="0"/>
            </p:cNvCxnSpPr>
            <p:nvPr/>
          </p:nvCxnSpPr>
          <p:spPr>
            <a:xfrm flipH="1">
              <a:off x="9504139" y="4217759"/>
              <a:ext cx="2" cy="274192"/>
            </a:xfrm>
            <a:prstGeom prst="straightConnector1">
              <a:avLst/>
            </a:prstGeom>
            <a:noFill/>
            <a:ln w="25400" cap="flat" cmpd="sng" algn="ctr">
              <a:solidFill>
                <a:srgbClr val="646464"/>
              </a:solidFill>
              <a:prstDash val="solid"/>
              <a:tailEnd type="arrow"/>
            </a:ln>
            <a:effectLst/>
          </p:spPr>
        </p:cxnSp>
        <p:sp>
          <p:nvSpPr>
            <p:cNvPr id="48" name="Rounded Rectangle 160">
              <a:extLst>
                <a:ext uri="{FF2B5EF4-FFF2-40B4-BE49-F238E27FC236}">
                  <a16:creationId xmlns:a16="http://schemas.microsoft.com/office/drawing/2014/main" id="{950BA1C8-BEFC-45D2-A4BA-1D361366062E}"/>
                </a:ext>
              </a:extLst>
            </p:cNvPr>
            <p:cNvSpPr/>
            <p:nvPr/>
          </p:nvSpPr>
          <p:spPr>
            <a:xfrm>
              <a:off x="6404960" y="2763861"/>
              <a:ext cx="1018652" cy="489643"/>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Manual </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Journals</a:t>
              </a:r>
            </a:p>
          </p:txBody>
        </p:sp>
        <p:sp>
          <p:nvSpPr>
            <p:cNvPr id="49" name="Rounded Rectangle 161">
              <a:extLst>
                <a:ext uri="{FF2B5EF4-FFF2-40B4-BE49-F238E27FC236}">
                  <a16:creationId xmlns:a16="http://schemas.microsoft.com/office/drawing/2014/main" id="{39FF7D21-B994-C82D-19DA-712F3690CAC2}"/>
                </a:ext>
              </a:extLst>
            </p:cNvPr>
            <p:cNvSpPr/>
            <p:nvPr/>
          </p:nvSpPr>
          <p:spPr>
            <a:xfrm>
              <a:off x="6397642" y="2180821"/>
              <a:ext cx="1029830" cy="489643"/>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Summarize &amp; send journal lines to JE</a:t>
              </a:r>
            </a:p>
          </p:txBody>
        </p:sp>
        <p:sp>
          <p:nvSpPr>
            <p:cNvPr id="50" name="Rectangle 49">
              <a:extLst>
                <a:ext uri="{FF2B5EF4-FFF2-40B4-BE49-F238E27FC236}">
                  <a16:creationId xmlns:a16="http://schemas.microsoft.com/office/drawing/2014/main" id="{C259B80F-B909-051F-40ED-19DD406B8926}"/>
                </a:ext>
              </a:extLst>
            </p:cNvPr>
            <p:cNvSpPr/>
            <p:nvPr/>
          </p:nvSpPr>
          <p:spPr>
            <a:xfrm rot="16200000">
              <a:off x="7077130" y="2269178"/>
              <a:ext cx="1423746" cy="342899"/>
            </a:xfrm>
            <a:prstGeom prst="rect">
              <a:avLst/>
            </a:prstGeom>
            <a:solidFill>
              <a:srgbClr val="97D700"/>
            </a:solidFill>
            <a:ln w="25400" cap="flat" cmpd="sng" algn="ctr">
              <a:solidFill>
                <a:srgbClr val="646464"/>
              </a:solidFill>
              <a:prstDash val="solid"/>
            </a:ln>
            <a:effectLst/>
          </p:spPr>
          <p:txBody>
            <a:bodyPr lIns="9139" tIns="9139" rIns="9139" b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prstClr val="white"/>
                  </a:solidFill>
                  <a:effectLst/>
                  <a:uLnTx/>
                  <a:uFillTx/>
                  <a:latin typeface="Arial"/>
                  <a:ea typeface="+mn-ea"/>
                  <a:cs typeface="+mn-cs"/>
                </a:rPr>
                <a:t>AUTOMATED JOURNALS</a:t>
              </a: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Functionality</a:t>
              </a:r>
            </a:p>
          </p:txBody>
        </p:sp>
        <p:sp>
          <p:nvSpPr>
            <p:cNvPr id="51" name="Rectangle 50">
              <a:extLst>
                <a:ext uri="{FF2B5EF4-FFF2-40B4-BE49-F238E27FC236}">
                  <a16:creationId xmlns:a16="http://schemas.microsoft.com/office/drawing/2014/main" id="{1C10ABA1-3F83-BE09-EEB6-AD3A8C47D055}"/>
                </a:ext>
              </a:extLst>
            </p:cNvPr>
            <p:cNvSpPr/>
            <p:nvPr/>
          </p:nvSpPr>
          <p:spPr>
            <a:xfrm>
              <a:off x="7986413" y="2330370"/>
              <a:ext cx="868680" cy="301752"/>
            </a:xfrm>
            <a:prstGeom prst="rect">
              <a:avLst/>
            </a:prstGeom>
            <a:noFill/>
            <a:ln w="12700" cap="flat" cmpd="sng" algn="ctr">
              <a:noFill/>
              <a:prstDash val="solid"/>
            </a:ln>
            <a:effectLst/>
          </p:spPr>
          <p:txBody>
            <a:bodyPr lIns="9139" tIns="9139" rIns="9139" b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a:ln>
                    <a:noFill/>
                  </a:ln>
                  <a:solidFill>
                    <a:prstClr val="white"/>
                  </a:solidFill>
                  <a:effectLst/>
                  <a:uLnTx/>
                  <a:uFillTx/>
                  <a:latin typeface="Arial"/>
                  <a:ea typeface="+mn-ea"/>
                  <a:cs typeface="+mn-cs"/>
                </a:rPr>
                <a:t>Differences within Threshold</a:t>
              </a:r>
            </a:p>
          </p:txBody>
        </p:sp>
        <p:sp>
          <p:nvSpPr>
            <p:cNvPr id="52" name="Rectangle 51">
              <a:extLst>
                <a:ext uri="{FF2B5EF4-FFF2-40B4-BE49-F238E27FC236}">
                  <a16:creationId xmlns:a16="http://schemas.microsoft.com/office/drawing/2014/main" id="{2E9E2AE3-D4C6-3A15-3DFA-D12AE4A46922}"/>
                </a:ext>
              </a:extLst>
            </p:cNvPr>
            <p:cNvSpPr/>
            <p:nvPr/>
          </p:nvSpPr>
          <p:spPr>
            <a:xfrm>
              <a:off x="7982937" y="2748145"/>
              <a:ext cx="802920" cy="301752"/>
            </a:xfrm>
            <a:prstGeom prst="rect">
              <a:avLst/>
            </a:prstGeom>
            <a:noFill/>
            <a:ln w="12700" cap="flat" cmpd="sng" algn="ctr">
              <a:noFill/>
              <a:prstDash val="solid"/>
            </a:ln>
            <a:effectLst/>
          </p:spPr>
          <p:txBody>
            <a:bodyPr lIns="9139" tIns="9139" rIns="9139" b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a:ln>
                    <a:noFill/>
                  </a:ln>
                  <a:solidFill>
                    <a:prstClr val="white"/>
                  </a:solidFill>
                  <a:effectLst/>
                  <a:uLnTx/>
                  <a:uFillTx/>
                  <a:latin typeface="Arial"/>
                  <a:ea typeface="+mn-ea"/>
                  <a:cs typeface="+mn-cs"/>
                </a:rPr>
                <a:t>Cash escalation process req. write-off</a:t>
              </a:r>
            </a:p>
          </p:txBody>
        </p:sp>
        <p:cxnSp>
          <p:nvCxnSpPr>
            <p:cNvPr id="53" name="Straight Arrow Connector 52">
              <a:extLst>
                <a:ext uri="{FF2B5EF4-FFF2-40B4-BE49-F238E27FC236}">
                  <a16:creationId xmlns:a16="http://schemas.microsoft.com/office/drawing/2014/main" id="{4B0F9775-C1A6-3E20-49AE-08B93F811271}"/>
                </a:ext>
              </a:extLst>
            </p:cNvPr>
            <p:cNvCxnSpPr>
              <a:stCxn id="44" idx="2"/>
              <a:endCxn id="45" idx="0"/>
            </p:cNvCxnSpPr>
            <p:nvPr/>
          </p:nvCxnSpPr>
          <p:spPr>
            <a:xfrm>
              <a:off x="9504153" y="2875510"/>
              <a:ext cx="0" cy="618349"/>
            </a:xfrm>
            <a:prstGeom prst="straightConnector1">
              <a:avLst/>
            </a:prstGeom>
            <a:noFill/>
            <a:ln w="25400" cap="flat" cmpd="sng" algn="ctr">
              <a:solidFill>
                <a:srgbClr val="646464"/>
              </a:solidFill>
              <a:prstDash val="solid"/>
              <a:tailEnd type="none"/>
            </a:ln>
            <a:effectLst/>
          </p:spPr>
        </p:cxnSp>
        <p:cxnSp>
          <p:nvCxnSpPr>
            <p:cNvPr id="54" name="Straight Arrow Connector 53">
              <a:extLst>
                <a:ext uri="{FF2B5EF4-FFF2-40B4-BE49-F238E27FC236}">
                  <a16:creationId xmlns:a16="http://schemas.microsoft.com/office/drawing/2014/main" id="{80F64E5B-FBD6-1063-5573-2B72F0A551B9}"/>
                </a:ext>
              </a:extLst>
            </p:cNvPr>
            <p:cNvCxnSpPr>
              <a:stCxn id="42" idx="2"/>
              <a:endCxn id="41" idx="0"/>
            </p:cNvCxnSpPr>
            <p:nvPr/>
          </p:nvCxnSpPr>
          <p:spPr>
            <a:xfrm>
              <a:off x="7597838" y="4385679"/>
              <a:ext cx="15" cy="188228"/>
            </a:xfrm>
            <a:prstGeom prst="straightConnector1">
              <a:avLst/>
            </a:prstGeom>
            <a:noFill/>
            <a:ln w="25400" cap="flat" cmpd="sng" algn="ctr">
              <a:solidFill>
                <a:srgbClr val="646464"/>
              </a:solidFill>
              <a:prstDash val="solid"/>
              <a:tailEnd type="arrow"/>
            </a:ln>
            <a:effectLst/>
          </p:spPr>
        </p:cxnSp>
        <p:sp>
          <p:nvSpPr>
            <p:cNvPr id="55" name="Rectangle 54">
              <a:extLst>
                <a:ext uri="{FF2B5EF4-FFF2-40B4-BE49-F238E27FC236}">
                  <a16:creationId xmlns:a16="http://schemas.microsoft.com/office/drawing/2014/main" id="{2D6DDEE9-A17A-9300-554E-A1F6BD8541B7}"/>
                </a:ext>
              </a:extLst>
            </p:cNvPr>
            <p:cNvSpPr/>
            <p:nvPr/>
          </p:nvSpPr>
          <p:spPr>
            <a:xfrm>
              <a:off x="8898099" y="3028257"/>
              <a:ext cx="1190530" cy="352176"/>
            </a:xfrm>
            <a:prstGeom prst="rect">
              <a:avLst/>
            </a:prstGeom>
            <a:solidFill>
              <a:srgbClr val="97D700"/>
            </a:solidFill>
            <a:ln w="25400" cap="flat" cmpd="sng" algn="ctr">
              <a:solidFill>
                <a:srgbClr val="646464"/>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Arial"/>
                  <a:ea typeface="+mn-ea"/>
                  <a:cs typeface="+mn-cs"/>
                </a:rPr>
                <a:t>Allocations &amp; </a:t>
              </a: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Arial"/>
                  <a:ea typeface="+mn-ea"/>
                  <a:cs typeface="+mn-cs"/>
                </a:rPr>
                <a:t>Look-up Tables</a:t>
              </a:r>
            </a:p>
          </p:txBody>
        </p:sp>
        <p:sp>
          <p:nvSpPr>
            <p:cNvPr id="56" name="Rounded Rectangle 168">
              <a:extLst>
                <a:ext uri="{FF2B5EF4-FFF2-40B4-BE49-F238E27FC236}">
                  <a16:creationId xmlns:a16="http://schemas.microsoft.com/office/drawing/2014/main" id="{9851C64E-AD57-51B1-35CD-E6C3A677ABFE}"/>
                </a:ext>
              </a:extLst>
            </p:cNvPr>
            <p:cNvSpPr/>
            <p:nvPr/>
          </p:nvSpPr>
          <p:spPr>
            <a:xfrm>
              <a:off x="1463758" y="4859828"/>
              <a:ext cx="860834" cy="383055"/>
            </a:xfrm>
            <a:prstGeom prst="roundRect">
              <a:avLst/>
            </a:prstGeom>
            <a:solidFill>
              <a:srgbClr val="00B0B9"/>
            </a:solidFill>
            <a:ln w="25400" cap="flat" cmpd="sng" algn="ctr">
              <a:solidFill>
                <a:srgbClr val="646464"/>
              </a:solidFill>
              <a:prstDash val="solid"/>
            </a:ln>
            <a:effectLst/>
          </p:spPr>
          <p:txBody>
            <a:bodyPr lIns="9139" r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99" b="0" i="0" u="none" strike="noStrike" kern="1200" cap="none" spc="0" normalizeH="0" baseline="0" noProof="0">
                  <a:ln>
                    <a:noFill/>
                  </a:ln>
                  <a:solidFill>
                    <a:prstClr val="white"/>
                  </a:solidFill>
                  <a:effectLst/>
                  <a:uLnTx/>
                  <a:uFillTx/>
                  <a:latin typeface="Arial"/>
                  <a:ea typeface="+mn-ea"/>
                  <a:cs typeface="+mn-cs"/>
                </a:rPr>
                <a:t>SAP GL</a:t>
              </a:r>
            </a:p>
          </p:txBody>
        </p:sp>
        <p:cxnSp>
          <p:nvCxnSpPr>
            <p:cNvPr id="57" name="Straight Arrow Connector 56">
              <a:extLst>
                <a:ext uri="{FF2B5EF4-FFF2-40B4-BE49-F238E27FC236}">
                  <a16:creationId xmlns:a16="http://schemas.microsoft.com/office/drawing/2014/main" id="{419F5B7B-DB63-C0CF-B42B-93E6FB02B9D7}"/>
                </a:ext>
              </a:extLst>
            </p:cNvPr>
            <p:cNvCxnSpPr>
              <a:stCxn id="25" idx="3"/>
              <a:endCxn id="49" idx="1"/>
            </p:cNvCxnSpPr>
            <p:nvPr/>
          </p:nvCxnSpPr>
          <p:spPr>
            <a:xfrm flipV="1">
              <a:off x="5805986" y="2425643"/>
              <a:ext cx="591656" cy="584285"/>
            </a:xfrm>
            <a:prstGeom prst="straightConnector1">
              <a:avLst/>
            </a:prstGeom>
            <a:noFill/>
            <a:ln w="25400" cap="flat" cmpd="sng" algn="ctr">
              <a:solidFill>
                <a:srgbClr val="646464"/>
              </a:solidFill>
              <a:prstDash val="solid"/>
              <a:tailEnd type="arrow"/>
            </a:ln>
            <a:effectLst/>
          </p:spPr>
        </p:cxnSp>
        <p:cxnSp>
          <p:nvCxnSpPr>
            <p:cNvPr id="58" name="Straight Arrow Connector 57">
              <a:extLst>
                <a:ext uri="{FF2B5EF4-FFF2-40B4-BE49-F238E27FC236}">
                  <a16:creationId xmlns:a16="http://schemas.microsoft.com/office/drawing/2014/main" id="{CFE9DF4E-E406-683D-6E1B-312EDF49AE9A}"/>
                </a:ext>
              </a:extLst>
            </p:cNvPr>
            <p:cNvCxnSpPr>
              <a:stCxn id="25" idx="3"/>
              <a:endCxn id="48" idx="1"/>
            </p:cNvCxnSpPr>
            <p:nvPr/>
          </p:nvCxnSpPr>
          <p:spPr>
            <a:xfrm flipV="1">
              <a:off x="5805986" y="3008683"/>
              <a:ext cx="598974" cy="1245"/>
            </a:xfrm>
            <a:prstGeom prst="straightConnector1">
              <a:avLst/>
            </a:prstGeom>
            <a:noFill/>
            <a:ln w="25400" cap="flat" cmpd="sng" algn="ctr">
              <a:solidFill>
                <a:srgbClr val="646464"/>
              </a:solidFill>
              <a:prstDash val="solid"/>
              <a:tailEnd type="arrow"/>
            </a:ln>
            <a:effectLst/>
          </p:spPr>
        </p:cxnSp>
        <p:cxnSp>
          <p:nvCxnSpPr>
            <p:cNvPr id="59" name="Straight Arrow Connector 58">
              <a:extLst>
                <a:ext uri="{FF2B5EF4-FFF2-40B4-BE49-F238E27FC236}">
                  <a16:creationId xmlns:a16="http://schemas.microsoft.com/office/drawing/2014/main" id="{864EF901-019F-4846-BC29-D85515234AA7}"/>
                </a:ext>
              </a:extLst>
            </p:cNvPr>
            <p:cNvCxnSpPr>
              <a:stCxn id="25" idx="3"/>
            </p:cNvCxnSpPr>
            <p:nvPr/>
          </p:nvCxnSpPr>
          <p:spPr>
            <a:xfrm>
              <a:off x="5805986" y="3009928"/>
              <a:ext cx="1145515" cy="1580271"/>
            </a:xfrm>
            <a:prstGeom prst="straightConnector1">
              <a:avLst/>
            </a:prstGeom>
            <a:noFill/>
            <a:ln w="25400" cap="flat" cmpd="sng" algn="ctr">
              <a:solidFill>
                <a:srgbClr val="646464"/>
              </a:solidFill>
              <a:prstDash val="solid"/>
              <a:tailEnd type="arrow"/>
            </a:ln>
            <a:effectLst/>
          </p:spPr>
        </p:cxnSp>
        <p:cxnSp>
          <p:nvCxnSpPr>
            <p:cNvPr id="60" name="Straight Arrow Connector 59">
              <a:extLst>
                <a:ext uri="{FF2B5EF4-FFF2-40B4-BE49-F238E27FC236}">
                  <a16:creationId xmlns:a16="http://schemas.microsoft.com/office/drawing/2014/main" id="{0E1506F8-94D2-7E71-A169-974C7BC2D925}"/>
                </a:ext>
              </a:extLst>
            </p:cNvPr>
            <p:cNvCxnSpPr/>
            <p:nvPr/>
          </p:nvCxnSpPr>
          <p:spPr>
            <a:xfrm>
              <a:off x="7434647" y="2422194"/>
              <a:ext cx="182880" cy="0"/>
            </a:xfrm>
            <a:prstGeom prst="straightConnector1">
              <a:avLst/>
            </a:prstGeom>
            <a:noFill/>
            <a:ln w="25400" cap="flat" cmpd="sng" algn="ctr">
              <a:solidFill>
                <a:srgbClr val="646464"/>
              </a:solidFill>
              <a:prstDash val="solid"/>
              <a:tailEnd type="arrow"/>
            </a:ln>
            <a:effectLst/>
          </p:spPr>
        </p:cxnSp>
        <p:pic>
          <p:nvPicPr>
            <p:cNvPr id="61" name="Picture 60" descr="logo.png">
              <a:extLst>
                <a:ext uri="{FF2B5EF4-FFF2-40B4-BE49-F238E27FC236}">
                  <a16:creationId xmlns:a16="http://schemas.microsoft.com/office/drawing/2014/main" id="{30930773-3EFA-A2EB-AC60-8CE780703693}"/>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320393" y="2497286"/>
              <a:ext cx="893301" cy="187305"/>
            </a:xfrm>
            <a:prstGeom prst="rect">
              <a:avLst/>
            </a:prstGeom>
          </p:spPr>
        </p:pic>
        <p:pic>
          <p:nvPicPr>
            <p:cNvPr id="62" name="Picture 61" descr="logo.png">
              <a:extLst>
                <a:ext uri="{FF2B5EF4-FFF2-40B4-BE49-F238E27FC236}">
                  <a16:creationId xmlns:a16="http://schemas.microsoft.com/office/drawing/2014/main" id="{ADC2FC06-4790-E831-2FE0-B19C60E0B3DF}"/>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9091856" y="1799701"/>
              <a:ext cx="893301" cy="187305"/>
            </a:xfrm>
            <a:prstGeom prst="rect">
              <a:avLst/>
            </a:prstGeom>
          </p:spPr>
        </p:pic>
        <p:sp>
          <p:nvSpPr>
            <p:cNvPr id="63" name="TextBox 62">
              <a:extLst>
                <a:ext uri="{FF2B5EF4-FFF2-40B4-BE49-F238E27FC236}">
                  <a16:creationId xmlns:a16="http://schemas.microsoft.com/office/drawing/2014/main" id="{1F47D029-CECE-9EB9-F456-9DAF01F3E555}"/>
                </a:ext>
              </a:extLst>
            </p:cNvPr>
            <p:cNvSpPr txBox="1"/>
            <p:nvPr/>
          </p:nvSpPr>
          <p:spPr>
            <a:xfrm rot="3204749">
              <a:off x="5775779" y="3667568"/>
              <a:ext cx="1389663" cy="127150"/>
            </a:xfrm>
            <a:prstGeom prst="rect">
              <a:avLst/>
            </a:prstGeom>
            <a:noFill/>
          </p:spPr>
          <p:txBody>
            <a:bodyPr wrap="square" lIns="0" tIns="0" rIns="0" bIns="0" rtlCol="0">
              <a:spAutoFit/>
            </a:bodyPr>
            <a:lstStyle/>
            <a:p>
              <a:pPr marL="0" marR="0" lvl="0" indent="0" defTabSz="913943"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prstClr val="white"/>
                  </a:solidFill>
                  <a:effectLst/>
                  <a:uLnTx/>
                  <a:uFillTx/>
                </a:rPr>
                <a:t>Exceptions / Timing items</a:t>
              </a:r>
            </a:p>
          </p:txBody>
        </p:sp>
        <p:sp>
          <p:nvSpPr>
            <p:cNvPr id="64" name="Rectangle 63">
              <a:extLst>
                <a:ext uri="{FF2B5EF4-FFF2-40B4-BE49-F238E27FC236}">
                  <a16:creationId xmlns:a16="http://schemas.microsoft.com/office/drawing/2014/main" id="{C0652061-6EE3-A9EA-AB18-F6E0BE9B093F}"/>
                </a:ext>
              </a:extLst>
            </p:cNvPr>
            <p:cNvSpPr/>
            <p:nvPr/>
          </p:nvSpPr>
          <p:spPr>
            <a:xfrm>
              <a:off x="6460935" y="1826274"/>
              <a:ext cx="868680" cy="301752"/>
            </a:xfrm>
            <a:prstGeom prst="rect">
              <a:avLst/>
            </a:prstGeom>
            <a:noFill/>
            <a:ln w="12700" cap="flat" cmpd="sng" algn="ctr">
              <a:noFill/>
              <a:prstDash val="solid"/>
            </a:ln>
            <a:effectLst/>
          </p:spPr>
          <p:txBody>
            <a:bodyPr lIns="9139" tIns="9139" rIns="9139" b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a:ln>
                    <a:noFill/>
                  </a:ln>
                  <a:solidFill>
                    <a:prstClr val="white"/>
                  </a:solidFill>
                  <a:effectLst/>
                  <a:uLnTx/>
                  <a:uFillTx/>
                  <a:latin typeface="Arial"/>
                  <a:ea typeface="+mn-ea"/>
                  <a:cs typeface="+mn-cs"/>
                </a:rPr>
                <a:t>Unmatched items that require adj.</a:t>
              </a:r>
            </a:p>
          </p:txBody>
        </p:sp>
        <p:cxnSp>
          <p:nvCxnSpPr>
            <p:cNvPr id="65" name="Elbow Connector 231">
              <a:extLst>
                <a:ext uri="{FF2B5EF4-FFF2-40B4-BE49-F238E27FC236}">
                  <a16:creationId xmlns:a16="http://schemas.microsoft.com/office/drawing/2014/main" id="{8D330A44-4835-DE06-9990-1BC5F5C9DB3F}"/>
                </a:ext>
              </a:extLst>
            </p:cNvPr>
            <p:cNvCxnSpPr>
              <a:cxnSpLocks/>
              <a:endCxn id="41" idx="2"/>
            </p:cNvCxnSpPr>
            <p:nvPr/>
          </p:nvCxnSpPr>
          <p:spPr>
            <a:xfrm>
              <a:off x="2803431" y="3116583"/>
              <a:ext cx="4794422" cy="1854616"/>
            </a:xfrm>
            <a:prstGeom prst="bentConnector4">
              <a:avLst>
                <a:gd name="adj1" fmla="val 96"/>
                <a:gd name="adj2" fmla="val 107136"/>
              </a:avLst>
            </a:prstGeom>
            <a:noFill/>
            <a:ln w="25400" cap="flat" cmpd="sng" algn="ctr">
              <a:solidFill>
                <a:srgbClr val="828282"/>
              </a:solidFill>
              <a:prstDash val="solid"/>
              <a:headEnd type="none" w="med" len="med"/>
              <a:tailEnd type="triangle"/>
            </a:ln>
            <a:effectLst/>
          </p:spPr>
        </p:cxnSp>
        <p:sp>
          <p:nvSpPr>
            <p:cNvPr id="66" name="Rounded Rectangle 260">
              <a:extLst>
                <a:ext uri="{FF2B5EF4-FFF2-40B4-BE49-F238E27FC236}">
                  <a16:creationId xmlns:a16="http://schemas.microsoft.com/office/drawing/2014/main" id="{099B7BD7-F5B2-4B68-2498-F3EF7F85B373}"/>
                </a:ext>
              </a:extLst>
            </p:cNvPr>
            <p:cNvSpPr/>
            <p:nvPr/>
          </p:nvSpPr>
          <p:spPr>
            <a:xfrm>
              <a:off x="2690215" y="2677826"/>
              <a:ext cx="534919" cy="438757"/>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prstClr val="white"/>
                  </a:solidFill>
                  <a:effectLst/>
                  <a:uLnTx/>
                  <a:uFillTx/>
                </a:rPr>
                <a:t>Integ. Layer</a:t>
              </a:r>
            </a:p>
          </p:txBody>
        </p:sp>
        <p:sp>
          <p:nvSpPr>
            <p:cNvPr id="67" name="Rectangle 66">
              <a:extLst>
                <a:ext uri="{FF2B5EF4-FFF2-40B4-BE49-F238E27FC236}">
                  <a16:creationId xmlns:a16="http://schemas.microsoft.com/office/drawing/2014/main" id="{4A803C94-1CA0-1280-A4EF-A8EE7620DC95}"/>
                </a:ext>
              </a:extLst>
            </p:cNvPr>
            <p:cNvSpPr/>
            <p:nvPr/>
          </p:nvSpPr>
          <p:spPr>
            <a:xfrm>
              <a:off x="4233495" y="4850153"/>
              <a:ext cx="1458058" cy="304800"/>
            </a:xfrm>
            <a:prstGeom prst="rect">
              <a:avLst/>
            </a:prstGeom>
            <a:noFill/>
            <a:ln w="12700" cap="flat" cmpd="sng" algn="ctr">
              <a:noFill/>
              <a:prstDash val="solid"/>
            </a:ln>
            <a:effectLst/>
          </p:spPr>
          <p:txBody>
            <a:bodyPr lIns="9139" tIns="9139" rIns="9139" b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a:ln>
                    <a:noFill/>
                  </a:ln>
                  <a:solidFill>
                    <a:prstClr val="white"/>
                  </a:solidFill>
                  <a:effectLst/>
                  <a:uLnTx/>
                  <a:uFillTx/>
                  <a:latin typeface="Arial"/>
                  <a:ea typeface="+mn-ea"/>
                  <a:cs typeface="+mn-cs"/>
                </a:rPr>
                <a:t>GL Monthly Balances</a:t>
              </a:r>
            </a:p>
          </p:txBody>
        </p:sp>
        <p:sp>
          <p:nvSpPr>
            <p:cNvPr id="68" name="Rounded Rectangle 123">
              <a:extLst>
                <a:ext uri="{FF2B5EF4-FFF2-40B4-BE49-F238E27FC236}">
                  <a16:creationId xmlns:a16="http://schemas.microsoft.com/office/drawing/2014/main" id="{327A8C57-09D9-F5FE-B0A4-5FD0A8560B77}"/>
                </a:ext>
              </a:extLst>
            </p:cNvPr>
            <p:cNvSpPr/>
            <p:nvPr/>
          </p:nvSpPr>
          <p:spPr>
            <a:xfrm>
              <a:off x="1463758" y="2986357"/>
              <a:ext cx="860834" cy="407345"/>
            </a:xfrm>
            <a:prstGeom prst="roundRect">
              <a:avLst/>
            </a:prstGeom>
            <a:solidFill>
              <a:srgbClr val="00B0B9"/>
            </a:solidFill>
            <a:ln w="25400" cap="flat" cmpd="sng" algn="ctr">
              <a:solidFill>
                <a:srgbClr val="646464"/>
              </a:solidFill>
              <a:prstDash val="solid"/>
            </a:ln>
            <a:effectLst/>
          </p:spPr>
          <p:txBody>
            <a:bodyPr lIns="9139" r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99" b="0" i="0" u="none" strike="noStrike" kern="1200" cap="none" spc="0" normalizeH="0" baseline="0" noProof="0">
                  <a:ln>
                    <a:noFill/>
                  </a:ln>
                  <a:solidFill>
                    <a:prstClr val="white"/>
                  </a:solidFill>
                  <a:effectLst/>
                  <a:uLnTx/>
                  <a:uFillTx/>
                  <a:latin typeface="Arial"/>
                  <a:ea typeface="+mn-ea"/>
                  <a:cs typeface="+mn-cs"/>
                </a:rPr>
                <a:t>Third Party Admins</a:t>
              </a:r>
            </a:p>
          </p:txBody>
        </p:sp>
        <p:sp>
          <p:nvSpPr>
            <p:cNvPr id="69" name="Rounded Rectangle 125">
              <a:extLst>
                <a:ext uri="{FF2B5EF4-FFF2-40B4-BE49-F238E27FC236}">
                  <a16:creationId xmlns:a16="http://schemas.microsoft.com/office/drawing/2014/main" id="{99F0C167-495A-4623-C189-FC743FAB338B}"/>
                </a:ext>
              </a:extLst>
            </p:cNvPr>
            <p:cNvSpPr/>
            <p:nvPr/>
          </p:nvSpPr>
          <p:spPr>
            <a:xfrm>
              <a:off x="1463758" y="4359497"/>
              <a:ext cx="860834" cy="429964"/>
            </a:xfrm>
            <a:prstGeom prst="roundRect">
              <a:avLst/>
            </a:prstGeom>
            <a:solidFill>
              <a:srgbClr val="00B0B9"/>
            </a:solidFill>
            <a:ln w="25400" cap="flat" cmpd="sng" algn="ctr">
              <a:solidFill>
                <a:srgbClr val="646464"/>
              </a:solidFill>
              <a:prstDash val="solid"/>
            </a:ln>
            <a:effectLst/>
          </p:spPr>
          <p:txBody>
            <a:bodyPr lIns="9139" rIns="9139"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99" b="0" i="0" u="none" strike="noStrike" kern="1200" cap="none" spc="0" normalizeH="0" baseline="0" noProof="0">
                  <a:ln>
                    <a:noFill/>
                  </a:ln>
                  <a:solidFill>
                    <a:prstClr val="white"/>
                  </a:solidFill>
                  <a:effectLst/>
                  <a:uLnTx/>
                  <a:uFillTx/>
                  <a:latin typeface="Arial"/>
                  <a:ea typeface="+mn-ea"/>
                  <a:cs typeface="+mn-cs"/>
                </a:rPr>
                <a:t>FS-CD</a:t>
              </a:r>
            </a:p>
          </p:txBody>
        </p:sp>
        <p:sp>
          <p:nvSpPr>
            <p:cNvPr id="70" name="Rectangle 69">
              <a:extLst>
                <a:ext uri="{FF2B5EF4-FFF2-40B4-BE49-F238E27FC236}">
                  <a16:creationId xmlns:a16="http://schemas.microsoft.com/office/drawing/2014/main" id="{65C2E16E-EA22-9B32-BD79-ABCC696460EC}"/>
                </a:ext>
              </a:extLst>
            </p:cNvPr>
            <p:cNvSpPr/>
            <p:nvPr/>
          </p:nvSpPr>
          <p:spPr>
            <a:xfrm>
              <a:off x="1454270" y="5423072"/>
              <a:ext cx="8696234" cy="445537"/>
            </a:xfrm>
            <a:prstGeom prst="rect">
              <a:avLst/>
            </a:prstGeom>
            <a:solidFill>
              <a:srgbClr val="000000"/>
            </a:solidFill>
            <a:ln w="25400" cap="flat" cmpd="sng" algn="ctr">
              <a:solidFill>
                <a:srgbClr val="646464"/>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3943"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white"/>
                </a:solidFill>
                <a:effectLst/>
                <a:uLnTx/>
                <a:uFillTx/>
                <a:latin typeface="Arial"/>
                <a:ea typeface="+mn-ea"/>
                <a:cs typeface="+mn-cs"/>
              </a:endParaRP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Arial"/>
                  <a:ea typeface="+mn-ea"/>
                  <a:cs typeface="+mn-cs"/>
                </a:rPr>
                <a:t>Task Management</a:t>
              </a:r>
            </a:p>
            <a:p>
              <a:pPr marL="0" marR="0" lvl="0" indent="0" algn="ctr" defTabSz="913943"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prstClr val="white"/>
                  </a:solidFill>
                  <a:effectLst/>
                  <a:uLnTx/>
                  <a:uFillTx/>
                  <a:latin typeface="Arial"/>
                  <a:ea typeface="+mn-ea"/>
                  <a:cs typeface="+mn-cs"/>
                </a:rPr>
                <a:t>Product</a:t>
              </a:r>
            </a:p>
          </p:txBody>
        </p:sp>
        <p:pic>
          <p:nvPicPr>
            <p:cNvPr id="71" name="Picture 70" descr="logo.png">
              <a:extLst>
                <a:ext uri="{FF2B5EF4-FFF2-40B4-BE49-F238E27FC236}">
                  <a16:creationId xmlns:a16="http://schemas.microsoft.com/office/drawing/2014/main" id="{BF187EBC-E712-D2A1-36D2-28B3A7B171BD}"/>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485069" y="5472613"/>
              <a:ext cx="893301" cy="187305"/>
            </a:xfrm>
            <a:prstGeom prst="rect">
              <a:avLst/>
            </a:prstGeom>
          </p:spPr>
        </p:pic>
        <p:sp>
          <p:nvSpPr>
            <p:cNvPr id="72" name="Rounded Rectangle 124">
              <a:extLst>
                <a:ext uri="{FF2B5EF4-FFF2-40B4-BE49-F238E27FC236}">
                  <a16:creationId xmlns:a16="http://schemas.microsoft.com/office/drawing/2014/main" id="{BBA127A0-32B6-F3EE-74E2-04AE50C325E5}"/>
                </a:ext>
              </a:extLst>
            </p:cNvPr>
            <p:cNvSpPr/>
            <p:nvPr/>
          </p:nvSpPr>
          <p:spPr>
            <a:xfrm>
              <a:off x="1463758" y="3909517"/>
              <a:ext cx="860834" cy="377195"/>
            </a:xfrm>
            <a:prstGeom prst="roundRect">
              <a:avLst/>
            </a:prstGeom>
            <a:solidFill>
              <a:srgbClr val="00B0B9"/>
            </a:solidFill>
          </p:spPr>
          <p:txBody>
            <a:bodyPr wrap="square" rtlCol="0" anchor="ctr" anchorCtr="0">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SAP AR</a:t>
              </a:r>
            </a:p>
          </p:txBody>
        </p:sp>
      </p:grpSp>
    </p:spTree>
    <p:extLst>
      <p:ext uri="{BB962C8B-B14F-4D97-AF65-F5344CB8AC3E}">
        <p14:creationId xmlns:p14="http://schemas.microsoft.com/office/powerpoint/2010/main" val="349946834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D21630-19CA-0FB8-870A-4560557D684D}"/>
              </a:ext>
            </a:extLst>
          </p:cNvPr>
          <p:cNvSpPr>
            <a:spLocks noGrp="1"/>
          </p:cNvSpPr>
          <p:nvPr>
            <p:ph type="title"/>
          </p:nvPr>
        </p:nvSpPr>
        <p:spPr/>
        <p:txBody>
          <a:bodyPr/>
          <a:lstStyle/>
          <a:p>
            <a:r>
              <a:rPr lang="en-GB"/>
              <a:t>Why use </a:t>
            </a:r>
            <a:r>
              <a:rPr lang="en-GB" err="1"/>
              <a:t>BlackLine</a:t>
            </a:r>
            <a:r>
              <a:rPr lang="en-GB"/>
              <a:t> with SAP? </a:t>
            </a:r>
            <a:endParaRPr lang="en-IN"/>
          </a:p>
        </p:txBody>
      </p:sp>
      <p:sp>
        <p:nvSpPr>
          <p:cNvPr id="5" name="Slide Number Placeholder 4">
            <a:extLst>
              <a:ext uri="{FF2B5EF4-FFF2-40B4-BE49-F238E27FC236}">
                <a16:creationId xmlns:a16="http://schemas.microsoft.com/office/drawing/2014/main" id="{F0A30212-FE1F-C880-DEE9-0DE02035E456}"/>
              </a:ext>
            </a:extLst>
          </p:cNvPr>
          <p:cNvSpPr>
            <a:spLocks noGrp="1"/>
          </p:cNvSpPr>
          <p:nvPr>
            <p:ph type="sldNum" sz="quarter" idx="12"/>
          </p:nvPr>
        </p:nvSpPr>
        <p:spPr/>
        <p:txBody>
          <a:bodyPr/>
          <a:lstStyle/>
          <a:p>
            <a:fld id="{94FCA0F3-9F3A-694B-99BB-0E592A797735}" type="slidenum">
              <a:rPr lang="en-US" smtClean="0"/>
              <a:t>111</a:t>
            </a:fld>
            <a:endParaRPr lang="en-US"/>
          </a:p>
        </p:txBody>
      </p:sp>
      <p:sp>
        <p:nvSpPr>
          <p:cNvPr id="6" name="Date Placeholder 5">
            <a:extLst>
              <a:ext uri="{FF2B5EF4-FFF2-40B4-BE49-F238E27FC236}">
                <a16:creationId xmlns:a16="http://schemas.microsoft.com/office/drawing/2014/main" id="{9CF26A55-9486-B8EF-2DCB-BB956DB5FF9D}"/>
              </a:ext>
            </a:extLst>
          </p:cNvPr>
          <p:cNvSpPr>
            <a:spLocks noGrp="1"/>
          </p:cNvSpPr>
          <p:nvPr>
            <p:ph type="dt" sz="half" idx="10"/>
          </p:nvPr>
        </p:nvSpPr>
        <p:spPr/>
        <p:txBody>
          <a:bodyPr/>
          <a:lstStyle/>
          <a:p>
            <a:fld id="{07FAE2FE-F465-4802-A32B-614F62F840B7}" type="datetime1">
              <a:rPr lang="en-US" smtClean="0"/>
              <a:t>9/19/2025</a:t>
            </a:fld>
            <a:endParaRPr lang="en-US"/>
          </a:p>
        </p:txBody>
      </p:sp>
      <p:sp>
        <p:nvSpPr>
          <p:cNvPr id="8" name="SmartArt Placeholder 7">
            <a:extLst>
              <a:ext uri="{FF2B5EF4-FFF2-40B4-BE49-F238E27FC236}">
                <a16:creationId xmlns:a16="http://schemas.microsoft.com/office/drawing/2014/main" id="{41D7D3C5-538B-CE75-A949-4E2917A1212A}"/>
              </a:ext>
            </a:extLst>
          </p:cNvPr>
          <p:cNvSpPr>
            <a:spLocks noGrp="1"/>
          </p:cNvSpPr>
          <p:nvPr>
            <p:ph type="dgm" sz="quarter" idx="17"/>
          </p:nvPr>
        </p:nvSpPr>
        <p:spPr/>
        <p:txBody>
          <a:bodyPr/>
          <a:lstStyle/>
          <a:p>
            <a:endParaRPr lang="en-IN"/>
          </a:p>
        </p:txBody>
      </p:sp>
      <p:sp>
        <p:nvSpPr>
          <p:cNvPr id="9" name="Freeform 4">
            <a:extLst>
              <a:ext uri="{FF2B5EF4-FFF2-40B4-BE49-F238E27FC236}">
                <a16:creationId xmlns:a16="http://schemas.microsoft.com/office/drawing/2014/main" id="{730503CD-1A7B-1910-D195-4244C65744DC}"/>
              </a:ext>
            </a:extLst>
          </p:cNvPr>
          <p:cNvSpPr>
            <a:spLocks/>
          </p:cNvSpPr>
          <p:nvPr/>
        </p:nvSpPr>
        <p:spPr bwMode="auto">
          <a:xfrm>
            <a:off x="586890" y="2439743"/>
            <a:ext cx="2596927" cy="2971856"/>
          </a:xfrm>
          <a:custGeom>
            <a:avLst/>
            <a:gdLst/>
            <a:ahLst/>
            <a:cxnLst>
              <a:cxn ang="0">
                <a:pos x="2294" y="0"/>
              </a:cxn>
              <a:cxn ang="0">
                <a:pos x="2294" y="1995"/>
              </a:cxn>
              <a:cxn ang="0">
                <a:pos x="0" y="1995"/>
              </a:cxn>
              <a:cxn ang="0">
                <a:pos x="0" y="0"/>
              </a:cxn>
              <a:cxn ang="0">
                <a:pos x="1150" y="104"/>
              </a:cxn>
              <a:cxn ang="0">
                <a:pos x="2294" y="0"/>
              </a:cxn>
            </a:cxnLst>
            <a:rect l="0" t="0" r="r" b="b"/>
            <a:pathLst>
              <a:path w="2295" h="1996">
                <a:moveTo>
                  <a:pt x="2294" y="0"/>
                </a:moveTo>
                <a:lnTo>
                  <a:pt x="2294" y="1995"/>
                </a:lnTo>
                <a:lnTo>
                  <a:pt x="0" y="1995"/>
                </a:lnTo>
                <a:lnTo>
                  <a:pt x="0" y="0"/>
                </a:lnTo>
                <a:lnTo>
                  <a:pt x="1150" y="104"/>
                </a:lnTo>
                <a:lnTo>
                  <a:pt x="2294" y="0"/>
                </a:lnTo>
              </a:path>
            </a:pathLst>
          </a:custGeom>
          <a:solidFill>
            <a:srgbClr val="FFE600"/>
          </a:solidFill>
          <a:ln w="6350" cap="rnd" cmpd="sng">
            <a:noFill/>
            <a:prstDash val="solid"/>
            <a:round/>
            <a:headEnd/>
            <a:tailEnd/>
          </a:ln>
          <a:effectLst>
            <a:outerShdw dist="53882" dir="2700000" algn="ctr" rotWithShape="0">
              <a:srgbClr val="FFE600"/>
            </a:outerShdw>
          </a:effectLst>
        </p:spPr>
        <p:txBody>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AU" sz="1099" b="0" i="0" u="none" strike="noStrike" kern="0" cap="none" spc="0" normalizeH="0" baseline="0" noProof="0">
              <a:ln>
                <a:noFill/>
              </a:ln>
              <a:solidFill>
                <a:srgbClr val="333333"/>
              </a:solidFill>
              <a:effectLst/>
              <a:uLnTx/>
              <a:uFillTx/>
            </a:endParaRPr>
          </a:p>
          <a:p>
            <a:pPr marL="0" marR="0" lvl="0" indent="0" defTabSz="913943" eaLnBrk="1" fontAlgn="auto" latinLnBrk="0" hangingPunct="1">
              <a:lnSpc>
                <a:spcPct val="100000"/>
              </a:lnSpc>
              <a:spcBef>
                <a:spcPts val="0"/>
              </a:spcBef>
              <a:spcAft>
                <a:spcPts val="0"/>
              </a:spcAft>
              <a:buClrTx/>
              <a:buSzTx/>
              <a:buFontTx/>
              <a:buNone/>
              <a:tabLst/>
              <a:defRPr/>
            </a:pPr>
            <a:r>
              <a:rPr kumimoji="0" lang="en-AU" sz="1199" b="1" i="0" u="sng" strike="noStrike" kern="0" cap="none" spc="0" normalizeH="0" baseline="0" noProof="0">
                <a:ln>
                  <a:noFill/>
                </a:ln>
                <a:solidFill>
                  <a:srgbClr val="333333"/>
                </a:solidFill>
                <a:effectLst/>
                <a:uLnTx/>
                <a:uFillTx/>
              </a:rPr>
              <a:t>BlackLine extends it by:</a:t>
            </a:r>
          </a:p>
          <a:p>
            <a:pPr marL="0" marR="0" lvl="0" indent="0" defTabSz="913943" eaLnBrk="1" fontAlgn="auto" latinLnBrk="0" hangingPunct="1">
              <a:lnSpc>
                <a:spcPct val="100000"/>
              </a:lnSpc>
              <a:spcBef>
                <a:spcPts val="0"/>
              </a:spcBef>
              <a:spcAft>
                <a:spcPts val="0"/>
              </a:spcAft>
              <a:buClrTx/>
              <a:buSzTx/>
              <a:buFontTx/>
              <a:buNone/>
              <a:tabLst/>
              <a:defRPr/>
            </a:pPr>
            <a:endParaRPr kumimoji="0" lang="en-AU" sz="700" b="1" i="0" u="none" strike="noStrike" kern="0" cap="none" spc="0" normalizeH="0" baseline="0" noProof="0">
              <a:ln>
                <a:noFill/>
              </a:ln>
              <a:solidFill>
                <a:srgbClr val="333333"/>
              </a:solidFill>
              <a:effectLst/>
              <a:uLnTx/>
              <a:uFillTx/>
            </a:endParaRP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Flexible </a:t>
            </a:r>
            <a:r>
              <a:rPr kumimoji="0" lang="en-GB" sz="1049" b="0" i="0" u="none" strike="noStrike" kern="0" cap="none" spc="0" normalizeH="0" baseline="0" noProof="0">
                <a:ln>
                  <a:noFill/>
                </a:ln>
                <a:solidFill>
                  <a:srgbClr val="333333"/>
                </a:solidFill>
                <a:effectLst/>
                <a:uLnTx/>
                <a:uFillTx/>
                <a:cs typeface="Arial" pitchFamily="34" charset="0"/>
              </a:rPr>
              <a:t>design of journal template</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Centralised</a:t>
            </a:r>
            <a:r>
              <a:rPr kumimoji="0" lang="en-GB" sz="1049" b="0" i="0" u="none" strike="noStrike" kern="0" cap="none" spc="0" normalizeH="0" baseline="0" noProof="0">
                <a:ln>
                  <a:noFill/>
                </a:ln>
                <a:solidFill>
                  <a:srgbClr val="333333"/>
                </a:solidFill>
                <a:effectLst/>
                <a:uLnTx/>
                <a:uFillTx/>
                <a:cs typeface="Arial" pitchFamily="34" charset="0"/>
              </a:rPr>
              <a:t> journals management across ERP systems </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0" i="0" u="none" strike="noStrike" kern="0" cap="none" spc="0" normalizeH="0" baseline="0" noProof="0">
                <a:ln>
                  <a:noFill/>
                </a:ln>
                <a:solidFill>
                  <a:srgbClr val="333333"/>
                </a:solidFill>
                <a:effectLst/>
                <a:uLnTx/>
                <a:uFillTx/>
                <a:cs typeface="Arial" pitchFamily="34" charset="0"/>
              </a:rPr>
              <a:t>Control beyond SAP posting requirements with </a:t>
            </a: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additional validations</a:t>
            </a:r>
            <a:endParaRPr kumimoji="0" lang="en-GB" sz="1049" b="0" i="0" u="none" strike="noStrike" kern="0" cap="none" spc="0" normalizeH="0" baseline="0" noProof="0">
              <a:ln>
                <a:noFill/>
              </a:ln>
              <a:solidFill>
                <a:srgbClr val="333333"/>
              </a:solidFill>
              <a:effectLst/>
              <a:uLnTx/>
              <a:uFillTx/>
              <a:cs typeface="Arial" pitchFamily="34" charset="0"/>
            </a:endParaRP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0" i="0" u="none" strike="noStrike" kern="0" cap="none" spc="0" normalizeH="0" baseline="0" noProof="0">
                <a:ln>
                  <a:noFill/>
                </a:ln>
                <a:solidFill>
                  <a:srgbClr val="333333"/>
                </a:solidFill>
                <a:effectLst/>
                <a:uLnTx/>
                <a:uFillTx/>
                <a:cs typeface="Arial" pitchFamily="34" charset="0"/>
              </a:rPr>
              <a:t>Automated and </a:t>
            </a: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recurring journals </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Auditable workflow</a:t>
            </a:r>
            <a:r>
              <a:rPr kumimoji="0" lang="en-GB" sz="1049" b="1" i="0" u="none" strike="noStrike" kern="0" cap="none" spc="0" normalizeH="0" baseline="0" noProof="0">
                <a:ln>
                  <a:noFill/>
                </a:ln>
                <a:solidFill>
                  <a:srgbClr val="333333"/>
                </a:solidFill>
                <a:effectLst/>
                <a:uLnTx/>
                <a:uFillTx/>
                <a:cs typeface="Arial" pitchFamily="34" charset="0"/>
              </a:rPr>
              <a:t> </a:t>
            </a:r>
            <a:r>
              <a:rPr kumimoji="0" lang="en-GB" sz="1049" b="0" i="0" u="none" strike="noStrike" kern="0" cap="none" spc="0" normalizeH="0" baseline="0" noProof="0">
                <a:ln>
                  <a:noFill/>
                </a:ln>
                <a:solidFill>
                  <a:srgbClr val="333333"/>
                </a:solidFill>
                <a:effectLst/>
                <a:uLnTx/>
                <a:uFillTx/>
                <a:cs typeface="Arial" pitchFamily="34" charset="0"/>
              </a:rPr>
              <a:t>with alerts &amp; sign-off</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0" i="0" u="none" strike="noStrike" kern="0" cap="none" spc="0" normalizeH="0" baseline="0" noProof="0">
                <a:ln>
                  <a:noFill/>
                </a:ln>
                <a:solidFill>
                  <a:srgbClr val="333333"/>
                </a:solidFill>
                <a:effectLst/>
                <a:uLnTx/>
                <a:uFillTx/>
                <a:cs typeface="Arial" pitchFamily="34" charset="0"/>
              </a:rPr>
              <a:t>Department and entity based </a:t>
            </a: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flexibility</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0" i="0" u="none" strike="noStrike" kern="0" cap="none" spc="0" normalizeH="0" baseline="0" noProof="0">
                <a:ln>
                  <a:noFill/>
                </a:ln>
                <a:solidFill>
                  <a:srgbClr val="333333"/>
                </a:solidFill>
                <a:effectLst/>
                <a:uLnTx/>
                <a:uFillTx/>
                <a:cs typeface="Arial" pitchFamily="34" charset="0"/>
              </a:rPr>
              <a:t>Controlled </a:t>
            </a: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document repository</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Integration</a:t>
            </a:r>
            <a:r>
              <a:rPr kumimoji="0" lang="en-GB" sz="1049" b="0" i="0" u="none" strike="noStrike" kern="0" cap="none" spc="0" normalizeH="0" baseline="0" noProof="0">
                <a:ln>
                  <a:noFill/>
                </a:ln>
                <a:solidFill>
                  <a:srgbClr val="333333"/>
                </a:solidFill>
                <a:effectLst/>
                <a:uLnTx/>
                <a:uFillTx/>
                <a:cs typeface="Arial" pitchFamily="34" charset="0"/>
              </a:rPr>
              <a:t> across BlackLine modules</a:t>
            </a:r>
            <a:endParaRPr kumimoji="0" lang="en-IN" sz="1049" b="0" i="0" u="none" strike="noStrike" kern="0" cap="none" spc="0" normalizeH="0" baseline="0" noProof="0">
              <a:ln>
                <a:noFill/>
              </a:ln>
              <a:solidFill>
                <a:srgbClr val="333333"/>
              </a:solidFill>
              <a:effectLst/>
              <a:uLnTx/>
              <a:uFillTx/>
              <a:cs typeface="Arial" pitchFamily="34" charset="0"/>
            </a:endParaRPr>
          </a:p>
          <a:p>
            <a:pPr marL="0" marR="0" lvl="0" indent="0" defTabSz="913943" eaLnBrk="1" fontAlgn="auto" latinLnBrk="0" hangingPunct="1">
              <a:lnSpc>
                <a:spcPct val="100000"/>
              </a:lnSpc>
              <a:spcBef>
                <a:spcPts val="0"/>
              </a:spcBef>
              <a:spcAft>
                <a:spcPts val="0"/>
              </a:spcAft>
              <a:buClrTx/>
              <a:buSzTx/>
              <a:buFontTx/>
              <a:buNone/>
              <a:tabLst/>
              <a:defRPr/>
            </a:pPr>
            <a:endParaRPr kumimoji="0" lang="en-AU" sz="1099" b="0" i="0" u="none" strike="noStrike" kern="0" cap="none" spc="0" normalizeH="0" baseline="0" noProof="0">
              <a:ln>
                <a:noFill/>
              </a:ln>
              <a:solidFill>
                <a:srgbClr val="333333"/>
              </a:solidFill>
              <a:effectLst/>
              <a:uLnTx/>
              <a:uFillTx/>
            </a:endParaRPr>
          </a:p>
        </p:txBody>
      </p:sp>
      <p:sp>
        <p:nvSpPr>
          <p:cNvPr id="10" name="Rectangle 7">
            <a:extLst>
              <a:ext uri="{FF2B5EF4-FFF2-40B4-BE49-F238E27FC236}">
                <a16:creationId xmlns:a16="http://schemas.microsoft.com/office/drawing/2014/main" id="{105D6C78-EB72-F6CF-1DBE-89835AD85472}"/>
              </a:ext>
            </a:extLst>
          </p:cNvPr>
          <p:cNvSpPr>
            <a:spLocks noChangeArrowheads="1"/>
          </p:cNvSpPr>
          <p:nvPr/>
        </p:nvSpPr>
        <p:spPr bwMode="auto">
          <a:xfrm>
            <a:off x="586890" y="2439742"/>
            <a:ext cx="2596927" cy="3105352"/>
          </a:xfrm>
          <a:prstGeom prst="rect">
            <a:avLst/>
          </a:prstGeom>
          <a:noFill/>
          <a:ln w="6350">
            <a:noFill/>
            <a:miter lim="800000"/>
            <a:headEnd/>
            <a:tailEnd/>
          </a:ln>
          <a:effectLst/>
        </p:spPr>
        <p:txBody>
          <a:bodyPr lIns="45696" rIns="45696"/>
          <a:lstStyle/>
          <a:p>
            <a:pPr marL="114243" indent="-114243" defTabSz="761619" eaLnBrk="0" hangingPunct="0">
              <a:spcBef>
                <a:spcPct val="30000"/>
              </a:spcBef>
            </a:pPr>
            <a:endParaRPr lang="en-AU" sz="1099">
              <a:solidFill>
                <a:srgbClr val="333333"/>
              </a:solidFill>
              <a:latin typeface="Arial"/>
            </a:endParaRPr>
          </a:p>
          <a:p>
            <a:pPr marL="171364" indent="-171364" defTabSz="761619" eaLnBrk="0" hangingPunct="0">
              <a:spcBef>
                <a:spcPct val="30000"/>
              </a:spcBef>
              <a:buFont typeface="Arial" panose="020B0604020202020204" pitchFamily="34" charset="0"/>
              <a:buChar char="•"/>
            </a:pPr>
            <a:endParaRPr lang="en-AU" sz="1099">
              <a:solidFill>
                <a:srgbClr val="333333"/>
              </a:solidFill>
              <a:latin typeface="Arial"/>
            </a:endParaRPr>
          </a:p>
        </p:txBody>
      </p:sp>
      <p:sp>
        <p:nvSpPr>
          <p:cNvPr id="11" name="AutoShape 9">
            <a:extLst>
              <a:ext uri="{FF2B5EF4-FFF2-40B4-BE49-F238E27FC236}">
                <a16:creationId xmlns:a16="http://schemas.microsoft.com/office/drawing/2014/main" id="{D530E052-3091-3F2F-44DC-BA8A14D2AEAA}"/>
              </a:ext>
            </a:extLst>
          </p:cNvPr>
          <p:cNvSpPr>
            <a:spLocks noChangeArrowheads="1"/>
          </p:cNvSpPr>
          <p:nvPr/>
        </p:nvSpPr>
        <p:spPr bwMode="auto">
          <a:xfrm rot="5400000" flipV="1">
            <a:off x="1549526" y="803782"/>
            <a:ext cx="673023" cy="2596927"/>
          </a:xfrm>
          <a:prstGeom prst="homePlate">
            <a:avLst>
              <a:gd name="adj" fmla="val 25000"/>
            </a:avLst>
          </a:prstGeom>
          <a:solidFill>
            <a:srgbClr val="C0C0C0"/>
          </a:solidFill>
          <a:ln w="6350">
            <a:noFill/>
            <a:miter lim="800000"/>
            <a:headEnd/>
            <a:tailEnd/>
          </a:ln>
          <a:effectLst/>
        </p:spPr>
        <p:txBody>
          <a:bodyPr vert="eaVert" wrap="none" lIns="45696" rIns="45696" anchor="ctr"/>
          <a:lstStyle/>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AU" sz="999" b="0" i="0" u="none" strike="noStrike" kern="0" cap="none" spc="0" normalizeH="0" baseline="0" noProof="0">
                <a:ln>
                  <a:noFill/>
                </a:ln>
                <a:solidFill>
                  <a:srgbClr val="333333"/>
                </a:solidFill>
                <a:effectLst/>
                <a:uLnTx/>
                <a:uFillTx/>
              </a:rPr>
              <a:t>SAP automates certain journal</a:t>
            </a:r>
          </a:p>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AU" sz="999" b="0" i="0" u="none" strike="noStrike" kern="0" cap="none" spc="0" normalizeH="0" baseline="0" noProof="0">
                <a:ln>
                  <a:noFill/>
                </a:ln>
                <a:solidFill>
                  <a:srgbClr val="333333"/>
                </a:solidFill>
                <a:effectLst/>
                <a:uLnTx/>
                <a:uFillTx/>
              </a:rPr>
              <a:t>entries and reduces overall volume.</a:t>
            </a:r>
          </a:p>
        </p:txBody>
      </p:sp>
      <p:sp>
        <p:nvSpPr>
          <p:cNvPr id="12" name="Rectangle 7">
            <a:extLst>
              <a:ext uri="{FF2B5EF4-FFF2-40B4-BE49-F238E27FC236}">
                <a16:creationId xmlns:a16="http://schemas.microsoft.com/office/drawing/2014/main" id="{28098B6F-6C75-A7AB-CF1B-67B9EE8AF8AF}"/>
              </a:ext>
            </a:extLst>
          </p:cNvPr>
          <p:cNvSpPr>
            <a:spLocks noChangeArrowheads="1"/>
          </p:cNvSpPr>
          <p:nvPr/>
        </p:nvSpPr>
        <p:spPr bwMode="auto">
          <a:xfrm>
            <a:off x="3346011" y="2195053"/>
            <a:ext cx="2778976" cy="3523101"/>
          </a:xfrm>
          <a:prstGeom prst="rect">
            <a:avLst/>
          </a:prstGeom>
          <a:noFill/>
          <a:ln w="6350">
            <a:noFill/>
            <a:miter lim="800000"/>
            <a:headEnd/>
            <a:tailEnd/>
          </a:ln>
          <a:effectLst/>
        </p:spPr>
        <p:txBody>
          <a:bodyPr lIns="45696" rIns="45696"/>
          <a:lstStyle/>
          <a:p>
            <a:pPr marL="114243" indent="-114243" defTabSz="761619" eaLnBrk="0" hangingPunct="0">
              <a:spcBef>
                <a:spcPct val="30000"/>
              </a:spcBef>
            </a:pPr>
            <a:endParaRPr lang="en-AU" sz="1199">
              <a:solidFill>
                <a:srgbClr val="333333"/>
              </a:solidFill>
              <a:latin typeface="Arial"/>
            </a:endParaRPr>
          </a:p>
          <a:p>
            <a:pPr marL="171364" indent="-171364" defTabSz="761619" eaLnBrk="0" hangingPunct="0">
              <a:spcBef>
                <a:spcPct val="30000"/>
              </a:spcBef>
              <a:buFont typeface="Arial" panose="020B0604020202020204" pitchFamily="34" charset="0"/>
              <a:buChar char="•"/>
            </a:pPr>
            <a:endParaRPr lang="en-AU" sz="1199">
              <a:solidFill>
                <a:srgbClr val="333333"/>
              </a:solidFill>
              <a:latin typeface="Arial"/>
            </a:endParaRPr>
          </a:p>
        </p:txBody>
      </p:sp>
      <p:sp>
        <p:nvSpPr>
          <p:cNvPr id="13" name="Freeform 4">
            <a:extLst>
              <a:ext uri="{FF2B5EF4-FFF2-40B4-BE49-F238E27FC236}">
                <a16:creationId xmlns:a16="http://schemas.microsoft.com/office/drawing/2014/main" id="{FAB9418D-3A58-C8B5-0F91-279174211E9D}"/>
              </a:ext>
            </a:extLst>
          </p:cNvPr>
          <p:cNvSpPr>
            <a:spLocks/>
          </p:cNvSpPr>
          <p:nvPr/>
        </p:nvSpPr>
        <p:spPr bwMode="auto">
          <a:xfrm>
            <a:off x="3346011" y="2505436"/>
            <a:ext cx="2596927" cy="2963102"/>
          </a:xfrm>
          <a:custGeom>
            <a:avLst/>
            <a:gdLst/>
            <a:ahLst/>
            <a:cxnLst>
              <a:cxn ang="0">
                <a:pos x="2294" y="0"/>
              </a:cxn>
              <a:cxn ang="0">
                <a:pos x="2294" y="1995"/>
              </a:cxn>
              <a:cxn ang="0">
                <a:pos x="0" y="1995"/>
              </a:cxn>
              <a:cxn ang="0">
                <a:pos x="0" y="0"/>
              </a:cxn>
              <a:cxn ang="0">
                <a:pos x="1150" y="104"/>
              </a:cxn>
              <a:cxn ang="0">
                <a:pos x="2294" y="0"/>
              </a:cxn>
            </a:cxnLst>
            <a:rect l="0" t="0" r="r" b="b"/>
            <a:pathLst>
              <a:path w="2295" h="1996">
                <a:moveTo>
                  <a:pt x="2294" y="0"/>
                </a:moveTo>
                <a:lnTo>
                  <a:pt x="2294" y="1995"/>
                </a:lnTo>
                <a:lnTo>
                  <a:pt x="0" y="1995"/>
                </a:lnTo>
                <a:lnTo>
                  <a:pt x="0" y="0"/>
                </a:lnTo>
                <a:lnTo>
                  <a:pt x="1150" y="104"/>
                </a:lnTo>
                <a:lnTo>
                  <a:pt x="2294" y="0"/>
                </a:lnTo>
              </a:path>
            </a:pathLst>
          </a:custGeom>
          <a:solidFill>
            <a:srgbClr val="C0C0C0"/>
          </a:solidFill>
          <a:ln w="6350" cap="rnd" cmpd="sng">
            <a:noFill/>
            <a:prstDash val="solid"/>
            <a:round/>
            <a:headEnd/>
            <a:tailEnd/>
          </a:ln>
          <a:effectLst>
            <a:outerShdw dist="53882" dir="2700000" algn="ctr" rotWithShape="0">
              <a:srgbClr val="FFE600"/>
            </a:outerShdw>
          </a:effectLst>
        </p:spPr>
        <p:txBody>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AU" sz="1099" b="0" i="0" u="none" strike="noStrike" kern="0" cap="none" spc="0" normalizeH="0" baseline="0" noProof="0">
              <a:ln>
                <a:noFill/>
              </a:ln>
              <a:solidFill>
                <a:srgbClr val="333333"/>
              </a:solidFill>
              <a:effectLst/>
              <a:uLnTx/>
              <a:uFillTx/>
            </a:endParaRPr>
          </a:p>
          <a:p>
            <a:pPr marL="0" marR="0" lvl="0" indent="0" defTabSz="913943" eaLnBrk="1" fontAlgn="auto" latinLnBrk="0" hangingPunct="1">
              <a:lnSpc>
                <a:spcPct val="100000"/>
              </a:lnSpc>
              <a:spcBef>
                <a:spcPts val="0"/>
              </a:spcBef>
              <a:spcAft>
                <a:spcPts val="0"/>
              </a:spcAft>
              <a:buClrTx/>
              <a:buSzTx/>
              <a:buFontTx/>
              <a:buNone/>
              <a:tabLst/>
              <a:defRPr/>
            </a:pPr>
            <a:r>
              <a:rPr kumimoji="0" lang="en-AU" sz="1199" b="1" i="0" u="sng" strike="noStrike" kern="0" cap="none" spc="0" normalizeH="0" baseline="0" noProof="0">
                <a:ln>
                  <a:noFill/>
                </a:ln>
                <a:solidFill>
                  <a:srgbClr val="333333"/>
                </a:solidFill>
                <a:effectLst/>
                <a:uLnTx/>
                <a:uFillTx/>
              </a:rPr>
              <a:t>BlackLine extends it by:</a:t>
            </a:r>
          </a:p>
          <a:p>
            <a:pPr marL="0" marR="0" lvl="0" indent="0" defTabSz="913943" eaLnBrk="1" fontAlgn="auto" latinLnBrk="0" hangingPunct="1">
              <a:lnSpc>
                <a:spcPct val="100000"/>
              </a:lnSpc>
              <a:spcBef>
                <a:spcPts val="0"/>
              </a:spcBef>
              <a:spcAft>
                <a:spcPts val="0"/>
              </a:spcAft>
              <a:buClrTx/>
              <a:buSzTx/>
              <a:buFontTx/>
              <a:buNone/>
              <a:tabLst/>
              <a:defRPr/>
            </a:pPr>
            <a:endParaRPr kumimoji="0" lang="en-AU" sz="700" b="1" i="0" u="none" strike="noStrike" kern="0" cap="none" spc="0" normalizeH="0" baseline="0" noProof="0">
              <a:ln>
                <a:noFill/>
              </a:ln>
              <a:solidFill>
                <a:srgbClr val="333333"/>
              </a:solidFill>
              <a:effectLst/>
              <a:uLnTx/>
              <a:uFillTx/>
            </a:endParaRP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1" i="0" u="none" strike="noStrike" kern="0" cap="none" spc="0" normalizeH="0" baseline="0" noProof="0">
                <a:ln>
                  <a:noFill/>
                </a:ln>
                <a:solidFill>
                  <a:srgbClr val="333333"/>
                </a:solidFill>
                <a:effectLst/>
                <a:uLnTx/>
                <a:uFillTx/>
                <a:latin typeface="EYInterstate" panose="02000503020000020004" pitchFamily="2" charset="0"/>
              </a:rPr>
              <a:t>Replacing excel </a:t>
            </a:r>
            <a:r>
              <a:rPr kumimoji="0" lang="en-GB" sz="1049" b="0" i="0" u="none" strike="noStrike" kern="0" cap="none" spc="0" normalizeH="0" baseline="0" noProof="0">
                <a:ln>
                  <a:noFill/>
                </a:ln>
                <a:solidFill>
                  <a:srgbClr val="333333"/>
                </a:solidFill>
                <a:effectLst/>
                <a:uLnTx/>
                <a:uFillTx/>
              </a:rPr>
              <a:t>based reconciliations</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0" i="0" u="none" strike="noStrike" kern="0" cap="none" spc="0" normalizeH="0" baseline="0" noProof="0">
                <a:ln>
                  <a:noFill/>
                </a:ln>
                <a:solidFill>
                  <a:srgbClr val="333333"/>
                </a:solidFill>
                <a:effectLst/>
                <a:uLnTx/>
                <a:uFillTx/>
                <a:cs typeface="Arial" pitchFamily="34" charset="0"/>
              </a:rPr>
              <a:t>Rules-based </a:t>
            </a: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auto-certification </a:t>
            </a:r>
            <a:r>
              <a:rPr kumimoji="0" lang="en-GB" sz="1049" b="0" i="0" u="none" strike="noStrike" kern="0" cap="none" spc="0" normalizeH="0" baseline="0" noProof="0">
                <a:ln>
                  <a:noFill/>
                </a:ln>
                <a:solidFill>
                  <a:srgbClr val="333333"/>
                </a:solidFill>
                <a:effectLst/>
                <a:uLnTx/>
                <a:uFillTx/>
                <a:cs typeface="Arial" pitchFamily="34" charset="0"/>
              </a:rPr>
              <a:t>of reconciliations, reducing overall manual effort </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Real-time visibility </a:t>
            </a:r>
            <a:r>
              <a:rPr kumimoji="0" lang="en-GB" sz="1049" b="0" i="0" u="none" strike="noStrike" kern="0" cap="none" spc="0" normalizeH="0" baseline="0" noProof="0">
                <a:ln>
                  <a:noFill/>
                </a:ln>
                <a:solidFill>
                  <a:srgbClr val="333333"/>
                </a:solidFill>
                <a:effectLst/>
                <a:uLnTx/>
                <a:uFillTx/>
                <a:cs typeface="Arial" pitchFamily="34" charset="0"/>
              </a:rPr>
              <a:t>and dashboards across single platform</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0" i="0" u="none" strike="noStrike" kern="0" cap="none" spc="0" normalizeH="0" baseline="0" noProof="0">
                <a:ln>
                  <a:noFill/>
                </a:ln>
                <a:solidFill>
                  <a:srgbClr val="333333"/>
                </a:solidFill>
                <a:effectLst/>
                <a:uLnTx/>
                <a:uFillTx/>
                <a:cs typeface="Arial" pitchFamily="34" charset="0"/>
              </a:rPr>
              <a:t>Automated, </a:t>
            </a: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dynamic workflow </a:t>
            </a:r>
            <a:r>
              <a:rPr kumimoji="0" lang="en-GB" sz="1049" b="0" i="0" u="none" strike="noStrike" kern="0" cap="none" spc="0" normalizeH="0" baseline="0" noProof="0">
                <a:ln>
                  <a:noFill/>
                </a:ln>
                <a:solidFill>
                  <a:srgbClr val="333333"/>
                </a:solidFill>
                <a:effectLst/>
                <a:uLnTx/>
                <a:uFillTx/>
                <a:cs typeface="Arial" pitchFamily="34" charset="0"/>
              </a:rPr>
              <a:t>with built-in </a:t>
            </a: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segregation of duties </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0" i="0" u="none" strike="noStrike" kern="0" cap="none" spc="0" normalizeH="0" baseline="0" noProof="0">
                <a:ln>
                  <a:noFill/>
                </a:ln>
                <a:solidFill>
                  <a:srgbClr val="333333"/>
                </a:solidFill>
                <a:effectLst/>
                <a:uLnTx/>
                <a:uFillTx/>
                <a:cs typeface="Arial" pitchFamily="34" charset="0"/>
              </a:rPr>
              <a:t>Automate close calendar activities through </a:t>
            </a: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integration across modules </a:t>
            </a:r>
            <a:r>
              <a:rPr kumimoji="0" lang="en-GB" sz="900" b="0" i="0" u="none" strike="noStrike" kern="0" cap="none" spc="0" normalizeH="0" baseline="0" noProof="0">
                <a:ln>
                  <a:noFill/>
                </a:ln>
                <a:solidFill>
                  <a:srgbClr val="333333"/>
                </a:solidFill>
                <a:effectLst/>
                <a:uLnTx/>
                <a:uFillTx/>
                <a:cs typeface="Arial" pitchFamily="34" charset="0"/>
              </a:rPr>
              <a:t>(i.e. task is marked as complete after reconciliation is completed)</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49" b="1" i="0" u="none" strike="noStrike" kern="0" cap="none" spc="0" normalizeH="0" baseline="0" noProof="0">
                <a:ln>
                  <a:noFill/>
                </a:ln>
                <a:solidFill>
                  <a:srgbClr val="333333"/>
                </a:solidFill>
                <a:effectLst/>
                <a:uLnTx/>
                <a:uFillTx/>
                <a:latin typeface="EYInterstate" panose="02000503020000020004" pitchFamily="2" charset="0"/>
                <a:cs typeface="Arial" pitchFamily="34" charset="0"/>
              </a:rPr>
              <a:t>Dependency hierarchy </a:t>
            </a:r>
            <a:r>
              <a:rPr kumimoji="0" lang="en-GB" sz="1049" b="0" i="0" u="none" strike="noStrike" kern="0" cap="none" spc="0" normalizeH="0" baseline="0" noProof="0">
                <a:ln>
                  <a:noFill/>
                </a:ln>
                <a:solidFill>
                  <a:srgbClr val="333333"/>
                </a:solidFill>
                <a:effectLst/>
                <a:uLnTx/>
                <a:uFillTx/>
                <a:cs typeface="Arial" pitchFamily="34" charset="0"/>
              </a:rPr>
              <a:t>for close calendar activities </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IN" sz="1049" b="0" i="0" u="none" strike="noStrike" kern="0" cap="none" spc="0" normalizeH="0" baseline="0" noProof="0">
              <a:ln>
                <a:noFill/>
              </a:ln>
              <a:solidFill>
                <a:srgbClr val="333333"/>
              </a:solidFill>
              <a:effectLst/>
              <a:uLnTx/>
              <a:uFillTx/>
              <a:cs typeface="Arial" pitchFamily="34" charset="0"/>
            </a:endParaRPr>
          </a:p>
          <a:p>
            <a:pPr marL="0" marR="0" lvl="0" indent="0" defTabSz="913943" eaLnBrk="1" fontAlgn="auto" latinLnBrk="0" hangingPunct="1">
              <a:lnSpc>
                <a:spcPct val="100000"/>
              </a:lnSpc>
              <a:spcBef>
                <a:spcPts val="0"/>
              </a:spcBef>
              <a:spcAft>
                <a:spcPts val="0"/>
              </a:spcAft>
              <a:buClrTx/>
              <a:buSzTx/>
              <a:buFontTx/>
              <a:buNone/>
              <a:tabLst/>
              <a:defRPr/>
            </a:pPr>
            <a:endParaRPr kumimoji="0" lang="en-AU" sz="1049" b="0" i="0" u="none" strike="noStrike" kern="0" cap="none" spc="0" normalizeH="0" baseline="0" noProof="0">
              <a:ln>
                <a:noFill/>
              </a:ln>
              <a:solidFill>
                <a:srgbClr val="333333"/>
              </a:solidFill>
              <a:effectLst/>
              <a:uLnTx/>
              <a:uFillTx/>
            </a:endParaRPr>
          </a:p>
        </p:txBody>
      </p:sp>
      <p:sp>
        <p:nvSpPr>
          <p:cNvPr id="14" name="AutoShape 9">
            <a:extLst>
              <a:ext uri="{FF2B5EF4-FFF2-40B4-BE49-F238E27FC236}">
                <a16:creationId xmlns:a16="http://schemas.microsoft.com/office/drawing/2014/main" id="{3B337A64-9A2E-7C55-F7AC-E01C4908173B}"/>
              </a:ext>
            </a:extLst>
          </p:cNvPr>
          <p:cNvSpPr>
            <a:spLocks noChangeArrowheads="1"/>
          </p:cNvSpPr>
          <p:nvPr/>
        </p:nvSpPr>
        <p:spPr bwMode="auto">
          <a:xfrm rot="5400000" flipV="1">
            <a:off x="4276340" y="837074"/>
            <a:ext cx="737638" cy="2596927"/>
          </a:xfrm>
          <a:prstGeom prst="homePlate">
            <a:avLst>
              <a:gd name="adj" fmla="val 25000"/>
            </a:avLst>
          </a:prstGeom>
          <a:noFill/>
          <a:ln w="28575">
            <a:solidFill>
              <a:srgbClr val="FFE600"/>
            </a:solidFill>
            <a:miter lim="800000"/>
            <a:headEnd/>
            <a:tailEnd/>
          </a:ln>
          <a:effectLst/>
        </p:spPr>
        <p:txBody>
          <a:bodyPr vert="eaVert" wrap="none" lIns="45696" rIns="45696" anchor="ctr"/>
          <a:lstStyle/>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US" sz="999" b="0" i="0" u="none" strike="noStrike" kern="0" cap="none" spc="0" normalizeH="0" baseline="0" noProof="0">
                <a:ln>
                  <a:noFill/>
                </a:ln>
                <a:solidFill>
                  <a:schemeClr val="bg1"/>
                </a:solidFill>
                <a:effectLst/>
                <a:uLnTx/>
                <a:uFillTx/>
                <a:cs typeface="Arial" pitchFamily="34" charset="0"/>
              </a:rPr>
              <a:t>SAP provides </a:t>
            </a:r>
            <a:r>
              <a:rPr kumimoji="0" lang="en-IN" sz="999" b="0" i="0" u="none" strike="noStrike" kern="0" cap="none" spc="0" normalizeH="0" baseline="0" noProof="0">
                <a:ln>
                  <a:noFill/>
                </a:ln>
                <a:solidFill>
                  <a:schemeClr val="bg1"/>
                </a:solidFill>
                <a:effectLst/>
                <a:uLnTx/>
                <a:uFillTx/>
                <a:cs typeface="Arial" pitchFamily="34" charset="0"/>
              </a:rPr>
              <a:t>centralised monitoring of </a:t>
            </a:r>
          </a:p>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IN" sz="999" b="0" i="0" u="none" strike="noStrike" kern="0" cap="none" spc="0" normalizeH="0" baseline="0" noProof="0">
                <a:ln>
                  <a:noFill/>
                </a:ln>
                <a:solidFill>
                  <a:schemeClr val="bg1"/>
                </a:solidFill>
                <a:effectLst/>
                <a:uLnTx/>
                <a:uFillTx/>
                <a:cs typeface="Arial" pitchFamily="34" charset="0"/>
              </a:rPr>
              <a:t>close tasks, dashboards, and automated </a:t>
            </a:r>
          </a:p>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IN" sz="999" b="0" i="0" u="none" strike="noStrike" kern="0" cap="none" spc="0" normalizeH="0" baseline="0" noProof="0">
                <a:ln>
                  <a:noFill/>
                </a:ln>
                <a:solidFill>
                  <a:schemeClr val="bg1"/>
                </a:solidFill>
                <a:effectLst/>
                <a:uLnTx/>
                <a:uFillTx/>
                <a:cs typeface="Arial" pitchFamily="34" charset="0"/>
              </a:rPr>
              <a:t>execution of SAP programs.</a:t>
            </a:r>
          </a:p>
        </p:txBody>
      </p:sp>
      <p:sp>
        <p:nvSpPr>
          <p:cNvPr id="15" name="Freeform 4">
            <a:extLst>
              <a:ext uri="{FF2B5EF4-FFF2-40B4-BE49-F238E27FC236}">
                <a16:creationId xmlns:a16="http://schemas.microsoft.com/office/drawing/2014/main" id="{35FFC5F5-6E58-0A99-EE47-58B323D668B4}"/>
              </a:ext>
            </a:extLst>
          </p:cNvPr>
          <p:cNvSpPr>
            <a:spLocks/>
          </p:cNvSpPr>
          <p:nvPr/>
        </p:nvSpPr>
        <p:spPr bwMode="auto">
          <a:xfrm>
            <a:off x="6124986" y="2449263"/>
            <a:ext cx="2596927" cy="2971856"/>
          </a:xfrm>
          <a:custGeom>
            <a:avLst/>
            <a:gdLst/>
            <a:ahLst/>
            <a:cxnLst>
              <a:cxn ang="0">
                <a:pos x="2294" y="0"/>
              </a:cxn>
              <a:cxn ang="0">
                <a:pos x="2294" y="1995"/>
              </a:cxn>
              <a:cxn ang="0">
                <a:pos x="0" y="1995"/>
              </a:cxn>
              <a:cxn ang="0">
                <a:pos x="0" y="0"/>
              </a:cxn>
              <a:cxn ang="0">
                <a:pos x="1150" y="104"/>
              </a:cxn>
              <a:cxn ang="0">
                <a:pos x="2294" y="0"/>
              </a:cxn>
            </a:cxnLst>
            <a:rect l="0" t="0" r="r" b="b"/>
            <a:pathLst>
              <a:path w="2295" h="1996">
                <a:moveTo>
                  <a:pt x="2294" y="0"/>
                </a:moveTo>
                <a:lnTo>
                  <a:pt x="2294" y="1995"/>
                </a:lnTo>
                <a:lnTo>
                  <a:pt x="0" y="1995"/>
                </a:lnTo>
                <a:lnTo>
                  <a:pt x="0" y="0"/>
                </a:lnTo>
                <a:lnTo>
                  <a:pt x="1150" y="104"/>
                </a:lnTo>
                <a:lnTo>
                  <a:pt x="2294" y="0"/>
                </a:lnTo>
              </a:path>
            </a:pathLst>
          </a:custGeom>
          <a:solidFill>
            <a:srgbClr val="FFE600"/>
          </a:solidFill>
          <a:ln w="6350" cap="rnd" cmpd="sng">
            <a:noFill/>
            <a:prstDash val="solid"/>
            <a:round/>
            <a:headEnd/>
            <a:tailEnd/>
          </a:ln>
          <a:effectLst>
            <a:outerShdw dist="53882" dir="2700000" algn="ctr" rotWithShape="0">
              <a:srgbClr val="FFE600"/>
            </a:outerShdw>
          </a:effectLst>
        </p:spPr>
        <p:txBody>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AU" sz="1099" b="0" i="0" u="none" strike="noStrike" kern="0" cap="none" spc="0" normalizeH="0" baseline="0" noProof="0" dirty="0">
              <a:ln>
                <a:noFill/>
              </a:ln>
              <a:solidFill>
                <a:srgbClr val="333333"/>
              </a:solidFill>
              <a:effectLst/>
              <a:uLnTx/>
              <a:uFillTx/>
            </a:endParaRPr>
          </a:p>
          <a:p>
            <a:pPr marL="0" marR="0" lvl="0" indent="0" defTabSz="913943" eaLnBrk="1" fontAlgn="auto" latinLnBrk="0" hangingPunct="1">
              <a:lnSpc>
                <a:spcPct val="100000"/>
              </a:lnSpc>
              <a:spcBef>
                <a:spcPts val="0"/>
              </a:spcBef>
              <a:spcAft>
                <a:spcPts val="0"/>
              </a:spcAft>
              <a:buClrTx/>
              <a:buSzTx/>
              <a:buFontTx/>
              <a:buNone/>
              <a:tabLst/>
              <a:defRPr/>
            </a:pPr>
            <a:r>
              <a:rPr kumimoji="0" lang="en-AU" sz="1199" b="1" i="0" u="sng" strike="noStrike" kern="0" cap="none" spc="0" normalizeH="0" baseline="0" noProof="0" dirty="0">
                <a:ln>
                  <a:noFill/>
                </a:ln>
                <a:solidFill>
                  <a:srgbClr val="333333"/>
                </a:solidFill>
                <a:effectLst/>
                <a:uLnTx/>
                <a:uFillTx/>
              </a:rPr>
              <a:t>BlackLine extends it by:</a:t>
            </a:r>
          </a:p>
          <a:p>
            <a:pPr marL="0" marR="0" lvl="0" indent="0" defTabSz="913943" eaLnBrk="1" fontAlgn="auto" latinLnBrk="0" hangingPunct="1">
              <a:lnSpc>
                <a:spcPct val="100000"/>
              </a:lnSpc>
              <a:spcBef>
                <a:spcPts val="0"/>
              </a:spcBef>
              <a:spcAft>
                <a:spcPts val="0"/>
              </a:spcAft>
              <a:buClrTx/>
              <a:buSzTx/>
              <a:buFontTx/>
              <a:buNone/>
              <a:tabLst/>
              <a:defRPr/>
            </a:pPr>
            <a:endParaRPr kumimoji="0" lang="en-AU" sz="700" b="1" i="0" u="none" strike="noStrike" kern="0" cap="none" spc="0" normalizeH="0" baseline="0" noProof="0" dirty="0">
              <a:ln>
                <a:noFill/>
              </a:ln>
              <a:solidFill>
                <a:srgbClr val="333333"/>
              </a:solidFill>
              <a:effectLst/>
              <a:uLnTx/>
              <a:uFillTx/>
            </a:endParaRPr>
          </a:p>
          <a:p>
            <a:pPr marL="171364" marR="0" lvl="0" indent="-171364" defTabSz="913943" eaLnBrk="1" fontAlgn="auto" latinLnBrk="0" hangingPunct="1">
              <a:lnSpc>
                <a:spcPct val="100000"/>
              </a:lnSpc>
              <a:spcBef>
                <a:spcPts val="0"/>
              </a:spcBef>
              <a:spcAft>
                <a:spcPts val="175"/>
              </a:spcAft>
              <a:buClr>
                <a:srgbClr val="646464"/>
              </a:buClr>
              <a:buSzPct val="75000"/>
              <a:buFont typeface="Arial" panose="020B0604020202020204" pitchFamily="34" charset="0"/>
              <a:buChar char="•"/>
              <a:tabLst/>
              <a:defRPr/>
            </a:pPr>
            <a:r>
              <a:rPr kumimoji="0" lang="en-US" sz="1049" b="0" i="0" u="none" strike="noStrike" kern="0" cap="none" spc="0" normalizeH="0" baseline="0" noProof="0" dirty="0">
                <a:ln>
                  <a:noFill/>
                </a:ln>
                <a:solidFill>
                  <a:srgbClr val="333333"/>
                </a:solidFill>
                <a:effectLst/>
                <a:uLnTx/>
                <a:uFillTx/>
              </a:rPr>
              <a:t>Rules-based logic to </a:t>
            </a:r>
            <a:r>
              <a:rPr kumimoji="0" lang="en-US" sz="1049" b="1" i="0" u="none" strike="noStrike" kern="0" cap="none" spc="0" normalizeH="0" baseline="0" noProof="0" dirty="0">
                <a:ln>
                  <a:noFill/>
                </a:ln>
                <a:solidFill>
                  <a:srgbClr val="333333"/>
                </a:solidFill>
                <a:effectLst/>
                <a:uLnTx/>
                <a:uFillTx/>
                <a:latin typeface="EYInterstate" panose="02000503020000020004" pitchFamily="2" charset="0"/>
              </a:rPr>
              <a:t>automatically </a:t>
            </a:r>
            <a:r>
              <a:rPr kumimoji="0" lang="en-US" sz="1049" b="0" i="0" u="none" strike="noStrike" kern="0" cap="none" spc="0" normalizeH="0" baseline="0" noProof="0" dirty="0">
                <a:ln>
                  <a:noFill/>
                </a:ln>
                <a:solidFill>
                  <a:srgbClr val="333333"/>
                </a:solidFill>
                <a:effectLst/>
                <a:uLnTx/>
                <a:uFillTx/>
              </a:rPr>
              <a:t>match high volumes of transactions, </a:t>
            </a:r>
            <a:r>
              <a:rPr kumimoji="0" lang="en-US" sz="1049" b="1" i="0" u="none" strike="noStrike" kern="0" cap="none" spc="0" normalizeH="0" baseline="0" noProof="0" dirty="0">
                <a:ln>
                  <a:noFill/>
                </a:ln>
                <a:solidFill>
                  <a:srgbClr val="333333"/>
                </a:solidFill>
                <a:effectLst/>
                <a:uLnTx/>
                <a:uFillTx/>
                <a:latin typeface="EYInterstate" panose="02000503020000020004" pitchFamily="2" charset="0"/>
              </a:rPr>
              <a:t>reducing time-consuming</a:t>
            </a:r>
            <a:r>
              <a:rPr kumimoji="0" lang="en-US" sz="1049" b="0" i="0" u="none" strike="noStrike" kern="0" cap="none" spc="0" normalizeH="0" baseline="0" noProof="0" dirty="0">
                <a:ln>
                  <a:noFill/>
                </a:ln>
                <a:solidFill>
                  <a:srgbClr val="333333"/>
                </a:solidFill>
                <a:effectLst/>
                <a:uLnTx/>
                <a:uFillTx/>
              </a:rPr>
              <a:t> </a:t>
            </a:r>
            <a:r>
              <a:rPr kumimoji="0" lang="en-US" sz="1049" b="1" i="0" u="none" strike="noStrike" kern="0" cap="none" spc="0" normalizeH="0" baseline="0" noProof="0" dirty="0">
                <a:ln>
                  <a:noFill/>
                </a:ln>
                <a:solidFill>
                  <a:srgbClr val="333333"/>
                </a:solidFill>
                <a:effectLst/>
                <a:uLnTx/>
                <a:uFillTx/>
                <a:latin typeface="EYInterstate" panose="02000503020000020004" pitchFamily="2" charset="0"/>
              </a:rPr>
              <a:t>and manual effort </a:t>
            </a:r>
          </a:p>
          <a:p>
            <a:pPr marL="171364" marR="0" lvl="0" indent="-171364" defTabSz="913943" eaLnBrk="1" fontAlgn="auto" latinLnBrk="0" hangingPunct="1">
              <a:lnSpc>
                <a:spcPct val="100000"/>
              </a:lnSpc>
              <a:spcBef>
                <a:spcPts val="0"/>
              </a:spcBef>
              <a:spcAft>
                <a:spcPts val="175"/>
              </a:spcAft>
              <a:buClr>
                <a:srgbClr val="646464"/>
              </a:buClr>
              <a:buSzPct val="75000"/>
              <a:buFont typeface="Arial" panose="020B0604020202020204" pitchFamily="34" charset="0"/>
              <a:buChar char="•"/>
              <a:tabLst/>
              <a:defRPr/>
            </a:pPr>
            <a:r>
              <a:rPr kumimoji="0" lang="en-US" sz="1049" b="0" i="0" u="none" strike="noStrike" kern="0" cap="none" spc="0" normalizeH="0" baseline="0" noProof="0" dirty="0">
                <a:ln>
                  <a:noFill/>
                </a:ln>
                <a:solidFill>
                  <a:srgbClr val="333333"/>
                </a:solidFill>
                <a:effectLst/>
                <a:uLnTx/>
                <a:uFillTx/>
              </a:rPr>
              <a:t>Expand data available through integration of </a:t>
            </a:r>
            <a:r>
              <a:rPr kumimoji="0" lang="en-US" sz="1049" b="1" i="0" u="none" strike="noStrike" kern="0" cap="none" spc="0" normalizeH="0" baseline="0" noProof="0" dirty="0">
                <a:ln>
                  <a:noFill/>
                </a:ln>
                <a:solidFill>
                  <a:srgbClr val="333333"/>
                </a:solidFill>
                <a:effectLst/>
                <a:uLnTx/>
                <a:uFillTx/>
                <a:latin typeface="EYInterstate" panose="02000503020000020004" pitchFamily="2" charset="0"/>
              </a:rPr>
              <a:t>SAP and non-SAP sources</a:t>
            </a:r>
          </a:p>
          <a:p>
            <a:pPr marL="171364" marR="0" lvl="0" indent="-171364" defTabSz="913943" eaLnBrk="1" fontAlgn="auto" latinLnBrk="0" hangingPunct="1">
              <a:lnSpc>
                <a:spcPct val="100000"/>
              </a:lnSpc>
              <a:spcBef>
                <a:spcPts val="0"/>
              </a:spcBef>
              <a:spcAft>
                <a:spcPts val="175"/>
              </a:spcAft>
              <a:buClr>
                <a:srgbClr val="646464"/>
              </a:buClr>
              <a:buSzPct val="75000"/>
              <a:buFont typeface="Arial" panose="020B0604020202020204" pitchFamily="34" charset="0"/>
              <a:buChar char="•"/>
              <a:tabLst/>
              <a:defRPr/>
            </a:pPr>
            <a:r>
              <a:rPr kumimoji="0" lang="en-US" sz="1049" b="1" i="0" u="none" strike="noStrike" kern="0" cap="none" spc="0" normalizeH="0" baseline="0" noProof="0" dirty="0">
                <a:ln>
                  <a:noFill/>
                </a:ln>
                <a:solidFill>
                  <a:srgbClr val="333333"/>
                </a:solidFill>
                <a:effectLst/>
                <a:uLnTx/>
                <a:uFillTx/>
                <a:latin typeface="EYInterstate" panose="02000503020000020004" pitchFamily="2" charset="0"/>
              </a:rPr>
              <a:t>Integration across modules </a:t>
            </a:r>
            <a:r>
              <a:rPr kumimoji="0" lang="en-US" sz="900" b="0" i="0" u="none" strike="noStrike" kern="0" cap="none" spc="0" normalizeH="0" baseline="0" noProof="0" dirty="0">
                <a:ln>
                  <a:noFill/>
                </a:ln>
                <a:solidFill>
                  <a:srgbClr val="333333"/>
                </a:solidFill>
                <a:effectLst/>
                <a:uLnTx/>
                <a:uFillTx/>
              </a:rPr>
              <a:t>(i.e. automatically create journal postings or add transactions as reconciliation support)</a:t>
            </a:r>
            <a:endParaRPr kumimoji="0" lang="en-US" sz="1049" b="0" i="0" u="none" strike="noStrike" kern="0" cap="none" spc="0" normalizeH="0" baseline="0" noProof="0" dirty="0">
              <a:ln>
                <a:noFill/>
              </a:ln>
              <a:solidFill>
                <a:srgbClr val="333333"/>
              </a:solidFill>
              <a:effectLst/>
              <a:uLnTx/>
              <a:uFillTx/>
            </a:endParaRPr>
          </a:p>
          <a:p>
            <a:pPr marL="171364" marR="0" lvl="0" indent="-171364" defTabSz="913943" eaLnBrk="1" fontAlgn="auto" latinLnBrk="0" hangingPunct="1">
              <a:lnSpc>
                <a:spcPct val="100000"/>
              </a:lnSpc>
              <a:spcBef>
                <a:spcPts val="0"/>
              </a:spcBef>
              <a:spcAft>
                <a:spcPts val="175"/>
              </a:spcAft>
              <a:buClr>
                <a:srgbClr val="646464"/>
              </a:buClr>
              <a:buSzPct val="75000"/>
              <a:buFont typeface="Arial" panose="020B0604020202020204" pitchFamily="34" charset="0"/>
              <a:buChar char="•"/>
              <a:tabLst/>
              <a:defRPr/>
            </a:pPr>
            <a:r>
              <a:rPr kumimoji="0" lang="en-US" sz="1049" b="0" i="0" u="none" strike="noStrike" kern="0" cap="none" spc="0" normalizeH="0" baseline="0" noProof="0" dirty="0">
                <a:ln>
                  <a:noFill/>
                </a:ln>
                <a:solidFill>
                  <a:srgbClr val="333333"/>
                </a:solidFill>
                <a:effectLst/>
                <a:uLnTx/>
                <a:uFillTx/>
              </a:rPr>
              <a:t>By leveraging SAP BlackLine connector, BlackLine automatically creates </a:t>
            </a:r>
            <a:r>
              <a:rPr kumimoji="0" lang="en-IN" sz="1049" b="0" i="0" u="none" strike="noStrike" kern="0" cap="none" spc="0" normalizeH="0" baseline="0" noProof="0" dirty="0">
                <a:ln>
                  <a:noFill/>
                </a:ln>
                <a:solidFill>
                  <a:srgbClr val="333333"/>
                </a:solidFill>
                <a:effectLst/>
                <a:uLnTx/>
                <a:uFillTx/>
              </a:rPr>
              <a:t>matches and </a:t>
            </a:r>
            <a:r>
              <a:rPr kumimoji="0" lang="en-IN" sz="1049" b="1" i="0" u="none" strike="noStrike" kern="0" cap="none" spc="0" normalizeH="0" baseline="0" noProof="0" dirty="0">
                <a:ln>
                  <a:noFill/>
                </a:ln>
                <a:solidFill>
                  <a:srgbClr val="333333"/>
                </a:solidFill>
                <a:effectLst/>
                <a:uLnTx/>
                <a:uFillTx/>
                <a:latin typeface="EYInterstate" panose="02000503020000020004" pitchFamily="2" charset="0"/>
              </a:rPr>
              <a:t>sends clearing documents for posting in SAP</a:t>
            </a:r>
          </a:p>
        </p:txBody>
      </p:sp>
      <p:sp>
        <p:nvSpPr>
          <p:cNvPr id="16" name="Rectangle 7">
            <a:extLst>
              <a:ext uri="{FF2B5EF4-FFF2-40B4-BE49-F238E27FC236}">
                <a16:creationId xmlns:a16="http://schemas.microsoft.com/office/drawing/2014/main" id="{08909E8A-10A4-78C1-5B38-FD14722747E6}"/>
              </a:ext>
            </a:extLst>
          </p:cNvPr>
          <p:cNvSpPr>
            <a:spLocks noChangeArrowheads="1"/>
          </p:cNvSpPr>
          <p:nvPr/>
        </p:nvSpPr>
        <p:spPr bwMode="auto">
          <a:xfrm>
            <a:off x="6124986" y="2449262"/>
            <a:ext cx="2596927" cy="3105352"/>
          </a:xfrm>
          <a:prstGeom prst="rect">
            <a:avLst/>
          </a:prstGeom>
          <a:noFill/>
          <a:ln w="6350">
            <a:noFill/>
            <a:miter lim="800000"/>
            <a:headEnd/>
            <a:tailEnd/>
          </a:ln>
          <a:effectLst/>
        </p:spPr>
        <p:txBody>
          <a:bodyPr lIns="45696" rIns="45696"/>
          <a:lstStyle/>
          <a:p>
            <a:pPr marL="114243" indent="-114243" defTabSz="761619" eaLnBrk="0" hangingPunct="0">
              <a:spcBef>
                <a:spcPct val="30000"/>
              </a:spcBef>
            </a:pPr>
            <a:endParaRPr lang="en-AU" sz="1099">
              <a:solidFill>
                <a:srgbClr val="333333"/>
              </a:solidFill>
              <a:latin typeface="Arial"/>
            </a:endParaRPr>
          </a:p>
          <a:p>
            <a:pPr marL="171364" indent="-171364" defTabSz="761619" eaLnBrk="0" hangingPunct="0">
              <a:spcBef>
                <a:spcPct val="30000"/>
              </a:spcBef>
              <a:buFont typeface="Arial" panose="020B0604020202020204" pitchFamily="34" charset="0"/>
              <a:buChar char="•"/>
            </a:pPr>
            <a:endParaRPr lang="en-AU" sz="1099">
              <a:solidFill>
                <a:srgbClr val="333333"/>
              </a:solidFill>
              <a:latin typeface="Arial"/>
            </a:endParaRPr>
          </a:p>
        </p:txBody>
      </p:sp>
      <p:sp>
        <p:nvSpPr>
          <p:cNvPr id="17" name="AutoShape 9">
            <a:extLst>
              <a:ext uri="{FF2B5EF4-FFF2-40B4-BE49-F238E27FC236}">
                <a16:creationId xmlns:a16="http://schemas.microsoft.com/office/drawing/2014/main" id="{33A8C795-31DA-A6EA-C78B-2FC4B82A5635}"/>
              </a:ext>
            </a:extLst>
          </p:cNvPr>
          <p:cNvSpPr>
            <a:spLocks noChangeArrowheads="1"/>
          </p:cNvSpPr>
          <p:nvPr/>
        </p:nvSpPr>
        <p:spPr bwMode="auto">
          <a:xfrm rot="5400000" flipV="1">
            <a:off x="7087646" y="813302"/>
            <a:ext cx="673023" cy="2596927"/>
          </a:xfrm>
          <a:prstGeom prst="homePlate">
            <a:avLst>
              <a:gd name="adj" fmla="val 25000"/>
            </a:avLst>
          </a:prstGeom>
          <a:solidFill>
            <a:srgbClr val="C0C0C0"/>
          </a:solidFill>
          <a:ln w="6350">
            <a:noFill/>
            <a:miter lim="800000"/>
            <a:headEnd/>
            <a:tailEnd/>
          </a:ln>
          <a:effectLst/>
        </p:spPr>
        <p:txBody>
          <a:bodyPr vert="eaVert" wrap="none" lIns="45696" rIns="45696" anchor="ctr"/>
          <a:lstStyle/>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US" sz="999" b="0" i="0" u="none" strike="noStrike" kern="0" cap="none" spc="0" normalizeH="0" baseline="0" noProof="0">
                <a:ln>
                  <a:noFill/>
                </a:ln>
                <a:solidFill>
                  <a:srgbClr val="333333"/>
                </a:solidFill>
                <a:effectLst/>
                <a:uLnTx/>
                <a:uFillTx/>
              </a:rPr>
              <a:t>SAP solution centers around cash </a:t>
            </a:r>
          </a:p>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US" sz="999" b="0" i="0" u="none" strike="noStrike" kern="0" cap="none" spc="0" normalizeH="0" baseline="0" noProof="0">
                <a:ln>
                  <a:noFill/>
                </a:ln>
                <a:solidFill>
                  <a:srgbClr val="333333"/>
                </a:solidFill>
                <a:effectLst/>
                <a:uLnTx/>
                <a:uFillTx/>
              </a:rPr>
              <a:t>application and automates manual </a:t>
            </a:r>
          </a:p>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US" sz="999" b="0" i="0" u="none" strike="noStrike" kern="0" cap="none" spc="0" normalizeH="0" baseline="0" noProof="0">
                <a:ln>
                  <a:noFill/>
                </a:ln>
                <a:solidFill>
                  <a:srgbClr val="333333"/>
                </a:solidFill>
                <a:effectLst/>
                <a:uLnTx/>
                <a:uFillTx/>
              </a:rPr>
              <a:t>matching of invoices with payments.</a:t>
            </a:r>
          </a:p>
        </p:txBody>
      </p:sp>
      <p:sp>
        <p:nvSpPr>
          <p:cNvPr id="18" name="TextBox 17">
            <a:extLst>
              <a:ext uri="{FF2B5EF4-FFF2-40B4-BE49-F238E27FC236}">
                <a16:creationId xmlns:a16="http://schemas.microsoft.com/office/drawing/2014/main" id="{F13E0CA7-21A2-23FE-F7D1-3F7A7CD6745A}"/>
              </a:ext>
            </a:extLst>
          </p:cNvPr>
          <p:cNvSpPr txBox="1"/>
          <p:nvPr/>
        </p:nvSpPr>
        <p:spPr>
          <a:xfrm>
            <a:off x="1419807" y="1283665"/>
            <a:ext cx="932462" cy="272240"/>
          </a:xfrm>
          <a:prstGeom prst="rect">
            <a:avLst/>
          </a:prstGeom>
          <a:noFill/>
        </p:spPr>
        <p:txBody>
          <a:bodyPr wrap="none" lIns="0" tIns="36557" rIns="0" bIns="0" rtlCol="0">
            <a:spAutoFit/>
          </a:bodyPr>
          <a:lstStyle/>
          <a:p>
            <a:pPr defTabSz="913943">
              <a:lnSpc>
                <a:spcPct val="85000"/>
              </a:lnSpc>
              <a:spcAft>
                <a:spcPts val="600"/>
              </a:spcAft>
              <a:buClr>
                <a:srgbClr val="FFE600"/>
              </a:buClr>
              <a:buSzPct val="70000"/>
            </a:pPr>
            <a:r>
              <a:rPr lang="en-GB" sz="1799">
                <a:solidFill>
                  <a:schemeClr val="bg1"/>
                </a:solidFill>
                <a:latin typeface="EYInterstate" panose="02000503020000020004" pitchFamily="2" charset="0"/>
              </a:rPr>
              <a:t>Journals</a:t>
            </a:r>
          </a:p>
        </p:txBody>
      </p:sp>
      <p:sp>
        <p:nvSpPr>
          <p:cNvPr id="19" name="TextBox 18">
            <a:extLst>
              <a:ext uri="{FF2B5EF4-FFF2-40B4-BE49-F238E27FC236}">
                <a16:creationId xmlns:a16="http://schemas.microsoft.com/office/drawing/2014/main" id="{00B40437-313D-6557-3DA1-0393F9C8D09B}"/>
              </a:ext>
            </a:extLst>
          </p:cNvPr>
          <p:cNvSpPr txBox="1"/>
          <p:nvPr/>
        </p:nvSpPr>
        <p:spPr>
          <a:xfrm>
            <a:off x="3796330" y="1188465"/>
            <a:ext cx="1697658" cy="532176"/>
          </a:xfrm>
          <a:prstGeom prst="rect">
            <a:avLst/>
          </a:prstGeom>
          <a:noFill/>
        </p:spPr>
        <p:txBody>
          <a:bodyPr wrap="none" lIns="0" tIns="36557" rIns="0" bIns="0" rtlCol="0">
            <a:spAutoFit/>
          </a:bodyPr>
          <a:lstStyle/>
          <a:p>
            <a:pPr algn="ctr" defTabSz="913943">
              <a:lnSpc>
                <a:spcPct val="85000"/>
              </a:lnSpc>
              <a:spcAft>
                <a:spcPts val="600"/>
              </a:spcAft>
              <a:buClr>
                <a:srgbClr val="FFE600"/>
              </a:buClr>
              <a:buSzPct val="70000"/>
            </a:pPr>
            <a:r>
              <a:rPr lang="en-GB" sz="1599">
                <a:solidFill>
                  <a:schemeClr val="bg1"/>
                </a:solidFill>
                <a:latin typeface="EYInterstate" panose="02000503020000020004" pitchFamily="2" charset="0"/>
              </a:rPr>
              <a:t>Reconciliations &amp; </a:t>
            </a:r>
          </a:p>
          <a:p>
            <a:pPr algn="ctr" defTabSz="913943">
              <a:lnSpc>
                <a:spcPct val="85000"/>
              </a:lnSpc>
              <a:spcAft>
                <a:spcPts val="600"/>
              </a:spcAft>
              <a:buClr>
                <a:srgbClr val="FFE600"/>
              </a:buClr>
              <a:buSzPct val="70000"/>
            </a:pPr>
            <a:r>
              <a:rPr lang="en-GB" sz="1599">
                <a:solidFill>
                  <a:schemeClr val="bg1"/>
                </a:solidFill>
                <a:latin typeface="EYInterstate" panose="02000503020000020004" pitchFamily="2" charset="0"/>
              </a:rPr>
              <a:t>Close Calendar</a:t>
            </a:r>
          </a:p>
        </p:txBody>
      </p:sp>
      <p:sp>
        <p:nvSpPr>
          <p:cNvPr id="20" name="TextBox 19">
            <a:extLst>
              <a:ext uri="{FF2B5EF4-FFF2-40B4-BE49-F238E27FC236}">
                <a16:creationId xmlns:a16="http://schemas.microsoft.com/office/drawing/2014/main" id="{7507766D-D265-EE2B-60B2-F6DE4510B014}"/>
              </a:ext>
            </a:extLst>
          </p:cNvPr>
          <p:cNvSpPr txBox="1"/>
          <p:nvPr/>
        </p:nvSpPr>
        <p:spPr>
          <a:xfrm>
            <a:off x="6125694" y="1293185"/>
            <a:ext cx="2596927" cy="272240"/>
          </a:xfrm>
          <a:prstGeom prst="rect">
            <a:avLst/>
          </a:prstGeom>
          <a:noFill/>
        </p:spPr>
        <p:txBody>
          <a:bodyPr wrap="square" lIns="0" tIns="36557" rIns="0" bIns="0" rtlCol="0">
            <a:spAutoFit/>
          </a:bodyPr>
          <a:lstStyle/>
          <a:p>
            <a:pPr algn="ctr" defTabSz="913943">
              <a:lnSpc>
                <a:spcPct val="85000"/>
              </a:lnSpc>
              <a:spcAft>
                <a:spcPts val="600"/>
              </a:spcAft>
              <a:buClr>
                <a:srgbClr val="FFE600"/>
              </a:buClr>
              <a:buSzPct val="70000"/>
            </a:pPr>
            <a:r>
              <a:rPr lang="en-GB" sz="1799">
                <a:solidFill>
                  <a:schemeClr val="bg1"/>
                </a:solidFill>
                <a:latin typeface="EYInterstate" panose="02000503020000020004" pitchFamily="2" charset="0"/>
              </a:rPr>
              <a:t>Transaction Matching</a:t>
            </a:r>
          </a:p>
        </p:txBody>
      </p:sp>
      <p:sp>
        <p:nvSpPr>
          <p:cNvPr id="21" name="Rectangle 7">
            <a:extLst>
              <a:ext uri="{FF2B5EF4-FFF2-40B4-BE49-F238E27FC236}">
                <a16:creationId xmlns:a16="http://schemas.microsoft.com/office/drawing/2014/main" id="{0D2A5955-F277-A525-48A1-F5447B322E7E}"/>
              </a:ext>
            </a:extLst>
          </p:cNvPr>
          <p:cNvSpPr>
            <a:spLocks noChangeArrowheads="1"/>
          </p:cNvSpPr>
          <p:nvPr/>
        </p:nvSpPr>
        <p:spPr bwMode="auto">
          <a:xfrm>
            <a:off x="8919263" y="2737424"/>
            <a:ext cx="2596927" cy="3205020"/>
          </a:xfrm>
          <a:prstGeom prst="rect">
            <a:avLst/>
          </a:prstGeom>
          <a:noFill/>
          <a:ln w="6350">
            <a:noFill/>
            <a:miter lim="800000"/>
            <a:headEnd/>
            <a:tailEnd/>
          </a:ln>
          <a:effectLst/>
        </p:spPr>
        <p:txBody>
          <a:bodyPr lIns="45696" rIns="45696"/>
          <a:lstStyle/>
          <a:p>
            <a:pPr marL="114243" indent="-114243" defTabSz="761619" eaLnBrk="0" hangingPunct="0">
              <a:spcBef>
                <a:spcPct val="30000"/>
              </a:spcBef>
            </a:pPr>
            <a:endParaRPr lang="en-AU" sz="1199">
              <a:solidFill>
                <a:srgbClr val="333333"/>
              </a:solidFill>
              <a:latin typeface="Arial"/>
            </a:endParaRPr>
          </a:p>
          <a:p>
            <a:pPr marL="171364" indent="-171364" defTabSz="761619" eaLnBrk="0" hangingPunct="0">
              <a:spcBef>
                <a:spcPct val="30000"/>
              </a:spcBef>
              <a:buFont typeface="Arial" panose="020B0604020202020204" pitchFamily="34" charset="0"/>
              <a:buChar char="•"/>
            </a:pPr>
            <a:endParaRPr lang="en-AU" sz="1199">
              <a:solidFill>
                <a:srgbClr val="333333"/>
              </a:solidFill>
              <a:latin typeface="Arial"/>
            </a:endParaRPr>
          </a:p>
        </p:txBody>
      </p:sp>
      <p:sp>
        <p:nvSpPr>
          <p:cNvPr id="22" name="TextBox 21">
            <a:extLst>
              <a:ext uri="{FF2B5EF4-FFF2-40B4-BE49-F238E27FC236}">
                <a16:creationId xmlns:a16="http://schemas.microsoft.com/office/drawing/2014/main" id="{CAF33D3B-87A9-29B7-3297-B1EE0521EDFD}"/>
              </a:ext>
            </a:extLst>
          </p:cNvPr>
          <p:cNvSpPr txBox="1"/>
          <p:nvPr/>
        </p:nvSpPr>
        <p:spPr>
          <a:xfrm>
            <a:off x="8907196" y="1283665"/>
            <a:ext cx="2596197" cy="272240"/>
          </a:xfrm>
          <a:prstGeom prst="rect">
            <a:avLst/>
          </a:prstGeom>
          <a:noFill/>
        </p:spPr>
        <p:txBody>
          <a:bodyPr wrap="square" lIns="0" tIns="36557" rIns="0" bIns="0" rtlCol="0">
            <a:spAutoFit/>
          </a:bodyPr>
          <a:lstStyle/>
          <a:p>
            <a:pPr algn="ctr" defTabSz="913943">
              <a:lnSpc>
                <a:spcPct val="85000"/>
              </a:lnSpc>
              <a:spcAft>
                <a:spcPts val="600"/>
              </a:spcAft>
              <a:buClr>
                <a:srgbClr val="FFE600"/>
              </a:buClr>
              <a:buSzPct val="70000"/>
            </a:pPr>
            <a:r>
              <a:rPr lang="en-GB" sz="1799">
                <a:solidFill>
                  <a:schemeClr val="bg1"/>
                </a:solidFill>
                <a:latin typeface="EYInterstate" panose="02000503020000020004" pitchFamily="2" charset="0"/>
              </a:rPr>
              <a:t>Intercompany</a:t>
            </a:r>
          </a:p>
        </p:txBody>
      </p:sp>
      <p:sp>
        <p:nvSpPr>
          <p:cNvPr id="23" name="Freeform 4">
            <a:extLst>
              <a:ext uri="{FF2B5EF4-FFF2-40B4-BE49-F238E27FC236}">
                <a16:creationId xmlns:a16="http://schemas.microsoft.com/office/drawing/2014/main" id="{EC0A009D-2702-AA74-A62F-0941C95D6309}"/>
              </a:ext>
            </a:extLst>
          </p:cNvPr>
          <p:cNvSpPr>
            <a:spLocks/>
          </p:cNvSpPr>
          <p:nvPr/>
        </p:nvSpPr>
        <p:spPr bwMode="auto">
          <a:xfrm>
            <a:off x="8893714" y="2507619"/>
            <a:ext cx="2596927" cy="2971856"/>
          </a:xfrm>
          <a:custGeom>
            <a:avLst/>
            <a:gdLst/>
            <a:ahLst/>
            <a:cxnLst>
              <a:cxn ang="0">
                <a:pos x="2294" y="0"/>
              </a:cxn>
              <a:cxn ang="0">
                <a:pos x="2294" y="1995"/>
              </a:cxn>
              <a:cxn ang="0">
                <a:pos x="0" y="1995"/>
              </a:cxn>
              <a:cxn ang="0">
                <a:pos x="0" y="0"/>
              </a:cxn>
              <a:cxn ang="0">
                <a:pos x="1150" y="104"/>
              </a:cxn>
              <a:cxn ang="0">
                <a:pos x="2294" y="0"/>
              </a:cxn>
            </a:cxnLst>
            <a:rect l="0" t="0" r="r" b="b"/>
            <a:pathLst>
              <a:path w="2295" h="1996">
                <a:moveTo>
                  <a:pt x="2294" y="0"/>
                </a:moveTo>
                <a:lnTo>
                  <a:pt x="2294" y="1995"/>
                </a:lnTo>
                <a:lnTo>
                  <a:pt x="0" y="1995"/>
                </a:lnTo>
                <a:lnTo>
                  <a:pt x="0" y="0"/>
                </a:lnTo>
                <a:lnTo>
                  <a:pt x="1150" y="104"/>
                </a:lnTo>
                <a:lnTo>
                  <a:pt x="2294" y="0"/>
                </a:lnTo>
              </a:path>
            </a:pathLst>
          </a:custGeom>
          <a:solidFill>
            <a:srgbClr val="C0C0C0"/>
          </a:solidFill>
          <a:ln w="6350" cap="rnd" cmpd="sng">
            <a:noFill/>
            <a:prstDash val="solid"/>
            <a:round/>
            <a:headEnd/>
            <a:tailEnd/>
          </a:ln>
          <a:effectLst>
            <a:outerShdw dist="53882" dir="2700000" algn="ctr" rotWithShape="0">
              <a:srgbClr val="FFE600"/>
            </a:outerShdw>
          </a:effectLst>
        </p:spPr>
        <p:txBody>
          <a:bodyPr/>
          <a:lstStyle/>
          <a:p>
            <a:pPr marL="0" marR="0" lvl="0" indent="0" defTabSz="913943" eaLnBrk="1" fontAlgn="auto" latinLnBrk="0" hangingPunct="1">
              <a:lnSpc>
                <a:spcPct val="100000"/>
              </a:lnSpc>
              <a:spcBef>
                <a:spcPts val="0"/>
              </a:spcBef>
              <a:spcAft>
                <a:spcPts val="0"/>
              </a:spcAft>
              <a:buClrTx/>
              <a:buSzTx/>
              <a:buFontTx/>
              <a:buNone/>
              <a:tabLst/>
              <a:defRPr/>
            </a:pPr>
            <a:endParaRPr kumimoji="0" lang="en-AU" sz="1099" b="0" i="0" u="none" strike="noStrike" kern="0" cap="none" spc="0" normalizeH="0" baseline="0" noProof="0">
              <a:ln>
                <a:noFill/>
              </a:ln>
              <a:solidFill>
                <a:srgbClr val="333333"/>
              </a:solidFill>
              <a:effectLst/>
              <a:uLnTx/>
              <a:uFillTx/>
            </a:endParaRPr>
          </a:p>
          <a:p>
            <a:pPr marL="0" marR="0" lvl="0" indent="0" defTabSz="913943" eaLnBrk="1" fontAlgn="auto" latinLnBrk="0" hangingPunct="1">
              <a:lnSpc>
                <a:spcPct val="100000"/>
              </a:lnSpc>
              <a:spcBef>
                <a:spcPts val="0"/>
              </a:spcBef>
              <a:spcAft>
                <a:spcPts val="0"/>
              </a:spcAft>
              <a:buClrTx/>
              <a:buSzTx/>
              <a:buFontTx/>
              <a:buNone/>
              <a:tabLst/>
              <a:defRPr/>
            </a:pPr>
            <a:r>
              <a:rPr kumimoji="0" lang="en-AU" sz="1199" b="1" i="0" u="sng" strike="noStrike" kern="0" cap="none" spc="0" normalizeH="0" baseline="0" noProof="0">
                <a:ln>
                  <a:noFill/>
                </a:ln>
                <a:solidFill>
                  <a:srgbClr val="333333"/>
                </a:solidFill>
                <a:effectLst/>
                <a:uLnTx/>
                <a:uFillTx/>
              </a:rPr>
              <a:t>BlackLine extends it by:</a:t>
            </a:r>
          </a:p>
          <a:p>
            <a:pPr marL="0" marR="0" lvl="0" indent="0" defTabSz="913943" eaLnBrk="1" fontAlgn="auto" latinLnBrk="0" hangingPunct="1">
              <a:lnSpc>
                <a:spcPct val="100000"/>
              </a:lnSpc>
              <a:spcBef>
                <a:spcPts val="0"/>
              </a:spcBef>
              <a:spcAft>
                <a:spcPts val="0"/>
              </a:spcAft>
              <a:buClrTx/>
              <a:buSzTx/>
              <a:buFontTx/>
              <a:buNone/>
              <a:tabLst/>
              <a:defRPr/>
            </a:pPr>
            <a:endParaRPr kumimoji="0" lang="en-AU" sz="800" b="1" i="0" u="none" strike="noStrike" kern="0" cap="none" spc="0" normalizeH="0" baseline="0" noProof="0">
              <a:ln>
                <a:noFill/>
              </a:ln>
              <a:solidFill>
                <a:srgbClr val="333333"/>
              </a:solidFill>
              <a:effectLst/>
              <a:uLnTx/>
              <a:uFillTx/>
            </a:endParaRPr>
          </a:p>
          <a:p>
            <a:pPr marL="171364" marR="0" lvl="0" indent="-171364" defTabSz="913943" eaLnBrk="1" fontAlgn="auto" latinLnBrk="0" hangingPunct="1">
              <a:lnSpc>
                <a:spcPct val="100000"/>
              </a:lnSpc>
              <a:spcBef>
                <a:spcPts val="0"/>
              </a:spcBef>
              <a:spcAft>
                <a:spcPts val="175"/>
              </a:spcAft>
              <a:buClr>
                <a:srgbClr val="646464"/>
              </a:buClr>
              <a:buSzPct val="75000"/>
              <a:buFont typeface="Arial" panose="020B0604020202020204" pitchFamily="34" charset="0"/>
              <a:buChar char="•"/>
              <a:tabLst/>
              <a:defRPr/>
            </a:pPr>
            <a:r>
              <a:rPr kumimoji="0" lang="en-US" sz="1049" b="0" i="0" u="none" strike="noStrike" kern="0" cap="none" spc="0" normalizeH="0" baseline="0" noProof="0">
                <a:ln>
                  <a:noFill/>
                </a:ln>
                <a:solidFill>
                  <a:srgbClr val="333333"/>
                </a:solidFill>
                <a:effectLst/>
                <a:uLnTx/>
                <a:uFillTx/>
              </a:rPr>
              <a:t>Providing ability for </a:t>
            </a:r>
            <a:r>
              <a:rPr kumimoji="0" lang="en-US" sz="1049" b="1" i="0" u="none" strike="noStrike" kern="0" cap="none" spc="0" normalizeH="0" baseline="0" noProof="0">
                <a:ln>
                  <a:noFill/>
                </a:ln>
                <a:solidFill>
                  <a:srgbClr val="333333"/>
                </a:solidFill>
                <a:effectLst/>
                <a:uLnTx/>
                <a:uFillTx/>
                <a:latin typeface="EYInterstate" panose="02000503020000020004" pitchFamily="2" charset="0"/>
              </a:rPr>
              <a:t>end to-end automation </a:t>
            </a:r>
            <a:r>
              <a:rPr kumimoji="0" lang="en-US" sz="1049" b="0" i="0" u="none" strike="noStrike" kern="0" cap="none" spc="0" normalizeH="0" baseline="0" noProof="0">
                <a:ln>
                  <a:noFill/>
                </a:ln>
                <a:solidFill>
                  <a:srgbClr val="333333"/>
                </a:solidFill>
                <a:effectLst/>
                <a:uLnTx/>
                <a:uFillTx/>
              </a:rPr>
              <a:t>and </a:t>
            </a:r>
            <a:r>
              <a:rPr kumimoji="0" lang="en-US" sz="1049" b="1" i="0" u="none" strike="noStrike" kern="0" cap="none" spc="0" normalizeH="0" baseline="0" noProof="0">
                <a:ln>
                  <a:noFill/>
                </a:ln>
                <a:solidFill>
                  <a:srgbClr val="333333"/>
                </a:solidFill>
                <a:effectLst/>
                <a:uLnTx/>
                <a:uFillTx/>
                <a:latin typeface="EYInterstate" panose="02000503020000020004" pitchFamily="2" charset="0"/>
              </a:rPr>
              <a:t>visibility </a:t>
            </a:r>
            <a:r>
              <a:rPr kumimoji="0" lang="en-US" sz="1049" b="0" i="0" u="none" strike="noStrike" kern="0" cap="none" spc="0" normalizeH="0" baseline="0" noProof="0">
                <a:ln>
                  <a:noFill/>
                </a:ln>
                <a:solidFill>
                  <a:srgbClr val="333333"/>
                </a:solidFill>
                <a:effectLst/>
                <a:uLnTx/>
                <a:uFillTx/>
              </a:rPr>
              <a:t>of each transaction</a:t>
            </a:r>
          </a:p>
          <a:p>
            <a:pPr marL="171364" marR="0" lvl="0" indent="-171364" defTabSz="913943" eaLnBrk="1" fontAlgn="auto" latinLnBrk="0" hangingPunct="1">
              <a:lnSpc>
                <a:spcPct val="100000"/>
              </a:lnSpc>
              <a:spcBef>
                <a:spcPts val="0"/>
              </a:spcBef>
              <a:spcAft>
                <a:spcPts val="175"/>
              </a:spcAft>
              <a:buClr>
                <a:srgbClr val="646464"/>
              </a:buClr>
              <a:buSzPct val="75000"/>
              <a:buFont typeface="Arial" panose="020B0604020202020204" pitchFamily="34" charset="0"/>
              <a:buChar char="•"/>
              <a:tabLst/>
              <a:defRPr/>
            </a:pPr>
            <a:r>
              <a:rPr kumimoji="0" lang="en-US" sz="1049" b="0" i="0" u="none" strike="noStrike" kern="0" cap="none" spc="0" normalizeH="0" baseline="0" noProof="0">
                <a:ln>
                  <a:noFill/>
                </a:ln>
                <a:solidFill>
                  <a:srgbClr val="333333"/>
                </a:solidFill>
                <a:effectLst/>
                <a:uLnTx/>
                <a:uFillTx/>
              </a:rPr>
              <a:t>Integrating with AR</a:t>
            </a:r>
          </a:p>
          <a:p>
            <a:pPr marL="171364" marR="0" lvl="0" indent="-171364" defTabSz="913943" eaLnBrk="1" fontAlgn="auto" latinLnBrk="0" hangingPunct="1">
              <a:lnSpc>
                <a:spcPct val="100000"/>
              </a:lnSpc>
              <a:spcBef>
                <a:spcPts val="0"/>
              </a:spcBef>
              <a:spcAft>
                <a:spcPts val="175"/>
              </a:spcAft>
              <a:buClr>
                <a:srgbClr val="646464"/>
              </a:buClr>
              <a:buSzPct val="75000"/>
              <a:buFont typeface="Arial" panose="020B0604020202020204" pitchFamily="34" charset="0"/>
              <a:buChar char="•"/>
              <a:tabLst/>
              <a:defRPr/>
            </a:pPr>
            <a:r>
              <a:rPr kumimoji="0" lang="en-IN" sz="1049" b="1" i="0" u="none" strike="noStrike" kern="0" cap="none" spc="0" normalizeH="0" baseline="0" noProof="0">
                <a:ln>
                  <a:noFill/>
                </a:ln>
                <a:solidFill>
                  <a:srgbClr val="333333"/>
                </a:solidFill>
                <a:effectLst/>
                <a:uLnTx/>
                <a:uFillTx/>
                <a:latin typeface="EYInterstate" panose="02000503020000020004" pitchFamily="2" charset="0"/>
              </a:rPr>
              <a:t>Pro-active </a:t>
            </a:r>
            <a:r>
              <a:rPr kumimoji="0" lang="en-IN" sz="1049" b="0" i="0" u="none" strike="noStrike" kern="0" cap="none" spc="0" normalizeH="0" baseline="0" noProof="0">
                <a:ln>
                  <a:noFill/>
                </a:ln>
                <a:solidFill>
                  <a:srgbClr val="333333"/>
                </a:solidFill>
                <a:effectLst/>
                <a:uLnTx/>
                <a:uFillTx/>
              </a:rPr>
              <a:t>transaction management</a:t>
            </a:r>
          </a:p>
          <a:p>
            <a:pPr marL="171364" marR="0" lvl="0" indent="-171364" defTabSz="913943" eaLnBrk="1" fontAlgn="auto" latinLnBrk="0" hangingPunct="1">
              <a:lnSpc>
                <a:spcPct val="100000"/>
              </a:lnSpc>
              <a:spcBef>
                <a:spcPts val="0"/>
              </a:spcBef>
              <a:spcAft>
                <a:spcPts val="175"/>
              </a:spcAft>
              <a:buClr>
                <a:srgbClr val="646464"/>
              </a:buClr>
              <a:buSzPct val="75000"/>
              <a:buFont typeface="Arial" panose="020B0604020202020204" pitchFamily="34" charset="0"/>
              <a:buChar char="•"/>
              <a:tabLst/>
              <a:defRPr/>
            </a:pPr>
            <a:r>
              <a:rPr kumimoji="0" lang="en-IN" sz="1049" b="0" i="0" u="none" strike="noStrike" kern="0" cap="none" spc="0" normalizeH="0" baseline="0" noProof="0">
                <a:ln>
                  <a:noFill/>
                </a:ln>
                <a:solidFill>
                  <a:srgbClr val="333333"/>
                </a:solidFill>
                <a:effectLst/>
                <a:uLnTx/>
                <a:uFillTx/>
              </a:rPr>
              <a:t>Automated 2-sided journals</a:t>
            </a:r>
          </a:p>
          <a:p>
            <a:pPr marL="171364" marR="0" lvl="0" indent="-171364" defTabSz="913943" eaLnBrk="1" fontAlgn="auto" latinLnBrk="0" hangingPunct="1">
              <a:lnSpc>
                <a:spcPct val="100000"/>
              </a:lnSpc>
              <a:spcBef>
                <a:spcPts val="0"/>
              </a:spcBef>
              <a:spcAft>
                <a:spcPts val="175"/>
              </a:spcAft>
              <a:buClr>
                <a:srgbClr val="646464"/>
              </a:buClr>
              <a:buSzPct val="75000"/>
              <a:buFont typeface="Arial" panose="020B0604020202020204" pitchFamily="34" charset="0"/>
              <a:buChar char="•"/>
              <a:tabLst/>
              <a:defRPr/>
            </a:pPr>
            <a:r>
              <a:rPr kumimoji="0" lang="en-IN" sz="1049" b="1" i="0" u="none" strike="noStrike" kern="0" cap="none" spc="0" normalizeH="0" baseline="0" noProof="0">
                <a:ln>
                  <a:noFill/>
                </a:ln>
                <a:solidFill>
                  <a:srgbClr val="333333"/>
                </a:solidFill>
                <a:effectLst/>
                <a:uLnTx/>
                <a:uFillTx/>
                <a:latin typeface="EYInterstate" panose="02000503020000020004" pitchFamily="2" charset="0"/>
              </a:rPr>
              <a:t>Global netting &amp; settlement</a:t>
            </a:r>
            <a:endParaRPr kumimoji="0" lang="en-IN" sz="1049" b="0" i="0" u="none" strike="noStrike" kern="0" cap="none" spc="0" normalizeH="0" baseline="0" noProof="0">
              <a:ln>
                <a:noFill/>
              </a:ln>
              <a:solidFill>
                <a:srgbClr val="333333"/>
              </a:solidFill>
              <a:effectLst/>
              <a:uLnTx/>
              <a:uFillTx/>
            </a:endParaRPr>
          </a:p>
          <a:p>
            <a:pPr marL="171364" marR="0" lvl="0" indent="-171364" defTabSz="913943" eaLnBrk="1" fontAlgn="auto" latinLnBrk="0" hangingPunct="1">
              <a:lnSpc>
                <a:spcPct val="100000"/>
              </a:lnSpc>
              <a:spcBef>
                <a:spcPts val="0"/>
              </a:spcBef>
              <a:spcAft>
                <a:spcPts val="175"/>
              </a:spcAft>
              <a:buClr>
                <a:srgbClr val="646464"/>
              </a:buClr>
              <a:buSzPct val="75000"/>
              <a:buFont typeface="Arial" panose="020B0604020202020204" pitchFamily="34" charset="0"/>
              <a:buChar char="•"/>
              <a:tabLst/>
              <a:defRPr/>
            </a:pPr>
            <a:r>
              <a:rPr kumimoji="0" lang="en-IN" sz="1049" b="0" i="0" u="none" strike="noStrike" kern="0" cap="none" spc="0" normalizeH="0" baseline="0" noProof="0">
                <a:ln>
                  <a:noFill/>
                </a:ln>
                <a:solidFill>
                  <a:srgbClr val="333333"/>
                </a:solidFill>
                <a:effectLst/>
                <a:uLnTx/>
                <a:uFillTx/>
              </a:rPr>
              <a:t>Enabling </a:t>
            </a:r>
            <a:r>
              <a:rPr kumimoji="0" lang="en-IN" sz="1049" b="1" i="0" u="none" strike="noStrike" kern="0" cap="none" spc="0" normalizeH="0" baseline="0" noProof="0">
                <a:ln>
                  <a:noFill/>
                </a:ln>
                <a:solidFill>
                  <a:srgbClr val="333333"/>
                </a:solidFill>
                <a:effectLst/>
                <a:uLnTx/>
                <a:uFillTx/>
                <a:latin typeface="EYInterstate" panose="02000503020000020004" pitchFamily="2" charset="0"/>
              </a:rPr>
              <a:t>exception tracking</a:t>
            </a:r>
            <a:r>
              <a:rPr kumimoji="0" lang="en-IN" sz="1049" b="0" i="0" u="none" strike="noStrike" kern="0" cap="none" spc="0" normalizeH="0" baseline="0" noProof="0">
                <a:ln>
                  <a:noFill/>
                </a:ln>
                <a:solidFill>
                  <a:srgbClr val="333333"/>
                </a:solidFill>
                <a:effectLst/>
                <a:uLnTx/>
                <a:uFillTx/>
              </a:rPr>
              <a:t> and visibility into settlements</a:t>
            </a:r>
          </a:p>
        </p:txBody>
      </p:sp>
      <p:sp>
        <p:nvSpPr>
          <p:cNvPr id="24" name="AutoShape 9">
            <a:extLst>
              <a:ext uri="{FF2B5EF4-FFF2-40B4-BE49-F238E27FC236}">
                <a16:creationId xmlns:a16="http://schemas.microsoft.com/office/drawing/2014/main" id="{83B1ECEB-18FA-0BBB-CFCA-10E579FA8C00}"/>
              </a:ext>
            </a:extLst>
          </p:cNvPr>
          <p:cNvSpPr>
            <a:spLocks noChangeArrowheads="1"/>
          </p:cNvSpPr>
          <p:nvPr/>
        </p:nvSpPr>
        <p:spPr bwMode="auto">
          <a:xfrm rot="5400000" flipV="1">
            <a:off x="9849980" y="823571"/>
            <a:ext cx="710629" cy="2596927"/>
          </a:xfrm>
          <a:prstGeom prst="homePlate">
            <a:avLst>
              <a:gd name="adj" fmla="val 25000"/>
            </a:avLst>
          </a:prstGeom>
          <a:noFill/>
          <a:ln w="28575">
            <a:solidFill>
              <a:srgbClr val="FFE600"/>
            </a:solidFill>
            <a:miter lim="800000"/>
            <a:headEnd/>
            <a:tailEnd/>
          </a:ln>
          <a:effectLst/>
        </p:spPr>
        <p:txBody>
          <a:bodyPr vert="eaVert" wrap="none" lIns="45696" rIns="45696" anchor="ctr"/>
          <a:lstStyle/>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US" sz="999" b="0" i="0" u="none" strike="noStrike" kern="0" cap="none" spc="0" normalizeH="0" baseline="0" noProof="0">
                <a:ln>
                  <a:noFill/>
                </a:ln>
                <a:solidFill>
                  <a:schemeClr val="bg1"/>
                </a:solidFill>
                <a:effectLst/>
                <a:uLnTx/>
                <a:uFillTx/>
              </a:rPr>
              <a:t>SAP automates posting of IC documents </a:t>
            </a:r>
          </a:p>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US" sz="999" b="0" i="0" u="none" strike="noStrike" kern="0" cap="none" spc="0" normalizeH="0" baseline="0" noProof="0">
                <a:ln>
                  <a:noFill/>
                </a:ln>
                <a:solidFill>
                  <a:schemeClr val="bg1"/>
                </a:solidFill>
                <a:effectLst/>
                <a:uLnTx/>
                <a:uFillTx/>
              </a:rPr>
              <a:t>and provides transparency of IC balances </a:t>
            </a:r>
          </a:p>
          <a:p>
            <a:pPr marL="0" marR="0" lvl="0" indent="0" algn="ctr" defTabSz="685457" eaLnBrk="1" fontAlgn="auto" latinLnBrk="0" hangingPunct="1">
              <a:lnSpc>
                <a:spcPct val="100000"/>
              </a:lnSpc>
              <a:spcBef>
                <a:spcPts val="0"/>
              </a:spcBef>
              <a:spcAft>
                <a:spcPts val="131"/>
              </a:spcAft>
              <a:buClr>
                <a:srgbClr val="FFE600"/>
              </a:buClr>
              <a:buSzPct val="75000"/>
              <a:buFontTx/>
              <a:buNone/>
              <a:tabLst/>
              <a:defRPr/>
            </a:pPr>
            <a:r>
              <a:rPr kumimoji="0" lang="en-US" sz="999" b="0" i="0" u="none" strike="noStrike" kern="0" cap="none" spc="0" normalizeH="0" baseline="0" noProof="0">
                <a:ln>
                  <a:noFill/>
                </a:ln>
                <a:solidFill>
                  <a:schemeClr val="bg1"/>
                </a:solidFill>
                <a:effectLst/>
                <a:uLnTx/>
                <a:uFillTx/>
              </a:rPr>
              <a:t>leveraging Central Finance.</a:t>
            </a:r>
          </a:p>
        </p:txBody>
      </p:sp>
      <p:sp>
        <p:nvSpPr>
          <p:cNvPr id="25" name="Rectangle 24">
            <a:extLst>
              <a:ext uri="{FF2B5EF4-FFF2-40B4-BE49-F238E27FC236}">
                <a16:creationId xmlns:a16="http://schemas.microsoft.com/office/drawing/2014/main" id="{D7084739-B81F-AE1C-7167-A582C18B44FE}"/>
              </a:ext>
            </a:extLst>
          </p:cNvPr>
          <p:cNvSpPr/>
          <p:nvPr/>
        </p:nvSpPr>
        <p:spPr>
          <a:xfrm>
            <a:off x="609601" y="5545093"/>
            <a:ext cx="2596927" cy="762839"/>
          </a:xfrm>
          <a:prstGeom prst="rect">
            <a:avLst/>
          </a:prstGeom>
          <a:noFill/>
          <a:ln w="9525" cap="flat" cmpd="sng" algn="ctr">
            <a:solidFill>
              <a:srgbClr val="808080"/>
            </a:solid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GB" sz="1399" b="1" i="0" u="none" strike="noStrike" kern="0" cap="none" spc="0" normalizeH="0" baseline="0" noProof="0">
                <a:ln>
                  <a:noFill/>
                </a:ln>
                <a:solidFill>
                  <a:srgbClr val="FFE600"/>
                </a:solidFill>
                <a:effectLst/>
                <a:uLnTx/>
                <a:uFillTx/>
                <a:latin typeface="EYInterstate" panose="02000503020000020004" pitchFamily="2" charset="0"/>
                <a:ea typeface="+mn-ea"/>
                <a:cs typeface="+mn-cs"/>
              </a:rPr>
              <a:t>Web Services</a:t>
            </a:r>
          </a:p>
          <a:p>
            <a:pPr marL="0" marR="0" lvl="0" indent="0" algn="ctr" defTabSz="913943" eaLnBrk="1" fontAlgn="auto" latinLnBrk="0" hangingPunct="1">
              <a:lnSpc>
                <a:spcPct val="100000"/>
              </a:lnSpc>
              <a:spcBef>
                <a:spcPts val="0"/>
              </a:spcBef>
              <a:spcAft>
                <a:spcPts val="0"/>
              </a:spcAft>
              <a:buClrTx/>
              <a:buSzTx/>
              <a:buFontTx/>
              <a:buNone/>
              <a:tabLst/>
              <a:defRPr/>
            </a:pPr>
            <a:endParaRPr kumimoji="0" lang="en-GB" sz="600" b="0" i="0" u="none" strike="noStrike" kern="0" cap="none" spc="0" normalizeH="0" baseline="0" noProof="0">
              <a:ln>
                <a:noFill/>
              </a:ln>
              <a:solidFill>
                <a:srgbClr val="FFFFFF"/>
              </a:solidFill>
              <a:effectLst/>
              <a:uLnTx/>
              <a:uFillTx/>
              <a:latin typeface="EYInterstate" panose="02000503020000020004" pitchFamily="2" charset="0"/>
              <a:ea typeface="+mn-ea"/>
              <a:cs typeface="+mn-cs"/>
            </a:endParaRPr>
          </a:p>
          <a:p>
            <a:pPr marL="0" marR="0" lvl="0" indent="0" algn="ctr" defTabSz="913943"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chemeClr val="bg1"/>
                </a:solidFill>
                <a:effectLst/>
                <a:uLnTx/>
                <a:uFillTx/>
                <a:latin typeface="Arial"/>
                <a:ea typeface="+mn-ea"/>
                <a:cs typeface="+mn-cs"/>
              </a:rPr>
              <a:t>SAP purpose built API providing real-time validation and posting feedback</a:t>
            </a:r>
          </a:p>
        </p:txBody>
      </p:sp>
      <p:sp>
        <p:nvSpPr>
          <p:cNvPr id="26" name="Rectangle 25">
            <a:extLst>
              <a:ext uri="{FF2B5EF4-FFF2-40B4-BE49-F238E27FC236}">
                <a16:creationId xmlns:a16="http://schemas.microsoft.com/office/drawing/2014/main" id="{DE7847D3-2635-0F5B-53D3-F6A19244E7A8}"/>
              </a:ext>
            </a:extLst>
          </p:cNvPr>
          <p:cNvSpPr/>
          <p:nvPr/>
        </p:nvSpPr>
        <p:spPr>
          <a:xfrm>
            <a:off x="3355574" y="5545093"/>
            <a:ext cx="2596927" cy="762839"/>
          </a:xfrm>
          <a:prstGeom prst="rect">
            <a:avLst/>
          </a:prstGeom>
          <a:noFill/>
          <a:ln w="9525" cap="flat" cmpd="sng" algn="ctr">
            <a:solidFill>
              <a:srgbClr val="808080"/>
            </a:solid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GB" sz="1399" b="0" i="0" u="none" strike="noStrike" kern="0" cap="none" spc="0" normalizeH="0" baseline="0" noProof="0">
                <a:ln>
                  <a:noFill/>
                </a:ln>
                <a:solidFill>
                  <a:srgbClr val="FFE600"/>
                </a:solidFill>
                <a:effectLst/>
                <a:uLnTx/>
                <a:uFillTx/>
                <a:latin typeface="EYInterstate" panose="02000503020000020004" pitchFamily="2" charset="0"/>
                <a:ea typeface="+mn-ea"/>
                <a:cs typeface="+mn-cs"/>
              </a:rPr>
              <a:t>SAP Connector</a:t>
            </a:r>
          </a:p>
          <a:p>
            <a:pPr marL="0" marR="0" lvl="0" indent="0" algn="ctr" defTabSz="913943" eaLnBrk="1" fontAlgn="auto" latinLnBrk="0" hangingPunct="1">
              <a:lnSpc>
                <a:spcPct val="100000"/>
              </a:lnSpc>
              <a:spcBef>
                <a:spcPts val="0"/>
              </a:spcBef>
              <a:spcAft>
                <a:spcPts val="0"/>
              </a:spcAft>
              <a:buClrTx/>
              <a:buSzTx/>
              <a:buFontTx/>
              <a:buNone/>
              <a:tabLst/>
              <a:defRPr/>
            </a:pPr>
            <a:endParaRPr kumimoji="0" lang="en-GB" sz="300" b="0" i="0" u="none" strike="noStrike" kern="0" cap="none" spc="0" normalizeH="0" baseline="0" noProof="0">
              <a:ln>
                <a:noFill/>
              </a:ln>
              <a:solidFill>
                <a:srgbClr val="FFFFFF"/>
              </a:solidFill>
              <a:effectLst/>
              <a:uLnTx/>
              <a:uFillTx/>
              <a:latin typeface="EYInterstate" panose="02000503020000020004" pitchFamily="2" charset="0"/>
              <a:ea typeface="+mn-ea"/>
              <a:cs typeface="+mn-cs"/>
            </a:endParaRPr>
          </a:p>
          <a:p>
            <a:pPr marL="0" marR="0" lvl="0" indent="0" algn="ctr" defTabSz="913943"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chemeClr val="bg1"/>
                </a:solidFill>
                <a:effectLst/>
                <a:uLnTx/>
                <a:uFillTx/>
                <a:latin typeface="Arial"/>
                <a:ea typeface="+mn-ea"/>
                <a:cs typeface="+mn-cs"/>
              </a:rPr>
              <a:t>Standard connector designed to enable seamless connection between SAP and BL for </a:t>
            </a:r>
            <a:r>
              <a:rPr kumimoji="0" lang="en-GB" sz="800" b="0" i="0" u="none" strike="noStrike" kern="0" cap="none" spc="0" normalizeH="0" baseline="0" noProof="0">
                <a:ln>
                  <a:noFill/>
                </a:ln>
                <a:solidFill>
                  <a:srgbClr val="FFFFFF"/>
                </a:solidFill>
                <a:effectLst/>
                <a:uLnTx/>
                <a:uFillTx/>
                <a:latin typeface="Arial"/>
                <a:ea typeface="+mn-ea"/>
                <a:cs typeface="+mn-cs"/>
              </a:rPr>
              <a:t>Balances, Currency Rates and Transactions</a:t>
            </a:r>
          </a:p>
        </p:txBody>
      </p:sp>
      <p:sp>
        <p:nvSpPr>
          <p:cNvPr id="27" name="Rectangle 26">
            <a:extLst>
              <a:ext uri="{FF2B5EF4-FFF2-40B4-BE49-F238E27FC236}">
                <a16:creationId xmlns:a16="http://schemas.microsoft.com/office/drawing/2014/main" id="{3E14769E-15F2-7632-38EA-1258E71D3657}"/>
              </a:ext>
            </a:extLst>
          </p:cNvPr>
          <p:cNvSpPr/>
          <p:nvPr/>
        </p:nvSpPr>
        <p:spPr>
          <a:xfrm>
            <a:off x="6125717" y="5545093"/>
            <a:ext cx="2596927" cy="762839"/>
          </a:xfrm>
          <a:prstGeom prst="rect">
            <a:avLst/>
          </a:prstGeom>
          <a:noFill/>
          <a:ln w="9525" cap="flat" cmpd="sng" algn="ctr">
            <a:solidFill>
              <a:srgbClr val="808080"/>
            </a:solid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GB" sz="1399" b="0" i="0" u="none" strike="noStrike" kern="0" cap="none" spc="0" normalizeH="0" baseline="0" noProof="0">
                <a:ln>
                  <a:noFill/>
                </a:ln>
                <a:solidFill>
                  <a:srgbClr val="FFE600"/>
                </a:solidFill>
                <a:effectLst/>
                <a:uLnTx/>
                <a:uFillTx/>
                <a:latin typeface="EYInterstate" panose="02000503020000020004" pitchFamily="2" charset="0"/>
                <a:ea typeface="+mn-ea"/>
                <a:cs typeface="+mn-cs"/>
              </a:rPr>
              <a:t>OIM Clearing Extract</a:t>
            </a:r>
          </a:p>
          <a:p>
            <a:pPr marL="0" marR="0" lvl="0" indent="0" algn="ctr" defTabSz="913943" eaLnBrk="1" fontAlgn="auto" latinLnBrk="0" hangingPunct="1">
              <a:lnSpc>
                <a:spcPct val="100000"/>
              </a:lnSpc>
              <a:spcBef>
                <a:spcPts val="0"/>
              </a:spcBef>
              <a:spcAft>
                <a:spcPts val="0"/>
              </a:spcAft>
              <a:buClrTx/>
              <a:buSzTx/>
              <a:buFontTx/>
              <a:buNone/>
              <a:tabLst/>
              <a:defRPr/>
            </a:pPr>
            <a:endParaRPr kumimoji="0" lang="en-GB" sz="800" b="0" i="0" u="none" strike="noStrike" kern="0" cap="none" spc="0" normalizeH="0" baseline="0" noProof="0">
              <a:ln>
                <a:noFill/>
              </a:ln>
              <a:solidFill>
                <a:schemeClr val="bg1"/>
              </a:solidFill>
              <a:effectLst/>
              <a:uLnTx/>
              <a:uFillTx/>
              <a:latin typeface="EYInterstate" panose="02000503020000020004" pitchFamily="2" charset="0"/>
              <a:ea typeface="+mn-ea"/>
              <a:cs typeface="+mn-cs"/>
            </a:endParaRPr>
          </a:p>
          <a:p>
            <a:pPr marL="0" marR="0" lvl="0" indent="0" algn="ctr" defTabSz="913943"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chemeClr val="bg1"/>
                </a:solidFill>
                <a:effectLst/>
                <a:uLnTx/>
                <a:uFillTx/>
                <a:latin typeface="Arial"/>
                <a:ea typeface="+mn-ea"/>
                <a:cs typeface="+mn-cs"/>
              </a:rPr>
              <a:t>Standard connection to generate clearing documents in BlackLine and send to SAP</a:t>
            </a:r>
          </a:p>
        </p:txBody>
      </p:sp>
      <p:sp>
        <p:nvSpPr>
          <p:cNvPr id="28" name="Rectangle 27">
            <a:extLst>
              <a:ext uri="{FF2B5EF4-FFF2-40B4-BE49-F238E27FC236}">
                <a16:creationId xmlns:a16="http://schemas.microsoft.com/office/drawing/2014/main" id="{6D5C18CC-A2A6-1996-E0C3-F5780968B20F}"/>
              </a:ext>
            </a:extLst>
          </p:cNvPr>
          <p:cNvSpPr/>
          <p:nvPr/>
        </p:nvSpPr>
        <p:spPr>
          <a:xfrm>
            <a:off x="8893714" y="5545093"/>
            <a:ext cx="2596927" cy="762839"/>
          </a:xfrm>
          <a:prstGeom prst="rect">
            <a:avLst/>
          </a:prstGeom>
          <a:noFill/>
          <a:ln w="9525" cap="flat" cmpd="sng" algn="ctr">
            <a:solidFill>
              <a:srgbClr val="808080"/>
            </a:solid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GB" sz="1199" b="1" i="0" u="none" strike="noStrike" kern="0" cap="none" spc="0" normalizeH="0" baseline="0" noProof="0">
                <a:ln>
                  <a:noFill/>
                </a:ln>
                <a:solidFill>
                  <a:srgbClr val="FFE600"/>
                </a:solidFill>
                <a:effectLst/>
                <a:uLnTx/>
                <a:uFillTx/>
                <a:latin typeface="EYInterstate" panose="02000503020000020004" pitchFamily="2" charset="0"/>
                <a:ea typeface="+mn-ea"/>
                <a:cs typeface="+mn-cs"/>
              </a:rPr>
              <a:t>Web Services &amp; SAP Connector </a:t>
            </a:r>
          </a:p>
          <a:p>
            <a:pPr marL="0" marR="0" lvl="0" indent="0" algn="ctr" defTabSz="913943" eaLnBrk="1" fontAlgn="auto" latinLnBrk="0" hangingPunct="1">
              <a:lnSpc>
                <a:spcPct val="100000"/>
              </a:lnSpc>
              <a:spcBef>
                <a:spcPts val="0"/>
              </a:spcBef>
              <a:spcAft>
                <a:spcPts val="0"/>
              </a:spcAft>
              <a:buClrTx/>
              <a:buSzTx/>
              <a:buFontTx/>
              <a:buNone/>
              <a:tabLst/>
              <a:defRPr/>
            </a:pPr>
            <a:endParaRPr kumimoji="0" lang="en-GB" sz="800" b="0" i="0" u="none" strike="noStrike" kern="0" cap="none" spc="0" normalizeH="0" baseline="0" noProof="0">
              <a:ln>
                <a:noFill/>
              </a:ln>
              <a:solidFill>
                <a:schemeClr val="bg1"/>
              </a:solidFill>
              <a:effectLst/>
              <a:uLnTx/>
              <a:uFillTx/>
              <a:latin typeface="EYInterstate" panose="02000503020000020004" pitchFamily="2" charset="0"/>
              <a:ea typeface="+mn-ea"/>
              <a:cs typeface="+mn-cs"/>
            </a:endParaRPr>
          </a:p>
          <a:p>
            <a:pPr marL="0" marR="0" lvl="0" indent="0" algn="ctr" defTabSz="913943"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chemeClr val="bg1"/>
                </a:solidFill>
                <a:effectLst/>
                <a:uLnTx/>
                <a:uFillTx/>
                <a:latin typeface="Arial"/>
                <a:ea typeface="+mn-ea"/>
                <a:cs typeface="+mn-cs"/>
              </a:rPr>
              <a:t>SAP Purpose built API and standard Connector to provide smooth communication between SAP &amp; BL</a:t>
            </a:r>
          </a:p>
        </p:txBody>
      </p:sp>
    </p:spTree>
    <p:extLst>
      <p:ext uri="{BB962C8B-B14F-4D97-AF65-F5344CB8AC3E}">
        <p14:creationId xmlns:p14="http://schemas.microsoft.com/office/powerpoint/2010/main" val="2553699016"/>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ACF891-60BB-BFAC-34F8-8BBBFD639FEA}"/>
              </a:ext>
            </a:extLst>
          </p:cNvPr>
          <p:cNvSpPr>
            <a:spLocks noGrp="1"/>
          </p:cNvSpPr>
          <p:nvPr>
            <p:ph type="title"/>
          </p:nvPr>
        </p:nvSpPr>
        <p:spPr/>
        <p:txBody>
          <a:bodyPr/>
          <a:lstStyle/>
          <a:p>
            <a:r>
              <a:rPr lang="en-US" dirty="0"/>
              <a:t>What is Trintech?</a:t>
            </a:r>
            <a:endParaRPr lang="en-IN" dirty="0"/>
          </a:p>
        </p:txBody>
      </p:sp>
      <p:sp>
        <p:nvSpPr>
          <p:cNvPr id="5" name="Slide Number Placeholder 4">
            <a:extLst>
              <a:ext uri="{FF2B5EF4-FFF2-40B4-BE49-F238E27FC236}">
                <a16:creationId xmlns:a16="http://schemas.microsoft.com/office/drawing/2014/main" id="{554D29C9-7012-7DA9-CFA5-64FB249161C1}"/>
              </a:ext>
            </a:extLst>
          </p:cNvPr>
          <p:cNvSpPr>
            <a:spLocks noGrp="1"/>
          </p:cNvSpPr>
          <p:nvPr>
            <p:ph type="sldNum" sz="quarter" idx="12"/>
          </p:nvPr>
        </p:nvSpPr>
        <p:spPr/>
        <p:txBody>
          <a:bodyPr/>
          <a:lstStyle/>
          <a:p>
            <a:fld id="{94FCA0F3-9F3A-694B-99BB-0E592A797735}" type="slidenum">
              <a:rPr lang="en-US" smtClean="0"/>
              <a:t>112</a:t>
            </a:fld>
            <a:endParaRPr lang="en-US"/>
          </a:p>
        </p:txBody>
      </p:sp>
      <p:sp>
        <p:nvSpPr>
          <p:cNvPr id="6" name="Date Placeholder 5">
            <a:extLst>
              <a:ext uri="{FF2B5EF4-FFF2-40B4-BE49-F238E27FC236}">
                <a16:creationId xmlns:a16="http://schemas.microsoft.com/office/drawing/2014/main" id="{3FCB78C5-909E-4B11-22E1-6AA96933AA44}"/>
              </a:ext>
            </a:extLst>
          </p:cNvPr>
          <p:cNvSpPr>
            <a:spLocks noGrp="1"/>
          </p:cNvSpPr>
          <p:nvPr>
            <p:ph type="dt" sz="half" idx="10"/>
          </p:nvPr>
        </p:nvSpPr>
        <p:spPr/>
        <p:txBody>
          <a:bodyPr/>
          <a:lstStyle/>
          <a:p>
            <a:fld id="{42B55D7E-5545-4BE2-B315-1E9B1C528DAF}" type="datetime1">
              <a:rPr lang="en-US" smtClean="0"/>
              <a:t>9/19/2025</a:t>
            </a:fld>
            <a:endParaRPr lang="en-US"/>
          </a:p>
        </p:txBody>
      </p:sp>
      <p:sp>
        <p:nvSpPr>
          <p:cNvPr id="8" name="SmartArt Placeholder 7">
            <a:extLst>
              <a:ext uri="{FF2B5EF4-FFF2-40B4-BE49-F238E27FC236}">
                <a16:creationId xmlns:a16="http://schemas.microsoft.com/office/drawing/2014/main" id="{0946AE89-77D9-54F9-962F-5CBBDE84B62D}"/>
              </a:ext>
            </a:extLst>
          </p:cNvPr>
          <p:cNvSpPr>
            <a:spLocks noGrp="1"/>
          </p:cNvSpPr>
          <p:nvPr>
            <p:ph type="dgm" sz="quarter" idx="17"/>
          </p:nvPr>
        </p:nvSpPr>
        <p:spPr/>
        <p:txBody>
          <a:bodyPr/>
          <a:lstStyle/>
          <a:p>
            <a:endParaRPr lang="en-IN"/>
          </a:p>
        </p:txBody>
      </p:sp>
      <p:cxnSp>
        <p:nvCxnSpPr>
          <p:cNvPr id="9" name="Straight Arrow Connector 8">
            <a:extLst>
              <a:ext uri="{FF2B5EF4-FFF2-40B4-BE49-F238E27FC236}">
                <a16:creationId xmlns:a16="http://schemas.microsoft.com/office/drawing/2014/main" id="{F5D5C851-3ACE-0B92-075C-92588CD64E90}"/>
              </a:ext>
            </a:extLst>
          </p:cNvPr>
          <p:cNvCxnSpPr>
            <a:cxnSpLocks/>
          </p:cNvCxnSpPr>
          <p:nvPr/>
        </p:nvCxnSpPr>
        <p:spPr>
          <a:xfrm>
            <a:off x="3223697" y="4614253"/>
            <a:ext cx="521558" cy="0"/>
          </a:xfrm>
          <a:prstGeom prst="straightConnector1">
            <a:avLst/>
          </a:prstGeom>
          <a:noFill/>
          <a:ln w="38100" cap="rnd" cmpd="sng" algn="ctr">
            <a:solidFill>
              <a:srgbClr val="C981B2"/>
            </a:solidFill>
            <a:prstDash val="solid"/>
            <a:headEnd type="none" w="med" len="med"/>
            <a:tailEnd type="triangle" w="med" len="med"/>
          </a:ln>
          <a:effectLst/>
        </p:spPr>
      </p:cxnSp>
      <p:sp>
        <p:nvSpPr>
          <p:cNvPr id="10" name="Rectangle: Rounded Corners 9">
            <a:extLst>
              <a:ext uri="{FF2B5EF4-FFF2-40B4-BE49-F238E27FC236}">
                <a16:creationId xmlns:a16="http://schemas.microsoft.com/office/drawing/2014/main" id="{F8D2B109-629D-A516-1A71-5A2013B76A6A}"/>
              </a:ext>
            </a:extLst>
          </p:cNvPr>
          <p:cNvSpPr/>
          <p:nvPr/>
        </p:nvSpPr>
        <p:spPr>
          <a:xfrm>
            <a:off x="593416" y="3170735"/>
            <a:ext cx="2521483" cy="783277"/>
          </a:xfrm>
          <a:prstGeom prst="roundRect">
            <a:avLst>
              <a:gd name="adj" fmla="val 4274"/>
            </a:avLst>
          </a:prstGeom>
          <a:solidFill>
            <a:srgbClr val="750E5C"/>
          </a:solidFill>
          <a:ln w="9525" cap="flat" cmpd="sng" algn="ctr">
            <a:solidFill>
              <a:srgbClr val="91278F"/>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199" b="0" i="0" u="none" strike="noStrike" kern="0" cap="none" spc="0" normalizeH="0" baseline="0" noProof="0">
              <a:ln>
                <a:noFill/>
              </a:ln>
              <a:solidFill>
                <a:srgbClr val="FFFFFF"/>
              </a:solidFill>
              <a:effectLst/>
              <a:uLnTx/>
              <a:uFillTx/>
              <a:latin typeface="EYInterstate Light"/>
              <a:ea typeface="+mn-ea"/>
              <a:cs typeface="+mn-cs"/>
            </a:endParaRPr>
          </a:p>
        </p:txBody>
      </p:sp>
      <p:graphicFrame>
        <p:nvGraphicFramePr>
          <p:cNvPr id="11" name="Table 10">
            <a:extLst>
              <a:ext uri="{FF2B5EF4-FFF2-40B4-BE49-F238E27FC236}">
                <a16:creationId xmlns:a16="http://schemas.microsoft.com/office/drawing/2014/main" id="{EA6C0ECB-D96D-653A-C254-EB93DB285C93}"/>
              </a:ext>
            </a:extLst>
          </p:cNvPr>
          <p:cNvGraphicFramePr>
            <a:graphicFrameLocks noGrp="1"/>
          </p:cNvGraphicFramePr>
          <p:nvPr>
            <p:extLst>
              <p:ext uri="{D42A27DB-BD31-4B8C-83A1-F6EECF244321}">
                <p14:modId xmlns:p14="http://schemas.microsoft.com/office/powerpoint/2010/main" val="72307849"/>
              </p:ext>
            </p:extLst>
          </p:nvPr>
        </p:nvGraphicFramePr>
        <p:xfrm>
          <a:off x="602936" y="3570282"/>
          <a:ext cx="2507622" cy="2677537"/>
        </p:xfrm>
        <a:graphic>
          <a:graphicData uri="http://schemas.openxmlformats.org/drawingml/2006/table">
            <a:tbl>
              <a:tblPr firstRow="1" bandRow="1"/>
              <a:tblGrid>
                <a:gridCol w="2507622">
                  <a:extLst>
                    <a:ext uri="{9D8B030D-6E8A-4147-A177-3AD203B41FA5}">
                      <a16:colId xmlns:a16="http://schemas.microsoft.com/office/drawing/2014/main" val="20000"/>
                    </a:ext>
                  </a:extLst>
                </a:gridCol>
              </a:tblGrid>
              <a:tr h="523839">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l"/>
                      <a:r>
                        <a:rPr lang="en-US" sz="1100" b="0">
                          <a:solidFill>
                            <a:schemeClr val="tx1"/>
                          </a:solidFill>
                          <a:latin typeface="+mj-lt"/>
                        </a:rPr>
                        <a:t>ERP(s)</a:t>
                      </a:r>
                    </a:p>
                  </a:txBody>
                  <a:tcPr marL="143925" marR="143925" marT="45696" marB="45696" anchor="ctr">
                    <a:lnL w="3175" cap="flat" cmpd="sng" algn="ctr">
                      <a:solidFill>
                        <a:srgbClr val="C893C7"/>
                      </a:solidFill>
                      <a:prstDash val="solid"/>
                      <a:round/>
                      <a:headEnd type="none" w="med" len="med"/>
                      <a:tailEnd type="none" w="med" len="med"/>
                    </a:lnL>
                    <a:lnR w="3175" cap="flat" cmpd="sng" algn="ctr">
                      <a:solidFill>
                        <a:srgbClr val="C893C7"/>
                      </a:solidFill>
                      <a:prstDash val="solid"/>
                      <a:round/>
                      <a:headEnd type="none" w="med" len="med"/>
                      <a:tailEnd type="none" w="med" len="med"/>
                    </a:lnR>
                    <a:lnT w="3175" cap="flat" cmpd="sng" algn="ctr">
                      <a:solidFill>
                        <a:srgbClr val="C893C7"/>
                      </a:solidFill>
                      <a:prstDash val="solid"/>
                      <a:round/>
                      <a:headEnd type="none" w="med" len="med"/>
                      <a:tailEnd type="none" w="med" len="med"/>
                    </a:lnT>
                    <a:lnB w="12700" cap="flat" cmpd="sng" algn="ctr">
                      <a:solidFill>
                        <a:srgbClr val="C981B2"/>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0"/>
                  </a:ext>
                </a:extLst>
              </a:tr>
              <a:tr h="52823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1100" b="0">
                          <a:solidFill>
                            <a:schemeClr val="tx1"/>
                          </a:solidFill>
                          <a:latin typeface="+mj-lt"/>
                        </a:rPr>
                        <a:t>Subledgers</a:t>
                      </a:r>
                    </a:p>
                  </a:txBody>
                  <a:tcPr marL="143925" marR="143925" marT="45696" marB="45696" anchor="ctr">
                    <a:lnL w="3175" cap="flat" cmpd="sng" algn="ctr">
                      <a:solidFill>
                        <a:srgbClr val="C893C7"/>
                      </a:solidFill>
                      <a:prstDash val="solid"/>
                      <a:round/>
                      <a:headEnd type="none" w="med" len="med"/>
                      <a:tailEnd type="none" w="med" len="med"/>
                    </a:lnL>
                    <a:lnR w="3175" cap="flat" cmpd="sng" algn="ctr">
                      <a:solidFill>
                        <a:srgbClr val="C893C7"/>
                      </a:solidFill>
                      <a:prstDash val="solid"/>
                      <a:round/>
                      <a:headEnd type="none" w="med" len="med"/>
                      <a:tailEnd type="none" w="med" len="med"/>
                    </a:lnR>
                    <a:lnT w="12700" cap="flat" cmpd="sng" algn="ctr">
                      <a:solidFill>
                        <a:srgbClr val="C981B2"/>
                      </a:solidFill>
                      <a:prstDash val="solid"/>
                      <a:round/>
                      <a:headEnd type="none" w="med" len="med"/>
                      <a:tailEnd type="none" w="med" len="med"/>
                    </a:lnT>
                    <a:lnB w="12700" cap="flat" cmpd="sng" algn="ctr">
                      <a:solidFill>
                        <a:srgbClr val="C981B2"/>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1"/>
                  </a:ext>
                </a:extLst>
              </a:tr>
              <a:tr h="56899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1100" b="0">
                          <a:solidFill>
                            <a:schemeClr val="tx1"/>
                          </a:solidFill>
                          <a:latin typeface="+mj-lt"/>
                        </a:rPr>
                        <a:t>Finance and accounting</a:t>
                      </a:r>
                      <a:r>
                        <a:rPr lang="en-US" sz="1100" b="0" baseline="0">
                          <a:solidFill>
                            <a:schemeClr val="tx1"/>
                          </a:solidFill>
                          <a:latin typeface="+mj-lt"/>
                        </a:rPr>
                        <a:t> database</a:t>
                      </a:r>
                      <a:endParaRPr lang="en-US" sz="1100" b="0">
                        <a:solidFill>
                          <a:schemeClr val="tx1"/>
                        </a:solidFill>
                        <a:latin typeface="+mj-lt"/>
                      </a:endParaRPr>
                    </a:p>
                  </a:txBody>
                  <a:tcPr marL="143925" marR="143925" marT="45696" marB="45696" anchor="ctr">
                    <a:lnL w="3175" cap="flat" cmpd="sng" algn="ctr">
                      <a:solidFill>
                        <a:srgbClr val="C893C7"/>
                      </a:solidFill>
                      <a:prstDash val="solid"/>
                      <a:round/>
                      <a:headEnd type="none" w="med" len="med"/>
                      <a:tailEnd type="none" w="med" len="med"/>
                    </a:lnL>
                    <a:lnR w="3175" cap="flat" cmpd="sng" algn="ctr">
                      <a:solidFill>
                        <a:srgbClr val="C893C7"/>
                      </a:solidFill>
                      <a:prstDash val="solid"/>
                      <a:round/>
                      <a:headEnd type="none" w="med" len="med"/>
                      <a:tailEnd type="none" w="med" len="med"/>
                    </a:lnR>
                    <a:lnT w="12700" cap="flat" cmpd="sng" algn="ctr">
                      <a:solidFill>
                        <a:srgbClr val="C981B2"/>
                      </a:solidFill>
                      <a:prstDash val="solid"/>
                      <a:round/>
                      <a:headEnd type="none" w="med" len="med"/>
                      <a:tailEnd type="none" w="med" len="med"/>
                    </a:lnT>
                    <a:lnB w="12700" cap="flat" cmpd="sng" algn="ctr">
                      <a:solidFill>
                        <a:srgbClr val="C981B2"/>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2"/>
                  </a:ext>
                </a:extLst>
              </a:tr>
              <a:tr h="52823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1100" b="0">
                          <a:solidFill>
                            <a:schemeClr val="tx1"/>
                          </a:solidFill>
                          <a:latin typeface="+mj-lt"/>
                        </a:rPr>
                        <a:t>Banks</a:t>
                      </a:r>
                    </a:p>
                  </a:txBody>
                  <a:tcPr marL="143925" marR="143925" marT="45696" marB="45696" anchor="ctr">
                    <a:lnL w="3175" cap="flat" cmpd="sng" algn="ctr">
                      <a:solidFill>
                        <a:srgbClr val="C893C7"/>
                      </a:solidFill>
                      <a:prstDash val="solid"/>
                      <a:round/>
                      <a:headEnd type="none" w="med" len="med"/>
                      <a:tailEnd type="none" w="med" len="med"/>
                    </a:lnL>
                    <a:lnR w="3175" cap="flat" cmpd="sng" algn="ctr">
                      <a:solidFill>
                        <a:srgbClr val="C893C7"/>
                      </a:solidFill>
                      <a:prstDash val="solid"/>
                      <a:round/>
                      <a:headEnd type="none" w="med" len="med"/>
                      <a:tailEnd type="none" w="med" len="med"/>
                    </a:lnR>
                    <a:lnT w="12700" cap="flat" cmpd="sng" algn="ctr">
                      <a:solidFill>
                        <a:srgbClr val="C981B2"/>
                      </a:solidFill>
                      <a:prstDash val="solid"/>
                      <a:round/>
                      <a:headEnd type="none" w="med" len="med"/>
                      <a:tailEnd type="none" w="med" len="med"/>
                    </a:lnT>
                    <a:lnB w="12700" cap="flat" cmpd="sng" algn="ctr">
                      <a:solidFill>
                        <a:srgbClr val="C981B2"/>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3"/>
                  </a:ext>
                </a:extLst>
              </a:tr>
              <a:tr h="52823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1100" b="0">
                          <a:solidFill>
                            <a:schemeClr val="tx1"/>
                          </a:solidFill>
                          <a:latin typeface="+mj-lt"/>
                        </a:rPr>
                        <a:t>Transaction</a:t>
                      </a:r>
                      <a:r>
                        <a:rPr lang="en-US" sz="1100" b="0" baseline="0">
                          <a:solidFill>
                            <a:schemeClr val="tx1"/>
                          </a:solidFill>
                          <a:latin typeface="+mj-lt"/>
                        </a:rPr>
                        <a:t> data</a:t>
                      </a:r>
                      <a:endParaRPr lang="en-US" sz="1100" b="0">
                        <a:solidFill>
                          <a:schemeClr val="tx1"/>
                        </a:solidFill>
                        <a:latin typeface="+mj-lt"/>
                      </a:endParaRPr>
                    </a:p>
                  </a:txBody>
                  <a:tcPr marL="143925" marR="143925" marT="45696" marB="45696" anchor="ctr">
                    <a:lnL w="3175" cap="flat" cmpd="sng" algn="ctr">
                      <a:solidFill>
                        <a:srgbClr val="C893C7"/>
                      </a:solidFill>
                      <a:prstDash val="solid"/>
                      <a:round/>
                      <a:headEnd type="none" w="med" len="med"/>
                      <a:tailEnd type="none" w="med" len="med"/>
                    </a:lnL>
                    <a:lnR w="3175" cap="flat" cmpd="sng" algn="ctr">
                      <a:solidFill>
                        <a:srgbClr val="C893C7"/>
                      </a:solidFill>
                      <a:prstDash val="solid"/>
                      <a:round/>
                      <a:headEnd type="none" w="med" len="med"/>
                      <a:tailEnd type="none" w="med" len="med"/>
                    </a:lnR>
                    <a:lnT w="12700" cap="flat" cmpd="sng" algn="ctr">
                      <a:solidFill>
                        <a:srgbClr val="C981B2"/>
                      </a:solidFill>
                      <a:prstDash val="solid"/>
                      <a:round/>
                      <a:headEnd type="none" w="med" len="med"/>
                      <a:tailEnd type="none" w="med" len="med"/>
                    </a:lnT>
                    <a:lnB w="3175" cap="flat" cmpd="sng" algn="ctr">
                      <a:solidFill>
                        <a:srgbClr val="C893C7"/>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4"/>
                  </a:ext>
                </a:extLst>
              </a:tr>
            </a:tbl>
          </a:graphicData>
        </a:graphic>
      </p:graphicFrame>
      <p:graphicFrame>
        <p:nvGraphicFramePr>
          <p:cNvPr id="12" name="Table 11">
            <a:extLst>
              <a:ext uri="{FF2B5EF4-FFF2-40B4-BE49-F238E27FC236}">
                <a16:creationId xmlns:a16="http://schemas.microsoft.com/office/drawing/2014/main" id="{8BC7C2D1-CB00-1ACB-D093-4F9E7E9E4478}"/>
              </a:ext>
            </a:extLst>
          </p:cNvPr>
          <p:cNvGraphicFramePr>
            <a:graphicFrameLocks noGrp="1"/>
          </p:cNvGraphicFramePr>
          <p:nvPr>
            <p:extLst>
              <p:ext uri="{D42A27DB-BD31-4B8C-83A1-F6EECF244321}">
                <p14:modId xmlns:p14="http://schemas.microsoft.com/office/powerpoint/2010/main" val="192527302"/>
              </p:ext>
            </p:extLst>
          </p:nvPr>
        </p:nvGraphicFramePr>
        <p:xfrm>
          <a:off x="9057399" y="3199421"/>
          <a:ext cx="2507622" cy="3034479"/>
        </p:xfrm>
        <a:graphic>
          <a:graphicData uri="http://schemas.openxmlformats.org/drawingml/2006/table">
            <a:tbl>
              <a:tblPr firstRow="1" bandRow="1"/>
              <a:tblGrid>
                <a:gridCol w="2507622">
                  <a:extLst>
                    <a:ext uri="{9D8B030D-6E8A-4147-A177-3AD203B41FA5}">
                      <a16:colId xmlns:a16="http://schemas.microsoft.com/office/drawing/2014/main" val="20000"/>
                    </a:ext>
                  </a:extLst>
                </a:gridCol>
              </a:tblGrid>
              <a:tr h="382401">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algn="l" defTabSz="914400" rtl="0" eaLnBrk="1" latinLnBrk="0" hangingPunct="1"/>
                      <a:endParaRPr lang="en-US" sz="1000" b="0" kern="1200">
                        <a:solidFill>
                          <a:srgbClr val="646464"/>
                        </a:solidFill>
                        <a:latin typeface="EYInterstate" panose="02000503020000020004" pitchFamily="2" charset="0"/>
                        <a:ea typeface="+mn-ea"/>
                        <a:cs typeface="+mn-cs"/>
                      </a:endParaRPr>
                    </a:p>
                  </a:txBody>
                  <a:tcPr marL="91392" marR="91392"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3175" cap="flat" cmpd="sng" algn="ctr">
                      <a:solidFill>
                        <a:srgbClr val="95CB89"/>
                      </a:solidFill>
                      <a:prstDash val="solid"/>
                      <a:round/>
                      <a:headEnd type="none" w="med" len="med"/>
                      <a:tailEnd type="none" w="med" len="med"/>
                    </a:lnT>
                    <a:lnB w="3175" cap="flat" cmpd="sng" algn="ctr">
                      <a:solidFill>
                        <a:srgbClr val="95CB89"/>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0"/>
                  </a:ext>
                </a:extLst>
              </a:tr>
              <a:tr h="45829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l" defTabSz="914400" rtl="0" eaLnBrk="1" latinLnBrk="0" hangingPunct="1">
                        <a:defRPr/>
                      </a:pPr>
                      <a:r>
                        <a:rPr lang="en-US" sz="1100" b="0" kern="1200">
                          <a:solidFill>
                            <a:schemeClr val="tx1"/>
                          </a:solidFill>
                          <a:latin typeface="+mj-lt"/>
                          <a:ea typeface="+mn-ea"/>
                          <a:cs typeface="+mn-cs"/>
                        </a:rPr>
                        <a:t>Confident and faster financial close</a:t>
                      </a:r>
                    </a:p>
                  </a:txBody>
                  <a:tcPr marL="143925" marR="143925"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3175" cap="flat" cmpd="sng" algn="ctr">
                      <a:solidFill>
                        <a:srgbClr val="95CB89"/>
                      </a:solidFill>
                      <a:prstDash val="solid"/>
                      <a:round/>
                      <a:headEnd type="none" w="med" len="med"/>
                      <a:tailEnd type="none" w="med" len="med"/>
                    </a:lnT>
                    <a:lnB w="12700" cap="flat" cmpd="sng" algn="ctr">
                      <a:solidFill>
                        <a:srgbClr val="8CE8AD"/>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1"/>
                  </a:ext>
                </a:extLst>
              </a:tr>
              <a:tr h="45829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l" defTabSz="914400" rtl="0" eaLnBrk="1" latinLnBrk="0" hangingPunct="1"/>
                      <a:r>
                        <a:rPr lang="en-US" sz="1100" b="0" kern="1200">
                          <a:solidFill>
                            <a:schemeClr val="tx1"/>
                          </a:solidFill>
                          <a:latin typeface="+mj-lt"/>
                          <a:ea typeface="+mn-ea"/>
                          <a:cs typeface="+mn-cs"/>
                        </a:rPr>
                        <a:t>Maximum automation</a:t>
                      </a:r>
                    </a:p>
                  </a:txBody>
                  <a:tcPr marL="143925" marR="143925"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12700" cap="flat" cmpd="sng" algn="ctr">
                      <a:solidFill>
                        <a:srgbClr val="8CE8AD"/>
                      </a:solidFill>
                      <a:prstDash val="solid"/>
                      <a:round/>
                      <a:headEnd type="none" w="med" len="med"/>
                      <a:tailEnd type="none" w="med" len="med"/>
                    </a:lnT>
                    <a:lnB w="12700" cap="flat" cmpd="sng" algn="ctr">
                      <a:solidFill>
                        <a:srgbClr val="8CE8AD"/>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2"/>
                  </a:ext>
                </a:extLst>
              </a:tr>
              <a:tr h="71461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l" defTabSz="914400" rtl="0" eaLnBrk="1" latinLnBrk="0" hangingPunct="1"/>
                      <a:r>
                        <a:rPr lang="en-US" sz="1100" b="0" kern="1200">
                          <a:solidFill>
                            <a:schemeClr val="tx1"/>
                          </a:solidFill>
                          <a:latin typeface="+mj-lt"/>
                          <a:ea typeface="+mn-ea"/>
                          <a:cs typeface="+mn-cs"/>
                        </a:rPr>
                        <a:t>Consistent and standardize processes</a:t>
                      </a:r>
                    </a:p>
                  </a:txBody>
                  <a:tcPr marL="143925" marR="143925"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12700" cap="flat" cmpd="sng" algn="ctr">
                      <a:solidFill>
                        <a:srgbClr val="8CE8AD"/>
                      </a:solidFill>
                      <a:prstDash val="solid"/>
                      <a:round/>
                      <a:headEnd type="none" w="med" len="med"/>
                      <a:tailEnd type="none" w="med" len="med"/>
                    </a:lnT>
                    <a:lnB w="12700" cap="flat" cmpd="sng" algn="ctr">
                      <a:solidFill>
                        <a:srgbClr val="8CE8AD"/>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3"/>
                  </a:ext>
                </a:extLst>
              </a:tr>
              <a:tr h="51043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l" defTabSz="914400" rtl="0" eaLnBrk="1" latinLnBrk="0" hangingPunct="1"/>
                      <a:r>
                        <a:rPr lang="en-US" sz="1100" b="0" kern="1200">
                          <a:solidFill>
                            <a:schemeClr val="tx1"/>
                          </a:solidFill>
                          <a:latin typeface="+mj-lt"/>
                          <a:ea typeface="+mn-ea"/>
                          <a:cs typeface="+mn-cs"/>
                        </a:rPr>
                        <a:t>Global visibility for all stakeholders</a:t>
                      </a:r>
                    </a:p>
                  </a:txBody>
                  <a:tcPr marL="143925" marR="143925"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12700" cap="flat" cmpd="sng" algn="ctr">
                      <a:solidFill>
                        <a:srgbClr val="8CE8AD"/>
                      </a:solidFill>
                      <a:prstDash val="solid"/>
                      <a:round/>
                      <a:headEnd type="none" w="med" len="med"/>
                      <a:tailEnd type="none" w="med" len="med"/>
                    </a:lnT>
                    <a:lnB w="12700" cap="flat" cmpd="sng" algn="ctr">
                      <a:solidFill>
                        <a:srgbClr val="8CE8AD"/>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4"/>
                  </a:ext>
                </a:extLst>
              </a:tr>
              <a:tr h="51043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defRPr/>
                      </a:pPr>
                      <a:r>
                        <a:rPr lang="en-US" sz="1100" b="0" kern="1200">
                          <a:solidFill>
                            <a:schemeClr val="tx1"/>
                          </a:solidFill>
                          <a:latin typeface="+mj-lt"/>
                          <a:ea typeface="+mn-ea"/>
                          <a:cs typeface="+mn-cs"/>
                        </a:rPr>
                        <a:t>Strong controls and effective audits</a:t>
                      </a:r>
                    </a:p>
                  </a:txBody>
                  <a:tcPr marL="143925" marR="143925" marT="45696" marB="45696" anchor="ctr">
                    <a:lnL w="3175" cap="flat" cmpd="sng" algn="ctr">
                      <a:solidFill>
                        <a:srgbClr val="95CB89"/>
                      </a:solidFill>
                      <a:prstDash val="solid"/>
                      <a:round/>
                      <a:headEnd type="none" w="med" len="med"/>
                      <a:tailEnd type="none" w="med" len="med"/>
                    </a:lnL>
                    <a:lnR w="3175" cap="flat" cmpd="sng" algn="ctr">
                      <a:solidFill>
                        <a:srgbClr val="95CB89"/>
                      </a:solidFill>
                      <a:prstDash val="solid"/>
                      <a:round/>
                      <a:headEnd type="none" w="med" len="med"/>
                      <a:tailEnd type="none" w="med" len="med"/>
                    </a:lnR>
                    <a:lnT w="12700" cap="flat" cmpd="sng" algn="ctr">
                      <a:solidFill>
                        <a:srgbClr val="8CE8AD"/>
                      </a:solidFill>
                      <a:prstDash val="solid"/>
                      <a:round/>
                      <a:headEnd type="none" w="med" len="med"/>
                      <a:tailEnd type="none" w="med" len="med"/>
                    </a:lnT>
                    <a:lnB w="3175" cap="flat" cmpd="sng" algn="ctr">
                      <a:solidFill>
                        <a:srgbClr val="95CB89"/>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5"/>
                  </a:ext>
                </a:extLst>
              </a:tr>
            </a:tbl>
          </a:graphicData>
        </a:graphic>
      </p:graphicFrame>
      <p:pic>
        <p:nvPicPr>
          <p:cNvPr id="13" name="Picture 12">
            <a:extLst>
              <a:ext uri="{FF2B5EF4-FFF2-40B4-BE49-F238E27FC236}">
                <a16:creationId xmlns:a16="http://schemas.microsoft.com/office/drawing/2014/main" id="{3FA82539-001E-1BCA-5E68-3622E2CFF913}"/>
              </a:ext>
            </a:extLst>
          </p:cNvPr>
          <p:cNvPicPr>
            <a:picLocks noChangeAspect="1"/>
          </p:cNvPicPr>
          <p:nvPr/>
        </p:nvPicPr>
        <p:blipFill>
          <a:blip r:embed="rId2" cstate="email">
            <a:alphaModFix amt="26000"/>
            <a:biLevel thresh="50000"/>
            <a:extLst>
              <a:ext uri="{28A0092B-C50C-407E-A947-70E740481C1C}">
                <a14:useLocalDpi xmlns:a14="http://schemas.microsoft.com/office/drawing/2010/main"/>
              </a:ext>
            </a:extLst>
          </a:blip>
          <a:stretch>
            <a:fillRect/>
          </a:stretch>
        </p:blipFill>
        <p:spPr>
          <a:xfrm>
            <a:off x="3363824" y="6205747"/>
            <a:ext cx="1019079" cy="593394"/>
          </a:xfrm>
          <a:prstGeom prst="rect">
            <a:avLst/>
          </a:prstGeom>
          <a:ln>
            <a:noFill/>
          </a:ln>
        </p:spPr>
      </p:pic>
      <p:cxnSp>
        <p:nvCxnSpPr>
          <p:cNvPr id="14" name="Straight Arrow Connector 13">
            <a:extLst>
              <a:ext uri="{FF2B5EF4-FFF2-40B4-BE49-F238E27FC236}">
                <a16:creationId xmlns:a16="http://schemas.microsoft.com/office/drawing/2014/main" id="{C56C2E4C-59D8-F9DE-F6EC-4E09A94F7FBB}"/>
              </a:ext>
            </a:extLst>
          </p:cNvPr>
          <p:cNvCxnSpPr>
            <a:cxnSpLocks/>
          </p:cNvCxnSpPr>
          <p:nvPr/>
        </p:nvCxnSpPr>
        <p:spPr>
          <a:xfrm>
            <a:off x="8552503" y="4601953"/>
            <a:ext cx="457628" cy="0"/>
          </a:xfrm>
          <a:prstGeom prst="straightConnector1">
            <a:avLst/>
          </a:prstGeom>
          <a:noFill/>
          <a:ln w="38100" cap="rnd" cmpd="sng" algn="ctr">
            <a:solidFill>
              <a:srgbClr val="8CE8AD"/>
            </a:solidFill>
            <a:prstDash val="solid"/>
            <a:headEnd type="none" w="med" len="med"/>
            <a:tailEnd type="triangle" w="med" len="med"/>
          </a:ln>
          <a:effectLst/>
        </p:spPr>
      </p:cxnSp>
      <p:pic>
        <p:nvPicPr>
          <p:cNvPr id="15" name="Picture 14">
            <a:extLst>
              <a:ext uri="{FF2B5EF4-FFF2-40B4-BE49-F238E27FC236}">
                <a16:creationId xmlns:a16="http://schemas.microsoft.com/office/drawing/2014/main" id="{EEA0AFEC-5D1B-DA78-D9C8-7EB5B49A3415}"/>
              </a:ext>
            </a:extLst>
          </p:cNvPr>
          <p:cNvPicPr>
            <a:picLocks noChangeAspect="1"/>
          </p:cNvPicPr>
          <p:nvPr/>
        </p:nvPicPr>
        <p:blipFill>
          <a:blip r:embed="rId2" cstate="email">
            <a:alphaModFix amt="26000"/>
            <a:biLevel thresh="50000"/>
            <a:extLst>
              <a:ext uri="{28A0092B-C50C-407E-A947-70E740481C1C}">
                <a14:useLocalDpi xmlns:a14="http://schemas.microsoft.com/office/drawing/2010/main"/>
              </a:ext>
            </a:extLst>
          </a:blip>
          <a:stretch>
            <a:fillRect/>
          </a:stretch>
        </p:blipFill>
        <p:spPr>
          <a:xfrm>
            <a:off x="7847282" y="6202115"/>
            <a:ext cx="1025317" cy="597026"/>
          </a:xfrm>
          <a:prstGeom prst="rect">
            <a:avLst/>
          </a:prstGeom>
          <a:ln>
            <a:noFill/>
          </a:ln>
        </p:spPr>
      </p:pic>
      <p:pic>
        <p:nvPicPr>
          <p:cNvPr id="16" name="Picture 15">
            <a:extLst>
              <a:ext uri="{FF2B5EF4-FFF2-40B4-BE49-F238E27FC236}">
                <a16:creationId xmlns:a16="http://schemas.microsoft.com/office/drawing/2014/main" id="{82AD942F-DFF7-EB4A-0F17-33E2E47E0534}"/>
              </a:ext>
            </a:extLst>
          </p:cNvPr>
          <p:cNvPicPr>
            <a:picLocks noChangeAspect="1"/>
          </p:cNvPicPr>
          <p:nvPr/>
        </p:nvPicPr>
        <p:blipFill>
          <a:blip r:embed="rId3" cstate="email">
            <a:alphaModFix amt="23000"/>
            <a:biLevel thresh="50000"/>
            <a:extLst>
              <a:ext uri="{28A0092B-C50C-407E-A947-70E740481C1C}">
                <a14:useLocalDpi xmlns:a14="http://schemas.microsoft.com/office/drawing/2010/main"/>
              </a:ext>
            </a:extLst>
          </a:blip>
          <a:stretch>
            <a:fillRect/>
          </a:stretch>
        </p:blipFill>
        <p:spPr>
          <a:xfrm>
            <a:off x="8129302" y="2670733"/>
            <a:ext cx="652017" cy="388592"/>
          </a:xfrm>
          <a:prstGeom prst="rect">
            <a:avLst/>
          </a:prstGeom>
          <a:ln>
            <a:noFill/>
          </a:ln>
        </p:spPr>
      </p:pic>
      <p:pic>
        <p:nvPicPr>
          <p:cNvPr id="17" name="Picture 16">
            <a:extLst>
              <a:ext uri="{FF2B5EF4-FFF2-40B4-BE49-F238E27FC236}">
                <a16:creationId xmlns:a16="http://schemas.microsoft.com/office/drawing/2014/main" id="{B2484CAF-1F0C-6C55-68DA-7602A87954A2}"/>
              </a:ext>
            </a:extLst>
          </p:cNvPr>
          <p:cNvPicPr>
            <a:picLocks noChangeAspect="1"/>
          </p:cNvPicPr>
          <p:nvPr/>
        </p:nvPicPr>
        <p:blipFill>
          <a:blip r:embed="rId3" cstate="email">
            <a:alphaModFix amt="23000"/>
            <a:biLevel thresh="50000"/>
            <a:extLst>
              <a:ext uri="{28A0092B-C50C-407E-A947-70E740481C1C}">
                <a14:useLocalDpi xmlns:a14="http://schemas.microsoft.com/office/drawing/2010/main"/>
              </a:ext>
            </a:extLst>
          </a:blip>
          <a:stretch>
            <a:fillRect/>
          </a:stretch>
        </p:blipFill>
        <p:spPr>
          <a:xfrm>
            <a:off x="3363824" y="2801148"/>
            <a:ext cx="585399" cy="348888"/>
          </a:xfrm>
          <a:prstGeom prst="rect">
            <a:avLst/>
          </a:prstGeom>
          <a:ln>
            <a:noFill/>
          </a:ln>
        </p:spPr>
      </p:pic>
      <p:sp>
        <p:nvSpPr>
          <p:cNvPr id="18" name="AutoShape 16">
            <a:extLst>
              <a:ext uri="{FF2B5EF4-FFF2-40B4-BE49-F238E27FC236}">
                <a16:creationId xmlns:a16="http://schemas.microsoft.com/office/drawing/2014/main" id="{E6461E8E-5C4C-6AE8-D5AF-C8935EF6BE10}"/>
              </a:ext>
            </a:extLst>
          </p:cNvPr>
          <p:cNvSpPr>
            <a:spLocks noChangeAspect="1" noChangeArrowheads="1" noTextEdit="1"/>
          </p:cNvSpPr>
          <p:nvPr/>
        </p:nvSpPr>
        <p:spPr bwMode="auto">
          <a:xfrm>
            <a:off x="4632956" y="3221778"/>
            <a:ext cx="2982548" cy="285274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9" name="Freeform 18">
            <a:extLst>
              <a:ext uri="{FF2B5EF4-FFF2-40B4-BE49-F238E27FC236}">
                <a16:creationId xmlns:a16="http://schemas.microsoft.com/office/drawing/2014/main" id="{2405284F-1177-5E63-20DB-195961FE62ED}"/>
              </a:ext>
            </a:extLst>
          </p:cNvPr>
          <p:cNvSpPr>
            <a:spLocks/>
          </p:cNvSpPr>
          <p:nvPr/>
        </p:nvSpPr>
        <p:spPr bwMode="auto">
          <a:xfrm>
            <a:off x="6269412" y="4506581"/>
            <a:ext cx="82059" cy="155087"/>
          </a:xfrm>
          <a:custGeom>
            <a:avLst/>
            <a:gdLst>
              <a:gd name="T0" fmla="*/ 108 w 119"/>
              <a:gd name="T1" fmla="*/ 250 h 250"/>
              <a:gd name="T2" fmla="*/ 108 w 119"/>
              <a:gd name="T3" fmla="*/ 250 h 250"/>
              <a:gd name="T4" fmla="*/ 96 w 119"/>
              <a:gd name="T5" fmla="*/ 238 h 250"/>
              <a:gd name="T6" fmla="*/ 95 w 119"/>
              <a:gd name="T7" fmla="*/ 211 h 250"/>
              <a:gd name="T8" fmla="*/ 89 w 119"/>
              <a:gd name="T9" fmla="*/ 171 h 250"/>
              <a:gd name="T10" fmla="*/ 73 w 119"/>
              <a:gd name="T11" fmla="*/ 120 h 250"/>
              <a:gd name="T12" fmla="*/ 41 w 119"/>
              <a:gd name="T13" fmla="*/ 63 h 250"/>
              <a:gd name="T14" fmla="*/ 5 w 119"/>
              <a:gd name="T15" fmla="*/ 20 h 250"/>
              <a:gd name="T16" fmla="*/ 5 w 119"/>
              <a:gd name="T17" fmla="*/ 4 h 250"/>
              <a:gd name="T18" fmla="*/ 21 w 119"/>
              <a:gd name="T19" fmla="*/ 4 h 250"/>
              <a:gd name="T20" fmla="*/ 60 w 119"/>
              <a:gd name="T21" fmla="*/ 50 h 250"/>
              <a:gd name="T22" fmla="*/ 94 w 119"/>
              <a:gd name="T23" fmla="*/ 111 h 250"/>
              <a:gd name="T24" fmla="*/ 111 w 119"/>
              <a:gd name="T25" fmla="*/ 166 h 250"/>
              <a:gd name="T26" fmla="*/ 118 w 119"/>
              <a:gd name="T27" fmla="*/ 209 h 250"/>
              <a:gd name="T28" fmla="*/ 119 w 119"/>
              <a:gd name="T29" fmla="*/ 238 h 250"/>
              <a:gd name="T30" fmla="*/ 108 w 119"/>
              <a:gd name="T31"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250">
                <a:moveTo>
                  <a:pt x="108" y="250"/>
                </a:moveTo>
                <a:lnTo>
                  <a:pt x="108" y="250"/>
                </a:lnTo>
                <a:cubicBezTo>
                  <a:pt x="102" y="250"/>
                  <a:pt x="96" y="245"/>
                  <a:pt x="96" y="238"/>
                </a:cubicBezTo>
                <a:cubicBezTo>
                  <a:pt x="96" y="229"/>
                  <a:pt x="96" y="220"/>
                  <a:pt x="95" y="211"/>
                </a:cubicBezTo>
                <a:cubicBezTo>
                  <a:pt x="94" y="197"/>
                  <a:pt x="92" y="184"/>
                  <a:pt x="89" y="171"/>
                </a:cubicBezTo>
                <a:cubicBezTo>
                  <a:pt x="85" y="153"/>
                  <a:pt x="80" y="136"/>
                  <a:pt x="73" y="120"/>
                </a:cubicBezTo>
                <a:cubicBezTo>
                  <a:pt x="64" y="100"/>
                  <a:pt x="54" y="81"/>
                  <a:pt x="41" y="63"/>
                </a:cubicBezTo>
                <a:cubicBezTo>
                  <a:pt x="30" y="48"/>
                  <a:pt x="18" y="33"/>
                  <a:pt x="5" y="20"/>
                </a:cubicBezTo>
                <a:cubicBezTo>
                  <a:pt x="0" y="16"/>
                  <a:pt x="0" y="9"/>
                  <a:pt x="5" y="4"/>
                </a:cubicBezTo>
                <a:cubicBezTo>
                  <a:pt x="9" y="0"/>
                  <a:pt x="16" y="0"/>
                  <a:pt x="21" y="4"/>
                </a:cubicBezTo>
                <a:cubicBezTo>
                  <a:pt x="35" y="18"/>
                  <a:pt x="48" y="33"/>
                  <a:pt x="60" y="50"/>
                </a:cubicBezTo>
                <a:cubicBezTo>
                  <a:pt x="73" y="69"/>
                  <a:pt x="84" y="89"/>
                  <a:pt x="94" y="111"/>
                </a:cubicBezTo>
                <a:cubicBezTo>
                  <a:pt x="101" y="129"/>
                  <a:pt x="107" y="147"/>
                  <a:pt x="111" y="166"/>
                </a:cubicBezTo>
                <a:cubicBezTo>
                  <a:pt x="114" y="180"/>
                  <a:pt x="117" y="194"/>
                  <a:pt x="118" y="209"/>
                </a:cubicBezTo>
                <a:cubicBezTo>
                  <a:pt x="119" y="218"/>
                  <a:pt x="119" y="228"/>
                  <a:pt x="119" y="238"/>
                </a:cubicBezTo>
                <a:cubicBezTo>
                  <a:pt x="119" y="245"/>
                  <a:pt x="114" y="250"/>
                  <a:pt x="108" y="250"/>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20" name="Freeform 19">
            <a:extLst>
              <a:ext uri="{FF2B5EF4-FFF2-40B4-BE49-F238E27FC236}">
                <a16:creationId xmlns:a16="http://schemas.microsoft.com/office/drawing/2014/main" id="{B0317FE7-1195-D55F-4402-8C8919BF5623}"/>
              </a:ext>
            </a:extLst>
          </p:cNvPr>
          <p:cNvSpPr>
            <a:spLocks/>
          </p:cNvSpPr>
          <p:nvPr/>
        </p:nvSpPr>
        <p:spPr bwMode="auto">
          <a:xfrm>
            <a:off x="6157369" y="4453936"/>
            <a:ext cx="77326" cy="32725"/>
          </a:xfrm>
          <a:custGeom>
            <a:avLst/>
            <a:gdLst>
              <a:gd name="T0" fmla="*/ 101 w 114"/>
              <a:gd name="T1" fmla="*/ 54 h 54"/>
              <a:gd name="T2" fmla="*/ 101 w 114"/>
              <a:gd name="T3" fmla="*/ 54 h 54"/>
              <a:gd name="T4" fmla="*/ 96 w 114"/>
              <a:gd name="T5" fmla="*/ 53 h 54"/>
              <a:gd name="T6" fmla="*/ 73 w 114"/>
              <a:gd name="T7" fmla="*/ 42 h 54"/>
              <a:gd name="T8" fmla="*/ 50 w 114"/>
              <a:gd name="T9" fmla="*/ 34 h 54"/>
              <a:gd name="T10" fmla="*/ 10 w 114"/>
              <a:gd name="T11" fmla="*/ 24 h 54"/>
              <a:gd name="T12" fmla="*/ 1 w 114"/>
              <a:gd name="T13" fmla="*/ 11 h 54"/>
              <a:gd name="T14" fmla="*/ 14 w 114"/>
              <a:gd name="T15" fmla="*/ 1 h 54"/>
              <a:gd name="T16" fmla="*/ 57 w 114"/>
              <a:gd name="T17" fmla="*/ 12 h 54"/>
              <a:gd name="T18" fmla="*/ 82 w 114"/>
              <a:gd name="T19" fmla="*/ 21 h 54"/>
              <a:gd name="T20" fmla="*/ 106 w 114"/>
              <a:gd name="T21" fmla="*/ 33 h 54"/>
              <a:gd name="T22" fmla="*/ 111 w 114"/>
              <a:gd name="T23" fmla="*/ 48 h 54"/>
              <a:gd name="T24" fmla="*/ 101 w 114"/>
              <a:gd name="T2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54">
                <a:moveTo>
                  <a:pt x="101" y="54"/>
                </a:moveTo>
                <a:lnTo>
                  <a:pt x="101" y="54"/>
                </a:lnTo>
                <a:cubicBezTo>
                  <a:pt x="99" y="54"/>
                  <a:pt x="98" y="54"/>
                  <a:pt x="96" y="53"/>
                </a:cubicBezTo>
                <a:cubicBezTo>
                  <a:pt x="89" y="49"/>
                  <a:pt x="81" y="45"/>
                  <a:pt x="73" y="42"/>
                </a:cubicBezTo>
                <a:cubicBezTo>
                  <a:pt x="66" y="39"/>
                  <a:pt x="58" y="36"/>
                  <a:pt x="50" y="34"/>
                </a:cubicBezTo>
                <a:cubicBezTo>
                  <a:pt x="37" y="30"/>
                  <a:pt x="24" y="26"/>
                  <a:pt x="10" y="24"/>
                </a:cubicBezTo>
                <a:cubicBezTo>
                  <a:pt x="4" y="23"/>
                  <a:pt x="0" y="17"/>
                  <a:pt x="1" y="11"/>
                </a:cubicBezTo>
                <a:cubicBezTo>
                  <a:pt x="2" y="4"/>
                  <a:pt x="8" y="0"/>
                  <a:pt x="14" y="1"/>
                </a:cubicBezTo>
                <a:cubicBezTo>
                  <a:pt x="29" y="4"/>
                  <a:pt x="43" y="8"/>
                  <a:pt x="57" y="12"/>
                </a:cubicBezTo>
                <a:cubicBezTo>
                  <a:pt x="66" y="15"/>
                  <a:pt x="74" y="18"/>
                  <a:pt x="82" y="21"/>
                </a:cubicBezTo>
                <a:cubicBezTo>
                  <a:pt x="90" y="25"/>
                  <a:pt x="98" y="29"/>
                  <a:pt x="106" y="33"/>
                </a:cubicBezTo>
                <a:cubicBezTo>
                  <a:pt x="112" y="35"/>
                  <a:pt x="114" y="42"/>
                  <a:pt x="111" y="48"/>
                </a:cubicBezTo>
                <a:cubicBezTo>
                  <a:pt x="109" y="52"/>
                  <a:pt x="105" y="54"/>
                  <a:pt x="101" y="54"/>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21" name="Freeform 20">
            <a:extLst>
              <a:ext uri="{FF2B5EF4-FFF2-40B4-BE49-F238E27FC236}">
                <a16:creationId xmlns:a16="http://schemas.microsoft.com/office/drawing/2014/main" id="{65613478-DB9B-8DE3-DB2E-8B5DCA0EB103}"/>
              </a:ext>
            </a:extLst>
          </p:cNvPr>
          <p:cNvSpPr>
            <a:spLocks/>
          </p:cNvSpPr>
          <p:nvPr/>
        </p:nvSpPr>
        <p:spPr bwMode="auto">
          <a:xfrm>
            <a:off x="5903301" y="4506581"/>
            <a:ext cx="80481" cy="126631"/>
          </a:xfrm>
          <a:custGeom>
            <a:avLst/>
            <a:gdLst>
              <a:gd name="T0" fmla="*/ 12 w 117"/>
              <a:gd name="T1" fmla="*/ 205 h 205"/>
              <a:gd name="T2" fmla="*/ 12 w 117"/>
              <a:gd name="T3" fmla="*/ 205 h 205"/>
              <a:gd name="T4" fmla="*/ 10 w 117"/>
              <a:gd name="T5" fmla="*/ 205 h 205"/>
              <a:gd name="T6" fmla="*/ 1 w 117"/>
              <a:gd name="T7" fmla="*/ 192 h 205"/>
              <a:gd name="T8" fmla="*/ 9 w 117"/>
              <a:gd name="T9" fmla="*/ 154 h 205"/>
              <a:gd name="T10" fmla="*/ 34 w 117"/>
              <a:gd name="T11" fmla="*/ 88 h 205"/>
              <a:gd name="T12" fmla="*/ 55 w 117"/>
              <a:gd name="T13" fmla="*/ 53 h 205"/>
              <a:gd name="T14" fmla="*/ 96 w 117"/>
              <a:gd name="T15" fmla="*/ 4 h 205"/>
              <a:gd name="T16" fmla="*/ 113 w 117"/>
              <a:gd name="T17" fmla="*/ 4 h 205"/>
              <a:gd name="T18" fmla="*/ 112 w 117"/>
              <a:gd name="T19" fmla="*/ 20 h 205"/>
              <a:gd name="T20" fmla="*/ 74 w 117"/>
              <a:gd name="T21" fmla="*/ 66 h 205"/>
              <a:gd name="T22" fmla="*/ 54 w 117"/>
              <a:gd name="T23" fmla="*/ 98 h 205"/>
              <a:gd name="T24" fmla="*/ 30 w 117"/>
              <a:gd name="T25" fmla="*/ 159 h 205"/>
              <a:gd name="T26" fmla="*/ 23 w 117"/>
              <a:gd name="T27" fmla="*/ 195 h 205"/>
              <a:gd name="T28" fmla="*/ 12 w 117"/>
              <a:gd name="T2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205">
                <a:moveTo>
                  <a:pt x="12" y="205"/>
                </a:moveTo>
                <a:lnTo>
                  <a:pt x="12" y="205"/>
                </a:lnTo>
                <a:cubicBezTo>
                  <a:pt x="11" y="205"/>
                  <a:pt x="11" y="205"/>
                  <a:pt x="10" y="205"/>
                </a:cubicBezTo>
                <a:cubicBezTo>
                  <a:pt x="4" y="204"/>
                  <a:pt x="0" y="198"/>
                  <a:pt x="1" y="192"/>
                </a:cubicBezTo>
                <a:cubicBezTo>
                  <a:pt x="3" y="179"/>
                  <a:pt x="5" y="166"/>
                  <a:pt x="9" y="154"/>
                </a:cubicBezTo>
                <a:cubicBezTo>
                  <a:pt x="15" y="131"/>
                  <a:pt x="23" y="109"/>
                  <a:pt x="34" y="88"/>
                </a:cubicBezTo>
                <a:cubicBezTo>
                  <a:pt x="40" y="76"/>
                  <a:pt x="47" y="64"/>
                  <a:pt x="55" y="53"/>
                </a:cubicBezTo>
                <a:cubicBezTo>
                  <a:pt x="67" y="36"/>
                  <a:pt x="81" y="19"/>
                  <a:pt x="96" y="4"/>
                </a:cubicBezTo>
                <a:cubicBezTo>
                  <a:pt x="101" y="0"/>
                  <a:pt x="108" y="0"/>
                  <a:pt x="113" y="4"/>
                </a:cubicBezTo>
                <a:cubicBezTo>
                  <a:pt x="117" y="9"/>
                  <a:pt x="117" y="16"/>
                  <a:pt x="112" y="20"/>
                </a:cubicBezTo>
                <a:cubicBezTo>
                  <a:pt x="98" y="34"/>
                  <a:pt x="85" y="50"/>
                  <a:pt x="74" y="66"/>
                </a:cubicBezTo>
                <a:cubicBezTo>
                  <a:pt x="67" y="76"/>
                  <a:pt x="60" y="87"/>
                  <a:pt x="54" y="98"/>
                </a:cubicBezTo>
                <a:cubicBezTo>
                  <a:pt x="44" y="118"/>
                  <a:pt x="36" y="138"/>
                  <a:pt x="30" y="159"/>
                </a:cubicBezTo>
                <a:cubicBezTo>
                  <a:pt x="27" y="171"/>
                  <a:pt x="25" y="183"/>
                  <a:pt x="23" y="195"/>
                </a:cubicBezTo>
                <a:cubicBezTo>
                  <a:pt x="22" y="201"/>
                  <a:pt x="17" y="205"/>
                  <a:pt x="12" y="205"/>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22" name="Freeform 21">
            <a:extLst>
              <a:ext uri="{FF2B5EF4-FFF2-40B4-BE49-F238E27FC236}">
                <a16:creationId xmlns:a16="http://schemas.microsoft.com/office/drawing/2014/main" id="{34A11B20-C05C-6A2C-8694-B65D93ECCFCC}"/>
              </a:ext>
            </a:extLst>
          </p:cNvPr>
          <p:cNvSpPr>
            <a:spLocks/>
          </p:cNvSpPr>
          <p:nvPr/>
        </p:nvSpPr>
        <p:spPr bwMode="auto">
          <a:xfrm>
            <a:off x="5911191" y="4707197"/>
            <a:ext cx="44186" cy="64027"/>
          </a:xfrm>
          <a:custGeom>
            <a:avLst/>
            <a:gdLst>
              <a:gd name="T0" fmla="*/ 51 w 64"/>
              <a:gd name="T1" fmla="*/ 102 h 102"/>
              <a:gd name="T2" fmla="*/ 51 w 64"/>
              <a:gd name="T3" fmla="*/ 102 h 102"/>
              <a:gd name="T4" fmla="*/ 41 w 64"/>
              <a:gd name="T5" fmla="*/ 97 h 102"/>
              <a:gd name="T6" fmla="*/ 18 w 64"/>
              <a:gd name="T7" fmla="*/ 56 h 102"/>
              <a:gd name="T8" fmla="*/ 2 w 64"/>
              <a:gd name="T9" fmla="*/ 17 h 102"/>
              <a:gd name="T10" fmla="*/ 9 w 64"/>
              <a:gd name="T11" fmla="*/ 2 h 102"/>
              <a:gd name="T12" fmla="*/ 23 w 64"/>
              <a:gd name="T13" fmla="*/ 10 h 102"/>
              <a:gd name="T14" fmla="*/ 38 w 64"/>
              <a:gd name="T15" fmla="*/ 46 h 102"/>
              <a:gd name="T16" fmla="*/ 60 w 64"/>
              <a:gd name="T17" fmla="*/ 84 h 102"/>
              <a:gd name="T18" fmla="*/ 57 w 64"/>
              <a:gd name="T19" fmla="*/ 100 h 102"/>
              <a:gd name="T20" fmla="*/ 51 w 64"/>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2">
                <a:moveTo>
                  <a:pt x="51" y="102"/>
                </a:moveTo>
                <a:lnTo>
                  <a:pt x="51" y="102"/>
                </a:lnTo>
                <a:cubicBezTo>
                  <a:pt x="47" y="102"/>
                  <a:pt x="43" y="100"/>
                  <a:pt x="41" y="97"/>
                </a:cubicBezTo>
                <a:cubicBezTo>
                  <a:pt x="32" y="84"/>
                  <a:pt x="24" y="70"/>
                  <a:pt x="18" y="56"/>
                </a:cubicBezTo>
                <a:cubicBezTo>
                  <a:pt x="12" y="43"/>
                  <a:pt x="6" y="30"/>
                  <a:pt x="2" y="17"/>
                </a:cubicBezTo>
                <a:cubicBezTo>
                  <a:pt x="0" y="11"/>
                  <a:pt x="3" y="4"/>
                  <a:pt x="9" y="2"/>
                </a:cubicBezTo>
                <a:cubicBezTo>
                  <a:pt x="15" y="0"/>
                  <a:pt x="21" y="4"/>
                  <a:pt x="23" y="10"/>
                </a:cubicBezTo>
                <a:cubicBezTo>
                  <a:pt x="28" y="22"/>
                  <a:pt x="32" y="34"/>
                  <a:pt x="38" y="46"/>
                </a:cubicBezTo>
                <a:cubicBezTo>
                  <a:pt x="44" y="59"/>
                  <a:pt x="52" y="72"/>
                  <a:pt x="60" y="84"/>
                </a:cubicBezTo>
                <a:cubicBezTo>
                  <a:pt x="64" y="89"/>
                  <a:pt x="62" y="96"/>
                  <a:pt x="57" y="100"/>
                </a:cubicBezTo>
                <a:cubicBezTo>
                  <a:pt x="55" y="101"/>
                  <a:pt x="53" y="102"/>
                  <a:pt x="51" y="102"/>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23" name="Freeform 22">
            <a:extLst>
              <a:ext uri="{FF2B5EF4-FFF2-40B4-BE49-F238E27FC236}">
                <a16:creationId xmlns:a16="http://schemas.microsoft.com/office/drawing/2014/main" id="{9760D312-9630-A564-A867-8F4D8A3EC3D6}"/>
              </a:ext>
            </a:extLst>
          </p:cNvPr>
          <p:cNvSpPr>
            <a:spLocks/>
          </p:cNvSpPr>
          <p:nvPr/>
        </p:nvSpPr>
        <p:spPr bwMode="auto">
          <a:xfrm>
            <a:off x="5972735" y="4792566"/>
            <a:ext cx="93106" cy="54067"/>
          </a:xfrm>
          <a:custGeom>
            <a:avLst/>
            <a:gdLst>
              <a:gd name="T0" fmla="*/ 122 w 135"/>
              <a:gd name="T1" fmla="*/ 89 h 89"/>
              <a:gd name="T2" fmla="*/ 122 w 135"/>
              <a:gd name="T3" fmla="*/ 89 h 89"/>
              <a:gd name="T4" fmla="*/ 119 w 135"/>
              <a:gd name="T5" fmla="*/ 88 h 89"/>
              <a:gd name="T6" fmla="*/ 82 w 135"/>
              <a:gd name="T7" fmla="*/ 73 h 89"/>
              <a:gd name="T8" fmla="*/ 41 w 135"/>
              <a:gd name="T9" fmla="*/ 49 h 89"/>
              <a:gd name="T10" fmla="*/ 5 w 135"/>
              <a:gd name="T11" fmla="*/ 21 h 89"/>
              <a:gd name="T12" fmla="*/ 4 w 135"/>
              <a:gd name="T13" fmla="*/ 5 h 89"/>
              <a:gd name="T14" fmla="*/ 20 w 135"/>
              <a:gd name="T15" fmla="*/ 4 h 89"/>
              <a:gd name="T16" fmla="*/ 54 w 135"/>
              <a:gd name="T17" fmla="*/ 30 h 89"/>
              <a:gd name="T18" fmla="*/ 92 w 135"/>
              <a:gd name="T19" fmla="*/ 53 h 89"/>
              <a:gd name="T20" fmla="*/ 126 w 135"/>
              <a:gd name="T21" fmla="*/ 66 h 89"/>
              <a:gd name="T22" fmla="*/ 133 w 135"/>
              <a:gd name="T23" fmla="*/ 81 h 89"/>
              <a:gd name="T24" fmla="*/ 122 w 135"/>
              <a:gd name="T25"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89">
                <a:moveTo>
                  <a:pt x="122" y="89"/>
                </a:moveTo>
                <a:lnTo>
                  <a:pt x="122" y="89"/>
                </a:lnTo>
                <a:cubicBezTo>
                  <a:pt x="121" y="89"/>
                  <a:pt x="120" y="88"/>
                  <a:pt x="119" y="88"/>
                </a:cubicBezTo>
                <a:cubicBezTo>
                  <a:pt x="106" y="84"/>
                  <a:pt x="94" y="79"/>
                  <a:pt x="82" y="73"/>
                </a:cubicBezTo>
                <a:cubicBezTo>
                  <a:pt x="68" y="66"/>
                  <a:pt x="54" y="58"/>
                  <a:pt x="41" y="49"/>
                </a:cubicBezTo>
                <a:cubicBezTo>
                  <a:pt x="28" y="41"/>
                  <a:pt x="16" y="31"/>
                  <a:pt x="5" y="21"/>
                </a:cubicBezTo>
                <a:cubicBezTo>
                  <a:pt x="0" y="17"/>
                  <a:pt x="0" y="10"/>
                  <a:pt x="4" y="5"/>
                </a:cubicBezTo>
                <a:cubicBezTo>
                  <a:pt x="8" y="1"/>
                  <a:pt x="16" y="0"/>
                  <a:pt x="20" y="4"/>
                </a:cubicBezTo>
                <a:cubicBezTo>
                  <a:pt x="31" y="14"/>
                  <a:pt x="42" y="23"/>
                  <a:pt x="54" y="30"/>
                </a:cubicBezTo>
                <a:cubicBezTo>
                  <a:pt x="66" y="39"/>
                  <a:pt x="79" y="46"/>
                  <a:pt x="92" y="53"/>
                </a:cubicBezTo>
                <a:cubicBezTo>
                  <a:pt x="103" y="58"/>
                  <a:pt x="115" y="63"/>
                  <a:pt x="126" y="66"/>
                </a:cubicBezTo>
                <a:cubicBezTo>
                  <a:pt x="132" y="68"/>
                  <a:pt x="135" y="75"/>
                  <a:pt x="133" y="81"/>
                </a:cubicBezTo>
                <a:cubicBezTo>
                  <a:pt x="131" y="86"/>
                  <a:pt x="127" y="89"/>
                  <a:pt x="122" y="89"/>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24" name="Freeform 23">
            <a:extLst>
              <a:ext uri="{FF2B5EF4-FFF2-40B4-BE49-F238E27FC236}">
                <a16:creationId xmlns:a16="http://schemas.microsoft.com/office/drawing/2014/main" id="{EFFF462D-23E6-9DAA-1014-0EB816059D27}"/>
              </a:ext>
            </a:extLst>
          </p:cNvPr>
          <p:cNvSpPr>
            <a:spLocks/>
          </p:cNvSpPr>
          <p:nvPr/>
        </p:nvSpPr>
        <p:spPr bwMode="auto">
          <a:xfrm>
            <a:off x="6233117" y="4778339"/>
            <a:ext cx="61545" cy="48376"/>
          </a:xfrm>
          <a:custGeom>
            <a:avLst/>
            <a:gdLst>
              <a:gd name="T0" fmla="*/ 13 w 91"/>
              <a:gd name="T1" fmla="*/ 78 h 78"/>
              <a:gd name="T2" fmla="*/ 13 w 91"/>
              <a:gd name="T3" fmla="*/ 78 h 78"/>
              <a:gd name="T4" fmla="*/ 3 w 91"/>
              <a:gd name="T5" fmla="*/ 73 h 78"/>
              <a:gd name="T6" fmla="*/ 7 w 91"/>
              <a:gd name="T7" fmla="*/ 57 h 78"/>
              <a:gd name="T8" fmla="*/ 46 w 91"/>
              <a:gd name="T9" fmla="*/ 29 h 78"/>
              <a:gd name="T10" fmla="*/ 70 w 91"/>
              <a:gd name="T11" fmla="*/ 4 h 78"/>
              <a:gd name="T12" fmla="*/ 86 w 91"/>
              <a:gd name="T13" fmla="*/ 4 h 78"/>
              <a:gd name="T14" fmla="*/ 87 w 91"/>
              <a:gd name="T15" fmla="*/ 20 h 78"/>
              <a:gd name="T16" fmla="*/ 61 w 91"/>
              <a:gd name="T17" fmla="*/ 46 h 78"/>
              <a:gd name="T18" fmla="*/ 19 w 91"/>
              <a:gd name="T19" fmla="*/ 77 h 78"/>
              <a:gd name="T20" fmla="*/ 13 w 91"/>
              <a:gd name="T2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8">
                <a:moveTo>
                  <a:pt x="13" y="78"/>
                </a:moveTo>
                <a:lnTo>
                  <a:pt x="13" y="78"/>
                </a:lnTo>
                <a:cubicBezTo>
                  <a:pt x="9" y="78"/>
                  <a:pt x="5" y="77"/>
                  <a:pt x="3" y="73"/>
                </a:cubicBezTo>
                <a:cubicBezTo>
                  <a:pt x="0" y="68"/>
                  <a:pt x="1" y="61"/>
                  <a:pt x="7" y="57"/>
                </a:cubicBezTo>
                <a:cubicBezTo>
                  <a:pt x="20" y="49"/>
                  <a:pt x="33" y="39"/>
                  <a:pt x="46" y="29"/>
                </a:cubicBezTo>
                <a:cubicBezTo>
                  <a:pt x="54" y="21"/>
                  <a:pt x="63" y="13"/>
                  <a:pt x="70" y="4"/>
                </a:cubicBezTo>
                <a:cubicBezTo>
                  <a:pt x="75" y="0"/>
                  <a:pt x="82" y="0"/>
                  <a:pt x="86" y="4"/>
                </a:cubicBezTo>
                <a:cubicBezTo>
                  <a:pt x="91" y="8"/>
                  <a:pt x="91" y="15"/>
                  <a:pt x="87" y="20"/>
                </a:cubicBezTo>
                <a:cubicBezTo>
                  <a:pt x="79" y="29"/>
                  <a:pt x="70" y="38"/>
                  <a:pt x="61" y="46"/>
                </a:cubicBezTo>
                <a:cubicBezTo>
                  <a:pt x="47" y="57"/>
                  <a:pt x="33" y="68"/>
                  <a:pt x="19" y="77"/>
                </a:cubicBezTo>
                <a:cubicBezTo>
                  <a:pt x="17" y="78"/>
                  <a:pt x="15" y="78"/>
                  <a:pt x="13" y="7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25" name="Freeform 24">
            <a:extLst>
              <a:ext uri="{FF2B5EF4-FFF2-40B4-BE49-F238E27FC236}">
                <a16:creationId xmlns:a16="http://schemas.microsoft.com/office/drawing/2014/main" id="{C3D5E24E-02DE-08C2-159A-80012CC84C7B}"/>
              </a:ext>
            </a:extLst>
          </p:cNvPr>
          <p:cNvSpPr>
            <a:spLocks/>
          </p:cNvSpPr>
          <p:nvPr/>
        </p:nvSpPr>
        <p:spPr bwMode="auto">
          <a:xfrm>
            <a:off x="6315176" y="4691547"/>
            <a:ext cx="31562" cy="51221"/>
          </a:xfrm>
          <a:custGeom>
            <a:avLst/>
            <a:gdLst>
              <a:gd name="T0" fmla="*/ 13 w 46"/>
              <a:gd name="T1" fmla="*/ 82 h 82"/>
              <a:gd name="T2" fmla="*/ 13 w 46"/>
              <a:gd name="T3" fmla="*/ 82 h 82"/>
              <a:gd name="T4" fmla="*/ 8 w 46"/>
              <a:gd name="T5" fmla="*/ 81 h 82"/>
              <a:gd name="T6" fmla="*/ 3 w 46"/>
              <a:gd name="T7" fmla="*/ 66 h 82"/>
              <a:gd name="T8" fmla="*/ 22 w 46"/>
              <a:gd name="T9" fmla="*/ 9 h 82"/>
              <a:gd name="T10" fmla="*/ 36 w 46"/>
              <a:gd name="T11" fmla="*/ 1 h 82"/>
              <a:gd name="T12" fmla="*/ 44 w 46"/>
              <a:gd name="T13" fmla="*/ 15 h 82"/>
              <a:gd name="T14" fmla="*/ 23 w 46"/>
              <a:gd name="T15" fmla="*/ 76 h 82"/>
              <a:gd name="T16" fmla="*/ 13 w 46"/>
              <a:gd name="T17"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2">
                <a:moveTo>
                  <a:pt x="13" y="82"/>
                </a:moveTo>
                <a:lnTo>
                  <a:pt x="13" y="82"/>
                </a:lnTo>
                <a:cubicBezTo>
                  <a:pt x="12" y="82"/>
                  <a:pt x="10" y="82"/>
                  <a:pt x="8" y="81"/>
                </a:cubicBezTo>
                <a:cubicBezTo>
                  <a:pt x="3" y="79"/>
                  <a:pt x="0" y="72"/>
                  <a:pt x="3" y="66"/>
                </a:cubicBezTo>
                <a:cubicBezTo>
                  <a:pt x="11" y="48"/>
                  <a:pt x="18" y="29"/>
                  <a:pt x="22" y="9"/>
                </a:cubicBezTo>
                <a:cubicBezTo>
                  <a:pt x="24" y="3"/>
                  <a:pt x="30" y="0"/>
                  <a:pt x="36" y="1"/>
                </a:cubicBezTo>
                <a:cubicBezTo>
                  <a:pt x="42" y="2"/>
                  <a:pt x="46" y="8"/>
                  <a:pt x="44" y="15"/>
                </a:cubicBezTo>
                <a:cubicBezTo>
                  <a:pt x="40" y="36"/>
                  <a:pt x="32" y="56"/>
                  <a:pt x="23" y="76"/>
                </a:cubicBezTo>
                <a:cubicBezTo>
                  <a:pt x="22" y="80"/>
                  <a:pt x="17" y="82"/>
                  <a:pt x="13" y="82"/>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26" name="Freeform 25">
            <a:extLst>
              <a:ext uri="{FF2B5EF4-FFF2-40B4-BE49-F238E27FC236}">
                <a16:creationId xmlns:a16="http://schemas.microsoft.com/office/drawing/2014/main" id="{2D4591F5-F975-CCD4-D453-EF545FCDA6CB}"/>
              </a:ext>
            </a:extLst>
          </p:cNvPr>
          <p:cNvSpPr>
            <a:spLocks/>
          </p:cNvSpPr>
          <p:nvPr/>
        </p:nvSpPr>
        <p:spPr bwMode="auto">
          <a:xfrm>
            <a:off x="5931706" y="4368568"/>
            <a:ext cx="189368" cy="72563"/>
          </a:xfrm>
          <a:custGeom>
            <a:avLst/>
            <a:gdLst>
              <a:gd name="T0" fmla="*/ 12 w 278"/>
              <a:gd name="T1" fmla="*/ 116 h 116"/>
              <a:gd name="T2" fmla="*/ 12 w 278"/>
              <a:gd name="T3" fmla="*/ 116 h 116"/>
              <a:gd name="T4" fmla="*/ 3 w 278"/>
              <a:gd name="T5" fmla="*/ 112 h 116"/>
              <a:gd name="T6" fmla="*/ 5 w 278"/>
              <a:gd name="T7" fmla="*/ 96 h 116"/>
              <a:gd name="T8" fmla="*/ 71 w 278"/>
              <a:gd name="T9" fmla="*/ 54 h 116"/>
              <a:gd name="T10" fmla="*/ 115 w 278"/>
              <a:gd name="T11" fmla="*/ 32 h 116"/>
              <a:gd name="T12" fmla="*/ 157 w 278"/>
              <a:gd name="T13" fmla="*/ 18 h 116"/>
              <a:gd name="T14" fmla="*/ 210 w 278"/>
              <a:gd name="T15" fmla="*/ 6 h 116"/>
              <a:gd name="T16" fmla="*/ 266 w 278"/>
              <a:gd name="T17" fmla="*/ 1 h 116"/>
              <a:gd name="T18" fmla="*/ 278 w 278"/>
              <a:gd name="T19" fmla="*/ 12 h 116"/>
              <a:gd name="T20" fmla="*/ 267 w 278"/>
              <a:gd name="T21" fmla="*/ 23 h 116"/>
              <a:gd name="T22" fmla="*/ 214 w 278"/>
              <a:gd name="T23" fmla="*/ 29 h 116"/>
              <a:gd name="T24" fmla="*/ 164 w 278"/>
              <a:gd name="T25" fmla="*/ 40 h 116"/>
              <a:gd name="T26" fmla="*/ 123 w 278"/>
              <a:gd name="T27" fmla="*/ 54 h 116"/>
              <a:gd name="T28" fmla="*/ 82 w 278"/>
              <a:gd name="T29" fmla="*/ 74 h 116"/>
              <a:gd name="T30" fmla="*/ 19 w 278"/>
              <a:gd name="T31" fmla="*/ 114 h 116"/>
              <a:gd name="T32" fmla="*/ 12 w 278"/>
              <a:gd name="T33"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8" h="116">
                <a:moveTo>
                  <a:pt x="12" y="116"/>
                </a:moveTo>
                <a:lnTo>
                  <a:pt x="12" y="116"/>
                </a:lnTo>
                <a:cubicBezTo>
                  <a:pt x="9" y="116"/>
                  <a:pt x="6" y="115"/>
                  <a:pt x="3" y="112"/>
                </a:cubicBezTo>
                <a:cubicBezTo>
                  <a:pt x="0" y="107"/>
                  <a:pt x="0" y="100"/>
                  <a:pt x="5" y="96"/>
                </a:cubicBezTo>
                <a:cubicBezTo>
                  <a:pt x="24" y="82"/>
                  <a:pt x="46" y="68"/>
                  <a:pt x="71" y="54"/>
                </a:cubicBezTo>
                <a:cubicBezTo>
                  <a:pt x="84" y="47"/>
                  <a:pt x="99" y="39"/>
                  <a:pt x="115" y="32"/>
                </a:cubicBezTo>
                <a:cubicBezTo>
                  <a:pt x="127" y="27"/>
                  <a:pt x="141" y="23"/>
                  <a:pt x="157" y="18"/>
                </a:cubicBezTo>
                <a:cubicBezTo>
                  <a:pt x="175" y="13"/>
                  <a:pt x="193" y="9"/>
                  <a:pt x="210" y="6"/>
                </a:cubicBezTo>
                <a:cubicBezTo>
                  <a:pt x="229" y="3"/>
                  <a:pt x="248" y="1"/>
                  <a:pt x="266" y="1"/>
                </a:cubicBezTo>
                <a:cubicBezTo>
                  <a:pt x="272" y="0"/>
                  <a:pt x="278" y="5"/>
                  <a:pt x="278" y="12"/>
                </a:cubicBezTo>
                <a:cubicBezTo>
                  <a:pt x="278" y="18"/>
                  <a:pt x="273" y="23"/>
                  <a:pt x="267" y="23"/>
                </a:cubicBezTo>
                <a:cubicBezTo>
                  <a:pt x="250" y="24"/>
                  <a:pt x="232" y="26"/>
                  <a:pt x="214" y="29"/>
                </a:cubicBezTo>
                <a:cubicBezTo>
                  <a:pt x="197" y="31"/>
                  <a:pt x="181" y="35"/>
                  <a:pt x="164" y="40"/>
                </a:cubicBezTo>
                <a:cubicBezTo>
                  <a:pt x="148" y="44"/>
                  <a:pt x="135" y="49"/>
                  <a:pt x="123" y="54"/>
                </a:cubicBezTo>
                <a:cubicBezTo>
                  <a:pt x="109" y="59"/>
                  <a:pt x="95" y="67"/>
                  <a:pt x="82" y="74"/>
                </a:cubicBezTo>
                <a:cubicBezTo>
                  <a:pt x="58" y="87"/>
                  <a:pt x="37" y="100"/>
                  <a:pt x="19" y="114"/>
                </a:cubicBezTo>
                <a:cubicBezTo>
                  <a:pt x="17" y="116"/>
                  <a:pt x="15" y="116"/>
                  <a:pt x="12" y="116"/>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27" name="Freeform 26">
            <a:extLst>
              <a:ext uri="{FF2B5EF4-FFF2-40B4-BE49-F238E27FC236}">
                <a16:creationId xmlns:a16="http://schemas.microsoft.com/office/drawing/2014/main" id="{74DDC6EA-B1F0-1D6F-9B76-824D0800F233}"/>
              </a:ext>
            </a:extLst>
          </p:cNvPr>
          <p:cNvSpPr>
            <a:spLocks/>
          </p:cNvSpPr>
          <p:nvPr/>
        </p:nvSpPr>
        <p:spPr bwMode="auto">
          <a:xfrm>
            <a:off x="5811772" y="4498044"/>
            <a:ext cx="63123" cy="136590"/>
          </a:xfrm>
          <a:custGeom>
            <a:avLst/>
            <a:gdLst>
              <a:gd name="T0" fmla="*/ 12 w 91"/>
              <a:gd name="T1" fmla="*/ 221 h 221"/>
              <a:gd name="T2" fmla="*/ 12 w 91"/>
              <a:gd name="T3" fmla="*/ 221 h 221"/>
              <a:gd name="T4" fmla="*/ 11 w 91"/>
              <a:gd name="T5" fmla="*/ 221 h 221"/>
              <a:gd name="T6" fmla="*/ 1 w 91"/>
              <a:gd name="T7" fmla="*/ 208 h 221"/>
              <a:gd name="T8" fmla="*/ 10 w 91"/>
              <a:gd name="T9" fmla="*/ 150 h 221"/>
              <a:gd name="T10" fmla="*/ 37 w 91"/>
              <a:gd name="T11" fmla="*/ 71 h 221"/>
              <a:gd name="T12" fmla="*/ 69 w 91"/>
              <a:gd name="T13" fmla="*/ 7 h 221"/>
              <a:gd name="T14" fmla="*/ 84 w 91"/>
              <a:gd name="T15" fmla="*/ 4 h 221"/>
              <a:gd name="T16" fmla="*/ 88 w 91"/>
              <a:gd name="T17" fmla="*/ 19 h 221"/>
              <a:gd name="T18" fmla="*/ 58 w 91"/>
              <a:gd name="T19" fmla="*/ 80 h 221"/>
              <a:gd name="T20" fmla="*/ 32 w 91"/>
              <a:gd name="T21" fmla="*/ 155 h 221"/>
              <a:gd name="T22" fmla="*/ 23 w 91"/>
              <a:gd name="T23" fmla="*/ 210 h 221"/>
              <a:gd name="T24" fmla="*/ 12 w 91"/>
              <a:gd name="T25"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221">
                <a:moveTo>
                  <a:pt x="12" y="221"/>
                </a:moveTo>
                <a:lnTo>
                  <a:pt x="12" y="221"/>
                </a:lnTo>
                <a:cubicBezTo>
                  <a:pt x="12" y="221"/>
                  <a:pt x="11" y="221"/>
                  <a:pt x="11" y="221"/>
                </a:cubicBezTo>
                <a:cubicBezTo>
                  <a:pt x="5" y="220"/>
                  <a:pt x="0" y="214"/>
                  <a:pt x="1" y="208"/>
                </a:cubicBezTo>
                <a:cubicBezTo>
                  <a:pt x="3" y="185"/>
                  <a:pt x="6" y="167"/>
                  <a:pt x="10" y="150"/>
                </a:cubicBezTo>
                <a:cubicBezTo>
                  <a:pt x="16" y="121"/>
                  <a:pt x="27" y="94"/>
                  <a:pt x="37" y="71"/>
                </a:cubicBezTo>
                <a:cubicBezTo>
                  <a:pt x="46" y="50"/>
                  <a:pt x="56" y="28"/>
                  <a:pt x="69" y="7"/>
                </a:cubicBezTo>
                <a:cubicBezTo>
                  <a:pt x="72" y="2"/>
                  <a:pt x="79" y="0"/>
                  <a:pt x="84" y="4"/>
                </a:cubicBezTo>
                <a:cubicBezTo>
                  <a:pt x="90" y="7"/>
                  <a:pt x="91" y="14"/>
                  <a:pt x="88" y="19"/>
                </a:cubicBezTo>
                <a:cubicBezTo>
                  <a:pt x="76" y="39"/>
                  <a:pt x="67" y="60"/>
                  <a:pt x="58" y="80"/>
                </a:cubicBezTo>
                <a:cubicBezTo>
                  <a:pt x="48" y="103"/>
                  <a:pt x="38" y="128"/>
                  <a:pt x="32" y="155"/>
                </a:cubicBezTo>
                <a:cubicBezTo>
                  <a:pt x="28" y="171"/>
                  <a:pt x="25" y="188"/>
                  <a:pt x="23" y="210"/>
                </a:cubicBezTo>
                <a:cubicBezTo>
                  <a:pt x="23" y="216"/>
                  <a:pt x="18" y="221"/>
                  <a:pt x="12" y="22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28" name="Freeform 27">
            <a:extLst>
              <a:ext uri="{FF2B5EF4-FFF2-40B4-BE49-F238E27FC236}">
                <a16:creationId xmlns:a16="http://schemas.microsoft.com/office/drawing/2014/main" id="{806FCFC1-27CF-8354-5BC6-A233836B01F9}"/>
              </a:ext>
            </a:extLst>
          </p:cNvPr>
          <p:cNvSpPr>
            <a:spLocks/>
          </p:cNvSpPr>
          <p:nvPr/>
        </p:nvSpPr>
        <p:spPr bwMode="auto">
          <a:xfrm>
            <a:off x="5813350" y="4684432"/>
            <a:ext cx="74169" cy="140859"/>
          </a:xfrm>
          <a:custGeom>
            <a:avLst/>
            <a:gdLst>
              <a:gd name="T0" fmla="*/ 95 w 108"/>
              <a:gd name="T1" fmla="*/ 227 h 227"/>
              <a:gd name="T2" fmla="*/ 95 w 108"/>
              <a:gd name="T3" fmla="*/ 227 h 227"/>
              <a:gd name="T4" fmla="*/ 86 w 108"/>
              <a:gd name="T5" fmla="*/ 223 h 227"/>
              <a:gd name="T6" fmla="*/ 52 w 108"/>
              <a:gd name="T7" fmla="*/ 170 h 227"/>
              <a:gd name="T8" fmla="*/ 26 w 108"/>
              <a:gd name="T9" fmla="*/ 114 h 227"/>
              <a:gd name="T10" fmla="*/ 11 w 108"/>
              <a:gd name="T11" fmla="*/ 69 h 227"/>
              <a:gd name="T12" fmla="*/ 1 w 108"/>
              <a:gd name="T13" fmla="*/ 14 h 227"/>
              <a:gd name="T14" fmla="*/ 10 w 108"/>
              <a:gd name="T15" fmla="*/ 1 h 227"/>
              <a:gd name="T16" fmla="*/ 23 w 108"/>
              <a:gd name="T17" fmla="*/ 11 h 227"/>
              <a:gd name="T18" fmla="*/ 33 w 108"/>
              <a:gd name="T19" fmla="*/ 63 h 227"/>
              <a:gd name="T20" fmla="*/ 48 w 108"/>
              <a:gd name="T21" fmla="*/ 106 h 227"/>
              <a:gd name="T22" fmla="*/ 72 w 108"/>
              <a:gd name="T23" fmla="*/ 159 h 227"/>
              <a:gd name="T24" fmla="*/ 104 w 108"/>
              <a:gd name="T25" fmla="*/ 209 h 227"/>
              <a:gd name="T26" fmla="*/ 101 w 108"/>
              <a:gd name="T27" fmla="*/ 225 h 227"/>
              <a:gd name="T28" fmla="*/ 95 w 108"/>
              <a:gd name="T29"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8" h="227">
                <a:moveTo>
                  <a:pt x="95" y="227"/>
                </a:moveTo>
                <a:lnTo>
                  <a:pt x="95" y="227"/>
                </a:lnTo>
                <a:cubicBezTo>
                  <a:pt x="91" y="227"/>
                  <a:pt x="88" y="226"/>
                  <a:pt x="86" y="223"/>
                </a:cubicBezTo>
                <a:cubicBezTo>
                  <a:pt x="74" y="207"/>
                  <a:pt x="63" y="189"/>
                  <a:pt x="52" y="170"/>
                </a:cubicBezTo>
                <a:cubicBezTo>
                  <a:pt x="42" y="152"/>
                  <a:pt x="34" y="133"/>
                  <a:pt x="26" y="114"/>
                </a:cubicBezTo>
                <a:cubicBezTo>
                  <a:pt x="20" y="98"/>
                  <a:pt x="15" y="83"/>
                  <a:pt x="11" y="69"/>
                </a:cubicBezTo>
                <a:cubicBezTo>
                  <a:pt x="7" y="54"/>
                  <a:pt x="4" y="36"/>
                  <a:pt x="1" y="14"/>
                </a:cubicBezTo>
                <a:cubicBezTo>
                  <a:pt x="0" y="8"/>
                  <a:pt x="4" y="2"/>
                  <a:pt x="10" y="1"/>
                </a:cubicBezTo>
                <a:cubicBezTo>
                  <a:pt x="17" y="0"/>
                  <a:pt x="22" y="4"/>
                  <a:pt x="23" y="11"/>
                </a:cubicBezTo>
                <a:cubicBezTo>
                  <a:pt x="26" y="32"/>
                  <a:pt x="29" y="49"/>
                  <a:pt x="33" y="63"/>
                </a:cubicBezTo>
                <a:cubicBezTo>
                  <a:pt x="37" y="76"/>
                  <a:pt x="41" y="90"/>
                  <a:pt x="48" y="106"/>
                </a:cubicBezTo>
                <a:cubicBezTo>
                  <a:pt x="55" y="124"/>
                  <a:pt x="63" y="142"/>
                  <a:pt x="72" y="159"/>
                </a:cubicBezTo>
                <a:cubicBezTo>
                  <a:pt x="82" y="178"/>
                  <a:pt x="93" y="194"/>
                  <a:pt x="104" y="209"/>
                </a:cubicBezTo>
                <a:cubicBezTo>
                  <a:pt x="108" y="214"/>
                  <a:pt x="106" y="221"/>
                  <a:pt x="101" y="225"/>
                </a:cubicBezTo>
                <a:cubicBezTo>
                  <a:pt x="99" y="227"/>
                  <a:pt x="97" y="227"/>
                  <a:pt x="95" y="227"/>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29" name="Freeform 28">
            <a:extLst>
              <a:ext uri="{FF2B5EF4-FFF2-40B4-BE49-F238E27FC236}">
                <a16:creationId xmlns:a16="http://schemas.microsoft.com/office/drawing/2014/main" id="{694D7A80-6F49-4019-749D-398474F75D1D}"/>
              </a:ext>
            </a:extLst>
          </p:cNvPr>
          <p:cNvSpPr>
            <a:spLocks/>
          </p:cNvSpPr>
          <p:nvPr/>
        </p:nvSpPr>
        <p:spPr bwMode="auto">
          <a:xfrm>
            <a:off x="5923815" y="4860861"/>
            <a:ext cx="350331" cy="78255"/>
          </a:xfrm>
          <a:custGeom>
            <a:avLst/>
            <a:gdLst>
              <a:gd name="T0" fmla="*/ 296 w 512"/>
              <a:gd name="T1" fmla="*/ 125 h 125"/>
              <a:gd name="T2" fmla="*/ 296 w 512"/>
              <a:gd name="T3" fmla="*/ 125 h 125"/>
              <a:gd name="T4" fmla="*/ 261 w 512"/>
              <a:gd name="T5" fmla="*/ 124 h 125"/>
              <a:gd name="T6" fmla="*/ 207 w 512"/>
              <a:gd name="T7" fmla="*/ 117 h 125"/>
              <a:gd name="T8" fmla="*/ 162 w 512"/>
              <a:gd name="T9" fmla="*/ 106 h 125"/>
              <a:gd name="T10" fmla="*/ 114 w 512"/>
              <a:gd name="T11" fmla="*/ 88 h 125"/>
              <a:gd name="T12" fmla="*/ 58 w 512"/>
              <a:gd name="T13" fmla="*/ 59 h 125"/>
              <a:gd name="T14" fmla="*/ 6 w 512"/>
              <a:gd name="T15" fmla="*/ 21 h 125"/>
              <a:gd name="T16" fmla="*/ 4 w 512"/>
              <a:gd name="T17" fmla="*/ 6 h 125"/>
              <a:gd name="T18" fmla="*/ 20 w 512"/>
              <a:gd name="T19" fmla="*/ 4 h 125"/>
              <a:gd name="T20" fmla="*/ 70 w 512"/>
              <a:gd name="T21" fmla="*/ 39 h 125"/>
              <a:gd name="T22" fmla="*/ 123 w 512"/>
              <a:gd name="T23" fmla="*/ 67 h 125"/>
              <a:gd name="T24" fmla="*/ 169 w 512"/>
              <a:gd name="T25" fmla="*/ 84 h 125"/>
              <a:gd name="T26" fmla="*/ 212 w 512"/>
              <a:gd name="T27" fmla="*/ 94 h 125"/>
              <a:gd name="T28" fmla="*/ 263 w 512"/>
              <a:gd name="T29" fmla="*/ 101 h 125"/>
              <a:gd name="T30" fmla="*/ 314 w 512"/>
              <a:gd name="T31" fmla="*/ 102 h 125"/>
              <a:gd name="T32" fmla="*/ 362 w 512"/>
              <a:gd name="T33" fmla="*/ 98 h 125"/>
              <a:gd name="T34" fmla="*/ 404 w 512"/>
              <a:gd name="T35" fmla="*/ 89 h 125"/>
              <a:gd name="T36" fmla="*/ 447 w 512"/>
              <a:gd name="T37" fmla="*/ 76 h 125"/>
              <a:gd name="T38" fmla="*/ 494 w 512"/>
              <a:gd name="T39" fmla="*/ 55 h 125"/>
              <a:gd name="T40" fmla="*/ 509 w 512"/>
              <a:gd name="T41" fmla="*/ 60 h 125"/>
              <a:gd name="T42" fmla="*/ 504 w 512"/>
              <a:gd name="T43" fmla="*/ 75 h 125"/>
              <a:gd name="T44" fmla="*/ 455 w 512"/>
              <a:gd name="T45" fmla="*/ 97 h 125"/>
              <a:gd name="T46" fmla="*/ 410 w 512"/>
              <a:gd name="T47" fmla="*/ 111 h 125"/>
              <a:gd name="T48" fmla="*/ 366 w 512"/>
              <a:gd name="T49" fmla="*/ 120 h 125"/>
              <a:gd name="T50" fmla="*/ 315 w 512"/>
              <a:gd name="T51" fmla="*/ 125 h 125"/>
              <a:gd name="T52" fmla="*/ 296 w 512"/>
              <a:gd name="T5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2" h="125">
                <a:moveTo>
                  <a:pt x="296" y="125"/>
                </a:moveTo>
                <a:lnTo>
                  <a:pt x="296" y="125"/>
                </a:lnTo>
                <a:cubicBezTo>
                  <a:pt x="284" y="125"/>
                  <a:pt x="272" y="125"/>
                  <a:pt x="261" y="124"/>
                </a:cubicBezTo>
                <a:cubicBezTo>
                  <a:pt x="244" y="123"/>
                  <a:pt x="226" y="120"/>
                  <a:pt x="207" y="117"/>
                </a:cubicBezTo>
                <a:cubicBezTo>
                  <a:pt x="191" y="113"/>
                  <a:pt x="176" y="110"/>
                  <a:pt x="162" y="106"/>
                </a:cubicBezTo>
                <a:cubicBezTo>
                  <a:pt x="146" y="101"/>
                  <a:pt x="130" y="95"/>
                  <a:pt x="114" y="88"/>
                </a:cubicBezTo>
                <a:cubicBezTo>
                  <a:pt x="96" y="80"/>
                  <a:pt x="77" y="70"/>
                  <a:pt x="58" y="59"/>
                </a:cubicBezTo>
                <a:cubicBezTo>
                  <a:pt x="40" y="47"/>
                  <a:pt x="22" y="35"/>
                  <a:pt x="6" y="21"/>
                </a:cubicBezTo>
                <a:cubicBezTo>
                  <a:pt x="1" y="18"/>
                  <a:pt x="0" y="10"/>
                  <a:pt x="4" y="6"/>
                </a:cubicBezTo>
                <a:cubicBezTo>
                  <a:pt x="8" y="1"/>
                  <a:pt x="15" y="0"/>
                  <a:pt x="20" y="4"/>
                </a:cubicBezTo>
                <a:cubicBezTo>
                  <a:pt x="35" y="16"/>
                  <a:pt x="52" y="28"/>
                  <a:pt x="70" y="39"/>
                </a:cubicBezTo>
                <a:cubicBezTo>
                  <a:pt x="88" y="50"/>
                  <a:pt x="106" y="59"/>
                  <a:pt x="123" y="67"/>
                </a:cubicBezTo>
                <a:cubicBezTo>
                  <a:pt x="139" y="74"/>
                  <a:pt x="154" y="80"/>
                  <a:pt x="169" y="84"/>
                </a:cubicBezTo>
                <a:cubicBezTo>
                  <a:pt x="182" y="88"/>
                  <a:pt x="196" y="91"/>
                  <a:pt x="212" y="94"/>
                </a:cubicBezTo>
                <a:cubicBezTo>
                  <a:pt x="229" y="98"/>
                  <a:pt x="246" y="100"/>
                  <a:pt x="263" y="101"/>
                </a:cubicBezTo>
                <a:cubicBezTo>
                  <a:pt x="279" y="103"/>
                  <a:pt x="296" y="103"/>
                  <a:pt x="314" y="102"/>
                </a:cubicBezTo>
                <a:cubicBezTo>
                  <a:pt x="331" y="102"/>
                  <a:pt x="347" y="100"/>
                  <a:pt x="362" y="98"/>
                </a:cubicBezTo>
                <a:cubicBezTo>
                  <a:pt x="376" y="96"/>
                  <a:pt x="390" y="93"/>
                  <a:pt x="404" y="89"/>
                </a:cubicBezTo>
                <a:cubicBezTo>
                  <a:pt x="418" y="86"/>
                  <a:pt x="433" y="81"/>
                  <a:pt x="447" y="76"/>
                </a:cubicBezTo>
                <a:cubicBezTo>
                  <a:pt x="463" y="70"/>
                  <a:pt x="479" y="63"/>
                  <a:pt x="494" y="55"/>
                </a:cubicBezTo>
                <a:cubicBezTo>
                  <a:pt x="500" y="52"/>
                  <a:pt x="506" y="55"/>
                  <a:pt x="509" y="60"/>
                </a:cubicBezTo>
                <a:cubicBezTo>
                  <a:pt x="512" y="66"/>
                  <a:pt x="510" y="73"/>
                  <a:pt x="504" y="75"/>
                </a:cubicBezTo>
                <a:cubicBezTo>
                  <a:pt x="488" y="84"/>
                  <a:pt x="472" y="91"/>
                  <a:pt x="455" y="97"/>
                </a:cubicBezTo>
                <a:cubicBezTo>
                  <a:pt x="440" y="103"/>
                  <a:pt x="425" y="108"/>
                  <a:pt x="410" y="111"/>
                </a:cubicBezTo>
                <a:cubicBezTo>
                  <a:pt x="395" y="115"/>
                  <a:pt x="380" y="118"/>
                  <a:pt x="366" y="120"/>
                </a:cubicBezTo>
                <a:cubicBezTo>
                  <a:pt x="350" y="123"/>
                  <a:pt x="332" y="124"/>
                  <a:pt x="315" y="125"/>
                </a:cubicBezTo>
                <a:cubicBezTo>
                  <a:pt x="308" y="125"/>
                  <a:pt x="302" y="125"/>
                  <a:pt x="296" y="125"/>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30" name="Freeform 29">
            <a:extLst>
              <a:ext uri="{FF2B5EF4-FFF2-40B4-BE49-F238E27FC236}">
                <a16:creationId xmlns:a16="http://schemas.microsoft.com/office/drawing/2014/main" id="{5862A75E-0B5C-9AE7-ECEB-762D5978B286}"/>
              </a:ext>
            </a:extLst>
          </p:cNvPr>
          <p:cNvSpPr>
            <a:spLocks/>
          </p:cNvSpPr>
          <p:nvPr/>
        </p:nvSpPr>
        <p:spPr bwMode="auto">
          <a:xfrm>
            <a:off x="6329379" y="4788298"/>
            <a:ext cx="69435" cy="75409"/>
          </a:xfrm>
          <a:custGeom>
            <a:avLst/>
            <a:gdLst>
              <a:gd name="T0" fmla="*/ 13 w 102"/>
              <a:gd name="T1" fmla="*/ 121 h 121"/>
              <a:gd name="T2" fmla="*/ 13 w 102"/>
              <a:gd name="T3" fmla="*/ 121 h 121"/>
              <a:gd name="T4" fmla="*/ 4 w 102"/>
              <a:gd name="T5" fmla="*/ 117 h 121"/>
              <a:gd name="T6" fmla="*/ 5 w 102"/>
              <a:gd name="T7" fmla="*/ 101 h 121"/>
              <a:gd name="T8" fmla="*/ 41 w 102"/>
              <a:gd name="T9" fmla="*/ 61 h 121"/>
              <a:gd name="T10" fmla="*/ 80 w 102"/>
              <a:gd name="T11" fmla="*/ 7 h 121"/>
              <a:gd name="T12" fmla="*/ 95 w 102"/>
              <a:gd name="T13" fmla="*/ 3 h 121"/>
              <a:gd name="T14" fmla="*/ 99 w 102"/>
              <a:gd name="T15" fmla="*/ 18 h 121"/>
              <a:gd name="T16" fmla="*/ 59 w 102"/>
              <a:gd name="T17" fmla="*/ 76 h 121"/>
              <a:gd name="T18" fmla="*/ 20 w 102"/>
              <a:gd name="T19" fmla="*/ 117 h 121"/>
              <a:gd name="T20" fmla="*/ 13 w 102"/>
              <a:gd name="T2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21">
                <a:moveTo>
                  <a:pt x="13" y="121"/>
                </a:moveTo>
                <a:lnTo>
                  <a:pt x="13" y="121"/>
                </a:lnTo>
                <a:cubicBezTo>
                  <a:pt x="10" y="121"/>
                  <a:pt x="7" y="119"/>
                  <a:pt x="4" y="117"/>
                </a:cubicBezTo>
                <a:cubicBezTo>
                  <a:pt x="0" y="112"/>
                  <a:pt x="0" y="105"/>
                  <a:pt x="5" y="101"/>
                </a:cubicBezTo>
                <a:cubicBezTo>
                  <a:pt x="17" y="89"/>
                  <a:pt x="30" y="76"/>
                  <a:pt x="41" y="61"/>
                </a:cubicBezTo>
                <a:cubicBezTo>
                  <a:pt x="56" y="44"/>
                  <a:pt x="68" y="26"/>
                  <a:pt x="80" y="7"/>
                </a:cubicBezTo>
                <a:cubicBezTo>
                  <a:pt x="83" y="2"/>
                  <a:pt x="90" y="0"/>
                  <a:pt x="95" y="3"/>
                </a:cubicBezTo>
                <a:cubicBezTo>
                  <a:pt x="101" y="6"/>
                  <a:pt x="102" y="13"/>
                  <a:pt x="99" y="18"/>
                </a:cubicBezTo>
                <a:cubicBezTo>
                  <a:pt x="87" y="38"/>
                  <a:pt x="74" y="58"/>
                  <a:pt x="59" y="76"/>
                </a:cubicBezTo>
                <a:cubicBezTo>
                  <a:pt x="46" y="91"/>
                  <a:pt x="33" y="105"/>
                  <a:pt x="20" y="117"/>
                </a:cubicBezTo>
                <a:cubicBezTo>
                  <a:pt x="18" y="119"/>
                  <a:pt x="15" y="121"/>
                  <a:pt x="13" y="12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31" name="Freeform 30">
            <a:extLst>
              <a:ext uri="{FF2B5EF4-FFF2-40B4-BE49-F238E27FC236}">
                <a16:creationId xmlns:a16="http://schemas.microsoft.com/office/drawing/2014/main" id="{D0F690C5-07BD-C523-F029-C974F0FD1B0D}"/>
              </a:ext>
            </a:extLst>
          </p:cNvPr>
          <p:cNvSpPr>
            <a:spLocks/>
          </p:cNvSpPr>
          <p:nvPr/>
        </p:nvSpPr>
        <p:spPr bwMode="auto">
          <a:xfrm>
            <a:off x="6413016" y="4569184"/>
            <a:ext cx="26827" cy="54067"/>
          </a:xfrm>
          <a:custGeom>
            <a:avLst/>
            <a:gdLst>
              <a:gd name="T0" fmla="*/ 27 w 39"/>
              <a:gd name="T1" fmla="*/ 88 h 88"/>
              <a:gd name="T2" fmla="*/ 27 w 39"/>
              <a:gd name="T3" fmla="*/ 88 h 88"/>
              <a:gd name="T4" fmla="*/ 15 w 39"/>
              <a:gd name="T5" fmla="*/ 78 h 88"/>
              <a:gd name="T6" fmla="*/ 1 w 39"/>
              <a:gd name="T7" fmla="*/ 15 h 88"/>
              <a:gd name="T8" fmla="*/ 9 w 39"/>
              <a:gd name="T9" fmla="*/ 1 h 88"/>
              <a:gd name="T10" fmla="*/ 23 w 39"/>
              <a:gd name="T11" fmla="*/ 9 h 88"/>
              <a:gd name="T12" fmla="*/ 38 w 39"/>
              <a:gd name="T13" fmla="*/ 75 h 88"/>
              <a:gd name="T14" fmla="*/ 28 w 39"/>
              <a:gd name="T15" fmla="*/ 88 h 88"/>
              <a:gd name="T16" fmla="*/ 27 w 39"/>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88">
                <a:moveTo>
                  <a:pt x="27" y="88"/>
                </a:moveTo>
                <a:lnTo>
                  <a:pt x="27" y="88"/>
                </a:lnTo>
                <a:cubicBezTo>
                  <a:pt x="21" y="88"/>
                  <a:pt x="16" y="84"/>
                  <a:pt x="15" y="78"/>
                </a:cubicBezTo>
                <a:cubicBezTo>
                  <a:pt x="12" y="57"/>
                  <a:pt x="8" y="36"/>
                  <a:pt x="1" y="15"/>
                </a:cubicBezTo>
                <a:cubicBezTo>
                  <a:pt x="0" y="9"/>
                  <a:pt x="3" y="3"/>
                  <a:pt x="9" y="1"/>
                </a:cubicBezTo>
                <a:cubicBezTo>
                  <a:pt x="15" y="0"/>
                  <a:pt x="21" y="3"/>
                  <a:pt x="23" y="9"/>
                </a:cubicBezTo>
                <a:cubicBezTo>
                  <a:pt x="30" y="30"/>
                  <a:pt x="35" y="53"/>
                  <a:pt x="38" y="75"/>
                </a:cubicBezTo>
                <a:cubicBezTo>
                  <a:pt x="39" y="81"/>
                  <a:pt x="34" y="87"/>
                  <a:pt x="28" y="88"/>
                </a:cubicBezTo>
                <a:cubicBezTo>
                  <a:pt x="28" y="88"/>
                  <a:pt x="27" y="88"/>
                  <a:pt x="27" y="88"/>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32" name="Freeform 31">
            <a:extLst>
              <a:ext uri="{FF2B5EF4-FFF2-40B4-BE49-F238E27FC236}">
                <a16:creationId xmlns:a16="http://schemas.microsoft.com/office/drawing/2014/main" id="{6BF3B6F5-65DD-0016-991A-7E12920A180E}"/>
              </a:ext>
            </a:extLst>
          </p:cNvPr>
          <p:cNvSpPr>
            <a:spLocks/>
          </p:cNvSpPr>
          <p:nvPr/>
        </p:nvSpPr>
        <p:spPr bwMode="auto">
          <a:xfrm>
            <a:off x="6199977" y="4378526"/>
            <a:ext cx="175166" cy="109557"/>
          </a:xfrm>
          <a:custGeom>
            <a:avLst/>
            <a:gdLst>
              <a:gd name="T0" fmla="*/ 244 w 257"/>
              <a:gd name="T1" fmla="*/ 177 h 177"/>
              <a:gd name="T2" fmla="*/ 244 w 257"/>
              <a:gd name="T3" fmla="*/ 177 h 177"/>
              <a:gd name="T4" fmla="*/ 235 w 257"/>
              <a:gd name="T5" fmla="*/ 173 h 177"/>
              <a:gd name="T6" fmla="*/ 186 w 257"/>
              <a:gd name="T7" fmla="*/ 120 h 177"/>
              <a:gd name="T8" fmla="*/ 136 w 257"/>
              <a:gd name="T9" fmla="*/ 82 h 177"/>
              <a:gd name="T10" fmla="*/ 84 w 257"/>
              <a:gd name="T11" fmla="*/ 51 h 177"/>
              <a:gd name="T12" fmla="*/ 51 w 257"/>
              <a:gd name="T13" fmla="*/ 37 h 177"/>
              <a:gd name="T14" fmla="*/ 10 w 257"/>
              <a:gd name="T15" fmla="*/ 24 h 177"/>
              <a:gd name="T16" fmla="*/ 2 w 257"/>
              <a:gd name="T17" fmla="*/ 10 h 177"/>
              <a:gd name="T18" fmla="*/ 16 w 257"/>
              <a:gd name="T19" fmla="*/ 2 h 177"/>
              <a:gd name="T20" fmla="*/ 59 w 257"/>
              <a:gd name="T21" fmla="*/ 15 h 177"/>
              <a:gd name="T22" fmla="*/ 94 w 257"/>
              <a:gd name="T23" fmla="*/ 30 h 177"/>
              <a:gd name="T24" fmla="*/ 149 w 257"/>
              <a:gd name="T25" fmla="*/ 63 h 177"/>
              <a:gd name="T26" fmla="*/ 201 w 257"/>
              <a:gd name="T27" fmla="*/ 103 h 177"/>
              <a:gd name="T28" fmla="*/ 253 w 257"/>
              <a:gd name="T29" fmla="*/ 159 h 177"/>
              <a:gd name="T30" fmla="*/ 251 w 257"/>
              <a:gd name="T31" fmla="*/ 175 h 177"/>
              <a:gd name="T32" fmla="*/ 244 w 257"/>
              <a:gd name="T33"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7" h="177">
                <a:moveTo>
                  <a:pt x="244" y="177"/>
                </a:moveTo>
                <a:lnTo>
                  <a:pt x="244" y="177"/>
                </a:lnTo>
                <a:cubicBezTo>
                  <a:pt x="241" y="177"/>
                  <a:pt x="237" y="176"/>
                  <a:pt x="235" y="173"/>
                </a:cubicBezTo>
                <a:cubicBezTo>
                  <a:pt x="219" y="152"/>
                  <a:pt x="203" y="135"/>
                  <a:pt x="186" y="120"/>
                </a:cubicBezTo>
                <a:cubicBezTo>
                  <a:pt x="170" y="105"/>
                  <a:pt x="152" y="93"/>
                  <a:pt x="136" y="82"/>
                </a:cubicBezTo>
                <a:cubicBezTo>
                  <a:pt x="122" y="73"/>
                  <a:pt x="104" y="60"/>
                  <a:pt x="84" y="51"/>
                </a:cubicBezTo>
                <a:cubicBezTo>
                  <a:pt x="73" y="46"/>
                  <a:pt x="62" y="41"/>
                  <a:pt x="51" y="37"/>
                </a:cubicBezTo>
                <a:cubicBezTo>
                  <a:pt x="39" y="32"/>
                  <a:pt x="25" y="28"/>
                  <a:pt x="10" y="24"/>
                </a:cubicBezTo>
                <a:cubicBezTo>
                  <a:pt x="4" y="22"/>
                  <a:pt x="0" y="16"/>
                  <a:pt x="2" y="10"/>
                </a:cubicBezTo>
                <a:cubicBezTo>
                  <a:pt x="3" y="4"/>
                  <a:pt x="9" y="0"/>
                  <a:pt x="16" y="2"/>
                </a:cubicBezTo>
                <a:cubicBezTo>
                  <a:pt x="32" y="6"/>
                  <a:pt x="46" y="10"/>
                  <a:pt x="59" y="15"/>
                </a:cubicBezTo>
                <a:cubicBezTo>
                  <a:pt x="71" y="20"/>
                  <a:pt x="83" y="25"/>
                  <a:pt x="94" y="30"/>
                </a:cubicBezTo>
                <a:cubicBezTo>
                  <a:pt x="115" y="41"/>
                  <a:pt x="135" y="53"/>
                  <a:pt x="149" y="63"/>
                </a:cubicBezTo>
                <a:cubicBezTo>
                  <a:pt x="165" y="74"/>
                  <a:pt x="184" y="87"/>
                  <a:pt x="201" y="103"/>
                </a:cubicBezTo>
                <a:cubicBezTo>
                  <a:pt x="219" y="119"/>
                  <a:pt x="236" y="137"/>
                  <a:pt x="253" y="159"/>
                </a:cubicBezTo>
                <a:cubicBezTo>
                  <a:pt x="257" y="164"/>
                  <a:pt x="256" y="171"/>
                  <a:pt x="251" y="175"/>
                </a:cubicBezTo>
                <a:cubicBezTo>
                  <a:pt x="249" y="176"/>
                  <a:pt x="246" y="177"/>
                  <a:pt x="244" y="177"/>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33" name="Freeform 32">
            <a:extLst>
              <a:ext uri="{FF2B5EF4-FFF2-40B4-BE49-F238E27FC236}">
                <a16:creationId xmlns:a16="http://schemas.microsoft.com/office/drawing/2014/main" id="{F8E221ED-C0D4-F0DB-81A2-BF6185BA8322}"/>
              </a:ext>
            </a:extLst>
          </p:cNvPr>
          <p:cNvSpPr>
            <a:spLocks/>
          </p:cNvSpPr>
          <p:nvPr/>
        </p:nvSpPr>
        <p:spPr bwMode="auto">
          <a:xfrm>
            <a:off x="5726556" y="4301695"/>
            <a:ext cx="290365" cy="287408"/>
          </a:xfrm>
          <a:custGeom>
            <a:avLst/>
            <a:gdLst>
              <a:gd name="T0" fmla="*/ 13 w 422"/>
              <a:gd name="T1" fmla="*/ 463 h 463"/>
              <a:gd name="T2" fmla="*/ 13 w 422"/>
              <a:gd name="T3" fmla="*/ 463 h 463"/>
              <a:gd name="T4" fmla="*/ 10 w 422"/>
              <a:gd name="T5" fmla="*/ 463 h 463"/>
              <a:gd name="T6" fmla="*/ 2 w 422"/>
              <a:gd name="T7" fmla="*/ 449 h 463"/>
              <a:gd name="T8" fmla="*/ 31 w 422"/>
              <a:gd name="T9" fmla="*/ 357 h 463"/>
              <a:gd name="T10" fmla="*/ 74 w 422"/>
              <a:gd name="T11" fmla="*/ 264 h 463"/>
              <a:gd name="T12" fmla="*/ 129 w 422"/>
              <a:gd name="T13" fmla="*/ 189 h 463"/>
              <a:gd name="T14" fmla="*/ 207 w 422"/>
              <a:gd name="T15" fmla="*/ 111 h 463"/>
              <a:gd name="T16" fmla="*/ 290 w 422"/>
              <a:gd name="T17" fmla="*/ 54 h 463"/>
              <a:gd name="T18" fmla="*/ 355 w 422"/>
              <a:gd name="T19" fmla="*/ 20 h 463"/>
              <a:gd name="T20" fmla="*/ 406 w 422"/>
              <a:gd name="T21" fmla="*/ 2 h 463"/>
              <a:gd name="T22" fmla="*/ 420 w 422"/>
              <a:gd name="T23" fmla="*/ 10 h 463"/>
              <a:gd name="T24" fmla="*/ 413 w 422"/>
              <a:gd name="T25" fmla="*/ 24 h 463"/>
              <a:gd name="T26" fmla="*/ 364 w 422"/>
              <a:gd name="T27" fmla="*/ 41 h 463"/>
              <a:gd name="T28" fmla="*/ 302 w 422"/>
              <a:gd name="T29" fmla="*/ 73 h 463"/>
              <a:gd name="T30" fmla="*/ 221 w 422"/>
              <a:gd name="T31" fmla="*/ 129 h 463"/>
              <a:gd name="T32" fmla="*/ 146 w 422"/>
              <a:gd name="T33" fmla="*/ 204 h 463"/>
              <a:gd name="T34" fmla="*/ 93 w 422"/>
              <a:gd name="T35" fmla="*/ 276 h 463"/>
              <a:gd name="T36" fmla="*/ 52 w 422"/>
              <a:gd name="T37" fmla="*/ 365 h 463"/>
              <a:gd name="T38" fmla="*/ 24 w 422"/>
              <a:gd name="T39" fmla="*/ 454 h 463"/>
              <a:gd name="T40" fmla="*/ 13 w 422"/>
              <a:gd name="T41"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2" h="463">
                <a:moveTo>
                  <a:pt x="13" y="463"/>
                </a:moveTo>
                <a:lnTo>
                  <a:pt x="13" y="463"/>
                </a:lnTo>
                <a:cubicBezTo>
                  <a:pt x="12" y="463"/>
                  <a:pt x="11" y="463"/>
                  <a:pt x="10" y="463"/>
                </a:cubicBezTo>
                <a:cubicBezTo>
                  <a:pt x="4" y="461"/>
                  <a:pt x="0" y="455"/>
                  <a:pt x="2" y="449"/>
                </a:cubicBezTo>
                <a:cubicBezTo>
                  <a:pt x="9" y="417"/>
                  <a:pt x="20" y="386"/>
                  <a:pt x="31" y="357"/>
                </a:cubicBezTo>
                <a:cubicBezTo>
                  <a:pt x="43" y="326"/>
                  <a:pt x="56" y="294"/>
                  <a:pt x="74" y="264"/>
                </a:cubicBezTo>
                <a:cubicBezTo>
                  <a:pt x="91" y="235"/>
                  <a:pt x="113" y="209"/>
                  <a:pt x="129" y="189"/>
                </a:cubicBezTo>
                <a:cubicBezTo>
                  <a:pt x="155" y="159"/>
                  <a:pt x="181" y="133"/>
                  <a:pt x="207" y="111"/>
                </a:cubicBezTo>
                <a:cubicBezTo>
                  <a:pt x="231" y="92"/>
                  <a:pt x="258" y="73"/>
                  <a:pt x="290" y="54"/>
                </a:cubicBezTo>
                <a:cubicBezTo>
                  <a:pt x="309" y="43"/>
                  <a:pt x="331" y="30"/>
                  <a:pt x="355" y="20"/>
                </a:cubicBezTo>
                <a:cubicBezTo>
                  <a:pt x="370" y="14"/>
                  <a:pt x="386" y="8"/>
                  <a:pt x="406" y="2"/>
                </a:cubicBezTo>
                <a:cubicBezTo>
                  <a:pt x="412" y="0"/>
                  <a:pt x="418" y="4"/>
                  <a:pt x="420" y="10"/>
                </a:cubicBezTo>
                <a:cubicBezTo>
                  <a:pt x="422" y="16"/>
                  <a:pt x="419" y="22"/>
                  <a:pt x="413" y="24"/>
                </a:cubicBezTo>
                <a:cubicBezTo>
                  <a:pt x="393" y="30"/>
                  <a:pt x="378" y="35"/>
                  <a:pt x="364" y="41"/>
                </a:cubicBezTo>
                <a:cubicBezTo>
                  <a:pt x="341" y="51"/>
                  <a:pt x="320" y="63"/>
                  <a:pt x="302" y="73"/>
                </a:cubicBezTo>
                <a:cubicBezTo>
                  <a:pt x="271" y="92"/>
                  <a:pt x="244" y="110"/>
                  <a:pt x="221" y="129"/>
                </a:cubicBezTo>
                <a:cubicBezTo>
                  <a:pt x="196" y="150"/>
                  <a:pt x="172" y="174"/>
                  <a:pt x="146" y="204"/>
                </a:cubicBezTo>
                <a:cubicBezTo>
                  <a:pt x="130" y="223"/>
                  <a:pt x="110" y="248"/>
                  <a:pt x="93" y="276"/>
                </a:cubicBezTo>
                <a:cubicBezTo>
                  <a:pt x="76" y="304"/>
                  <a:pt x="64" y="335"/>
                  <a:pt x="52" y="365"/>
                </a:cubicBezTo>
                <a:cubicBezTo>
                  <a:pt x="42" y="393"/>
                  <a:pt x="30" y="423"/>
                  <a:pt x="24" y="454"/>
                </a:cubicBezTo>
                <a:cubicBezTo>
                  <a:pt x="23" y="459"/>
                  <a:pt x="18" y="463"/>
                  <a:pt x="13" y="463"/>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34" name="Freeform 33">
            <a:extLst>
              <a:ext uri="{FF2B5EF4-FFF2-40B4-BE49-F238E27FC236}">
                <a16:creationId xmlns:a16="http://schemas.microsoft.com/office/drawing/2014/main" id="{CE9BC0D9-DDBB-A6B0-F8EB-6BD62F2A52C9}"/>
              </a:ext>
            </a:extLst>
          </p:cNvPr>
          <p:cNvSpPr>
            <a:spLocks/>
          </p:cNvSpPr>
          <p:nvPr/>
        </p:nvSpPr>
        <p:spPr bwMode="auto">
          <a:xfrm>
            <a:off x="5734447" y="4745613"/>
            <a:ext cx="31562" cy="51221"/>
          </a:xfrm>
          <a:custGeom>
            <a:avLst/>
            <a:gdLst>
              <a:gd name="T0" fmla="*/ 34 w 47"/>
              <a:gd name="T1" fmla="*/ 84 h 84"/>
              <a:gd name="T2" fmla="*/ 34 w 47"/>
              <a:gd name="T3" fmla="*/ 84 h 84"/>
              <a:gd name="T4" fmla="*/ 24 w 47"/>
              <a:gd name="T5" fmla="*/ 77 h 84"/>
              <a:gd name="T6" fmla="*/ 2 w 47"/>
              <a:gd name="T7" fmla="*/ 16 h 84"/>
              <a:gd name="T8" fmla="*/ 10 w 47"/>
              <a:gd name="T9" fmla="*/ 2 h 84"/>
              <a:gd name="T10" fmla="*/ 24 w 47"/>
              <a:gd name="T11" fmla="*/ 10 h 84"/>
              <a:gd name="T12" fmla="*/ 45 w 47"/>
              <a:gd name="T13" fmla="*/ 69 h 84"/>
              <a:gd name="T14" fmla="*/ 39 w 47"/>
              <a:gd name="T15" fmla="*/ 84 h 84"/>
              <a:gd name="T16" fmla="*/ 34 w 47"/>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84">
                <a:moveTo>
                  <a:pt x="34" y="84"/>
                </a:moveTo>
                <a:lnTo>
                  <a:pt x="34" y="84"/>
                </a:lnTo>
                <a:cubicBezTo>
                  <a:pt x="30" y="84"/>
                  <a:pt x="26" y="82"/>
                  <a:pt x="24" y="77"/>
                </a:cubicBezTo>
                <a:cubicBezTo>
                  <a:pt x="14" y="55"/>
                  <a:pt x="7" y="35"/>
                  <a:pt x="2" y="16"/>
                </a:cubicBezTo>
                <a:cubicBezTo>
                  <a:pt x="0" y="10"/>
                  <a:pt x="4" y="4"/>
                  <a:pt x="10" y="2"/>
                </a:cubicBezTo>
                <a:cubicBezTo>
                  <a:pt x="16" y="0"/>
                  <a:pt x="22" y="4"/>
                  <a:pt x="24" y="10"/>
                </a:cubicBezTo>
                <a:cubicBezTo>
                  <a:pt x="29" y="28"/>
                  <a:pt x="36" y="47"/>
                  <a:pt x="45" y="69"/>
                </a:cubicBezTo>
                <a:cubicBezTo>
                  <a:pt x="47" y="74"/>
                  <a:pt x="44" y="81"/>
                  <a:pt x="39" y="84"/>
                </a:cubicBezTo>
                <a:cubicBezTo>
                  <a:pt x="37" y="84"/>
                  <a:pt x="36" y="84"/>
                  <a:pt x="34" y="84"/>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35" name="Freeform 34">
            <a:extLst>
              <a:ext uri="{FF2B5EF4-FFF2-40B4-BE49-F238E27FC236}">
                <a16:creationId xmlns:a16="http://schemas.microsoft.com/office/drawing/2014/main" id="{E3C3E32D-3FA5-A7C2-24C4-1C536A46A35E}"/>
              </a:ext>
            </a:extLst>
          </p:cNvPr>
          <p:cNvSpPr>
            <a:spLocks/>
          </p:cNvSpPr>
          <p:nvPr/>
        </p:nvSpPr>
        <p:spPr bwMode="auto">
          <a:xfrm>
            <a:off x="5920659" y="4959036"/>
            <a:ext cx="280896" cy="62603"/>
          </a:xfrm>
          <a:custGeom>
            <a:avLst/>
            <a:gdLst>
              <a:gd name="T0" fmla="*/ 299 w 410"/>
              <a:gd name="T1" fmla="*/ 101 h 101"/>
              <a:gd name="T2" fmla="*/ 299 w 410"/>
              <a:gd name="T3" fmla="*/ 101 h 101"/>
              <a:gd name="T4" fmla="*/ 268 w 410"/>
              <a:gd name="T5" fmla="*/ 100 h 101"/>
              <a:gd name="T6" fmla="*/ 199 w 410"/>
              <a:gd name="T7" fmla="*/ 92 h 101"/>
              <a:gd name="T8" fmla="*/ 137 w 410"/>
              <a:gd name="T9" fmla="*/ 78 h 101"/>
              <a:gd name="T10" fmla="*/ 78 w 410"/>
              <a:gd name="T11" fmla="*/ 58 h 101"/>
              <a:gd name="T12" fmla="*/ 8 w 410"/>
              <a:gd name="T13" fmla="*/ 23 h 101"/>
              <a:gd name="T14" fmla="*/ 3 w 410"/>
              <a:gd name="T15" fmla="*/ 8 h 101"/>
              <a:gd name="T16" fmla="*/ 19 w 410"/>
              <a:gd name="T17" fmla="*/ 3 h 101"/>
              <a:gd name="T18" fmla="*/ 86 w 410"/>
              <a:gd name="T19" fmla="*/ 37 h 101"/>
              <a:gd name="T20" fmla="*/ 143 w 410"/>
              <a:gd name="T21" fmla="*/ 57 h 101"/>
              <a:gd name="T22" fmla="*/ 203 w 410"/>
              <a:gd name="T23" fmla="*/ 70 h 101"/>
              <a:gd name="T24" fmla="*/ 269 w 410"/>
              <a:gd name="T25" fmla="*/ 77 h 101"/>
              <a:gd name="T26" fmla="*/ 336 w 410"/>
              <a:gd name="T27" fmla="*/ 77 h 101"/>
              <a:gd name="T28" fmla="*/ 396 w 410"/>
              <a:gd name="T29" fmla="*/ 70 h 101"/>
              <a:gd name="T30" fmla="*/ 409 w 410"/>
              <a:gd name="T31" fmla="*/ 80 h 101"/>
              <a:gd name="T32" fmla="*/ 400 w 410"/>
              <a:gd name="T33" fmla="*/ 93 h 101"/>
              <a:gd name="T34" fmla="*/ 337 w 410"/>
              <a:gd name="T35" fmla="*/ 100 h 101"/>
              <a:gd name="T36" fmla="*/ 299 w 410"/>
              <a:gd name="T3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0" h="101">
                <a:moveTo>
                  <a:pt x="299" y="101"/>
                </a:moveTo>
                <a:lnTo>
                  <a:pt x="299" y="101"/>
                </a:lnTo>
                <a:cubicBezTo>
                  <a:pt x="288" y="101"/>
                  <a:pt x="278" y="100"/>
                  <a:pt x="268" y="100"/>
                </a:cubicBezTo>
                <a:cubicBezTo>
                  <a:pt x="245" y="99"/>
                  <a:pt x="222" y="96"/>
                  <a:pt x="199" y="92"/>
                </a:cubicBezTo>
                <a:cubicBezTo>
                  <a:pt x="176" y="88"/>
                  <a:pt x="156" y="84"/>
                  <a:pt x="137" y="78"/>
                </a:cubicBezTo>
                <a:cubicBezTo>
                  <a:pt x="118" y="73"/>
                  <a:pt x="98" y="66"/>
                  <a:pt x="78" y="58"/>
                </a:cubicBezTo>
                <a:cubicBezTo>
                  <a:pt x="55" y="48"/>
                  <a:pt x="31" y="36"/>
                  <a:pt x="8" y="23"/>
                </a:cubicBezTo>
                <a:cubicBezTo>
                  <a:pt x="2" y="20"/>
                  <a:pt x="0" y="13"/>
                  <a:pt x="3" y="8"/>
                </a:cubicBezTo>
                <a:cubicBezTo>
                  <a:pt x="7" y="2"/>
                  <a:pt x="14" y="0"/>
                  <a:pt x="19" y="3"/>
                </a:cubicBezTo>
                <a:cubicBezTo>
                  <a:pt x="41" y="16"/>
                  <a:pt x="64" y="27"/>
                  <a:pt x="86" y="37"/>
                </a:cubicBezTo>
                <a:cubicBezTo>
                  <a:pt x="106" y="45"/>
                  <a:pt x="125" y="51"/>
                  <a:pt x="143" y="57"/>
                </a:cubicBezTo>
                <a:cubicBezTo>
                  <a:pt x="161" y="62"/>
                  <a:pt x="180" y="66"/>
                  <a:pt x="203" y="70"/>
                </a:cubicBezTo>
                <a:cubicBezTo>
                  <a:pt x="225" y="74"/>
                  <a:pt x="248" y="76"/>
                  <a:pt x="269" y="77"/>
                </a:cubicBezTo>
                <a:cubicBezTo>
                  <a:pt x="290" y="78"/>
                  <a:pt x="313" y="78"/>
                  <a:pt x="336" y="77"/>
                </a:cubicBezTo>
                <a:cubicBezTo>
                  <a:pt x="357" y="76"/>
                  <a:pt x="377" y="74"/>
                  <a:pt x="396" y="70"/>
                </a:cubicBezTo>
                <a:cubicBezTo>
                  <a:pt x="403" y="69"/>
                  <a:pt x="408" y="73"/>
                  <a:pt x="409" y="80"/>
                </a:cubicBezTo>
                <a:cubicBezTo>
                  <a:pt x="410" y="86"/>
                  <a:pt x="406" y="92"/>
                  <a:pt x="400" y="93"/>
                </a:cubicBezTo>
                <a:cubicBezTo>
                  <a:pt x="380" y="96"/>
                  <a:pt x="360" y="98"/>
                  <a:pt x="337" y="100"/>
                </a:cubicBezTo>
                <a:cubicBezTo>
                  <a:pt x="324" y="100"/>
                  <a:pt x="312" y="101"/>
                  <a:pt x="299" y="10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36" name="Freeform 35">
            <a:extLst>
              <a:ext uri="{FF2B5EF4-FFF2-40B4-BE49-F238E27FC236}">
                <a16:creationId xmlns:a16="http://schemas.microsoft.com/office/drawing/2014/main" id="{F03A3779-E86B-46C3-0168-DC321FE0B607}"/>
              </a:ext>
            </a:extLst>
          </p:cNvPr>
          <p:cNvSpPr>
            <a:spLocks/>
          </p:cNvSpPr>
          <p:nvPr/>
        </p:nvSpPr>
        <p:spPr bwMode="auto">
          <a:xfrm>
            <a:off x="6263100" y="4963304"/>
            <a:ext cx="61545" cy="32725"/>
          </a:xfrm>
          <a:custGeom>
            <a:avLst/>
            <a:gdLst>
              <a:gd name="T0" fmla="*/ 13 w 90"/>
              <a:gd name="T1" fmla="*/ 54 h 54"/>
              <a:gd name="T2" fmla="*/ 13 w 90"/>
              <a:gd name="T3" fmla="*/ 54 h 54"/>
              <a:gd name="T4" fmla="*/ 2 w 90"/>
              <a:gd name="T5" fmla="*/ 47 h 54"/>
              <a:gd name="T6" fmla="*/ 9 w 90"/>
              <a:gd name="T7" fmla="*/ 32 h 54"/>
              <a:gd name="T8" fmla="*/ 71 w 90"/>
              <a:gd name="T9" fmla="*/ 3 h 54"/>
              <a:gd name="T10" fmla="*/ 87 w 90"/>
              <a:gd name="T11" fmla="*/ 7 h 54"/>
              <a:gd name="T12" fmla="*/ 82 w 90"/>
              <a:gd name="T13" fmla="*/ 23 h 54"/>
              <a:gd name="T14" fmla="*/ 17 w 90"/>
              <a:gd name="T15" fmla="*/ 53 h 54"/>
              <a:gd name="T16" fmla="*/ 13 w 90"/>
              <a:gd name="T1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54">
                <a:moveTo>
                  <a:pt x="13" y="54"/>
                </a:moveTo>
                <a:lnTo>
                  <a:pt x="13" y="54"/>
                </a:lnTo>
                <a:cubicBezTo>
                  <a:pt x="8" y="54"/>
                  <a:pt x="4" y="51"/>
                  <a:pt x="2" y="47"/>
                </a:cubicBezTo>
                <a:cubicBezTo>
                  <a:pt x="0" y="41"/>
                  <a:pt x="3" y="35"/>
                  <a:pt x="9" y="32"/>
                </a:cubicBezTo>
                <a:cubicBezTo>
                  <a:pt x="30" y="24"/>
                  <a:pt x="51" y="14"/>
                  <a:pt x="71" y="3"/>
                </a:cubicBezTo>
                <a:cubicBezTo>
                  <a:pt x="77" y="0"/>
                  <a:pt x="84" y="2"/>
                  <a:pt x="87" y="7"/>
                </a:cubicBezTo>
                <a:cubicBezTo>
                  <a:pt x="90" y="13"/>
                  <a:pt x="88" y="20"/>
                  <a:pt x="82" y="23"/>
                </a:cubicBezTo>
                <a:cubicBezTo>
                  <a:pt x="61" y="34"/>
                  <a:pt x="39" y="45"/>
                  <a:pt x="17" y="53"/>
                </a:cubicBezTo>
                <a:cubicBezTo>
                  <a:pt x="16" y="54"/>
                  <a:pt x="14" y="54"/>
                  <a:pt x="13" y="54"/>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37" name="Freeform 36">
            <a:extLst>
              <a:ext uri="{FF2B5EF4-FFF2-40B4-BE49-F238E27FC236}">
                <a16:creationId xmlns:a16="http://schemas.microsoft.com/office/drawing/2014/main" id="{13EDF978-7E5F-1815-7954-9A491B2BFF69}"/>
              </a:ext>
            </a:extLst>
          </p:cNvPr>
          <p:cNvSpPr>
            <a:spLocks/>
          </p:cNvSpPr>
          <p:nvPr/>
        </p:nvSpPr>
        <p:spPr bwMode="auto">
          <a:xfrm>
            <a:off x="6397236" y="4867975"/>
            <a:ext cx="52076" cy="49798"/>
          </a:xfrm>
          <a:custGeom>
            <a:avLst/>
            <a:gdLst>
              <a:gd name="T0" fmla="*/ 12 w 75"/>
              <a:gd name="T1" fmla="*/ 81 h 81"/>
              <a:gd name="T2" fmla="*/ 12 w 75"/>
              <a:gd name="T3" fmla="*/ 81 h 81"/>
              <a:gd name="T4" fmla="*/ 4 w 75"/>
              <a:gd name="T5" fmla="*/ 77 h 81"/>
              <a:gd name="T6" fmla="*/ 4 w 75"/>
              <a:gd name="T7" fmla="*/ 61 h 81"/>
              <a:gd name="T8" fmla="*/ 53 w 75"/>
              <a:gd name="T9" fmla="*/ 6 h 81"/>
              <a:gd name="T10" fmla="*/ 69 w 75"/>
              <a:gd name="T11" fmla="*/ 4 h 81"/>
              <a:gd name="T12" fmla="*/ 71 w 75"/>
              <a:gd name="T13" fmla="*/ 20 h 81"/>
              <a:gd name="T14" fmla="*/ 20 w 75"/>
              <a:gd name="T15" fmla="*/ 77 h 81"/>
              <a:gd name="T16" fmla="*/ 12 w 75"/>
              <a:gd name="T1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2" y="81"/>
                </a:moveTo>
                <a:lnTo>
                  <a:pt x="12" y="81"/>
                </a:lnTo>
                <a:cubicBezTo>
                  <a:pt x="9" y="81"/>
                  <a:pt x="6" y="79"/>
                  <a:pt x="4" y="77"/>
                </a:cubicBezTo>
                <a:cubicBezTo>
                  <a:pt x="0" y="73"/>
                  <a:pt x="0" y="66"/>
                  <a:pt x="4" y="61"/>
                </a:cubicBezTo>
                <a:cubicBezTo>
                  <a:pt x="21" y="45"/>
                  <a:pt x="37" y="27"/>
                  <a:pt x="53" y="6"/>
                </a:cubicBezTo>
                <a:cubicBezTo>
                  <a:pt x="57" y="1"/>
                  <a:pt x="64" y="0"/>
                  <a:pt x="69" y="4"/>
                </a:cubicBezTo>
                <a:cubicBezTo>
                  <a:pt x="74" y="8"/>
                  <a:pt x="75" y="15"/>
                  <a:pt x="71" y="20"/>
                </a:cubicBezTo>
                <a:cubicBezTo>
                  <a:pt x="54" y="42"/>
                  <a:pt x="37" y="60"/>
                  <a:pt x="20" y="77"/>
                </a:cubicBezTo>
                <a:cubicBezTo>
                  <a:pt x="18" y="80"/>
                  <a:pt x="15" y="81"/>
                  <a:pt x="12" y="8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38" name="Freeform 37">
            <a:extLst>
              <a:ext uri="{FF2B5EF4-FFF2-40B4-BE49-F238E27FC236}">
                <a16:creationId xmlns:a16="http://schemas.microsoft.com/office/drawing/2014/main" id="{A1AAAF2A-79B2-E696-48DB-799634C4D625}"/>
              </a:ext>
            </a:extLst>
          </p:cNvPr>
          <p:cNvSpPr>
            <a:spLocks/>
          </p:cNvSpPr>
          <p:nvPr/>
        </p:nvSpPr>
        <p:spPr bwMode="auto">
          <a:xfrm>
            <a:off x="6495076" y="4535037"/>
            <a:ext cx="37873" cy="240456"/>
          </a:xfrm>
          <a:custGeom>
            <a:avLst/>
            <a:gdLst>
              <a:gd name="T0" fmla="*/ 13 w 57"/>
              <a:gd name="T1" fmla="*/ 389 h 389"/>
              <a:gd name="T2" fmla="*/ 13 w 57"/>
              <a:gd name="T3" fmla="*/ 389 h 389"/>
              <a:gd name="T4" fmla="*/ 9 w 57"/>
              <a:gd name="T5" fmla="*/ 388 h 389"/>
              <a:gd name="T6" fmla="*/ 2 w 57"/>
              <a:gd name="T7" fmla="*/ 374 h 389"/>
              <a:gd name="T8" fmla="*/ 26 w 57"/>
              <a:gd name="T9" fmla="*/ 290 h 389"/>
              <a:gd name="T10" fmla="*/ 33 w 57"/>
              <a:gd name="T11" fmla="*/ 224 h 389"/>
              <a:gd name="T12" fmla="*/ 34 w 57"/>
              <a:gd name="T13" fmla="*/ 165 h 389"/>
              <a:gd name="T14" fmla="*/ 26 w 57"/>
              <a:gd name="T15" fmla="*/ 102 h 389"/>
              <a:gd name="T16" fmla="*/ 5 w 57"/>
              <a:gd name="T17" fmla="*/ 16 h 389"/>
              <a:gd name="T18" fmla="*/ 12 w 57"/>
              <a:gd name="T19" fmla="*/ 2 h 389"/>
              <a:gd name="T20" fmla="*/ 26 w 57"/>
              <a:gd name="T21" fmla="*/ 9 h 389"/>
              <a:gd name="T22" fmla="*/ 49 w 57"/>
              <a:gd name="T23" fmla="*/ 98 h 389"/>
              <a:gd name="T24" fmla="*/ 56 w 57"/>
              <a:gd name="T25" fmla="*/ 164 h 389"/>
              <a:gd name="T26" fmla="*/ 56 w 57"/>
              <a:gd name="T27" fmla="*/ 225 h 389"/>
              <a:gd name="T28" fmla="*/ 48 w 57"/>
              <a:gd name="T29" fmla="*/ 294 h 389"/>
              <a:gd name="T30" fmla="*/ 24 w 57"/>
              <a:gd name="T31" fmla="*/ 381 h 389"/>
              <a:gd name="T32" fmla="*/ 13 w 57"/>
              <a:gd name="T33" fmla="*/ 38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389">
                <a:moveTo>
                  <a:pt x="13" y="389"/>
                </a:moveTo>
                <a:lnTo>
                  <a:pt x="13" y="389"/>
                </a:lnTo>
                <a:cubicBezTo>
                  <a:pt x="12" y="389"/>
                  <a:pt x="11" y="389"/>
                  <a:pt x="9" y="388"/>
                </a:cubicBezTo>
                <a:cubicBezTo>
                  <a:pt x="3" y="386"/>
                  <a:pt x="0" y="380"/>
                  <a:pt x="2" y="374"/>
                </a:cubicBezTo>
                <a:cubicBezTo>
                  <a:pt x="14" y="341"/>
                  <a:pt x="21" y="315"/>
                  <a:pt x="26" y="290"/>
                </a:cubicBezTo>
                <a:cubicBezTo>
                  <a:pt x="29" y="270"/>
                  <a:pt x="32" y="248"/>
                  <a:pt x="33" y="224"/>
                </a:cubicBezTo>
                <a:cubicBezTo>
                  <a:pt x="34" y="202"/>
                  <a:pt x="35" y="183"/>
                  <a:pt x="34" y="165"/>
                </a:cubicBezTo>
                <a:cubicBezTo>
                  <a:pt x="33" y="145"/>
                  <a:pt x="30" y="124"/>
                  <a:pt x="26" y="102"/>
                </a:cubicBezTo>
                <a:cubicBezTo>
                  <a:pt x="22" y="73"/>
                  <a:pt x="14" y="44"/>
                  <a:pt x="5" y="16"/>
                </a:cubicBezTo>
                <a:cubicBezTo>
                  <a:pt x="3" y="10"/>
                  <a:pt x="6" y="4"/>
                  <a:pt x="12" y="2"/>
                </a:cubicBezTo>
                <a:cubicBezTo>
                  <a:pt x="18" y="0"/>
                  <a:pt x="24" y="3"/>
                  <a:pt x="26" y="9"/>
                </a:cubicBezTo>
                <a:cubicBezTo>
                  <a:pt x="36" y="38"/>
                  <a:pt x="44" y="68"/>
                  <a:pt x="49" y="98"/>
                </a:cubicBezTo>
                <a:cubicBezTo>
                  <a:pt x="53" y="121"/>
                  <a:pt x="55" y="143"/>
                  <a:pt x="56" y="164"/>
                </a:cubicBezTo>
                <a:cubicBezTo>
                  <a:pt x="57" y="183"/>
                  <a:pt x="57" y="203"/>
                  <a:pt x="56" y="225"/>
                </a:cubicBezTo>
                <a:cubicBezTo>
                  <a:pt x="54" y="251"/>
                  <a:pt x="52" y="273"/>
                  <a:pt x="48" y="294"/>
                </a:cubicBezTo>
                <a:cubicBezTo>
                  <a:pt x="43" y="320"/>
                  <a:pt x="36" y="347"/>
                  <a:pt x="24" y="381"/>
                </a:cubicBezTo>
                <a:cubicBezTo>
                  <a:pt x="22" y="386"/>
                  <a:pt x="18" y="389"/>
                  <a:pt x="13" y="389"/>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39" name="Freeform 38">
            <a:extLst>
              <a:ext uri="{FF2B5EF4-FFF2-40B4-BE49-F238E27FC236}">
                <a16:creationId xmlns:a16="http://schemas.microsoft.com/office/drawing/2014/main" id="{500C4F2A-533C-598C-C8A7-9F8ACC3FAAAF}"/>
              </a:ext>
            </a:extLst>
          </p:cNvPr>
          <p:cNvSpPr>
            <a:spLocks/>
          </p:cNvSpPr>
          <p:nvPr/>
        </p:nvSpPr>
        <p:spPr bwMode="auto">
          <a:xfrm>
            <a:off x="6376721" y="4372836"/>
            <a:ext cx="59967" cy="54067"/>
          </a:xfrm>
          <a:custGeom>
            <a:avLst/>
            <a:gdLst>
              <a:gd name="T0" fmla="*/ 75 w 88"/>
              <a:gd name="T1" fmla="*/ 88 h 88"/>
              <a:gd name="T2" fmla="*/ 75 w 88"/>
              <a:gd name="T3" fmla="*/ 88 h 88"/>
              <a:gd name="T4" fmla="*/ 67 w 88"/>
              <a:gd name="T5" fmla="*/ 84 h 88"/>
              <a:gd name="T6" fmla="*/ 5 w 88"/>
              <a:gd name="T7" fmla="*/ 21 h 88"/>
              <a:gd name="T8" fmla="*/ 4 w 88"/>
              <a:gd name="T9" fmla="*/ 5 h 88"/>
              <a:gd name="T10" fmla="*/ 20 w 88"/>
              <a:gd name="T11" fmla="*/ 4 h 88"/>
              <a:gd name="T12" fmla="*/ 84 w 88"/>
              <a:gd name="T13" fmla="*/ 70 h 88"/>
              <a:gd name="T14" fmla="*/ 83 w 88"/>
              <a:gd name="T15" fmla="*/ 86 h 88"/>
              <a:gd name="T16" fmla="*/ 75 w 88"/>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8">
                <a:moveTo>
                  <a:pt x="75" y="88"/>
                </a:moveTo>
                <a:lnTo>
                  <a:pt x="75" y="88"/>
                </a:lnTo>
                <a:cubicBezTo>
                  <a:pt x="72" y="88"/>
                  <a:pt x="69" y="87"/>
                  <a:pt x="67" y="84"/>
                </a:cubicBezTo>
                <a:cubicBezTo>
                  <a:pt x="46" y="60"/>
                  <a:pt x="26" y="39"/>
                  <a:pt x="5" y="21"/>
                </a:cubicBezTo>
                <a:cubicBezTo>
                  <a:pt x="1" y="17"/>
                  <a:pt x="0" y="10"/>
                  <a:pt x="4" y="5"/>
                </a:cubicBezTo>
                <a:cubicBezTo>
                  <a:pt x="8" y="1"/>
                  <a:pt x="16" y="0"/>
                  <a:pt x="20" y="4"/>
                </a:cubicBezTo>
                <a:cubicBezTo>
                  <a:pt x="42" y="23"/>
                  <a:pt x="63" y="44"/>
                  <a:pt x="84" y="70"/>
                </a:cubicBezTo>
                <a:cubicBezTo>
                  <a:pt x="88" y="75"/>
                  <a:pt x="88" y="82"/>
                  <a:pt x="83" y="86"/>
                </a:cubicBezTo>
                <a:cubicBezTo>
                  <a:pt x="81" y="88"/>
                  <a:pt x="78" y="88"/>
                  <a:pt x="75" y="8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0" name="Freeform 39">
            <a:extLst>
              <a:ext uri="{FF2B5EF4-FFF2-40B4-BE49-F238E27FC236}">
                <a16:creationId xmlns:a16="http://schemas.microsoft.com/office/drawing/2014/main" id="{445F43B2-F6A4-DC13-429E-C3CCD21512FD}"/>
              </a:ext>
            </a:extLst>
          </p:cNvPr>
          <p:cNvSpPr>
            <a:spLocks/>
          </p:cNvSpPr>
          <p:nvPr/>
        </p:nvSpPr>
        <p:spPr bwMode="auto">
          <a:xfrm>
            <a:off x="6092669" y="4287467"/>
            <a:ext cx="209883" cy="46953"/>
          </a:xfrm>
          <a:custGeom>
            <a:avLst/>
            <a:gdLst>
              <a:gd name="T0" fmla="*/ 293 w 306"/>
              <a:gd name="T1" fmla="*/ 75 h 75"/>
              <a:gd name="T2" fmla="*/ 293 w 306"/>
              <a:gd name="T3" fmla="*/ 75 h 75"/>
              <a:gd name="T4" fmla="*/ 288 w 306"/>
              <a:gd name="T5" fmla="*/ 74 h 75"/>
              <a:gd name="T6" fmla="*/ 246 w 306"/>
              <a:gd name="T7" fmla="*/ 57 h 75"/>
              <a:gd name="T8" fmla="*/ 186 w 306"/>
              <a:gd name="T9" fmla="*/ 39 h 75"/>
              <a:gd name="T10" fmla="*/ 97 w 306"/>
              <a:gd name="T11" fmla="*/ 26 h 75"/>
              <a:gd name="T12" fmla="*/ 12 w 306"/>
              <a:gd name="T13" fmla="*/ 24 h 75"/>
              <a:gd name="T14" fmla="*/ 0 w 306"/>
              <a:gd name="T15" fmla="*/ 13 h 75"/>
              <a:gd name="T16" fmla="*/ 11 w 306"/>
              <a:gd name="T17" fmla="*/ 1 h 75"/>
              <a:gd name="T18" fmla="*/ 99 w 306"/>
              <a:gd name="T19" fmla="*/ 3 h 75"/>
              <a:gd name="T20" fmla="*/ 191 w 306"/>
              <a:gd name="T21" fmla="*/ 17 h 75"/>
              <a:gd name="T22" fmla="*/ 253 w 306"/>
              <a:gd name="T23" fmla="*/ 35 h 75"/>
              <a:gd name="T24" fmla="*/ 298 w 306"/>
              <a:gd name="T25" fmla="*/ 54 h 75"/>
              <a:gd name="T26" fmla="*/ 303 w 306"/>
              <a:gd name="T27" fmla="*/ 69 h 75"/>
              <a:gd name="T28" fmla="*/ 293 w 306"/>
              <a:gd name="T29"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6" h="75">
                <a:moveTo>
                  <a:pt x="293" y="75"/>
                </a:moveTo>
                <a:lnTo>
                  <a:pt x="293" y="75"/>
                </a:lnTo>
                <a:cubicBezTo>
                  <a:pt x="292" y="75"/>
                  <a:pt x="290" y="75"/>
                  <a:pt x="288" y="74"/>
                </a:cubicBezTo>
                <a:cubicBezTo>
                  <a:pt x="275" y="68"/>
                  <a:pt x="261" y="62"/>
                  <a:pt x="246" y="57"/>
                </a:cubicBezTo>
                <a:cubicBezTo>
                  <a:pt x="228" y="50"/>
                  <a:pt x="208" y="44"/>
                  <a:pt x="186" y="39"/>
                </a:cubicBezTo>
                <a:cubicBezTo>
                  <a:pt x="159" y="33"/>
                  <a:pt x="130" y="29"/>
                  <a:pt x="97" y="26"/>
                </a:cubicBezTo>
                <a:cubicBezTo>
                  <a:pt x="64" y="23"/>
                  <a:pt x="37" y="22"/>
                  <a:pt x="12" y="24"/>
                </a:cubicBezTo>
                <a:cubicBezTo>
                  <a:pt x="6" y="24"/>
                  <a:pt x="1" y="19"/>
                  <a:pt x="0" y="13"/>
                </a:cubicBezTo>
                <a:cubicBezTo>
                  <a:pt x="0" y="7"/>
                  <a:pt x="5" y="1"/>
                  <a:pt x="11" y="1"/>
                </a:cubicBezTo>
                <a:cubicBezTo>
                  <a:pt x="37" y="0"/>
                  <a:pt x="65" y="0"/>
                  <a:pt x="99" y="3"/>
                </a:cubicBezTo>
                <a:cubicBezTo>
                  <a:pt x="133" y="6"/>
                  <a:pt x="163" y="11"/>
                  <a:pt x="191" y="17"/>
                </a:cubicBezTo>
                <a:cubicBezTo>
                  <a:pt x="214" y="23"/>
                  <a:pt x="234" y="29"/>
                  <a:pt x="253" y="35"/>
                </a:cubicBezTo>
                <a:cubicBezTo>
                  <a:pt x="269" y="41"/>
                  <a:pt x="284" y="47"/>
                  <a:pt x="298" y="54"/>
                </a:cubicBezTo>
                <a:cubicBezTo>
                  <a:pt x="304" y="57"/>
                  <a:pt x="306" y="63"/>
                  <a:pt x="303" y="69"/>
                </a:cubicBezTo>
                <a:cubicBezTo>
                  <a:pt x="302" y="73"/>
                  <a:pt x="297" y="75"/>
                  <a:pt x="293" y="75"/>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1" name="Freeform 40">
            <a:extLst>
              <a:ext uri="{FF2B5EF4-FFF2-40B4-BE49-F238E27FC236}">
                <a16:creationId xmlns:a16="http://schemas.microsoft.com/office/drawing/2014/main" id="{E5591D67-44CC-E25A-BAB1-DACBA3161A56}"/>
              </a:ext>
            </a:extLst>
          </p:cNvPr>
          <p:cNvSpPr>
            <a:spLocks/>
          </p:cNvSpPr>
          <p:nvPr/>
        </p:nvSpPr>
        <p:spPr bwMode="auto">
          <a:xfrm>
            <a:off x="5630295" y="4425480"/>
            <a:ext cx="80481" cy="212000"/>
          </a:xfrm>
          <a:custGeom>
            <a:avLst/>
            <a:gdLst>
              <a:gd name="T0" fmla="*/ 12 w 119"/>
              <a:gd name="T1" fmla="*/ 344 h 344"/>
              <a:gd name="T2" fmla="*/ 12 w 119"/>
              <a:gd name="T3" fmla="*/ 344 h 344"/>
              <a:gd name="T4" fmla="*/ 11 w 119"/>
              <a:gd name="T5" fmla="*/ 344 h 344"/>
              <a:gd name="T6" fmla="*/ 1 w 119"/>
              <a:gd name="T7" fmla="*/ 332 h 344"/>
              <a:gd name="T8" fmla="*/ 12 w 119"/>
              <a:gd name="T9" fmla="*/ 235 h 344"/>
              <a:gd name="T10" fmla="*/ 43 w 119"/>
              <a:gd name="T11" fmla="*/ 128 h 344"/>
              <a:gd name="T12" fmla="*/ 97 w 119"/>
              <a:gd name="T13" fmla="*/ 7 h 344"/>
              <a:gd name="T14" fmla="*/ 112 w 119"/>
              <a:gd name="T15" fmla="*/ 3 h 344"/>
              <a:gd name="T16" fmla="*/ 116 w 119"/>
              <a:gd name="T17" fmla="*/ 19 h 344"/>
              <a:gd name="T18" fmla="*/ 65 w 119"/>
              <a:gd name="T19" fmla="*/ 136 h 344"/>
              <a:gd name="T20" fmla="*/ 34 w 119"/>
              <a:gd name="T21" fmla="*/ 239 h 344"/>
              <a:gd name="T22" fmla="*/ 23 w 119"/>
              <a:gd name="T23" fmla="*/ 334 h 344"/>
              <a:gd name="T24" fmla="*/ 12 w 119"/>
              <a:gd name="T25"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 h="344">
                <a:moveTo>
                  <a:pt x="12" y="344"/>
                </a:moveTo>
                <a:lnTo>
                  <a:pt x="12" y="344"/>
                </a:lnTo>
                <a:cubicBezTo>
                  <a:pt x="12" y="344"/>
                  <a:pt x="12" y="344"/>
                  <a:pt x="11" y="344"/>
                </a:cubicBezTo>
                <a:cubicBezTo>
                  <a:pt x="5" y="344"/>
                  <a:pt x="0" y="339"/>
                  <a:pt x="1" y="332"/>
                </a:cubicBezTo>
                <a:cubicBezTo>
                  <a:pt x="3" y="293"/>
                  <a:pt x="6" y="263"/>
                  <a:pt x="12" y="235"/>
                </a:cubicBezTo>
                <a:cubicBezTo>
                  <a:pt x="19" y="197"/>
                  <a:pt x="31" y="161"/>
                  <a:pt x="43" y="128"/>
                </a:cubicBezTo>
                <a:cubicBezTo>
                  <a:pt x="58" y="88"/>
                  <a:pt x="74" y="46"/>
                  <a:pt x="97" y="7"/>
                </a:cubicBezTo>
                <a:cubicBezTo>
                  <a:pt x="100" y="2"/>
                  <a:pt x="107" y="0"/>
                  <a:pt x="112" y="3"/>
                </a:cubicBezTo>
                <a:cubicBezTo>
                  <a:pt x="117" y="6"/>
                  <a:pt x="119" y="13"/>
                  <a:pt x="116" y="19"/>
                </a:cubicBezTo>
                <a:cubicBezTo>
                  <a:pt x="95" y="56"/>
                  <a:pt x="79" y="97"/>
                  <a:pt x="65" y="136"/>
                </a:cubicBezTo>
                <a:cubicBezTo>
                  <a:pt x="53" y="168"/>
                  <a:pt x="41" y="203"/>
                  <a:pt x="34" y="239"/>
                </a:cubicBezTo>
                <a:cubicBezTo>
                  <a:pt x="29" y="266"/>
                  <a:pt x="26" y="295"/>
                  <a:pt x="23" y="334"/>
                </a:cubicBezTo>
                <a:cubicBezTo>
                  <a:pt x="23" y="340"/>
                  <a:pt x="18" y="344"/>
                  <a:pt x="12" y="344"/>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2" name="Freeform 41">
            <a:extLst>
              <a:ext uri="{FF2B5EF4-FFF2-40B4-BE49-F238E27FC236}">
                <a16:creationId xmlns:a16="http://schemas.microsoft.com/office/drawing/2014/main" id="{F8C38566-FD55-9611-D5AF-0FBC479BE69F}"/>
              </a:ext>
            </a:extLst>
          </p:cNvPr>
          <p:cNvSpPr>
            <a:spLocks/>
          </p:cNvSpPr>
          <p:nvPr/>
        </p:nvSpPr>
        <p:spPr bwMode="auto">
          <a:xfrm>
            <a:off x="5636607" y="4725694"/>
            <a:ext cx="28405" cy="61181"/>
          </a:xfrm>
          <a:custGeom>
            <a:avLst/>
            <a:gdLst>
              <a:gd name="T0" fmla="*/ 29 w 42"/>
              <a:gd name="T1" fmla="*/ 99 h 99"/>
              <a:gd name="T2" fmla="*/ 29 w 42"/>
              <a:gd name="T3" fmla="*/ 99 h 99"/>
              <a:gd name="T4" fmla="*/ 18 w 42"/>
              <a:gd name="T5" fmla="*/ 91 h 99"/>
              <a:gd name="T6" fmla="*/ 1 w 42"/>
              <a:gd name="T7" fmla="*/ 14 h 99"/>
              <a:gd name="T8" fmla="*/ 10 w 42"/>
              <a:gd name="T9" fmla="*/ 1 h 99"/>
              <a:gd name="T10" fmla="*/ 24 w 42"/>
              <a:gd name="T11" fmla="*/ 10 h 99"/>
              <a:gd name="T12" fmla="*/ 40 w 42"/>
              <a:gd name="T13" fmla="*/ 84 h 99"/>
              <a:gd name="T14" fmla="*/ 33 w 42"/>
              <a:gd name="T15" fmla="*/ 98 h 99"/>
              <a:gd name="T16" fmla="*/ 29 w 42"/>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99">
                <a:moveTo>
                  <a:pt x="29" y="99"/>
                </a:moveTo>
                <a:lnTo>
                  <a:pt x="29" y="99"/>
                </a:lnTo>
                <a:cubicBezTo>
                  <a:pt x="24" y="99"/>
                  <a:pt x="20" y="96"/>
                  <a:pt x="18" y="91"/>
                </a:cubicBezTo>
                <a:cubicBezTo>
                  <a:pt x="11" y="64"/>
                  <a:pt x="5" y="37"/>
                  <a:pt x="1" y="14"/>
                </a:cubicBezTo>
                <a:cubicBezTo>
                  <a:pt x="0" y="8"/>
                  <a:pt x="4" y="2"/>
                  <a:pt x="10" y="1"/>
                </a:cubicBezTo>
                <a:cubicBezTo>
                  <a:pt x="17" y="0"/>
                  <a:pt x="22" y="4"/>
                  <a:pt x="24" y="10"/>
                </a:cubicBezTo>
                <a:cubicBezTo>
                  <a:pt x="28" y="33"/>
                  <a:pt x="33" y="59"/>
                  <a:pt x="40" y="84"/>
                </a:cubicBezTo>
                <a:cubicBezTo>
                  <a:pt x="42" y="90"/>
                  <a:pt x="39" y="97"/>
                  <a:pt x="33" y="98"/>
                </a:cubicBezTo>
                <a:cubicBezTo>
                  <a:pt x="31" y="99"/>
                  <a:pt x="30" y="99"/>
                  <a:pt x="29" y="99"/>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3" name="Freeform 42">
            <a:extLst>
              <a:ext uri="{FF2B5EF4-FFF2-40B4-BE49-F238E27FC236}">
                <a16:creationId xmlns:a16="http://schemas.microsoft.com/office/drawing/2014/main" id="{B63A6D51-C113-5B62-C67F-B86DA6E5F9BA}"/>
              </a:ext>
            </a:extLst>
          </p:cNvPr>
          <p:cNvSpPr>
            <a:spLocks/>
          </p:cNvSpPr>
          <p:nvPr/>
        </p:nvSpPr>
        <p:spPr bwMode="auto">
          <a:xfrm>
            <a:off x="5775478" y="4961881"/>
            <a:ext cx="66278" cy="52645"/>
          </a:xfrm>
          <a:custGeom>
            <a:avLst/>
            <a:gdLst>
              <a:gd name="T0" fmla="*/ 85 w 97"/>
              <a:gd name="T1" fmla="*/ 86 h 86"/>
              <a:gd name="T2" fmla="*/ 85 w 97"/>
              <a:gd name="T3" fmla="*/ 86 h 86"/>
              <a:gd name="T4" fmla="*/ 78 w 97"/>
              <a:gd name="T5" fmla="*/ 83 h 86"/>
              <a:gd name="T6" fmla="*/ 4 w 97"/>
              <a:gd name="T7" fmla="*/ 20 h 86"/>
              <a:gd name="T8" fmla="*/ 4 w 97"/>
              <a:gd name="T9" fmla="*/ 4 h 86"/>
              <a:gd name="T10" fmla="*/ 20 w 97"/>
              <a:gd name="T11" fmla="*/ 4 h 86"/>
              <a:gd name="T12" fmla="*/ 91 w 97"/>
              <a:gd name="T13" fmla="*/ 65 h 86"/>
              <a:gd name="T14" fmla="*/ 94 w 97"/>
              <a:gd name="T15" fmla="*/ 81 h 86"/>
              <a:gd name="T16" fmla="*/ 85 w 97"/>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86">
                <a:moveTo>
                  <a:pt x="85" y="86"/>
                </a:moveTo>
                <a:lnTo>
                  <a:pt x="85" y="86"/>
                </a:lnTo>
                <a:cubicBezTo>
                  <a:pt x="82" y="86"/>
                  <a:pt x="80" y="85"/>
                  <a:pt x="78" y="83"/>
                </a:cubicBezTo>
                <a:cubicBezTo>
                  <a:pt x="52" y="64"/>
                  <a:pt x="27" y="43"/>
                  <a:pt x="4" y="20"/>
                </a:cubicBezTo>
                <a:cubicBezTo>
                  <a:pt x="0" y="16"/>
                  <a:pt x="0" y="9"/>
                  <a:pt x="4" y="4"/>
                </a:cubicBezTo>
                <a:cubicBezTo>
                  <a:pt x="8" y="0"/>
                  <a:pt x="15" y="0"/>
                  <a:pt x="20" y="4"/>
                </a:cubicBezTo>
                <a:cubicBezTo>
                  <a:pt x="42" y="26"/>
                  <a:pt x="66" y="46"/>
                  <a:pt x="91" y="65"/>
                </a:cubicBezTo>
                <a:cubicBezTo>
                  <a:pt x="96" y="69"/>
                  <a:pt x="97" y="76"/>
                  <a:pt x="94" y="81"/>
                </a:cubicBezTo>
                <a:cubicBezTo>
                  <a:pt x="91" y="84"/>
                  <a:pt x="88" y="86"/>
                  <a:pt x="85" y="86"/>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4" name="Freeform 43">
            <a:extLst>
              <a:ext uri="{FF2B5EF4-FFF2-40B4-BE49-F238E27FC236}">
                <a16:creationId xmlns:a16="http://schemas.microsoft.com/office/drawing/2014/main" id="{BE8B81B7-302D-4B62-4689-C644E45C7702}"/>
              </a:ext>
            </a:extLst>
          </p:cNvPr>
          <p:cNvSpPr>
            <a:spLocks/>
          </p:cNvSpPr>
          <p:nvPr/>
        </p:nvSpPr>
        <p:spPr bwMode="auto">
          <a:xfrm>
            <a:off x="5941173" y="5058632"/>
            <a:ext cx="173588" cy="44107"/>
          </a:xfrm>
          <a:custGeom>
            <a:avLst/>
            <a:gdLst>
              <a:gd name="T0" fmla="*/ 242 w 253"/>
              <a:gd name="T1" fmla="*/ 72 h 72"/>
              <a:gd name="T2" fmla="*/ 242 w 253"/>
              <a:gd name="T3" fmla="*/ 72 h 72"/>
              <a:gd name="T4" fmla="*/ 241 w 253"/>
              <a:gd name="T5" fmla="*/ 72 h 72"/>
              <a:gd name="T6" fmla="*/ 157 w 253"/>
              <a:gd name="T7" fmla="*/ 63 h 72"/>
              <a:gd name="T8" fmla="*/ 79 w 253"/>
              <a:gd name="T9" fmla="*/ 47 h 72"/>
              <a:gd name="T10" fmla="*/ 8 w 253"/>
              <a:gd name="T11" fmla="*/ 23 h 72"/>
              <a:gd name="T12" fmla="*/ 2 w 253"/>
              <a:gd name="T13" fmla="*/ 8 h 72"/>
              <a:gd name="T14" fmla="*/ 17 w 253"/>
              <a:gd name="T15" fmla="*/ 2 h 72"/>
              <a:gd name="T16" fmla="*/ 85 w 253"/>
              <a:gd name="T17" fmla="*/ 25 h 72"/>
              <a:gd name="T18" fmla="*/ 160 w 253"/>
              <a:gd name="T19" fmla="*/ 41 h 72"/>
              <a:gd name="T20" fmla="*/ 242 w 253"/>
              <a:gd name="T21" fmla="*/ 49 h 72"/>
              <a:gd name="T22" fmla="*/ 253 w 253"/>
              <a:gd name="T23" fmla="*/ 61 h 72"/>
              <a:gd name="T24" fmla="*/ 242 w 253"/>
              <a:gd name="T2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3" h="72">
                <a:moveTo>
                  <a:pt x="242" y="72"/>
                </a:moveTo>
                <a:lnTo>
                  <a:pt x="242" y="72"/>
                </a:lnTo>
                <a:cubicBezTo>
                  <a:pt x="241" y="72"/>
                  <a:pt x="241" y="72"/>
                  <a:pt x="241" y="72"/>
                </a:cubicBezTo>
                <a:cubicBezTo>
                  <a:pt x="214" y="71"/>
                  <a:pt x="186" y="68"/>
                  <a:pt x="157" y="63"/>
                </a:cubicBezTo>
                <a:cubicBezTo>
                  <a:pt x="128" y="59"/>
                  <a:pt x="103" y="54"/>
                  <a:pt x="79" y="47"/>
                </a:cubicBezTo>
                <a:cubicBezTo>
                  <a:pt x="56" y="41"/>
                  <a:pt x="33" y="33"/>
                  <a:pt x="8" y="23"/>
                </a:cubicBezTo>
                <a:cubicBezTo>
                  <a:pt x="3" y="21"/>
                  <a:pt x="0" y="14"/>
                  <a:pt x="2" y="8"/>
                </a:cubicBezTo>
                <a:cubicBezTo>
                  <a:pt x="4" y="3"/>
                  <a:pt x="11" y="0"/>
                  <a:pt x="17" y="2"/>
                </a:cubicBezTo>
                <a:cubicBezTo>
                  <a:pt x="41" y="12"/>
                  <a:pt x="63" y="19"/>
                  <a:pt x="85" y="25"/>
                </a:cubicBezTo>
                <a:cubicBezTo>
                  <a:pt x="108" y="31"/>
                  <a:pt x="133" y="37"/>
                  <a:pt x="160" y="41"/>
                </a:cubicBezTo>
                <a:cubicBezTo>
                  <a:pt x="188" y="45"/>
                  <a:pt x="216" y="48"/>
                  <a:pt x="242" y="49"/>
                </a:cubicBezTo>
                <a:cubicBezTo>
                  <a:pt x="248" y="49"/>
                  <a:pt x="253" y="55"/>
                  <a:pt x="253" y="61"/>
                </a:cubicBezTo>
                <a:cubicBezTo>
                  <a:pt x="253" y="67"/>
                  <a:pt x="248" y="72"/>
                  <a:pt x="242" y="72"/>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5" name="Freeform 44">
            <a:extLst>
              <a:ext uri="{FF2B5EF4-FFF2-40B4-BE49-F238E27FC236}">
                <a16:creationId xmlns:a16="http://schemas.microsoft.com/office/drawing/2014/main" id="{CF4A4D3D-BE5C-6496-FCA9-F7F0AADE2CD8}"/>
              </a:ext>
            </a:extLst>
          </p:cNvPr>
          <p:cNvSpPr>
            <a:spLocks/>
          </p:cNvSpPr>
          <p:nvPr/>
        </p:nvSpPr>
        <p:spPr bwMode="auto">
          <a:xfrm>
            <a:off x="6206290" y="4994606"/>
            <a:ext cx="228820" cy="101020"/>
          </a:xfrm>
          <a:custGeom>
            <a:avLst/>
            <a:gdLst>
              <a:gd name="T0" fmla="*/ 12 w 334"/>
              <a:gd name="T1" fmla="*/ 163 h 163"/>
              <a:gd name="T2" fmla="*/ 12 w 334"/>
              <a:gd name="T3" fmla="*/ 163 h 163"/>
              <a:gd name="T4" fmla="*/ 1 w 334"/>
              <a:gd name="T5" fmla="*/ 154 h 163"/>
              <a:gd name="T6" fmla="*/ 10 w 334"/>
              <a:gd name="T7" fmla="*/ 141 h 163"/>
              <a:gd name="T8" fmla="*/ 78 w 334"/>
              <a:gd name="T9" fmla="*/ 125 h 163"/>
              <a:gd name="T10" fmla="*/ 148 w 334"/>
              <a:gd name="T11" fmla="*/ 101 h 163"/>
              <a:gd name="T12" fmla="*/ 227 w 334"/>
              <a:gd name="T13" fmla="*/ 62 h 163"/>
              <a:gd name="T14" fmla="*/ 314 w 334"/>
              <a:gd name="T15" fmla="*/ 4 h 163"/>
              <a:gd name="T16" fmla="*/ 330 w 334"/>
              <a:gd name="T17" fmla="*/ 6 h 163"/>
              <a:gd name="T18" fmla="*/ 328 w 334"/>
              <a:gd name="T19" fmla="*/ 22 h 163"/>
              <a:gd name="T20" fmla="*/ 238 w 334"/>
              <a:gd name="T21" fmla="*/ 82 h 163"/>
              <a:gd name="T22" fmla="*/ 157 w 334"/>
              <a:gd name="T23" fmla="*/ 122 h 163"/>
              <a:gd name="T24" fmla="*/ 84 w 334"/>
              <a:gd name="T25" fmla="*/ 147 h 163"/>
              <a:gd name="T26" fmla="*/ 14 w 334"/>
              <a:gd name="T27" fmla="*/ 163 h 163"/>
              <a:gd name="T28" fmla="*/ 12 w 334"/>
              <a:gd name="T2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4" h="163">
                <a:moveTo>
                  <a:pt x="12" y="163"/>
                </a:moveTo>
                <a:lnTo>
                  <a:pt x="12" y="163"/>
                </a:lnTo>
                <a:cubicBezTo>
                  <a:pt x="7" y="163"/>
                  <a:pt x="2" y="159"/>
                  <a:pt x="1" y="154"/>
                </a:cubicBezTo>
                <a:cubicBezTo>
                  <a:pt x="0" y="148"/>
                  <a:pt x="4" y="142"/>
                  <a:pt x="10" y="141"/>
                </a:cubicBezTo>
                <a:cubicBezTo>
                  <a:pt x="32" y="137"/>
                  <a:pt x="55" y="131"/>
                  <a:pt x="78" y="125"/>
                </a:cubicBezTo>
                <a:cubicBezTo>
                  <a:pt x="101" y="118"/>
                  <a:pt x="125" y="110"/>
                  <a:pt x="148" y="101"/>
                </a:cubicBezTo>
                <a:cubicBezTo>
                  <a:pt x="175" y="90"/>
                  <a:pt x="201" y="77"/>
                  <a:pt x="227" y="62"/>
                </a:cubicBezTo>
                <a:cubicBezTo>
                  <a:pt x="255" y="46"/>
                  <a:pt x="284" y="27"/>
                  <a:pt x="314" y="4"/>
                </a:cubicBezTo>
                <a:cubicBezTo>
                  <a:pt x="319" y="0"/>
                  <a:pt x="326" y="1"/>
                  <a:pt x="330" y="6"/>
                </a:cubicBezTo>
                <a:cubicBezTo>
                  <a:pt x="334" y="11"/>
                  <a:pt x="333" y="18"/>
                  <a:pt x="328" y="22"/>
                </a:cubicBezTo>
                <a:cubicBezTo>
                  <a:pt x="297" y="46"/>
                  <a:pt x="267" y="65"/>
                  <a:pt x="238" y="82"/>
                </a:cubicBezTo>
                <a:cubicBezTo>
                  <a:pt x="212" y="97"/>
                  <a:pt x="184" y="110"/>
                  <a:pt x="157" y="122"/>
                </a:cubicBezTo>
                <a:cubicBezTo>
                  <a:pt x="133" y="131"/>
                  <a:pt x="109" y="140"/>
                  <a:pt x="84" y="147"/>
                </a:cubicBezTo>
                <a:cubicBezTo>
                  <a:pt x="61" y="154"/>
                  <a:pt x="37" y="159"/>
                  <a:pt x="14" y="163"/>
                </a:cubicBezTo>
                <a:cubicBezTo>
                  <a:pt x="14" y="163"/>
                  <a:pt x="13" y="163"/>
                  <a:pt x="12" y="163"/>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6" name="Freeform 45">
            <a:extLst>
              <a:ext uri="{FF2B5EF4-FFF2-40B4-BE49-F238E27FC236}">
                <a16:creationId xmlns:a16="http://schemas.microsoft.com/office/drawing/2014/main" id="{ABD44535-2EE3-68D3-88B7-ECF8C4C9FB76}"/>
              </a:ext>
            </a:extLst>
          </p:cNvPr>
          <p:cNvSpPr>
            <a:spLocks/>
          </p:cNvSpPr>
          <p:nvPr/>
        </p:nvSpPr>
        <p:spPr bwMode="auto">
          <a:xfrm>
            <a:off x="6507700" y="4665936"/>
            <a:ext cx="116777" cy="261798"/>
          </a:xfrm>
          <a:custGeom>
            <a:avLst/>
            <a:gdLst>
              <a:gd name="T0" fmla="*/ 12 w 169"/>
              <a:gd name="T1" fmla="*/ 424 h 424"/>
              <a:gd name="T2" fmla="*/ 12 w 169"/>
              <a:gd name="T3" fmla="*/ 424 h 424"/>
              <a:gd name="T4" fmla="*/ 6 w 169"/>
              <a:gd name="T5" fmla="*/ 421 h 424"/>
              <a:gd name="T6" fmla="*/ 3 w 169"/>
              <a:gd name="T7" fmla="*/ 405 h 424"/>
              <a:gd name="T8" fmla="*/ 63 w 169"/>
              <a:gd name="T9" fmla="*/ 311 h 424"/>
              <a:gd name="T10" fmla="*/ 113 w 169"/>
              <a:gd name="T11" fmla="*/ 190 h 424"/>
              <a:gd name="T12" fmla="*/ 138 w 169"/>
              <a:gd name="T13" fmla="*/ 92 h 424"/>
              <a:gd name="T14" fmla="*/ 146 w 169"/>
              <a:gd name="T15" fmla="*/ 11 h 424"/>
              <a:gd name="T16" fmla="*/ 158 w 169"/>
              <a:gd name="T17" fmla="*/ 0 h 424"/>
              <a:gd name="T18" fmla="*/ 169 w 169"/>
              <a:gd name="T19" fmla="*/ 12 h 424"/>
              <a:gd name="T20" fmla="*/ 160 w 169"/>
              <a:gd name="T21" fmla="*/ 96 h 424"/>
              <a:gd name="T22" fmla="*/ 134 w 169"/>
              <a:gd name="T23" fmla="*/ 197 h 424"/>
              <a:gd name="T24" fmla="*/ 83 w 169"/>
              <a:gd name="T25" fmla="*/ 322 h 424"/>
              <a:gd name="T26" fmla="*/ 21 w 169"/>
              <a:gd name="T27" fmla="*/ 419 h 424"/>
              <a:gd name="T28" fmla="*/ 12 w 169"/>
              <a:gd name="T29"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424">
                <a:moveTo>
                  <a:pt x="12" y="424"/>
                </a:moveTo>
                <a:lnTo>
                  <a:pt x="12" y="424"/>
                </a:lnTo>
                <a:cubicBezTo>
                  <a:pt x="10" y="424"/>
                  <a:pt x="8" y="423"/>
                  <a:pt x="6" y="421"/>
                </a:cubicBezTo>
                <a:cubicBezTo>
                  <a:pt x="1" y="418"/>
                  <a:pt x="0" y="410"/>
                  <a:pt x="3" y="405"/>
                </a:cubicBezTo>
                <a:cubicBezTo>
                  <a:pt x="26" y="376"/>
                  <a:pt x="46" y="344"/>
                  <a:pt x="63" y="311"/>
                </a:cubicBezTo>
                <a:cubicBezTo>
                  <a:pt x="82" y="276"/>
                  <a:pt x="98" y="236"/>
                  <a:pt x="113" y="190"/>
                </a:cubicBezTo>
                <a:cubicBezTo>
                  <a:pt x="121" y="164"/>
                  <a:pt x="132" y="129"/>
                  <a:pt x="138" y="92"/>
                </a:cubicBezTo>
                <a:cubicBezTo>
                  <a:pt x="142" y="68"/>
                  <a:pt x="145" y="41"/>
                  <a:pt x="146" y="11"/>
                </a:cubicBezTo>
                <a:cubicBezTo>
                  <a:pt x="146" y="5"/>
                  <a:pt x="152" y="0"/>
                  <a:pt x="158" y="0"/>
                </a:cubicBezTo>
                <a:cubicBezTo>
                  <a:pt x="164" y="0"/>
                  <a:pt x="169" y="6"/>
                  <a:pt x="169" y="12"/>
                </a:cubicBezTo>
                <a:cubicBezTo>
                  <a:pt x="167" y="43"/>
                  <a:pt x="165" y="70"/>
                  <a:pt x="160" y="96"/>
                </a:cubicBezTo>
                <a:cubicBezTo>
                  <a:pt x="154" y="134"/>
                  <a:pt x="143" y="170"/>
                  <a:pt x="134" y="197"/>
                </a:cubicBezTo>
                <a:cubicBezTo>
                  <a:pt x="119" y="244"/>
                  <a:pt x="102" y="285"/>
                  <a:pt x="83" y="322"/>
                </a:cubicBezTo>
                <a:cubicBezTo>
                  <a:pt x="65" y="356"/>
                  <a:pt x="45" y="388"/>
                  <a:pt x="21" y="419"/>
                </a:cubicBezTo>
                <a:cubicBezTo>
                  <a:pt x="19" y="422"/>
                  <a:pt x="16" y="424"/>
                  <a:pt x="12" y="424"/>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7" name="Freeform 46">
            <a:extLst>
              <a:ext uri="{FF2B5EF4-FFF2-40B4-BE49-F238E27FC236}">
                <a16:creationId xmlns:a16="http://schemas.microsoft.com/office/drawing/2014/main" id="{208A2ACF-84F4-FBE8-AFBB-74537E2EEA11}"/>
              </a:ext>
            </a:extLst>
          </p:cNvPr>
          <p:cNvSpPr>
            <a:spLocks/>
          </p:cNvSpPr>
          <p:nvPr/>
        </p:nvSpPr>
        <p:spPr bwMode="auto">
          <a:xfrm>
            <a:off x="6537683" y="4421211"/>
            <a:ext cx="78903" cy="162201"/>
          </a:xfrm>
          <a:custGeom>
            <a:avLst/>
            <a:gdLst>
              <a:gd name="T0" fmla="*/ 104 w 116"/>
              <a:gd name="T1" fmla="*/ 263 h 263"/>
              <a:gd name="T2" fmla="*/ 104 w 116"/>
              <a:gd name="T3" fmla="*/ 263 h 263"/>
              <a:gd name="T4" fmla="*/ 93 w 116"/>
              <a:gd name="T5" fmla="*/ 254 h 263"/>
              <a:gd name="T6" fmla="*/ 63 w 116"/>
              <a:gd name="T7" fmla="*/ 145 h 263"/>
              <a:gd name="T8" fmla="*/ 3 w 116"/>
              <a:gd name="T9" fmla="*/ 19 h 263"/>
              <a:gd name="T10" fmla="*/ 7 w 116"/>
              <a:gd name="T11" fmla="*/ 4 h 263"/>
              <a:gd name="T12" fmla="*/ 23 w 116"/>
              <a:gd name="T13" fmla="*/ 8 h 263"/>
              <a:gd name="T14" fmla="*/ 85 w 116"/>
              <a:gd name="T15" fmla="*/ 138 h 263"/>
              <a:gd name="T16" fmla="*/ 115 w 116"/>
              <a:gd name="T17" fmla="*/ 250 h 263"/>
              <a:gd name="T18" fmla="*/ 106 w 116"/>
              <a:gd name="T19" fmla="*/ 263 h 263"/>
              <a:gd name="T20" fmla="*/ 104 w 116"/>
              <a:gd name="T21"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263">
                <a:moveTo>
                  <a:pt x="104" y="263"/>
                </a:moveTo>
                <a:lnTo>
                  <a:pt x="104" y="263"/>
                </a:lnTo>
                <a:cubicBezTo>
                  <a:pt x="98" y="263"/>
                  <a:pt x="94" y="259"/>
                  <a:pt x="93" y="254"/>
                </a:cubicBezTo>
                <a:cubicBezTo>
                  <a:pt x="86" y="217"/>
                  <a:pt x="76" y="180"/>
                  <a:pt x="63" y="145"/>
                </a:cubicBezTo>
                <a:cubicBezTo>
                  <a:pt x="48" y="104"/>
                  <a:pt x="28" y="61"/>
                  <a:pt x="3" y="19"/>
                </a:cubicBezTo>
                <a:cubicBezTo>
                  <a:pt x="0" y="14"/>
                  <a:pt x="2" y="7"/>
                  <a:pt x="7" y="4"/>
                </a:cubicBezTo>
                <a:cubicBezTo>
                  <a:pt x="12" y="0"/>
                  <a:pt x="19" y="2"/>
                  <a:pt x="23" y="8"/>
                </a:cubicBezTo>
                <a:cubicBezTo>
                  <a:pt x="48" y="51"/>
                  <a:pt x="69" y="95"/>
                  <a:pt x="85" y="138"/>
                </a:cubicBezTo>
                <a:cubicBezTo>
                  <a:pt x="98" y="174"/>
                  <a:pt x="108" y="212"/>
                  <a:pt x="115" y="250"/>
                </a:cubicBezTo>
                <a:cubicBezTo>
                  <a:pt x="116" y="256"/>
                  <a:pt x="112" y="262"/>
                  <a:pt x="106" y="263"/>
                </a:cubicBezTo>
                <a:cubicBezTo>
                  <a:pt x="105" y="263"/>
                  <a:pt x="104" y="263"/>
                  <a:pt x="104" y="263"/>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8" name="Freeform 47">
            <a:extLst>
              <a:ext uri="{FF2B5EF4-FFF2-40B4-BE49-F238E27FC236}">
                <a16:creationId xmlns:a16="http://schemas.microsoft.com/office/drawing/2014/main" id="{8F8E0F91-49F6-1F0A-3006-02E5C95E9AE5}"/>
              </a:ext>
            </a:extLst>
          </p:cNvPr>
          <p:cNvSpPr>
            <a:spLocks/>
          </p:cNvSpPr>
          <p:nvPr/>
        </p:nvSpPr>
        <p:spPr bwMode="auto">
          <a:xfrm>
            <a:off x="6021656" y="4204944"/>
            <a:ext cx="426078" cy="116671"/>
          </a:xfrm>
          <a:custGeom>
            <a:avLst/>
            <a:gdLst>
              <a:gd name="T0" fmla="*/ 610 w 623"/>
              <a:gd name="T1" fmla="*/ 188 h 188"/>
              <a:gd name="T2" fmla="*/ 610 w 623"/>
              <a:gd name="T3" fmla="*/ 188 h 188"/>
              <a:gd name="T4" fmla="*/ 603 w 623"/>
              <a:gd name="T5" fmla="*/ 185 h 188"/>
              <a:gd name="T6" fmla="*/ 513 w 623"/>
              <a:gd name="T7" fmla="*/ 123 h 188"/>
              <a:gd name="T8" fmla="*/ 443 w 623"/>
              <a:gd name="T9" fmla="*/ 84 h 188"/>
              <a:gd name="T10" fmla="*/ 390 w 623"/>
              <a:gd name="T11" fmla="*/ 63 h 188"/>
              <a:gd name="T12" fmla="*/ 312 w 623"/>
              <a:gd name="T13" fmla="*/ 41 h 188"/>
              <a:gd name="T14" fmla="*/ 199 w 623"/>
              <a:gd name="T15" fmla="*/ 26 h 188"/>
              <a:gd name="T16" fmla="*/ 99 w 623"/>
              <a:gd name="T17" fmla="*/ 25 h 188"/>
              <a:gd name="T18" fmla="*/ 14 w 623"/>
              <a:gd name="T19" fmla="*/ 37 h 188"/>
              <a:gd name="T20" fmla="*/ 1 w 623"/>
              <a:gd name="T21" fmla="*/ 28 h 188"/>
              <a:gd name="T22" fmla="*/ 10 w 623"/>
              <a:gd name="T23" fmla="*/ 15 h 188"/>
              <a:gd name="T24" fmla="*/ 97 w 623"/>
              <a:gd name="T25" fmla="*/ 3 h 188"/>
              <a:gd name="T26" fmla="*/ 201 w 623"/>
              <a:gd name="T27" fmla="*/ 3 h 188"/>
              <a:gd name="T28" fmla="*/ 317 w 623"/>
              <a:gd name="T29" fmla="*/ 19 h 188"/>
              <a:gd name="T30" fmla="*/ 398 w 623"/>
              <a:gd name="T31" fmla="*/ 41 h 188"/>
              <a:gd name="T32" fmla="*/ 452 w 623"/>
              <a:gd name="T33" fmla="*/ 64 h 188"/>
              <a:gd name="T34" fmla="*/ 524 w 623"/>
              <a:gd name="T35" fmla="*/ 103 h 188"/>
              <a:gd name="T36" fmla="*/ 617 w 623"/>
              <a:gd name="T37" fmla="*/ 167 h 188"/>
              <a:gd name="T38" fmla="*/ 619 w 623"/>
              <a:gd name="T39" fmla="*/ 183 h 188"/>
              <a:gd name="T40" fmla="*/ 610 w 623"/>
              <a:gd name="T41"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3" h="188">
                <a:moveTo>
                  <a:pt x="610" y="188"/>
                </a:moveTo>
                <a:lnTo>
                  <a:pt x="610" y="188"/>
                </a:lnTo>
                <a:cubicBezTo>
                  <a:pt x="607" y="188"/>
                  <a:pt x="605" y="187"/>
                  <a:pt x="603" y="185"/>
                </a:cubicBezTo>
                <a:cubicBezTo>
                  <a:pt x="573" y="160"/>
                  <a:pt x="541" y="140"/>
                  <a:pt x="513" y="123"/>
                </a:cubicBezTo>
                <a:cubicBezTo>
                  <a:pt x="492" y="110"/>
                  <a:pt x="468" y="96"/>
                  <a:pt x="443" y="84"/>
                </a:cubicBezTo>
                <a:cubicBezTo>
                  <a:pt x="426" y="77"/>
                  <a:pt x="409" y="69"/>
                  <a:pt x="390" y="63"/>
                </a:cubicBezTo>
                <a:cubicBezTo>
                  <a:pt x="366" y="54"/>
                  <a:pt x="340" y="47"/>
                  <a:pt x="312" y="41"/>
                </a:cubicBezTo>
                <a:cubicBezTo>
                  <a:pt x="277" y="33"/>
                  <a:pt x="240" y="28"/>
                  <a:pt x="199" y="26"/>
                </a:cubicBezTo>
                <a:cubicBezTo>
                  <a:pt x="160" y="23"/>
                  <a:pt x="128" y="23"/>
                  <a:pt x="99" y="25"/>
                </a:cubicBezTo>
                <a:cubicBezTo>
                  <a:pt x="72" y="27"/>
                  <a:pt x="43" y="31"/>
                  <a:pt x="14" y="37"/>
                </a:cubicBezTo>
                <a:cubicBezTo>
                  <a:pt x="8" y="38"/>
                  <a:pt x="2" y="34"/>
                  <a:pt x="1" y="28"/>
                </a:cubicBezTo>
                <a:cubicBezTo>
                  <a:pt x="0" y="22"/>
                  <a:pt x="4" y="16"/>
                  <a:pt x="10" y="15"/>
                </a:cubicBezTo>
                <a:cubicBezTo>
                  <a:pt x="40" y="9"/>
                  <a:pt x="69" y="5"/>
                  <a:pt x="97" y="3"/>
                </a:cubicBezTo>
                <a:cubicBezTo>
                  <a:pt x="128" y="0"/>
                  <a:pt x="161" y="0"/>
                  <a:pt x="201" y="3"/>
                </a:cubicBezTo>
                <a:cubicBezTo>
                  <a:pt x="243" y="6"/>
                  <a:pt x="281" y="11"/>
                  <a:pt x="317" y="19"/>
                </a:cubicBezTo>
                <a:cubicBezTo>
                  <a:pt x="346" y="25"/>
                  <a:pt x="373" y="33"/>
                  <a:pt x="398" y="41"/>
                </a:cubicBezTo>
                <a:cubicBezTo>
                  <a:pt x="417" y="48"/>
                  <a:pt x="435" y="56"/>
                  <a:pt x="452" y="64"/>
                </a:cubicBezTo>
                <a:cubicBezTo>
                  <a:pt x="479" y="76"/>
                  <a:pt x="503" y="90"/>
                  <a:pt x="524" y="103"/>
                </a:cubicBezTo>
                <a:cubicBezTo>
                  <a:pt x="553" y="121"/>
                  <a:pt x="587" y="142"/>
                  <a:pt x="617" y="167"/>
                </a:cubicBezTo>
                <a:cubicBezTo>
                  <a:pt x="622" y="172"/>
                  <a:pt x="623" y="179"/>
                  <a:pt x="619" y="183"/>
                </a:cubicBezTo>
                <a:cubicBezTo>
                  <a:pt x="616" y="186"/>
                  <a:pt x="613" y="188"/>
                  <a:pt x="610" y="18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49" name="Freeform 48">
            <a:extLst>
              <a:ext uri="{FF2B5EF4-FFF2-40B4-BE49-F238E27FC236}">
                <a16:creationId xmlns:a16="http://schemas.microsoft.com/office/drawing/2014/main" id="{29150310-798A-F3D2-F5F6-8BB9ACC3F773}"/>
              </a:ext>
            </a:extLst>
          </p:cNvPr>
          <p:cNvSpPr>
            <a:spLocks/>
          </p:cNvSpPr>
          <p:nvPr/>
        </p:nvSpPr>
        <p:spPr bwMode="auto">
          <a:xfrm>
            <a:off x="5814929" y="4163681"/>
            <a:ext cx="89950" cy="51221"/>
          </a:xfrm>
          <a:custGeom>
            <a:avLst/>
            <a:gdLst>
              <a:gd name="T0" fmla="*/ 13 w 131"/>
              <a:gd name="T1" fmla="*/ 81 h 81"/>
              <a:gd name="T2" fmla="*/ 13 w 131"/>
              <a:gd name="T3" fmla="*/ 81 h 81"/>
              <a:gd name="T4" fmla="*/ 4 w 131"/>
              <a:gd name="T5" fmla="*/ 76 h 81"/>
              <a:gd name="T6" fmla="*/ 7 w 131"/>
              <a:gd name="T7" fmla="*/ 60 h 81"/>
              <a:gd name="T8" fmla="*/ 114 w 131"/>
              <a:gd name="T9" fmla="*/ 3 h 81"/>
              <a:gd name="T10" fmla="*/ 129 w 131"/>
              <a:gd name="T11" fmla="*/ 9 h 81"/>
              <a:gd name="T12" fmla="*/ 123 w 131"/>
              <a:gd name="T13" fmla="*/ 24 h 81"/>
              <a:gd name="T14" fmla="*/ 19 w 131"/>
              <a:gd name="T15" fmla="*/ 80 h 81"/>
              <a:gd name="T16" fmla="*/ 13 w 131"/>
              <a:gd name="T1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81">
                <a:moveTo>
                  <a:pt x="13" y="81"/>
                </a:moveTo>
                <a:lnTo>
                  <a:pt x="13" y="81"/>
                </a:lnTo>
                <a:cubicBezTo>
                  <a:pt x="10" y="81"/>
                  <a:pt x="6" y="79"/>
                  <a:pt x="4" y="76"/>
                </a:cubicBezTo>
                <a:cubicBezTo>
                  <a:pt x="0" y="71"/>
                  <a:pt x="2" y="64"/>
                  <a:pt x="7" y="60"/>
                </a:cubicBezTo>
                <a:cubicBezTo>
                  <a:pt x="47" y="36"/>
                  <a:pt x="80" y="17"/>
                  <a:pt x="114" y="3"/>
                </a:cubicBezTo>
                <a:cubicBezTo>
                  <a:pt x="120" y="0"/>
                  <a:pt x="126" y="3"/>
                  <a:pt x="129" y="9"/>
                </a:cubicBezTo>
                <a:cubicBezTo>
                  <a:pt x="131" y="15"/>
                  <a:pt x="129" y="21"/>
                  <a:pt x="123" y="24"/>
                </a:cubicBezTo>
                <a:cubicBezTo>
                  <a:pt x="91" y="38"/>
                  <a:pt x="58" y="55"/>
                  <a:pt x="19" y="80"/>
                </a:cubicBezTo>
                <a:cubicBezTo>
                  <a:pt x="18" y="81"/>
                  <a:pt x="16" y="81"/>
                  <a:pt x="13" y="8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0" name="Freeform 49">
            <a:extLst>
              <a:ext uri="{FF2B5EF4-FFF2-40B4-BE49-F238E27FC236}">
                <a16:creationId xmlns:a16="http://schemas.microsoft.com/office/drawing/2014/main" id="{D32F5804-75CC-07DF-7994-F588EDB44F60}"/>
              </a:ext>
            </a:extLst>
          </p:cNvPr>
          <p:cNvSpPr>
            <a:spLocks/>
          </p:cNvSpPr>
          <p:nvPr/>
        </p:nvSpPr>
        <p:spPr bwMode="auto">
          <a:xfrm>
            <a:off x="5537190" y="4553534"/>
            <a:ext cx="647008" cy="631730"/>
          </a:xfrm>
          <a:custGeom>
            <a:avLst/>
            <a:gdLst>
              <a:gd name="T0" fmla="*/ 857 w 942"/>
              <a:gd name="T1" fmla="*/ 1021 h 1021"/>
              <a:gd name="T2" fmla="*/ 857 w 942"/>
              <a:gd name="T3" fmla="*/ 1021 h 1021"/>
              <a:gd name="T4" fmla="*/ 831 w 942"/>
              <a:gd name="T5" fmla="*/ 1021 h 1021"/>
              <a:gd name="T6" fmla="*/ 731 w 942"/>
              <a:gd name="T7" fmla="*/ 1012 h 1021"/>
              <a:gd name="T8" fmla="*/ 637 w 942"/>
              <a:gd name="T9" fmla="*/ 993 h 1021"/>
              <a:gd name="T10" fmla="*/ 555 w 942"/>
              <a:gd name="T11" fmla="*/ 966 h 1021"/>
              <a:gd name="T12" fmla="*/ 456 w 942"/>
              <a:gd name="T13" fmla="*/ 920 h 1021"/>
              <a:gd name="T14" fmla="*/ 352 w 942"/>
              <a:gd name="T15" fmla="*/ 855 h 1021"/>
              <a:gd name="T16" fmla="*/ 263 w 942"/>
              <a:gd name="T17" fmla="*/ 781 h 1021"/>
              <a:gd name="T18" fmla="*/ 191 w 942"/>
              <a:gd name="T19" fmla="*/ 702 h 1021"/>
              <a:gd name="T20" fmla="*/ 129 w 942"/>
              <a:gd name="T21" fmla="*/ 613 h 1021"/>
              <a:gd name="T22" fmla="*/ 73 w 942"/>
              <a:gd name="T23" fmla="*/ 508 h 1021"/>
              <a:gd name="T24" fmla="*/ 37 w 942"/>
              <a:gd name="T25" fmla="*/ 413 h 1021"/>
              <a:gd name="T26" fmla="*/ 16 w 942"/>
              <a:gd name="T27" fmla="*/ 327 h 1021"/>
              <a:gd name="T28" fmla="*/ 2 w 942"/>
              <a:gd name="T29" fmla="*/ 219 h 1021"/>
              <a:gd name="T30" fmla="*/ 2 w 942"/>
              <a:gd name="T31" fmla="*/ 128 h 1021"/>
              <a:gd name="T32" fmla="*/ 14 w 942"/>
              <a:gd name="T33" fmla="*/ 11 h 1021"/>
              <a:gd name="T34" fmla="*/ 27 w 942"/>
              <a:gd name="T35" fmla="*/ 2 h 1021"/>
              <a:gd name="T36" fmla="*/ 36 w 942"/>
              <a:gd name="T37" fmla="*/ 15 h 1021"/>
              <a:gd name="T38" fmla="*/ 24 w 942"/>
              <a:gd name="T39" fmla="*/ 129 h 1021"/>
              <a:gd name="T40" fmla="*/ 24 w 942"/>
              <a:gd name="T41" fmla="*/ 218 h 1021"/>
              <a:gd name="T42" fmla="*/ 39 w 942"/>
              <a:gd name="T43" fmla="*/ 322 h 1021"/>
              <a:gd name="T44" fmla="*/ 59 w 942"/>
              <a:gd name="T45" fmla="*/ 407 h 1021"/>
              <a:gd name="T46" fmla="*/ 93 w 942"/>
              <a:gd name="T47" fmla="*/ 498 h 1021"/>
              <a:gd name="T48" fmla="*/ 148 w 942"/>
              <a:gd name="T49" fmla="*/ 601 h 1021"/>
              <a:gd name="T50" fmla="*/ 209 w 942"/>
              <a:gd name="T51" fmla="*/ 688 h 1021"/>
              <a:gd name="T52" fmla="*/ 279 w 942"/>
              <a:gd name="T53" fmla="*/ 765 h 1021"/>
              <a:gd name="T54" fmla="*/ 365 w 942"/>
              <a:gd name="T55" fmla="*/ 837 h 1021"/>
              <a:gd name="T56" fmla="*/ 467 w 942"/>
              <a:gd name="T57" fmla="*/ 900 h 1021"/>
              <a:gd name="T58" fmla="*/ 563 w 942"/>
              <a:gd name="T59" fmla="*/ 945 h 1021"/>
              <a:gd name="T60" fmla="*/ 643 w 942"/>
              <a:gd name="T61" fmla="*/ 971 h 1021"/>
              <a:gd name="T62" fmla="*/ 734 w 942"/>
              <a:gd name="T63" fmla="*/ 989 h 1021"/>
              <a:gd name="T64" fmla="*/ 831 w 942"/>
              <a:gd name="T65" fmla="*/ 998 h 1021"/>
              <a:gd name="T66" fmla="*/ 930 w 942"/>
              <a:gd name="T67" fmla="*/ 995 h 1021"/>
              <a:gd name="T68" fmla="*/ 942 w 942"/>
              <a:gd name="T69" fmla="*/ 1006 h 1021"/>
              <a:gd name="T70" fmla="*/ 931 w 942"/>
              <a:gd name="T71" fmla="*/ 1018 h 1021"/>
              <a:gd name="T72" fmla="*/ 857 w 942"/>
              <a:gd name="T73" fmla="*/ 1021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2" h="1021">
                <a:moveTo>
                  <a:pt x="857" y="1021"/>
                </a:moveTo>
                <a:lnTo>
                  <a:pt x="857" y="1021"/>
                </a:lnTo>
                <a:cubicBezTo>
                  <a:pt x="848" y="1021"/>
                  <a:pt x="839" y="1021"/>
                  <a:pt x="831" y="1021"/>
                </a:cubicBezTo>
                <a:cubicBezTo>
                  <a:pt x="798" y="1020"/>
                  <a:pt x="765" y="1017"/>
                  <a:pt x="731" y="1012"/>
                </a:cubicBezTo>
                <a:cubicBezTo>
                  <a:pt x="697" y="1007"/>
                  <a:pt x="666" y="1000"/>
                  <a:pt x="637" y="993"/>
                </a:cubicBezTo>
                <a:cubicBezTo>
                  <a:pt x="611" y="986"/>
                  <a:pt x="583" y="977"/>
                  <a:pt x="555" y="966"/>
                </a:cubicBezTo>
                <a:cubicBezTo>
                  <a:pt x="522" y="953"/>
                  <a:pt x="489" y="938"/>
                  <a:pt x="456" y="920"/>
                </a:cubicBezTo>
                <a:cubicBezTo>
                  <a:pt x="419" y="901"/>
                  <a:pt x="384" y="879"/>
                  <a:pt x="352" y="855"/>
                </a:cubicBezTo>
                <a:cubicBezTo>
                  <a:pt x="321" y="833"/>
                  <a:pt x="291" y="808"/>
                  <a:pt x="263" y="781"/>
                </a:cubicBezTo>
                <a:cubicBezTo>
                  <a:pt x="237" y="756"/>
                  <a:pt x="213" y="729"/>
                  <a:pt x="191" y="702"/>
                </a:cubicBezTo>
                <a:cubicBezTo>
                  <a:pt x="169" y="675"/>
                  <a:pt x="149" y="646"/>
                  <a:pt x="129" y="613"/>
                </a:cubicBezTo>
                <a:cubicBezTo>
                  <a:pt x="107" y="579"/>
                  <a:pt x="89" y="544"/>
                  <a:pt x="73" y="508"/>
                </a:cubicBezTo>
                <a:cubicBezTo>
                  <a:pt x="58" y="474"/>
                  <a:pt x="46" y="443"/>
                  <a:pt x="37" y="413"/>
                </a:cubicBezTo>
                <a:cubicBezTo>
                  <a:pt x="28" y="383"/>
                  <a:pt x="21" y="351"/>
                  <a:pt x="16" y="327"/>
                </a:cubicBezTo>
                <a:cubicBezTo>
                  <a:pt x="11" y="298"/>
                  <a:pt x="4" y="260"/>
                  <a:pt x="2" y="219"/>
                </a:cubicBezTo>
                <a:cubicBezTo>
                  <a:pt x="0" y="186"/>
                  <a:pt x="1" y="153"/>
                  <a:pt x="2" y="128"/>
                </a:cubicBezTo>
                <a:cubicBezTo>
                  <a:pt x="4" y="82"/>
                  <a:pt x="8" y="45"/>
                  <a:pt x="14" y="11"/>
                </a:cubicBezTo>
                <a:cubicBezTo>
                  <a:pt x="15" y="5"/>
                  <a:pt x="21" y="0"/>
                  <a:pt x="27" y="2"/>
                </a:cubicBezTo>
                <a:cubicBezTo>
                  <a:pt x="33" y="3"/>
                  <a:pt x="37" y="9"/>
                  <a:pt x="36" y="15"/>
                </a:cubicBezTo>
                <a:cubicBezTo>
                  <a:pt x="30" y="48"/>
                  <a:pt x="26" y="84"/>
                  <a:pt x="24" y="129"/>
                </a:cubicBezTo>
                <a:cubicBezTo>
                  <a:pt x="23" y="154"/>
                  <a:pt x="22" y="186"/>
                  <a:pt x="24" y="218"/>
                </a:cubicBezTo>
                <a:cubicBezTo>
                  <a:pt x="26" y="248"/>
                  <a:pt x="31" y="281"/>
                  <a:pt x="39" y="322"/>
                </a:cubicBezTo>
                <a:cubicBezTo>
                  <a:pt x="43" y="346"/>
                  <a:pt x="50" y="377"/>
                  <a:pt x="59" y="407"/>
                </a:cubicBezTo>
                <a:cubicBezTo>
                  <a:pt x="67" y="436"/>
                  <a:pt x="79" y="466"/>
                  <a:pt x="93" y="498"/>
                </a:cubicBezTo>
                <a:cubicBezTo>
                  <a:pt x="109" y="533"/>
                  <a:pt x="127" y="568"/>
                  <a:pt x="148" y="601"/>
                </a:cubicBezTo>
                <a:cubicBezTo>
                  <a:pt x="168" y="634"/>
                  <a:pt x="188" y="662"/>
                  <a:pt x="209" y="688"/>
                </a:cubicBezTo>
                <a:cubicBezTo>
                  <a:pt x="230" y="714"/>
                  <a:pt x="254" y="740"/>
                  <a:pt x="279" y="765"/>
                </a:cubicBezTo>
                <a:cubicBezTo>
                  <a:pt x="306" y="790"/>
                  <a:pt x="335" y="815"/>
                  <a:pt x="365" y="837"/>
                </a:cubicBezTo>
                <a:cubicBezTo>
                  <a:pt x="397" y="860"/>
                  <a:pt x="431" y="881"/>
                  <a:pt x="467" y="900"/>
                </a:cubicBezTo>
                <a:cubicBezTo>
                  <a:pt x="499" y="918"/>
                  <a:pt x="531" y="932"/>
                  <a:pt x="563" y="945"/>
                </a:cubicBezTo>
                <a:cubicBezTo>
                  <a:pt x="590" y="955"/>
                  <a:pt x="617" y="964"/>
                  <a:pt x="643" y="971"/>
                </a:cubicBezTo>
                <a:cubicBezTo>
                  <a:pt x="671" y="978"/>
                  <a:pt x="701" y="984"/>
                  <a:pt x="734" y="989"/>
                </a:cubicBezTo>
                <a:cubicBezTo>
                  <a:pt x="767" y="994"/>
                  <a:pt x="800" y="997"/>
                  <a:pt x="831" y="998"/>
                </a:cubicBezTo>
                <a:cubicBezTo>
                  <a:pt x="863" y="999"/>
                  <a:pt x="896" y="998"/>
                  <a:pt x="930" y="995"/>
                </a:cubicBezTo>
                <a:cubicBezTo>
                  <a:pt x="936" y="995"/>
                  <a:pt x="941" y="999"/>
                  <a:pt x="942" y="1006"/>
                </a:cubicBezTo>
                <a:cubicBezTo>
                  <a:pt x="942" y="1012"/>
                  <a:pt x="938" y="1017"/>
                  <a:pt x="931" y="1018"/>
                </a:cubicBezTo>
                <a:cubicBezTo>
                  <a:pt x="906" y="1020"/>
                  <a:pt x="881" y="1021"/>
                  <a:pt x="857" y="102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1" name="Freeform 50">
            <a:extLst>
              <a:ext uri="{FF2B5EF4-FFF2-40B4-BE49-F238E27FC236}">
                <a16:creationId xmlns:a16="http://schemas.microsoft.com/office/drawing/2014/main" id="{2DC74FAA-DB95-BBC5-91C3-196203562FE3}"/>
              </a:ext>
            </a:extLst>
          </p:cNvPr>
          <p:cNvSpPr>
            <a:spLocks/>
          </p:cNvSpPr>
          <p:nvPr/>
        </p:nvSpPr>
        <p:spPr bwMode="auto">
          <a:xfrm>
            <a:off x="6282037" y="5055786"/>
            <a:ext cx="214617" cy="108134"/>
          </a:xfrm>
          <a:custGeom>
            <a:avLst/>
            <a:gdLst>
              <a:gd name="T0" fmla="*/ 13 w 312"/>
              <a:gd name="T1" fmla="*/ 175 h 175"/>
              <a:gd name="T2" fmla="*/ 13 w 312"/>
              <a:gd name="T3" fmla="*/ 175 h 175"/>
              <a:gd name="T4" fmla="*/ 2 w 312"/>
              <a:gd name="T5" fmla="*/ 167 h 175"/>
              <a:gd name="T6" fmla="*/ 10 w 312"/>
              <a:gd name="T7" fmla="*/ 153 h 175"/>
              <a:gd name="T8" fmla="*/ 94 w 312"/>
              <a:gd name="T9" fmla="*/ 123 h 175"/>
              <a:gd name="T10" fmla="*/ 188 w 312"/>
              <a:gd name="T11" fmla="*/ 76 h 175"/>
              <a:gd name="T12" fmla="*/ 292 w 312"/>
              <a:gd name="T13" fmla="*/ 4 h 175"/>
              <a:gd name="T14" fmla="*/ 308 w 312"/>
              <a:gd name="T15" fmla="*/ 6 h 175"/>
              <a:gd name="T16" fmla="*/ 306 w 312"/>
              <a:gd name="T17" fmla="*/ 22 h 175"/>
              <a:gd name="T18" fmla="*/ 199 w 312"/>
              <a:gd name="T19" fmla="*/ 96 h 175"/>
              <a:gd name="T20" fmla="*/ 103 w 312"/>
              <a:gd name="T21" fmla="*/ 144 h 175"/>
              <a:gd name="T22" fmla="*/ 16 w 312"/>
              <a:gd name="T23" fmla="*/ 175 h 175"/>
              <a:gd name="T24" fmla="*/ 13 w 312"/>
              <a:gd name="T25"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75">
                <a:moveTo>
                  <a:pt x="13" y="175"/>
                </a:moveTo>
                <a:lnTo>
                  <a:pt x="13" y="175"/>
                </a:lnTo>
                <a:cubicBezTo>
                  <a:pt x="8" y="175"/>
                  <a:pt x="4" y="172"/>
                  <a:pt x="2" y="167"/>
                </a:cubicBezTo>
                <a:cubicBezTo>
                  <a:pt x="0" y="161"/>
                  <a:pt x="4" y="155"/>
                  <a:pt x="10" y="153"/>
                </a:cubicBezTo>
                <a:cubicBezTo>
                  <a:pt x="38" y="144"/>
                  <a:pt x="66" y="134"/>
                  <a:pt x="94" y="123"/>
                </a:cubicBezTo>
                <a:cubicBezTo>
                  <a:pt x="126" y="109"/>
                  <a:pt x="158" y="93"/>
                  <a:pt x="188" y="76"/>
                </a:cubicBezTo>
                <a:cubicBezTo>
                  <a:pt x="223" y="56"/>
                  <a:pt x="257" y="32"/>
                  <a:pt x="292" y="4"/>
                </a:cubicBezTo>
                <a:cubicBezTo>
                  <a:pt x="297" y="0"/>
                  <a:pt x="304" y="1"/>
                  <a:pt x="308" y="6"/>
                </a:cubicBezTo>
                <a:cubicBezTo>
                  <a:pt x="312" y="11"/>
                  <a:pt x="311" y="18"/>
                  <a:pt x="306" y="22"/>
                </a:cubicBezTo>
                <a:cubicBezTo>
                  <a:pt x="270" y="51"/>
                  <a:pt x="235" y="75"/>
                  <a:pt x="199" y="96"/>
                </a:cubicBezTo>
                <a:cubicBezTo>
                  <a:pt x="168" y="114"/>
                  <a:pt x="136" y="130"/>
                  <a:pt x="103" y="144"/>
                </a:cubicBezTo>
                <a:cubicBezTo>
                  <a:pt x="74" y="155"/>
                  <a:pt x="45" y="166"/>
                  <a:pt x="16" y="175"/>
                </a:cubicBezTo>
                <a:cubicBezTo>
                  <a:pt x="15" y="175"/>
                  <a:pt x="14" y="175"/>
                  <a:pt x="13" y="175"/>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2" name="Freeform 51">
            <a:extLst>
              <a:ext uri="{FF2B5EF4-FFF2-40B4-BE49-F238E27FC236}">
                <a16:creationId xmlns:a16="http://schemas.microsoft.com/office/drawing/2014/main" id="{DC2E7E8B-3851-D5A5-BF98-FDCEB2F97BFC}"/>
              </a:ext>
            </a:extLst>
          </p:cNvPr>
          <p:cNvSpPr>
            <a:spLocks/>
          </p:cNvSpPr>
          <p:nvPr/>
        </p:nvSpPr>
        <p:spPr bwMode="auto">
          <a:xfrm>
            <a:off x="6583447" y="4886472"/>
            <a:ext cx="67857" cy="86792"/>
          </a:xfrm>
          <a:custGeom>
            <a:avLst/>
            <a:gdLst>
              <a:gd name="T0" fmla="*/ 13 w 97"/>
              <a:gd name="T1" fmla="*/ 140 h 140"/>
              <a:gd name="T2" fmla="*/ 13 w 97"/>
              <a:gd name="T3" fmla="*/ 140 h 140"/>
              <a:gd name="T4" fmla="*/ 6 w 97"/>
              <a:gd name="T5" fmla="*/ 138 h 140"/>
              <a:gd name="T6" fmla="*/ 4 w 97"/>
              <a:gd name="T7" fmla="*/ 122 h 140"/>
              <a:gd name="T8" fmla="*/ 74 w 97"/>
              <a:gd name="T9" fmla="*/ 8 h 140"/>
              <a:gd name="T10" fmla="*/ 90 w 97"/>
              <a:gd name="T11" fmla="*/ 3 h 140"/>
              <a:gd name="T12" fmla="*/ 95 w 97"/>
              <a:gd name="T13" fmla="*/ 18 h 140"/>
              <a:gd name="T14" fmla="*/ 22 w 97"/>
              <a:gd name="T15" fmla="*/ 135 h 140"/>
              <a:gd name="T16" fmla="*/ 13 w 97"/>
              <a:gd name="T1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40">
                <a:moveTo>
                  <a:pt x="13" y="140"/>
                </a:moveTo>
                <a:lnTo>
                  <a:pt x="13" y="140"/>
                </a:lnTo>
                <a:cubicBezTo>
                  <a:pt x="11" y="140"/>
                  <a:pt x="8" y="139"/>
                  <a:pt x="6" y="138"/>
                </a:cubicBezTo>
                <a:cubicBezTo>
                  <a:pt x="1" y="134"/>
                  <a:pt x="0" y="127"/>
                  <a:pt x="4" y="122"/>
                </a:cubicBezTo>
                <a:cubicBezTo>
                  <a:pt x="30" y="86"/>
                  <a:pt x="54" y="48"/>
                  <a:pt x="74" y="8"/>
                </a:cubicBezTo>
                <a:cubicBezTo>
                  <a:pt x="77" y="2"/>
                  <a:pt x="84" y="0"/>
                  <a:pt x="90" y="3"/>
                </a:cubicBezTo>
                <a:cubicBezTo>
                  <a:pt x="95" y="6"/>
                  <a:pt x="97" y="12"/>
                  <a:pt x="95" y="18"/>
                </a:cubicBezTo>
                <a:cubicBezTo>
                  <a:pt x="74" y="59"/>
                  <a:pt x="49" y="98"/>
                  <a:pt x="22" y="135"/>
                </a:cubicBezTo>
                <a:cubicBezTo>
                  <a:pt x="20" y="138"/>
                  <a:pt x="16" y="140"/>
                  <a:pt x="13" y="140"/>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3" name="Freeform 52">
            <a:extLst>
              <a:ext uri="{FF2B5EF4-FFF2-40B4-BE49-F238E27FC236}">
                <a16:creationId xmlns:a16="http://schemas.microsoft.com/office/drawing/2014/main" id="{81F47CDE-112D-ECF7-F1F5-72FCD2D9EFBE}"/>
              </a:ext>
            </a:extLst>
          </p:cNvPr>
          <p:cNvSpPr>
            <a:spLocks/>
          </p:cNvSpPr>
          <p:nvPr/>
        </p:nvSpPr>
        <p:spPr bwMode="auto">
          <a:xfrm>
            <a:off x="6353049" y="4166528"/>
            <a:ext cx="361378" cy="460992"/>
          </a:xfrm>
          <a:custGeom>
            <a:avLst/>
            <a:gdLst>
              <a:gd name="T0" fmla="*/ 515 w 527"/>
              <a:gd name="T1" fmla="*/ 744 h 744"/>
              <a:gd name="T2" fmla="*/ 515 w 527"/>
              <a:gd name="T3" fmla="*/ 744 h 744"/>
              <a:gd name="T4" fmla="*/ 504 w 527"/>
              <a:gd name="T5" fmla="*/ 733 h 744"/>
              <a:gd name="T6" fmla="*/ 491 w 527"/>
              <a:gd name="T7" fmla="*/ 633 h 744"/>
              <a:gd name="T8" fmla="*/ 454 w 527"/>
              <a:gd name="T9" fmla="*/ 502 h 744"/>
              <a:gd name="T10" fmla="*/ 379 w 527"/>
              <a:gd name="T11" fmla="*/ 350 h 744"/>
              <a:gd name="T12" fmla="*/ 283 w 527"/>
              <a:gd name="T13" fmla="*/ 223 h 744"/>
              <a:gd name="T14" fmla="*/ 197 w 527"/>
              <a:gd name="T15" fmla="*/ 139 h 744"/>
              <a:gd name="T16" fmla="*/ 87 w 527"/>
              <a:gd name="T17" fmla="*/ 65 h 744"/>
              <a:gd name="T18" fmla="*/ 9 w 527"/>
              <a:gd name="T19" fmla="*/ 23 h 744"/>
              <a:gd name="T20" fmla="*/ 3 w 527"/>
              <a:gd name="T21" fmla="*/ 8 h 744"/>
              <a:gd name="T22" fmla="*/ 18 w 527"/>
              <a:gd name="T23" fmla="*/ 2 h 744"/>
              <a:gd name="T24" fmla="*/ 98 w 527"/>
              <a:gd name="T25" fmla="*/ 45 h 744"/>
              <a:gd name="T26" fmla="*/ 211 w 527"/>
              <a:gd name="T27" fmla="*/ 122 h 744"/>
              <a:gd name="T28" fmla="*/ 300 w 527"/>
              <a:gd name="T29" fmla="*/ 207 h 744"/>
              <a:gd name="T30" fmla="*/ 398 w 527"/>
              <a:gd name="T31" fmla="*/ 338 h 744"/>
              <a:gd name="T32" fmla="*/ 475 w 527"/>
              <a:gd name="T33" fmla="*/ 494 h 744"/>
              <a:gd name="T34" fmla="*/ 513 w 527"/>
              <a:gd name="T35" fmla="*/ 628 h 744"/>
              <a:gd name="T36" fmla="*/ 527 w 527"/>
              <a:gd name="T37" fmla="*/ 732 h 744"/>
              <a:gd name="T38" fmla="*/ 516 w 527"/>
              <a:gd name="T39" fmla="*/ 744 h 744"/>
              <a:gd name="T40" fmla="*/ 515 w 527"/>
              <a:gd name="T41" fmla="*/ 74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7" h="744">
                <a:moveTo>
                  <a:pt x="515" y="744"/>
                </a:moveTo>
                <a:lnTo>
                  <a:pt x="515" y="744"/>
                </a:lnTo>
                <a:cubicBezTo>
                  <a:pt x="509" y="744"/>
                  <a:pt x="504" y="739"/>
                  <a:pt x="504" y="733"/>
                </a:cubicBezTo>
                <a:cubicBezTo>
                  <a:pt x="502" y="701"/>
                  <a:pt x="497" y="667"/>
                  <a:pt x="491" y="633"/>
                </a:cubicBezTo>
                <a:cubicBezTo>
                  <a:pt x="482" y="588"/>
                  <a:pt x="470" y="544"/>
                  <a:pt x="454" y="502"/>
                </a:cubicBezTo>
                <a:cubicBezTo>
                  <a:pt x="435" y="451"/>
                  <a:pt x="410" y="400"/>
                  <a:pt x="379" y="350"/>
                </a:cubicBezTo>
                <a:cubicBezTo>
                  <a:pt x="350" y="304"/>
                  <a:pt x="318" y="261"/>
                  <a:pt x="283" y="223"/>
                </a:cubicBezTo>
                <a:cubicBezTo>
                  <a:pt x="254" y="190"/>
                  <a:pt x="225" y="163"/>
                  <a:pt x="197" y="139"/>
                </a:cubicBezTo>
                <a:cubicBezTo>
                  <a:pt x="159" y="109"/>
                  <a:pt x="118" y="84"/>
                  <a:pt x="87" y="65"/>
                </a:cubicBezTo>
                <a:cubicBezTo>
                  <a:pt x="64" y="51"/>
                  <a:pt x="37" y="36"/>
                  <a:pt x="9" y="23"/>
                </a:cubicBezTo>
                <a:cubicBezTo>
                  <a:pt x="3" y="20"/>
                  <a:pt x="0" y="14"/>
                  <a:pt x="3" y="8"/>
                </a:cubicBezTo>
                <a:cubicBezTo>
                  <a:pt x="6" y="2"/>
                  <a:pt x="12" y="0"/>
                  <a:pt x="18" y="2"/>
                </a:cubicBezTo>
                <a:cubicBezTo>
                  <a:pt x="47" y="15"/>
                  <a:pt x="75" y="31"/>
                  <a:pt x="98" y="45"/>
                </a:cubicBezTo>
                <a:cubicBezTo>
                  <a:pt x="130" y="64"/>
                  <a:pt x="173" y="90"/>
                  <a:pt x="211" y="122"/>
                </a:cubicBezTo>
                <a:cubicBezTo>
                  <a:pt x="241" y="146"/>
                  <a:pt x="270" y="174"/>
                  <a:pt x="300" y="207"/>
                </a:cubicBezTo>
                <a:cubicBezTo>
                  <a:pt x="336" y="247"/>
                  <a:pt x="369" y="291"/>
                  <a:pt x="398" y="338"/>
                </a:cubicBezTo>
                <a:cubicBezTo>
                  <a:pt x="430" y="389"/>
                  <a:pt x="456" y="442"/>
                  <a:pt x="475" y="494"/>
                </a:cubicBezTo>
                <a:cubicBezTo>
                  <a:pt x="491" y="537"/>
                  <a:pt x="504" y="583"/>
                  <a:pt x="513" y="628"/>
                </a:cubicBezTo>
                <a:cubicBezTo>
                  <a:pt x="520" y="664"/>
                  <a:pt x="525" y="698"/>
                  <a:pt x="527" y="732"/>
                </a:cubicBezTo>
                <a:cubicBezTo>
                  <a:pt x="527" y="738"/>
                  <a:pt x="522" y="743"/>
                  <a:pt x="516" y="744"/>
                </a:cubicBezTo>
                <a:cubicBezTo>
                  <a:pt x="516" y="744"/>
                  <a:pt x="516" y="744"/>
                  <a:pt x="515" y="744"/>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4" name="Freeform 53">
            <a:extLst>
              <a:ext uri="{FF2B5EF4-FFF2-40B4-BE49-F238E27FC236}">
                <a16:creationId xmlns:a16="http://schemas.microsoft.com/office/drawing/2014/main" id="{073D009B-8D66-684C-0AA5-0DC22CF1E768}"/>
              </a:ext>
            </a:extLst>
          </p:cNvPr>
          <p:cNvSpPr>
            <a:spLocks/>
          </p:cNvSpPr>
          <p:nvPr/>
        </p:nvSpPr>
        <p:spPr bwMode="auto">
          <a:xfrm>
            <a:off x="5996406" y="4123843"/>
            <a:ext cx="167275" cy="24187"/>
          </a:xfrm>
          <a:custGeom>
            <a:avLst/>
            <a:gdLst>
              <a:gd name="T0" fmla="*/ 13 w 243"/>
              <a:gd name="T1" fmla="*/ 41 h 41"/>
              <a:gd name="T2" fmla="*/ 13 w 243"/>
              <a:gd name="T3" fmla="*/ 41 h 41"/>
              <a:gd name="T4" fmla="*/ 1 w 243"/>
              <a:gd name="T5" fmla="*/ 32 h 41"/>
              <a:gd name="T6" fmla="*/ 10 w 243"/>
              <a:gd name="T7" fmla="*/ 18 h 41"/>
              <a:gd name="T8" fmla="*/ 113 w 243"/>
              <a:gd name="T9" fmla="*/ 3 h 41"/>
              <a:gd name="T10" fmla="*/ 232 w 243"/>
              <a:gd name="T11" fmla="*/ 2 h 41"/>
              <a:gd name="T12" fmla="*/ 243 w 243"/>
              <a:gd name="T13" fmla="*/ 14 h 41"/>
              <a:gd name="T14" fmla="*/ 231 w 243"/>
              <a:gd name="T15" fmla="*/ 25 h 41"/>
              <a:gd name="T16" fmla="*/ 115 w 243"/>
              <a:gd name="T17" fmla="*/ 26 h 41"/>
              <a:gd name="T18" fmla="*/ 15 w 243"/>
              <a:gd name="T19" fmla="*/ 40 h 41"/>
              <a:gd name="T20" fmla="*/ 13 w 243"/>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3" h="41">
                <a:moveTo>
                  <a:pt x="13" y="41"/>
                </a:moveTo>
                <a:lnTo>
                  <a:pt x="13" y="41"/>
                </a:lnTo>
                <a:cubicBezTo>
                  <a:pt x="7" y="41"/>
                  <a:pt x="3" y="37"/>
                  <a:pt x="1" y="32"/>
                </a:cubicBezTo>
                <a:cubicBezTo>
                  <a:pt x="0" y="26"/>
                  <a:pt x="4" y="20"/>
                  <a:pt x="10" y="18"/>
                </a:cubicBezTo>
                <a:cubicBezTo>
                  <a:pt x="45" y="11"/>
                  <a:pt x="80" y="6"/>
                  <a:pt x="113" y="3"/>
                </a:cubicBezTo>
                <a:cubicBezTo>
                  <a:pt x="149" y="0"/>
                  <a:pt x="186" y="0"/>
                  <a:pt x="232" y="2"/>
                </a:cubicBezTo>
                <a:cubicBezTo>
                  <a:pt x="238" y="2"/>
                  <a:pt x="243" y="8"/>
                  <a:pt x="243" y="14"/>
                </a:cubicBezTo>
                <a:cubicBezTo>
                  <a:pt x="242" y="20"/>
                  <a:pt x="236" y="25"/>
                  <a:pt x="231" y="25"/>
                </a:cubicBezTo>
                <a:cubicBezTo>
                  <a:pt x="186" y="22"/>
                  <a:pt x="150" y="23"/>
                  <a:pt x="115" y="26"/>
                </a:cubicBezTo>
                <a:cubicBezTo>
                  <a:pt x="83" y="28"/>
                  <a:pt x="49" y="33"/>
                  <a:pt x="15" y="40"/>
                </a:cubicBezTo>
                <a:cubicBezTo>
                  <a:pt x="14" y="41"/>
                  <a:pt x="13" y="41"/>
                  <a:pt x="13" y="41"/>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5" name="Freeform 54">
            <a:extLst>
              <a:ext uri="{FF2B5EF4-FFF2-40B4-BE49-F238E27FC236}">
                <a16:creationId xmlns:a16="http://schemas.microsoft.com/office/drawing/2014/main" id="{181EE77C-5D69-88A9-6722-87136225AA90}"/>
              </a:ext>
            </a:extLst>
          </p:cNvPr>
          <p:cNvSpPr>
            <a:spLocks/>
          </p:cNvSpPr>
          <p:nvPr/>
        </p:nvSpPr>
        <p:spPr bwMode="auto">
          <a:xfrm>
            <a:off x="5530877" y="4041320"/>
            <a:ext cx="822173" cy="325824"/>
          </a:xfrm>
          <a:custGeom>
            <a:avLst/>
            <a:gdLst>
              <a:gd name="T0" fmla="*/ 13 w 1200"/>
              <a:gd name="T1" fmla="*/ 526 h 526"/>
              <a:gd name="T2" fmla="*/ 13 w 1200"/>
              <a:gd name="T3" fmla="*/ 526 h 526"/>
              <a:gd name="T4" fmla="*/ 8 w 1200"/>
              <a:gd name="T5" fmla="*/ 525 h 526"/>
              <a:gd name="T6" fmla="*/ 3 w 1200"/>
              <a:gd name="T7" fmla="*/ 509 h 526"/>
              <a:gd name="T8" fmla="*/ 80 w 1200"/>
              <a:gd name="T9" fmla="*/ 394 h 526"/>
              <a:gd name="T10" fmla="*/ 208 w 1200"/>
              <a:gd name="T11" fmla="*/ 255 h 526"/>
              <a:gd name="T12" fmla="*/ 345 w 1200"/>
              <a:gd name="T13" fmla="*/ 151 h 526"/>
              <a:gd name="T14" fmla="*/ 472 w 1200"/>
              <a:gd name="T15" fmla="*/ 82 h 526"/>
              <a:gd name="T16" fmla="*/ 548 w 1200"/>
              <a:gd name="T17" fmla="*/ 53 h 526"/>
              <a:gd name="T18" fmla="*/ 656 w 1200"/>
              <a:gd name="T19" fmla="*/ 23 h 526"/>
              <a:gd name="T20" fmla="*/ 774 w 1200"/>
              <a:gd name="T21" fmla="*/ 4 h 526"/>
              <a:gd name="T22" fmla="*/ 908 w 1200"/>
              <a:gd name="T23" fmla="*/ 2 h 526"/>
              <a:gd name="T24" fmla="*/ 1074 w 1200"/>
              <a:gd name="T25" fmla="*/ 21 h 526"/>
              <a:gd name="T26" fmla="*/ 1191 w 1200"/>
              <a:gd name="T27" fmla="*/ 53 h 526"/>
              <a:gd name="T28" fmla="*/ 1198 w 1200"/>
              <a:gd name="T29" fmla="*/ 67 h 526"/>
              <a:gd name="T30" fmla="*/ 1184 w 1200"/>
              <a:gd name="T31" fmla="*/ 74 h 526"/>
              <a:gd name="T32" fmla="*/ 1069 w 1200"/>
              <a:gd name="T33" fmla="*/ 44 h 526"/>
              <a:gd name="T34" fmla="*/ 907 w 1200"/>
              <a:gd name="T35" fmla="*/ 25 h 526"/>
              <a:gd name="T36" fmla="*/ 776 w 1200"/>
              <a:gd name="T37" fmla="*/ 27 h 526"/>
              <a:gd name="T38" fmla="*/ 661 w 1200"/>
              <a:gd name="T39" fmla="*/ 45 h 526"/>
              <a:gd name="T40" fmla="*/ 556 w 1200"/>
              <a:gd name="T41" fmla="*/ 74 h 526"/>
              <a:gd name="T42" fmla="*/ 481 w 1200"/>
              <a:gd name="T43" fmla="*/ 103 h 526"/>
              <a:gd name="T44" fmla="*/ 357 w 1200"/>
              <a:gd name="T45" fmla="*/ 170 h 526"/>
              <a:gd name="T46" fmla="*/ 223 w 1200"/>
              <a:gd name="T47" fmla="*/ 272 h 526"/>
              <a:gd name="T48" fmla="*/ 98 w 1200"/>
              <a:gd name="T49" fmla="*/ 408 h 526"/>
              <a:gd name="T50" fmla="*/ 23 w 1200"/>
              <a:gd name="T51" fmla="*/ 520 h 526"/>
              <a:gd name="T52" fmla="*/ 13 w 1200"/>
              <a:gd name="T53"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0" h="526">
                <a:moveTo>
                  <a:pt x="13" y="526"/>
                </a:moveTo>
                <a:lnTo>
                  <a:pt x="13" y="526"/>
                </a:lnTo>
                <a:cubicBezTo>
                  <a:pt x="11" y="526"/>
                  <a:pt x="9" y="526"/>
                  <a:pt x="8" y="525"/>
                </a:cubicBezTo>
                <a:cubicBezTo>
                  <a:pt x="2" y="521"/>
                  <a:pt x="0" y="515"/>
                  <a:pt x="3" y="509"/>
                </a:cubicBezTo>
                <a:cubicBezTo>
                  <a:pt x="23" y="474"/>
                  <a:pt x="48" y="437"/>
                  <a:pt x="80" y="394"/>
                </a:cubicBezTo>
                <a:cubicBezTo>
                  <a:pt x="121" y="342"/>
                  <a:pt x="164" y="295"/>
                  <a:pt x="208" y="255"/>
                </a:cubicBezTo>
                <a:cubicBezTo>
                  <a:pt x="248" y="218"/>
                  <a:pt x="294" y="183"/>
                  <a:pt x="345" y="151"/>
                </a:cubicBezTo>
                <a:cubicBezTo>
                  <a:pt x="390" y="122"/>
                  <a:pt x="432" y="99"/>
                  <a:pt x="472" y="82"/>
                </a:cubicBezTo>
                <a:cubicBezTo>
                  <a:pt x="495" y="72"/>
                  <a:pt x="519" y="62"/>
                  <a:pt x="548" y="53"/>
                </a:cubicBezTo>
                <a:cubicBezTo>
                  <a:pt x="585" y="41"/>
                  <a:pt x="621" y="31"/>
                  <a:pt x="656" y="23"/>
                </a:cubicBezTo>
                <a:cubicBezTo>
                  <a:pt x="696" y="14"/>
                  <a:pt x="736" y="8"/>
                  <a:pt x="774" y="4"/>
                </a:cubicBezTo>
                <a:cubicBezTo>
                  <a:pt x="814" y="1"/>
                  <a:pt x="858" y="0"/>
                  <a:pt x="908" y="2"/>
                </a:cubicBezTo>
                <a:cubicBezTo>
                  <a:pt x="966" y="4"/>
                  <a:pt x="1022" y="11"/>
                  <a:pt x="1074" y="21"/>
                </a:cubicBezTo>
                <a:cubicBezTo>
                  <a:pt x="1115" y="30"/>
                  <a:pt x="1155" y="40"/>
                  <a:pt x="1191" y="53"/>
                </a:cubicBezTo>
                <a:cubicBezTo>
                  <a:pt x="1197" y="55"/>
                  <a:pt x="1200" y="61"/>
                  <a:pt x="1198" y="67"/>
                </a:cubicBezTo>
                <a:cubicBezTo>
                  <a:pt x="1196" y="73"/>
                  <a:pt x="1190" y="76"/>
                  <a:pt x="1184" y="74"/>
                </a:cubicBezTo>
                <a:cubicBezTo>
                  <a:pt x="1148" y="62"/>
                  <a:pt x="1110" y="52"/>
                  <a:pt x="1069" y="44"/>
                </a:cubicBezTo>
                <a:cubicBezTo>
                  <a:pt x="1019" y="33"/>
                  <a:pt x="964" y="27"/>
                  <a:pt x="907" y="25"/>
                </a:cubicBezTo>
                <a:cubicBezTo>
                  <a:pt x="858" y="23"/>
                  <a:pt x="815" y="23"/>
                  <a:pt x="776" y="27"/>
                </a:cubicBezTo>
                <a:cubicBezTo>
                  <a:pt x="739" y="30"/>
                  <a:pt x="700" y="36"/>
                  <a:pt x="661" y="45"/>
                </a:cubicBezTo>
                <a:cubicBezTo>
                  <a:pt x="626" y="53"/>
                  <a:pt x="591" y="62"/>
                  <a:pt x="556" y="74"/>
                </a:cubicBezTo>
                <a:cubicBezTo>
                  <a:pt x="527" y="84"/>
                  <a:pt x="503" y="93"/>
                  <a:pt x="481" y="103"/>
                </a:cubicBezTo>
                <a:cubicBezTo>
                  <a:pt x="442" y="120"/>
                  <a:pt x="401" y="142"/>
                  <a:pt x="357" y="170"/>
                </a:cubicBezTo>
                <a:cubicBezTo>
                  <a:pt x="308" y="202"/>
                  <a:pt x="262" y="236"/>
                  <a:pt x="223" y="272"/>
                </a:cubicBezTo>
                <a:cubicBezTo>
                  <a:pt x="180" y="311"/>
                  <a:pt x="138" y="357"/>
                  <a:pt x="98" y="408"/>
                </a:cubicBezTo>
                <a:cubicBezTo>
                  <a:pt x="66" y="450"/>
                  <a:pt x="42" y="486"/>
                  <a:pt x="23" y="520"/>
                </a:cubicBezTo>
                <a:cubicBezTo>
                  <a:pt x="21" y="524"/>
                  <a:pt x="17" y="526"/>
                  <a:pt x="13" y="526"/>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6" name="Freeform 55">
            <a:extLst>
              <a:ext uri="{FF2B5EF4-FFF2-40B4-BE49-F238E27FC236}">
                <a16:creationId xmlns:a16="http://schemas.microsoft.com/office/drawing/2014/main" id="{4EAAC0DE-C577-094E-6CC7-DF35CDEED773}"/>
              </a:ext>
            </a:extLst>
          </p:cNvPr>
          <p:cNvSpPr>
            <a:spLocks/>
          </p:cNvSpPr>
          <p:nvPr/>
        </p:nvSpPr>
        <p:spPr bwMode="auto">
          <a:xfrm>
            <a:off x="5448817" y="4690123"/>
            <a:ext cx="28405" cy="91061"/>
          </a:xfrm>
          <a:custGeom>
            <a:avLst/>
            <a:gdLst>
              <a:gd name="T0" fmla="*/ 30 w 42"/>
              <a:gd name="T1" fmla="*/ 148 h 148"/>
              <a:gd name="T2" fmla="*/ 30 w 42"/>
              <a:gd name="T3" fmla="*/ 148 h 148"/>
              <a:gd name="T4" fmla="*/ 19 w 42"/>
              <a:gd name="T5" fmla="*/ 139 h 148"/>
              <a:gd name="T6" fmla="*/ 1 w 42"/>
              <a:gd name="T7" fmla="*/ 12 h 148"/>
              <a:gd name="T8" fmla="*/ 11 w 42"/>
              <a:gd name="T9" fmla="*/ 0 h 148"/>
              <a:gd name="T10" fmla="*/ 23 w 42"/>
              <a:gd name="T11" fmla="*/ 11 h 148"/>
              <a:gd name="T12" fmla="*/ 41 w 42"/>
              <a:gd name="T13" fmla="*/ 134 h 148"/>
              <a:gd name="T14" fmla="*/ 32 w 42"/>
              <a:gd name="T15" fmla="*/ 148 h 148"/>
              <a:gd name="T16" fmla="*/ 30 w 42"/>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48">
                <a:moveTo>
                  <a:pt x="30" y="148"/>
                </a:moveTo>
                <a:lnTo>
                  <a:pt x="30" y="148"/>
                </a:lnTo>
                <a:cubicBezTo>
                  <a:pt x="24" y="148"/>
                  <a:pt x="20" y="144"/>
                  <a:pt x="19" y="139"/>
                </a:cubicBezTo>
                <a:cubicBezTo>
                  <a:pt x="9" y="90"/>
                  <a:pt x="3" y="50"/>
                  <a:pt x="1" y="12"/>
                </a:cubicBezTo>
                <a:cubicBezTo>
                  <a:pt x="0" y="6"/>
                  <a:pt x="5" y="1"/>
                  <a:pt x="11" y="0"/>
                </a:cubicBezTo>
                <a:cubicBezTo>
                  <a:pt x="17" y="0"/>
                  <a:pt x="23" y="5"/>
                  <a:pt x="23" y="11"/>
                </a:cubicBezTo>
                <a:cubicBezTo>
                  <a:pt x="26" y="47"/>
                  <a:pt x="31" y="87"/>
                  <a:pt x="41" y="134"/>
                </a:cubicBezTo>
                <a:cubicBezTo>
                  <a:pt x="42" y="141"/>
                  <a:pt x="38" y="147"/>
                  <a:pt x="32" y="148"/>
                </a:cubicBezTo>
                <a:cubicBezTo>
                  <a:pt x="31" y="148"/>
                  <a:pt x="31" y="148"/>
                  <a:pt x="30" y="14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7" name="Freeform 56">
            <a:extLst>
              <a:ext uri="{FF2B5EF4-FFF2-40B4-BE49-F238E27FC236}">
                <a16:creationId xmlns:a16="http://schemas.microsoft.com/office/drawing/2014/main" id="{019BE041-5287-43C6-161E-26C5D3EE451E}"/>
              </a:ext>
            </a:extLst>
          </p:cNvPr>
          <p:cNvSpPr>
            <a:spLocks/>
          </p:cNvSpPr>
          <p:nvPr/>
        </p:nvSpPr>
        <p:spPr bwMode="auto">
          <a:xfrm>
            <a:off x="5504050" y="4893586"/>
            <a:ext cx="112043" cy="152242"/>
          </a:xfrm>
          <a:custGeom>
            <a:avLst/>
            <a:gdLst>
              <a:gd name="T0" fmla="*/ 150 w 163"/>
              <a:gd name="T1" fmla="*/ 245 h 245"/>
              <a:gd name="T2" fmla="*/ 150 w 163"/>
              <a:gd name="T3" fmla="*/ 245 h 245"/>
              <a:gd name="T4" fmla="*/ 141 w 163"/>
              <a:gd name="T5" fmla="*/ 241 h 245"/>
              <a:gd name="T6" fmla="*/ 69 w 163"/>
              <a:gd name="T7" fmla="*/ 140 h 245"/>
              <a:gd name="T8" fmla="*/ 3 w 163"/>
              <a:gd name="T9" fmla="*/ 18 h 245"/>
              <a:gd name="T10" fmla="*/ 9 w 163"/>
              <a:gd name="T11" fmla="*/ 3 h 245"/>
              <a:gd name="T12" fmla="*/ 24 w 163"/>
              <a:gd name="T13" fmla="*/ 8 h 245"/>
              <a:gd name="T14" fmla="*/ 88 w 163"/>
              <a:gd name="T15" fmla="*/ 128 h 245"/>
              <a:gd name="T16" fmla="*/ 159 w 163"/>
              <a:gd name="T17" fmla="*/ 227 h 245"/>
              <a:gd name="T18" fmla="*/ 157 w 163"/>
              <a:gd name="T19" fmla="*/ 243 h 245"/>
              <a:gd name="T20" fmla="*/ 150 w 163"/>
              <a:gd name="T21" fmla="*/ 24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245">
                <a:moveTo>
                  <a:pt x="150" y="245"/>
                </a:moveTo>
                <a:lnTo>
                  <a:pt x="150" y="245"/>
                </a:lnTo>
                <a:cubicBezTo>
                  <a:pt x="147" y="245"/>
                  <a:pt x="143" y="244"/>
                  <a:pt x="141" y="241"/>
                </a:cubicBezTo>
                <a:cubicBezTo>
                  <a:pt x="116" y="211"/>
                  <a:pt x="92" y="177"/>
                  <a:pt x="69" y="140"/>
                </a:cubicBezTo>
                <a:cubicBezTo>
                  <a:pt x="44" y="101"/>
                  <a:pt x="22" y="59"/>
                  <a:pt x="3" y="18"/>
                </a:cubicBezTo>
                <a:cubicBezTo>
                  <a:pt x="0" y="12"/>
                  <a:pt x="3" y="5"/>
                  <a:pt x="9" y="3"/>
                </a:cubicBezTo>
                <a:cubicBezTo>
                  <a:pt x="14" y="0"/>
                  <a:pt x="21" y="3"/>
                  <a:pt x="24" y="8"/>
                </a:cubicBezTo>
                <a:cubicBezTo>
                  <a:pt x="42" y="49"/>
                  <a:pt x="64" y="89"/>
                  <a:pt x="88" y="128"/>
                </a:cubicBezTo>
                <a:cubicBezTo>
                  <a:pt x="111" y="164"/>
                  <a:pt x="134" y="197"/>
                  <a:pt x="159" y="227"/>
                </a:cubicBezTo>
                <a:cubicBezTo>
                  <a:pt x="163" y="232"/>
                  <a:pt x="162" y="239"/>
                  <a:pt x="157" y="243"/>
                </a:cubicBezTo>
                <a:cubicBezTo>
                  <a:pt x="155" y="245"/>
                  <a:pt x="153" y="245"/>
                  <a:pt x="150" y="245"/>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8" name="Freeform 57">
            <a:extLst>
              <a:ext uri="{FF2B5EF4-FFF2-40B4-BE49-F238E27FC236}">
                <a16:creationId xmlns:a16="http://schemas.microsoft.com/office/drawing/2014/main" id="{72CA1C57-FC4F-0774-1C78-D03FD15DA270}"/>
              </a:ext>
            </a:extLst>
          </p:cNvPr>
          <p:cNvSpPr>
            <a:spLocks/>
          </p:cNvSpPr>
          <p:nvPr/>
        </p:nvSpPr>
        <p:spPr bwMode="auto">
          <a:xfrm>
            <a:off x="5726556" y="5138311"/>
            <a:ext cx="238288" cy="109557"/>
          </a:xfrm>
          <a:custGeom>
            <a:avLst/>
            <a:gdLst>
              <a:gd name="T0" fmla="*/ 337 w 349"/>
              <a:gd name="T1" fmla="*/ 178 h 178"/>
              <a:gd name="T2" fmla="*/ 337 w 349"/>
              <a:gd name="T3" fmla="*/ 178 h 178"/>
              <a:gd name="T4" fmla="*/ 334 w 349"/>
              <a:gd name="T5" fmla="*/ 177 h 178"/>
              <a:gd name="T6" fmla="*/ 241 w 349"/>
              <a:gd name="T7" fmla="*/ 148 h 178"/>
              <a:gd name="T8" fmla="*/ 127 w 349"/>
              <a:gd name="T9" fmla="*/ 97 h 178"/>
              <a:gd name="T10" fmla="*/ 6 w 349"/>
              <a:gd name="T11" fmla="*/ 22 h 178"/>
              <a:gd name="T12" fmla="*/ 3 w 349"/>
              <a:gd name="T13" fmla="*/ 6 h 178"/>
              <a:gd name="T14" fmla="*/ 19 w 349"/>
              <a:gd name="T15" fmla="*/ 4 h 178"/>
              <a:gd name="T16" fmla="*/ 138 w 349"/>
              <a:gd name="T17" fmla="*/ 77 h 178"/>
              <a:gd name="T18" fmla="*/ 249 w 349"/>
              <a:gd name="T19" fmla="*/ 126 h 178"/>
              <a:gd name="T20" fmla="*/ 340 w 349"/>
              <a:gd name="T21" fmla="*/ 155 h 178"/>
              <a:gd name="T22" fmla="*/ 348 w 349"/>
              <a:gd name="T23" fmla="*/ 169 h 178"/>
              <a:gd name="T24" fmla="*/ 337 w 349"/>
              <a:gd name="T25"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9" h="178">
                <a:moveTo>
                  <a:pt x="337" y="178"/>
                </a:moveTo>
                <a:lnTo>
                  <a:pt x="337" y="178"/>
                </a:lnTo>
                <a:cubicBezTo>
                  <a:pt x="336" y="178"/>
                  <a:pt x="335" y="178"/>
                  <a:pt x="334" y="177"/>
                </a:cubicBezTo>
                <a:cubicBezTo>
                  <a:pt x="304" y="169"/>
                  <a:pt x="272" y="159"/>
                  <a:pt x="241" y="148"/>
                </a:cubicBezTo>
                <a:cubicBezTo>
                  <a:pt x="203" y="133"/>
                  <a:pt x="165" y="116"/>
                  <a:pt x="127" y="97"/>
                </a:cubicBezTo>
                <a:cubicBezTo>
                  <a:pt x="84" y="74"/>
                  <a:pt x="44" y="49"/>
                  <a:pt x="6" y="22"/>
                </a:cubicBezTo>
                <a:cubicBezTo>
                  <a:pt x="1" y="18"/>
                  <a:pt x="0" y="11"/>
                  <a:pt x="3" y="6"/>
                </a:cubicBezTo>
                <a:cubicBezTo>
                  <a:pt x="7" y="1"/>
                  <a:pt x="14" y="0"/>
                  <a:pt x="19" y="4"/>
                </a:cubicBezTo>
                <a:cubicBezTo>
                  <a:pt x="56" y="30"/>
                  <a:pt x="96" y="55"/>
                  <a:pt x="138" y="77"/>
                </a:cubicBezTo>
                <a:cubicBezTo>
                  <a:pt x="175" y="96"/>
                  <a:pt x="212" y="113"/>
                  <a:pt x="249" y="126"/>
                </a:cubicBezTo>
                <a:cubicBezTo>
                  <a:pt x="279" y="138"/>
                  <a:pt x="310" y="148"/>
                  <a:pt x="340" y="155"/>
                </a:cubicBezTo>
                <a:cubicBezTo>
                  <a:pt x="346" y="157"/>
                  <a:pt x="349" y="163"/>
                  <a:pt x="348" y="169"/>
                </a:cubicBezTo>
                <a:cubicBezTo>
                  <a:pt x="346" y="174"/>
                  <a:pt x="342" y="178"/>
                  <a:pt x="337" y="17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59" name="Freeform 58">
            <a:extLst>
              <a:ext uri="{FF2B5EF4-FFF2-40B4-BE49-F238E27FC236}">
                <a16:creationId xmlns:a16="http://schemas.microsoft.com/office/drawing/2014/main" id="{4481CE3D-847C-238B-3ED6-6D78EEFE8A97}"/>
              </a:ext>
            </a:extLst>
          </p:cNvPr>
          <p:cNvSpPr>
            <a:spLocks/>
          </p:cNvSpPr>
          <p:nvPr/>
        </p:nvSpPr>
        <p:spPr bwMode="auto">
          <a:xfrm>
            <a:off x="6102137" y="5242175"/>
            <a:ext cx="162541" cy="25611"/>
          </a:xfrm>
          <a:custGeom>
            <a:avLst/>
            <a:gdLst>
              <a:gd name="T0" fmla="*/ 35 w 237"/>
              <a:gd name="T1" fmla="*/ 42 h 42"/>
              <a:gd name="T2" fmla="*/ 35 w 237"/>
              <a:gd name="T3" fmla="*/ 42 h 42"/>
              <a:gd name="T4" fmla="*/ 11 w 237"/>
              <a:gd name="T5" fmla="*/ 42 h 42"/>
              <a:gd name="T6" fmla="*/ 0 w 237"/>
              <a:gd name="T7" fmla="*/ 30 h 42"/>
              <a:gd name="T8" fmla="*/ 11 w 237"/>
              <a:gd name="T9" fmla="*/ 19 h 42"/>
              <a:gd name="T10" fmla="*/ 126 w 237"/>
              <a:gd name="T11" fmla="*/ 15 h 42"/>
              <a:gd name="T12" fmla="*/ 223 w 237"/>
              <a:gd name="T13" fmla="*/ 2 h 42"/>
              <a:gd name="T14" fmla="*/ 236 w 237"/>
              <a:gd name="T15" fmla="*/ 11 h 42"/>
              <a:gd name="T16" fmla="*/ 227 w 237"/>
              <a:gd name="T17" fmla="*/ 24 h 42"/>
              <a:gd name="T18" fmla="*/ 128 w 237"/>
              <a:gd name="T19" fmla="*/ 38 h 42"/>
              <a:gd name="T20" fmla="*/ 35 w 237"/>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42">
                <a:moveTo>
                  <a:pt x="35" y="42"/>
                </a:moveTo>
                <a:lnTo>
                  <a:pt x="35" y="42"/>
                </a:lnTo>
                <a:cubicBezTo>
                  <a:pt x="27" y="42"/>
                  <a:pt x="19" y="42"/>
                  <a:pt x="11" y="42"/>
                </a:cubicBezTo>
                <a:cubicBezTo>
                  <a:pt x="5" y="41"/>
                  <a:pt x="0" y="36"/>
                  <a:pt x="0" y="30"/>
                </a:cubicBezTo>
                <a:cubicBezTo>
                  <a:pt x="0" y="24"/>
                  <a:pt x="6" y="19"/>
                  <a:pt x="11" y="19"/>
                </a:cubicBezTo>
                <a:cubicBezTo>
                  <a:pt x="49" y="20"/>
                  <a:pt x="87" y="18"/>
                  <a:pt x="126" y="15"/>
                </a:cubicBezTo>
                <a:cubicBezTo>
                  <a:pt x="160" y="12"/>
                  <a:pt x="192" y="7"/>
                  <a:pt x="223" y="2"/>
                </a:cubicBezTo>
                <a:cubicBezTo>
                  <a:pt x="229" y="0"/>
                  <a:pt x="235" y="4"/>
                  <a:pt x="236" y="11"/>
                </a:cubicBezTo>
                <a:cubicBezTo>
                  <a:pt x="237" y="17"/>
                  <a:pt x="233" y="23"/>
                  <a:pt x="227" y="24"/>
                </a:cubicBezTo>
                <a:cubicBezTo>
                  <a:pt x="196" y="30"/>
                  <a:pt x="162" y="35"/>
                  <a:pt x="128" y="38"/>
                </a:cubicBezTo>
                <a:cubicBezTo>
                  <a:pt x="96" y="40"/>
                  <a:pt x="65" y="42"/>
                  <a:pt x="35" y="42"/>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0" name="Freeform 59">
            <a:extLst>
              <a:ext uri="{FF2B5EF4-FFF2-40B4-BE49-F238E27FC236}">
                <a16:creationId xmlns:a16="http://schemas.microsoft.com/office/drawing/2014/main" id="{CD8ED908-6B78-3F65-063E-C42BD5C3A084}"/>
              </a:ext>
            </a:extLst>
          </p:cNvPr>
          <p:cNvSpPr>
            <a:spLocks/>
          </p:cNvSpPr>
          <p:nvPr/>
        </p:nvSpPr>
        <p:spPr bwMode="auto">
          <a:xfrm>
            <a:off x="6540840" y="4663090"/>
            <a:ext cx="265115" cy="469529"/>
          </a:xfrm>
          <a:custGeom>
            <a:avLst/>
            <a:gdLst>
              <a:gd name="T0" fmla="*/ 13 w 388"/>
              <a:gd name="T1" fmla="*/ 758 h 758"/>
              <a:gd name="T2" fmla="*/ 13 w 388"/>
              <a:gd name="T3" fmla="*/ 758 h 758"/>
              <a:gd name="T4" fmla="*/ 4 w 388"/>
              <a:gd name="T5" fmla="*/ 753 h 758"/>
              <a:gd name="T6" fmla="*/ 6 w 388"/>
              <a:gd name="T7" fmla="*/ 737 h 758"/>
              <a:gd name="T8" fmla="*/ 94 w 388"/>
              <a:gd name="T9" fmla="*/ 658 h 758"/>
              <a:gd name="T10" fmla="*/ 179 w 388"/>
              <a:gd name="T11" fmla="*/ 555 h 758"/>
              <a:gd name="T12" fmla="*/ 261 w 388"/>
              <a:gd name="T13" fmla="*/ 421 h 758"/>
              <a:gd name="T14" fmla="*/ 327 w 388"/>
              <a:gd name="T15" fmla="*/ 249 h 758"/>
              <a:gd name="T16" fmla="*/ 355 w 388"/>
              <a:gd name="T17" fmla="*/ 124 h 758"/>
              <a:gd name="T18" fmla="*/ 365 w 388"/>
              <a:gd name="T19" fmla="*/ 11 h 758"/>
              <a:gd name="T20" fmla="*/ 376 w 388"/>
              <a:gd name="T21" fmla="*/ 0 h 758"/>
              <a:gd name="T22" fmla="*/ 387 w 388"/>
              <a:gd name="T23" fmla="*/ 12 h 758"/>
              <a:gd name="T24" fmla="*/ 378 w 388"/>
              <a:gd name="T25" fmla="*/ 127 h 758"/>
              <a:gd name="T26" fmla="*/ 349 w 388"/>
              <a:gd name="T27" fmla="*/ 255 h 758"/>
              <a:gd name="T28" fmla="*/ 281 w 388"/>
              <a:gd name="T29" fmla="*/ 431 h 758"/>
              <a:gd name="T30" fmla="*/ 198 w 388"/>
              <a:gd name="T31" fmla="*/ 569 h 758"/>
              <a:gd name="T32" fmla="*/ 111 w 388"/>
              <a:gd name="T33" fmla="*/ 673 h 758"/>
              <a:gd name="T34" fmla="*/ 20 w 388"/>
              <a:gd name="T35" fmla="*/ 755 h 758"/>
              <a:gd name="T36" fmla="*/ 13 w 388"/>
              <a:gd name="T37" fmla="*/ 758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8" h="758">
                <a:moveTo>
                  <a:pt x="13" y="758"/>
                </a:moveTo>
                <a:lnTo>
                  <a:pt x="13" y="758"/>
                </a:lnTo>
                <a:cubicBezTo>
                  <a:pt x="10" y="758"/>
                  <a:pt x="7" y="756"/>
                  <a:pt x="4" y="753"/>
                </a:cubicBezTo>
                <a:cubicBezTo>
                  <a:pt x="0" y="748"/>
                  <a:pt x="1" y="741"/>
                  <a:pt x="6" y="737"/>
                </a:cubicBezTo>
                <a:cubicBezTo>
                  <a:pt x="41" y="709"/>
                  <a:pt x="70" y="683"/>
                  <a:pt x="94" y="658"/>
                </a:cubicBezTo>
                <a:cubicBezTo>
                  <a:pt x="124" y="627"/>
                  <a:pt x="152" y="593"/>
                  <a:pt x="179" y="555"/>
                </a:cubicBezTo>
                <a:cubicBezTo>
                  <a:pt x="210" y="513"/>
                  <a:pt x="237" y="468"/>
                  <a:pt x="261" y="421"/>
                </a:cubicBezTo>
                <a:cubicBezTo>
                  <a:pt x="286" y="370"/>
                  <a:pt x="308" y="313"/>
                  <a:pt x="327" y="249"/>
                </a:cubicBezTo>
                <a:cubicBezTo>
                  <a:pt x="341" y="201"/>
                  <a:pt x="350" y="161"/>
                  <a:pt x="355" y="124"/>
                </a:cubicBezTo>
                <a:cubicBezTo>
                  <a:pt x="361" y="89"/>
                  <a:pt x="364" y="52"/>
                  <a:pt x="365" y="11"/>
                </a:cubicBezTo>
                <a:cubicBezTo>
                  <a:pt x="365" y="5"/>
                  <a:pt x="370" y="0"/>
                  <a:pt x="376" y="0"/>
                </a:cubicBezTo>
                <a:cubicBezTo>
                  <a:pt x="383" y="1"/>
                  <a:pt x="388" y="6"/>
                  <a:pt x="387" y="12"/>
                </a:cubicBezTo>
                <a:cubicBezTo>
                  <a:pt x="386" y="54"/>
                  <a:pt x="383" y="92"/>
                  <a:pt x="378" y="127"/>
                </a:cubicBezTo>
                <a:cubicBezTo>
                  <a:pt x="372" y="165"/>
                  <a:pt x="363" y="206"/>
                  <a:pt x="349" y="255"/>
                </a:cubicBezTo>
                <a:cubicBezTo>
                  <a:pt x="329" y="321"/>
                  <a:pt x="307" y="378"/>
                  <a:pt x="281" y="431"/>
                </a:cubicBezTo>
                <a:cubicBezTo>
                  <a:pt x="257" y="479"/>
                  <a:pt x="229" y="525"/>
                  <a:pt x="198" y="569"/>
                </a:cubicBezTo>
                <a:cubicBezTo>
                  <a:pt x="170" y="607"/>
                  <a:pt x="141" y="642"/>
                  <a:pt x="111" y="673"/>
                </a:cubicBezTo>
                <a:cubicBezTo>
                  <a:pt x="85" y="700"/>
                  <a:pt x="56" y="727"/>
                  <a:pt x="20" y="755"/>
                </a:cubicBezTo>
                <a:cubicBezTo>
                  <a:pt x="18" y="757"/>
                  <a:pt x="16" y="758"/>
                  <a:pt x="13" y="75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1" name="Freeform 60">
            <a:extLst>
              <a:ext uri="{FF2B5EF4-FFF2-40B4-BE49-F238E27FC236}">
                <a16:creationId xmlns:a16="http://schemas.microsoft.com/office/drawing/2014/main" id="{92D0E78C-77B5-DBCE-6055-72F3A44C65B6}"/>
              </a:ext>
            </a:extLst>
          </p:cNvPr>
          <p:cNvSpPr>
            <a:spLocks/>
          </p:cNvSpPr>
          <p:nvPr/>
        </p:nvSpPr>
        <p:spPr bwMode="auto">
          <a:xfrm>
            <a:off x="6684444" y="4323038"/>
            <a:ext cx="110464" cy="221959"/>
          </a:xfrm>
          <a:custGeom>
            <a:avLst/>
            <a:gdLst>
              <a:gd name="T0" fmla="*/ 149 w 161"/>
              <a:gd name="T1" fmla="*/ 358 h 358"/>
              <a:gd name="T2" fmla="*/ 149 w 161"/>
              <a:gd name="T3" fmla="*/ 358 h 358"/>
              <a:gd name="T4" fmla="*/ 138 w 161"/>
              <a:gd name="T5" fmla="*/ 349 h 358"/>
              <a:gd name="T6" fmla="*/ 93 w 161"/>
              <a:gd name="T7" fmla="*/ 195 h 358"/>
              <a:gd name="T8" fmla="*/ 4 w 161"/>
              <a:gd name="T9" fmla="*/ 19 h 358"/>
              <a:gd name="T10" fmla="*/ 7 w 161"/>
              <a:gd name="T11" fmla="*/ 3 h 358"/>
              <a:gd name="T12" fmla="*/ 23 w 161"/>
              <a:gd name="T13" fmla="*/ 6 h 358"/>
              <a:gd name="T14" fmla="*/ 114 w 161"/>
              <a:gd name="T15" fmla="*/ 187 h 358"/>
              <a:gd name="T16" fmla="*/ 160 w 161"/>
              <a:gd name="T17" fmla="*/ 344 h 358"/>
              <a:gd name="T18" fmla="*/ 151 w 161"/>
              <a:gd name="T19" fmla="*/ 358 h 358"/>
              <a:gd name="T20" fmla="*/ 149 w 161"/>
              <a:gd name="T21"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358">
                <a:moveTo>
                  <a:pt x="149" y="358"/>
                </a:moveTo>
                <a:lnTo>
                  <a:pt x="149" y="358"/>
                </a:lnTo>
                <a:cubicBezTo>
                  <a:pt x="144" y="358"/>
                  <a:pt x="139" y="354"/>
                  <a:pt x="138" y="349"/>
                </a:cubicBezTo>
                <a:cubicBezTo>
                  <a:pt x="127" y="296"/>
                  <a:pt x="112" y="245"/>
                  <a:pt x="93" y="195"/>
                </a:cubicBezTo>
                <a:cubicBezTo>
                  <a:pt x="70" y="135"/>
                  <a:pt x="40" y="76"/>
                  <a:pt x="4" y="19"/>
                </a:cubicBezTo>
                <a:cubicBezTo>
                  <a:pt x="0" y="13"/>
                  <a:pt x="2" y="6"/>
                  <a:pt x="7" y="3"/>
                </a:cubicBezTo>
                <a:cubicBezTo>
                  <a:pt x="12" y="0"/>
                  <a:pt x="19" y="1"/>
                  <a:pt x="23" y="6"/>
                </a:cubicBezTo>
                <a:cubicBezTo>
                  <a:pt x="60" y="65"/>
                  <a:pt x="91" y="126"/>
                  <a:pt x="114" y="187"/>
                </a:cubicBezTo>
                <a:cubicBezTo>
                  <a:pt x="134" y="238"/>
                  <a:pt x="149" y="291"/>
                  <a:pt x="160" y="344"/>
                </a:cubicBezTo>
                <a:cubicBezTo>
                  <a:pt x="161" y="350"/>
                  <a:pt x="157" y="356"/>
                  <a:pt x="151" y="358"/>
                </a:cubicBezTo>
                <a:cubicBezTo>
                  <a:pt x="150" y="358"/>
                  <a:pt x="150" y="358"/>
                  <a:pt x="149" y="35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2" name="Freeform 61">
            <a:extLst>
              <a:ext uri="{FF2B5EF4-FFF2-40B4-BE49-F238E27FC236}">
                <a16:creationId xmlns:a16="http://schemas.microsoft.com/office/drawing/2014/main" id="{C9E878CF-C410-951F-DFCB-5C54FD05B012}"/>
              </a:ext>
            </a:extLst>
          </p:cNvPr>
          <p:cNvSpPr>
            <a:spLocks/>
          </p:cNvSpPr>
          <p:nvPr/>
        </p:nvSpPr>
        <p:spPr bwMode="auto">
          <a:xfrm>
            <a:off x="6447734" y="4118152"/>
            <a:ext cx="107308" cy="69718"/>
          </a:xfrm>
          <a:custGeom>
            <a:avLst/>
            <a:gdLst>
              <a:gd name="T0" fmla="*/ 145 w 158"/>
              <a:gd name="T1" fmla="*/ 112 h 112"/>
              <a:gd name="T2" fmla="*/ 145 w 158"/>
              <a:gd name="T3" fmla="*/ 112 h 112"/>
              <a:gd name="T4" fmla="*/ 138 w 158"/>
              <a:gd name="T5" fmla="*/ 110 h 112"/>
              <a:gd name="T6" fmla="*/ 8 w 158"/>
              <a:gd name="T7" fmla="*/ 23 h 112"/>
              <a:gd name="T8" fmla="*/ 3 w 158"/>
              <a:gd name="T9" fmla="*/ 7 h 112"/>
              <a:gd name="T10" fmla="*/ 19 w 158"/>
              <a:gd name="T11" fmla="*/ 3 h 112"/>
              <a:gd name="T12" fmla="*/ 152 w 158"/>
              <a:gd name="T13" fmla="*/ 92 h 112"/>
              <a:gd name="T14" fmla="*/ 154 w 158"/>
              <a:gd name="T15" fmla="*/ 108 h 112"/>
              <a:gd name="T16" fmla="*/ 145 w 158"/>
              <a:gd name="T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12">
                <a:moveTo>
                  <a:pt x="145" y="112"/>
                </a:moveTo>
                <a:lnTo>
                  <a:pt x="145" y="112"/>
                </a:lnTo>
                <a:cubicBezTo>
                  <a:pt x="142" y="112"/>
                  <a:pt x="140" y="112"/>
                  <a:pt x="138" y="110"/>
                </a:cubicBezTo>
                <a:cubicBezTo>
                  <a:pt x="103" y="82"/>
                  <a:pt x="61" y="54"/>
                  <a:pt x="8" y="23"/>
                </a:cubicBezTo>
                <a:cubicBezTo>
                  <a:pt x="2" y="20"/>
                  <a:pt x="0" y="13"/>
                  <a:pt x="3" y="7"/>
                </a:cubicBezTo>
                <a:cubicBezTo>
                  <a:pt x="7" y="2"/>
                  <a:pt x="13" y="0"/>
                  <a:pt x="19" y="3"/>
                </a:cubicBezTo>
                <a:cubicBezTo>
                  <a:pt x="74" y="35"/>
                  <a:pt x="116" y="63"/>
                  <a:pt x="152" y="92"/>
                </a:cubicBezTo>
                <a:cubicBezTo>
                  <a:pt x="157" y="96"/>
                  <a:pt x="158" y="103"/>
                  <a:pt x="154" y="108"/>
                </a:cubicBezTo>
                <a:cubicBezTo>
                  <a:pt x="152" y="111"/>
                  <a:pt x="148" y="112"/>
                  <a:pt x="145" y="112"/>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3" name="Freeform 62">
            <a:extLst>
              <a:ext uri="{FF2B5EF4-FFF2-40B4-BE49-F238E27FC236}">
                <a16:creationId xmlns:a16="http://schemas.microsoft.com/office/drawing/2014/main" id="{2B619849-9513-D69D-5AE5-784C726CA895}"/>
              </a:ext>
            </a:extLst>
          </p:cNvPr>
          <p:cNvSpPr>
            <a:spLocks/>
          </p:cNvSpPr>
          <p:nvPr/>
        </p:nvSpPr>
        <p:spPr bwMode="auto">
          <a:xfrm>
            <a:off x="5810194" y="3958796"/>
            <a:ext cx="478154" cy="71141"/>
          </a:xfrm>
          <a:custGeom>
            <a:avLst/>
            <a:gdLst>
              <a:gd name="T0" fmla="*/ 13 w 698"/>
              <a:gd name="T1" fmla="*/ 116 h 116"/>
              <a:gd name="T2" fmla="*/ 13 w 698"/>
              <a:gd name="T3" fmla="*/ 116 h 116"/>
              <a:gd name="T4" fmla="*/ 3 w 698"/>
              <a:gd name="T5" fmla="*/ 109 h 116"/>
              <a:gd name="T6" fmla="*/ 9 w 698"/>
              <a:gd name="T7" fmla="*/ 95 h 116"/>
              <a:gd name="T8" fmla="*/ 93 w 698"/>
              <a:gd name="T9" fmla="*/ 62 h 116"/>
              <a:gd name="T10" fmla="*/ 214 w 698"/>
              <a:gd name="T11" fmla="*/ 27 h 116"/>
              <a:gd name="T12" fmla="*/ 348 w 698"/>
              <a:gd name="T13" fmla="*/ 6 h 116"/>
              <a:gd name="T14" fmla="*/ 498 w 698"/>
              <a:gd name="T15" fmla="*/ 2 h 116"/>
              <a:gd name="T16" fmla="*/ 688 w 698"/>
              <a:gd name="T17" fmla="*/ 23 h 116"/>
              <a:gd name="T18" fmla="*/ 697 w 698"/>
              <a:gd name="T19" fmla="*/ 36 h 116"/>
              <a:gd name="T20" fmla="*/ 683 w 698"/>
              <a:gd name="T21" fmla="*/ 45 h 116"/>
              <a:gd name="T22" fmla="*/ 497 w 698"/>
              <a:gd name="T23" fmla="*/ 25 h 116"/>
              <a:gd name="T24" fmla="*/ 351 w 698"/>
              <a:gd name="T25" fmla="*/ 28 h 116"/>
              <a:gd name="T26" fmla="*/ 219 w 698"/>
              <a:gd name="T27" fmla="*/ 50 h 116"/>
              <a:gd name="T28" fmla="*/ 101 w 698"/>
              <a:gd name="T29" fmla="*/ 83 h 116"/>
              <a:gd name="T30" fmla="*/ 18 w 698"/>
              <a:gd name="T31" fmla="*/ 115 h 116"/>
              <a:gd name="T32" fmla="*/ 13 w 698"/>
              <a:gd name="T33"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8" h="116">
                <a:moveTo>
                  <a:pt x="13" y="116"/>
                </a:moveTo>
                <a:lnTo>
                  <a:pt x="13" y="116"/>
                </a:lnTo>
                <a:cubicBezTo>
                  <a:pt x="9" y="116"/>
                  <a:pt x="5" y="114"/>
                  <a:pt x="3" y="109"/>
                </a:cubicBezTo>
                <a:cubicBezTo>
                  <a:pt x="0" y="104"/>
                  <a:pt x="3" y="97"/>
                  <a:pt x="9" y="95"/>
                </a:cubicBezTo>
                <a:cubicBezTo>
                  <a:pt x="34" y="83"/>
                  <a:pt x="62" y="73"/>
                  <a:pt x="93" y="62"/>
                </a:cubicBezTo>
                <a:cubicBezTo>
                  <a:pt x="134" y="48"/>
                  <a:pt x="174" y="36"/>
                  <a:pt x="214" y="27"/>
                </a:cubicBezTo>
                <a:cubicBezTo>
                  <a:pt x="260" y="17"/>
                  <a:pt x="305" y="10"/>
                  <a:pt x="348" y="6"/>
                </a:cubicBezTo>
                <a:cubicBezTo>
                  <a:pt x="394" y="1"/>
                  <a:pt x="443" y="0"/>
                  <a:pt x="498" y="2"/>
                </a:cubicBezTo>
                <a:cubicBezTo>
                  <a:pt x="565" y="4"/>
                  <a:pt x="629" y="11"/>
                  <a:pt x="688" y="23"/>
                </a:cubicBezTo>
                <a:cubicBezTo>
                  <a:pt x="694" y="24"/>
                  <a:pt x="698" y="30"/>
                  <a:pt x="697" y="36"/>
                </a:cubicBezTo>
                <a:cubicBezTo>
                  <a:pt x="695" y="42"/>
                  <a:pt x="689" y="46"/>
                  <a:pt x="683" y="45"/>
                </a:cubicBezTo>
                <a:cubicBezTo>
                  <a:pt x="625" y="34"/>
                  <a:pt x="563" y="27"/>
                  <a:pt x="497" y="25"/>
                </a:cubicBezTo>
                <a:cubicBezTo>
                  <a:pt x="443" y="23"/>
                  <a:pt x="395" y="24"/>
                  <a:pt x="351" y="28"/>
                </a:cubicBezTo>
                <a:cubicBezTo>
                  <a:pt x="308" y="32"/>
                  <a:pt x="264" y="40"/>
                  <a:pt x="219" y="50"/>
                </a:cubicBezTo>
                <a:cubicBezTo>
                  <a:pt x="180" y="58"/>
                  <a:pt x="140" y="70"/>
                  <a:pt x="101" y="83"/>
                </a:cubicBezTo>
                <a:cubicBezTo>
                  <a:pt x="70" y="94"/>
                  <a:pt x="43" y="104"/>
                  <a:pt x="18" y="115"/>
                </a:cubicBezTo>
                <a:cubicBezTo>
                  <a:pt x="16" y="116"/>
                  <a:pt x="15" y="116"/>
                  <a:pt x="13" y="116"/>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4" name="Freeform 63">
            <a:extLst>
              <a:ext uri="{FF2B5EF4-FFF2-40B4-BE49-F238E27FC236}">
                <a16:creationId xmlns:a16="http://schemas.microsoft.com/office/drawing/2014/main" id="{25C176F2-5EFC-D093-5830-2746CF7FD55C}"/>
              </a:ext>
            </a:extLst>
          </p:cNvPr>
          <p:cNvSpPr>
            <a:spLocks/>
          </p:cNvSpPr>
          <p:nvPr/>
        </p:nvSpPr>
        <p:spPr bwMode="auto">
          <a:xfrm>
            <a:off x="5355710" y="4236246"/>
            <a:ext cx="192524" cy="863649"/>
          </a:xfrm>
          <a:custGeom>
            <a:avLst/>
            <a:gdLst>
              <a:gd name="T0" fmla="*/ 267 w 280"/>
              <a:gd name="T1" fmla="*/ 1395 h 1395"/>
              <a:gd name="T2" fmla="*/ 267 w 280"/>
              <a:gd name="T3" fmla="*/ 1395 h 1395"/>
              <a:gd name="T4" fmla="*/ 258 w 280"/>
              <a:gd name="T5" fmla="*/ 1391 h 1395"/>
              <a:gd name="T6" fmla="*/ 176 w 280"/>
              <a:gd name="T7" fmla="*/ 1278 h 1395"/>
              <a:gd name="T8" fmla="*/ 100 w 280"/>
              <a:gd name="T9" fmla="*/ 1139 h 1395"/>
              <a:gd name="T10" fmla="*/ 51 w 280"/>
              <a:gd name="T11" fmla="*/ 1012 h 1395"/>
              <a:gd name="T12" fmla="*/ 24 w 280"/>
              <a:gd name="T13" fmla="*/ 904 h 1395"/>
              <a:gd name="T14" fmla="*/ 3 w 280"/>
              <a:gd name="T15" fmla="*/ 758 h 1395"/>
              <a:gd name="T16" fmla="*/ 1 w 280"/>
              <a:gd name="T17" fmla="*/ 645 h 1395"/>
              <a:gd name="T18" fmla="*/ 15 w 280"/>
              <a:gd name="T19" fmla="*/ 488 h 1395"/>
              <a:gd name="T20" fmla="*/ 53 w 280"/>
              <a:gd name="T21" fmla="*/ 340 h 1395"/>
              <a:gd name="T22" fmla="*/ 138 w 280"/>
              <a:gd name="T23" fmla="*/ 134 h 1395"/>
              <a:gd name="T24" fmla="*/ 223 w 280"/>
              <a:gd name="T25" fmla="*/ 6 h 1395"/>
              <a:gd name="T26" fmla="*/ 238 w 280"/>
              <a:gd name="T27" fmla="*/ 4 h 1395"/>
              <a:gd name="T28" fmla="*/ 241 w 280"/>
              <a:gd name="T29" fmla="*/ 20 h 1395"/>
              <a:gd name="T30" fmla="*/ 158 w 280"/>
              <a:gd name="T31" fmla="*/ 145 h 1395"/>
              <a:gd name="T32" fmla="*/ 75 w 280"/>
              <a:gd name="T33" fmla="*/ 347 h 1395"/>
              <a:gd name="T34" fmla="*/ 38 w 280"/>
              <a:gd name="T35" fmla="*/ 492 h 1395"/>
              <a:gd name="T36" fmla="*/ 24 w 280"/>
              <a:gd name="T37" fmla="*/ 646 h 1395"/>
              <a:gd name="T38" fmla="*/ 25 w 280"/>
              <a:gd name="T39" fmla="*/ 757 h 1395"/>
              <a:gd name="T40" fmla="*/ 46 w 280"/>
              <a:gd name="T41" fmla="*/ 899 h 1395"/>
              <a:gd name="T42" fmla="*/ 73 w 280"/>
              <a:gd name="T43" fmla="*/ 1005 h 1395"/>
              <a:gd name="T44" fmla="*/ 121 w 280"/>
              <a:gd name="T45" fmla="*/ 1129 h 1395"/>
              <a:gd name="T46" fmla="*/ 195 w 280"/>
              <a:gd name="T47" fmla="*/ 1266 h 1395"/>
              <a:gd name="T48" fmla="*/ 276 w 280"/>
              <a:gd name="T49" fmla="*/ 1377 h 1395"/>
              <a:gd name="T50" fmla="*/ 274 w 280"/>
              <a:gd name="T51" fmla="*/ 1393 h 1395"/>
              <a:gd name="T52" fmla="*/ 267 w 280"/>
              <a:gd name="T53" fmla="*/ 1395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0" h="1395">
                <a:moveTo>
                  <a:pt x="267" y="1395"/>
                </a:moveTo>
                <a:lnTo>
                  <a:pt x="267" y="1395"/>
                </a:lnTo>
                <a:cubicBezTo>
                  <a:pt x="264" y="1395"/>
                  <a:pt x="261" y="1394"/>
                  <a:pt x="258" y="1391"/>
                </a:cubicBezTo>
                <a:cubicBezTo>
                  <a:pt x="230" y="1357"/>
                  <a:pt x="202" y="1319"/>
                  <a:pt x="176" y="1278"/>
                </a:cubicBezTo>
                <a:cubicBezTo>
                  <a:pt x="147" y="1232"/>
                  <a:pt x="122" y="1186"/>
                  <a:pt x="100" y="1139"/>
                </a:cubicBezTo>
                <a:cubicBezTo>
                  <a:pt x="81" y="1096"/>
                  <a:pt x="64" y="1053"/>
                  <a:pt x="51" y="1012"/>
                </a:cubicBezTo>
                <a:cubicBezTo>
                  <a:pt x="41" y="981"/>
                  <a:pt x="33" y="946"/>
                  <a:pt x="24" y="904"/>
                </a:cubicBezTo>
                <a:cubicBezTo>
                  <a:pt x="13" y="849"/>
                  <a:pt x="6" y="803"/>
                  <a:pt x="3" y="758"/>
                </a:cubicBezTo>
                <a:cubicBezTo>
                  <a:pt x="0" y="725"/>
                  <a:pt x="0" y="689"/>
                  <a:pt x="1" y="645"/>
                </a:cubicBezTo>
                <a:cubicBezTo>
                  <a:pt x="3" y="586"/>
                  <a:pt x="7" y="535"/>
                  <a:pt x="15" y="488"/>
                </a:cubicBezTo>
                <a:cubicBezTo>
                  <a:pt x="24" y="434"/>
                  <a:pt x="40" y="383"/>
                  <a:pt x="53" y="340"/>
                </a:cubicBezTo>
                <a:cubicBezTo>
                  <a:pt x="79" y="257"/>
                  <a:pt x="106" y="192"/>
                  <a:pt x="138" y="134"/>
                </a:cubicBezTo>
                <a:cubicBezTo>
                  <a:pt x="160" y="94"/>
                  <a:pt x="187" y="53"/>
                  <a:pt x="223" y="6"/>
                </a:cubicBezTo>
                <a:cubicBezTo>
                  <a:pt x="226" y="1"/>
                  <a:pt x="233" y="0"/>
                  <a:pt x="238" y="4"/>
                </a:cubicBezTo>
                <a:cubicBezTo>
                  <a:pt x="243" y="8"/>
                  <a:pt x="244" y="15"/>
                  <a:pt x="241" y="20"/>
                </a:cubicBezTo>
                <a:cubicBezTo>
                  <a:pt x="206" y="66"/>
                  <a:pt x="180" y="106"/>
                  <a:pt x="158" y="145"/>
                </a:cubicBezTo>
                <a:cubicBezTo>
                  <a:pt x="127" y="202"/>
                  <a:pt x="101" y="266"/>
                  <a:pt x="75" y="347"/>
                </a:cubicBezTo>
                <a:cubicBezTo>
                  <a:pt x="61" y="389"/>
                  <a:pt x="47" y="440"/>
                  <a:pt x="38" y="492"/>
                </a:cubicBezTo>
                <a:cubicBezTo>
                  <a:pt x="30" y="537"/>
                  <a:pt x="25" y="588"/>
                  <a:pt x="24" y="646"/>
                </a:cubicBezTo>
                <a:cubicBezTo>
                  <a:pt x="22" y="689"/>
                  <a:pt x="23" y="724"/>
                  <a:pt x="25" y="757"/>
                </a:cubicBezTo>
                <a:cubicBezTo>
                  <a:pt x="28" y="800"/>
                  <a:pt x="35" y="846"/>
                  <a:pt x="46" y="899"/>
                </a:cubicBezTo>
                <a:cubicBezTo>
                  <a:pt x="55" y="941"/>
                  <a:pt x="63" y="975"/>
                  <a:pt x="73" y="1005"/>
                </a:cubicBezTo>
                <a:cubicBezTo>
                  <a:pt x="85" y="1045"/>
                  <a:pt x="102" y="1087"/>
                  <a:pt x="121" y="1129"/>
                </a:cubicBezTo>
                <a:cubicBezTo>
                  <a:pt x="142" y="1175"/>
                  <a:pt x="167" y="1221"/>
                  <a:pt x="195" y="1266"/>
                </a:cubicBezTo>
                <a:cubicBezTo>
                  <a:pt x="221" y="1306"/>
                  <a:pt x="248" y="1343"/>
                  <a:pt x="276" y="1377"/>
                </a:cubicBezTo>
                <a:cubicBezTo>
                  <a:pt x="280" y="1381"/>
                  <a:pt x="279" y="1389"/>
                  <a:pt x="274" y="1393"/>
                </a:cubicBezTo>
                <a:cubicBezTo>
                  <a:pt x="272" y="1394"/>
                  <a:pt x="270" y="1395"/>
                  <a:pt x="267" y="1395"/>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5" name="Freeform 64">
            <a:extLst>
              <a:ext uri="{FF2B5EF4-FFF2-40B4-BE49-F238E27FC236}">
                <a16:creationId xmlns:a16="http://schemas.microsoft.com/office/drawing/2014/main" id="{B1835860-CF83-1174-08F6-08DB763AB706}"/>
              </a:ext>
            </a:extLst>
          </p:cNvPr>
          <p:cNvSpPr>
            <a:spLocks/>
          </p:cNvSpPr>
          <p:nvPr/>
        </p:nvSpPr>
        <p:spPr bwMode="auto">
          <a:xfrm>
            <a:off x="5676059" y="5208028"/>
            <a:ext cx="355065" cy="135168"/>
          </a:xfrm>
          <a:custGeom>
            <a:avLst/>
            <a:gdLst>
              <a:gd name="T0" fmla="*/ 505 w 517"/>
              <a:gd name="T1" fmla="*/ 219 h 219"/>
              <a:gd name="T2" fmla="*/ 505 w 517"/>
              <a:gd name="T3" fmla="*/ 219 h 219"/>
              <a:gd name="T4" fmla="*/ 503 w 517"/>
              <a:gd name="T5" fmla="*/ 219 h 219"/>
              <a:gd name="T6" fmla="*/ 377 w 517"/>
              <a:gd name="T7" fmla="*/ 195 h 219"/>
              <a:gd name="T8" fmla="*/ 272 w 517"/>
              <a:gd name="T9" fmla="*/ 162 h 219"/>
              <a:gd name="T10" fmla="*/ 144 w 517"/>
              <a:gd name="T11" fmla="*/ 106 h 219"/>
              <a:gd name="T12" fmla="*/ 6 w 517"/>
              <a:gd name="T13" fmla="*/ 22 h 219"/>
              <a:gd name="T14" fmla="*/ 3 w 517"/>
              <a:gd name="T15" fmla="*/ 6 h 219"/>
              <a:gd name="T16" fmla="*/ 19 w 517"/>
              <a:gd name="T17" fmla="*/ 3 h 219"/>
              <a:gd name="T18" fmla="*/ 155 w 517"/>
              <a:gd name="T19" fmla="*/ 86 h 219"/>
              <a:gd name="T20" fmla="*/ 280 w 517"/>
              <a:gd name="T21" fmla="*/ 141 h 219"/>
              <a:gd name="T22" fmla="*/ 382 w 517"/>
              <a:gd name="T23" fmla="*/ 173 h 219"/>
              <a:gd name="T24" fmla="*/ 506 w 517"/>
              <a:gd name="T25" fmla="*/ 197 h 219"/>
              <a:gd name="T26" fmla="*/ 516 w 517"/>
              <a:gd name="T27" fmla="*/ 210 h 219"/>
              <a:gd name="T28" fmla="*/ 505 w 517"/>
              <a:gd name="T29"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7" h="219">
                <a:moveTo>
                  <a:pt x="505" y="219"/>
                </a:moveTo>
                <a:lnTo>
                  <a:pt x="505" y="219"/>
                </a:lnTo>
                <a:cubicBezTo>
                  <a:pt x="504" y="219"/>
                  <a:pt x="504" y="219"/>
                  <a:pt x="503" y="219"/>
                </a:cubicBezTo>
                <a:cubicBezTo>
                  <a:pt x="459" y="213"/>
                  <a:pt x="416" y="205"/>
                  <a:pt x="377" y="195"/>
                </a:cubicBezTo>
                <a:cubicBezTo>
                  <a:pt x="343" y="186"/>
                  <a:pt x="307" y="175"/>
                  <a:pt x="272" y="162"/>
                </a:cubicBezTo>
                <a:cubicBezTo>
                  <a:pt x="230" y="147"/>
                  <a:pt x="187" y="128"/>
                  <a:pt x="144" y="106"/>
                </a:cubicBezTo>
                <a:cubicBezTo>
                  <a:pt x="96" y="81"/>
                  <a:pt x="49" y="52"/>
                  <a:pt x="6" y="22"/>
                </a:cubicBezTo>
                <a:cubicBezTo>
                  <a:pt x="1" y="18"/>
                  <a:pt x="0" y="11"/>
                  <a:pt x="3" y="6"/>
                </a:cubicBezTo>
                <a:cubicBezTo>
                  <a:pt x="7" y="1"/>
                  <a:pt x="14" y="0"/>
                  <a:pt x="19" y="3"/>
                </a:cubicBezTo>
                <a:cubicBezTo>
                  <a:pt x="61" y="33"/>
                  <a:pt x="107" y="61"/>
                  <a:pt x="155" y="86"/>
                </a:cubicBezTo>
                <a:cubicBezTo>
                  <a:pt x="196" y="107"/>
                  <a:pt x="238" y="126"/>
                  <a:pt x="280" y="141"/>
                </a:cubicBezTo>
                <a:cubicBezTo>
                  <a:pt x="315" y="154"/>
                  <a:pt x="349" y="164"/>
                  <a:pt x="382" y="173"/>
                </a:cubicBezTo>
                <a:cubicBezTo>
                  <a:pt x="421" y="183"/>
                  <a:pt x="463" y="191"/>
                  <a:pt x="506" y="197"/>
                </a:cubicBezTo>
                <a:cubicBezTo>
                  <a:pt x="513" y="198"/>
                  <a:pt x="517" y="203"/>
                  <a:pt x="516" y="210"/>
                </a:cubicBezTo>
                <a:cubicBezTo>
                  <a:pt x="515" y="215"/>
                  <a:pt x="510" y="219"/>
                  <a:pt x="505" y="219"/>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6" name="Freeform 65">
            <a:extLst>
              <a:ext uri="{FF2B5EF4-FFF2-40B4-BE49-F238E27FC236}">
                <a16:creationId xmlns:a16="http://schemas.microsoft.com/office/drawing/2014/main" id="{5D723E09-46A5-439F-410B-AC9859AB5FBA}"/>
              </a:ext>
            </a:extLst>
          </p:cNvPr>
          <p:cNvSpPr>
            <a:spLocks/>
          </p:cNvSpPr>
          <p:nvPr/>
        </p:nvSpPr>
        <p:spPr bwMode="auto">
          <a:xfrm>
            <a:off x="6602384" y="4596218"/>
            <a:ext cx="295098" cy="596160"/>
          </a:xfrm>
          <a:custGeom>
            <a:avLst/>
            <a:gdLst>
              <a:gd name="T0" fmla="*/ 13 w 431"/>
              <a:gd name="T1" fmla="*/ 964 h 964"/>
              <a:gd name="T2" fmla="*/ 13 w 431"/>
              <a:gd name="T3" fmla="*/ 964 h 964"/>
              <a:gd name="T4" fmla="*/ 4 w 431"/>
              <a:gd name="T5" fmla="*/ 960 h 964"/>
              <a:gd name="T6" fmla="*/ 6 w 431"/>
              <a:gd name="T7" fmla="*/ 944 h 964"/>
              <a:gd name="T8" fmla="*/ 104 w 431"/>
              <a:gd name="T9" fmla="*/ 854 h 964"/>
              <a:gd name="T10" fmla="*/ 201 w 431"/>
              <a:gd name="T11" fmla="*/ 736 h 964"/>
              <a:gd name="T12" fmla="*/ 293 w 431"/>
              <a:gd name="T13" fmla="*/ 582 h 964"/>
              <a:gd name="T14" fmla="*/ 367 w 431"/>
              <a:gd name="T15" fmla="*/ 384 h 964"/>
              <a:gd name="T16" fmla="*/ 398 w 431"/>
              <a:gd name="T17" fmla="*/ 245 h 964"/>
              <a:gd name="T18" fmla="*/ 408 w 431"/>
              <a:gd name="T19" fmla="*/ 117 h 964"/>
              <a:gd name="T20" fmla="*/ 405 w 431"/>
              <a:gd name="T21" fmla="*/ 13 h 964"/>
              <a:gd name="T22" fmla="*/ 416 w 431"/>
              <a:gd name="T23" fmla="*/ 1 h 964"/>
              <a:gd name="T24" fmla="*/ 428 w 431"/>
              <a:gd name="T25" fmla="*/ 11 h 964"/>
              <a:gd name="T26" fmla="*/ 430 w 431"/>
              <a:gd name="T27" fmla="*/ 118 h 964"/>
              <a:gd name="T28" fmla="*/ 420 w 431"/>
              <a:gd name="T29" fmla="*/ 248 h 964"/>
              <a:gd name="T30" fmla="*/ 389 w 431"/>
              <a:gd name="T31" fmla="*/ 390 h 964"/>
              <a:gd name="T32" fmla="*/ 313 w 431"/>
              <a:gd name="T33" fmla="*/ 592 h 964"/>
              <a:gd name="T34" fmla="*/ 219 w 431"/>
              <a:gd name="T35" fmla="*/ 749 h 964"/>
              <a:gd name="T36" fmla="*/ 120 w 431"/>
              <a:gd name="T37" fmla="*/ 869 h 964"/>
              <a:gd name="T38" fmla="*/ 20 w 431"/>
              <a:gd name="T39" fmla="*/ 961 h 964"/>
              <a:gd name="T40" fmla="*/ 13 w 431"/>
              <a:gd name="T41"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1" h="964">
                <a:moveTo>
                  <a:pt x="13" y="964"/>
                </a:moveTo>
                <a:lnTo>
                  <a:pt x="13" y="964"/>
                </a:lnTo>
                <a:cubicBezTo>
                  <a:pt x="10" y="964"/>
                  <a:pt x="6" y="962"/>
                  <a:pt x="4" y="960"/>
                </a:cubicBezTo>
                <a:cubicBezTo>
                  <a:pt x="0" y="955"/>
                  <a:pt x="1" y="948"/>
                  <a:pt x="6" y="944"/>
                </a:cubicBezTo>
                <a:cubicBezTo>
                  <a:pt x="44" y="913"/>
                  <a:pt x="76" y="883"/>
                  <a:pt x="104" y="854"/>
                </a:cubicBezTo>
                <a:cubicBezTo>
                  <a:pt x="138" y="818"/>
                  <a:pt x="170" y="779"/>
                  <a:pt x="201" y="736"/>
                </a:cubicBezTo>
                <a:cubicBezTo>
                  <a:pt x="236" y="687"/>
                  <a:pt x="267" y="635"/>
                  <a:pt x="293" y="582"/>
                </a:cubicBezTo>
                <a:cubicBezTo>
                  <a:pt x="322" y="522"/>
                  <a:pt x="347" y="457"/>
                  <a:pt x="367" y="384"/>
                </a:cubicBezTo>
                <a:cubicBezTo>
                  <a:pt x="382" y="331"/>
                  <a:pt x="392" y="287"/>
                  <a:pt x="398" y="245"/>
                </a:cubicBezTo>
                <a:cubicBezTo>
                  <a:pt x="403" y="205"/>
                  <a:pt x="407" y="163"/>
                  <a:pt x="408" y="117"/>
                </a:cubicBezTo>
                <a:cubicBezTo>
                  <a:pt x="408" y="79"/>
                  <a:pt x="408" y="45"/>
                  <a:pt x="405" y="13"/>
                </a:cubicBezTo>
                <a:cubicBezTo>
                  <a:pt x="405" y="6"/>
                  <a:pt x="410" y="1"/>
                  <a:pt x="416" y="1"/>
                </a:cubicBezTo>
                <a:cubicBezTo>
                  <a:pt x="422" y="0"/>
                  <a:pt x="427" y="5"/>
                  <a:pt x="428" y="11"/>
                </a:cubicBezTo>
                <a:cubicBezTo>
                  <a:pt x="430" y="44"/>
                  <a:pt x="431" y="79"/>
                  <a:pt x="430" y="118"/>
                </a:cubicBezTo>
                <a:cubicBezTo>
                  <a:pt x="429" y="165"/>
                  <a:pt x="426" y="208"/>
                  <a:pt x="420" y="248"/>
                </a:cubicBezTo>
                <a:cubicBezTo>
                  <a:pt x="414" y="291"/>
                  <a:pt x="404" y="336"/>
                  <a:pt x="389" y="390"/>
                </a:cubicBezTo>
                <a:cubicBezTo>
                  <a:pt x="368" y="464"/>
                  <a:pt x="343" y="530"/>
                  <a:pt x="313" y="592"/>
                </a:cubicBezTo>
                <a:cubicBezTo>
                  <a:pt x="287" y="646"/>
                  <a:pt x="255" y="699"/>
                  <a:pt x="219" y="749"/>
                </a:cubicBezTo>
                <a:cubicBezTo>
                  <a:pt x="188" y="793"/>
                  <a:pt x="155" y="833"/>
                  <a:pt x="120" y="869"/>
                </a:cubicBezTo>
                <a:cubicBezTo>
                  <a:pt x="92" y="900"/>
                  <a:pt x="59" y="930"/>
                  <a:pt x="20" y="961"/>
                </a:cubicBezTo>
                <a:cubicBezTo>
                  <a:pt x="18" y="963"/>
                  <a:pt x="15" y="964"/>
                  <a:pt x="13" y="964"/>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7" name="Freeform 66">
            <a:extLst>
              <a:ext uri="{FF2B5EF4-FFF2-40B4-BE49-F238E27FC236}">
                <a16:creationId xmlns:a16="http://schemas.microsoft.com/office/drawing/2014/main" id="{A14ACBA3-CF1D-CFFA-EDE7-7A29C2D0DD5F}"/>
              </a:ext>
            </a:extLst>
          </p:cNvPr>
          <p:cNvSpPr>
            <a:spLocks/>
          </p:cNvSpPr>
          <p:nvPr/>
        </p:nvSpPr>
        <p:spPr bwMode="auto">
          <a:xfrm>
            <a:off x="6487185" y="4044165"/>
            <a:ext cx="198836" cy="142282"/>
          </a:xfrm>
          <a:custGeom>
            <a:avLst/>
            <a:gdLst>
              <a:gd name="T0" fmla="*/ 278 w 290"/>
              <a:gd name="T1" fmla="*/ 229 h 229"/>
              <a:gd name="T2" fmla="*/ 278 w 290"/>
              <a:gd name="T3" fmla="*/ 229 h 229"/>
              <a:gd name="T4" fmla="*/ 269 w 290"/>
              <a:gd name="T5" fmla="*/ 226 h 229"/>
              <a:gd name="T6" fmla="*/ 158 w 290"/>
              <a:gd name="T7" fmla="*/ 122 h 229"/>
              <a:gd name="T8" fmla="*/ 8 w 290"/>
              <a:gd name="T9" fmla="*/ 23 h 229"/>
              <a:gd name="T10" fmla="*/ 3 w 290"/>
              <a:gd name="T11" fmla="*/ 8 h 229"/>
              <a:gd name="T12" fmla="*/ 19 w 290"/>
              <a:gd name="T13" fmla="*/ 3 h 229"/>
              <a:gd name="T14" fmla="*/ 172 w 290"/>
              <a:gd name="T15" fmla="*/ 104 h 229"/>
              <a:gd name="T16" fmla="*/ 286 w 290"/>
              <a:gd name="T17" fmla="*/ 210 h 229"/>
              <a:gd name="T18" fmla="*/ 285 w 290"/>
              <a:gd name="T19" fmla="*/ 226 h 229"/>
              <a:gd name="T20" fmla="*/ 278 w 290"/>
              <a:gd name="T21"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229">
                <a:moveTo>
                  <a:pt x="278" y="229"/>
                </a:moveTo>
                <a:lnTo>
                  <a:pt x="278" y="229"/>
                </a:lnTo>
                <a:cubicBezTo>
                  <a:pt x="275" y="229"/>
                  <a:pt x="272" y="228"/>
                  <a:pt x="269" y="226"/>
                </a:cubicBezTo>
                <a:cubicBezTo>
                  <a:pt x="232" y="186"/>
                  <a:pt x="195" y="152"/>
                  <a:pt x="158" y="122"/>
                </a:cubicBezTo>
                <a:cubicBezTo>
                  <a:pt x="116" y="89"/>
                  <a:pt x="68" y="58"/>
                  <a:pt x="8" y="23"/>
                </a:cubicBezTo>
                <a:cubicBezTo>
                  <a:pt x="2" y="20"/>
                  <a:pt x="0" y="13"/>
                  <a:pt x="3" y="8"/>
                </a:cubicBezTo>
                <a:cubicBezTo>
                  <a:pt x="6" y="2"/>
                  <a:pt x="13" y="0"/>
                  <a:pt x="19" y="3"/>
                </a:cubicBezTo>
                <a:cubicBezTo>
                  <a:pt x="81" y="38"/>
                  <a:pt x="129" y="71"/>
                  <a:pt x="172" y="104"/>
                </a:cubicBezTo>
                <a:cubicBezTo>
                  <a:pt x="210" y="135"/>
                  <a:pt x="248" y="169"/>
                  <a:pt x="286" y="210"/>
                </a:cubicBezTo>
                <a:cubicBezTo>
                  <a:pt x="290" y="215"/>
                  <a:pt x="290" y="222"/>
                  <a:pt x="285" y="226"/>
                </a:cubicBezTo>
                <a:cubicBezTo>
                  <a:pt x="283" y="228"/>
                  <a:pt x="280" y="229"/>
                  <a:pt x="278" y="229"/>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8" name="Freeform 67">
            <a:extLst>
              <a:ext uri="{FF2B5EF4-FFF2-40B4-BE49-F238E27FC236}">
                <a16:creationId xmlns:a16="http://schemas.microsoft.com/office/drawing/2014/main" id="{F7D0E1C6-CC0C-72DB-04E3-126E358E61F6}"/>
              </a:ext>
            </a:extLst>
          </p:cNvPr>
          <p:cNvSpPr>
            <a:spLocks/>
          </p:cNvSpPr>
          <p:nvPr/>
        </p:nvSpPr>
        <p:spPr bwMode="auto">
          <a:xfrm>
            <a:off x="5264183" y="4277507"/>
            <a:ext cx="380314" cy="1014468"/>
          </a:xfrm>
          <a:custGeom>
            <a:avLst/>
            <a:gdLst>
              <a:gd name="T0" fmla="*/ 540 w 553"/>
              <a:gd name="T1" fmla="*/ 1637 h 1637"/>
              <a:gd name="T2" fmla="*/ 540 w 553"/>
              <a:gd name="T3" fmla="*/ 1637 h 1637"/>
              <a:gd name="T4" fmla="*/ 534 w 553"/>
              <a:gd name="T5" fmla="*/ 1635 h 1637"/>
              <a:gd name="T6" fmla="*/ 401 w 553"/>
              <a:gd name="T7" fmla="*/ 1527 h 1637"/>
              <a:gd name="T8" fmla="*/ 292 w 553"/>
              <a:gd name="T9" fmla="*/ 1413 h 1637"/>
              <a:gd name="T10" fmla="*/ 201 w 553"/>
              <a:gd name="T11" fmla="*/ 1288 h 1637"/>
              <a:gd name="T12" fmla="*/ 115 w 553"/>
              <a:gd name="T13" fmla="*/ 1132 h 1637"/>
              <a:gd name="T14" fmla="*/ 58 w 553"/>
              <a:gd name="T15" fmla="*/ 988 h 1637"/>
              <a:gd name="T16" fmla="*/ 28 w 553"/>
              <a:gd name="T17" fmla="*/ 870 h 1637"/>
              <a:gd name="T18" fmla="*/ 3 w 553"/>
              <a:gd name="T19" fmla="*/ 705 h 1637"/>
              <a:gd name="T20" fmla="*/ 1 w 553"/>
              <a:gd name="T21" fmla="*/ 581 h 1637"/>
              <a:gd name="T22" fmla="*/ 16 w 553"/>
              <a:gd name="T23" fmla="*/ 404 h 1637"/>
              <a:gd name="T24" fmla="*/ 56 w 553"/>
              <a:gd name="T25" fmla="*/ 243 h 1637"/>
              <a:gd name="T26" fmla="*/ 152 w 553"/>
              <a:gd name="T27" fmla="*/ 8 h 1637"/>
              <a:gd name="T28" fmla="*/ 168 w 553"/>
              <a:gd name="T29" fmla="*/ 3 h 1637"/>
              <a:gd name="T30" fmla="*/ 172 w 553"/>
              <a:gd name="T31" fmla="*/ 19 h 1637"/>
              <a:gd name="T32" fmla="*/ 78 w 553"/>
              <a:gd name="T33" fmla="*/ 249 h 1637"/>
              <a:gd name="T34" fmla="*/ 39 w 553"/>
              <a:gd name="T35" fmla="*/ 408 h 1637"/>
              <a:gd name="T36" fmla="*/ 24 w 553"/>
              <a:gd name="T37" fmla="*/ 582 h 1637"/>
              <a:gd name="T38" fmla="*/ 26 w 553"/>
              <a:gd name="T39" fmla="*/ 703 h 1637"/>
              <a:gd name="T40" fmla="*/ 50 w 553"/>
              <a:gd name="T41" fmla="*/ 866 h 1637"/>
              <a:gd name="T42" fmla="*/ 80 w 553"/>
              <a:gd name="T43" fmla="*/ 981 h 1637"/>
              <a:gd name="T44" fmla="*/ 135 w 553"/>
              <a:gd name="T45" fmla="*/ 1122 h 1637"/>
              <a:gd name="T46" fmla="*/ 220 w 553"/>
              <a:gd name="T47" fmla="*/ 1275 h 1637"/>
              <a:gd name="T48" fmla="*/ 310 w 553"/>
              <a:gd name="T49" fmla="*/ 1398 h 1637"/>
              <a:gd name="T50" fmla="*/ 416 w 553"/>
              <a:gd name="T51" fmla="*/ 1510 h 1637"/>
              <a:gd name="T52" fmla="*/ 547 w 553"/>
              <a:gd name="T53" fmla="*/ 1616 h 1637"/>
              <a:gd name="T54" fmla="*/ 550 w 553"/>
              <a:gd name="T55" fmla="*/ 1632 h 1637"/>
              <a:gd name="T56" fmla="*/ 540 w 553"/>
              <a:gd name="T57" fmla="*/ 1637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53" h="1637">
                <a:moveTo>
                  <a:pt x="540" y="1637"/>
                </a:moveTo>
                <a:lnTo>
                  <a:pt x="540" y="1637"/>
                </a:lnTo>
                <a:cubicBezTo>
                  <a:pt x="538" y="1637"/>
                  <a:pt x="536" y="1636"/>
                  <a:pt x="534" y="1635"/>
                </a:cubicBezTo>
                <a:cubicBezTo>
                  <a:pt x="487" y="1602"/>
                  <a:pt x="442" y="1566"/>
                  <a:pt x="401" y="1527"/>
                </a:cubicBezTo>
                <a:cubicBezTo>
                  <a:pt x="362" y="1491"/>
                  <a:pt x="326" y="1453"/>
                  <a:pt x="292" y="1413"/>
                </a:cubicBezTo>
                <a:cubicBezTo>
                  <a:pt x="260" y="1374"/>
                  <a:pt x="229" y="1332"/>
                  <a:pt x="201" y="1288"/>
                </a:cubicBezTo>
                <a:cubicBezTo>
                  <a:pt x="168" y="1237"/>
                  <a:pt x="139" y="1184"/>
                  <a:pt x="115" y="1132"/>
                </a:cubicBezTo>
                <a:cubicBezTo>
                  <a:pt x="92" y="1084"/>
                  <a:pt x="73" y="1035"/>
                  <a:pt x="58" y="988"/>
                </a:cubicBezTo>
                <a:cubicBezTo>
                  <a:pt x="47" y="953"/>
                  <a:pt x="38" y="916"/>
                  <a:pt x="28" y="870"/>
                </a:cubicBezTo>
                <a:cubicBezTo>
                  <a:pt x="15" y="810"/>
                  <a:pt x="7" y="756"/>
                  <a:pt x="3" y="705"/>
                </a:cubicBezTo>
                <a:cubicBezTo>
                  <a:pt x="1" y="668"/>
                  <a:pt x="0" y="628"/>
                  <a:pt x="1" y="581"/>
                </a:cubicBezTo>
                <a:cubicBezTo>
                  <a:pt x="2" y="516"/>
                  <a:pt x="8" y="458"/>
                  <a:pt x="16" y="404"/>
                </a:cubicBezTo>
                <a:cubicBezTo>
                  <a:pt x="27" y="343"/>
                  <a:pt x="43" y="286"/>
                  <a:pt x="56" y="243"/>
                </a:cubicBezTo>
                <a:cubicBezTo>
                  <a:pt x="84" y="152"/>
                  <a:pt x="116" y="75"/>
                  <a:pt x="152" y="8"/>
                </a:cubicBezTo>
                <a:cubicBezTo>
                  <a:pt x="155" y="2"/>
                  <a:pt x="162" y="0"/>
                  <a:pt x="168" y="3"/>
                </a:cubicBezTo>
                <a:cubicBezTo>
                  <a:pt x="173" y="6"/>
                  <a:pt x="175" y="13"/>
                  <a:pt x="172" y="19"/>
                </a:cubicBezTo>
                <a:cubicBezTo>
                  <a:pt x="136" y="84"/>
                  <a:pt x="106" y="160"/>
                  <a:pt x="78" y="249"/>
                </a:cubicBezTo>
                <a:cubicBezTo>
                  <a:pt x="65" y="292"/>
                  <a:pt x="49" y="348"/>
                  <a:pt x="39" y="408"/>
                </a:cubicBezTo>
                <a:cubicBezTo>
                  <a:pt x="30" y="460"/>
                  <a:pt x="25" y="517"/>
                  <a:pt x="24" y="582"/>
                </a:cubicBezTo>
                <a:cubicBezTo>
                  <a:pt x="22" y="628"/>
                  <a:pt x="23" y="667"/>
                  <a:pt x="26" y="703"/>
                </a:cubicBezTo>
                <a:cubicBezTo>
                  <a:pt x="30" y="753"/>
                  <a:pt x="38" y="806"/>
                  <a:pt x="50" y="866"/>
                </a:cubicBezTo>
                <a:cubicBezTo>
                  <a:pt x="60" y="911"/>
                  <a:pt x="69" y="947"/>
                  <a:pt x="80" y="981"/>
                </a:cubicBezTo>
                <a:cubicBezTo>
                  <a:pt x="95" y="1028"/>
                  <a:pt x="113" y="1075"/>
                  <a:pt x="135" y="1122"/>
                </a:cubicBezTo>
                <a:cubicBezTo>
                  <a:pt x="159" y="1174"/>
                  <a:pt x="188" y="1225"/>
                  <a:pt x="220" y="1275"/>
                </a:cubicBezTo>
                <a:cubicBezTo>
                  <a:pt x="248" y="1319"/>
                  <a:pt x="278" y="1360"/>
                  <a:pt x="310" y="1398"/>
                </a:cubicBezTo>
                <a:cubicBezTo>
                  <a:pt x="343" y="1438"/>
                  <a:pt x="378" y="1475"/>
                  <a:pt x="416" y="1510"/>
                </a:cubicBezTo>
                <a:cubicBezTo>
                  <a:pt x="457" y="1548"/>
                  <a:pt x="501" y="1584"/>
                  <a:pt x="547" y="1616"/>
                </a:cubicBezTo>
                <a:cubicBezTo>
                  <a:pt x="552" y="1620"/>
                  <a:pt x="553" y="1627"/>
                  <a:pt x="550" y="1632"/>
                </a:cubicBezTo>
                <a:cubicBezTo>
                  <a:pt x="548" y="1635"/>
                  <a:pt x="544" y="1637"/>
                  <a:pt x="540" y="1637"/>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69" name="Freeform 68">
            <a:extLst>
              <a:ext uri="{FF2B5EF4-FFF2-40B4-BE49-F238E27FC236}">
                <a16:creationId xmlns:a16="http://schemas.microsoft.com/office/drawing/2014/main" id="{B4FE096A-5BD1-68B7-01B0-CBD3363BD328}"/>
              </a:ext>
            </a:extLst>
          </p:cNvPr>
          <p:cNvSpPr>
            <a:spLocks/>
          </p:cNvSpPr>
          <p:nvPr/>
        </p:nvSpPr>
        <p:spPr bwMode="auto">
          <a:xfrm>
            <a:off x="5829131" y="5371653"/>
            <a:ext cx="291943" cy="59758"/>
          </a:xfrm>
          <a:custGeom>
            <a:avLst/>
            <a:gdLst>
              <a:gd name="T0" fmla="*/ 413 w 424"/>
              <a:gd name="T1" fmla="*/ 97 h 97"/>
              <a:gd name="T2" fmla="*/ 413 w 424"/>
              <a:gd name="T3" fmla="*/ 97 h 97"/>
              <a:gd name="T4" fmla="*/ 413 w 424"/>
              <a:gd name="T5" fmla="*/ 97 h 97"/>
              <a:gd name="T6" fmla="*/ 267 w 424"/>
              <a:gd name="T7" fmla="*/ 87 h 97"/>
              <a:gd name="T8" fmla="*/ 125 w 424"/>
              <a:gd name="T9" fmla="*/ 60 h 97"/>
              <a:gd name="T10" fmla="*/ 9 w 424"/>
              <a:gd name="T11" fmla="*/ 24 h 97"/>
              <a:gd name="T12" fmla="*/ 2 w 424"/>
              <a:gd name="T13" fmla="*/ 9 h 97"/>
              <a:gd name="T14" fmla="*/ 16 w 424"/>
              <a:gd name="T15" fmla="*/ 2 h 97"/>
              <a:gd name="T16" fmla="*/ 130 w 424"/>
              <a:gd name="T17" fmla="*/ 38 h 97"/>
              <a:gd name="T18" fmla="*/ 270 w 424"/>
              <a:gd name="T19" fmla="*/ 64 h 97"/>
              <a:gd name="T20" fmla="*/ 413 w 424"/>
              <a:gd name="T21" fmla="*/ 75 h 97"/>
              <a:gd name="T22" fmla="*/ 424 w 424"/>
              <a:gd name="T23" fmla="*/ 86 h 97"/>
              <a:gd name="T24" fmla="*/ 413 w 424"/>
              <a:gd name="T2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4" h="97">
                <a:moveTo>
                  <a:pt x="413" y="97"/>
                </a:moveTo>
                <a:lnTo>
                  <a:pt x="413" y="97"/>
                </a:lnTo>
                <a:lnTo>
                  <a:pt x="413" y="97"/>
                </a:lnTo>
                <a:cubicBezTo>
                  <a:pt x="364" y="96"/>
                  <a:pt x="315" y="93"/>
                  <a:pt x="267" y="87"/>
                </a:cubicBezTo>
                <a:cubicBezTo>
                  <a:pt x="218" y="80"/>
                  <a:pt x="170" y="71"/>
                  <a:pt x="125" y="60"/>
                </a:cubicBezTo>
                <a:cubicBezTo>
                  <a:pt x="87" y="50"/>
                  <a:pt x="48" y="38"/>
                  <a:pt x="9" y="24"/>
                </a:cubicBezTo>
                <a:cubicBezTo>
                  <a:pt x="3" y="22"/>
                  <a:pt x="0" y="15"/>
                  <a:pt x="2" y="9"/>
                </a:cubicBezTo>
                <a:cubicBezTo>
                  <a:pt x="4" y="3"/>
                  <a:pt x="11" y="0"/>
                  <a:pt x="16" y="2"/>
                </a:cubicBezTo>
                <a:cubicBezTo>
                  <a:pt x="55" y="16"/>
                  <a:pt x="93" y="28"/>
                  <a:pt x="130" y="38"/>
                </a:cubicBezTo>
                <a:cubicBezTo>
                  <a:pt x="175" y="49"/>
                  <a:pt x="222" y="58"/>
                  <a:pt x="270" y="64"/>
                </a:cubicBezTo>
                <a:cubicBezTo>
                  <a:pt x="317" y="70"/>
                  <a:pt x="365" y="74"/>
                  <a:pt x="413" y="75"/>
                </a:cubicBezTo>
                <a:cubicBezTo>
                  <a:pt x="419" y="75"/>
                  <a:pt x="424" y="80"/>
                  <a:pt x="424" y="86"/>
                </a:cubicBezTo>
                <a:cubicBezTo>
                  <a:pt x="424" y="92"/>
                  <a:pt x="419" y="97"/>
                  <a:pt x="413" y="97"/>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0" name="Freeform 69">
            <a:extLst>
              <a:ext uri="{FF2B5EF4-FFF2-40B4-BE49-F238E27FC236}">
                <a16:creationId xmlns:a16="http://schemas.microsoft.com/office/drawing/2014/main" id="{88410AF2-67F4-0A34-DBB3-1B84B8E532D9}"/>
              </a:ext>
            </a:extLst>
          </p:cNvPr>
          <p:cNvSpPr>
            <a:spLocks/>
          </p:cNvSpPr>
          <p:nvPr/>
        </p:nvSpPr>
        <p:spPr bwMode="auto">
          <a:xfrm>
            <a:off x="6457202" y="5237908"/>
            <a:ext cx="224085" cy="130899"/>
          </a:xfrm>
          <a:custGeom>
            <a:avLst/>
            <a:gdLst>
              <a:gd name="T0" fmla="*/ 13 w 326"/>
              <a:gd name="T1" fmla="*/ 210 h 210"/>
              <a:gd name="T2" fmla="*/ 13 w 326"/>
              <a:gd name="T3" fmla="*/ 210 h 210"/>
              <a:gd name="T4" fmla="*/ 3 w 326"/>
              <a:gd name="T5" fmla="*/ 203 h 210"/>
              <a:gd name="T6" fmla="*/ 9 w 326"/>
              <a:gd name="T7" fmla="*/ 188 h 210"/>
              <a:gd name="T8" fmla="*/ 150 w 326"/>
              <a:gd name="T9" fmla="*/ 115 h 210"/>
              <a:gd name="T10" fmla="*/ 306 w 326"/>
              <a:gd name="T11" fmla="*/ 4 h 210"/>
              <a:gd name="T12" fmla="*/ 322 w 326"/>
              <a:gd name="T13" fmla="*/ 5 h 210"/>
              <a:gd name="T14" fmla="*/ 321 w 326"/>
              <a:gd name="T15" fmla="*/ 21 h 210"/>
              <a:gd name="T16" fmla="*/ 162 w 326"/>
              <a:gd name="T17" fmla="*/ 135 h 210"/>
              <a:gd name="T18" fmla="*/ 18 w 326"/>
              <a:gd name="T19" fmla="*/ 209 h 210"/>
              <a:gd name="T20" fmla="*/ 13 w 326"/>
              <a:gd name="T2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6" h="210">
                <a:moveTo>
                  <a:pt x="13" y="210"/>
                </a:moveTo>
                <a:lnTo>
                  <a:pt x="13" y="210"/>
                </a:lnTo>
                <a:cubicBezTo>
                  <a:pt x="9" y="210"/>
                  <a:pt x="5" y="208"/>
                  <a:pt x="3" y="203"/>
                </a:cubicBezTo>
                <a:cubicBezTo>
                  <a:pt x="0" y="198"/>
                  <a:pt x="3" y="191"/>
                  <a:pt x="9" y="188"/>
                </a:cubicBezTo>
                <a:cubicBezTo>
                  <a:pt x="57" y="167"/>
                  <a:pt x="105" y="143"/>
                  <a:pt x="150" y="115"/>
                </a:cubicBezTo>
                <a:cubicBezTo>
                  <a:pt x="203" y="84"/>
                  <a:pt x="255" y="46"/>
                  <a:pt x="306" y="4"/>
                </a:cubicBezTo>
                <a:cubicBezTo>
                  <a:pt x="311" y="0"/>
                  <a:pt x="318" y="1"/>
                  <a:pt x="322" y="5"/>
                </a:cubicBezTo>
                <a:cubicBezTo>
                  <a:pt x="326" y="10"/>
                  <a:pt x="326" y="17"/>
                  <a:pt x="321" y="21"/>
                </a:cubicBezTo>
                <a:cubicBezTo>
                  <a:pt x="269" y="64"/>
                  <a:pt x="216" y="103"/>
                  <a:pt x="162" y="135"/>
                </a:cubicBezTo>
                <a:cubicBezTo>
                  <a:pt x="116" y="163"/>
                  <a:pt x="67" y="188"/>
                  <a:pt x="18" y="209"/>
                </a:cubicBezTo>
                <a:cubicBezTo>
                  <a:pt x="16" y="210"/>
                  <a:pt x="15" y="210"/>
                  <a:pt x="13" y="210"/>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1" name="Freeform 70">
            <a:extLst>
              <a:ext uri="{FF2B5EF4-FFF2-40B4-BE49-F238E27FC236}">
                <a16:creationId xmlns:a16="http://schemas.microsoft.com/office/drawing/2014/main" id="{AC2E075F-BDE4-3A25-44EB-05A9CC979EFE}"/>
              </a:ext>
            </a:extLst>
          </p:cNvPr>
          <p:cNvSpPr>
            <a:spLocks/>
          </p:cNvSpPr>
          <p:nvPr/>
        </p:nvSpPr>
        <p:spPr bwMode="auto">
          <a:xfrm>
            <a:off x="6911685" y="4364299"/>
            <a:ext cx="77326" cy="495140"/>
          </a:xfrm>
          <a:custGeom>
            <a:avLst/>
            <a:gdLst>
              <a:gd name="T0" fmla="*/ 57 w 112"/>
              <a:gd name="T1" fmla="*/ 798 h 798"/>
              <a:gd name="T2" fmla="*/ 57 w 112"/>
              <a:gd name="T3" fmla="*/ 798 h 798"/>
              <a:gd name="T4" fmla="*/ 54 w 112"/>
              <a:gd name="T5" fmla="*/ 798 h 798"/>
              <a:gd name="T6" fmla="*/ 46 w 112"/>
              <a:gd name="T7" fmla="*/ 784 h 798"/>
              <a:gd name="T8" fmla="*/ 78 w 112"/>
              <a:gd name="T9" fmla="*/ 631 h 798"/>
              <a:gd name="T10" fmla="*/ 88 w 112"/>
              <a:gd name="T11" fmla="*/ 488 h 798"/>
              <a:gd name="T12" fmla="*/ 85 w 112"/>
              <a:gd name="T13" fmla="*/ 372 h 798"/>
              <a:gd name="T14" fmla="*/ 63 w 112"/>
              <a:gd name="T15" fmla="*/ 217 h 798"/>
              <a:gd name="T16" fmla="*/ 3 w 112"/>
              <a:gd name="T17" fmla="*/ 17 h 798"/>
              <a:gd name="T18" fmla="*/ 9 w 112"/>
              <a:gd name="T19" fmla="*/ 3 h 798"/>
              <a:gd name="T20" fmla="*/ 24 w 112"/>
              <a:gd name="T21" fmla="*/ 9 h 798"/>
              <a:gd name="T22" fmla="*/ 85 w 112"/>
              <a:gd name="T23" fmla="*/ 212 h 798"/>
              <a:gd name="T24" fmla="*/ 108 w 112"/>
              <a:gd name="T25" fmla="*/ 370 h 798"/>
              <a:gd name="T26" fmla="*/ 111 w 112"/>
              <a:gd name="T27" fmla="*/ 488 h 798"/>
              <a:gd name="T28" fmla="*/ 100 w 112"/>
              <a:gd name="T29" fmla="*/ 634 h 798"/>
              <a:gd name="T30" fmla="*/ 68 w 112"/>
              <a:gd name="T31" fmla="*/ 790 h 798"/>
              <a:gd name="T32" fmla="*/ 57 w 112"/>
              <a:gd name="T33" fmla="*/ 798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 h="798">
                <a:moveTo>
                  <a:pt x="57" y="798"/>
                </a:moveTo>
                <a:lnTo>
                  <a:pt x="57" y="798"/>
                </a:lnTo>
                <a:cubicBezTo>
                  <a:pt x="56" y="798"/>
                  <a:pt x="55" y="798"/>
                  <a:pt x="54" y="798"/>
                </a:cubicBezTo>
                <a:cubicBezTo>
                  <a:pt x="48" y="796"/>
                  <a:pt x="44" y="790"/>
                  <a:pt x="46" y="784"/>
                </a:cubicBezTo>
                <a:cubicBezTo>
                  <a:pt x="61" y="726"/>
                  <a:pt x="71" y="678"/>
                  <a:pt x="78" y="631"/>
                </a:cubicBezTo>
                <a:cubicBezTo>
                  <a:pt x="84" y="586"/>
                  <a:pt x="88" y="539"/>
                  <a:pt x="88" y="488"/>
                </a:cubicBezTo>
                <a:cubicBezTo>
                  <a:pt x="89" y="446"/>
                  <a:pt x="88" y="409"/>
                  <a:pt x="85" y="372"/>
                </a:cubicBezTo>
                <a:cubicBezTo>
                  <a:pt x="82" y="321"/>
                  <a:pt x="74" y="269"/>
                  <a:pt x="63" y="217"/>
                </a:cubicBezTo>
                <a:cubicBezTo>
                  <a:pt x="49" y="149"/>
                  <a:pt x="28" y="82"/>
                  <a:pt x="3" y="17"/>
                </a:cubicBezTo>
                <a:cubicBezTo>
                  <a:pt x="0" y="12"/>
                  <a:pt x="3" y="5"/>
                  <a:pt x="9" y="3"/>
                </a:cubicBezTo>
                <a:cubicBezTo>
                  <a:pt x="15" y="0"/>
                  <a:pt x="21" y="3"/>
                  <a:pt x="24" y="9"/>
                </a:cubicBezTo>
                <a:cubicBezTo>
                  <a:pt x="50" y="75"/>
                  <a:pt x="70" y="143"/>
                  <a:pt x="85" y="212"/>
                </a:cubicBezTo>
                <a:cubicBezTo>
                  <a:pt x="96" y="265"/>
                  <a:pt x="104" y="319"/>
                  <a:pt x="108" y="370"/>
                </a:cubicBezTo>
                <a:cubicBezTo>
                  <a:pt x="111" y="408"/>
                  <a:pt x="112" y="446"/>
                  <a:pt x="111" y="488"/>
                </a:cubicBezTo>
                <a:cubicBezTo>
                  <a:pt x="110" y="541"/>
                  <a:pt x="107" y="588"/>
                  <a:pt x="100" y="634"/>
                </a:cubicBezTo>
                <a:cubicBezTo>
                  <a:pt x="94" y="682"/>
                  <a:pt x="83" y="731"/>
                  <a:pt x="68" y="790"/>
                </a:cubicBezTo>
                <a:cubicBezTo>
                  <a:pt x="66" y="795"/>
                  <a:pt x="62" y="798"/>
                  <a:pt x="57" y="798"/>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2" name="Freeform 71">
            <a:extLst>
              <a:ext uri="{FF2B5EF4-FFF2-40B4-BE49-F238E27FC236}">
                <a16:creationId xmlns:a16="http://schemas.microsoft.com/office/drawing/2014/main" id="{3C7304B9-54B8-834E-E856-6F9975845CD2}"/>
              </a:ext>
            </a:extLst>
          </p:cNvPr>
          <p:cNvSpPr>
            <a:spLocks/>
          </p:cNvSpPr>
          <p:nvPr/>
        </p:nvSpPr>
        <p:spPr bwMode="auto">
          <a:xfrm>
            <a:off x="6644992" y="4039897"/>
            <a:ext cx="102575" cy="85369"/>
          </a:xfrm>
          <a:custGeom>
            <a:avLst/>
            <a:gdLst>
              <a:gd name="T0" fmla="*/ 138 w 151"/>
              <a:gd name="T1" fmla="*/ 139 h 139"/>
              <a:gd name="T2" fmla="*/ 138 w 151"/>
              <a:gd name="T3" fmla="*/ 139 h 139"/>
              <a:gd name="T4" fmla="*/ 130 w 151"/>
              <a:gd name="T5" fmla="*/ 135 h 139"/>
              <a:gd name="T6" fmla="*/ 6 w 151"/>
              <a:gd name="T7" fmla="*/ 22 h 139"/>
              <a:gd name="T8" fmla="*/ 4 w 151"/>
              <a:gd name="T9" fmla="*/ 6 h 139"/>
              <a:gd name="T10" fmla="*/ 20 w 151"/>
              <a:gd name="T11" fmla="*/ 4 h 139"/>
              <a:gd name="T12" fmla="*/ 146 w 151"/>
              <a:gd name="T13" fmla="*/ 119 h 139"/>
              <a:gd name="T14" fmla="*/ 146 w 151"/>
              <a:gd name="T15" fmla="*/ 135 h 139"/>
              <a:gd name="T16" fmla="*/ 138 w 151"/>
              <a:gd name="T17"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139">
                <a:moveTo>
                  <a:pt x="138" y="139"/>
                </a:moveTo>
                <a:lnTo>
                  <a:pt x="138" y="139"/>
                </a:lnTo>
                <a:cubicBezTo>
                  <a:pt x="135" y="139"/>
                  <a:pt x="132" y="137"/>
                  <a:pt x="130" y="135"/>
                </a:cubicBezTo>
                <a:cubicBezTo>
                  <a:pt x="89" y="92"/>
                  <a:pt x="48" y="55"/>
                  <a:pt x="6" y="22"/>
                </a:cubicBezTo>
                <a:cubicBezTo>
                  <a:pt x="1" y="18"/>
                  <a:pt x="0" y="11"/>
                  <a:pt x="4" y="6"/>
                </a:cubicBezTo>
                <a:cubicBezTo>
                  <a:pt x="8" y="1"/>
                  <a:pt x="15" y="0"/>
                  <a:pt x="20" y="4"/>
                </a:cubicBezTo>
                <a:cubicBezTo>
                  <a:pt x="63" y="37"/>
                  <a:pt x="104" y="75"/>
                  <a:pt x="146" y="119"/>
                </a:cubicBezTo>
                <a:cubicBezTo>
                  <a:pt x="151" y="124"/>
                  <a:pt x="151" y="131"/>
                  <a:pt x="146" y="135"/>
                </a:cubicBezTo>
                <a:cubicBezTo>
                  <a:pt x="144" y="138"/>
                  <a:pt x="141" y="139"/>
                  <a:pt x="138" y="139"/>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3" name="Freeform 72">
            <a:extLst>
              <a:ext uri="{FF2B5EF4-FFF2-40B4-BE49-F238E27FC236}">
                <a16:creationId xmlns:a16="http://schemas.microsoft.com/office/drawing/2014/main" id="{AA5BE589-15CA-01FB-09FA-2F89FFF5FCC4}"/>
              </a:ext>
            </a:extLst>
          </p:cNvPr>
          <p:cNvSpPr>
            <a:spLocks/>
          </p:cNvSpPr>
          <p:nvPr/>
        </p:nvSpPr>
        <p:spPr bwMode="auto">
          <a:xfrm>
            <a:off x="5926971" y="3876273"/>
            <a:ext cx="546012" cy="76832"/>
          </a:xfrm>
          <a:custGeom>
            <a:avLst/>
            <a:gdLst>
              <a:gd name="T0" fmla="*/ 784 w 797"/>
              <a:gd name="T1" fmla="*/ 123 h 123"/>
              <a:gd name="T2" fmla="*/ 784 w 797"/>
              <a:gd name="T3" fmla="*/ 123 h 123"/>
              <a:gd name="T4" fmla="*/ 779 w 797"/>
              <a:gd name="T5" fmla="*/ 122 h 123"/>
              <a:gd name="T6" fmla="*/ 686 w 797"/>
              <a:gd name="T7" fmla="*/ 86 h 123"/>
              <a:gd name="T8" fmla="*/ 534 w 797"/>
              <a:gd name="T9" fmla="*/ 47 h 123"/>
              <a:gd name="T10" fmla="*/ 323 w 797"/>
              <a:gd name="T11" fmla="*/ 25 h 123"/>
              <a:gd name="T12" fmla="*/ 162 w 797"/>
              <a:gd name="T13" fmla="*/ 30 h 123"/>
              <a:gd name="T14" fmla="*/ 15 w 797"/>
              <a:gd name="T15" fmla="*/ 54 h 123"/>
              <a:gd name="T16" fmla="*/ 1 w 797"/>
              <a:gd name="T17" fmla="*/ 46 h 123"/>
              <a:gd name="T18" fmla="*/ 10 w 797"/>
              <a:gd name="T19" fmla="*/ 32 h 123"/>
              <a:gd name="T20" fmla="*/ 160 w 797"/>
              <a:gd name="T21" fmla="*/ 7 h 123"/>
              <a:gd name="T22" fmla="*/ 324 w 797"/>
              <a:gd name="T23" fmla="*/ 2 h 123"/>
              <a:gd name="T24" fmla="*/ 539 w 797"/>
              <a:gd name="T25" fmla="*/ 25 h 123"/>
              <a:gd name="T26" fmla="*/ 693 w 797"/>
              <a:gd name="T27" fmla="*/ 65 h 123"/>
              <a:gd name="T28" fmla="*/ 788 w 797"/>
              <a:gd name="T29" fmla="*/ 101 h 123"/>
              <a:gd name="T30" fmla="*/ 794 w 797"/>
              <a:gd name="T31" fmla="*/ 116 h 123"/>
              <a:gd name="T32" fmla="*/ 784 w 797"/>
              <a:gd name="T33"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97" h="123">
                <a:moveTo>
                  <a:pt x="784" y="123"/>
                </a:moveTo>
                <a:lnTo>
                  <a:pt x="784" y="123"/>
                </a:lnTo>
                <a:cubicBezTo>
                  <a:pt x="782" y="123"/>
                  <a:pt x="781" y="123"/>
                  <a:pt x="779" y="122"/>
                </a:cubicBezTo>
                <a:cubicBezTo>
                  <a:pt x="750" y="109"/>
                  <a:pt x="718" y="97"/>
                  <a:pt x="686" y="86"/>
                </a:cubicBezTo>
                <a:cubicBezTo>
                  <a:pt x="637" y="70"/>
                  <a:pt x="586" y="57"/>
                  <a:pt x="534" y="47"/>
                </a:cubicBezTo>
                <a:cubicBezTo>
                  <a:pt x="468" y="34"/>
                  <a:pt x="397" y="27"/>
                  <a:pt x="323" y="25"/>
                </a:cubicBezTo>
                <a:cubicBezTo>
                  <a:pt x="264" y="23"/>
                  <a:pt x="212" y="25"/>
                  <a:pt x="162" y="30"/>
                </a:cubicBezTo>
                <a:cubicBezTo>
                  <a:pt x="114" y="35"/>
                  <a:pt x="64" y="43"/>
                  <a:pt x="15" y="54"/>
                </a:cubicBezTo>
                <a:cubicBezTo>
                  <a:pt x="9" y="56"/>
                  <a:pt x="3" y="52"/>
                  <a:pt x="1" y="46"/>
                </a:cubicBezTo>
                <a:cubicBezTo>
                  <a:pt x="0" y="40"/>
                  <a:pt x="4" y="34"/>
                  <a:pt x="10" y="32"/>
                </a:cubicBezTo>
                <a:cubicBezTo>
                  <a:pt x="60" y="21"/>
                  <a:pt x="111" y="12"/>
                  <a:pt x="160" y="7"/>
                </a:cubicBezTo>
                <a:cubicBezTo>
                  <a:pt x="210" y="2"/>
                  <a:pt x="264" y="0"/>
                  <a:pt x="324" y="2"/>
                </a:cubicBezTo>
                <a:cubicBezTo>
                  <a:pt x="399" y="4"/>
                  <a:pt x="471" y="12"/>
                  <a:pt x="539" y="25"/>
                </a:cubicBezTo>
                <a:cubicBezTo>
                  <a:pt x="591" y="35"/>
                  <a:pt x="643" y="48"/>
                  <a:pt x="693" y="65"/>
                </a:cubicBezTo>
                <a:cubicBezTo>
                  <a:pt x="726" y="76"/>
                  <a:pt x="758" y="88"/>
                  <a:pt x="788" y="101"/>
                </a:cubicBezTo>
                <a:cubicBezTo>
                  <a:pt x="794" y="104"/>
                  <a:pt x="797" y="111"/>
                  <a:pt x="794" y="116"/>
                </a:cubicBezTo>
                <a:cubicBezTo>
                  <a:pt x="793" y="121"/>
                  <a:pt x="788" y="123"/>
                  <a:pt x="784" y="123"/>
                </a:cubicBezTo>
                <a:close/>
              </a:path>
            </a:pathLst>
          </a:custGeom>
          <a:solidFill>
            <a:srgbClr val="00B2E4"/>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4" name="Freeform 73">
            <a:extLst>
              <a:ext uri="{FF2B5EF4-FFF2-40B4-BE49-F238E27FC236}">
                <a16:creationId xmlns:a16="http://schemas.microsoft.com/office/drawing/2014/main" id="{6EDD9C46-8703-A731-7A95-FCC8DDD6AC77}"/>
              </a:ext>
            </a:extLst>
          </p:cNvPr>
          <p:cNvSpPr>
            <a:spLocks/>
          </p:cNvSpPr>
          <p:nvPr/>
        </p:nvSpPr>
        <p:spPr bwMode="auto">
          <a:xfrm>
            <a:off x="5769165" y="3716918"/>
            <a:ext cx="249335" cy="64027"/>
          </a:xfrm>
          <a:custGeom>
            <a:avLst/>
            <a:gdLst>
              <a:gd name="T0" fmla="*/ 13 w 365"/>
              <a:gd name="T1" fmla="*/ 102 h 102"/>
              <a:gd name="T2" fmla="*/ 13 w 365"/>
              <a:gd name="T3" fmla="*/ 102 h 102"/>
              <a:gd name="T4" fmla="*/ 2 w 365"/>
              <a:gd name="T5" fmla="*/ 95 h 102"/>
              <a:gd name="T6" fmla="*/ 9 w 365"/>
              <a:gd name="T7" fmla="*/ 80 h 102"/>
              <a:gd name="T8" fmla="*/ 171 w 365"/>
              <a:gd name="T9" fmla="*/ 32 h 102"/>
              <a:gd name="T10" fmla="*/ 352 w 365"/>
              <a:gd name="T11" fmla="*/ 1 h 102"/>
              <a:gd name="T12" fmla="*/ 365 w 365"/>
              <a:gd name="T13" fmla="*/ 11 h 102"/>
              <a:gd name="T14" fmla="*/ 354 w 365"/>
              <a:gd name="T15" fmla="*/ 24 h 102"/>
              <a:gd name="T16" fmla="*/ 176 w 365"/>
              <a:gd name="T17" fmla="*/ 54 h 102"/>
              <a:gd name="T18" fmla="*/ 16 w 365"/>
              <a:gd name="T19" fmla="*/ 102 h 102"/>
              <a:gd name="T20" fmla="*/ 13 w 365"/>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 h="102">
                <a:moveTo>
                  <a:pt x="13" y="102"/>
                </a:moveTo>
                <a:lnTo>
                  <a:pt x="13" y="102"/>
                </a:lnTo>
                <a:cubicBezTo>
                  <a:pt x="8" y="102"/>
                  <a:pt x="4" y="99"/>
                  <a:pt x="2" y="95"/>
                </a:cubicBezTo>
                <a:cubicBezTo>
                  <a:pt x="0" y="89"/>
                  <a:pt x="3" y="82"/>
                  <a:pt x="9" y="80"/>
                </a:cubicBezTo>
                <a:cubicBezTo>
                  <a:pt x="62" y="61"/>
                  <a:pt x="116" y="45"/>
                  <a:pt x="171" y="32"/>
                </a:cubicBezTo>
                <a:cubicBezTo>
                  <a:pt x="231" y="18"/>
                  <a:pt x="292" y="7"/>
                  <a:pt x="352" y="1"/>
                </a:cubicBezTo>
                <a:cubicBezTo>
                  <a:pt x="358" y="0"/>
                  <a:pt x="364" y="5"/>
                  <a:pt x="365" y="11"/>
                </a:cubicBezTo>
                <a:cubicBezTo>
                  <a:pt x="365" y="17"/>
                  <a:pt x="361" y="23"/>
                  <a:pt x="354" y="24"/>
                </a:cubicBezTo>
                <a:cubicBezTo>
                  <a:pt x="296" y="30"/>
                  <a:pt x="236" y="40"/>
                  <a:pt x="176" y="54"/>
                </a:cubicBezTo>
                <a:cubicBezTo>
                  <a:pt x="122" y="67"/>
                  <a:pt x="68" y="83"/>
                  <a:pt x="16" y="102"/>
                </a:cubicBezTo>
                <a:cubicBezTo>
                  <a:pt x="15" y="102"/>
                  <a:pt x="14" y="102"/>
                  <a:pt x="13" y="102"/>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5" name="Freeform 74">
            <a:extLst>
              <a:ext uri="{FF2B5EF4-FFF2-40B4-BE49-F238E27FC236}">
                <a16:creationId xmlns:a16="http://schemas.microsoft.com/office/drawing/2014/main" id="{0FD3E33E-7C95-1742-45FB-A327AF7E13F8}"/>
              </a:ext>
            </a:extLst>
          </p:cNvPr>
          <p:cNvSpPr>
            <a:spLocks/>
          </p:cNvSpPr>
          <p:nvPr/>
        </p:nvSpPr>
        <p:spPr bwMode="auto">
          <a:xfrm>
            <a:off x="5275230" y="3863468"/>
            <a:ext cx="293520" cy="253261"/>
          </a:xfrm>
          <a:custGeom>
            <a:avLst/>
            <a:gdLst>
              <a:gd name="T0" fmla="*/ 13 w 426"/>
              <a:gd name="T1" fmla="*/ 409 h 409"/>
              <a:gd name="T2" fmla="*/ 13 w 426"/>
              <a:gd name="T3" fmla="*/ 409 h 409"/>
              <a:gd name="T4" fmla="*/ 7 w 426"/>
              <a:gd name="T5" fmla="*/ 407 h 409"/>
              <a:gd name="T6" fmla="*/ 4 w 426"/>
              <a:gd name="T7" fmla="*/ 391 h 409"/>
              <a:gd name="T8" fmla="*/ 197 w 426"/>
              <a:gd name="T9" fmla="*/ 169 h 409"/>
              <a:gd name="T10" fmla="*/ 407 w 426"/>
              <a:gd name="T11" fmla="*/ 4 h 409"/>
              <a:gd name="T12" fmla="*/ 422 w 426"/>
              <a:gd name="T13" fmla="*/ 7 h 409"/>
              <a:gd name="T14" fmla="*/ 419 w 426"/>
              <a:gd name="T15" fmla="*/ 23 h 409"/>
              <a:gd name="T16" fmla="*/ 213 w 426"/>
              <a:gd name="T17" fmla="*/ 186 h 409"/>
              <a:gd name="T18" fmla="*/ 22 w 426"/>
              <a:gd name="T19" fmla="*/ 404 h 409"/>
              <a:gd name="T20" fmla="*/ 13 w 426"/>
              <a:gd name="T21" fmla="*/ 409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6" h="409">
                <a:moveTo>
                  <a:pt x="13" y="409"/>
                </a:moveTo>
                <a:lnTo>
                  <a:pt x="13" y="409"/>
                </a:lnTo>
                <a:cubicBezTo>
                  <a:pt x="11" y="409"/>
                  <a:pt x="9" y="408"/>
                  <a:pt x="7" y="407"/>
                </a:cubicBezTo>
                <a:cubicBezTo>
                  <a:pt x="1" y="403"/>
                  <a:pt x="0" y="396"/>
                  <a:pt x="4" y="391"/>
                </a:cubicBezTo>
                <a:cubicBezTo>
                  <a:pt x="63" y="310"/>
                  <a:pt x="128" y="235"/>
                  <a:pt x="197" y="169"/>
                </a:cubicBezTo>
                <a:cubicBezTo>
                  <a:pt x="261" y="110"/>
                  <a:pt x="331" y="54"/>
                  <a:pt x="407" y="4"/>
                </a:cubicBezTo>
                <a:cubicBezTo>
                  <a:pt x="412" y="0"/>
                  <a:pt x="419" y="2"/>
                  <a:pt x="422" y="7"/>
                </a:cubicBezTo>
                <a:cubicBezTo>
                  <a:pt x="426" y="12"/>
                  <a:pt x="424" y="19"/>
                  <a:pt x="419" y="23"/>
                </a:cubicBezTo>
                <a:cubicBezTo>
                  <a:pt x="345" y="72"/>
                  <a:pt x="275" y="127"/>
                  <a:pt x="213" y="186"/>
                </a:cubicBezTo>
                <a:cubicBezTo>
                  <a:pt x="145" y="250"/>
                  <a:pt x="81" y="324"/>
                  <a:pt x="22" y="404"/>
                </a:cubicBezTo>
                <a:cubicBezTo>
                  <a:pt x="20" y="408"/>
                  <a:pt x="17" y="409"/>
                  <a:pt x="13" y="409"/>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6" name="Freeform 75">
            <a:extLst>
              <a:ext uri="{FF2B5EF4-FFF2-40B4-BE49-F238E27FC236}">
                <a16:creationId xmlns:a16="http://schemas.microsoft.com/office/drawing/2014/main" id="{192C139A-AA04-01ED-0D91-8ACE4214B55A}"/>
              </a:ext>
            </a:extLst>
          </p:cNvPr>
          <p:cNvSpPr>
            <a:spLocks/>
          </p:cNvSpPr>
          <p:nvPr/>
        </p:nvSpPr>
        <p:spPr bwMode="auto">
          <a:xfrm>
            <a:off x="5095330" y="4384219"/>
            <a:ext cx="45764" cy="130899"/>
          </a:xfrm>
          <a:custGeom>
            <a:avLst/>
            <a:gdLst>
              <a:gd name="T0" fmla="*/ 12 w 68"/>
              <a:gd name="T1" fmla="*/ 211 h 211"/>
              <a:gd name="T2" fmla="*/ 12 w 68"/>
              <a:gd name="T3" fmla="*/ 211 h 211"/>
              <a:gd name="T4" fmla="*/ 10 w 68"/>
              <a:gd name="T5" fmla="*/ 211 h 211"/>
              <a:gd name="T6" fmla="*/ 1 w 68"/>
              <a:gd name="T7" fmla="*/ 198 h 211"/>
              <a:gd name="T8" fmla="*/ 45 w 68"/>
              <a:gd name="T9" fmla="*/ 9 h 211"/>
              <a:gd name="T10" fmla="*/ 59 w 68"/>
              <a:gd name="T11" fmla="*/ 2 h 211"/>
              <a:gd name="T12" fmla="*/ 67 w 68"/>
              <a:gd name="T13" fmla="*/ 16 h 211"/>
              <a:gd name="T14" fmla="*/ 23 w 68"/>
              <a:gd name="T15" fmla="*/ 202 h 211"/>
              <a:gd name="T16" fmla="*/ 12 w 68"/>
              <a:gd name="T1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211">
                <a:moveTo>
                  <a:pt x="12" y="211"/>
                </a:moveTo>
                <a:lnTo>
                  <a:pt x="12" y="211"/>
                </a:lnTo>
                <a:cubicBezTo>
                  <a:pt x="11" y="211"/>
                  <a:pt x="11" y="211"/>
                  <a:pt x="10" y="211"/>
                </a:cubicBezTo>
                <a:cubicBezTo>
                  <a:pt x="4" y="210"/>
                  <a:pt x="0" y="204"/>
                  <a:pt x="1" y="198"/>
                </a:cubicBezTo>
                <a:cubicBezTo>
                  <a:pt x="10" y="141"/>
                  <a:pt x="24" y="81"/>
                  <a:pt x="45" y="9"/>
                </a:cubicBezTo>
                <a:cubicBezTo>
                  <a:pt x="47" y="3"/>
                  <a:pt x="53" y="0"/>
                  <a:pt x="59" y="2"/>
                </a:cubicBezTo>
                <a:cubicBezTo>
                  <a:pt x="65" y="3"/>
                  <a:pt x="68" y="10"/>
                  <a:pt x="67" y="16"/>
                </a:cubicBezTo>
                <a:cubicBezTo>
                  <a:pt x="46" y="86"/>
                  <a:pt x="32" y="145"/>
                  <a:pt x="23" y="202"/>
                </a:cubicBezTo>
                <a:cubicBezTo>
                  <a:pt x="22" y="207"/>
                  <a:pt x="17" y="211"/>
                  <a:pt x="12" y="211"/>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7" name="Freeform 76">
            <a:extLst>
              <a:ext uri="{FF2B5EF4-FFF2-40B4-BE49-F238E27FC236}">
                <a16:creationId xmlns:a16="http://schemas.microsoft.com/office/drawing/2014/main" id="{143D43D6-15E6-A022-BAD6-7539F3F38C46}"/>
              </a:ext>
            </a:extLst>
          </p:cNvPr>
          <p:cNvSpPr>
            <a:spLocks/>
          </p:cNvSpPr>
          <p:nvPr/>
        </p:nvSpPr>
        <p:spPr bwMode="auto">
          <a:xfrm>
            <a:off x="5085861" y="4724271"/>
            <a:ext cx="588619" cy="775434"/>
          </a:xfrm>
          <a:custGeom>
            <a:avLst/>
            <a:gdLst>
              <a:gd name="T0" fmla="*/ 846 w 859"/>
              <a:gd name="T1" fmla="*/ 1252 h 1252"/>
              <a:gd name="T2" fmla="*/ 846 w 859"/>
              <a:gd name="T3" fmla="*/ 1252 h 1252"/>
              <a:gd name="T4" fmla="*/ 841 w 859"/>
              <a:gd name="T5" fmla="*/ 1250 h 1252"/>
              <a:gd name="T6" fmla="*/ 651 w 859"/>
              <a:gd name="T7" fmla="*/ 1138 h 1252"/>
              <a:gd name="T8" fmla="*/ 488 w 859"/>
              <a:gd name="T9" fmla="*/ 1008 h 1252"/>
              <a:gd name="T10" fmla="*/ 356 w 859"/>
              <a:gd name="T11" fmla="*/ 870 h 1252"/>
              <a:gd name="T12" fmla="*/ 244 w 859"/>
              <a:gd name="T13" fmla="*/ 721 h 1252"/>
              <a:gd name="T14" fmla="*/ 138 w 859"/>
              <a:gd name="T15" fmla="*/ 532 h 1252"/>
              <a:gd name="T16" fmla="*/ 68 w 859"/>
              <a:gd name="T17" fmla="*/ 355 h 1252"/>
              <a:gd name="T18" fmla="*/ 31 w 859"/>
              <a:gd name="T19" fmla="*/ 217 h 1252"/>
              <a:gd name="T20" fmla="*/ 0 w 859"/>
              <a:gd name="T21" fmla="*/ 13 h 1252"/>
              <a:gd name="T22" fmla="*/ 11 w 859"/>
              <a:gd name="T23" fmla="*/ 1 h 1252"/>
              <a:gd name="T24" fmla="*/ 23 w 859"/>
              <a:gd name="T25" fmla="*/ 11 h 1252"/>
              <a:gd name="T26" fmla="*/ 54 w 859"/>
              <a:gd name="T27" fmla="*/ 212 h 1252"/>
              <a:gd name="T28" fmla="*/ 90 w 859"/>
              <a:gd name="T29" fmla="*/ 348 h 1252"/>
              <a:gd name="T30" fmla="*/ 159 w 859"/>
              <a:gd name="T31" fmla="*/ 522 h 1252"/>
              <a:gd name="T32" fmla="*/ 263 w 859"/>
              <a:gd name="T33" fmla="*/ 708 h 1252"/>
              <a:gd name="T34" fmla="*/ 373 w 859"/>
              <a:gd name="T35" fmla="*/ 856 h 1252"/>
              <a:gd name="T36" fmla="*/ 503 w 859"/>
              <a:gd name="T37" fmla="*/ 991 h 1252"/>
              <a:gd name="T38" fmla="*/ 664 w 859"/>
              <a:gd name="T39" fmla="*/ 1120 h 1252"/>
              <a:gd name="T40" fmla="*/ 851 w 859"/>
              <a:gd name="T41" fmla="*/ 1230 h 1252"/>
              <a:gd name="T42" fmla="*/ 856 w 859"/>
              <a:gd name="T43" fmla="*/ 1245 h 1252"/>
              <a:gd name="T44" fmla="*/ 846 w 859"/>
              <a:gd name="T45"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9" h="1252">
                <a:moveTo>
                  <a:pt x="846" y="1252"/>
                </a:moveTo>
                <a:lnTo>
                  <a:pt x="846" y="1252"/>
                </a:lnTo>
                <a:cubicBezTo>
                  <a:pt x="844" y="1252"/>
                  <a:pt x="842" y="1251"/>
                  <a:pt x="841" y="1250"/>
                </a:cubicBezTo>
                <a:cubicBezTo>
                  <a:pt x="775" y="1218"/>
                  <a:pt x="711" y="1180"/>
                  <a:pt x="651" y="1138"/>
                </a:cubicBezTo>
                <a:cubicBezTo>
                  <a:pt x="594" y="1099"/>
                  <a:pt x="539" y="1055"/>
                  <a:pt x="488" y="1008"/>
                </a:cubicBezTo>
                <a:cubicBezTo>
                  <a:pt x="441" y="965"/>
                  <a:pt x="397" y="919"/>
                  <a:pt x="356" y="870"/>
                </a:cubicBezTo>
                <a:cubicBezTo>
                  <a:pt x="316" y="823"/>
                  <a:pt x="278" y="773"/>
                  <a:pt x="244" y="721"/>
                </a:cubicBezTo>
                <a:cubicBezTo>
                  <a:pt x="205" y="661"/>
                  <a:pt x="169" y="597"/>
                  <a:pt x="138" y="532"/>
                </a:cubicBezTo>
                <a:cubicBezTo>
                  <a:pt x="111" y="473"/>
                  <a:pt x="87" y="414"/>
                  <a:pt x="68" y="355"/>
                </a:cubicBezTo>
                <a:cubicBezTo>
                  <a:pt x="55" y="313"/>
                  <a:pt x="43" y="268"/>
                  <a:pt x="31" y="217"/>
                </a:cubicBezTo>
                <a:cubicBezTo>
                  <a:pt x="16" y="144"/>
                  <a:pt x="5" y="78"/>
                  <a:pt x="0" y="13"/>
                </a:cubicBezTo>
                <a:cubicBezTo>
                  <a:pt x="0" y="7"/>
                  <a:pt x="4" y="1"/>
                  <a:pt x="11" y="1"/>
                </a:cubicBezTo>
                <a:cubicBezTo>
                  <a:pt x="17" y="0"/>
                  <a:pt x="22" y="5"/>
                  <a:pt x="23" y="11"/>
                </a:cubicBezTo>
                <a:cubicBezTo>
                  <a:pt x="28" y="75"/>
                  <a:pt x="38" y="141"/>
                  <a:pt x="54" y="212"/>
                </a:cubicBezTo>
                <a:cubicBezTo>
                  <a:pt x="65" y="262"/>
                  <a:pt x="77" y="307"/>
                  <a:pt x="90" y="348"/>
                </a:cubicBezTo>
                <a:cubicBezTo>
                  <a:pt x="109" y="406"/>
                  <a:pt x="132" y="465"/>
                  <a:pt x="159" y="522"/>
                </a:cubicBezTo>
                <a:cubicBezTo>
                  <a:pt x="189" y="586"/>
                  <a:pt x="224" y="649"/>
                  <a:pt x="263" y="708"/>
                </a:cubicBezTo>
                <a:cubicBezTo>
                  <a:pt x="297" y="760"/>
                  <a:pt x="334" y="809"/>
                  <a:pt x="373" y="856"/>
                </a:cubicBezTo>
                <a:cubicBezTo>
                  <a:pt x="413" y="903"/>
                  <a:pt x="457" y="949"/>
                  <a:pt x="503" y="991"/>
                </a:cubicBezTo>
                <a:cubicBezTo>
                  <a:pt x="554" y="1037"/>
                  <a:pt x="608" y="1081"/>
                  <a:pt x="664" y="1120"/>
                </a:cubicBezTo>
                <a:cubicBezTo>
                  <a:pt x="723" y="1161"/>
                  <a:pt x="786" y="1198"/>
                  <a:pt x="851" y="1230"/>
                </a:cubicBezTo>
                <a:cubicBezTo>
                  <a:pt x="856" y="1233"/>
                  <a:pt x="859" y="1240"/>
                  <a:pt x="856" y="1245"/>
                </a:cubicBezTo>
                <a:cubicBezTo>
                  <a:pt x="854" y="1249"/>
                  <a:pt x="850" y="1252"/>
                  <a:pt x="846" y="1252"/>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8" name="Freeform 77">
            <a:extLst>
              <a:ext uri="{FF2B5EF4-FFF2-40B4-BE49-F238E27FC236}">
                <a16:creationId xmlns:a16="http://schemas.microsoft.com/office/drawing/2014/main" id="{D0674ACC-93D1-26E0-3BB1-05A09B661D56}"/>
              </a:ext>
            </a:extLst>
          </p:cNvPr>
          <p:cNvSpPr>
            <a:spLocks/>
          </p:cNvSpPr>
          <p:nvPr/>
        </p:nvSpPr>
        <p:spPr bwMode="auto">
          <a:xfrm>
            <a:off x="6229960" y="5502551"/>
            <a:ext cx="323504" cy="88214"/>
          </a:xfrm>
          <a:custGeom>
            <a:avLst/>
            <a:gdLst>
              <a:gd name="T0" fmla="*/ 12 w 471"/>
              <a:gd name="T1" fmla="*/ 143 h 143"/>
              <a:gd name="T2" fmla="*/ 12 w 471"/>
              <a:gd name="T3" fmla="*/ 143 h 143"/>
              <a:gd name="T4" fmla="*/ 1 w 471"/>
              <a:gd name="T5" fmla="*/ 133 h 143"/>
              <a:gd name="T6" fmla="*/ 11 w 471"/>
              <a:gd name="T7" fmla="*/ 121 h 143"/>
              <a:gd name="T8" fmla="*/ 156 w 471"/>
              <a:gd name="T9" fmla="*/ 98 h 143"/>
              <a:gd name="T10" fmla="*/ 301 w 471"/>
              <a:gd name="T11" fmla="*/ 60 h 143"/>
              <a:gd name="T12" fmla="*/ 453 w 471"/>
              <a:gd name="T13" fmla="*/ 3 h 143"/>
              <a:gd name="T14" fmla="*/ 468 w 471"/>
              <a:gd name="T15" fmla="*/ 9 h 143"/>
              <a:gd name="T16" fmla="*/ 462 w 471"/>
              <a:gd name="T17" fmla="*/ 24 h 143"/>
              <a:gd name="T18" fmla="*/ 307 w 471"/>
              <a:gd name="T19" fmla="*/ 82 h 143"/>
              <a:gd name="T20" fmla="*/ 161 w 471"/>
              <a:gd name="T21" fmla="*/ 120 h 143"/>
              <a:gd name="T22" fmla="*/ 13 w 471"/>
              <a:gd name="T23" fmla="*/ 143 h 143"/>
              <a:gd name="T24" fmla="*/ 12 w 471"/>
              <a:gd name="T25"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1" h="143">
                <a:moveTo>
                  <a:pt x="12" y="143"/>
                </a:moveTo>
                <a:lnTo>
                  <a:pt x="12" y="143"/>
                </a:lnTo>
                <a:cubicBezTo>
                  <a:pt x="6" y="143"/>
                  <a:pt x="1" y="139"/>
                  <a:pt x="1" y="133"/>
                </a:cubicBezTo>
                <a:cubicBezTo>
                  <a:pt x="0" y="127"/>
                  <a:pt x="5" y="121"/>
                  <a:pt x="11" y="121"/>
                </a:cubicBezTo>
                <a:cubicBezTo>
                  <a:pt x="60" y="116"/>
                  <a:pt x="109" y="108"/>
                  <a:pt x="156" y="98"/>
                </a:cubicBezTo>
                <a:cubicBezTo>
                  <a:pt x="205" y="88"/>
                  <a:pt x="253" y="75"/>
                  <a:pt x="301" y="60"/>
                </a:cubicBezTo>
                <a:cubicBezTo>
                  <a:pt x="352" y="44"/>
                  <a:pt x="404" y="25"/>
                  <a:pt x="453" y="3"/>
                </a:cubicBezTo>
                <a:cubicBezTo>
                  <a:pt x="459" y="0"/>
                  <a:pt x="465" y="3"/>
                  <a:pt x="468" y="9"/>
                </a:cubicBezTo>
                <a:cubicBezTo>
                  <a:pt x="471" y="14"/>
                  <a:pt x="468" y="21"/>
                  <a:pt x="462" y="24"/>
                </a:cubicBezTo>
                <a:cubicBezTo>
                  <a:pt x="412" y="46"/>
                  <a:pt x="360" y="66"/>
                  <a:pt x="307" y="82"/>
                </a:cubicBezTo>
                <a:cubicBezTo>
                  <a:pt x="260" y="97"/>
                  <a:pt x="210" y="110"/>
                  <a:pt x="161" y="120"/>
                </a:cubicBezTo>
                <a:cubicBezTo>
                  <a:pt x="112" y="130"/>
                  <a:pt x="63" y="138"/>
                  <a:pt x="13" y="143"/>
                </a:cubicBezTo>
                <a:cubicBezTo>
                  <a:pt x="13" y="143"/>
                  <a:pt x="12" y="143"/>
                  <a:pt x="12" y="143"/>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79" name="Freeform 78">
            <a:extLst>
              <a:ext uri="{FF2B5EF4-FFF2-40B4-BE49-F238E27FC236}">
                <a16:creationId xmlns:a16="http://schemas.microsoft.com/office/drawing/2014/main" id="{4022B692-C76F-E175-495F-E1EAD8F0DE47}"/>
              </a:ext>
            </a:extLst>
          </p:cNvPr>
          <p:cNvSpPr>
            <a:spLocks/>
          </p:cNvSpPr>
          <p:nvPr/>
        </p:nvSpPr>
        <p:spPr bwMode="auto">
          <a:xfrm>
            <a:off x="6875390" y="4877936"/>
            <a:ext cx="263538" cy="421154"/>
          </a:xfrm>
          <a:custGeom>
            <a:avLst/>
            <a:gdLst>
              <a:gd name="T0" fmla="*/ 13 w 384"/>
              <a:gd name="T1" fmla="*/ 682 h 682"/>
              <a:gd name="T2" fmla="*/ 13 w 384"/>
              <a:gd name="T3" fmla="*/ 682 h 682"/>
              <a:gd name="T4" fmla="*/ 5 w 384"/>
              <a:gd name="T5" fmla="*/ 679 h 682"/>
              <a:gd name="T6" fmla="*/ 4 w 384"/>
              <a:gd name="T7" fmla="*/ 663 h 682"/>
              <a:gd name="T8" fmla="*/ 137 w 384"/>
              <a:gd name="T9" fmla="*/ 498 h 682"/>
              <a:gd name="T10" fmla="*/ 262 w 384"/>
              <a:gd name="T11" fmla="*/ 284 h 682"/>
              <a:gd name="T12" fmla="*/ 361 w 384"/>
              <a:gd name="T13" fmla="*/ 9 h 682"/>
              <a:gd name="T14" fmla="*/ 374 w 384"/>
              <a:gd name="T15" fmla="*/ 1 h 682"/>
              <a:gd name="T16" fmla="*/ 383 w 384"/>
              <a:gd name="T17" fmla="*/ 15 h 682"/>
              <a:gd name="T18" fmla="*/ 283 w 384"/>
              <a:gd name="T19" fmla="*/ 294 h 682"/>
              <a:gd name="T20" fmla="*/ 156 w 384"/>
              <a:gd name="T21" fmla="*/ 511 h 682"/>
              <a:gd name="T22" fmla="*/ 21 w 384"/>
              <a:gd name="T23" fmla="*/ 679 h 682"/>
              <a:gd name="T24" fmla="*/ 13 w 384"/>
              <a:gd name="T25"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4" h="682">
                <a:moveTo>
                  <a:pt x="13" y="682"/>
                </a:moveTo>
                <a:lnTo>
                  <a:pt x="13" y="682"/>
                </a:lnTo>
                <a:cubicBezTo>
                  <a:pt x="10" y="682"/>
                  <a:pt x="7" y="681"/>
                  <a:pt x="5" y="679"/>
                </a:cubicBezTo>
                <a:cubicBezTo>
                  <a:pt x="0" y="675"/>
                  <a:pt x="0" y="668"/>
                  <a:pt x="4" y="663"/>
                </a:cubicBezTo>
                <a:cubicBezTo>
                  <a:pt x="52" y="613"/>
                  <a:pt x="96" y="557"/>
                  <a:pt x="137" y="498"/>
                </a:cubicBezTo>
                <a:cubicBezTo>
                  <a:pt x="185" y="430"/>
                  <a:pt x="227" y="358"/>
                  <a:pt x="262" y="284"/>
                </a:cubicBezTo>
                <a:cubicBezTo>
                  <a:pt x="302" y="199"/>
                  <a:pt x="335" y="107"/>
                  <a:pt x="361" y="9"/>
                </a:cubicBezTo>
                <a:cubicBezTo>
                  <a:pt x="362" y="3"/>
                  <a:pt x="368" y="0"/>
                  <a:pt x="374" y="1"/>
                </a:cubicBezTo>
                <a:cubicBezTo>
                  <a:pt x="381" y="3"/>
                  <a:pt x="384" y="9"/>
                  <a:pt x="383" y="15"/>
                </a:cubicBezTo>
                <a:cubicBezTo>
                  <a:pt x="357" y="114"/>
                  <a:pt x="323" y="208"/>
                  <a:pt x="283" y="294"/>
                </a:cubicBezTo>
                <a:cubicBezTo>
                  <a:pt x="247" y="369"/>
                  <a:pt x="204" y="442"/>
                  <a:pt x="156" y="511"/>
                </a:cubicBezTo>
                <a:cubicBezTo>
                  <a:pt x="114" y="571"/>
                  <a:pt x="69" y="627"/>
                  <a:pt x="21" y="679"/>
                </a:cubicBezTo>
                <a:cubicBezTo>
                  <a:pt x="19" y="681"/>
                  <a:pt x="16" y="682"/>
                  <a:pt x="13" y="682"/>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0" name="Freeform 79">
            <a:extLst>
              <a:ext uri="{FF2B5EF4-FFF2-40B4-BE49-F238E27FC236}">
                <a16:creationId xmlns:a16="http://schemas.microsoft.com/office/drawing/2014/main" id="{76390C9A-6968-C25D-52B9-4A028FF0D1EA}"/>
              </a:ext>
            </a:extLst>
          </p:cNvPr>
          <p:cNvSpPr>
            <a:spLocks/>
          </p:cNvSpPr>
          <p:nvPr/>
        </p:nvSpPr>
        <p:spPr bwMode="auto">
          <a:xfrm>
            <a:off x="6854875" y="3990099"/>
            <a:ext cx="293520" cy="475220"/>
          </a:xfrm>
          <a:custGeom>
            <a:avLst/>
            <a:gdLst>
              <a:gd name="T0" fmla="*/ 415 w 427"/>
              <a:gd name="T1" fmla="*/ 768 h 768"/>
              <a:gd name="T2" fmla="*/ 415 w 427"/>
              <a:gd name="T3" fmla="*/ 768 h 768"/>
              <a:gd name="T4" fmla="*/ 404 w 427"/>
              <a:gd name="T5" fmla="*/ 759 h 768"/>
              <a:gd name="T6" fmla="*/ 328 w 427"/>
              <a:gd name="T7" fmla="*/ 514 h 768"/>
              <a:gd name="T8" fmla="*/ 180 w 427"/>
              <a:gd name="T9" fmla="*/ 237 h 768"/>
              <a:gd name="T10" fmla="*/ 4 w 427"/>
              <a:gd name="T11" fmla="*/ 21 h 768"/>
              <a:gd name="T12" fmla="*/ 4 w 427"/>
              <a:gd name="T13" fmla="*/ 5 h 768"/>
              <a:gd name="T14" fmla="*/ 20 w 427"/>
              <a:gd name="T15" fmla="*/ 5 h 768"/>
              <a:gd name="T16" fmla="*/ 199 w 427"/>
              <a:gd name="T17" fmla="*/ 224 h 768"/>
              <a:gd name="T18" fmla="*/ 349 w 427"/>
              <a:gd name="T19" fmla="*/ 505 h 768"/>
              <a:gd name="T20" fmla="*/ 426 w 427"/>
              <a:gd name="T21" fmla="*/ 754 h 768"/>
              <a:gd name="T22" fmla="*/ 417 w 427"/>
              <a:gd name="T23" fmla="*/ 767 h 768"/>
              <a:gd name="T24" fmla="*/ 415 w 427"/>
              <a:gd name="T25" fmla="*/ 768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7" h="768">
                <a:moveTo>
                  <a:pt x="415" y="768"/>
                </a:moveTo>
                <a:lnTo>
                  <a:pt x="415" y="768"/>
                </a:lnTo>
                <a:cubicBezTo>
                  <a:pt x="410" y="768"/>
                  <a:pt x="405" y="764"/>
                  <a:pt x="404" y="759"/>
                </a:cubicBezTo>
                <a:cubicBezTo>
                  <a:pt x="386" y="675"/>
                  <a:pt x="360" y="593"/>
                  <a:pt x="328" y="514"/>
                </a:cubicBezTo>
                <a:cubicBezTo>
                  <a:pt x="289" y="418"/>
                  <a:pt x="240" y="325"/>
                  <a:pt x="180" y="237"/>
                </a:cubicBezTo>
                <a:cubicBezTo>
                  <a:pt x="127" y="159"/>
                  <a:pt x="68" y="86"/>
                  <a:pt x="4" y="21"/>
                </a:cubicBezTo>
                <a:cubicBezTo>
                  <a:pt x="0" y="16"/>
                  <a:pt x="0" y="9"/>
                  <a:pt x="4" y="5"/>
                </a:cubicBezTo>
                <a:cubicBezTo>
                  <a:pt x="9" y="0"/>
                  <a:pt x="16" y="1"/>
                  <a:pt x="20" y="5"/>
                </a:cubicBezTo>
                <a:cubicBezTo>
                  <a:pt x="85" y="71"/>
                  <a:pt x="145" y="145"/>
                  <a:pt x="199" y="224"/>
                </a:cubicBezTo>
                <a:cubicBezTo>
                  <a:pt x="259" y="314"/>
                  <a:pt x="310" y="408"/>
                  <a:pt x="349" y="505"/>
                </a:cubicBezTo>
                <a:cubicBezTo>
                  <a:pt x="382" y="585"/>
                  <a:pt x="408" y="669"/>
                  <a:pt x="426" y="754"/>
                </a:cubicBezTo>
                <a:cubicBezTo>
                  <a:pt x="427" y="760"/>
                  <a:pt x="424" y="766"/>
                  <a:pt x="417" y="767"/>
                </a:cubicBezTo>
                <a:cubicBezTo>
                  <a:pt x="417" y="768"/>
                  <a:pt x="416" y="768"/>
                  <a:pt x="415" y="768"/>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1" name="Freeform 80">
            <a:extLst>
              <a:ext uri="{FF2B5EF4-FFF2-40B4-BE49-F238E27FC236}">
                <a16:creationId xmlns:a16="http://schemas.microsoft.com/office/drawing/2014/main" id="{E40EE587-9E97-5E67-D2F9-045797CA1C78}"/>
              </a:ext>
            </a:extLst>
          </p:cNvPr>
          <p:cNvSpPr>
            <a:spLocks/>
          </p:cNvSpPr>
          <p:nvPr/>
        </p:nvSpPr>
        <p:spPr bwMode="auto">
          <a:xfrm>
            <a:off x="6523481" y="3785213"/>
            <a:ext cx="100996" cy="51221"/>
          </a:xfrm>
          <a:custGeom>
            <a:avLst/>
            <a:gdLst>
              <a:gd name="T0" fmla="*/ 134 w 147"/>
              <a:gd name="T1" fmla="*/ 84 h 84"/>
              <a:gd name="T2" fmla="*/ 134 w 147"/>
              <a:gd name="T3" fmla="*/ 84 h 84"/>
              <a:gd name="T4" fmla="*/ 128 w 147"/>
              <a:gd name="T5" fmla="*/ 83 h 84"/>
              <a:gd name="T6" fmla="*/ 9 w 147"/>
              <a:gd name="T7" fmla="*/ 24 h 84"/>
              <a:gd name="T8" fmla="*/ 3 w 147"/>
              <a:gd name="T9" fmla="*/ 9 h 84"/>
              <a:gd name="T10" fmla="*/ 18 w 147"/>
              <a:gd name="T11" fmla="*/ 3 h 84"/>
              <a:gd name="T12" fmla="*/ 139 w 147"/>
              <a:gd name="T13" fmla="*/ 63 h 84"/>
              <a:gd name="T14" fmla="*/ 144 w 147"/>
              <a:gd name="T15" fmla="*/ 78 h 84"/>
              <a:gd name="T16" fmla="*/ 134 w 147"/>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84">
                <a:moveTo>
                  <a:pt x="134" y="84"/>
                </a:moveTo>
                <a:lnTo>
                  <a:pt x="134" y="84"/>
                </a:lnTo>
                <a:cubicBezTo>
                  <a:pt x="132" y="84"/>
                  <a:pt x="130" y="84"/>
                  <a:pt x="128" y="83"/>
                </a:cubicBezTo>
                <a:cubicBezTo>
                  <a:pt x="83" y="58"/>
                  <a:pt x="45" y="39"/>
                  <a:pt x="9" y="24"/>
                </a:cubicBezTo>
                <a:cubicBezTo>
                  <a:pt x="3" y="21"/>
                  <a:pt x="0" y="15"/>
                  <a:pt x="3" y="9"/>
                </a:cubicBezTo>
                <a:cubicBezTo>
                  <a:pt x="5" y="3"/>
                  <a:pt x="12" y="0"/>
                  <a:pt x="18" y="3"/>
                </a:cubicBezTo>
                <a:cubicBezTo>
                  <a:pt x="54" y="19"/>
                  <a:pt x="93" y="38"/>
                  <a:pt x="139" y="63"/>
                </a:cubicBezTo>
                <a:cubicBezTo>
                  <a:pt x="145" y="66"/>
                  <a:pt x="147" y="73"/>
                  <a:pt x="144" y="78"/>
                </a:cubicBezTo>
                <a:cubicBezTo>
                  <a:pt x="142" y="82"/>
                  <a:pt x="138" y="84"/>
                  <a:pt x="134" y="84"/>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2" name="Freeform 81">
            <a:extLst>
              <a:ext uri="{FF2B5EF4-FFF2-40B4-BE49-F238E27FC236}">
                <a16:creationId xmlns:a16="http://schemas.microsoft.com/office/drawing/2014/main" id="{6B4F16C9-2F13-D437-2222-D2057B15D4EC}"/>
              </a:ext>
            </a:extLst>
          </p:cNvPr>
          <p:cNvSpPr>
            <a:spLocks/>
          </p:cNvSpPr>
          <p:nvPr/>
        </p:nvSpPr>
        <p:spPr bwMode="auto">
          <a:xfrm>
            <a:off x="5003802" y="3688462"/>
            <a:ext cx="749582" cy="816696"/>
          </a:xfrm>
          <a:custGeom>
            <a:avLst/>
            <a:gdLst>
              <a:gd name="T0" fmla="*/ 12 w 1091"/>
              <a:gd name="T1" fmla="*/ 1318 h 1318"/>
              <a:gd name="T2" fmla="*/ 12 w 1091"/>
              <a:gd name="T3" fmla="*/ 1318 h 1318"/>
              <a:gd name="T4" fmla="*/ 10 w 1091"/>
              <a:gd name="T5" fmla="*/ 1318 h 1318"/>
              <a:gd name="T6" fmla="*/ 1 w 1091"/>
              <a:gd name="T7" fmla="*/ 1305 h 1318"/>
              <a:gd name="T8" fmla="*/ 47 w 1091"/>
              <a:gd name="T9" fmla="*/ 1103 h 1318"/>
              <a:gd name="T10" fmla="*/ 175 w 1091"/>
              <a:gd name="T11" fmla="*/ 782 h 1318"/>
              <a:gd name="T12" fmla="*/ 288 w 1091"/>
              <a:gd name="T13" fmla="*/ 602 h 1318"/>
              <a:gd name="T14" fmla="*/ 498 w 1091"/>
              <a:gd name="T15" fmla="*/ 360 h 1318"/>
              <a:gd name="T16" fmla="*/ 725 w 1091"/>
              <a:gd name="T17" fmla="*/ 179 h 1318"/>
              <a:gd name="T18" fmla="*/ 957 w 1091"/>
              <a:gd name="T19" fmla="*/ 50 h 1318"/>
              <a:gd name="T20" fmla="*/ 1075 w 1091"/>
              <a:gd name="T21" fmla="*/ 2 h 1318"/>
              <a:gd name="T22" fmla="*/ 1089 w 1091"/>
              <a:gd name="T23" fmla="*/ 9 h 1318"/>
              <a:gd name="T24" fmla="*/ 1082 w 1091"/>
              <a:gd name="T25" fmla="*/ 24 h 1318"/>
              <a:gd name="T26" fmla="*/ 966 w 1091"/>
              <a:gd name="T27" fmla="*/ 70 h 1318"/>
              <a:gd name="T28" fmla="*/ 738 w 1091"/>
              <a:gd name="T29" fmla="*/ 197 h 1318"/>
              <a:gd name="T30" fmla="*/ 514 w 1091"/>
              <a:gd name="T31" fmla="*/ 376 h 1318"/>
              <a:gd name="T32" fmla="*/ 307 w 1091"/>
              <a:gd name="T33" fmla="*/ 615 h 1318"/>
              <a:gd name="T34" fmla="*/ 195 w 1091"/>
              <a:gd name="T35" fmla="*/ 793 h 1318"/>
              <a:gd name="T36" fmla="*/ 69 w 1091"/>
              <a:gd name="T37" fmla="*/ 1109 h 1318"/>
              <a:gd name="T38" fmla="*/ 23 w 1091"/>
              <a:gd name="T39" fmla="*/ 1309 h 1318"/>
              <a:gd name="T40" fmla="*/ 12 w 1091"/>
              <a:gd name="T41" fmla="*/ 1318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1" h="1318">
                <a:moveTo>
                  <a:pt x="12" y="1318"/>
                </a:moveTo>
                <a:lnTo>
                  <a:pt x="12" y="1318"/>
                </a:lnTo>
                <a:cubicBezTo>
                  <a:pt x="12" y="1318"/>
                  <a:pt x="11" y="1318"/>
                  <a:pt x="10" y="1318"/>
                </a:cubicBezTo>
                <a:cubicBezTo>
                  <a:pt x="4" y="1317"/>
                  <a:pt x="0" y="1312"/>
                  <a:pt x="1" y="1305"/>
                </a:cubicBezTo>
                <a:cubicBezTo>
                  <a:pt x="11" y="1243"/>
                  <a:pt x="26" y="1177"/>
                  <a:pt x="47" y="1103"/>
                </a:cubicBezTo>
                <a:cubicBezTo>
                  <a:pt x="81" y="986"/>
                  <a:pt x="124" y="878"/>
                  <a:pt x="175" y="782"/>
                </a:cubicBezTo>
                <a:cubicBezTo>
                  <a:pt x="207" y="723"/>
                  <a:pt x="244" y="664"/>
                  <a:pt x="288" y="602"/>
                </a:cubicBezTo>
                <a:cubicBezTo>
                  <a:pt x="352" y="513"/>
                  <a:pt x="422" y="432"/>
                  <a:pt x="498" y="360"/>
                </a:cubicBezTo>
                <a:cubicBezTo>
                  <a:pt x="567" y="294"/>
                  <a:pt x="644" y="233"/>
                  <a:pt x="725" y="179"/>
                </a:cubicBezTo>
                <a:cubicBezTo>
                  <a:pt x="801" y="128"/>
                  <a:pt x="879" y="85"/>
                  <a:pt x="957" y="50"/>
                </a:cubicBezTo>
                <a:cubicBezTo>
                  <a:pt x="994" y="33"/>
                  <a:pt x="1034" y="17"/>
                  <a:pt x="1075" y="2"/>
                </a:cubicBezTo>
                <a:cubicBezTo>
                  <a:pt x="1081" y="0"/>
                  <a:pt x="1087" y="3"/>
                  <a:pt x="1089" y="9"/>
                </a:cubicBezTo>
                <a:cubicBezTo>
                  <a:pt x="1091" y="15"/>
                  <a:pt x="1088" y="22"/>
                  <a:pt x="1082" y="24"/>
                </a:cubicBezTo>
                <a:cubicBezTo>
                  <a:pt x="1042" y="38"/>
                  <a:pt x="1003" y="54"/>
                  <a:pt x="966" y="70"/>
                </a:cubicBezTo>
                <a:cubicBezTo>
                  <a:pt x="890" y="105"/>
                  <a:pt x="813" y="148"/>
                  <a:pt x="738" y="197"/>
                </a:cubicBezTo>
                <a:cubicBezTo>
                  <a:pt x="657" y="251"/>
                  <a:pt x="582" y="311"/>
                  <a:pt x="514" y="376"/>
                </a:cubicBezTo>
                <a:cubicBezTo>
                  <a:pt x="439" y="447"/>
                  <a:pt x="369" y="527"/>
                  <a:pt x="307" y="615"/>
                </a:cubicBezTo>
                <a:cubicBezTo>
                  <a:pt x="263" y="676"/>
                  <a:pt x="226" y="735"/>
                  <a:pt x="195" y="793"/>
                </a:cubicBezTo>
                <a:cubicBezTo>
                  <a:pt x="145" y="887"/>
                  <a:pt x="102" y="993"/>
                  <a:pt x="69" y="1109"/>
                </a:cubicBezTo>
                <a:cubicBezTo>
                  <a:pt x="48" y="1182"/>
                  <a:pt x="33" y="1247"/>
                  <a:pt x="23" y="1309"/>
                </a:cubicBezTo>
                <a:cubicBezTo>
                  <a:pt x="22" y="1314"/>
                  <a:pt x="18" y="1318"/>
                  <a:pt x="12" y="1318"/>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3" name="Freeform 82">
            <a:extLst>
              <a:ext uri="{FF2B5EF4-FFF2-40B4-BE49-F238E27FC236}">
                <a16:creationId xmlns:a16="http://schemas.microsoft.com/office/drawing/2014/main" id="{BE65AF8D-92EB-43FA-DE0A-EF54E9890C89}"/>
              </a:ext>
            </a:extLst>
          </p:cNvPr>
          <p:cNvSpPr>
            <a:spLocks/>
          </p:cNvSpPr>
          <p:nvPr/>
        </p:nvSpPr>
        <p:spPr bwMode="auto">
          <a:xfrm>
            <a:off x="4995912" y="4732808"/>
            <a:ext cx="378736" cy="678683"/>
          </a:xfrm>
          <a:custGeom>
            <a:avLst/>
            <a:gdLst>
              <a:gd name="T0" fmla="*/ 541 w 553"/>
              <a:gd name="T1" fmla="*/ 1097 h 1097"/>
              <a:gd name="T2" fmla="*/ 541 w 553"/>
              <a:gd name="T3" fmla="*/ 1097 h 1097"/>
              <a:gd name="T4" fmla="*/ 533 w 553"/>
              <a:gd name="T5" fmla="*/ 1095 h 1097"/>
              <a:gd name="T6" fmla="*/ 389 w 553"/>
              <a:gd name="T7" fmla="*/ 945 h 1097"/>
              <a:gd name="T8" fmla="*/ 268 w 553"/>
              <a:gd name="T9" fmla="*/ 784 h 1097"/>
              <a:gd name="T10" fmla="*/ 152 w 553"/>
              <a:gd name="T11" fmla="*/ 578 h 1097"/>
              <a:gd name="T12" fmla="*/ 75 w 553"/>
              <a:gd name="T13" fmla="*/ 385 h 1097"/>
              <a:gd name="T14" fmla="*/ 35 w 553"/>
              <a:gd name="T15" fmla="*/ 236 h 1097"/>
              <a:gd name="T16" fmla="*/ 0 w 553"/>
              <a:gd name="T17" fmla="*/ 13 h 1097"/>
              <a:gd name="T18" fmla="*/ 10 w 553"/>
              <a:gd name="T19" fmla="*/ 1 h 1097"/>
              <a:gd name="T20" fmla="*/ 23 w 553"/>
              <a:gd name="T21" fmla="*/ 11 h 1097"/>
              <a:gd name="T22" fmla="*/ 57 w 553"/>
              <a:gd name="T23" fmla="*/ 231 h 1097"/>
              <a:gd name="T24" fmla="*/ 96 w 553"/>
              <a:gd name="T25" fmla="*/ 378 h 1097"/>
              <a:gd name="T26" fmla="*/ 172 w 553"/>
              <a:gd name="T27" fmla="*/ 568 h 1097"/>
              <a:gd name="T28" fmla="*/ 287 w 553"/>
              <a:gd name="T29" fmla="*/ 771 h 1097"/>
              <a:gd name="T30" fmla="*/ 406 w 553"/>
              <a:gd name="T31" fmla="*/ 931 h 1097"/>
              <a:gd name="T32" fmla="*/ 548 w 553"/>
              <a:gd name="T33" fmla="*/ 1078 h 1097"/>
              <a:gd name="T34" fmla="*/ 549 w 553"/>
              <a:gd name="T35" fmla="*/ 1094 h 1097"/>
              <a:gd name="T36" fmla="*/ 541 w 553"/>
              <a:gd name="T37" fmla="*/ 1097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3" h="1097">
                <a:moveTo>
                  <a:pt x="541" y="1097"/>
                </a:moveTo>
                <a:lnTo>
                  <a:pt x="541" y="1097"/>
                </a:lnTo>
                <a:cubicBezTo>
                  <a:pt x="538" y="1097"/>
                  <a:pt x="535" y="1097"/>
                  <a:pt x="533" y="1095"/>
                </a:cubicBezTo>
                <a:cubicBezTo>
                  <a:pt x="482" y="1048"/>
                  <a:pt x="433" y="998"/>
                  <a:pt x="389" y="945"/>
                </a:cubicBezTo>
                <a:cubicBezTo>
                  <a:pt x="345" y="894"/>
                  <a:pt x="305" y="840"/>
                  <a:pt x="268" y="784"/>
                </a:cubicBezTo>
                <a:cubicBezTo>
                  <a:pt x="224" y="718"/>
                  <a:pt x="185" y="649"/>
                  <a:pt x="152" y="578"/>
                </a:cubicBezTo>
                <a:cubicBezTo>
                  <a:pt x="122" y="514"/>
                  <a:pt x="96" y="449"/>
                  <a:pt x="75" y="385"/>
                </a:cubicBezTo>
                <a:cubicBezTo>
                  <a:pt x="60" y="339"/>
                  <a:pt x="47" y="290"/>
                  <a:pt x="35" y="236"/>
                </a:cubicBezTo>
                <a:cubicBezTo>
                  <a:pt x="17" y="158"/>
                  <a:pt x="6" y="85"/>
                  <a:pt x="0" y="13"/>
                </a:cubicBezTo>
                <a:cubicBezTo>
                  <a:pt x="0" y="7"/>
                  <a:pt x="4" y="1"/>
                  <a:pt x="10" y="1"/>
                </a:cubicBezTo>
                <a:cubicBezTo>
                  <a:pt x="17" y="0"/>
                  <a:pt x="22" y="5"/>
                  <a:pt x="23" y="11"/>
                </a:cubicBezTo>
                <a:cubicBezTo>
                  <a:pt x="29" y="82"/>
                  <a:pt x="40" y="154"/>
                  <a:pt x="57" y="231"/>
                </a:cubicBezTo>
                <a:cubicBezTo>
                  <a:pt x="69" y="284"/>
                  <a:pt x="82" y="333"/>
                  <a:pt x="96" y="378"/>
                </a:cubicBezTo>
                <a:cubicBezTo>
                  <a:pt x="117" y="441"/>
                  <a:pt x="143" y="505"/>
                  <a:pt x="172" y="568"/>
                </a:cubicBezTo>
                <a:cubicBezTo>
                  <a:pt x="205" y="638"/>
                  <a:pt x="244" y="706"/>
                  <a:pt x="287" y="771"/>
                </a:cubicBezTo>
                <a:cubicBezTo>
                  <a:pt x="323" y="826"/>
                  <a:pt x="363" y="880"/>
                  <a:pt x="406" y="931"/>
                </a:cubicBezTo>
                <a:cubicBezTo>
                  <a:pt x="450" y="982"/>
                  <a:pt x="498" y="1032"/>
                  <a:pt x="548" y="1078"/>
                </a:cubicBezTo>
                <a:cubicBezTo>
                  <a:pt x="553" y="1082"/>
                  <a:pt x="553" y="1089"/>
                  <a:pt x="549" y="1094"/>
                </a:cubicBezTo>
                <a:cubicBezTo>
                  <a:pt x="547" y="1096"/>
                  <a:pt x="544" y="1097"/>
                  <a:pt x="541" y="1097"/>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4" name="Freeform 83">
            <a:extLst>
              <a:ext uri="{FF2B5EF4-FFF2-40B4-BE49-F238E27FC236}">
                <a16:creationId xmlns:a16="http://schemas.microsoft.com/office/drawing/2014/main" id="{478396F7-7BBD-51AE-AFAE-623839FCED32}"/>
              </a:ext>
            </a:extLst>
          </p:cNvPr>
          <p:cNvSpPr>
            <a:spLocks/>
          </p:cNvSpPr>
          <p:nvPr/>
        </p:nvSpPr>
        <p:spPr bwMode="auto">
          <a:xfrm>
            <a:off x="5619249" y="5558041"/>
            <a:ext cx="145182" cy="64027"/>
          </a:xfrm>
          <a:custGeom>
            <a:avLst/>
            <a:gdLst>
              <a:gd name="T0" fmla="*/ 197 w 210"/>
              <a:gd name="T1" fmla="*/ 102 h 102"/>
              <a:gd name="T2" fmla="*/ 197 w 210"/>
              <a:gd name="T3" fmla="*/ 102 h 102"/>
              <a:gd name="T4" fmla="*/ 193 w 210"/>
              <a:gd name="T5" fmla="*/ 102 h 102"/>
              <a:gd name="T6" fmla="*/ 8 w 210"/>
              <a:gd name="T7" fmla="*/ 23 h 102"/>
              <a:gd name="T8" fmla="*/ 3 w 210"/>
              <a:gd name="T9" fmla="*/ 8 h 102"/>
              <a:gd name="T10" fmla="*/ 18 w 210"/>
              <a:gd name="T11" fmla="*/ 3 h 102"/>
              <a:gd name="T12" fmla="*/ 201 w 210"/>
              <a:gd name="T13" fmla="*/ 80 h 102"/>
              <a:gd name="T14" fmla="*/ 208 w 210"/>
              <a:gd name="T15" fmla="*/ 95 h 102"/>
              <a:gd name="T16" fmla="*/ 197 w 210"/>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102">
                <a:moveTo>
                  <a:pt x="197" y="102"/>
                </a:moveTo>
                <a:lnTo>
                  <a:pt x="197" y="102"/>
                </a:lnTo>
                <a:cubicBezTo>
                  <a:pt x="196" y="102"/>
                  <a:pt x="195" y="102"/>
                  <a:pt x="193" y="102"/>
                </a:cubicBezTo>
                <a:cubicBezTo>
                  <a:pt x="130" y="80"/>
                  <a:pt x="68" y="53"/>
                  <a:pt x="8" y="23"/>
                </a:cubicBezTo>
                <a:cubicBezTo>
                  <a:pt x="2" y="21"/>
                  <a:pt x="0" y="14"/>
                  <a:pt x="3" y="8"/>
                </a:cubicBezTo>
                <a:cubicBezTo>
                  <a:pt x="6" y="3"/>
                  <a:pt x="12" y="0"/>
                  <a:pt x="18" y="3"/>
                </a:cubicBezTo>
                <a:cubicBezTo>
                  <a:pt x="77" y="33"/>
                  <a:pt x="139" y="58"/>
                  <a:pt x="201" y="80"/>
                </a:cubicBezTo>
                <a:cubicBezTo>
                  <a:pt x="207" y="82"/>
                  <a:pt x="210" y="89"/>
                  <a:pt x="208" y="95"/>
                </a:cubicBezTo>
                <a:cubicBezTo>
                  <a:pt x="206" y="99"/>
                  <a:pt x="202" y="102"/>
                  <a:pt x="197" y="102"/>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5" name="Freeform 84">
            <a:extLst>
              <a:ext uri="{FF2B5EF4-FFF2-40B4-BE49-F238E27FC236}">
                <a16:creationId xmlns:a16="http://schemas.microsoft.com/office/drawing/2014/main" id="{BCD2E274-74E2-6090-A657-8292528BA9DE}"/>
              </a:ext>
            </a:extLst>
          </p:cNvPr>
          <p:cNvSpPr>
            <a:spLocks/>
          </p:cNvSpPr>
          <p:nvPr/>
        </p:nvSpPr>
        <p:spPr bwMode="auto">
          <a:xfrm>
            <a:off x="5979048" y="5421450"/>
            <a:ext cx="886874" cy="257530"/>
          </a:xfrm>
          <a:custGeom>
            <a:avLst/>
            <a:gdLst>
              <a:gd name="T0" fmla="*/ 214 w 1292"/>
              <a:gd name="T1" fmla="*/ 416 h 416"/>
              <a:gd name="T2" fmla="*/ 214 w 1292"/>
              <a:gd name="T3" fmla="*/ 416 h 416"/>
              <a:gd name="T4" fmla="*/ 201 w 1292"/>
              <a:gd name="T5" fmla="*/ 416 h 416"/>
              <a:gd name="T6" fmla="*/ 11 w 1292"/>
              <a:gd name="T7" fmla="*/ 403 h 416"/>
              <a:gd name="T8" fmla="*/ 1 w 1292"/>
              <a:gd name="T9" fmla="*/ 391 h 416"/>
              <a:gd name="T10" fmla="*/ 13 w 1292"/>
              <a:gd name="T11" fmla="*/ 381 h 416"/>
              <a:gd name="T12" fmla="*/ 202 w 1292"/>
              <a:gd name="T13" fmla="*/ 393 h 416"/>
              <a:gd name="T14" fmla="*/ 395 w 1292"/>
              <a:gd name="T15" fmla="*/ 383 h 416"/>
              <a:gd name="T16" fmla="*/ 553 w 1292"/>
              <a:gd name="T17" fmla="*/ 359 h 416"/>
              <a:gd name="T18" fmla="*/ 710 w 1292"/>
              <a:gd name="T19" fmla="*/ 317 h 416"/>
              <a:gd name="T20" fmla="*/ 876 w 1292"/>
              <a:gd name="T21" fmla="*/ 254 h 416"/>
              <a:gd name="T22" fmla="*/ 1065 w 1292"/>
              <a:gd name="T23" fmla="*/ 155 h 416"/>
              <a:gd name="T24" fmla="*/ 1272 w 1292"/>
              <a:gd name="T25" fmla="*/ 4 h 416"/>
              <a:gd name="T26" fmla="*/ 1288 w 1292"/>
              <a:gd name="T27" fmla="*/ 5 h 416"/>
              <a:gd name="T28" fmla="*/ 1287 w 1292"/>
              <a:gd name="T29" fmla="*/ 21 h 416"/>
              <a:gd name="T30" fmla="*/ 1077 w 1292"/>
              <a:gd name="T31" fmla="*/ 174 h 416"/>
              <a:gd name="T32" fmla="*/ 885 w 1292"/>
              <a:gd name="T33" fmla="*/ 275 h 416"/>
              <a:gd name="T34" fmla="*/ 717 w 1292"/>
              <a:gd name="T35" fmla="*/ 339 h 416"/>
              <a:gd name="T36" fmla="*/ 557 w 1292"/>
              <a:gd name="T37" fmla="*/ 381 h 416"/>
              <a:gd name="T38" fmla="*/ 397 w 1292"/>
              <a:gd name="T39" fmla="*/ 406 h 416"/>
              <a:gd name="T40" fmla="*/ 214 w 1292"/>
              <a:gd name="T41" fmla="*/ 416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2" h="416">
                <a:moveTo>
                  <a:pt x="214" y="416"/>
                </a:moveTo>
                <a:lnTo>
                  <a:pt x="214" y="416"/>
                </a:lnTo>
                <a:cubicBezTo>
                  <a:pt x="210" y="416"/>
                  <a:pt x="206" y="416"/>
                  <a:pt x="201" y="416"/>
                </a:cubicBezTo>
                <a:cubicBezTo>
                  <a:pt x="138" y="415"/>
                  <a:pt x="74" y="411"/>
                  <a:pt x="11" y="403"/>
                </a:cubicBezTo>
                <a:cubicBezTo>
                  <a:pt x="4" y="403"/>
                  <a:pt x="0" y="397"/>
                  <a:pt x="1" y="391"/>
                </a:cubicBezTo>
                <a:cubicBezTo>
                  <a:pt x="2" y="385"/>
                  <a:pt x="7" y="380"/>
                  <a:pt x="13" y="381"/>
                </a:cubicBezTo>
                <a:cubicBezTo>
                  <a:pt x="76" y="389"/>
                  <a:pt x="139" y="393"/>
                  <a:pt x="202" y="393"/>
                </a:cubicBezTo>
                <a:cubicBezTo>
                  <a:pt x="266" y="394"/>
                  <a:pt x="331" y="390"/>
                  <a:pt x="395" y="383"/>
                </a:cubicBezTo>
                <a:cubicBezTo>
                  <a:pt x="448" y="378"/>
                  <a:pt x="501" y="369"/>
                  <a:pt x="553" y="359"/>
                </a:cubicBezTo>
                <a:cubicBezTo>
                  <a:pt x="605" y="347"/>
                  <a:pt x="658" y="334"/>
                  <a:pt x="710" y="317"/>
                </a:cubicBezTo>
                <a:cubicBezTo>
                  <a:pt x="766" y="299"/>
                  <a:pt x="822" y="278"/>
                  <a:pt x="876" y="254"/>
                </a:cubicBezTo>
                <a:cubicBezTo>
                  <a:pt x="941" y="225"/>
                  <a:pt x="1004" y="192"/>
                  <a:pt x="1065" y="155"/>
                </a:cubicBezTo>
                <a:cubicBezTo>
                  <a:pt x="1136" y="111"/>
                  <a:pt x="1206" y="60"/>
                  <a:pt x="1272" y="4"/>
                </a:cubicBezTo>
                <a:cubicBezTo>
                  <a:pt x="1277" y="0"/>
                  <a:pt x="1284" y="0"/>
                  <a:pt x="1288" y="5"/>
                </a:cubicBezTo>
                <a:cubicBezTo>
                  <a:pt x="1292" y="10"/>
                  <a:pt x="1292" y="17"/>
                  <a:pt x="1287" y="21"/>
                </a:cubicBezTo>
                <a:cubicBezTo>
                  <a:pt x="1220" y="78"/>
                  <a:pt x="1149" y="130"/>
                  <a:pt x="1077" y="174"/>
                </a:cubicBezTo>
                <a:cubicBezTo>
                  <a:pt x="1015" y="212"/>
                  <a:pt x="951" y="246"/>
                  <a:pt x="885" y="275"/>
                </a:cubicBezTo>
                <a:cubicBezTo>
                  <a:pt x="830" y="299"/>
                  <a:pt x="774" y="321"/>
                  <a:pt x="717" y="339"/>
                </a:cubicBezTo>
                <a:cubicBezTo>
                  <a:pt x="664" y="355"/>
                  <a:pt x="611" y="370"/>
                  <a:pt x="557" y="381"/>
                </a:cubicBezTo>
                <a:cubicBezTo>
                  <a:pt x="505" y="392"/>
                  <a:pt x="451" y="400"/>
                  <a:pt x="397" y="406"/>
                </a:cubicBezTo>
                <a:cubicBezTo>
                  <a:pt x="337" y="413"/>
                  <a:pt x="276" y="416"/>
                  <a:pt x="214" y="416"/>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6" name="Freeform 85">
            <a:extLst>
              <a:ext uri="{FF2B5EF4-FFF2-40B4-BE49-F238E27FC236}">
                <a16:creationId xmlns:a16="http://schemas.microsoft.com/office/drawing/2014/main" id="{CDB8CD05-66C2-E0EA-349A-3F314D94B94C}"/>
              </a:ext>
            </a:extLst>
          </p:cNvPr>
          <p:cNvSpPr>
            <a:spLocks/>
          </p:cNvSpPr>
          <p:nvPr/>
        </p:nvSpPr>
        <p:spPr bwMode="auto">
          <a:xfrm>
            <a:off x="7137349" y="4429749"/>
            <a:ext cx="124667" cy="665877"/>
          </a:xfrm>
          <a:custGeom>
            <a:avLst/>
            <a:gdLst>
              <a:gd name="T0" fmla="*/ 13 w 182"/>
              <a:gd name="T1" fmla="*/ 1075 h 1075"/>
              <a:gd name="T2" fmla="*/ 13 w 182"/>
              <a:gd name="T3" fmla="*/ 1075 h 1075"/>
              <a:gd name="T4" fmla="*/ 8 w 182"/>
              <a:gd name="T5" fmla="*/ 1073 h 1075"/>
              <a:gd name="T6" fmla="*/ 2 w 182"/>
              <a:gd name="T7" fmla="*/ 1058 h 1075"/>
              <a:gd name="T8" fmla="*/ 109 w 182"/>
              <a:gd name="T9" fmla="*/ 758 h 1075"/>
              <a:gd name="T10" fmla="*/ 147 w 182"/>
              <a:gd name="T11" fmla="*/ 565 h 1075"/>
              <a:gd name="T12" fmla="*/ 159 w 182"/>
              <a:gd name="T13" fmla="*/ 375 h 1075"/>
              <a:gd name="T14" fmla="*/ 154 w 182"/>
              <a:gd name="T15" fmla="*/ 225 h 1075"/>
              <a:gd name="T16" fmla="*/ 122 w 182"/>
              <a:gd name="T17" fmla="*/ 15 h 1075"/>
              <a:gd name="T18" fmla="*/ 131 w 182"/>
              <a:gd name="T19" fmla="*/ 1 h 1075"/>
              <a:gd name="T20" fmla="*/ 144 w 182"/>
              <a:gd name="T21" fmla="*/ 10 h 1075"/>
              <a:gd name="T22" fmla="*/ 176 w 182"/>
              <a:gd name="T23" fmla="*/ 223 h 1075"/>
              <a:gd name="T24" fmla="*/ 182 w 182"/>
              <a:gd name="T25" fmla="*/ 375 h 1075"/>
              <a:gd name="T26" fmla="*/ 169 w 182"/>
              <a:gd name="T27" fmla="*/ 568 h 1075"/>
              <a:gd name="T28" fmla="*/ 131 w 182"/>
              <a:gd name="T29" fmla="*/ 764 h 1075"/>
              <a:gd name="T30" fmla="*/ 23 w 182"/>
              <a:gd name="T31" fmla="*/ 1068 h 1075"/>
              <a:gd name="T32" fmla="*/ 13 w 182"/>
              <a:gd name="T33" fmla="*/ 1075 h 1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2" h="1075">
                <a:moveTo>
                  <a:pt x="13" y="1075"/>
                </a:moveTo>
                <a:lnTo>
                  <a:pt x="13" y="1075"/>
                </a:lnTo>
                <a:cubicBezTo>
                  <a:pt x="11" y="1075"/>
                  <a:pt x="9" y="1074"/>
                  <a:pt x="8" y="1073"/>
                </a:cubicBezTo>
                <a:cubicBezTo>
                  <a:pt x="2" y="1071"/>
                  <a:pt x="0" y="1064"/>
                  <a:pt x="2" y="1058"/>
                </a:cubicBezTo>
                <a:cubicBezTo>
                  <a:pt x="46" y="965"/>
                  <a:pt x="82" y="864"/>
                  <a:pt x="109" y="758"/>
                </a:cubicBezTo>
                <a:cubicBezTo>
                  <a:pt x="126" y="690"/>
                  <a:pt x="139" y="627"/>
                  <a:pt x="147" y="565"/>
                </a:cubicBezTo>
                <a:cubicBezTo>
                  <a:pt x="154" y="504"/>
                  <a:pt x="159" y="440"/>
                  <a:pt x="159" y="375"/>
                </a:cubicBezTo>
                <a:cubicBezTo>
                  <a:pt x="160" y="325"/>
                  <a:pt x="158" y="274"/>
                  <a:pt x="154" y="225"/>
                </a:cubicBezTo>
                <a:cubicBezTo>
                  <a:pt x="148" y="154"/>
                  <a:pt x="137" y="84"/>
                  <a:pt x="122" y="15"/>
                </a:cubicBezTo>
                <a:cubicBezTo>
                  <a:pt x="121" y="9"/>
                  <a:pt x="125" y="2"/>
                  <a:pt x="131" y="1"/>
                </a:cubicBezTo>
                <a:cubicBezTo>
                  <a:pt x="137" y="0"/>
                  <a:pt x="143" y="4"/>
                  <a:pt x="144" y="10"/>
                </a:cubicBezTo>
                <a:cubicBezTo>
                  <a:pt x="160" y="80"/>
                  <a:pt x="170" y="151"/>
                  <a:pt x="176" y="223"/>
                </a:cubicBezTo>
                <a:cubicBezTo>
                  <a:pt x="181" y="273"/>
                  <a:pt x="182" y="325"/>
                  <a:pt x="182" y="375"/>
                </a:cubicBezTo>
                <a:cubicBezTo>
                  <a:pt x="181" y="441"/>
                  <a:pt x="177" y="506"/>
                  <a:pt x="169" y="568"/>
                </a:cubicBezTo>
                <a:cubicBezTo>
                  <a:pt x="161" y="630"/>
                  <a:pt x="149" y="694"/>
                  <a:pt x="131" y="764"/>
                </a:cubicBezTo>
                <a:cubicBezTo>
                  <a:pt x="104" y="871"/>
                  <a:pt x="67" y="973"/>
                  <a:pt x="23" y="1068"/>
                </a:cubicBezTo>
                <a:cubicBezTo>
                  <a:pt x="21" y="1072"/>
                  <a:pt x="17" y="1075"/>
                  <a:pt x="13" y="1075"/>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7" name="Freeform 86">
            <a:extLst>
              <a:ext uri="{FF2B5EF4-FFF2-40B4-BE49-F238E27FC236}">
                <a16:creationId xmlns:a16="http://schemas.microsoft.com/office/drawing/2014/main" id="{F77FB2C8-B66B-E6EB-096C-F37C175A9076}"/>
              </a:ext>
            </a:extLst>
          </p:cNvPr>
          <p:cNvSpPr>
            <a:spLocks/>
          </p:cNvSpPr>
          <p:nvPr/>
        </p:nvSpPr>
        <p:spPr bwMode="auto">
          <a:xfrm>
            <a:off x="6646570" y="3746796"/>
            <a:ext cx="287208" cy="197771"/>
          </a:xfrm>
          <a:custGeom>
            <a:avLst/>
            <a:gdLst>
              <a:gd name="T0" fmla="*/ 408 w 420"/>
              <a:gd name="T1" fmla="*/ 318 h 318"/>
              <a:gd name="T2" fmla="*/ 408 w 420"/>
              <a:gd name="T3" fmla="*/ 318 h 318"/>
              <a:gd name="T4" fmla="*/ 400 w 420"/>
              <a:gd name="T5" fmla="*/ 314 h 318"/>
              <a:gd name="T6" fmla="*/ 238 w 420"/>
              <a:gd name="T7" fmla="*/ 171 h 318"/>
              <a:gd name="T8" fmla="*/ 7 w 420"/>
              <a:gd name="T9" fmla="*/ 23 h 318"/>
              <a:gd name="T10" fmla="*/ 3 w 420"/>
              <a:gd name="T11" fmla="*/ 7 h 318"/>
              <a:gd name="T12" fmla="*/ 18 w 420"/>
              <a:gd name="T13" fmla="*/ 3 h 318"/>
              <a:gd name="T14" fmla="*/ 252 w 420"/>
              <a:gd name="T15" fmla="*/ 153 h 318"/>
              <a:gd name="T16" fmla="*/ 416 w 420"/>
              <a:gd name="T17" fmla="*/ 298 h 318"/>
              <a:gd name="T18" fmla="*/ 416 w 420"/>
              <a:gd name="T19" fmla="*/ 315 h 318"/>
              <a:gd name="T20" fmla="*/ 408 w 420"/>
              <a:gd name="T21"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0" h="318">
                <a:moveTo>
                  <a:pt x="408" y="318"/>
                </a:moveTo>
                <a:lnTo>
                  <a:pt x="408" y="318"/>
                </a:lnTo>
                <a:cubicBezTo>
                  <a:pt x="405" y="318"/>
                  <a:pt x="402" y="317"/>
                  <a:pt x="400" y="314"/>
                </a:cubicBezTo>
                <a:cubicBezTo>
                  <a:pt x="348" y="262"/>
                  <a:pt x="294" y="214"/>
                  <a:pt x="238" y="171"/>
                </a:cubicBezTo>
                <a:cubicBezTo>
                  <a:pt x="169" y="118"/>
                  <a:pt x="94" y="69"/>
                  <a:pt x="7" y="23"/>
                </a:cubicBezTo>
                <a:cubicBezTo>
                  <a:pt x="2" y="20"/>
                  <a:pt x="0" y="13"/>
                  <a:pt x="3" y="7"/>
                </a:cubicBezTo>
                <a:cubicBezTo>
                  <a:pt x="5" y="2"/>
                  <a:pt x="12" y="0"/>
                  <a:pt x="18" y="3"/>
                </a:cubicBezTo>
                <a:cubicBezTo>
                  <a:pt x="106" y="50"/>
                  <a:pt x="182" y="99"/>
                  <a:pt x="252" y="153"/>
                </a:cubicBezTo>
                <a:cubicBezTo>
                  <a:pt x="309" y="196"/>
                  <a:pt x="364" y="245"/>
                  <a:pt x="416" y="298"/>
                </a:cubicBezTo>
                <a:cubicBezTo>
                  <a:pt x="420" y="303"/>
                  <a:pt x="420" y="310"/>
                  <a:pt x="416" y="315"/>
                </a:cubicBezTo>
                <a:cubicBezTo>
                  <a:pt x="414" y="317"/>
                  <a:pt x="411" y="318"/>
                  <a:pt x="408" y="318"/>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8" name="Freeform 87">
            <a:extLst>
              <a:ext uri="{FF2B5EF4-FFF2-40B4-BE49-F238E27FC236}">
                <a16:creationId xmlns:a16="http://schemas.microsoft.com/office/drawing/2014/main" id="{99E6ECF8-D859-DE62-0903-F83AFD9AD235}"/>
              </a:ext>
            </a:extLst>
          </p:cNvPr>
          <p:cNvSpPr>
            <a:spLocks/>
          </p:cNvSpPr>
          <p:nvPr/>
        </p:nvSpPr>
        <p:spPr bwMode="auto">
          <a:xfrm>
            <a:off x="6133698" y="3630126"/>
            <a:ext cx="355065" cy="64027"/>
          </a:xfrm>
          <a:custGeom>
            <a:avLst/>
            <a:gdLst>
              <a:gd name="T0" fmla="*/ 506 w 518"/>
              <a:gd name="T1" fmla="*/ 103 h 103"/>
              <a:gd name="T2" fmla="*/ 506 w 518"/>
              <a:gd name="T3" fmla="*/ 103 h 103"/>
              <a:gd name="T4" fmla="*/ 502 w 518"/>
              <a:gd name="T5" fmla="*/ 103 h 103"/>
              <a:gd name="T6" fmla="*/ 295 w 518"/>
              <a:gd name="T7" fmla="*/ 50 h 103"/>
              <a:gd name="T8" fmla="*/ 11 w 518"/>
              <a:gd name="T9" fmla="*/ 22 h 103"/>
              <a:gd name="T10" fmla="*/ 0 w 518"/>
              <a:gd name="T11" fmla="*/ 11 h 103"/>
              <a:gd name="T12" fmla="*/ 11 w 518"/>
              <a:gd name="T13" fmla="*/ 0 h 103"/>
              <a:gd name="T14" fmla="*/ 11 w 518"/>
              <a:gd name="T15" fmla="*/ 0 h 103"/>
              <a:gd name="T16" fmla="*/ 299 w 518"/>
              <a:gd name="T17" fmla="*/ 28 h 103"/>
              <a:gd name="T18" fmla="*/ 509 w 518"/>
              <a:gd name="T19" fmla="*/ 81 h 103"/>
              <a:gd name="T20" fmla="*/ 516 w 518"/>
              <a:gd name="T21" fmla="*/ 96 h 103"/>
              <a:gd name="T22" fmla="*/ 506 w 518"/>
              <a:gd name="T23"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8" h="103">
                <a:moveTo>
                  <a:pt x="506" y="103"/>
                </a:moveTo>
                <a:lnTo>
                  <a:pt x="506" y="103"/>
                </a:lnTo>
                <a:cubicBezTo>
                  <a:pt x="504" y="103"/>
                  <a:pt x="503" y="103"/>
                  <a:pt x="502" y="103"/>
                </a:cubicBezTo>
                <a:cubicBezTo>
                  <a:pt x="435" y="81"/>
                  <a:pt x="365" y="63"/>
                  <a:pt x="295" y="50"/>
                </a:cubicBezTo>
                <a:cubicBezTo>
                  <a:pt x="204" y="33"/>
                  <a:pt x="109" y="24"/>
                  <a:pt x="11" y="22"/>
                </a:cubicBezTo>
                <a:cubicBezTo>
                  <a:pt x="5" y="22"/>
                  <a:pt x="0" y="17"/>
                  <a:pt x="0" y="11"/>
                </a:cubicBezTo>
                <a:cubicBezTo>
                  <a:pt x="0" y="5"/>
                  <a:pt x="5" y="0"/>
                  <a:pt x="11" y="0"/>
                </a:cubicBezTo>
                <a:lnTo>
                  <a:pt x="11" y="0"/>
                </a:lnTo>
                <a:cubicBezTo>
                  <a:pt x="110" y="1"/>
                  <a:pt x="207" y="10"/>
                  <a:pt x="299" y="28"/>
                </a:cubicBezTo>
                <a:cubicBezTo>
                  <a:pt x="370" y="41"/>
                  <a:pt x="441" y="59"/>
                  <a:pt x="509" y="81"/>
                </a:cubicBezTo>
                <a:cubicBezTo>
                  <a:pt x="515" y="83"/>
                  <a:pt x="518" y="90"/>
                  <a:pt x="516" y="96"/>
                </a:cubicBezTo>
                <a:cubicBezTo>
                  <a:pt x="515" y="100"/>
                  <a:pt x="510" y="103"/>
                  <a:pt x="506" y="103"/>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89" name="Freeform 88">
            <a:extLst>
              <a:ext uri="{FF2B5EF4-FFF2-40B4-BE49-F238E27FC236}">
                <a16:creationId xmlns:a16="http://schemas.microsoft.com/office/drawing/2014/main" id="{9DD0043F-84F7-765C-056B-8C7CAAF84FCC}"/>
              </a:ext>
            </a:extLst>
          </p:cNvPr>
          <p:cNvSpPr>
            <a:spLocks/>
          </p:cNvSpPr>
          <p:nvPr/>
        </p:nvSpPr>
        <p:spPr bwMode="auto">
          <a:xfrm>
            <a:off x="5702886" y="3547603"/>
            <a:ext cx="443437" cy="79678"/>
          </a:xfrm>
          <a:custGeom>
            <a:avLst/>
            <a:gdLst>
              <a:gd name="T0" fmla="*/ 12 w 647"/>
              <a:gd name="T1" fmla="*/ 128 h 128"/>
              <a:gd name="T2" fmla="*/ 12 w 647"/>
              <a:gd name="T3" fmla="*/ 128 h 128"/>
              <a:gd name="T4" fmla="*/ 2 w 647"/>
              <a:gd name="T5" fmla="*/ 121 h 128"/>
              <a:gd name="T6" fmla="*/ 9 w 647"/>
              <a:gd name="T7" fmla="*/ 106 h 128"/>
              <a:gd name="T8" fmla="*/ 198 w 647"/>
              <a:gd name="T9" fmla="*/ 50 h 128"/>
              <a:gd name="T10" fmla="*/ 410 w 647"/>
              <a:gd name="T11" fmla="*/ 12 h 128"/>
              <a:gd name="T12" fmla="*/ 636 w 647"/>
              <a:gd name="T13" fmla="*/ 1 h 128"/>
              <a:gd name="T14" fmla="*/ 647 w 647"/>
              <a:gd name="T15" fmla="*/ 12 h 128"/>
              <a:gd name="T16" fmla="*/ 636 w 647"/>
              <a:gd name="T17" fmla="*/ 23 h 128"/>
              <a:gd name="T18" fmla="*/ 636 w 647"/>
              <a:gd name="T19" fmla="*/ 23 h 128"/>
              <a:gd name="T20" fmla="*/ 413 w 647"/>
              <a:gd name="T21" fmla="*/ 34 h 128"/>
              <a:gd name="T22" fmla="*/ 203 w 647"/>
              <a:gd name="T23" fmla="*/ 72 h 128"/>
              <a:gd name="T24" fmla="*/ 16 w 647"/>
              <a:gd name="T25" fmla="*/ 128 h 128"/>
              <a:gd name="T26" fmla="*/ 12 w 647"/>
              <a:gd name="T2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7" h="128">
                <a:moveTo>
                  <a:pt x="12" y="128"/>
                </a:moveTo>
                <a:lnTo>
                  <a:pt x="12" y="128"/>
                </a:lnTo>
                <a:cubicBezTo>
                  <a:pt x="8" y="128"/>
                  <a:pt x="3" y="126"/>
                  <a:pt x="2" y="121"/>
                </a:cubicBezTo>
                <a:cubicBezTo>
                  <a:pt x="0" y="115"/>
                  <a:pt x="3" y="108"/>
                  <a:pt x="9" y="106"/>
                </a:cubicBezTo>
                <a:cubicBezTo>
                  <a:pt x="70" y="84"/>
                  <a:pt x="134" y="65"/>
                  <a:pt x="198" y="50"/>
                </a:cubicBezTo>
                <a:cubicBezTo>
                  <a:pt x="268" y="33"/>
                  <a:pt x="339" y="20"/>
                  <a:pt x="410" y="12"/>
                </a:cubicBezTo>
                <a:cubicBezTo>
                  <a:pt x="483" y="4"/>
                  <a:pt x="559" y="0"/>
                  <a:pt x="636" y="1"/>
                </a:cubicBezTo>
                <a:cubicBezTo>
                  <a:pt x="642" y="1"/>
                  <a:pt x="647" y="6"/>
                  <a:pt x="647" y="12"/>
                </a:cubicBezTo>
                <a:cubicBezTo>
                  <a:pt x="647" y="18"/>
                  <a:pt x="642" y="23"/>
                  <a:pt x="636" y="23"/>
                </a:cubicBezTo>
                <a:lnTo>
                  <a:pt x="636" y="23"/>
                </a:lnTo>
                <a:cubicBezTo>
                  <a:pt x="559" y="23"/>
                  <a:pt x="485" y="26"/>
                  <a:pt x="413" y="34"/>
                </a:cubicBezTo>
                <a:cubicBezTo>
                  <a:pt x="343" y="42"/>
                  <a:pt x="272" y="55"/>
                  <a:pt x="203" y="72"/>
                </a:cubicBezTo>
                <a:cubicBezTo>
                  <a:pt x="140" y="87"/>
                  <a:pt x="77" y="106"/>
                  <a:pt x="16" y="128"/>
                </a:cubicBezTo>
                <a:cubicBezTo>
                  <a:pt x="15" y="128"/>
                  <a:pt x="14" y="128"/>
                  <a:pt x="12" y="128"/>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0" name="Freeform 89">
            <a:extLst>
              <a:ext uri="{FF2B5EF4-FFF2-40B4-BE49-F238E27FC236}">
                <a16:creationId xmlns:a16="http://schemas.microsoft.com/office/drawing/2014/main" id="{5A425B76-E95E-A5D3-C6F3-08ACF2FDC052}"/>
              </a:ext>
            </a:extLst>
          </p:cNvPr>
          <p:cNvSpPr>
            <a:spLocks/>
          </p:cNvSpPr>
          <p:nvPr/>
        </p:nvSpPr>
        <p:spPr bwMode="auto">
          <a:xfrm>
            <a:off x="5040097" y="3850662"/>
            <a:ext cx="254069" cy="295946"/>
          </a:xfrm>
          <a:custGeom>
            <a:avLst/>
            <a:gdLst>
              <a:gd name="T0" fmla="*/ 13 w 370"/>
              <a:gd name="T1" fmla="*/ 478 h 478"/>
              <a:gd name="T2" fmla="*/ 13 w 370"/>
              <a:gd name="T3" fmla="*/ 478 h 478"/>
              <a:gd name="T4" fmla="*/ 8 w 370"/>
              <a:gd name="T5" fmla="*/ 477 h 478"/>
              <a:gd name="T6" fmla="*/ 3 w 370"/>
              <a:gd name="T7" fmla="*/ 461 h 478"/>
              <a:gd name="T8" fmla="*/ 123 w 370"/>
              <a:gd name="T9" fmla="*/ 267 h 478"/>
              <a:gd name="T10" fmla="*/ 350 w 370"/>
              <a:gd name="T11" fmla="*/ 5 h 478"/>
              <a:gd name="T12" fmla="*/ 366 w 370"/>
              <a:gd name="T13" fmla="*/ 5 h 478"/>
              <a:gd name="T14" fmla="*/ 365 w 370"/>
              <a:gd name="T15" fmla="*/ 21 h 478"/>
              <a:gd name="T16" fmla="*/ 142 w 370"/>
              <a:gd name="T17" fmla="*/ 281 h 478"/>
              <a:gd name="T18" fmla="*/ 23 w 370"/>
              <a:gd name="T19" fmla="*/ 472 h 478"/>
              <a:gd name="T20" fmla="*/ 13 w 370"/>
              <a:gd name="T21" fmla="*/ 478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0" h="478">
                <a:moveTo>
                  <a:pt x="13" y="478"/>
                </a:moveTo>
                <a:lnTo>
                  <a:pt x="13" y="478"/>
                </a:lnTo>
                <a:cubicBezTo>
                  <a:pt x="11" y="478"/>
                  <a:pt x="9" y="477"/>
                  <a:pt x="8" y="477"/>
                </a:cubicBezTo>
                <a:cubicBezTo>
                  <a:pt x="2" y="474"/>
                  <a:pt x="0" y="467"/>
                  <a:pt x="3" y="461"/>
                </a:cubicBezTo>
                <a:cubicBezTo>
                  <a:pt x="37" y="397"/>
                  <a:pt x="77" y="333"/>
                  <a:pt x="123" y="267"/>
                </a:cubicBezTo>
                <a:cubicBezTo>
                  <a:pt x="191" y="172"/>
                  <a:pt x="268" y="83"/>
                  <a:pt x="350" y="5"/>
                </a:cubicBezTo>
                <a:cubicBezTo>
                  <a:pt x="354" y="0"/>
                  <a:pt x="361" y="0"/>
                  <a:pt x="366" y="5"/>
                </a:cubicBezTo>
                <a:cubicBezTo>
                  <a:pt x="370" y="9"/>
                  <a:pt x="370" y="17"/>
                  <a:pt x="365" y="21"/>
                </a:cubicBezTo>
                <a:cubicBezTo>
                  <a:pt x="284" y="99"/>
                  <a:pt x="209" y="186"/>
                  <a:pt x="142" y="281"/>
                </a:cubicBezTo>
                <a:cubicBezTo>
                  <a:pt x="96" y="346"/>
                  <a:pt x="57" y="408"/>
                  <a:pt x="23" y="472"/>
                </a:cubicBezTo>
                <a:cubicBezTo>
                  <a:pt x="21" y="476"/>
                  <a:pt x="17" y="478"/>
                  <a:pt x="13" y="478"/>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1" name="Freeform 90">
            <a:extLst>
              <a:ext uri="{FF2B5EF4-FFF2-40B4-BE49-F238E27FC236}">
                <a16:creationId xmlns:a16="http://schemas.microsoft.com/office/drawing/2014/main" id="{05D49708-B138-8EAB-2C96-DFFD7DC0444C}"/>
              </a:ext>
            </a:extLst>
          </p:cNvPr>
          <p:cNvSpPr>
            <a:spLocks/>
          </p:cNvSpPr>
          <p:nvPr/>
        </p:nvSpPr>
        <p:spPr bwMode="auto">
          <a:xfrm>
            <a:off x="4901227" y="4479547"/>
            <a:ext cx="45764" cy="425421"/>
          </a:xfrm>
          <a:custGeom>
            <a:avLst/>
            <a:gdLst>
              <a:gd name="T0" fmla="*/ 55 w 67"/>
              <a:gd name="T1" fmla="*/ 686 h 686"/>
              <a:gd name="T2" fmla="*/ 55 w 67"/>
              <a:gd name="T3" fmla="*/ 686 h 686"/>
              <a:gd name="T4" fmla="*/ 44 w 67"/>
              <a:gd name="T5" fmla="*/ 677 h 686"/>
              <a:gd name="T6" fmla="*/ 6 w 67"/>
              <a:gd name="T7" fmla="*/ 435 h 686"/>
              <a:gd name="T8" fmla="*/ 0 w 67"/>
              <a:gd name="T9" fmla="*/ 267 h 686"/>
              <a:gd name="T10" fmla="*/ 20 w 67"/>
              <a:gd name="T11" fmla="*/ 10 h 686"/>
              <a:gd name="T12" fmla="*/ 33 w 67"/>
              <a:gd name="T13" fmla="*/ 1 h 686"/>
              <a:gd name="T14" fmla="*/ 43 w 67"/>
              <a:gd name="T15" fmla="*/ 14 h 686"/>
              <a:gd name="T16" fmla="*/ 23 w 67"/>
              <a:gd name="T17" fmla="*/ 267 h 686"/>
              <a:gd name="T18" fmla="*/ 29 w 67"/>
              <a:gd name="T19" fmla="*/ 433 h 686"/>
              <a:gd name="T20" fmla="*/ 66 w 67"/>
              <a:gd name="T21" fmla="*/ 672 h 686"/>
              <a:gd name="T22" fmla="*/ 57 w 67"/>
              <a:gd name="T23" fmla="*/ 685 h 686"/>
              <a:gd name="T24" fmla="*/ 55 w 67"/>
              <a:gd name="T25" fmla="*/ 68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686">
                <a:moveTo>
                  <a:pt x="55" y="686"/>
                </a:moveTo>
                <a:lnTo>
                  <a:pt x="55" y="686"/>
                </a:lnTo>
                <a:cubicBezTo>
                  <a:pt x="50" y="686"/>
                  <a:pt x="45" y="682"/>
                  <a:pt x="44" y="677"/>
                </a:cubicBezTo>
                <a:cubicBezTo>
                  <a:pt x="25" y="594"/>
                  <a:pt x="12" y="513"/>
                  <a:pt x="6" y="435"/>
                </a:cubicBezTo>
                <a:cubicBezTo>
                  <a:pt x="1" y="382"/>
                  <a:pt x="0" y="327"/>
                  <a:pt x="0" y="267"/>
                </a:cubicBezTo>
                <a:cubicBezTo>
                  <a:pt x="1" y="178"/>
                  <a:pt x="8" y="91"/>
                  <a:pt x="20" y="10"/>
                </a:cubicBezTo>
                <a:cubicBezTo>
                  <a:pt x="21" y="4"/>
                  <a:pt x="27" y="0"/>
                  <a:pt x="33" y="1"/>
                </a:cubicBezTo>
                <a:cubicBezTo>
                  <a:pt x="39" y="2"/>
                  <a:pt x="43" y="8"/>
                  <a:pt x="43" y="14"/>
                </a:cubicBezTo>
                <a:cubicBezTo>
                  <a:pt x="30" y="94"/>
                  <a:pt x="24" y="179"/>
                  <a:pt x="23" y="267"/>
                </a:cubicBezTo>
                <a:cubicBezTo>
                  <a:pt x="22" y="326"/>
                  <a:pt x="24" y="380"/>
                  <a:pt x="29" y="433"/>
                </a:cubicBezTo>
                <a:cubicBezTo>
                  <a:pt x="35" y="510"/>
                  <a:pt x="48" y="590"/>
                  <a:pt x="66" y="672"/>
                </a:cubicBezTo>
                <a:cubicBezTo>
                  <a:pt x="67" y="678"/>
                  <a:pt x="64" y="684"/>
                  <a:pt x="57" y="685"/>
                </a:cubicBezTo>
                <a:cubicBezTo>
                  <a:pt x="57" y="686"/>
                  <a:pt x="56" y="686"/>
                  <a:pt x="55" y="686"/>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2" name="Freeform 91">
            <a:extLst>
              <a:ext uri="{FF2B5EF4-FFF2-40B4-BE49-F238E27FC236}">
                <a16:creationId xmlns:a16="http://schemas.microsoft.com/office/drawing/2014/main" id="{BA0E98BF-B392-4871-3BEC-A9E82503BC65}"/>
              </a:ext>
            </a:extLst>
          </p:cNvPr>
          <p:cNvSpPr>
            <a:spLocks/>
          </p:cNvSpPr>
          <p:nvPr/>
        </p:nvSpPr>
        <p:spPr bwMode="auto">
          <a:xfrm>
            <a:off x="5101643" y="5253559"/>
            <a:ext cx="498669" cy="395543"/>
          </a:xfrm>
          <a:custGeom>
            <a:avLst/>
            <a:gdLst>
              <a:gd name="T0" fmla="*/ 712 w 725"/>
              <a:gd name="T1" fmla="*/ 639 h 639"/>
              <a:gd name="T2" fmla="*/ 712 w 725"/>
              <a:gd name="T3" fmla="*/ 639 h 639"/>
              <a:gd name="T4" fmla="*/ 707 w 725"/>
              <a:gd name="T5" fmla="*/ 638 h 639"/>
              <a:gd name="T6" fmla="*/ 483 w 725"/>
              <a:gd name="T7" fmla="*/ 507 h 639"/>
              <a:gd name="T8" fmla="*/ 290 w 725"/>
              <a:gd name="T9" fmla="*/ 354 h 639"/>
              <a:gd name="T10" fmla="*/ 134 w 725"/>
              <a:gd name="T11" fmla="*/ 193 h 639"/>
              <a:gd name="T12" fmla="*/ 3 w 725"/>
              <a:gd name="T13" fmla="*/ 19 h 639"/>
              <a:gd name="T14" fmla="*/ 6 w 725"/>
              <a:gd name="T15" fmla="*/ 4 h 639"/>
              <a:gd name="T16" fmla="*/ 22 w 725"/>
              <a:gd name="T17" fmla="*/ 7 h 639"/>
              <a:gd name="T18" fmla="*/ 151 w 725"/>
              <a:gd name="T19" fmla="*/ 178 h 639"/>
              <a:gd name="T20" fmla="*/ 305 w 725"/>
              <a:gd name="T21" fmla="*/ 337 h 639"/>
              <a:gd name="T22" fmla="*/ 496 w 725"/>
              <a:gd name="T23" fmla="*/ 488 h 639"/>
              <a:gd name="T24" fmla="*/ 717 w 725"/>
              <a:gd name="T25" fmla="*/ 617 h 639"/>
              <a:gd name="T26" fmla="*/ 722 w 725"/>
              <a:gd name="T27" fmla="*/ 632 h 639"/>
              <a:gd name="T28" fmla="*/ 712 w 725"/>
              <a:gd name="T29" fmla="*/ 639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5" h="639">
                <a:moveTo>
                  <a:pt x="712" y="639"/>
                </a:moveTo>
                <a:lnTo>
                  <a:pt x="712" y="639"/>
                </a:lnTo>
                <a:cubicBezTo>
                  <a:pt x="710" y="639"/>
                  <a:pt x="709" y="638"/>
                  <a:pt x="707" y="638"/>
                </a:cubicBezTo>
                <a:cubicBezTo>
                  <a:pt x="630" y="600"/>
                  <a:pt x="554" y="556"/>
                  <a:pt x="483" y="507"/>
                </a:cubicBezTo>
                <a:cubicBezTo>
                  <a:pt x="415" y="461"/>
                  <a:pt x="351" y="409"/>
                  <a:pt x="290" y="354"/>
                </a:cubicBezTo>
                <a:cubicBezTo>
                  <a:pt x="235" y="304"/>
                  <a:pt x="182" y="250"/>
                  <a:pt x="134" y="193"/>
                </a:cubicBezTo>
                <a:cubicBezTo>
                  <a:pt x="87" y="138"/>
                  <a:pt x="43" y="80"/>
                  <a:pt x="3" y="19"/>
                </a:cubicBezTo>
                <a:cubicBezTo>
                  <a:pt x="0" y="14"/>
                  <a:pt x="1" y="7"/>
                  <a:pt x="6" y="4"/>
                </a:cubicBezTo>
                <a:cubicBezTo>
                  <a:pt x="11" y="0"/>
                  <a:pt x="19" y="2"/>
                  <a:pt x="22" y="7"/>
                </a:cubicBezTo>
                <a:cubicBezTo>
                  <a:pt x="61" y="66"/>
                  <a:pt x="105" y="124"/>
                  <a:pt x="151" y="178"/>
                </a:cubicBezTo>
                <a:cubicBezTo>
                  <a:pt x="199" y="234"/>
                  <a:pt x="251" y="288"/>
                  <a:pt x="305" y="337"/>
                </a:cubicBezTo>
                <a:cubicBezTo>
                  <a:pt x="365" y="392"/>
                  <a:pt x="429" y="442"/>
                  <a:pt x="496" y="488"/>
                </a:cubicBezTo>
                <a:cubicBezTo>
                  <a:pt x="566" y="536"/>
                  <a:pt x="641" y="580"/>
                  <a:pt x="717" y="617"/>
                </a:cubicBezTo>
                <a:cubicBezTo>
                  <a:pt x="723" y="620"/>
                  <a:pt x="725" y="627"/>
                  <a:pt x="722" y="632"/>
                </a:cubicBezTo>
                <a:cubicBezTo>
                  <a:pt x="720" y="636"/>
                  <a:pt x="716" y="639"/>
                  <a:pt x="712" y="639"/>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3" name="Freeform 92">
            <a:extLst>
              <a:ext uri="{FF2B5EF4-FFF2-40B4-BE49-F238E27FC236}">
                <a16:creationId xmlns:a16="http://schemas.microsoft.com/office/drawing/2014/main" id="{49DD62C5-070B-18C9-F05F-8E522806A8A6}"/>
              </a:ext>
            </a:extLst>
          </p:cNvPr>
          <p:cNvSpPr>
            <a:spLocks/>
          </p:cNvSpPr>
          <p:nvPr/>
        </p:nvSpPr>
        <p:spPr bwMode="auto">
          <a:xfrm>
            <a:off x="5829132" y="5714551"/>
            <a:ext cx="296676" cy="46953"/>
          </a:xfrm>
          <a:custGeom>
            <a:avLst/>
            <a:gdLst>
              <a:gd name="T0" fmla="*/ 423 w 434"/>
              <a:gd name="T1" fmla="*/ 74 h 74"/>
              <a:gd name="T2" fmla="*/ 423 w 434"/>
              <a:gd name="T3" fmla="*/ 74 h 74"/>
              <a:gd name="T4" fmla="*/ 423 w 434"/>
              <a:gd name="T5" fmla="*/ 74 h 74"/>
              <a:gd name="T6" fmla="*/ 217 w 434"/>
              <a:gd name="T7" fmla="*/ 61 h 74"/>
              <a:gd name="T8" fmla="*/ 9 w 434"/>
              <a:gd name="T9" fmla="*/ 23 h 74"/>
              <a:gd name="T10" fmla="*/ 1 w 434"/>
              <a:gd name="T11" fmla="*/ 10 h 74"/>
              <a:gd name="T12" fmla="*/ 15 w 434"/>
              <a:gd name="T13" fmla="*/ 1 h 74"/>
              <a:gd name="T14" fmla="*/ 220 w 434"/>
              <a:gd name="T15" fmla="*/ 38 h 74"/>
              <a:gd name="T16" fmla="*/ 423 w 434"/>
              <a:gd name="T17" fmla="*/ 51 h 74"/>
              <a:gd name="T18" fmla="*/ 434 w 434"/>
              <a:gd name="T19" fmla="*/ 63 h 74"/>
              <a:gd name="T20" fmla="*/ 423 w 434"/>
              <a:gd name="T21"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4" h="74">
                <a:moveTo>
                  <a:pt x="423" y="74"/>
                </a:moveTo>
                <a:lnTo>
                  <a:pt x="423" y="74"/>
                </a:lnTo>
                <a:lnTo>
                  <a:pt x="423" y="74"/>
                </a:lnTo>
                <a:cubicBezTo>
                  <a:pt x="354" y="73"/>
                  <a:pt x="285" y="69"/>
                  <a:pt x="217" y="61"/>
                </a:cubicBezTo>
                <a:cubicBezTo>
                  <a:pt x="147" y="52"/>
                  <a:pt x="77" y="40"/>
                  <a:pt x="9" y="23"/>
                </a:cubicBezTo>
                <a:cubicBezTo>
                  <a:pt x="3" y="22"/>
                  <a:pt x="0" y="16"/>
                  <a:pt x="1" y="10"/>
                </a:cubicBezTo>
                <a:cubicBezTo>
                  <a:pt x="3" y="3"/>
                  <a:pt x="9" y="0"/>
                  <a:pt x="15" y="1"/>
                </a:cubicBezTo>
                <a:cubicBezTo>
                  <a:pt x="82" y="17"/>
                  <a:pt x="151" y="30"/>
                  <a:pt x="220" y="38"/>
                </a:cubicBezTo>
                <a:cubicBezTo>
                  <a:pt x="287" y="46"/>
                  <a:pt x="355" y="51"/>
                  <a:pt x="423" y="51"/>
                </a:cubicBezTo>
                <a:cubicBezTo>
                  <a:pt x="429" y="51"/>
                  <a:pt x="434" y="56"/>
                  <a:pt x="434" y="63"/>
                </a:cubicBezTo>
                <a:cubicBezTo>
                  <a:pt x="434" y="69"/>
                  <a:pt x="429" y="74"/>
                  <a:pt x="423" y="74"/>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4" name="Freeform 93">
            <a:extLst>
              <a:ext uri="{FF2B5EF4-FFF2-40B4-BE49-F238E27FC236}">
                <a16:creationId xmlns:a16="http://schemas.microsoft.com/office/drawing/2014/main" id="{32F59C30-46E7-79D3-F5C2-A9D55AAD9BAC}"/>
              </a:ext>
            </a:extLst>
          </p:cNvPr>
          <p:cNvSpPr>
            <a:spLocks/>
          </p:cNvSpPr>
          <p:nvPr/>
        </p:nvSpPr>
        <p:spPr bwMode="auto">
          <a:xfrm>
            <a:off x="6371986" y="5394418"/>
            <a:ext cx="656476" cy="342898"/>
          </a:xfrm>
          <a:custGeom>
            <a:avLst/>
            <a:gdLst>
              <a:gd name="T0" fmla="*/ 12 w 957"/>
              <a:gd name="T1" fmla="*/ 553 h 553"/>
              <a:gd name="T2" fmla="*/ 12 w 957"/>
              <a:gd name="T3" fmla="*/ 553 h 553"/>
              <a:gd name="T4" fmla="*/ 1 w 957"/>
              <a:gd name="T5" fmla="*/ 544 h 553"/>
              <a:gd name="T6" fmla="*/ 10 w 957"/>
              <a:gd name="T7" fmla="*/ 531 h 553"/>
              <a:gd name="T8" fmla="*/ 180 w 957"/>
              <a:gd name="T9" fmla="*/ 486 h 553"/>
              <a:gd name="T10" fmla="*/ 359 w 957"/>
              <a:gd name="T11" fmla="*/ 417 h 553"/>
              <a:gd name="T12" fmla="*/ 564 w 957"/>
              <a:gd name="T13" fmla="*/ 309 h 553"/>
              <a:gd name="T14" fmla="*/ 789 w 957"/>
              <a:gd name="T15" fmla="*/ 145 h 553"/>
              <a:gd name="T16" fmla="*/ 936 w 957"/>
              <a:gd name="T17" fmla="*/ 4 h 553"/>
              <a:gd name="T18" fmla="*/ 952 w 957"/>
              <a:gd name="T19" fmla="*/ 4 h 553"/>
              <a:gd name="T20" fmla="*/ 953 w 957"/>
              <a:gd name="T21" fmla="*/ 20 h 553"/>
              <a:gd name="T22" fmla="*/ 804 w 957"/>
              <a:gd name="T23" fmla="*/ 162 h 553"/>
              <a:gd name="T24" fmla="*/ 576 w 957"/>
              <a:gd name="T25" fmla="*/ 329 h 553"/>
              <a:gd name="T26" fmla="*/ 369 w 957"/>
              <a:gd name="T27" fmla="*/ 438 h 553"/>
              <a:gd name="T28" fmla="*/ 187 w 957"/>
              <a:gd name="T29" fmla="*/ 508 h 553"/>
              <a:gd name="T30" fmla="*/ 15 w 957"/>
              <a:gd name="T31" fmla="*/ 553 h 553"/>
              <a:gd name="T32" fmla="*/ 12 w 957"/>
              <a:gd name="T33" fmla="*/ 553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7" h="553">
                <a:moveTo>
                  <a:pt x="12" y="553"/>
                </a:moveTo>
                <a:lnTo>
                  <a:pt x="12" y="553"/>
                </a:lnTo>
                <a:cubicBezTo>
                  <a:pt x="7" y="553"/>
                  <a:pt x="2" y="550"/>
                  <a:pt x="1" y="544"/>
                </a:cubicBezTo>
                <a:cubicBezTo>
                  <a:pt x="0" y="538"/>
                  <a:pt x="4" y="532"/>
                  <a:pt x="10" y="531"/>
                </a:cubicBezTo>
                <a:cubicBezTo>
                  <a:pt x="67" y="519"/>
                  <a:pt x="124" y="504"/>
                  <a:pt x="180" y="486"/>
                </a:cubicBezTo>
                <a:cubicBezTo>
                  <a:pt x="241" y="466"/>
                  <a:pt x="301" y="443"/>
                  <a:pt x="359" y="417"/>
                </a:cubicBezTo>
                <a:cubicBezTo>
                  <a:pt x="430" y="386"/>
                  <a:pt x="499" y="350"/>
                  <a:pt x="564" y="309"/>
                </a:cubicBezTo>
                <a:cubicBezTo>
                  <a:pt x="642" y="261"/>
                  <a:pt x="717" y="206"/>
                  <a:pt x="789" y="145"/>
                </a:cubicBezTo>
                <a:cubicBezTo>
                  <a:pt x="841" y="100"/>
                  <a:pt x="891" y="53"/>
                  <a:pt x="936" y="4"/>
                </a:cubicBezTo>
                <a:cubicBezTo>
                  <a:pt x="941" y="0"/>
                  <a:pt x="948" y="0"/>
                  <a:pt x="952" y="4"/>
                </a:cubicBezTo>
                <a:cubicBezTo>
                  <a:pt x="957" y="8"/>
                  <a:pt x="957" y="15"/>
                  <a:pt x="953" y="20"/>
                </a:cubicBezTo>
                <a:cubicBezTo>
                  <a:pt x="907" y="69"/>
                  <a:pt x="857" y="117"/>
                  <a:pt x="804" y="162"/>
                </a:cubicBezTo>
                <a:cubicBezTo>
                  <a:pt x="731" y="224"/>
                  <a:pt x="655" y="280"/>
                  <a:pt x="576" y="329"/>
                </a:cubicBezTo>
                <a:cubicBezTo>
                  <a:pt x="510" y="369"/>
                  <a:pt x="440" y="406"/>
                  <a:pt x="369" y="438"/>
                </a:cubicBezTo>
                <a:cubicBezTo>
                  <a:pt x="310" y="464"/>
                  <a:pt x="248" y="488"/>
                  <a:pt x="187" y="508"/>
                </a:cubicBezTo>
                <a:cubicBezTo>
                  <a:pt x="130" y="526"/>
                  <a:pt x="72" y="541"/>
                  <a:pt x="15" y="553"/>
                </a:cubicBezTo>
                <a:cubicBezTo>
                  <a:pt x="14" y="553"/>
                  <a:pt x="13" y="553"/>
                  <a:pt x="12" y="553"/>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5" name="Freeform 94">
            <a:extLst>
              <a:ext uri="{FF2B5EF4-FFF2-40B4-BE49-F238E27FC236}">
                <a16:creationId xmlns:a16="http://schemas.microsoft.com/office/drawing/2014/main" id="{C5E49D86-8E58-D1F1-0102-9676587FB304}"/>
              </a:ext>
            </a:extLst>
          </p:cNvPr>
          <p:cNvSpPr>
            <a:spLocks/>
          </p:cNvSpPr>
          <p:nvPr/>
        </p:nvSpPr>
        <p:spPr bwMode="auto">
          <a:xfrm>
            <a:off x="7220987" y="4782607"/>
            <a:ext cx="123089" cy="345744"/>
          </a:xfrm>
          <a:custGeom>
            <a:avLst/>
            <a:gdLst>
              <a:gd name="T0" fmla="*/ 13 w 180"/>
              <a:gd name="T1" fmla="*/ 559 h 559"/>
              <a:gd name="T2" fmla="*/ 13 w 180"/>
              <a:gd name="T3" fmla="*/ 559 h 559"/>
              <a:gd name="T4" fmla="*/ 8 w 180"/>
              <a:gd name="T5" fmla="*/ 558 h 559"/>
              <a:gd name="T6" fmla="*/ 3 w 180"/>
              <a:gd name="T7" fmla="*/ 543 h 559"/>
              <a:gd name="T8" fmla="*/ 118 w 180"/>
              <a:gd name="T9" fmla="*/ 217 h 559"/>
              <a:gd name="T10" fmla="*/ 157 w 180"/>
              <a:gd name="T11" fmla="*/ 11 h 559"/>
              <a:gd name="T12" fmla="*/ 169 w 180"/>
              <a:gd name="T13" fmla="*/ 1 h 559"/>
              <a:gd name="T14" fmla="*/ 179 w 180"/>
              <a:gd name="T15" fmla="*/ 13 h 559"/>
              <a:gd name="T16" fmla="*/ 140 w 180"/>
              <a:gd name="T17" fmla="*/ 223 h 559"/>
              <a:gd name="T18" fmla="*/ 23 w 180"/>
              <a:gd name="T19" fmla="*/ 552 h 559"/>
              <a:gd name="T20" fmla="*/ 13 w 180"/>
              <a:gd name="T21" fmla="*/ 559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559">
                <a:moveTo>
                  <a:pt x="13" y="559"/>
                </a:moveTo>
                <a:lnTo>
                  <a:pt x="13" y="559"/>
                </a:lnTo>
                <a:cubicBezTo>
                  <a:pt x="11" y="559"/>
                  <a:pt x="10" y="559"/>
                  <a:pt x="8" y="558"/>
                </a:cubicBezTo>
                <a:cubicBezTo>
                  <a:pt x="2" y="555"/>
                  <a:pt x="0" y="548"/>
                  <a:pt x="3" y="543"/>
                </a:cubicBezTo>
                <a:cubicBezTo>
                  <a:pt x="50" y="441"/>
                  <a:pt x="89" y="331"/>
                  <a:pt x="118" y="217"/>
                </a:cubicBezTo>
                <a:cubicBezTo>
                  <a:pt x="136" y="145"/>
                  <a:pt x="148" y="77"/>
                  <a:pt x="157" y="11"/>
                </a:cubicBezTo>
                <a:cubicBezTo>
                  <a:pt x="158" y="4"/>
                  <a:pt x="163" y="0"/>
                  <a:pt x="169" y="1"/>
                </a:cubicBezTo>
                <a:cubicBezTo>
                  <a:pt x="176" y="2"/>
                  <a:pt x="180" y="7"/>
                  <a:pt x="179" y="13"/>
                </a:cubicBezTo>
                <a:cubicBezTo>
                  <a:pt x="171" y="81"/>
                  <a:pt x="158" y="149"/>
                  <a:pt x="140" y="223"/>
                </a:cubicBezTo>
                <a:cubicBezTo>
                  <a:pt x="111" y="338"/>
                  <a:pt x="72" y="449"/>
                  <a:pt x="23" y="552"/>
                </a:cubicBezTo>
                <a:cubicBezTo>
                  <a:pt x="21" y="556"/>
                  <a:pt x="17" y="559"/>
                  <a:pt x="13" y="559"/>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6" name="Freeform 95">
            <a:extLst>
              <a:ext uri="{FF2B5EF4-FFF2-40B4-BE49-F238E27FC236}">
                <a16:creationId xmlns:a16="http://schemas.microsoft.com/office/drawing/2014/main" id="{AEFAEACB-BAC4-0A41-66D4-B07E977A3CF0}"/>
              </a:ext>
            </a:extLst>
          </p:cNvPr>
          <p:cNvSpPr>
            <a:spLocks/>
          </p:cNvSpPr>
          <p:nvPr/>
        </p:nvSpPr>
        <p:spPr bwMode="auto">
          <a:xfrm>
            <a:off x="6979542" y="3869159"/>
            <a:ext cx="345597" cy="556321"/>
          </a:xfrm>
          <a:custGeom>
            <a:avLst/>
            <a:gdLst>
              <a:gd name="T0" fmla="*/ 492 w 505"/>
              <a:gd name="T1" fmla="*/ 899 h 899"/>
              <a:gd name="T2" fmla="*/ 492 w 505"/>
              <a:gd name="T3" fmla="*/ 899 h 899"/>
              <a:gd name="T4" fmla="*/ 481 w 505"/>
              <a:gd name="T5" fmla="*/ 890 h 899"/>
              <a:gd name="T6" fmla="*/ 390 w 505"/>
              <a:gd name="T7" fmla="*/ 599 h 899"/>
              <a:gd name="T8" fmla="*/ 212 w 505"/>
              <a:gd name="T9" fmla="*/ 272 h 899"/>
              <a:gd name="T10" fmla="*/ 4 w 505"/>
              <a:gd name="T11" fmla="*/ 21 h 899"/>
              <a:gd name="T12" fmla="*/ 4 w 505"/>
              <a:gd name="T13" fmla="*/ 5 h 899"/>
              <a:gd name="T14" fmla="*/ 20 w 505"/>
              <a:gd name="T15" fmla="*/ 5 h 899"/>
              <a:gd name="T16" fmla="*/ 231 w 505"/>
              <a:gd name="T17" fmla="*/ 259 h 899"/>
              <a:gd name="T18" fmla="*/ 411 w 505"/>
              <a:gd name="T19" fmla="*/ 590 h 899"/>
              <a:gd name="T20" fmla="*/ 503 w 505"/>
              <a:gd name="T21" fmla="*/ 885 h 899"/>
              <a:gd name="T22" fmla="*/ 495 w 505"/>
              <a:gd name="T23" fmla="*/ 898 h 899"/>
              <a:gd name="T24" fmla="*/ 492 w 505"/>
              <a:gd name="T25"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5" h="899">
                <a:moveTo>
                  <a:pt x="492" y="899"/>
                </a:moveTo>
                <a:lnTo>
                  <a:pt x="492" y="899"/>
                </a:lnTo>
                <a:cubicBezTo>
                  <a:pt x="487" y="899"/>
                  <a:pt x="482" y="895"/>
                  <a:pt x="481" y="890"/>
                </a:cubicBezTo>
                <a:cubicBezTo>
                  <a:pt x="459" y="791"/>
                  <a:pt x="429" y="693"/>
                  <a:pt x="390" y="599"/>
                </a:cubicBezTo>
                <a:cubicBezTo>
                  <a:pt x="343" y="484"/>
                  <a:pt x="283" y="374"/>
                  <a:pt x="212" y="272"/>
                </a:cubicBezTo>
                <a:cubicBezTo>
                  <a:pt x="151" y="182"/>
                  <a:pt x="81" y="98"/>
                  <a:pt x="4" y="21"/>
                </a:cubicBezTo>
                <a:cubicBezTo>
                  <a:pt x="0" y="16"/>
                  <a:pt x="0" y="9"/>
                  <a:pt x="4" y="5"/>
                </a:cubicBezTo>
                <a:cubicBezTo>
                  <a:pt x="9" y="0"/>
                  <a:pt x="16" y="0"/>
                  <a:pt x="20" y="5"/>
                </a:cubicBezTo>
                <a:cubicBezTo>
                  <a:pt x="98" y="83"/>
                  <a:pt x="169" y="168"/>
                  <a:pt x="231" y="259"/>
                </a:cubicBezTo>
                <a:cubicBezTo>
                  <a:pt x="303" y="363"/>
                  <a:pt x="363" y="474"/>
                  <a:pt x="411" y="590"/>
                </a:cubicBezTo>
                <a:cubicBezTo>
                  <a:pt x="450" y="685"/>
                  <a:pt x="481" y="784"/>
                  <a:pt x="503" y="885"/>
                </a:cubicBezTo>
                <a:cubicBezTo>
                  <a:pt x="505" y="891"/>
                  <a:pt x="501" y="897"/>
                  <a:pt x="495" y="898"/>
                </a:cubicBezTo>
                <a:cubicBezTo>
                  <a:pt x="494" y="898"/>
                  <a:pt x="493" y="899"/>
                  <a:pt x="492" y="899"/>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7" name="Freeform 96">
            <a:extLst>
              <a:ext uri="{FF2B5EF4-FFF2-40B4-BE49-F238E27FC236}">
                <a16:creationId xmlns:a16="http://schemas.microsoft.com/office/drawing/2014/main" id="{88CD8EEB-40EE-09DF-29CE-5483BE46A94A}"/>
              </a:ext>
            </a:extLst>
          </p:cNvPr>
          <p:cNvSpPr>
            <a:spLocks/>
          </p:cNvSpPr>
          <p:nvPr/>
        </p:nvSpPr>
        <p:spPr bwMode="auto">
          <a:xfrm>
            <a:off x="6498232" y="3600247"/>
            <a:ext cx="110464" cy="46953"/>
          </a:xfrm>
          <a:custGeom>
            <a:avLst/>
            <a:gdLst>
              <a:gd name="T0" fmla="*/ 148 w 161"/>
              <a:gd name="T1" fmla="*/ 75 h 75"/>
              <a:gd name="T2" fmla="*/ 148 w 161"/>
              <a:gd name="T3" fmla="*/ 75 h 75"/>
              <a:gd name="T4" fmla="*/ 144 w 161"/>
              <a:gd name="T5" fmla="*/ 74 h 75"/>
              <a:gd name="T6" fmla="*/ 9 w 161"/>
              <a:gd name="T7" fmla="*/ 24 h 75"/>
              <a:gd name="T8" fmla="*/ 2 w 161"/>
              <a:gd name="T9" fmla="*/ 10 h 75"/>
              <a:gd name="T10" fmla="*/ 16 w 161"/>
              <a:gd name="T11" fmla="*/ 2 h 75"/>
              <a:gd name="T12" fmla="*/ 153 w 161"/>
              <a:gd name="T13" fmla="*/ 53 h 75"/>
              <a:gd name="T14" fmla="*/ 159 w 161"/>
              <a:gd name="T15" fmla="*/ 68 h 75"/>
              <a:gd name="T16" fmla="*/ 148 w 16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75">
                <a:moveTo>
                  <a:pt x="148" y="75"/>
                </a:moveTo>
                <a:lnTo>
                  <a:pt x="148" y="75"/>
                </a:lnTo>
                <a:cubicBezTo>
                  <a:pt x="147" y="75"/>
                  <a:pt x="145" y="75"/>
                  <a:pt x="144" y="74"/>
                </a:cubicBezTo>
                <a:cubicBezTo>
                  <a:pt x="101" y="56"/>
                  <a:pt x="56" y="39"/>
                  <a:pt x="9" y="24"/>
                </a:cubicBezTo>
                <a:cubicBezTo>
                  <a:pt x="3" y="22"/>
                  <a:pt x="0" y="16"/>
                  <a:pt x="2" y="10"/>
                </a:cubicBezTo>
                <a:cubicBezTo>
                  <a:pt x="4" y="4"/>
                  <a:pt x="11" y="0"/>
                  <a:pt x="16" y="2"/>
                </a:cubicBezTo>
                <a:cubicBezTo>
                  <a:pt x="64" y="18"/>
                  <a:pt x="109" y="35"/>
                  <a:pt x="153" y="53"/>
                </a:cubicBezTo>
                <a:cubicBezTo>
                  <a:pt x="158" y="56"/>
                  <a:pt x="161" y="62"/>
                  <a:pt x="159" y="68"/>
                </a:cubicBezTo>
                <a:cubicBezTo>
                  <a:pt x="157" y="73"/>
                  <a:pt x="153" y="75"/>
                  <a:pt x="148" y="75"/>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8" name="Freeform 97">
            <a:extLst>
              <a:ext uri="{FF2B5EF4-FFF2-40B4-BE49-F238E27FC236}">
                <a16:creationId xmlns:a16="http://schemas.microsoft.com/office/drawing/2014/main" id="{9F44F531-8D66-C77D-F9E7-0EC618153F2F}"/>
              </a:ext>
            </a:extLst>
          </p:cNvPr>
          <p:cNvSpPr>
            <a:spLocks/>
          </p:cNvSpPr>
          <p:nvPr/>
        </p:nvSpPr>
        <p:spPr bwMode="auto">
          <a:xfrm>
            <a:off x="4959616" y="3472194"/>
            <a:ext cx="1021009" cy="637421"/>
          </a:xfrm>
          <a:custGeom>
            <a:avLst/>
            <a:gdLst>
              <a:gd name="T0" fmla="*/ 13 w 1489"/>
              <a:gd name="T1" fmla="*/ 1030 h 1030"/>
              <a:gd name="T2" fmla="*/ 13 w 1489"/>
              <a:gd name="T3" fmla="*/ 1030 h 1030"/>
              <a:gd name="T4" fmla="*/ 8 w 1489"/>
              <a:gd name="T5" fmla="*/ 1028 h 1030"/>
              <a:gd name="T6" fmla="*/ 3 w 1489"/>
              <a:gd name="T7" fmla="*/ 1013 h 1030"/>
              <a:gd name="T8" fmla="*/ 131 w 1489"/>
              <a:gd name="T9" fmla="*/ 806 h 1030"/>
              <a:gd name="T10" fmla="*/ 373 w 1489"/>
              <a:gd name="T11" fmla="*/ 523 h 1030"/>
              <a:gd name="T12" fmla="*/ 637 w 1489"/>
              <a:gd name="T13" fmla="*/ 311 h 1030"/>
              <a:gd name="T14" fmla="*/ 910 w 1489"/>
              <a:gd name="T15" fmla="*/ 158 h 1030"/>
              <a:gd name="T16" fmla="*/ 1044 w 1489"/>
              <a:gd name="T17" fmla="*/ 103 h 1030"/>
              <a:gd name="T18" fmla="*/ 1247 w 1489"/>
              <a:gd name="T19" fmla="*/ 42 h 1030"/>
              <a:gd name="T20" fmla="*/ 1476 w 1489"/>
              <a:gd name="T21" fmla="*/ 1 h 1030"/>
              <a:gd name="T22" fmla="*/ 1488 w 1489"/>
              <a:gd name="T23" fmla="*/ 11 h 1030"/>
              <a:gd name="T24" fmla="*/ 1478 w 1489"/>
              <a:gd name="T25" fmla="*/ 24 h 1030"/>
              <a:gd name="T26" fmla="*/ 1253 w 1489"/>
              <a:gd name="T27" fmla="*/ 64 h 1030"/>
              <a:gd name="T28" fmla="*/ 1052 w 1489"/>
              <a:gd name="T29" fmla="*/ 125 h 1030"/>
              <a:gd name="T30" fmla="*/ 919 w 1489"/>
              <a:gd name="T31" fmla="*/ 179 h 1030"/>
              <a:gd name="T32" fmla="*/ 649 w 1489"/>
              <a:gd name="T33" fmla="*/ 330 h 1030"/>
              <a:gd name="T34" fmla="*/ 389 w 1489"/>
              <a:gd name="T35" fmla="*/ 539 h 1030"/>
              <a:gd name="T36" fmla="*/ 149 w 1489"/>
              <a:gd name="T37" fmla="*/ 819 h 1030"/>
              <a:gd name="T38" fmla="*/ 23 w 1489"/>
              <a:gd name="T39" fmla="*/ 1024 h 1030"/>
              <a:gd name="T40" fmla="*/ 13 w 1489"/>
              <a:gd name="T4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89" h="1030">
                <a:moveTo>
                  <a:pt x="13" y="1030"/>
                </a:moveTo>
                <a:lnTo>
                  <a:pt x="13" y="1030"/>
                </a:lnTo>
                <a:cubicBezTo>
                  <a:pt x="11" y="1030"/>
                  <a:pt x="9" y="1029"/>
                  <a:pt x="8" y="1028"/>
                </a:cubicBezTo>
                <a:cubicBezTo>
                  <a:pt x="2" y="1025"/>
                  <a:pt x="0" y="1019"/>
                  <a:pt x="3" y="1013"/>
                </a:cubicBezTo>
                <a:cubicBezTo>
                  <a:pt x="39" y="944"/>
                  <a:pt x="82" y="875"/>
                  <a:pt x="131" y="806"/>
                </a:cubicBezTo>
                <a:cubicBezTo>
                  <a:pt x="203" y="703"/>
                  <a:pt x="285" y="608"/>
                  <a:pt x="373" y="523"/>
                </a:cubicBezTo>
                <a:cubicBezTo>
                  <a:pt x="455" y="445"/>
                  <a:pt x="543" y="373"/>
                  <a:pt x="637" y="311"/>
                </a:cubicBezTo>
                <a:cubicBezTo>
                  <a:pt x="723" y="253"/>
                  <a:pt x="815" y="201"/>
                  <a:pt x="910" y="158"/>
                </a:cubicBezTo>
                <a:cubicBezTo>
                  <a:pt x="954" y="138"/>
                  <a:pt x="999" y="120"/>
                  <a:pt x="1044" y="103"/>
                </a:cubicBezTo>
                <a:cubicBezTo>
                  <a:pt x="1111" y="79"/>
                  <a:pt x="1179" y="59"/>
                  <a:pt x="1247" y="42"/>
                </a:cubicBezTo>
                <a:cubicBezTo>
                  <a:pt x="1322" y="24"/>
                  <a:pt x="1399" y="10"/>
                  <a:pt x="1476" y="1"/>
                </a:cubicBezTo>
                <a:cubicBezTo>
                  <a:pt x="1482" y="0"/>
                  <a:pt x="1487" y="5"/>
                  <a:pt x="1488" y="11"/>
                </a:cubicBezTo>
                <a:cubicBezTo>
                  <a:pt x="1489" y="17"/>
                  <a:pt x="1485" y="23"/>
                  <a:pt x="1478" y="24"/>
                </a:cubicBezTo>
                <a:cubicBezTo>
                  <a:pt x="1403" y="33"/>
                  <a:pt x="1327" y="46"/>
                  <a:pt x="1253" y="64"/>
                </a:cubicBezTo>
                <a:cubicBezTo>
                  <a:pt x="1185" y="81"/>
                  <a:pt x="1118" y="101"/>
                  <a:pt x="1052" y="125"/>
                </a:cubicBezTo>
                <a:cubicBezTo>
                  <a:pt x="1007" y="141"/>
                  <a:pt x="962" y="159"/>
                  <a:pt x="919" y="179"/>
                </a:cubicBezTo>
                <a:cubicBezTo>
                  <a:pt x="826" y="222"/>
                  <a:pt x="735" y="272"/>
                  <a:pt x="649" y="330"/>
                </a:cubicBezTo>
                <a:cubicBezTo>
                  <a:pt x="557" y="392"/>
                  <a:pt x="469" y="462"/>
                  <a:pt x="389" y="539"/>
                </a:cubicBezTo>
                <a:cubicBezTo>
                  <a:pt x="302" y="623"/>
                  <a:pt x="221" y="717"/>
                  <a:pt x="149" y="819"/>
                </a:cubicBezTo>
                <a:cubicBezTo>
                  <a:pt x="101" y="887"/>
                  <a:pt x="59" y="956"/>
                  <a:pt x="23" y="1024"/>
                </a:cubicBezTo>
                <a:cubicBezTo>
                  <a:pt x="21" y="1027"/>
                  <a:pt x="17" y="1030"/>
                  <a:pt x="13" y="1030"/>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99" name="Freeform 98">
            <a:extLst>
              <a:ext uri="{FF2B5EF4-FFF2-40B4-BE49-F238E27FC236}">
                <a16:creationId xmlns:a16="http://schemas.microsoft.com/office/drawing/2014/main" id="{BB56E182-9CD6-7119-BD43-E4930C434CFE}"/>
              </a:ext>
            </a:extLst>
          </p:cNvPr>
          <p:cNvSpPr>
            <a:spLocks/>
          </p:cNvSpPr>
          <p:nvPr/>
        </p:nvSpPr>
        <p:spPr bwMode="auto">
          <a:xfrm>
            <a:off x="4841261" y="4910660"/>
            <a:ext cx="299833" cy="519328"/>
          </a:xfrm>
          <a:custGeom>
            <a:avLst/>
            <a:gdLst>
              <a:gd name="T0" fmla="*/ 424 w 436"/>
              <a:gd name="T1" fmla="*/ 840 h 840"/>
              <a:gd name="T2" fmla="*/ 424 w 436"/>
              <a:gd name="T3" fmla="*/ 840 h 840"/>
              <a:gd name="T4" fmla="*/ 415 w 436"/>
              <a:gd name="T5" fmla="*/ 836 h 840"/>
              <a:gd name="T6" fmla="*/ 274 w 436"/>
              <a:gd name="T7" fmla="*/ 650 h 840"/>
              <a:gd name="T8" fmla="*/ 139 w 436"/>
              <a:gd name="T9" fmla="*/ 411 h 840"/>
              <a:gd name="T10" fmla="*/ 48 w 436"/>
              <a:gd name="T11" fmla="*/ 185 h 840"/>
              <a:gd name="T12" fmla="*/ 1 w 436"/>
              <a:gd name="T13" fmla="*/ 15 h 840"/>
              <a:gd name="T14" fmla="*/ 10 w 436"/>
              <a:gd name="T15" fmla="*/ 1 h 840"/>
              <a:gd name="T16" fmla="*/ 23 w 436"/>
              <a:gd name="T17" fmla="*/ 10 h 840"/>
              <a:gd name="T18" fmla="*/ 69 w 436"/>
              <a:gd name="T19" fmla="*/ 178 h 840"/>
              <a:gd name="T20" fmla="*/ 159 w 436"/>
              <a:gd name="T21" fmla="*/ 401 h 840"/>
              <a:gd name="T22" fmla="*/ 293 w 436"/>
              <a:gd name="T23" fmla="*/ 637 h 840"/>
              <a:gd name="T24" fmla="*/ 432 w 436"/>
              <a:gd name="T25" fmla="*/ 821 h 840"/>
              <a:gd name="T26" fmla="*/ 431 w 436"/>
              <a:gd name="T27" fmla="*/ 837 h 840"/>
              <a:gd name="T28" fmla="*/ 424 w 436"/>
              <a:gd name="T29"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840">
                <a:moveTo>
                  <a:pt x="424" y="840"/>
                </a:moveTo>
                <a:lnTo>
                  <a:pt x="424" y="840"/>
                </a:lnTo>
                <a:cubicBezTo>
                  <a:pt x="420" y="840"/>
                  <a:pt x="417" y="838"/>
                  <a:pt x="415" y="836"/>
                </a:cubicBezTo>
                <a:cubicBezTo>
                  <a:pt x="365" y="777"/>
                  <a:pt x="317" y="714"/>
                  <a:pt x="274" y="650"/>
                </a:cubicBezTo>
                <a:cubicBezTo>
                  <a:pt x="224" y="574"/>
                  <a:pt x="178" y="493"/>
                  <a:pt x="139" y="411"/>
                </a:cubicBezTo>
                <a:cubicBezTo>
                  <a:pt x="104" y="338"/>
                  <a:pt x="73" y="262"/>
                  <a:pt x="48" y="185"/>
                </a:cubicBezTo>
                <a:cubicBezTo>
                  <a:pt x="30" y="131"/>
                  <a:pt x="14" y="74"/>
                  <a:pt x="1" y="15"/>
                </a:cubicBezTo>
                <a:cubicBezTo>
                  <a:pt x="0" y="9"/>
                  <a:pt x="4" y="3"/>
                  <a:pt x="10" y="1"/>
                </a:cubicBezTo>
                <a:cubicBezTo>
                  <a:pt x="16" y="0"/>
                  <a:pt x="22" y="4"/>
                  <a:pt x="23" y="10"/>
                </a:cubicBezTo>
                <a:cubicBezTo>
                  <a:pt x="36" y="68"/>
                  <a:pt x="52" y="124"/>
                  <a:pt x="69" y="178"/>
                </a:cubicBezTo>
                <a:cubicBezTo>
                  <a:pt x="94" y="254"/>
                  <a:pt x="124" y="329"/>
                  <a:pt x="159" y="401"/>
                </a:cubicBezTo>
                <a:cubicBezTo>
                  <a:pt x="198" y="483"/>
                  <a:pt x="243" y="562"/>
                  <a:pt x="293" y="637"/>
                </a:cubicBezTo>
                <a:cubicBezTo>
                  <a:pt x="336" y="701"/>
                  <a:pt x="382" y="763"/>
                  <a:pt x="432" y="821"/>
                </a:cubicBezTo>
                <a:cubicBezTo>
                  <a:pt x="436" y="826"/>
                  <a:pt x="436" y="833"/>
                  <a:pt x="431" y="837"/>
                </a:cubicBezTo>
                <a:cubicBezTo>
                  <a:pt x="429" y="839"/>
                  <a:pt x="426" y="840"/>
                  <a:pt x="424" y="840"/>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0" name="Freeform 99">
            <a:extLst>
              <a:ext uri="{FF2B5EF4-FFF2-40B4-BE49-F238E27FC236}">
                <a16:creationId xmlns:a16="http://schemas.microsoft.com/office/drawing/2014/main" id="{F2A4BAEE-D538-E541-15BB-3B79AD4AC55A}"/>
              </a:ext>
            </a:extLst>
          </p:cNvPr>
          <p:cNvSpPr>
            <a:spLocks/>
          </p:cNvSpPr>
          <p:nvPr/>
        </p:nvSpPr>
        <p:spPr bwMode="auto">
          <a:xfrm>
            <a:off x="5690261" y="5762927"/>
            <a:ext cx="135713" cy="46953"/>
          </a:xfrm>
          <a:custGeom>
            <a:avLst/>
            <a:gdLst>
              <a:gd name="T0" fmla="*/ 185 w 198"/>
              <a:gd name="T1" fmla="*/ 75 h 75"/>
              <a:gd name="T2" fmla="*/ 185 w 198"/>
              <a:gd name="T3" fmla="*/ 75 h 75"/>
              <a:gd name="T4" fmla="*/ 182 w 198"/>
              <a:gd name="T5" fmla="*/ 75 h 75"/>
              <a:gd name="T6" fmla="*/ 9 w 198"/>
              <a:gd name="T7" fmla="*/ 24 h 75"/>
              <a:gd name="T8" fmla="*/ 2 w 198"/>
              <a:gd name="T9" fmla="*/ 10 h 75"/>
              <a:gd name="T10" fmla="*/ 17 w 198"/>
              <a:gd name="T11" fmla="*/ 3 h 75"/>
              <a:gd name="T12" fmla="*/ 188 w 198"/>
              <a:gd name="T13" fmla="*/ 53 h 75"/>
              <a:gd name="T14" fmla="*/ 196 w 198"/>
              <a:gd name="T15" fmla="*/ 67 h 75"/>
              <a:gd name="T16" fmla="*/ 185 w 198"/>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75">
                <a:moveTo>
                  <a:pt x="185" y="75"/>
                </a:moveTo>
                <a:lnTo>
                  <a:pt x="185" y="75"/>
                </a:lnTo>
                <a:cubicBezTo>
                  <a:pt x="184" y="75"/>
                  <a:pt x="183" y="75"/>
                  <a:pt x="182" y="75"/>
                </a:cubicBezTo>
                <a:cubicBezTo>
                  <a:pt x="124" y="61"/>
                  <a:pt x="66" y="44"/>
                  <a:pt x="9" y="24"/>
                </a:cubicBezTo>
                <a:cubicBezTo>
                  <a:pt x="3" y="22"/>
                  <a:pt x="0" y="15"/>
                  <a:pt x="2" y="10"/>
                </a:cubicBezTo>
                <a:cubicBezTo>
                  <a:pt x="4" y="4"/>
                  <a:pt x="11" y="0"/>
                  <a:pt x="17" y="3"/>
                </a:cubicBezTo>
                <a:cubicBezTo>
                  <a:pt x="73" y="22"/>
                  <a:pt x="130" y="39"/>
                  <a:pt x="188" y="53"/>
                </a:cubicBezTo>
                <a:cubicBezTo>
                  <a:pt x="194" y="54"/>
                  <a:pt x="198" y="60"/>
                  <a:pt x="196" y="67"/>
                </a:cubicBezTo>
                <a:cubicBezTo>
                  <a:pt x="195" y="72"/>
                  <a:pt x="190" y="75"/>
                  <a:pt x="185" y="75"/>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1" name="Freeform 100">
            <a:extLst>
              <a:ext uri="{FF2B5EF4-FFF2-40B4-BE49-F238E27FC236}">
                <a16:creationId xmlns:a16="http://schemas.microsoft.com/office/drawing/2014/main" id="{50F5FB98-8387-5438-188B-8A6ED1BEF622}"/>
              </a:ext>
            </a:extLst>
          </p:cNvPr>
          <p:cNvSpPr>
            <a:spLocks/>
          </p:cNvSpPr>
          <p:nvPr/>
        </p:nvSpPr>
        <p:spPr bwMode="auto">
          <a:xfrm>
            <a:off x="6113184" y="4653131"/>
            <a:ext cx="1331889" cy="1190897"/>
          </a:xfrm>
          <a:custGeom>
            <a:avLst/>
            <a:gdLst>
              <a:gd name="T0" fmla="*/ 20 w 1941"/>
              <a:gd name="T1" fmla="*/ 1923 h 1923"/>
              <a:gd name="T2" fmla="*/ 20 w 1941"/>
              <a:gd name="T3" fmla="*/ 1923 h 1923"/>
              <a:gd name="T4" fmla="*/ 11 w 1941"/>
              <a:gd name="T5" fmla="*/ 1923 h 1923"/>
              <a:gd name="T6" fmla="*/ 0 w 1941"/>
              <a:gd name="T7" fmla="*/ 1911 h 1923"/>
              <a:gd name="T8" fmla="*/ 11 w 1941"/>
              <a:gd name="T9" fmla="*/ 1900 h 1923"/>
              <a:gd name="T10" fmla="*/ 20 w 1941"/>
              <a:gd name="T11" fmla="*/ 1900 h 1923"/>
              <a:gd name="T12" fmla="*/ 236 w 1941"/>
              <a:gd name="T13" fmla="*/ 1888 h 1923"/>
              <a:gd name="T14" fmla="*/ 418 w 1941"/>
              <a:gd name="T15" fmla="*/ 1858 h 1923"/>
              <a:gd name="T16" fmla="*/ 601 w 1941"/>
              <a:gd name="T17" fmla="*/ 1810 h 1923"/>
              <a:gd name="T18" fmla="*/ 794 w 1941"/>
              <a:gd name="T19" fmla="*/ 1736 h 1923"/>
              <a:gd name="T20" fmla="*/ 1015 w 1941"/>
              <a:gd name="T21" fmla="*/ 1619 h 1923"/>
              <a:gd name="T22" fmla="*/ 1257 w 1941"/>
              <a:gd name="T23" fmla="*/ 1441 h 1923"/>
              <a:gd name="T24" fmla="*/ 1414 w 1941"/>
              <a:gd name="T25" fmla="*/ 1290 h 1923"/>
              <a:gd name="T26" fmla="*/ 1583 w 1941"/>
              <a:gd name="T27" fmla="*/ 1078 h 1923"/>
              <a:gd name="T28" fmla="*/ 1740 w 1941"/>
              <a:gd name="T29" fmla="*/ 804 h 1923"/>
              <a:gd name="T30" fmla="*/ 1863 w 1941"/>
              <a:gd name="T31" fmla="*/ 453 h 1923"/>
              <a:gd name="T32" fmla="*/ 1904 w 1941"/>
              <a:gd name="T33" fmla="*/ 233 h 1923"/>
              <a:gd name="T34" fmla="*/ 1918 w 1941"/>
              <a:gd name="T35" fmla="*/ 11 h 1923"/>
              <a:gd name="T36" fmla="*/ 1929 w 1941"/>
              <a:gd name="T37" fmla="*/ 0 h 1923"/>
              <a:gd name="T38" fmla="*/ 1941 w 1941"/>
              <a:gd name="T39" fmla="*/ 12 h 1923"/>
              <a:gd name="T40" fmla="*/ 1927 w 1941"/>
              <a:gd name="T41" fmla="*/ 236 h 1923"/>
              <a:gd name="T42" fmla="*/ 1885 w 1941"/>
              <a:gd name="T43" fmla="*/ 458 h 1923"/>
              <a:gd name="T44" fmla="*/ 1761 w 1941"/>
              <a:gd name="T45" fmla="*/ 814 h 1923"/>
              <a:gd name="T46" fmla="*/ 1602 w 1941"/>
              <a:gd name="T47" fmla="*/ 1091 h 1923"/>
              <a:gd name="T48" fmla="*/ 1430 w 1941"/>
              <a:gd name="T49" fmla="*/ 1306 h 1923"/>
              <a:gd name="T50" fmla="*/ 1271 w 1941"/>
              <a:gd name="T51" fmla="*/ 1459 h 1923"/>
              <a:gd name="T52" fmla="*/ 1027 w 1941"/>
              <a:gd name="T53" fmla="*/ 1638 h 1923"/>
              <a:gd name="T54" fmla="*/ 803 w 1941"/>
              <a:gd name="T55" fmla="*/ 1756 h 1923"/>
              <a:gd name="T56" fmla="*/ 608 w 1941"/>
              <a:gd name="T57" fmla="*/ 1831 h 1923"/>
              <a:gd name="T58" fmla="*/ 423 w 1941"/>
              <a:gd name="T59" fmla="*/ 1881 h 1923"/>
              <a:gd name="T60" fmla="*/ 239 w 1941"/>
              <a:gd name="T61" fmla="*/ 1910 h 1923"/>
              <a:gd name="T62" fmla="*/ 20 w 1941"/>
              <a:gd name="T63" fmla="*/ 1923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41" h="1923">
                <a:moveTo>
                  <a:pt x="20" y="1923"/>
                </a:moveTo>
                <a:lnTo>
                  <a:pt x="20" y="1923"/>
                </a:lnTo>
                <a:cubicBezTo>
                  <a:pt x="17" y="1923"/>
                  <a:pt x="14" y="1923"/>
                  <a:pt x="11" y="1923"/>
                </a:cubicBezTo>
                <a:cubicBezTo>
                  <a:pt x="5" y="1923"/>
                  <a:pt x="0" y="1918"/>
                  <a:pt x="0" y="1911"/>
                </a:cubicBezTo>
                <a:cubicBezTo>
                  <a:pt x="0" y="1905"/>
                  <a:pt x="5" y="1900"/>
                  <a:pt x="11" y="1900"/>
                </a:cubicBezTo>
                <a:cubicBezTo>
                  <a:pt x="14" y="1900"/>
                  <a:pt x="17" y="1900"/>
                  <a:pt x="20" y="1900"/>
                </a:cubicBezTo>
                <a:cubicBezTo>
                  <a:pt x="92" y="1900"/>
                  <a:pt x="165" y="1896"/>
                  <a:pt x="236" y="1888"/>
                </a:cubicBezTo>
                <a:cubicBezTo>
                  <a:pt x="297" y="1881"/>
                  <a:pt x="358" y="1871"/>
                  <a:pt x="418" y="1858"/>
                </a:cubicBezTo>
                <a:cubicBezTo>
                  <a:pt x="479" y="1845"/>
                  <a:pt x="541" y="1829"/>
                  <a:pt x="601" y="1810"/>
                </a:cubicBezTo>
                <a:cubicBezTo>
                  <a:pt x="666" y="1789"/>
                  <a:pt x="731" y="1764"/>
                  <a:pt x="794" y="1736"/>
                </a:cubicBezTo>
                <a:cubicBezTo>
                  <a:pt x="870" y="1702"/>
                  <a:pt x="944" y="1662"/>
                  <a:pt x="1015" y="1619"/>
                </a:cubicBezTo>
                <a:cubicBezTo>
                  <a:pt x="1100" y="1566"/>
                  <a:pt x="1181" y="1507"/>
                  <a:pt x="1257" y="1441"/>
                </a:cubicBezTo>
                <a:cubicBezTo>
                  <a:pt x="1312" y="1394"/>
                  <a:pt x="1365" y="1343"/>
                  <a:pt x="1414" y="1290"/>
                </a:cubicBezTo>
                <a:cubicBezTo>
                  <a:pt x="1475" y="1224"/>
                  <a:pt x="1532" y="1153"/>
                  <a:pt x="1583" y="1078"/>
                </a:cubicBezTo>
                <a:cubicBezTo>
                  <a:pt x="1643" y="992"/>
                  <a:pt x="1696" y="899"/>
                  <a:pt x="1740" y="804"/>
                </a:cubicBezTo>
                <a:cubicBezTo>
                  <a:pt x="1792" y="694"/>
                  <a:pt x="1833" y="575"/>
                  <a:pt x="1863" y="453"/>
                </a:cubicBezTo>
                <a:cubicBezTo>
                  <a:pt x="1881" y="379"/>
                  <a:pt x="1895" y="305"/>
                  <a:pt x="1904" y="233"/>
                </a:cubicBezTo>
                <a:cubicBezTo>
                  <a:pt x="1913" y="160"/>
                  <a:pt x="1918" y="85"/>
                  <a:pt x="1918" y="11"/>
                </a:cubicBezTo>
                <a:cubicBezTo>
                  <a:pt x="1918" y="5"/>
                  <a:pt x="1923" y="0"/>
                  <a:pt x="1929" y="0"/>
                </a:cubicBezTo>
                <a:cubicBezTo>
                  <a:pt x="1936" y="0"/>
                  <a:pt x="1941" y="5"/>
                  <a:pt x="1941" y="12"/>
                </a:cubicBezTo>
                <a:cubicBezTo>
                  <a:pt x="1940" y="86"/>
                  <a:pt x="1936" y="162"/>
                  <a:pt x="1927" y="236"/>
                </a:cubicBezTo>
                <a:cubicBezTo>
                  <a:pt x="1918" y="308"/>
                  <a:pt x="1904" y="383"/>
                  <a:pt x="1885" y="458"/>
                </a:cubicBezTo>
                <a:cubicBezTo>
                  <a:pt x="1855" y="582"/>
                  <a:pt x="1813" y="702"/>
                  <a:pt x="1761" y="814"/>
                </a:cubicBezTo>
                <a:cubicBezTo>
                  <a:pt x="1716" y="910"/>
                  <a:pt x="1662" y="1004"/>
                  <a:pt x="1602" y="1091"/>
                </a:cubicBezTo>
                <a:cubicBezTo>
                  <a:pt x="1550" y="1167"/>
                  <a:pt x="1492" y="1239"/>
                  <a:pt x="1430" y="1306"/>
                </a:cubicBezTo>
                <a:cubicBezTo>
                  <a:pt x="1381" y="1360"/>
                  <a:pt x="1327" y="1411"/>
                  <a:pt x="1271" y="1459"/>
                </a:cubicBezTo>
                <a:cubicBezTo>
                  <a:pt x="1195" y="1525"/>
                  <a:pt x="1113" y="1585"/>
                  <a:pt x="1027" y="1638"/>
                </a:cubicBezTo>
                <a:cubicBezTo>
                  <a:pt x="955" y="1682"/>
                  <a:pt x="880" y="1722"/>
                  <a:pt x="803" y="1756"/>
                </a:cubicBezTo>
                <a:cubicBezTo>
                  <a:pt x="740" y="1785"/>
                  <a:pt x="674" y="1810"/>
                  <a:pt x="608" y="1831"/>
                </a:cubicBezTo>
                <a:cubicBezTo>
                  <a:pt x="547" y="1851"/>
                  <a:pt x="485" y="1867"/>
                  <a:pt x="423" y="1881"/>
                </a:cubicBezTo>
                <a:cubicBezTo>
                  <a:pt x="362" y="1893"/>
                  <a:pt x="300" y="1903"/>
                  <a:pt x="239" y="1910"/>
                </a:cubicBezTo>
                <a:cubicBezTo>
                  <a:pt x="166" y="1919"/>
                  <a:pt x="93" y="1923"/>
                  <a:pt x="20" y="1923"/>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2" name="Freeform 101">
            <a:extLst>
              <a:ext uri="{FF2B5EF4-FFF2-40B4-BE49-F238E27FC236}">
                <a16:creationId xmlns:a16="http://schemas.microsoft.com/office/drawing/2014/main" id="{4CC715F2-64FD-43AA-0C6F-08FFD7D1D6A0}"/>
              </a:ext>
            </a:extLst>
          </p:cNvPr>
          <p:cNvSpPr>
            <a:spLocks/>
          </p:cNvSpPr>
          <p:nvPr/>
        </p:nvSpPr>
        <p:spPr bwMode="auto">
          <a:xfrm>
            <a:off x="6357783" y="3484999"/>
            <a:ext cx="855313" cy="506522"/>
          </a:xfrm>
          <a:custGeom>
            <a:avLst/>
            <a:gdLst>
              <a:gd name="T0" fmla="*/ 1234 w 1247"/>
              <a:gd name="T1" fmla="*/ 818 h 818"/>
              <a:gd name="T2" fmla="*/ 1234 w 1247"/>
              <a:gd name="T3" fmla="*/ 818 h 818"/>
              <a:gd name="T4" fmla="*/ 1225 w 1247"/>
              <a:gd name="T5" fmla="*/ 813 h 818"/>
              <a:gd name="T6" fmla="*/ 1001 w 1247"/>
              <a:gd name="T7" fmla="*/ 544 h 818"/>
              <a:gd name="T8" fmla="*/ 814 w 1247"/>
              <a:gd name="T9" fmla="*/ 381 h 818"/>
              <a:gd name="T10" fmla="*/ 543 w 1247"/>
              <a:gd name="T11" fmla="*/ 208 h 818"/>
              <a:gd name="T12" fmla="*/ 398 w 1247"/>
              <a:gd name="T13" fmla="*/ 139 h 818"/>
              <a:gd name="T14" fmla="*/ 254 w 1247"/>
              <a:gd name="T15" fmla="*/ 85 h 818"/>
              <a:gd name="T16" fmla="*/ 10 w 1247"/>
              <a:gd name="T17" fmla="*/ 23 h 818"/>
              <a:gd name="T18" fmla="*/ 1 w 1247"/>
              <a:gd name="T19" fmla="*/ 10 h 818"/>
              <a:gd name="T20" fmla="*/ 14 w 1247"/>
              <a:gd name="T21" fmla="*/ 1 h 818"/>
              <a:gd name="T22" fmla="*/ 261 w 1247"/>
              <a:gd name="T23" fmla="*/ 63 h 818"/>
              <a:gd name="T24" fmla="*/ 407 w 1247"/>
              <a:gd name="T25" fmla="*/ 118 h 818"/>
              <a:gd name="T26" fmla="*/ 554 w 1247"/>
              <a:gd name="T27" fmla="*/ 188 h 818"/>
              <a:gd name="T28" fmla="*/ 828 w 1247"/>
              <a:gd name="T29" fmla="*/ 363 h 818"/>
              <a:gd name="T30" fmla="*/ 1017 w 1247"/>
              <a:gd name="T31" fmla="*/ 528 h 818"/>
              <a:gd name="T32" fmla="*/ 1244 w 1247"/>
              <a:gd name="T33" fmla="*/ 800 h 818"/>
              <a:gd name="T34" fmla="*/ 1241 w 1247"/>
              <a:gd name="T35" fmla="*/ 816 h 818"/>
              <a:gd name="T36" fmla="*/ 1234 w 1247"/>
              <a:gd name="T37" fmla="*/ 818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7" h="818">
                <a:moveTo>
                  <a:pt x="1234" y="818"/>
                </a:moveTo>
                <a:lnTo>
                  <a:pt x="1234" y="818"/>
                </a:lnTo>
                <a:cubicBezTo>
                  <a:pt x="1231" y="818"/>
                  <a:pt x="1227" y="816"/>
                  <a:pt x="1225" y="813"/>
                </a:cubicBezTo>
                <a:cubicBezTo>
                  <a:pt x="1159" y="717"/>
                  <a:pt x="1084" y="627"/>
                  <a:pt x="1001" y="544"/>
                </a:cubicBezTo>
                <a:cubicBezTo>
                  <a:pt x="943" y="486"/>
                  <a:pt x="880" y="431"/>
                  <a:pt x="814" y="381"/>
                </a:cubicBezTo>
                <a:cubicBezTo>
                  <a:pt x="731" y="317"/>
                  <a:pt x="640" y="259"/>
                  <a:pt x="543" y="208"/>
                </a:cubicBezTo>
                <a:cubicBezTo>
                  <a:pt x="493" y="182"/>
                  <a:pt x="445" y="159"/>
                  <a:pt x="398" y="139"/>
                </a:cubicBezTo>
                <a:cubicBezTo>
                  <a:pt x="351" y="119"/>
                  <a:pt x="302" y="101"/>
                  <a:pt x="254" y="85"/>
                </a:cubicBezTo>
                <a:cubicBezTo>
                  <a:pt x="174" y="59"/>
                  <a:pt x="92" y="38"/>
                  <a:pt x="10" y="23"/>
                </a:cubicBezTo>
                <a:cubicBezTo>
                  <a:pt x="4" y="22"/>
                  <a:pt x="0" y="16"/>
                  <a:pt x="1" y="10"/>
                </a:cubicBezTo>
                <a:cubicBezTo>
                  <a:pt x="2" y="4"/>
                  <a:pt x="8" y="0"/>
                  <a:pt x="14" y="1"/>
                </a:cubicBezTo>
                <a:cubicBezTo>
                  <a:pt x="97" y="16"/>
                  <a:pt x="180" y="37"/>
                  <a:pt x="261" y="63"/>
                </a:cubicBezTo>
                <a:cubicBezTo>
                  <a:pt x="310" y="80"/>
                  <a:pt x="359" y="98"/>
                  <a:pt x="407" y="118"/>
                </a:cubicBezTo>
                <a:cubicBezTo>
                  <a:pt x="455" y="138"/>
                  <a:pt x="503" y="161"/>
                  <a:pt x="554" y="188"/>
                </a:cubicBezTo>
                <a:cubicBezTo>
                  <a:pt x="652" y="240"/>
                  <a:pt x="744" y="299"/>
                  <a:pt x="828" y="363"/>
                </a:cubicBezTo>
                <a:cubicBezTo>
                  <a:pt x="894" y="413"/>
                  <a:pt x="958" y="469"/>
                  <a:pt x="1017" y="528"/>
                </a:cubicBezTo>
                <a:cubicBezTo>
                  <a:pt x="1101" y="612"/>
                  <a:pt x="1177" y="703"/>
                  <a:pt x="1244" y="800"/>
                </a:cubicBezTo>
                <a:cubicBezTo>
                  <a:pt x="1247" y="805"/>
                  <a:pt x="1246" y="812"/>
                  <a:pt x="1241" y="816"/>
                </a:cubicBezTo>
                <a:cubicBezTo>
                  <a:pt x="1239" y="817"/>
                  <a:pt x="1237" y="818"/>
                  <a:pt x="1234" y="818"/>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3" name="Freeform 102">
            <a:extLst>
              <a:ext uri="{FF2B5EF4-FFF2-40B4-BE49-F238E27FC236}">
                <a16:creationId xmlns:a16="http://schemas.microsoft.com/office/drawing/2014/main" id="{44E9D4A3-76A8-A2C0-8157-9A6A722B0FBA}"/>
              </a:ext>
            </a:extLst>
          </p:cNvPr>
          <p:cNvSpPr>
            <a:spLocks/>
          </p:cNvSpPr>
          <p:nvPr/>
        </p:nvSpPr>
        <p:spPr bwMode="auto">
          <a:xfrm>
            <a:off x="5338353" y="3493535"/>
            <a:ext cx="217774" cy="116671"/>
          </a:xfrm>
          <a:custGeom>
            <a:avLst/>
            <a:gdLst>
              <a:gd name="T0" fmla="*/ 13 w 318"/>
              <a:gd name="T1" fmla="*/ 188 h 188"/>
              <a:gd name="T2" fmla="*/ 13 w 318"/>
              <a:gd name="T3" fmla="*/ 188 h 188"/>
              <a:gd name="T4" fmla="*/ 3 w 318"/>
              <a:gd name="T5" fmla="*/ 183 h 188"/>
              <a:gd name="T6" fmla="*/ 6 w 318"/>
              <a:gd name="T7" fmla="*/ 168 h 188"/>
              <a:gd name="T8" fmla="*/ 300 w 318"/>
              <a:gd name="T9" fmla="*/ 3 h 188"/>
              <a:gd name="T10" fmla="*/ 315 w 318"/>
              <a:gd name="T11" fmla="*/ 9 h 188"/>
              <a:gd name="T12" fmla="*/ 309 w 318"/>
              <a:gd name="T13" fmla="*/ 24 h 188"/>
              <a:gd name="T14" fmla="*/ 19 w 318"/>
              <a:gd name="T15" fmla="*/ 187 h 188"/>
              <a:gd name="T16" fmla="*/ 13 w 318"/>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8" h="188">
                <a:moveTo>
                  <a:pt x="13" y="188"/>
                </a:moveTo>
                <a:lnTo>
                  <a:pt x="13" y="188"/>
                </a:lnTo>
                <a:cubicBezTo>
                  <a:pt x="9" y="188"/>
                  <a:pt x="6" y="187"/>
                  <a:pt x="3" y="183"/>
                </a:cubicBezTo>
                <a:cubicBezTo>
                  <a:pt x="0" y="178"/>
                  <a:pt x="1" y="171"/>
                  <a:pt x="6" y="168"/>
                </a:cubicBezTo>
                <a:cubicBezTo>
                  <a:pt x="99" y="105"/>
                  <a:pt x="198" y="49"/>
                  <a:pt x="300" y="3"/>
                </a:cubicBezTo>
                <a:cubicBezTo>
                  <a:pt x="306" y="0"/>
                  <a:pt x="313" y="3"/>
                  <a:pt x="315" y="9"/>
                </a:cubicBezTo>
                <a:cubicBezTo>
                  <a:pt x="318" y="14"/>
                  <a:pt x="315" y="21"/>
                  <a:pt x="309" y="24"/>
                </a:cubicBezTo>
                <a:cubicBezTo>
                  <a:pt x="209" y="70"/>
                  <a:pt x="111" y="124"/>
                  <a:pt x="19" y="187"/>
                </a:cubicBezTo>
                <a:cubicBezTo>
                  <a:pt x="17" y="188"/>
                  <a:pt x="15" y="188"/>
                  <a:pt x="13" y="188"/>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4" name="Freeform 103">
            <a:extLst>
              <a:ext uri="{FF2B5EF4-FFF2-40B4-BE49-F238E27FC236}">
                <a16:creationId xmlns:a16="http://schemas.microsoft.com/office/drawing/2014/main" id="{449ACD32-B268-72F2-4EC7-4FEE87CD7A7D}"/>
              </a:ext>
            </a:extLst>
          </p:cNvPr>
          <p:cNvSpPr>
            <a:spLocks/>
          </p:cNvSpPr>
          <p:nvPr/>
        </p:nvSpPr>
        <p:spPr bwMode="auto">
          <a:xfrm>
            <a:off x="4718172" y="3923226"/>
            <a:ext cx="268271" cy="1281956"/>
          </a:xfrm>
          <a:custGeom>
            <a:avLst/>
            <a:gdLst>
              <a:gd name="T0" fmla="*/ 210 w 392"/>
              <a:gd name="T1" fmla="*/ 2072 h 2072"/>
              <a:gd name="T2" fmla="*/ 210 w 392"/>
              <a:gd name="T3" fmla="*/ 2072 h 2072"/>
              <a:gd name="T4" fmla="*/ 200 w 392"/>
              <a:gd name="T5" fmla="*/ 2066 h 2072"/>
              <a:gd name="T6" fmla="*/ 102 w 392"/>
              <a:gd name="T7" fmla="*/ 1824 h 2072"/>
              <a:gd name="T8" fmla="*/ 52 w 392"/>
              <a:gd name="T9" fmla="*/ 1643 h 2072"/>
              <a:gd name="T10" fmla="*/ 8 w 392"/>
              <a:gd name="T11" fmla="*/ 1362 h 2072"/>
              <a:gd name="T12" fmla="*/ 0 w 392"/>
              <a:gd name="T13" fmla="*/ 1173 h 2072"/>
              <a:gd name="T14" fmla="*/ 22 w 392"/>
              <a:gd name="T15" fmla="*/ 877 h 2072"/>
              <a:gd name="T16" fmla="*/ 75 w 392"/>
              <a:gd name="T17" fmla="*/ 633 h 2072"/>
              <a:gd name="T18" fmla="*/ 235 w 392"/>
              <a:gd name="T19" fmla="*/ 227 h 2072"/>
              <a:gd name="T20" fmla="*/ 370 w 392"/>
              <a:gd name="T21" fmla="*/ 7 h 2072"/>
              <a:gd name="T22" fmla="*/ 386 w 392"/>
              <a:gd name="T23" fmla="*/ 4 h 2072"/>
              <a:gd name="T24" fmla="*/ 388 w 392"/>
              <a:gd name="T25" fmla="*/ 20 h 2072"/>
              <a:gd name="T26" fmla="*/ 255 w 392"/>
              <a:gd name="T27" fmla="*/ 237 h 2072"/>
              <a:gd name="T28" fmla="*/ 97 w 392"/>
              <a:gd name="T29" fmla="*/ 639 h 2072"/>
              <a:gd name="T30" fmla="*/ 45 w 392"/>
              <a:gd name="T31" fmla="*/ 880 h 2072"/>
              <a:gd name="T32" fmla="*/ 23 w 392"/>
              <a:gd name="T33" fmla="*/ 1173 h 2072"/>
              <a:gd name="T34" fmla="*/ 30 w 392"/>
              <a:gd name="T35" fmla="*/ 1360 h 2072"/>
              <a:gd name="T36" fmla="*/ 74 w 392"/>
              <a:gd name="T37" fmla="*/ 1638 h 2072"/>
              <a:gd name="T38" fmla="*/ 124 w 392"/>
              <a:gd name="T39" fmla="*/ 1816 h 2072"/>
              <a:gd name="T40" fmla="*/ 220 w 392"/>
              <a:gd name="T41" fmla="*/ 2056 h 2072"/>
              <a:gd name="T42" fmla="*/ 215 w 392"/>
              <a:gd name="T43" fmla="*/ 2071 h 2072"/>
              <a:gd name="T44" fmla="*/ 210 w 392"/>
              <a:gd name="T45" fmla="*/ 2072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2" h="2072">
                <a:moveTo>
                  <a:pt x="210" y="2072"/>
                </a:moveTo>
                <a:lnTo>
                  <a:pt x="210" y="2072"/>
                </a:lnTo>
                <a:cubicBezTo>
                  <a:pt x="206" y="2072"/>
                  <a:pt x="202" y="2070"/>
                  <a:pt x="200" y="2066"/>
                </a:cubicBezTo>
                <a:cubicBezTo>
                  <a:pt x="162" y="1988"/>
                  <a:pt x="129" y="1906"/>
                  <a:pt x="102" y="1824"/>
                </a:cubicBezTo>
                <a:cubicBezTo>
                  <a:pt x="83" y="1765"/>
                  <a:pt x="66" y="1704"/>
                  <a:pt x="52" y="1643"/>
                </a:cubicBezTo>
                <a:cubicBezTo>
                  <a:pt x="31" y="1551"/>
                  <a:pt x="16" y="1457"/>
                  <a:pt x="8" y="1362"/>
                </a:cubicBezTo>
                <a:cubicBezTo>
                  <a:pt x="2" y="1300"/>
                  <a:pt x="0" y="1236"/>
                  <a:pt x="0" y="1173"/>
                </a:cubicBezTo>
                <a:cubicBezTo>
                  <a:pt x="0" y="1074"/>
                  <a:pt x="8" y="974"/>
                  <a:pt x="22" y="877"/>
                </a:cubicBezTo>
                <a:cubicBezTo>
                  <a:pt x="34" y="797"/>
                  <a:pt x="52" y="715"/>
                  <a:pt x="75" y="633"/>
                </a:cubicBezTo>
                <a:cubicBezTo>
                  <a:pt x="115" y="490"/>
                  <a:pt x="168" y="354"/>
                  <a:pt x="235" y="227"/>
                </a:cubicBezTo>
                <a:cubicBezTo>
                  <a:pt x="275" y="151"/>
                  <a:pt x="320" y="77"/>
                  <a:pt x="370" y="7"/>
                </a:cubicBezTo>
                <a:cubicBezTo>
                  <a:pt x="373" y="2"/>
                  <a:pt x="380" y="0"/>
                  <a:pt x="386" y="4"/>
                </a:cubicBezTo>
                <a:cubicBezTo>
                  <a:pt x="391" y="8"/>
                  <a:pt x="392" y="15"/>
                  <a:pt x="388" y="20"/>
                </a:cubicBezTo>
                <a:cubicBezTo>
                  <a:pt x="339" y="89"/>
                  <a:pt x="295" y="162"/>
                  <a:pt x="255" y="237"/>
                </a:cubicBezTo>
                <a:cubicBezTo>
                  <a:pt x="189" y="363"/>
                  <a:pt x="136" y="498"/>
                  <a:pt x="97" y="639"/>
                </a:cubicBezTo>
                <a:cubicBezTo>
                  <a:pt x="74" y="720"/>
                  <a:pt x="57" y="801"/>
                  <a:pt x="45" y="880"/>
                </a:cubicBezTo>
                <a:cubicBezTo>
                  <a:pt x="31" y="976"/>
                  <a:pt x="23" y="1075"/>
                  <a:pt x="23" y="1173"/>
                </a:cubicBezTo>
                <a:cubicBezTo>
                  <a:pt x="22" y="1235"/>
                  <a:pt x="25" y="1298"/>
                  <a:pt x="30" y="1360"/>
                </a:cubicBezTo>
                <a:cubicBezTo>
                  <a:pt x="39" y="1454"/>
                  <a:pt x="53" y="1547"/>
                  <a:pt x="74" y="1638"/>
                </a:cubicBezTo>
                <a:cubicBezTo>
                  <a:pt x="88" y="1698"/>
                  <a:pt x="105" y="1758"/>
                  <a:pt x="124" y="1816"/>
                </a:cubicBezTo>
                <a:cubicBezTo>
                  <a:pt x="151" y="1898"/>
                  <a:pt x="183" y="1979"/>
                  <a:pt x="220" y="2056"/>
                </a:cubicBezTo>
                <a:cubicBezTo>
                  <a:pt x="223" y="2062"/>
                  <a:pt x="221" y="2069"/>
                  <a:pt x="215" y="2071"/>
                </a:cubicBezTo>
                <a:cubicBezTo>
                  <a:pt x="213" y="2072"/>
                  <a:pt x="212" y="2072"/>
                  <a:pt x="210" y="2072"/>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5" name="Freeform 104">
            <a:extLst>
              <a:ext uri="{FF2B5EF4-FFF2-40B4-BE49-F238E27FC236}">
                <a16:creationId xmlns:a16="http://schemas.microsoft.com/office/drawing/2014/main" id="{3484485A-51AD-8E74-BFA3-940D167763CC}"/>
              </a:ext>
            </a:extLst>
          </p:cNvPr>
          <p:cNvSpPr>
            <a:spLocks/>
          </p:cNvSpPr>
          <p:nvPr/>
        </p:nvSpPr>
        <p:spPr bwMode="auto">
          <a:xfrm>
            <a:off x="5055878" y="5469826"/>
            <a:ext cx="1240361" cy="455301"/>
          </a:xfrm>
          <a:custGeom>
            <a:avLst/>
            <a:gdLst>
              <a:gd name="T0" fmla="*/ 1561 w 1808"/>
              <a:gd name="T1" fmla="*/ 736 h 736"/>
              <a:gd name="T2" fmla="*/ 1561 w 1808"/>
              <a:gd name="T3" fmla="*/ 736 h 736"/>
              <a:gd name="T4" fmla="*/ 1554 w 1808"/>
              <a:gd name="T5" fmla="*/ 736 h 736"/>
              <a:gd name="T6" fmla="*/ 1318 w 1808"/>
              <a:gd name="T7" fmla="*/ 721 h 736"/>
              <a:gd name="T8" fmla="*/ 1078 w 1808"/>
              <a:gd name="T9" fmla="*/ 679 h 736"/>
              <a:gd name="T10" fmla="*/ 894 w 1808"/>
              <a:gd name="T11" fmla="*/ 625 h 736"/>
              <a:gd name="T12" fmla="*/ 665 w 1808"/>
              <a:gd name="T13" fmla="*/ 530 h 736"/>
              <a:gd name="T14" fmla="*/ 407 w 1808"/>
              <a:gd name="T15" fmla="*/ 380 h 736"/>
              <a:gd name="T16" fmla="*/ 184 w 1808"/>
              <a:gd name="T17" fmla="*/ 205 h 736"/>
              <a:gd name="T18" fmla="*/ 4 w 1808"/>
              <a:gd name="T19" fmla="*/ 21 h 736"/>
              <a:gd name="T20" fmla="*/ 5 w 1808"/>
              <a:gd name="T21" fmla="*/ 5 h 736"/>
              <a:gd name="T22" fmla="*/ 21 w 1808"/>
              <a:gd name="T23" fmla="*/ 6 h 736"/>
              <a:gd name="T24" fmla="*/ 199 w 1808"/>
              <a:gd name="T25" fmla="*/ 188 h 736"/>
              <a:gd name="T26" fmla="*/ 420 w 1808"/>
              <a:gd name="T27" fmla="*/ 362 h 736"/>
              <a:gd name="T28" fmla="*/ 675 w 1808"/>
              <a:gd name="T29" fmla="*/ 510 h 736"/>
              <a:gd name="T30" fmla="*/ 901 w 1808"/>
              <a:gd name="T31" fmla="*/ 603 h 736"/>
              <a:gd name="T32" fmla="*/ 1084 w 1808"/>
              <a:gd name="T33" fmla="*/ 656 h 736"/>
              <a:gd name="T34" fmla="*/ 1321 w 1808"/>
              <a:gd name="T35" fmla="*/ 699 h 736"/>
              <a:gd name="T36" fmla="*/ 1554 w 1808"/>
              <a:gd name="T37" fmla="*/ 713 h 736"/>
              <a:gd name="T38" fmla="*/ 1795 w 1808"/>
              <a:gd name="T39" fmla="*/ 699 h 736"/>
              <a:gd name="T40" fmla="*/ 1808 w 1808"/>
              <a:gd name="T41" fmla="*/ 709 h 736"/>
              <a:gd name="T42" fmla="*/ 1798 w 1808"/>
              <a:gd name="T43" fmla="*/ 722 h 736"/>
              <a:gd name="T44" fmla="*/ 1561 w 1808"/>
              <a:gd name="T45" fmla="*/ 736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08" h="736">
                <a:moveTo>
                  <a:pt x="1561" y="736"/>
                </a:moveTo>
                <a:lnTo>
                  <a:pt x="1561" y="736"/>
                </a:lnTo>
                <a:cubicBezTo>
                  <a:pt x="1559" y="736"/>
                  <a:pt x="1556" y="736"/>
                  <a:pt x="1554" y="736"/>
                </a:cubicBezTo>
                <a:cubicBezTo>
                  <a:pt x="1475" y="735"/>
                  <a:pt x="1396" y="730"/>
                  <a:pt x="1318" y="721"/>
                </a:cubicBezTo>
                <a:cubicBezTo>
                  <a:pt x="1238" y="712"/>
                  <a:pt x="1157" y="697"/>
                  <a:pt x="1078" y="679"/>
                </a:cubicBezTo>
                <a:cubicBezTo>
                  <a:pt x="1016" y="664"/>
                  <a:pt x="954" y="645"/>
                  <a:pt x="894" y="625"/>
                </a:cubicBezTo>
                <a:cubicBezTo>
                  <a:pt x="816" y="598"/>
                  <a:pt x="739" y="566"/>
                  <a:pt x="665" y="530"/>
                </a:cubicBezTo>
                <a:cubicBezTo>
                  <a:pt x="576" y="487"/>
                  <a:pt x="489" y="436"/>
                  <a:pt x="407" y="380"/>
                </a:cubicBezTo>
                <a:cubicBezTo>
                  <a:pt x="329" y="327"/>
                  <a:pt x="254" y="268"/>
                  <a:pt x="184" y="205"/>
                </a:cubicBezTo>
                <a:cubicBezTo>
                  <a:pt x="121" y="148"/>
                  <a:pt x="60" y="86"/>
                  <a:pt x="4" y="21"/>
                </a:cubicBezTo>
                <a:cubicBezTo>
                  <a:pt x="0" y="16"/>
                  <a:pt x="0" y="9"/>
                  <a:pt x="5" y="5"/>
                </a:cubicBezTo>
                <a:cubicBezTo>
                  <a:pt x="10" y="0"/>
                  <a:pt x="17" y="1"/>
                  <a:pt x="21" y="6"/>
                </a:cubicBezTo>
                <a:cubicBezTo>
                  <a:pt x="77" y="70"/>
                  <a:pt x="136" y="132"/>
                  <a:pt x="199" y="188"/>
                </a:cubicBezTo>
                <a:cubicBezTo>
                  <a:pt x="269" y="251"/>
                  <a:pt x="343" y="309"/>
                  <a:pt x="420" y="362"/>
                </a:cubicBezTo>
                <a:cubicBezTo>
                  <a:pt x="501" y="417"/>
                  <a:pt x="587" y="467"/>
                  <a:pt x="675" y="510"/>
                </a:cubicBezTo>
                <a:cubicBezTo>
                  <a:pt x="748" y="545"/>
                  <a:pt x="824" y="577"/>
                  <a:pt x="901" y="603"/>
                </a:cubicBezTo>
                <a:cubicBezTo>
                  <a:pt x="961" y="624"/>
                  <a:pt x="1022" y="642"/>
                  <a:pt x="1084" y="656"/>
                </a:cubicBezTo>
                <a:cubicBezTo>
                  <a:pt x="1161" y="675"/>
                  <a:pt x="1241" y="689"/>
                  <a:pt x="1321" y="699"/>
                </a:cubicBezTo>
                <a:cubicBezTo>
                  <a:pt x="1398" y="708"/>
                  <a:pt x="1476" y="713"/>
                  <a:pt x="1554" y="713"/>
                </a:cubicBezTo>
                <a:cubicBezTo>
                  <a:pt x="1635" y="713"/>
                  <a:pt x="1716" y="709"/>
                  <a:pt x="1795" y="699"/>
                </a:cubicBezTo>
                <a:cubicBezTo>
                  <a:pt x="1801" y="699"/>
                  <a:pt x="1807" y="703"/>
                  <a:pt x="1808" y="709"/>
                </a:cubicBezTo>
                <a:cubicBezTo>
                  <a:pt x="1808" y="716"/>
                  <a:pt x="1804" y="721"/>
                  <a:pt x="1798" y="722"/>
                </a:cubicBezTo>
                <a:cubicBezTo>
                  <a:pt x="1720" y="731"/>
                  <a:pt x="1640" y="736"/>
                  <a:pt x="1561" y="736"/>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6" name="Freeform 105">
            <a:extLst>
              <a:ext uri="{FF2B5EF4-FFF2-40B4-BE49-F238E27FC236}">
                <a16:creationId xmlns:a16="http://schemas.microsoft.com/office/drawing/2014/main" id="{E7A736B2-3E4D-24DB-9813-2FD4BA46B800}"/>
              </a:ext>
            </a:extLst>
          </p:cNvPr>
          <p:cNvSpPr>
            <a:spLocks/>
          </p:cNvSpPr>
          <p:nvPr/>
        </p:nvSpPr>
        <p:spPr bwMode="auto">
          <a:xfrm>
            <a:off x="6547152" y="5721665"/>
            <a:ext cx="325082" cy="143704"/>
          </a:xfrm>
          <a:custGeom>
            <a:avLst/>
            <a:gdLst>
              <a:gd name="T0" fmla="*/ 13 w 472"/>
              <a:gd name="T1" fmla="*/ 231 h 231"/>
              <a:gd name="T2" fmla="*/ 13 w 472"/>
              <a:gd name="T3" fmla="*/ 231 h 231"/>
              <a:gd name="T4" fmla="*/ 2 w 472"/>
              <a:gd name="T5" fmla="*/ 223 h 231"/>
              <a:gd name="T6" fmla="*/ 10 w 472"/>
              <a:gd name="T7" fmla="*/ 208 h 231"/>
              <a:gd name="T8" fmla="*/ 217 w 472"/>
              <a:gd name="T9" fmla="*/ 129 h 231"/>
              <a:gd name="T10" fmla="*/ 453 w 472"/>
              <a:gd name="T11" fmla="*/ 3 h 231"/>
              <a:gd name="T12" fmla="*/ 469 w 472"/>
              <a:gd name="T13" fmla="*/ 7 h 231"/>
              <a:gd name="T14" fmla="*/ 465 w 472"/>
              <a:gd name="T15" fmla="*/ 22 h 231"/>
              <a:gd name="T16" fmla="*/ 226 w 472"/>
              <a:gd name="T17" fmla="*/ 149 h 231"/>
              <a:gd name="T18" fmla="*/ 17 w 472"/>
              <a:gd name="T19" fmla="*/ 230 h 231"/>
              <a:gd name="T20" fmla="*/ 13 w 472"/>
              <a:gd name="T21"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2" h="231">
                <a:moveTo>
                  <a:pt x="13" y="231"/>
                </a:moveTo>
                <a:lnTo>
                  <a:pt x="13" y="231"/>
                </a:lnTo>
                <a:cubicBezTo>
                  <a:pt x="8" y="231"/>
                  <a:pt x="4" y="228"/>
                  <a:pt x="2" y="223"/>
                </a:cubicBezTo>
                <a:cubicBezTo>
                  <a:pt x="0" y="217"/>
                  <a:pt x="4" y="210"/>
                  <a:pt x="10" y="208"/>
                </a:cubicBezTo>
                <a:cubicBezTo>
                  <a:pt x="80" y="186"/>
                  <a:pt x="149" y="159"/>
                  <a:pt x="217" y="129"/>
                </a:cubicBezTo>
                <a:cubicBezTo>
                  <a:pt x="298" y="92"/>
                  <a:pt x="377" y="50"/>
                  <a:pt x="453" y="3"/>
                </a:cubicBezTo>
                <a:cubicBezTo>
                  <a:pt x="459" y="0"/>
                  <a:pt x="466" y="1"/>
                  <a:pt x="469" y="7"/>
                </a:cubicBezTo>
                <a:cubicBezTo>
                  <a:pt x="472" y="12"/>
                  <a:pt x="470" y="19"/>
                  <a:pt x="465" y="22"/>
                </a:cubicBezTo>
                <a:cubicBezTo>
                  <a:pt x="389" y="70"/>
                  <a:pt x="308" y="113"/>
                  <a:pt x="226" y="149"/>
                </a:cubicBezTo>
                <a:cubicBezTo>
                  <a:pt x="158" y="180"/>
                  <a:pt x="88" y="207"/>
                  <a:pt x="17" y="230"/>
                </a:cubicBezTo>
                <a:cubicBezTo>
                  <a:pt x="16" y="230"/>
                  <a:pt x="14" y="231"/>
                  <a:pt x="13" y="231"/>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7" name="Freeform 106">
            <a:extLst>
              <a:ext uri="{FF2B5EF4-FFF2-40B4-BE49-F238E27FC236}">
                <a16:creationId xmlns:a16="http://schemas.microsoft.com/office/drawing/2014/main" id="{B59A631B-0832-8401-D4B4-7652ADE33FDE}"/>
              </a:ext>
            </a:extLst>
          </p:cNvPr>
          <p:cNvSpPr>
            <a:spLocks/>
          </p:cNvSpPr>
          <p:nvPr/>
        </p:nvSpPr>
        <p:spPr bwMode="auto">
          <a:xfrm>
            <a:off x="6965339" y="3640086"/>
            <a:ext cx="564948" cy="910602"/>
          </a:xfrm>
          <a:custGeom>
            <a:avLst/>
            <a:gdLst>
              <a:gd name="T0" fmla="*/ 812 w 823"/>
              <a:gd name="T1" fmla="*/ 1471 h 1471"/>
              <a:gd name="T2" fmla="*/ 812 w 823"/>
              <a:gd name="T3" fmla="*/ 1471 h 1471"/>
              <a:gd name="T4" fmla="*/ 800 w 823"/>
              <a:gd name="T5" fmla="*/ 1461 h 1471"/>
              <a:gd name="T6" fmla="*/ 759 w 823"/>
              <a:gd name="T7" fmla="*/ 1196 h 1471"/>
              <a:gd name="T8" fmla="*/ 652 w 823"/>
              <a:gd name="T9" fmla="*/ 859 h 1471"/>
              <a:gd name="T10" fmla="*/ 446 w 823"/>
              <a:gd name="T11" fmla="*/ 482 h 1471"/>
              <a:gd name="T12" fmla="*/ 205 w 823"/>
              <a:gd name="T13" fmla="*/ 196 h 1471"/>
              <a:gd name="T14" fmla="*/ 6 w 823"/>
              <a:gd name="T15" fmla="*/ 22 h 1471"/>
              <a:gd name="T16" fmla="*/ 4 w 823"/>
              <a:gd name="T17" fmla="*/ 6 h 1471"/>
              <a:gd name="T18" fmla="*/ 20 w 823"/>
              <a:gd name="T19" fmla="*/ 4 h 1471"/>
              <a:gd name="T20" fmla="*/ 221 w 823"/>
              <a:gd name="T21" fmla="*/ 180 h 1471"/>
              <a:gd name="T22" fmla="*/ 464 w 823"/>
              <a:gd name="T23" fmla="*/ 469 h 1471"/>
              <a:gd name="T24" fmla="*/ 673 w 823"/>
              <a:gd name="T25" fmla="*/ 851 h 1471"/>
              <a:gd name="T26" fmla="*/ 781 w 823"/>
              <a:gd name="T27" fmla="*/ 1191 h 1471"/>
              <a:gd name="T28" fmla="*/ 823 w 823"/>
              <a:gd name="T29" fmla="*/ 1459 h 1471"/>
              <a:gd name="T30" fmla="*/ 813 w 823"/>
              <a:gd name="T31" fmla="*/ 1471 h 1471"/>
              <a:gd name="T32" fmla="*/ 812 w 823"/>
              <a:gd name="T33" fmla="*/ 1471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3" h="1471">
                <a:moveTo>
                  <a:pt x="812" y="1471"/>
                </a:moveTo>
                <a:lnTo>
                  <a:pt x="812" y="1471"/>
                </a:lnTo>
                <a:cubicBezTo>
                  <a:pt x="806" y="1471"/>
                  <a:pt x="801" y="1467"/>
                  <a:pt x="800" y="1461"/>
                </a:cubicBezTo>
                <a:cubicBezTo>
                  <a:pt x="792" y="1372"/>
                  <a:pt x="779" y="1282"/>
                  <a:pt x="759" y="1196"/>
                </a:cubicBezTo>
                <a:cubicBezTo>
                  <a:pt x="734" y="1081"/>
                  <a:pt x="698" y="968"/>
                  <a:pt x="652" y="859"/>
                </a:cubicBezTo>
                <a:cubicBezTo>
                  <a:pt x="597" y="727"/>
                  <a:pt x="528" y="600"/>
                  <a:pt x="446" y="482"/>
                </a:cubicBezTo>
                <a:cubicBezTo>
                  <a:pt x="375" y="380"/>
                  <a:pt x="294" y="283"/>
                  <a:pt x="205" y="196"/>
                </a:cubicBezTo>
                <a:cubicBezTo>
                  <a:pt x="143" y="134"/>
                  <a:pt x="76" y="75"/>
                  <a:pt x="6" y="22"/>
                </a:cubicBezTo>
                <a:cubicBezTo>
                  <a:pt x="1" y="18"/>
                  <a:pt x="0" y="11"/>
                  <a:pt x="4" y="6"/>
                </a:cubicBezTo>
                <a:cubicBezTo>
                  <a:pt x="8" y="1"/>
                  <a:pt x="15" y="0"/>
                  <a:pt x="20" y="4"/>
                </a:cubicBezTo>
                <a:cubicBezTo>
                  <a:pt x="91" y="58"/>
                  <a:pt x="158" y="117"/>
                  <a:pt x="221" y="180"/>
                </a:cubicBezTo>
                <a:cubicBezTo>
                  <a:pt x="311" y="268"/>
                  <a:pt x="393" y="366"/>
                  <a:pt x="464" y="469"/>
                </a:cubicBezTo>
                <a:cubicBezTo>
                  <a:pt x="547" y="589"/>
                  <a:pt x="618" y="717"/>
                  <a:pt x="673" y="851"/>
                </a:cubicBezTo>
                <a:cubicBezTo>
                  <a:pt x="719" y="960"/>
                  <a:pt x="755" y="1075"/>
                  <a:pt x="781" y="1191"/>
                </a:cubicBezTo>
                <a:cubicBezTo>
                  <a:pt x="801" y="1278"/>
                  <a:pt x="815" y="1369"/>
                  <a:pt x="823" y="1459"/>
                </a:cubicBezTo>
                <a:cubicBezTo>
                  <a:pt x="823" y="1465"/>
                  <a:pt x="819" y="1470"/>
                  <a:pt x="813" y="1471"/>
                </a:cubicBezTo>
                <a:cubicBezTo>
                  <a:pt x="812" y="1471"/>
                  <a:pt x="812" y="1471"/>
                  <a:pt x="812" y="1471"/>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8" name="Freeform 107">
            <a:extLst>
              <a:ext uri="{FF2B5EF4-FFF2-40B4-BE49-F238E27FC236}">
                <a16:creationId xmlns:a16="http://schemas.microsoft.com/office/drawing/2014/main" id="{B65CBD9C-DC9E-FDCB-0A98-4F4F0CA89F48}"/>
              </a:ext>
            </a:extLst>
          </p:cNvPr>
          <p:cNvSpPr>
            <a:spLocks/>
          </p:cNvSpPr>
          <p:nvPr/>
        </p:nvSpPr>
        <p:spPr bwMode="auto">
          <a:xfrm>
            <a:off x="5950643" y="3382557"/>
            <a:ext cx="725911" cy="112402"/>
          </a:xfrm>
          <a:custGeom>
            <a:avLst/>
            <a:gdLst>
              <a:gd name="T0" fmla="*/ 1045 w 1058"/>
              <a:gd name="T1" fmla="*/ 181 h 181"/>
              <a:gd name="T2" fmla="*/ 1045 w 1058"/>
              <a:gd name="T3" fmla="*/ 181 h 181"/>
              <a:gd name="T4" fmla="*/ 1041 w 1058"/>
              <a:gd name="T5" fmla="*/ 180 h 181"/>
              <a:gd name="T6" fmla="*/ 886 w 1058"/>
              <a:gd name="T7" fmla="*/ 122 h 181"/>
              <a:gd name="T8" fmla="*/ 624 w 1058"/>
              <a:gd name="T9" fmla="*/ 56 h 181"/>
              <a:gd name="T10" fmla="*/ 267 w 1058"/>
              <a:gd name="T11" fmla="*/ 23 h 181"/>
              <a:gd name="T12" fmla="*/ 14 w 1058"/>
              <a:gd name="T13" fmla="*/ 37 h 181"/>
              <a:gd name="T14" fmla="*/ 1 w 1058"/>
              <a:gd name="T15" fmla="*/ 27 h 181"/>
              <a:gd name="T16" fmla="*/ 11 w 1058"/>
              <a:gd name="T17" fmla="*/ 15 h 181"/>
              <a:gd name="T18" fmla="*/ 267 w 1058"/>
              <a:gd name="T19" fmla="*/ 1 h 181"/>
              <a:gd name="T20" fmla="*/ 628 w 1058"/>
              <a:gd name="T21" fmla="*/ 34 h 181"/>
              <a:gd name="T22" fmla="*/ 893 w 1058"/>
              <a:gd name="T23" fmla="*/ 101 h 181"/>
              <a:gd name="T24" fmla="*/ 1050 w 1058"/>
              <a:gd name="T25" fmla="*/ 159 h 181"/>
              <a:gd name="T26" fmla="*/ 1056 w 1058"/>
              <a:gd name="T27" fmla="*/ 174 h 181"/>
              <a:gd name="T28" fmla="*/ 1045 w 1058"/>
              <a:gd name="T29" fmla="*/ 18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8" h="181">
                <a:moveTo>
                  <a:pt x="1045" y="181"/>
                </a:moveTo>
                <a:lnTo>
                  <a:pt x="1045" y="181"/>
                </a:lnTo>
                <a:cubicBezTo>
                  <a:pt x="1044" y="181"/>
                  <a:pt x="1042" y="180"/>
                  <a:pt x="1041" y="180"/>
                </a:cubicBezTo>
                <a:cubicBezTo>
                  <a:pt x="990" y="158"/>
                  <a:pt x="938" y="139"/>
                  <a:pt x="886" y="122"/>
                </a:cubicBezTo>
                <a:cubicBezTo>
                  <a:pt x="801" y="94"/>
                  <a:pt x="713" y="72"/>
                  <a:pt x="624" y="56"/>
                </a:cubicBezTo>
                <a:cubicBezTo>
                  <a:pt x="507" y="35"/>
                  <a:pt x="387" y="24"/>
                  <a:pt x="267" y="23"/>
                </a:cubicBezTo>
                <a:cubicBezTo>
                  <a:pt x="182" y="23"/>
                  <a:pt x="97" y="27"/>
                  <a:pt x="14" y="37"/>
                </a:cubicBezTo>
                <a:cubicBezTo>
                  <a:pt x="7" y="38"/>
                  <a:pt x="2" y="33"/>
                  <a:pt x="1" y="27"/>
                </a:cubicBezTo>
                <a:cubicBezTo>
                  <a:pt x="0" y="21"/>
                  <a:pt x="5" y="15"/>
                  <a:pt x="11" y="15"/>
                </a:cubicBezTo>
                <a:cubicBezTo>
                  <a:pt x="95" y="5"/>
                  <a:pt x="181" y="0"/>
                  <a:pt x="267" y="1"/>
                </a:cubicBezTo>
                <a:cubicBezTo>
                  <a:pt x="388" y="1"/>
                  <a:pt x="510" y="12"/>
                  <a:pt x="628" y="34"/>
                </a:cubicBezTo>
                <a:cubicBezTo>
                  <a:pt x="718" y="50"/>
                  <a:pt x="807" y="72"/>
                  <a:pt x="893" y="101"/>
                </a:cubicBezTo>
                <a:cubicBezTo>
                  <a:pt x="946" y="118"/>
                  <a:pt x="999" y="137"/>
                  <a:pt x="1050" y="159"/>
                </a:cubicBezTo>
                <a:cubicBezTo>
                  <a:pt x="1055" y="161"/>
                  <a:pt x="1058" y="168"/>
                  <a:pt x="1056" y="174"/>
                </a:cubicBezTo>
                <a:cubicBezTo>
                  <a:pt x="1054" y="178"/>
                  <a:pt x="1050" y="181"/>
                  <a:pt x="1045" y="181"/>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09" name="Freeform 108">
            <a:extLst>
              <a:ext uri="{FF2B5EF4-FFF2-40B4-BE49-F238E27FC236}">
                <a16:creationId xmlns:a16="http://schemas.microsoft.com/office/drawing/2014/main" id="{68FAE1FC-1CDD-3E00-8C3A-38C0014F0B80}"/>
              </a:ext>
            </a:extLst>
          </p:cNvPr>
          <p:cNvSpPr>
            <a:spLocks/>
          </p:cNvSpPr>
          <p:nvPr/>
        </p:nvSpPr>
        <p:spPr bwMode="auto">
          <a:xfrm>
            <a:off x="4795498" y="3309994"/>
            <a:ext cx="1158302" cy="727058"/>
          </a:xfrm>
          <a:custGeom>
            <a:avLst/>
            <a:gdLst>
              <a:gd name="T0" fmla="*/ 13 w 1689"/>
              <a:gd name="T1" fmla="*/ 1174 h 1174"/>
              <a:gd name="T2" fmla="*/ 13 w 1689"/>
              <a:gd name="T3" fmla="*/ 1174 h 1174"/>
              <a:gd name="T4" fmla="*/ 8 w 1689"/>
              <a:gd name="T5" fmla="*/ 1173 h 1174"/>
              <a:gd name="T6" fmla="*/ 3 w 1689"/>
              <a:gd name="T7" fmla="*/ 1158 h 1174"/>
              <a:gd name="T8" fmla="*/ 145 w 1689"/>
              <a:gd name="T9" fmla="*/ 924 h 1174"/>
              <a:gd name="T10" fmla="*/ 421 w 1689"/>
              <a:gd name="T11" fmla="*/ 600 h 1174"/>
              <a:gd name="T12" fmla="*/ 720 w 1689"/>
              <a:gd name="T13" fmla="*/ 357 h 1174"/>
              <a:gd name="T14" fmla="*/ 1035 w 1689"/>
              <a:gd name="T15" fmla="*/ 181 h 1174"/>
              <a:gd name="T16" fmla="*/ 1186 w 1689"/>
              <a:gd name="T17" fmla="*/ 119 h 1174"/>
              <a:gd name="T18" fmla="*/ 1417 w 1689"/>
              <a:gd name="T19" fmla="*/ 48 h 1174"/>
              <a:gd name="T20" fmla="*/ 1676 w 1689"/>
              <a:gd name="T21" fmla="*/ 1 h 1174"/>
              <a:gd name="T22" fmla="*/ 1689 w 1689"/>
              <a:gd name="T23" fmla="*/ 11 h 1174"/>
              <a:gd name="T24" fmla="*/ 1679 w 1689"/>
              <a:gd name="T25" fmla="*/ 24 h 1174"/>
              <a:gd name="T26" fmla="*/ 1422 w 1689"/>
              <a:gd name="T27" fmla="*/ 70 h 1174"/>
              <a:gd name="T28" fmla="*/ 1194 w 1689"/>
              <a:gd name="T29" fmla="*/ 140 h 1174"/>
              <a:gd name="T30" fmla="*/ 1044 w 1689"/>
              <a:gd name="T31" fmla="*/ 201 h 1174"/>
              <a:gd name="T32" fmla="*/ 733 w 1689"/>
              <a:gd name="T33" fmla="*/ 376 h 1174"/>
              <a:gd name="T34" fmla="*/ 437 w 1689"/>
              <a:gd name="T35" fmla="*/ 616 h 1174"/>
              <a:gd name="T36" fmla="*/ 164 w 1689"/>
              <a:gd name="T37" fmla="*/ 937 h 1174"/>
              <a:gd name="T38" fmla="*/ 23 w 1689"/>
              <a:gd name="T39" fmla="*/ 1168 h 1174"/>
              <a:gd name="T40" fmla="*/ 13 w 1689"/>
              <a:gd name="T41" fmla="*/ 1174 h 1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89" h="1174">
                <a:moveTo>
                  <a:pt x="13" y="1174"/>
                </a:moveTo>
                <a:lnTo>
                  <a:pt x="13" y="1174"/>
                </a:lnTo>
                <a:cubicBezTo>
                  <a:pt x="11" y="1174"/>
                  <a:pt x="9" y="1174"/>
                  <a:pt x="8" y="1173"/>
                </a:cubicBezTo>
                <a:cubicBezTo>
                  <a:pt x="2" y="1170"/>
                  <a:pt x="0" y="1163"/>
                  <a:pt x="3" y="1158"/>
                </a:cubicBezTo>
                <a:cubicBezTo>
                  <a:pt x="45" y="1077"/>
                  <a:pt x="93" y="999"/>
                  <a:pt x="145" y="924"/>
                </a:cubicBezTo>
                <a:cubicBezTo>
                  <a:pt x="226" y="808"/>
                  <a:pt x="319" y="699"/>
                  <a:pt x="421" y="600"/>
                </a:cubicBezTo>
                <a:cubicBezTo>
                  <a:pt x="513" y="511"/>
                  <a:pt x="614" y="429"/>
                  <a:pt x="720" y="357"/>
                </a:cubicBezTo>
                <a:cubicBezTo>
                  <a:pt x="820" y="290"/>
                  <a:pt x="925" y="231"/>
                  <a:pt x="1035" y="181"/>
                </a:cubicBezTo>
                <a:cubicBezTo>
                  <a:pt x="1084" y="158"/>
                  <a:pt x="1135" y="137"/>
                  <a:pt x="1186" y="119"/>
                </a:cubicBezTo>
                <a:cubicBezTo>
                  <a:pt x="1261" y="91"/>
                  <a:pt x="1339" y="67"/>
                  <a:pt x="1417" y="48"/>
                </a:cubicBezTo>
                <a:cubicBezTo>
                  <a:pt x="1502" y="27"/>
                  <a:pt x="1589" y="11"/>
                  <a:pt x="1676" y="1"/>
                </a:cubicBezTo>
                <a:cubicBezTo>
                  <a:pt x="1682" y="0"/>
                  <a:pt x="1688" y="5"/>
                  <a:pt x="1689" y="11"/>
                </a:cubicBezTo>
                <a:cubicBezTo>
                  <a:pt x="1689" y="17"/>
                  <a:pt x="1685" y="23"/>
                  <a:pt x="1679" y="24"/>
                </a:cubicBezTo>
                <a:cubicBezTo>
                  <a:pt x="1592" y="34"/>
                  <a:pt x="1506" y="50"/>
                  <a:pt x="1422" y="70"/>
                </a:cubicBezTo>
                <a:cubicBezTo>
                  <a:pt x="1345" y="89"/>
                  <a:pt x="1268" y="113"/>
                  <a:pt x="1194" y="140"/>
                </a:cubicBezTo>
                <a:cubicBezTo>
                  <a:pt x="1143" y="158"/>
                  <a:pt x="1093" y="179"/>
                  <a:pt x="1044" y="201"/>
                </a:cubicBezTo>
                <a:cubicBezTo>
                  <a:pt x="936" y="251"/>
                  <a:pt x="831" y="310"/>
                  <a:pt x="733" y="376"/>
                </a:cubicBezTo>
                <a:cubicBezTo>
                  <a:pt x="628" y="447"/>
                  <a:pt x="528" y="528"/>
                  <a:pt x="437" y="616"/>
                </a:cubicBezTo>
                <a:cubicBezTo>
                  <a:pt x="336" y="714"/>
                  <a:pt x="244" y="822"/>
                  <a:pt x="164" y="937"/>
                </a:cubicBezTo>
                <a:cubicBezTo>
                  <a:pt x="112" y="1011"/>
                  <a:pt x="65" y="1089"/>
                  <a:pt x="23" y="1168"/>
                </a:cubicBezTo>
                <a:cubicBezTo>
                  <a:pt x="21" y="1172"/>
                  <a:pt x="17" y="1174"/>
                  <a:pt x="13" y="1174"/>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0" name="Freeform 109">
            <a:extLst>
              <a:ext uri="{FF2B5EF4-FFF2-40B4-BE49-F238E27FC236}">
                <a16:creationId xmlns:a16="http://schemas.microsoft.com/office/drawing/2014/main" id="{A07CAE2A-5E7B-680C-ED75-873309C6B954}"/>
              </a:ext>
            </a:extLst>
          </p:cNvPr>
          <p:cNvSpPr>
            <a:spLocks/>
          </p:cNvSpPr>
          <p:nvPr/>
        </p:nvSpPr>
        <p:spPr bwMode="auto">
          <a:xfrm>
            <a:off x="4632956" y="4766955"/>
            <a:ext cx="48921" cy="199194"/>
          </a:xfrm>
          <a:custGeom>
            <a:avLst/>
            <a:gdLst>
              <a:gd name="T0" fmla="*/ 59 w 71"/>
              <a:gd name="T1" fmla="*/ 322 h 322"/>
              <a:gd name="T2" fmla="*/ 59 w 71"/>
              <a:gd name="T3" fmla="*/ 322 h 322"/>
              <a:gd name="T4" fmla="*/ 47 w 71"/>
              <a:gd name="T5" fmla="*/ 313 h 322"/>
              <a:gd name="T6" fmla="*/ 0 w 71"/>
              <a:gd name="T7" fmla="*/ 13 h 322"/>
              <a:gd name="T8" fmla="*/ 10 w 71"/>
              <a:gd name="T9" fmla="*/ 1 h 322"/>
              <a:gd name="T10" fmla="*/ 22 w 71"/>
              <a:gd name="T11" fmla="*/ 11 h 322"/>
              <a:gd name="T12" fmla="*/ 70 w 71"/>
              <a:gd name="T13" fmla="*/ 308 h 322"/>
              <a:gd name="T14" fmla="*/ 61 w 71"/>
              <a:gd name="T15" fmla="*/ 322 h 322"/>
              <a:gd name="T16" fmla="*/ 59 w 71"/>
              <a:gd name="T17"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322">
                <a:moveTo>
                  <a:pt x="59" y="322"/>
                </a:moveTo>
                <a:lnTo>
                  <a:pt x="59" y="322"/>
                </a:lnTo>
                <a:cubicBezTo>
                  <a:pt x="53" y="322"/>
                  <a:pt x="49" y="319"/>
                  <a:pt x="47" y="313"/>
                </a:cubicBezTo>
                <a:cubicBezTo>
                  <a:pt x="25" y="215"/>
                  <a:pt x="9" y="114"/>
                  <a:pt x="0" y="13"/>
                </a:cubicBezTo>
                <a:cubicBezTo>
                  <a:pt x="0" y="7"/>
                  <a:pt x="4" y="2"/>
                  <a:pt x="10" y="1"/>
                </a:cubicBezTo>
                <a:cubicBezTo>
                  <a:pt x="16" y="0"/>
                  <a:pt x="22" y="5"/>
                  <a:pt x="22" y="11"/>
                </a:cubicBezTo>
                <a:cubicBezTo>
                  <a:pt x="31" y="111"/>
                  <a:pt x="47" y="211"/>
                  <a:pt x="70" y="308"/>
                </a:cubicBezTo>
                <a:cubicBezTo>
                  <a:pt x="71" y="314"/>
                  <a:pt x="67" y="320"/>
                  <a:pt x="61" y="322"/>
                </a:cubicBezTo>
                <a:cubicBezTo>
                  <a:pt x="60" y="322"/>
                  <a:pt x="59" y="322"/>
                  <a:pt x="59" y="322"/>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1" name="Freeform 110">
            <a:extLst>
              <a:ext uri="{FF2B5EF4-FFF2-40B4-BE49-F238E27FC236}">
                <a16:creationId xmlns:a16="http://schemas.microsoft.com/office/drawing/2014/main" id="{23F4F910-0573-BFFA-D0B4-0A82AA774D39}"/>
              </a:ext>
            </a:extLst>
          </p:cNvPr>
          <p:cNvSpPr>
            <a:spLocks/>
          </p:cNvSpPr>
          <p:nvPr/>
        </p:nvSpPr>
        <p:spPr bwMode="auto">
          <a:xfrm>
            <a:off x="4771826" y="5227948"/>
            <a:ext cx="880561" cy="707140"/>
          </a:xfrm>
          <a:custGeom>
            <a:avLst/>
            <a:gdLst>
              <a:gd name="T0" fmla="*/ 1271 w 1284"/>
              <a:gd name="T1" fmla="*/ 1143 h 1143"/>
              <a:gd name="T2" fmla="*/ 1271 w 1284"/>
              <a:gd name="T3" fmla="*/ 1143 h 1143"/>
              <a:gd name="T4" fmla="*/ 1267 w 1284"/>
              <a:gd name="T5" fmla="*/ 1142 h 1143"/>
              <a:gd name="T6" fmla="*/ 1024 w 1284"/>
              <a:gd name="T7" fmla="*/ 1042 h 1143"/>
              <a:gd name="T8" fmla="*/ 749 w 1284"/>
              <a:gd name="T9" fmla="*/ 883 h 1143"/>
              <a:gd name="T10" fmla="*/ 511 w 1284"/>
              <a:gd name="T11" fmla="*/ 697 h 1143"/>
              <a:gd name="T12" fmla="*/ 319 w 1284"/>
              <a:gd name="T13" fmla="*/ 500 h 1143"/>
              <a:gd name="T14" fmla="*/ 159 w 1284"/>
              <a:gd name="T15" fmla="*/ 290 h 1143"/>
              <a:gd name="T16" fmla="*/ 3 w 1284"/>
              <a:gd name="T17" fmla="*/ 18 h 1143"/>
              <a:gd name="T18" fmla="*/ 9 w 1284"/>
              <a:gd name="T19" fmla="*/ 3 h 1143"/>
              <a:gd name="T20" fmla="*/ 24 w 1284"/>
              <a:gd name="T21" fmla="*/ 8 h 1143"/>
              <a:gd name="T22" fmla="*/ 178 w 1284"/>
              <a:gd name="T23" fmla="*/ 278 h 1143"/>
              <a:gd name="T24" fmla="*/ 336 w 1284"/>
              <a:gd name="T25" fmla="*/ 486 h 1143"/>
              <a:gd name="T26" fmla="*/ 526 w 1284"/>
              <a:gd name="T27" fmla="*/ 680 h 1143"/>
              <a:gd name="T28" fmla="*/ 762 w 1284"/>
              <a:gd name="T29" fmla="*/ 864 h 1143"/>
              <a:gd name="T30" fmla="*/ 1034 w 1284"/>
              <a:gd name="T31" fmla="*/ 1022 h 1143"/>
              <a:gd name="T32" fmla="*/ 1275 w 1284"/>
              <a:gd name="T33" fmla="*/ 1121 h 1143"/>
              <a:gd name="T34" fmla="*/ 1282 w 1284"/>
              <a:gd name="T35" fmla="*/ 1135 h 1143"/>
              <a:gd name="T36" fmla="*/ 1271 w 1284"/>
              <a:gd name="T37" fmla="*/ 114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84" h="1143">
                <a:moveTo>
                  <a:pt x="1271" y="1143"/>
                </a:moveTo>
                <a:lnTo>
                  <a:pt x="1271" y="1143"/>
                </a:lnTo>
                <a:cubicBezTo>
                  <a:pt x="1270" y="1143"/>
                  <a:pt x="1269" y="1143"/>
                  <a:pt x="1267" y="1142"/>
                </a:cubicBezTo>
                <a:cubicBezTo>
                  <a:pt x="1185" y="1114"/>
                  <a:pt x="1103" y="1080"/>
                  <a:pt x="1024" y="1042"/>
                </a:cubicBezTo>
                <a:cubicBezTo>
                  <a:pt x="929" y="996"/>
                  <a:pt x="836" y="943"/>
                  <a:pt x="749" y="883"/>
                </a:cubicBezTo>
                <a:cubicBezTo>
                  <a:pt x="666" y="827"/>
                  <a:pt x="586" y="764"/>
                  <a:pt x="511" y="697"/>
                </a:cubicBezTo>
                <a:cubicBezTo>
                  <a:pt x="443" y="636"/>
                  <a:pt x="379" y="570"/>
                  <a:pt x="319" y="500"/>
                </a:cubicBezTo>
                <a:cubicBezTo>
                  <a:pt x="262" y="434"/>
                  <a:pt x="208" y="363"/>
                  <a:pt x="159" y="290"/>
                </a:cubicBezTo>
                <a:cubicBezTo>
                  <a:pt x="101" y="204"/>
                  <a:pt x="48" y="112"/>
                  <a:pt x="3" y="18"/>
                </a:cubicBezTo>
                <a:cubicBezTo>
                  <a:pt x="0" y="12"/>
                  <a:pt x="3" y="5"/>
                  <a:pt x="9" y="3"/>
                </a:cubicBezTo>
                <a:cubicBezTo>
                  <a:pt x="14" y="0"/>
                  <a:pt x="21" y="2"/>
                  <a:pt x="24" y="8"/>
                </a:cubicBezTo>
                <a:cubicBezTo>
                  <a:pt x="68" y="101"/>
                  <a:pt x="120" y="192"/>
                  <a:pt x="178" y="278"/>
                </a:cubicBezTo>
                <a:cubicBezTo>
                  <a:pt x="226" y="350"/>
                  <a:pt x="280" y="420"/>
                  <a:pt x="336" y="486"/>
                </a:cubicBezTo>
                <a:cubicBezTo>
                  <a:pt x="395" y="554"/>
                  <a:pt x="459" y="619"/>
                  <a:pt x="526" y="680"/>
                </a:cubicBezTo>
                <a:cubicBezTo>
                  <a:pt x="600" y="747"/>
                  <a:pt x="679" y="809"/>
                  <a:pt x="762" y="864"/>
                </a:cubicBezTo>
                <a:cubicBezTo>
                  <a:pt x="848" y="923"/>
                  <a:pt x="940" y="976"/>
                  <a:pt x="1034" y="1022"/>
                </a:cubicBezTo>
                <a:cubicBezTo>
                  <a:pt x="1112" y="1059"/>
                  <a:pt x="1193" y="1093"/>
                  <a:pt x="1275" y="1121"/>
                </a:cubicBezTo>
                <a:cubicBezTo>
                  <a:pt x="1281" y="1123"/>
                  <a:pt x="1284" y="1129"/>
                  <a:pt x="1282" y="1135"/>
                </a:cubicBezTo>
                <a:cubicBezTo>
                  <a:pt x="1280" y="1140"/>
                  <a:pt x="1276" y="1143"/>
                  <a:pt x="1271" y="1143"/>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2" name="Freeform 111">
            <a:extLst>
              <a:ext uri="{FF2B5EF4-FFF2-40B4-BE49-F238E27FC236}">
                <a16:creationId xmlns:a16="http://schemas.microsoft.com/office/drawing/2014/main" id="{A4A5A78F-E209-C8E2-99AA-F719C18BDC7D}"/>
              </a:ext>
            </a:extLst>
          </p:cNvPr>
          <p:cNvSpPr>
            <a:spLocks/>
          </p:cNvSpPr>
          <p:nvPr/>
        </p:nvSpPr>
        <p:spPr bwMode="auto">
          <a:xfrm>
            <a:off x="5942752" y="5873906"/>
            <a:ext cx="804815" cy="133744"/>
          </a:xfrm>
          <a:custGeom>
            <a:avLst/>
            <a:gdLst>
              <a:gd name="T0" fmla="*/ 267 w 1172"/>
              <a:gd name="T1" fmla="*/ 215 h 215"/>
              <a:gd name="T2" fmla="*/ 267 w 1172"/>
              <a:gd name="T3" fmla="*/ 215 h 215"/>
              <a:gd name="T4" fmla="*/ 263 w 1172"/>
              <a:gd name="T5" fmla="*/ 215 h 215"/>
              <a:gd name="T6" fmla="*/ 11 w 1172"/>
              <a:gd name="T7" fmla="*/ 201 h 215"/>
              <a:gd name="T8" fmla="*/ 1 w 1172"/>
              <a:gd name="T9" fmla="*/ 188 h 215"/>
              <a:gd name="T10" fmla="*/ 14 w 1172"/>
              <a:gd name="T11" fmla="*/ 178 h 215"/>
              <a:gd name="T12" fmla="*/ 263 w 1172"/>
              <a:gd name="T13" fmla="*/ 193 h 215"/>
              <a:gd name="T14" fmla="*/ 519 w 1172"/>
              <a:gd name="T15" fmla="*/ 178 h 215"/>
              <a:gd name="T16" fmla="*/ 725 w 1172"/>
              <a:gd name="T17" fmla="*/ 144 h 215"/>
              <a:gd name="T18" fmla="*/ 934 w 1172"/>
              <a:gd name="T19" fmla="*/ 88 h 215"/>
              <a:gd name="T20" fmla="*/ 1154 w 1172"/>
              <a:gd name="T21" fmla="*/ 3 h 215"/>
              <a:gd name="T22" fmla="*/ 1170 w 1172"/>
              <a:gd name="T23" fmla="*/ 9 h 215"/>
              <a:gd name="T24" fmla="*/ 1164 w 1172"/>
              <a:gd name="T25" fmla="*/ 24 h 215"/>
              <a:gd name="T26" fmla="*/ 941 w 1172"/>
              <a:gd name="T27" fmla="*/ 110 h 215"/>
              <a:gd name="T28" fmla="*/ 730 w 1172"/>
              <a:gd name="T29" fmla="*/ 166 h 215"/>
              <a:gd name="T30" fmla="*/ 522 w 1172"/>
              <a:gd name="T31" fmla="*/ 201 h 215"/>
              <a:gd name="T32" fmla="*/ 267 w 1172"/>
              <a:gd name="T33"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72" h="215">
                <a:moveTo>
                  <a:pt x="267" y="215"/>
                </a:moveTo>
                <a:lnTo>
                  <a:pt x="267" y="215"/>
                </a:lnTo>
                <a:lnTo>
                  <a:pt x="263" y="215"/>
                </a:lnTo>
                <a:cubicBezTo>
                  <a:pt x="179" y="215"/>
                  <a:pt x="94" y="210"/>
                  <a:pt x="11" y="201"/>
                </a:cubicBezTo>
                <a:cubicBezTo>
                  <a:pt x="5" y="200"/>
                  <a:pt x="0" y="194"/>
                  <a:pt x="1" y="188"/>
                </a:cubicBezTo>
                <a:cubicBezTo>
                  <a:pt x="2" y="182"/>
                  <a:pt x="7" y="177"/>
                  <a:pt x="14" y="178"/>
                </a:cubicBezTo>
                <a:cubicBezTo>
                  <a:pt x="96" y="188"/>
                  <a:pt x="180" y="193"/>
                  <a:pt x="263" y="193"/>
                </a:cubicBezTo>
                <a:cubicBezTo>
                  <a:pt x="348" y="193"/>
                  <a:pt x="435" y="188"/>
                  <a:pt x="519" y="178"/>
                </a:cubicBezTo>
                <a:cubicBezTo>
                  <a:pt x="588" y="170"/>
                  <a:pt x="658" y="159"/>
                  <a:pt x="725" y="144"/>
                </a:cubicBezTo>
                <a:cubicBezTo>
                  <a:pt x="796" y="129"/>
                  <a:pt x="866" y="110"/>
                  <a:pt x="934" y="88"/>
                </a:cubicBezTo>
                <a:cubicBezTo>
                  <a:pt x="1009" y="64"/>
                  <a:pt x="1083" y="35"/>
                  <a:pt x="1154" y="3"/>
                </a:cubicBezTo>
                <a:cubicBezTo>
                  <a:pt x="1160" y="0"/>
                  <a:pt x="1167" y="3"/>
                  <a:pt x="1170" y="9"/>
                </a:cubicBezTo>
                <a:cubicBezTo>
                  <a:pt x="1172" y="14"/>
                  <a:pt x="1170" y="21"/>
                  <a:pt x="1164" y="24"/>
                </a:cubicBezTo>
                <a:cubicBezTo>
                  <a:pt x="1091" y="56"/>
                  <a:pt x="1016" y="85"/>
                  <a:pt x="941" y="110"/>
                </a:cubicBezTo>
                <a:cubicBezTo>
                  <a:pt x="872" y="132"/>
                  <a:pt x="801" y="151"/>
                  <a:pt x="730" y="166"/>
                </a:cubicBezTo>
                <a:cubicBezTo>
                  <a:pt x="662" y="181"/>
                  <a:pt x="592" y="193"/>
                  <a:pt x="522" y="201"/>
                </a:cubicBezTo>
                <a:cubicBezTo>
                  <a:pt x="438" y="210"/>
                  <a:pt x="352" y="215"/>
                  <a:pt x="267" y="215"/>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3" name="Freeform 112">
            <a:extLst>
              <a:ext uri="{FF2B5EF4-FFF2-40B4-BE49-F238E27FC236}">
                <a16:creationId xmlns:a16="http://schemas.microsoft.com/office/drawing/2014/main" id="{022EDA46-47DC-8161-B65F-CB16875E3154}"/>
              </a:ext>
            </a:extLst>
          </p:cNvPr>
          <p:cNvSpPr>
            <a:spLocks/>
          </p:cNvSpPr>
          <p:nvPr/>
        </p:nvSpPr>
        <p:spPr bwMode="auto">
          <a:xfrm>
            <a:off x="7094741" y="5558041"/>
            <a:ext cx="138870" cy="120939"/>
          </a:xfrm>
          <a:custGeom>
            <a:avLst/>
            <a:gdLst>
              <a:gd name="T0" fmla="*/ 12 w 203"/>
              <a:gd name="T1" fmla="*/ 196 h 196"/>
              <a:gd name="T2" fmla="*/ 12 w 203"/>
              <a:gd name="T3" fmla="*/ 196 h 196"/>
              <a:gd name="T4" fmla="*/ 4 w 203"/>
              <a:gd name="T5" fmla="*/ 192 h 196"/>
              <a:gd name="T6" fmla="*/ 5 w 203"/>
              <a:gd name="T7" fmla="*/ 176 h 196"/>
              <a:gd name="T8" fmla="*/ 182 w 203"/>
              <a:gd name="T9" fmla="*/ 5 h 196"/>
              <a:gd name="T10" fmla="*/ 198 w 203"/>
              <a:gd name="T11" fmla="*/ 4 h 196"/>
              <a:gd name="T12" fmla="*/ 198 w 203"/>
              <a:gd name="T13" fmla="*/ 20 h 196"/>
              <a:gd name="T14" fmla="*/ 20 w 203"/>
              <a:gd name="T15" fmla="*/ 193 h 196"/>
              <a:gd name="T16" fmla="*/ 12 w 203"/>
              <a:gd name="T1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96">
                <a:moveTo>
                  <a:pt x="12" y="196"/>
                </a:moveTo>
                <a:lnTo>
                  <a:pt x="12" y="196"/>
                </a:lnTo>
                <a:cubicBezTo>
                  <a:pt x="9" y="196"/>
                  <a:pt x="6" y="194"/>
                  <a:pt x="4" y="192"/>
                </a:cubicBezTo>
                <a:cubicBezTo>
                  <a:pt x="0" y="187"/>
                  <a:pt x="0" y="180"/>
                  <a:pt x="5" y="176"/>
                </a:cubicBezTo>
                <a:cubicBezTo>
                  <a:pt x="67" y="122"/>
                  <a:pt x="126" y="65"/>
                  <a:pt x="182" y="5"/>
                </a:cubicBezTo>
                <a:cubicBezTo>
                  <a:pt x="186" y="0"/>
                  <a:pt x="193" y="0"/>
                  <a:pt x="198" y="4"/>
                </a:cubicBezTo>
                <a:cubicBezTo>
                  <a:pt x="202" y="8"/>
                  <a:pt x="203" y="15"/>
                  <a:pt x="198" y="20"/>
                </a:cubicBezTo>
                <a:cubicBezTo>
                  <a:pt x="142" y="81"/>
                  <a:pt x="82" y="139"/>
                  <a:pt x="20" y="193"/>
                </a:cubicBezTo>
                <a:cubicBezTo>
                  <a:pt x="18" y="195"/>
                  <a:pt x="15" y="196"/>
                  <a:pt x="12" y="196"/>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4" name="Freeform 113">
            <a:extLst>
              <a:ext uri="{FF2B5EF4-FFF2-40B4-BE49-F238E27FC236}">
                <a16:creationId xmlns:a16="http://schemas.microsoft.com/office/drawing/2014/main" id="{F3563821-175C-AFCA-2D88-659EC943EE06}"/>
              </a:ext>
            </a:extLst>
          </p:cNvPr>
          <p:cNvSpPr>
            <a:spLocks/>
          </p:cNvSpPr>
          <p:nvPr/>
        </p:nvSpPr>
        <p:spPr bwMode="auto">
          <a:xfrm>
            <a:off x="7473478" y="4650285"/>
            <a:ext cx="153072" cy="574818"/>
          </a:xfrm>
          <a:custGeom>
            <a:avLst/>
            <a:gdLst>
              <a:gd name="T0" fmla="*/ 13 w 224"/>
              <a:gd name="T1" fmla="*/ 929 h 929"/>
              <a:gd name="T2" fmla="*/ 13 w 224"/>
              <a:gd name="T3" fmla="*/ 929 h 929"/>
              <a:gd name="T4" fmla="*/ 8 w 224"/>
              <a:gd name="T5" fmla="*/ 928 h 929"/>
              <a:gd name="T6" fmla="*/ 3 w 224"/>
              <a:gd name="T7" fmla="*/ 913 h 929"/>
              <a:gd name="T8" fmla="*/ 142 w 224"/>
              <a:gd name="T9" fmla="*/ 511 h 929"/>
              <a:gd name="T10" fmla="*/ 186 w 224"/>
              <a:gd name="T11" fmla="*/ 263 h 929"/>
              <a:gd name="T12" fmla="*/ 202 w 224"/>
              <a:gd name="T13" fmla="*/ 11 h 929"/>
              <a:gd name="T14" fmla="*/ 213 w 224"/>
              <a:gd name="T15" fmla="*/ 0 h 929"/>
              <a:gd name="T16" fmla="*/ 213 w 224"/>
              <a:gd name="T17" fmla="*/ 0 h 929"/>
              <a:gd name="T18" fmla="*/ 224 w 224"/>
              <a:gd name="T19" fmla="*/ 11 h 929"/>
              <a:gd name="T20" fmla="*/ 209 w 224"/>
              <a:gd name="T21" fmla="*/ 266 h 929"/>
              <a:gd name="T22" fmla="*/ 164 w 224"/>
              <a:gd name="T23" fmla="*/ 516 h 929"/>
              <a:gd name="T24" fmla="*/ 23 w 224"/>
              <a:gd name="T25" fmla="*/ 922 h 929"/>
              <a:gd name="T26" fmla="*/ 13 w 224"/>
              <a:gd name="T27" fmla="*/ 929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4" h="929">
                <a:moveTo>
                  <a:pt x="13" y="929"/>
                </a:moveTo>
                <a:lnTo>
                  <a:pt x="13" y="929"/>
                </a:lnTo>
                <a:cubicBezTo>
                  <a:pt x="11" y="929"/>
                  <a:pt x="10" y="929"/>
                  <a:pt x="8" y="928"/>
                </a:cubicBezTo>
                <a:cubicBezTo>
                  <a:pt x="3" y="925"/>
                  <a:pt x="0" y="919"/>
                  <a:pt x="3" y="913"/>
                </a:cubicBezTo>
                <a:cubicBezTo>
                  <a:pt x="62" y="784"/>
                  <a:pt x="109" y="649"/>
                  <a:pt x="142" y="511"/>
                </a:cubicBezTo>
                <a:cubicBezTo>
                  <a:pt x="162" y="430"/>
                  <a:pt x="177" y="346"/>
                  <a:pt x="186" y="263"/>
                </a:cubicBezTo>
                <a:cubicBezTo>
                  <a:pt x="196" y="180"/>
                  <a:pt x="201" y="95"/>
                  <a:pt x="202" y="11"/>
                </a:cubicBezTo>
                <a:cubicBezTo>
                  <a:pt x="202" y="5"/>
                  <a:pt x="207" y="0"/>
                  <a:pt x="213" y="0"/>
                </a:cubicBezTo>
                <a:lnTo>
                  <a:pt x="213" y="0"/>
                </a:lnTo>
                <a:cubicBezTo>
                  <a:pt x="219" y="0"/>
                  <a:pt x="224" y="5"/>
                  <a:pt x="224" y="11"/>
                </a:cubicBezTo>
                <a:cubicBezTo>
                  <a:pt x="224" y="96"/>
                  <a:pt x="219" y="182"/>
                  <a:pt x="209" y="266"/>
                </a:cubicBezTo>
                <a:cubicBezTo>
                  <a:pt x="199" y="350"/>
                  <a:pt x="184" y="434"/>
                  <a:pt x="164" y="516"/>
                </a:cubicBezTo>
                <a:cubicBezTo>
                  <a:pt x="131" y="655"/>
                  <a:pt x="84" y="792"/>
                  <a:pt x="23" y="922"/>
                </a:cubicBezTo>
                <a:cubicBezTo>
                  <a:pt x="21" y="927"/>
                  <a:pt x="17" y="929"/>
                  <a:pt x="13" y="929"/>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5" name="Freeform 114">
            <a:extLst>
              <a:ext uri="{FF2B5EF4-FFF2-40B4-BE49-F238E27FC236}">
                <a16:creationId xmlns:a16="http://schemas.microsoft.com/office/drawing/2014/main" id="{BF60DBA8-E27F-B66B-65C0-4213485FF9C5}"/>
              </a:ext>
            </a:extLst>
          </p:cNvPr>
          <p:cNvSpPr>
            <a:spLocks/>
          </p:cNvSpPr>
          <p:nvPr/>
        </p:nvSpPr>
        <p:spPr bwMode="auto">
          <a:xfrm>
            <a:off x="7342498" y="3876274"/>
            <a:ext cx="170431" cy="266066"/>
          </a:xfrm>
          <a:custGeom>
            <a:avLst/>
            <a:gdLst>
              <a:gd name="T0" fmla="*/ 235 w 248"/>
              <a:gd name="T1" fmla="*/ 429 h 429"/>
              <a:gd name="T2" fmla="*/ 235 w 248"/>
              <a:gd name="T3" fmla="*/ 429 h 429"/>
              <a:gd name="T4" fmla="*/ 225 w 248"/>
              <a:gd name="T5" fmla="*/ 422 h 429"/>
              <a:gd name="T6" fmla="*/ 3 w 248"/>
              <a:gd name="T7" fmla="*/ 19 h 429"/>
              <a:gd name="T8" fmla="*/ 6 w 248"/>
              <a:gd name="T9" fmla="*/ 3 h 429"/>
              <a:gd name="T10" fmla="*/ 22 w 248"/>
              <a:gd name="T11" fmla="*/ 6 h 429"/>
              <a:gd name="T12" fmla="*/ 246 w 248"/>
              <a:gd name="T13" fmla="*/ 413 h 429"/>
              <a:gd name="T14" fmla="*/ 240 w 248"/>
              <a:gd name="T15" fmla="*/ 428 h 429"/>
              <a:gd name="T16" fmla="*/ 235 w 248"/>
              <a:gd name="T17" fmla="*/ 429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429">
                <a:moveTo>
                  <a:pt x="235" y="429"/>
                </a:moveTo>
                <a:lnTo>
                  <a:pt x="235" y="429"/>
                </a:lnTo>
                <a:cubicBezTo>
                  <a:pt x="231" y="429"/>
                  <a:pt x="227" y="426"/>
                  <a:pt x="225" y="422"/>
                </a:cubicBezTo>
                <a:cubicBezTo>
                  <a:pt x="166" y="280"/>
                  <a:pt x="91" y="145"/>
                  <a:pt x="3" y="19"/>
                </a:cubicBezTo>
                <a:cubicBezTo>
                  <a:pt x="0" y="14"/>
                  <a:pt x="1" y="7"/>
                  <a:pt x="6" y="3"/>
                </a:cubicBezTo>
                <a:cubicBezTo>
                  <a:pt x="11" y="0"/>
                  <a:pt x="18" y="1"/>
                  <a:pt x="22" y="6"/>
                </a:cubicBezTo>
                <a:cubicBezTo>
                  <a:pt x="111" y="133"/>
                  <a:pt x="186" y="270"/>
                  <a:pt x="246" y="413"/>
                </a:cubicBezTo>
                <a:cubicBezTo>
                  <a:pt x="248" y="419"/>
                  <a:pt x="245" y="425"/>
                  <a:pt x="240" y="428"/>
                </a:cubicBezTo>
                <a:cubicBezTo>
                  <a:pt x="238" y="428"/>
                  <a:pt x="237" y="429"/>
                  <a:pt x="235" y="429"/>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6" name="Freeform 115">
            <a:extLst>
              <a:ext uri="{FF2B5EF4-FFF2-40B4-BE49-F238E27FC236}">
                <a16:creationId xmlns:a16="http://schemas.microsoft.com/office/drawing/2014/main" id="{FB754925-752F-496D-58A6-7B1514C87C53}"/>
              </a:ext>
            </a:extLst>
          </p:cNvPr>
          <p:cNvSpPr>
            <a:spLocks/>
          </p:cNvSpPr>
          <p:nvPr/>
        </p:nvSpPr>
        <p:spPr bwMode="auto">
          <a:xfrm>
            <a:off x="6386189" y="3321375"/>
            <a:ext cx="211461" cy="58336"/>
          </a:xfrm>
          <a:custGeom>
            <a:avLst/>
            <a:gdLst>
              <a:gd name="T0" fmla="*/ 294 w 307"/>
              <a:gd name="T1" fmla="*/ 95 h 95"/>
              <a:gd name="T2" fmla="*/ 294 w 307"/>
              <a:gd name="T3" fmla="*/ 95 h 95"/>
              <a:gd name="T4" fmla="*/ 291 w 307"/>
              <a:gd name="T5" fmla="*/ 94 h 95"/>
              <a:gd name="T6" fmla="*/ 10 w 307"/>
              <a:gd name="T7" fmla="*/ 24 h 95"/>
              <a:gd name="T8" fmla="*/ 1 w 307"/>
              <a:gd name="T9" fmla="*/ 11 h 95"/>
              <a:gd name="T10" fmla="*/ 14 w 307"/>
              <a:gd name="T11" fmla="*/ 1 h 95"/>
              <a:gd name="T12" fmla="*/ 298 w 307"/>
              <a:gd name="T13" fmla="*/ 73 h 95"/>
              <a:gd name="T14" fmla="*/ 305 w 307"/>
              <a:gd name="T15" fmla="*/ 87 h 95"/>
              <a:gd name="T16" fmla="*/ 294 w 307"/>
              <a:gd name="T1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95">
                <a:moveTo>
                  <a:pt x="294" y="95"/>
                </a:moveTo>
                <a:lnTo>
                  <a:pt x="294" y="95"/>
                </a:lnTo>
                <a:cubicBezTo>
                  <a:pt x="293" y="95"/>
                  <a:pt x="292" y="95"/>
                  <a:pt x="291" y="94"/>
                </a:cubicBezTo>
                <a:cubicBezTo>
                  <a:pt x="199" y="65"/>
                  <a:pt x="105" y="41"/>
                  <a:pt x="10" y="24"/>
                </a:cubicBezTo>
                <a:cubicBezTo>
                  <a:pt x="4" y="23"/>
                  <a:pt x="0" y="17"/>
                  <a:pt x="1" y="11"/>
                </a:cubicBezTo>
                <a:cubicBezTo>
                  <a:pt x="2" y="4"/>
                  <a:pt x="8" y="0"/>
                  <a:pt x="14" y="1"/>
                </a:cubicBezTo>
                <a:cubicBezTo>
                  <a:pt x="110" y="19"/>
                  <a:pt x="205" y="43"/>
                  <a:pt x="298" y="73"/>
                </a:cubicBezTo>
                <a:cubicBezTo>
                  <a:pt x="304" y="75"/>
                  <a:pt x="307" y="81"/>
                  <a:pt x="305" y="87"/>
                </a:cubicBezTo>
                <a:cubicBezTo>
                  <a:pt x="303" y="92"/>
                  <a:pt x="299" y="95"/>
                  <a:pt x="294" y="95"/>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7" name="Freeform 116">
            <a:extLst>
              <a:ext uri="{FF2B5EF4-FFF2-40B4-BE49-F238E27FC236}">
                <a16:creationId xmlns:a16="http://schemas.microsoft.com/office/drawing/2014/main" id="{BAD34D48-7865-F66B-B893-9D57CA63C76A}"/>
              </a:ext>
            </a:extLst>
          </p:cNvPr>
          <p:cNvSpPr>
            <a:spLocks/>
          </p:cNvSpPr>
          <p:nvPr/>
        </p:nvSpPr>
        <p:spPr bwMode="auto">
          <a:xfrm>
            <a:off x="5570328" y="3218932"/>
            <a:ext cx="1519679" cy="303060"/>
          </a:xfrm>
          <a:custGeom>
            <a:avLst/>
            <a:gdLst>
              <a:gd name="T0" fmla="*/ 2203 w 2216"/>
              <a:gd name="T1" fmla="*/ 489 h 489"/>
              <a:gd name="T2" fmla="*/ 2203 w 2216"/>
              <a:gd name="T3" fmla="*/ 489 h 489"/>
              <a:gd name="T4" fmla="*/ 2197 w 2216"/>
              <a:gd name="T5" fmla="*/ 487 h 489"/>
              <a:gd name="T6" fmla="*/ 1865 w 2216"/>
              <a:gd name="T7" fmla="*/ 278 h 489"/>
              <a:gd name="T8" fmla="*/ 1695 w 2216"/>
              <a:gd name="T9" fmla="*/ 198 h 489"/>
              <a:gd name="T10" fmla="*/ 1520 w 2216"/>
              <a:gd name="T11" fmla="*/ 133 h 489"/>
              <a:gd name="T12" fmla="*/ 1221 w 2216"/>
              <a:gd name="T13" fmla="*/ 59 h 489"/>
              <a:gd name="T14" fmla="*/ 815 w 2216"/>
              <a:gd name="T15" fmla="*/ 22 h 489"/>
              <a:gd name="T16" fmla="*/ 531 w 2216"/>
              <a:gd name="T17" fmla="*/ 39 h 489"/>
              <a:gd name="T18" fmla="*/ 259 w 2216"/>
              <a:gd name="T19" fmla="*/ 89 h 489"/>
              <a:gd name="T20" fmla="*/ 17 w 2216"/>
              <a:gd name="T21" fmla="*/ 163 h 489"/>
              <a:gd name="T22" fmla="*/ 2 w 2216"/>
              <a:gd name="T23" fmla="*/ 156 h 489"/>
              <a:gd name="T24" fmla="*/ 9 w 2216"/>
              <a:gd name="T25" fmla="*/ 142 h 489"/>
              <a:gd name="T26" fmla="*/ 253 w 2216"/>
              <a:gd name="T27" fmla="*/ 67 h 489"/>
              <a:gd name="T28" fmla="*/ 528 w 2216"/>
              <a:gd name="T29" fmla="*/ 16 h 489"/>
              <a:gd name="T30" fmla="*/ 815 w 2216"/>
              <a:gd name="T31" fmla="*/ 0 h 489"/>
              <a:gd name="T32" fmla="*/ 1225 w 2216"/>
              <a:gd name="T33" fmla="*/ 36 h 489"/>
              <a:gd name="T34" fmla="*/ 1527 w 2216"/>
              <a:gd name="T35" fmla="*/ 112 h 489"/>
              <a:gd name="T36" fmla="*/ 1704 w 2216"/>
              <a:gd name="T37" fmla="*/ 177 h 489"/>
              <a:gd name="T38" fmla="*/ 1875 w 2216"/>
              <a:gd name="T39" fmla="*/ 257 h 489"/>
              <a:gd name="T40" fmla="*/ 2210 w 2216"/>
              <a:gd name="T41" fmla="*/ 469 h 489"/>
              <a:gd name="T42" fmla="*/ 2212 w 2216"/>
              <a:gd name="T43" fmla="*/ 485 h 489"/>
              <a:gd name="T44" fmla="*/ 2203 w 2216"/>
              <a:gd name="T45" fmla="*/ 48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16" h="489">
                <a:moveTo>
                  <a:pt x="2203" y="489"/>
                </a:moveTo>
                <a:lnTo>
                  <a:pt x="2203" y="489"/>
                </a:lnTo>
                <a:cubicBezTo>
                  <a:pt x="2201" y="489"/>
                  <a:pt x="2199" y="488"/>
                  <a:pt x="2197" y="487"/>
                </a:cubicBezTo>
                <a:cubicBezTo>
                  <a:pt x="2092" y="408"/>
                  <a:pt x="1981" y="337"/>
                  <a:pt x="1865" y="278"/>
                </a:cubicBezTo>
                <a:cubicBezTo>
                  <a:pt x="1809" y="249"/>
                  <a:pt x="1752" y="222"/>
                  <a:pt x="1695" y="198"/>
                </a:cubicBezTo>
                <a:cubicBezTo>
                  <a:pt x="1638" y="174"/>
                  <a:pt x="1579" y="152"/>
                  <a:pt x="1520" y="133"/>
                </a:cubicBezTo>
                <a:cubicBezTo>
                  <a:pt x="1423" y="102"/>
                  <a:pt x="1322" y="77"/>
                  <a:pt x="1221" y="59"/>
                </a:cubicBezTo>
                <a:cubicBezTo>
                  <a:pt x="1088" y="35"/>
                  <a:pt x="951" y="22"/>
                  <a:pt x="815" y="22"/>
                </a:cubicBezTo>
                <a:cubicBezTo>
                  <a:pt x="720" y="22"/>
                  <a:pt x="624" y="28"/>
                  <a:pt x="531" y="39"/>
                </a:cubicBezTo>
                <a:cubicBezTo>
                  <a:pt x="439" y="50"/>
                  <a:pt x="348" y="67"/>
                  <a:pt x="259" y="89"/>
                </a:cubicBezTo>
                <a:cubicBezTo>
                  <a:pt x="177" y="109"/>
                  <a:pt x="96" y="134"/>
                  <a:pt x="17" y="163"/>
                </a:cubicBezTo>
                <a:cubicBezTo>
                  <a:pt x="11" y="165"/>
                  <a:pt x="4" y="162"/>
                  <a:pt x="2" y="156"/>
                </a:cubicBezTo>
                <a:cubicBezTo>
                  <a:pt x="0" y="150"/>
                  <a:pt x="3" y="144"/>
                  <a:pt x="9" y="142"/>
                </a:cubicBezTo>
                <a:cubicBezTo>
                  <a:pt x="89" y="112"/>
                  <a:pt x="171" y="87"/>
                  <a:pt x="253" y="67"/>
                </a:cubicBezTo>
                <a:cubicBezTo>
                  <a:pt x="343" y="45"/>
                  <a:pt x="436" y="28"/>
                  <a:pt x="528" y="16"/>
                </a:cubicBezTo>
                <a:cubicBezTo>
                  <a:pt x="623" y="5"/>
                  <a:pt x="719" y="0"/>
                  <a:pt x="815" y="0"/>
                </a:cubicBezTo>
                <a:cubicBezTo>
                  <a:pt x="953" y="1"/>
                  <a:pt x="1091" y="12"/>
                  <a:pt x="1225" y="36"/>
                </a:cubicBezTo>
                <a:cubicBezTo>
                  <a:pt x="1327" y="54"/>
                  <a:pt x="1429" y="80"/>
                  <a:pt x="1527" y="112"/>
                </a:cubicBezTo>
                <a:cubicBezTo>
                  <a:pt x="1586" y="131"/>
                  <a:pt x="1646" y="153"/>
                  <a:pt x="1704" y="177"/>
                </a:cubicBezTo>
                <a:cubicBezTo>
                  <a:pt x="1762" y="201"/>
                  <a:pt x="1819" y="228"/>
                  <a:pt x="1875" y="257"/>
                </a:cubicBezTo>
                <a:cubicBezTo>
                  <a:pt x="1992" y="318"/>
                  <a:pt x="2105" y="389"/>
                  <a:pt x="2210" y="469"/>
                </a:cubicBezTo>
                <a:cubicBezTo>
                  <a:pt x="2215" y="472"/>
                  <a:pt x="2216" y="480"/>
                  <a:pt x="2212" y="485"/>
                </a:cubicBezTo>
                <a:cubicBezTo>
                  <a:pt x="2210" y="488"/>
                  <a:pt x="2207" y="489"/>
                  <a:pt x="2203" y="489"/>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8" name="Freeform 117">
            <a:extLst>
              <a:ext uri="{FF2B5EF4-FFF2-40B4-BE49-F238E27FC236}">
                <a16:creationId xmlns:a16="http://schemas.microsoft.com/office/drawing/2014/main" id="{97554FB9-3516-65EA-4C15-76F43BCF2A7C}"/>
              </a:ext>
            </a:extLst>
          </p:cNvPr>
          <p:cNvSpPr>
            <a:spLocks/>
          </p:cNvSpPr>
          <p:nvPr/>
        </p:nvSpPr>
        <p:spPr bwMode="auto">
          <a:xfrm>
            <a:off x="4713437" y="3462234"/>
            <a:ext cx="536543" cy="537824"/>
          </a:xfrm>
          <a:custGeom>
            <a:avLst/>
            <a:gdLst>
              <a:gd name="T0" fmla="*/ 13 w 781"/>
              <a:gd name="T1" fmla="*/ 869 h 869"/>
              <a:gd name="T2" fmla="*/ 13 w 781"/>
              <a:gd name="T3" fmla="*/ 869 h 869"/>
              <a:gd name="T4" fmla="*/ 8 w 781"/>
              <a:gd name="T5" fmla="*/ 868 h 869"/>
              <a:gd name="T6" fmla="*/ 3 w 781"/>
              <a:gd name="T7" fmla="*/ 852 h 869"/>
              <a:gd name="T8" fmla="*/ 152 w 781"/>
              <a:gd name="T9" fmla="*/ 606 h 869"/>
              <a:gd name="T10" fmla="*/ 445 w 781"/>
              <a:gd name="T11" fmla="*/ 261 h 869"/>
              <a:gd name="T12" fmla="*/ 762 w 781"/>
              <a:gd name="T13" fmla="*/ 3 h 869"/>
              <a:gd name="T14" fmla="*/ 778 w 781"/>
              <a:gd name="T15" fmla="*/ 6 h 869"/>
              <a:gd name="T16" fmla="*/ 774 w 781"/>
              <a:gd name="T17" fmla="*/ 22 h 869"/>
              <a:gd name="T18" fmla="*/ 460 w 781"/>
              <a:gd name="T19" fmla="*/ 277 h 869"/>
              <a:gd name="T20" fmla="*/ 171 w 781"/>
              <a:gd name="T21" fmla="*/ 619 h 869"/>
              <a:gd name="T22" fmla="*/ 23 w 781"/>
              <a:gd name="T23" fmla="*/ 863 h 869"/>
              <a:gd name="T24" fmla="*/ 13 w 781"/>
              <a:gd name="T25" fmla="*/ 869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1" h="869">
                <a:moveTo>
                  <a:pt x="13" y="869"/>
                </a:moveTo>
                <a:lnTo>
                  <a:pt x="13" y="869"/>
                </a:lnTo>
                <a:cubicBezTo>
                  <a:pt x="11" y="869"/>
                  <a:pt x="9" y="869"/>
                  <a:pt x="8" y="868"/>
                </a:cubicBezTo>
                <a:cubicBezTo>
                  <a:pt x="2" y="865"/>
                  <a:pt x="0" y="858"/>
                  <a:pt x="3" y="852"/>
                </a:cubicBezTo>
                <a:cubicBezTo>
                  <a:pt x="47" y="768"/>
                  <a:pt x="97" y="685"/>
                  <a:pt x="152" y="606"/>
                </a:cubicBezTo>
                <a:cubicBezTo>
                  <a:pt x="238" y="482"/>
                  <a:pt x="336" y="366"/>
                  <a:pt x="445" y="261"/>
                </a:cubicBezTo>
                <a:cubicBezTo>
                  <a:pt x="542" y="166"/>
                  <a:pt x="649" y="79"/>
                  <a:pt x="762" y="3"/>
                </a:cubicBezTo>
                <a:cubicBezTo>
                  <a:pt x="767" y="0"/>
                  <a:pt x="774" y="1"/>
                  <a:pt x="778" y="6"/>
                </a:cubicBezTo>
                <a:cubicBezTo>
                  <a:pt x="781" y="11"/>
                  <a:pt x="780" y="18"/>
                  <a:pt x="774" y="22"/>
                </a:cubicBezTo>
                <a:cubicBezTo>
                  <a:pt x="663" y="97"/>
                  <a:pt x="557" y="183"/>
                  <a:pt x="460" y="277"/>
                </a:cubicBezTo>
                <a:cubicBezTo>
                  <a:pt x="353" y="381"/>
                  <a:pt x="256" y="496"/>
                  <a:pt x="171" y="619"/>
                </a:cubicBezTo>
                <a:cubicBezTo>
                  <a:pt x="117" y="697"/>
                  <a:pt x="67" y="779"/>
                  <a:pt x="23" y="863"/>
                </a:cubicBezTo>
                <a:cubicBezTo>
                  <a:pt x="21" y="867"/>
                  <a:pt x="17" y="869"/>
                  <a:pt x="13" y="869"/>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19" name="Freeform 118">
            <a:extLst>
              <a:ext uri="{FF2B5EF4-FFF2-40B4-BE49-F238E27FC236}">
                <a16:creationId xmlns:a16="http://schemas.microsoft.com/office/drawing/2014/main" id="{9C57AAEA-CC1C-0491-E3DE-28950E2553D8}"/>
              </a:ext>
            </a:extLst>
          </p:cNvPr>
          <p:cNvSpPr>
            <a:spLocks/>
          </p:cNvSpPr>
          <p:nvPr/>
        </p:nvSpPr>
        <p:spPr bwMode="auto">
          <a:xfrm>
            <a:off x="4691345" y="5264941"/>
            <a:ext cx="757472" cy="684375"/>
          </a:xfrm>
          <a:custGeom>
            <a:avLst/>
            <a:gdLst>
              <a:gd name="T0" fmla="*/ 1092 w 1105"/>
              <a:gd name="T1" fmla="*/ 1104 h 1104"/>
              <a:gd name="T2" fmla="*/ 1092 w 1105"/>
              <a:gd name="T3" fmla="*/ 1104 h 1104"/>
              <a:gd name="T4" fmla="*/ 1087 w 1105"/>
              <a:gd name="T5" fmla="*/ 1103 h 1104"/>
              <a:gd name="T6" fmla="*/ 795 w 1105"/>
              <a:gd name="T7" fmla="*/ 935 h 1104"/>
              <a:gd name="T8" fmla="*/ 542 w 1105"/>
              <a:gd name="T9" fmla="*/ 737 h 1104"/>
              <a:gd name="T10" fmla="*/ 338 w 1105"/>
              <a:gd name="T11" fmla="*/ 529 h 1104"/>
              <a:gd name="T12" fmla="*/ 168 w 1105"/>
              <a:gd name="T13" fmla="*/ 307 h 1104"/>
              <a:gd name="T14" fmla="*/ 3 w 1105"/>
              <a:gd name="T15" fmla="*/ 18 h 1104"/>
              <a:gd name="T16" fmla="*/ 8 w 1105"/>
              <a:gd name="T17" fmla="*/ 3 h 1104"/>
              <a:gd name="T18" fmla="*/ 23 w 1105"/>
              <a:gd name="T19" fmla="*/ 8 h 1104"/>
              <a:gd name="T20" fmla="*/ 187 w 1105"/>
              <a:gd name="T21" fmla="*/ 294 h 1104"/>
              <a:gd name="T22" fmla="*/ 355 w 1105"/>
              <a:gd name="T23" fmla="*/ 514 h 1104"/>
              <a:gd name="T24" fmla="*/ 558 w 1105"/>
              <a:gd name="T25" fmla="*/ 721 h 1104"/>
              <a:gd name="T26" fmla="*/ 807 w 1105"/>
              <a:gd name="T27" fmla="*/ 916 h 1104"/>
              <a:gd name="T28" fmla="*/ 1097 w 1105"/>
              <a:gd name="T29" fmla="*/ 1083 h 1104"/>
              <a:gd name="T30" fmla="*/ 1102 w 1105"/>
              <a:gd name="T31" fmla="*/ 1098 h 1104"/>
              <a:gd name="T32" fmla="*/ 1092 w 1105"/>
              <a:gd name="T33" fmla="*/ 1104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05" h="1104">
                <a:moveTo>
                  <a:pt x="1092" y="1104"/>
                </a:moveTo>
                <a:lnTo>
                  <a:pt x="1092" y="1104"/>
                </a:lnTo>
                <a:cubicBezTo>
                  <a:pt x="1091" y="1104"/>
                  <a:pt x="1089" y="1104"/>
                  <a:pt x="1087" y="1103"/>
                </a:cubicBezTo>
                <a:cubicBezTo>
                  <a:pt x="986" y="1055"/>
                  <a:pt x="888" y="998"/>
                  <a:pt x="795" y="935"/>
                </a:cubicBezTo>
                <a:cubicBezTo>
                  <a:pt x="707" y="875"/>
                  <a:pt x="622" y="809"/>
                  <a:pt x="542" y="737"/>
                </a:cubicBezTo>
                <a:cubicBezTo>
                  <a:pt x="470" y="673"/>
                  <a:pt x="402" y="603"/>
                  <a:pt x="338" y="529"/>
                </a:cubicBezTo>
                <a:cubicBezTo>
                  <a:pt x="277" y="459"/>
                  <a:pt x="220" y="384"/>
                  <a:pt x="168" y="307"/>
                </a:cubicBezTo>
                <a:cubicBezTo>
                  <a:pt x="106" y="215"/>
                  <a:pt x="51" y="118"/>
                  <a:pt x="3" y="18"/>
                </a:cubicBezTo>
                <a:cubicBezTo>
                  <a:pt x="0" y="12"/>
                  <a:pt x="2" y="6"/>
                  <a:pt x="8" y="3"/>
                </a:cubicBezTo>
                <a:cubicBezTo>
                  <a:pt x="14" y="0"/>
                  <a:pt x="20" y="2"/>
                  <a:pt x="23" y="8"/>
                </a:cubicBezTo>
                <a:cubicBezTo>
                  <a:pt x="71" y="107"/>
                  <a:pt x="126" y="203"/>
                  <a:pt x="187" y="294"/>
                </a:cubicBezTo>
                <a:cubicBezTo>
                  <a:pt x="239" y="371"/>
                  <a:pt x="295" y="445"/>
                  <a:pt x="355" y="514"/>
                </a:cubicBezTo>
                <a:cubicBezTo>
                  <a:pt x="418" y="587"/>
                  <a:pt x="486" y="656"/>
                  <a:pt x="558" y="721"/>
                </a:cubicBezTo>
                <a:cubicBezTo>
                  <a:pt x="636" y="791"/>
                  <a:pt x="720" y="857"/>
                  <a:pt x="807" y="916"/>
                </a:cubicBezTo>
                <a:cubicBezTo>
                  <a:pt x="900" y="978"/>
                  <a:pt x="997" y="1035"/>
                  <a:pt x="1097" y="1083"/>
                </a:cubicBezTo>
                <a:cubicBezTo>
                  <a:pt x="1103" y="1086"/>
                  <a:pt x="1105" y="1092"/>
                  <a:pt x="1102" y="1098"/>
                </a:cubicBezTo>
                <a:cubicBezTo>
                  <a:pt x="1101" y="1102"/>
                  <a:pt x="1096" y="1104"/>
                  <a:pt x="1092" y="1104"/>
                </a:cubicBezTo>
                <a:close/>
              </a:path>
            </a:pathLst>
          </a:custGeom>
          <a:solidFill>
            <a:sysClr val="window" lastClr="FFFFFF"/>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0" name="Freeform 119">
            <a:extLst>
              <a:ext uri="{FF2B5EF4-FFF2-40B4-BE49-F238E27FC236}">
                <a16:creationId xmlns:a16="http://schemas.microsoft.com/office/drawing/2014/main" id="{0CC0D035-F7C6-DF82-F9ED-946256E681C6}"/>
              </a:ext>
            </a:extLst>
          </p:cNvPr>
          <p:cNvSpPr>
            <a:spLocks/>
          </p:cNvSpPr>
          <p:nvPr/>
        </p:nvSpPr>
        <p:spPr bwMode="auto">
          <a:xfrm>
            <a:off x="6304129" y="5451330"/>
            <a:ext cx="1139365" cy="628884"/>
          </a:xfrm>
          <a:custGeom>
            <a:avLst/>
            <a:gdLst>
              <a:gd name="T0" fmla="*/ 12 w 1661"/>
              <a:gd name="T1" fmla="*/ 1017 h 1017"/>
              <a:gd name="T2" fmla="*/ 12 w 1661"/>
              <a:gd name="T3" fmla="*/ 1017 h 1017"/>
              <a:gd name="T4" fmla="*/ 1 w 1661"/>
              <a:gd name="T5" fmla="*/ 1006 h 1017"/>
              <a:gd name="T6" fmla="*/ 11 w 1661"/>
              <a:gd name="T7" fmla="*/ 994 h 1017"/>
              <a:gd name="T8" fmla="*/ 230 w 1661"/>
              <a:gd name="T9" fmla="*/ 958 h 1017"/>
              <a:gd name="T10" fmla="*/ 451 w 1661"/>
              <a:gd name="T11" fmla="*/ 898 h 1017"/>
              <a:gd name="T12" fmla="*/ 685 w 1661"/>
              <a:gd name="T13" fmla="*/ 807 h 1017"/>
              <a:gd name="T14" fmla="*/ 953 w 1661"/>
              <a:gd name="T15" fmla="*/ 664 h 1017"/>
              <a:gd name="T16" fmla="*/ 1247 w 1661"/>
              <a:gd name="T17" fmla="*/ 447 h 1017"/>
              <a:gd name="T18" fmla="*/ 1433 w 1661"/>
              <a:gd name="T19" fmla="*/ 266 h 1017"/>
              <a:gd name="T20" fmla="*/ 1639 w 1661"/>
              <a:gd name="T21" fmla="*/ 7 h 1017"/>
              <a:gd name="T22" fmla="*/ 1655 w 1661"/>
              <a:gd name="T23" fmla="*/ 4 h 1017"/>
              <a:gd name="T24" fmla="*/ 1658 w 1661"/>
              <a:gd name="T25" fmla="*/ 19 h 1017"/>
              <a:gd name="T26" fmla="*/ 1450 w 1661"/>
              <a:gd name="T27" fmla="*/ 281 h 1017"/>
              <a:gd name="T28" fmla="*/ 1262 w 1661"/>
              <a:gd name="T29" fmla="*/ 464 h 1017"/>
              <a:gd name="T30" fmla="*/ 965 w 1661"/>
              <a:gd name="T31" fmla="*/ 683 h 1017"/>
              <a:gd name="T32" fmla="*/ 695 w 1661"/>
              <a:gd name="T33" fmla="*/ 828 h 1017"/>
              <a:gd name="T34" fmla="*/ 458 w 1661"/>
              <a:gd name="T35" fmla="*/ 919 h 1017"/>
              <a:gd name="T36" fmla="*/ 234 w 1661"/>
              <a:gd name="T37" fmla="*/ 980 h 1017"/>
              <a:gd name="T38" fmla="*/ 14 w 1661"/>
              <a:gd name="T39" fmla="*/ 1016 h 1017"/>
              <a:gd name="T40" fmla="*/ 12 w 1661"/>
              <a:gd name="T41" fmla="*/ 1017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61" h="1017">
                <a:moveTo>
                  <a:pt x="12" y="1017"/>
                </a:moveTo>
                <a:lnTo>
                  <a:pt x="12" y="1017"/>
                </a:lnTo>
                <a:cubicBezTo>
                  <a:pt x="7" y="1017"/>
                  <a:pt x="2" y="1012"/>
                  <a:pt x="1" y="1006"/>
                </a:cubicBezTo>
                <a:cubicBezTo>
                  <a:pt x="0" y="1000"/>
                  <a:pt x="5" y="995"/>
                  <a:pt x="11" y="994"/>
                </a:cubicBezTo>
                <a:cubicBezTo>
                  <a:pt x="84" y="985"/>
                  <a:pt x="158" y="973"/>
                  <a:pt x="230" y="958"/>
                </a:cubicBezTo>
                <a:cubicBezTo>
                  <a:pt x="304" y="941"/>
                  <a:pt x="378" y="921"/>
                  <a:pt x="451" y="898"/>
                </a:cubicBezTo>
                <a:cubicBezTo>
                  <a:pt x="530" y="872"/>
                  <a:pt x="609" y="842"/>
                  <a:pt x="685" y="807"/>
                </a:cubicBezTo>
                <a:cubicBezTo>
                  <a:pt x="777" y="766"/>
                  <a:pt x="867" y="717"/>
                  <a:pt x="953" y="664"/>
                </a:cubicBezTo>
                <a:cubicBezTo>
                  <a:pt x="1056" y="600"/>
                  <a:pt x="1155" y="527"/>
                  <a:pt x="1247" y="447"/>
                </a:cubicBezTo>
                <a:cubicBezTo>
                  <a:pt x="1312" y="390"/>
                  <a:pt x="1375" y="329"/>
                  <a:pt x="1433" y="266"/>
                </a:cubicBezTo>
                <a:cubicBezTo>
                  <a:pt x="1508" y="185"/>
                  <a:pt x="1577" y="98"/>
                  <a:pt x="1639" y="7"/>
                </a:cubicBezTo>
                <a:cubicBezTo>
                  <a:pt x="1642" y="1"/>
                  <a:pt x="1649" y="0"/>
                  <a:pt x="1655" y="4"/>
                </a:cubicBezTo>
                <a:cubicBezTo>
                  <a:pt x="1660" y="7"/>
                  <a:pt x="1661" y="14"/>
                  <a:pt x="1658" y="19"/>
                </a:cubicBezTo>
                <a:cubicBezTo>
                  <a:pt x="1595" y="111"/>
                  <a:pt x="1525" y="199"/>
                  <a:pt x="1450" y="281"/>
                </a:cubicBezTo>
                <a:cubicBezTo>
                  <a:pt x="1391" y="345"/>
                  <a:pt x="1327" y="407"/>
                  <a:pt x="1262" y="464"/>
                </a:cubicBezTo>
                <a:cubicBezTo>
                  <a:pt x="1169" y="545"/>
                  <a:pt x="1069" y="618"/>
                  <a:pt x="965" y="683"/>
                </a:cubicBezTo>
                <a:cubicBezTo>
                  <a:pt x="878" y="737"/>
                  <a:pt x="787" y="786"/>
                  <a:pt x="695" y="828"/>
                </a:cubicBezTo>
                <a:cubicBezTo>
                  <a:pt x="618" y="863"/>
                  <a:pt x="538" y="893"/>
                  <a:pt x="458" y="919"/>
                </a:cubicBezTo>
                <a:cubicBezTo>
                  <a:pt x="385" y="943"/>
                  <a:pt x="310" y="963"/>
                  <a:pt x="234" y="980"/>
                </a:cubicBezTo>
                <a:cubicBezTo>
                  <a:pt x="162" y="995"/>
                  <a:pt x="88" y="1008"/>
                  <a:pt x="14" y="1016"/>
                </a:cubicBezTo>
                <a:cubicBezTo>
                  <a:pt x="13" y="1016"/>
                  <a:pt x="13" y="1017"/>
                  <a:pt x="12" y="1017"/>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1" name="Freeform 120">
            <a:extLst>
              <a:ext uri="{FF2B5EF4-FFF2-40B4-BE49-F238E27FC236}">
                <a16:creationId xmlns:a16="http://schemas.microsoft.com/office/drawing/2014/main" id="{B8F8231E-6493-DD77-36F4-6B0A0F4C5FDA}"/>
              </a:ext>
            </a:extLst>
          </p:cNvPr>
          <p:cNvSpPr>
            <a:spLocks/>
          </p:cNvSpPr>
          <p:nvPr/>
        </p:nvSpPr>
        <p:spPr bwMode="auto">
          <a:xfrm>
            <a:off x="7415090" y="3827898"/>
            <a:ext cx="179899" cy="280295"/>
          </a:xfrm>
          <a:custGeom>
            <a:avLst/>
            <a:gdLst>
              <a:gd name="T0" fmla="*/ 251 w 263"/>
              <a:gd name="T1" fmla="*/ 454 h 454"/>
              <a:gd name="T2" fmla="*/ 251 w 263"/>
              <a:gd name="T3" fmla="*/ 454 h 454"/>
              <a:gd name="T4" fmla="*/ 240 w 263"/>
              <a:gd name="T5" fmla="*/ 447 h 454"/>
              <a:gd name="T6" fmla="*/ 4 w 263"/>
              <a:gd name="T7" fmla="*/ 19 h 454"/>
              <a:gd name="T8" fmla="*/ 7 w 263"/>
              <a:gd name="T9" fmla="*/ 3 h 454"/>
              <a:gd name="T10" fmla="*/ 22 w 263"/>
              <a:gd name="T11" fmla="*/ 6 h 454"/>
              <a:gd name="T12" fmla="*/ 261 w 263"/>
              <a:gd name="T13" fmla="*/ 438 h 454"/>
              <a:gd name="T14" fmla="*/ 255 w 263"/>
              <a:gd name="T15" fmla="*/ 453 h 454"/>
              <a:gd name="T16" fmla="*/ 251 w 263"/>
              <a:gd name="T17"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3" h="454">
                <a:moveTo>
                  <a:pt x="251" y="454"/>
                </a:moveTo>
                <a:lnTo>
                  <a:pt x="251" y="454"/>
                </a:lnTo>
                <a:cubicBezTo>
                  <a:pt x="246" y="454"/>
                  <a:pt x="242" y="451"/>
                  <a:pt x="240" y="447"/>
                </a:cubicBezTo>
                <a:cubicBezTo>
                  <a:pt x="177" y="297"/>
                  <a:pt x="98" y="153"/>
                  <a:pt x="4" y="19"/>
                </a:cubicBezTo>
                <a:cubicBezTo>
                  <a:pt x="0" y="14"/>
                  <a:pt x="1" y="7"/>
                  <a:pt x="7" y="3"/>
                </a:cubicBezTo>
                <a:cubicBezTo>
                  <a:pt x="12" y="0"/>
                  <a:pt x="19" y="1"/>
                  <a:pt x="22" y="6"/>
                </a:cubicBezTo>
                <a:cubicBezTo>
                  <a:pt x="117" y="141"/>
                  <a:pt x="197" y="286"/>
                  <a:pt x="261" y="438"/>
                </a:cubicBezTo>
                <a:cubicBezTo>
                  <a:pt x="263" y="444"/>
                  <a:pt x="261" y="450"/>
                  <a:pt x="255" y="453"/>
                </a:cubicBezTo>
                <a:cubicBezTo>
                  <a:pt x="254" y="453"/>
                  <a:pt x="252" y="454"/>
                  <a:pt x="251" y="454"/>
                </a:cubicBezTo>
                <a:close/>
              </a:path>
            </a:pathLst>
          </a:custGeom>
          <a:solidFill>
            <a:srgbClr val="FFE600"/>
          </a:solidFill>
          <a:ln w="0">
            <a:noFill/>
            <a:prstDash val="solid"/>
            <a:round/>
            <a:headEnd/>
            <a:tailEnd/>
          </a:ln>
        </p:spPr>
        <p:txBody>
          <a:bodyPr vert="horz" wrap="square" lIns="91392" tIns="45696" rIns="91392" bIns="45696"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000000"/>
              </a:solidFill>
              <a:effectLst/>
              <a:uLnTx/>
              <a:uFillTx/>
            </a:endParaRPr>
          </a:p>
        </p:txBody>
      </p:sp>
      <p:sp>
        <p:nvSpPr>
          <p:cNvPr id="122" name="Oval 121">
            <a:extLst>
              <a:ext uri="{FF2B5EF4-FFF2-40B4-BE49-F238E27FC236}">
                <a16:creationId xmlns:a16="http://schemas.microsoft.com/office/drawing/2014/main" id="{D045BA4A-76A3-4504-4E25-8CDD76D0FBBC}"/>
              </a:ext>
            </a:extLst>
          </p:cNvPr>
          <p:cNvSpPr/>
          <p:nvPr/>
        </p:nvSpPr>
        <p:spPr>
          <a:xfrm>
            <a:off x="4051343" y="2805345"/>
            <a:ext cx="3983942" cy="3592000"/>
          </a:xfrm>
          <a:prstGeom prst="ellipse">
            <a:avLst/>
          </a:prstGeom>
          <a:noFill/>
          <a:ln w="12700" cap="flat" cmpd="sng" algn="ctr">
            <a:solidFill>
              <a:sysClr val="window" lastClr="FFFFFF">
                <a:lumMod val="9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ysClr val="windowText" lastClr="000000"/>
              </a:solidFill>
              <a:effectLst/>
              <a:uLnTx/>
              <a:uFillTx/>
            </a:endParaRPr>
          </a:p>
        </p:txBody>
      </p:sp>
      <p:sp>
        <p:nvSpPr>
          <p:cNvPr id="123" name="Oval 122">
            <a:extLst>
              <a:ext uri="{FF2B5EF4-FFF2-40B4-BE49-F238E27FC236}">
                <a16:creationId xmlns:a16="http://schemas.microsoft.com/office/drawing/2014/main" id="{08BCF41C-7F2C-7386-429F-39793AF75426}"/>
              </a:ext>
            </a:extLst>
          </p:cNvPr>
          <p:cNvSpPr/>
          <p:nvPr/>
        </p:nvSpPr>
        <p:spPr>
          <a:xfrm>
            <a:off x="3749712" y="5068818"/>
            <a:ext cx="867822" cy="782445"/>
          </a:xfrm>
          <a:prstGeom prst="ellipse">
            <a:avLst/>
          </a:prstGeom>
          <a:solidFill>
            <a:srgbClr val="747480"/>
          </a:solidFill>
          <a:ln w="15875" cap="flat" cmpd="sng" algn="ctr">
            <a:noFill/>
            <a:prstDash val="solid"/>
          </a:ln>
          <a:effectLst/>
        </p:spPr>
        <p:txBody>
          <a:bodyPr wrap="none" lIns="0" tIns="0" rIns="0" bIns="0" rtlCol="0" anchor="ctr"/>
          <a:lstStyle/>
          <a:p>
            <a:pPr algn="ctr">
              <a:defRPr/>
            </a:pPr>
            <a:r>
              <a:rPr lang="en-US" sz="900" b="1" kern="0">
                <a:solidFill>
                  <a:srgbClr val="FFFFFF"/>
                </a:solidFill>
                <a:ea typeface="Arial" charset="0"/>
                <a:cs typeface="Arial" charset="0"/>
              </a:rPr>
              <a:t>Reporting</a:t>
            </a:r>
          </a:p>
        </p:txBody>
      </p:sp>
      <p:sp>
        <p:nvSpPr>
          <p:cNvPr id="124" name="Oval 123">
            <a:extLst>
              <a:ext uri="{FF2B5EF4-FFF2-40B4-BE49-F238E27FC236}">
                <a16:creationId xmlns:a16="http://schemas.microsoft.com/office/drawing/2014/main" id="{65EA1674-90EE-121C-E639-F320123E682D}"/>
              </a:ext>
            </a:extLst>
          </p:cNvPr>
          <p:cNvSpPr/>
          <p:nvPr/>
        </p:nvSpPr>
        <p:spPr>
          <a:xfrm>
            <a:off x="3767559" y="3312942"/>
            <a:ext cx="867822" cy="782445"/>
          </a:xfrm>
          <a:prstGeom prst="ellipse">
            <a:avLst/>
          </a:prstGeom>
          <a:solidFill>
            <a:srgbClr val="747480"/>
          </a:solidFill>
          <a:ln w="15875" cap="flat" cmpd="sng" algn="ctr">
            <a:noFill/>
            <a:prstDash val="solid"/>
          </a:ln>
          <a:effectLst/>
        </p:spPr>
        <p:txBody>
          <a:bodyPr wrap="none" lIns="0" tIns="0" rIns="0" bIns="0" rtlCol="0" anchor="ctr"/>
          <a:lstStyle/>
          <a:p>
            <a:pPr algn="ctr">
              <a:defRPr/>
            </a:pPr>
            <a:endParaRPr lang="en-US" sz="900" b="1" kern="0">
              <a:solidFill>
                <a:srgbClr val="FFFFFF"/>
              </a:solidFill>
              <a:ea typeface="Arial" charset="0"/>
              <a:cs typeface="Arial" charset="0"/>
            </a:endParaRPr>
          </a:p>
          <a:p>
            <a:pPr algn="ctr">
              <a:defRPr/>
            </a:pPr>
            <a:r>
              <a:rPr lang="en-US" sz="900" b="1" kern="0">
                <a:solidFill>
                  <a:srgbClr val="FFFFFF"/>
                </a:solidFill>
                <a:ea typeface="Arial" charset="0"/>
                <a:cs typeface="Arial" charset="0"/>
              </a:rPr>
              <a:t>Intercompany</a:t>
            </a:r>
          </a:p>
          <a:p>
            <a:pPr algn="ctr">
              <a:defRPr/>
            </a:pPr>
            <a:endParaRPr lang="en-US" sz="900" b="1" kern="0">
              <a:solidFill>
                <a:srgbClr val="FFFFFF"/>
              </a:solidFill>
              <a:ea typeface="Arial" charset="0"/>
              <a:cs typeface="Arial" charset="0"/>
            </a:endParaRPr>
          </a:p>
        </p:txBody>
      </p:sp>
      <p:sp>
        <p:nvSpPr>
          <p:cNvPr id="125" name="Oval 124">
            <a:extLst>
              <a:ext uri="{FF2B5EF4-FFF2-40B4-BE49-F238E27FC236}">
                <a16:creationId xmlns:a16="http://schemas.microsoft.com/office/drawing/2014/main" id="{C0B3A0C6-AFBF-2152-D3F1-C0A310811FBA}"/>
              </a:ext>
            </a:extLst>
          </p:cNvPr>
          <p:cNvSpPr/>
          <p:nvPr/>
        </p:nvSpPr>
        <p:spPr>
          <a:xfrm>
            <a:off x="5661730" y="6090278"/>
            <a:ext cx="867822" cy="782445"/>
          </a:xfrm>
          <a:prstGeom prst="ellipse">
            <a:avLst/>
          </a:prstGeom>
          <a:solidFill>
            <a:srgbClr val="747480"/>
          </a:solidFill>
          <a:ln w="15875" cap="flat" cmpd="sng" algn="ctr">
            <a:noFill/>
            <a:prstDash val="solid"/>
          </a:ln>
          <a:effectLst/>
        </p:spPr>
        <p:txBody>
          <a:bodyPr wrap="none" lIns="0" tIns="0" rIns="0" bIns="0" rtlCol="0" anchor="ctr"/>
          <a:lstStyle/>
          <a:p>
            <a:pPr algn="ctr">
              <a:defRPr/>
            </a:pPr>
            <a:r>
              <a:rPr lang="en-US" sz="900" b="1" kern="0">
                <a:solidFill>
                  <a:srgbClr val="FFFFFF"/>
                </a:solidFill>
                <a:ea typeface="Arial" charset="0"/>
                <a:cs typeface="Arial" charset="0"/>
              </a:rPr>
              <a:t>Journal</a:t>
            </a:r>
          </a:p>
          <a:p>
            <a:pPr algn="ctr">
              <a:defRPr/>
            </a:pPr>
            <a:r>
              <a:rPr lang="en-US" sz="900" b="1" kern="0">
                <a:solidFill>
                  <a:srgbClr val="FFFFFF"/>
                </a:solidFill>
                <a:ea typeface="Arial" charset="0"/>
                <a:cs typeface="Arial" charset="0"/>
              </a:rPr>
              <a:t>entry</a:t>
            </a:r>
          </a:p>
        </p:txBody>
      </p:sp>
      <p:sp>
        <p:nvSpPr>
          <p:cNvPr id="126" name="Oval 125">
            <a:extLst>
              <a:ext uri="{FF2B5EF4-FFF2-40B4-BE49-F238E27FC236}">
                <a16:creationId xmlns:a16="http://schemas.microsoft.com/office/drawing/2014/main" id="{F008B334-C8B2-C353-648F-0B42CB133554}"/>
              </a:ext>
            </a:extLst>
          </p:cNvPr>
          <p:cNvSpPr/>
          <p:nvPr/>
        </p:nvSpPr>
        <p:spPr>
          <a:xfrm>
            <a:off x="5691896" y="2323635"/>
            <a:ext cx="867822" cy="782445"/>
          </a:xfrm>
          <a:prstGeom prst="ellipse">
            <a:avLst/>
          </a:prstGeom>
          <a:solidFill>
            <a:srgbClr val="747480"/>
          </a:solidFill>
          <a:ln w="15875" cap="flat" cmpd="sng" algn="ctr">
            <a:noFill/>
            <a:prstDash val="solid"/>
          </a:ln>
          <a:effectLst/>
        </p:spPr>
        <p:txBody>
          <a:bodyPr wrap="none" lIns="0" tIns="0" rIns="0" bIns="0" rtlCol="0" anchor="ctr"/>
          <a:lstStyle/>
          <a:p>
            <a:pPr algn="ctr">
              <a:defRPr/>
            </a:pPr>
            <a:r>
              <a:rPr lang="en-US" sz="900" b="1" kern="0">
                <a:solidFill>
                  <a:srgbClr val="FFFFFF"/>
                </a:solidFill>
                <a:ea typeface="Arial" charset="0"/>
                <a:cs typeface="Arial" charset="0"/>
              </a:rPr>
              <a:t>Reconciliation </a:t>
            </a:r>
          </a:p>
          <a:p>
            <a:pPr algn="ctr">
              <a:defRPr/>
            </a:pPr>
            <a:r>
              <a:rPr lang="en-US" sz="900" b="1" kern="0">
                <a:solidFill>
                  <a:srgbClr val="FFFFFF"/>
                </a:solidFill>
                <a:ea typeface="Arial" charset="0"/>
                <a:cs typeface="Arial" charset="0"/>
              </a:rPr>
              <a:t>Match</a:t>
            </a:r>
          </a:p>
        </p:txBody>
      </p:sp>
      <p:sp>
        <p:nvSpPr>
          <p:cNvPr id="127" name="Oval 126">
            <a:extLst>
              <a:ext uri="{FF2B5EF4-FFF2-40B4-BE49-F238E27FC236}">
                <a16:creationId xmlns:a16="http://schemas.microsoft.com/office/drawing/2014/main" id="{30E4250B-2083-264E-98B9-652361CF1903}"/>
              </a:ext>
            </a:extLst>
          </p:cNvPr>
          <p:cNvSpPr/>
          <p:nvPr/>
        </p:nvSpPr>
        <p:spPr>
          <a:xfrm>
            <a:off x="7622647" y="5042463"/>
            <a:ext cx="867822" cy="782445"/>
          </a:xfrm>
          <a:prstGeom prst="ellipse">
            <a:avLst/>
          </a:prstGeom>
          <a:solidFill>
            <a:srgbClr val="747480"/>
          </a:solidFill>
          <a:ln w="15875" cap="flat" cmpd="sng" algn="ctr">
            <a:noFill/>
            <a:prstDash val="solid"/>
          </a:ln>
          <a:effectLst/>
        </p:spPr>
        <p:txBody>
          <a:bodyPr wrap="none" lIns="0" tIns="0" rIns="0" bIns="0" rtlCol="0" anchor="ctr"/>
          <a:lstStyle/>
          <a:p>
            <a:pPr algn="ctr">
              <a:defRPr/>
            </a:pPr>
            <a:r>
              <a:rPr lang="en-US" sz="900" b="1" kern="0">
                <a:solidFill>
                  <a:srgbClr val="FFFFFF"/>
                </a:solidFill>
                <a:ea typeface="Arial" charset="0"/>
                <a:cs typeface="Arial" charset="0"/>
              </a:rPr>
              <a:t>Close</a:t>
            </a:r>
          </a:p>
          <a:p>
            <a:pPr algn="ctr">
              <a:defRPr/>
            </a:pPr>
            <a:r>
              <a:rPr lang="en-US" sz="900" b="1" kern="0">
                <a:solidFill>
                  <a:srgbClr val="FFFFFF"/>
                </a:solidFill>
                <a:ea typeface="Arial" charset="0"/>
                <a:cs typeface="Arial" charset="0"/>
              </a:rPr>
              <a:t>management</a:t>
            </a:r>
          </a:p>
        </p:txBody>
      </p:sp>
      <p:grpSp>
        <p:nvGrpSpPr>
          <p:cNvPr id="128" name="Group 127">
            <a:extLst>
              <a:ext uri="{FF2B5EF4-FFF2-40B4-BE49-F238E27FC236}">
                <a16:creationId xmlns:a16="http://schemas.microsoft.com/office/drawing/2014/main" id="{2DB33244-24C7-8C1B-93BE-24B43AC7CB79}"/>
              </a:ext>
            </a:extLst>
          </p:cNvPr>
          <p:cNvGrpSpPr/>
          <p:nvPr/>
        </p:nvGrpSpPr>
        <p:grpSpPr>
          <a:xfrm>
            <a:off x="5179017" y="3805117"/>
            <a:ext cx="1907348" cy="1659681"/>
            <a:chOff x="3626455" y="1636668"/>
            <a:chExt cx="1918749" cy="1851782"/>
          </a:xfrm>
        </p:grpSpPr>
        <p:sp>
          <p:nvSpPr>
            <p:cNvPr id="129" name="Oval 128">
              <a:extLst>
                <a:ext uri="{FF2B5EF4-FFF2-40B4-BE49-F238E27FC236}">
                  <a16:creationId xmlns:a16="http://schemas.microsoft.com/office/drawing/2014/main" id="{6E7AE4D9-33FE-6AED-36E4-274F894AD2CF}"/>
                </a:ext>
              </a:extLst>
            </p:cNvPr>
            <p:cNvSpPr/>
            <p:nvPr/>
          </p:nvSpPr>
          <p:spPr>
            <a:xfrm>
              <a:off x="3652903" y="1650255"/>
              <a:ext cx="1838196" cy="1838195"/>
            </a:xfrm>
            <a:prstGeom prst="ellipse">
              <a:avLst/>
            </a:prstGeom>
            <a:solidFill>
              <a:srgbClr val="FFE600"/>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ysClr val="windowText" lastClr="000000"/>
                </a:solidFill>
                <a:effectLst/>
                <a:uLnTx/>
                <a:uFillTx/>
              </a:endParaRPr>
            </a:p>
          </p:txBody>
        </p:sp>
        <p:sp>
          <p:nvSpPr>
            <p:cNvPr id="130" name="Rectangle 129">
              <a:extLst>
                <a:ext uri="{FF2B5EF4-FFF2-40B4-BE49-F238E27FC236}">
                  <a16:creationId xmlns:a16="http://schemas.microsoft.com/office/drawing/2014/main" id="{4039EB7B-3A8C-E7CE-B5B8-7D3A0F10CF6E}"/>
                </a:ext>
              </a:extLst>
            </p:cNvPr>
            <p:cNvSpPr/>
            <p:nvPr/>
          </p:nvSpPr>
          <p:spPr>
            <a:xfrm>
              <a:off x="3666566" y="2104118"/>
              <a:ext cx="1021878" cy="463349"/>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ea typeface="Arial" charset="0"/>
                  <a:cs typeface="Arial" charset="0"/>
                </a:rPr>
                <a:t>Automation,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ea typeface="Arial" charset="0"/>
                  <a:cs typeface="Arial" charset="0"/>
                </a:rPr>
                <a:t>rules and</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ea typeface="Arial" charset="0"/>
                  <a:cs typeface="Arial" charset="0"/>
                </a:rPr>
                <a:t>business logic</a:t>
              </a:r>
            </a:p>
          </p:txBody>
        </p:sp>
        <p:sp>
          <p:nvSpPr>
            <p:cNvPr id="131" name="Rectangle 130">
              <a:extLst>
                <a:ext uri="{FF2B5EF4-FFF2-40B4-BE49-F238E27FC236}">
                  <a16:creationId xmlns:a16="http://schemas.microsoft.com/office/drawing/2014/main" id="{ED097EA1-7883-CC7C-AA9E-4F25E9D45CFD}"/>
                </a:ext>
              </a:extLst>
            </p:cNvPr>
            <p:cNvSpPr/>
            <p:nvPr/>
          </p:nvSpPr>
          <p:spPr>
            <a:xfrm>
              <a:off x="4539463" y="2128303"/>
              <a:ext cx="825010" cy="463349"/>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ea typeface="Arial" charset="0"/>
                  <a:cs typeface="Arial" charset="0"/>
                </a:rPr>
                <a:t>Data warehouse and analytics</a:t>
              </a:r>
            </a:p>
          </p:txBody>
        </p:sp>
        <p:sp>
          <p:nvSpPr>
            <p:cNvPr id="132" name="Rectangle 131">
              <a:extLst>
                <a:ext uri="{FF2B5EF4-FFF2-40B4-BE49-F238E27FC236}">
                  <a16:creationId xmlns:a16="http://schemas.microsoft.com/office/drawing/2014/main" id="{EC4C0A27-67C9-63F2-A175-12B6635C8D27}"/>
                </a:ext>
              </a:extLst>
            </p:cNvPr>
            <p:cNvSpPr/>
            <p:nvPr/>
          </p:nvSpPr>
          <p:spPr>
            <a:xfrm>
              <a:off x="3831574" y="2934343"/>
              <a:ext cx="691387" cy="343222"/>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ea typeface="Arial" charset="0"/>
                  <a:cs typeface="Arial" charset="0"/>
                </a:rPr>
                <a:t>Standard</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ea typeface="Arial" charset="0"/>
                  <a:cs typeface="Arial" charset="0"/>
                </a:rPr>
                <a:t>templates</a:t>
              </a:r>
            </a:p>
          </p:txBody>
        </p:sp>
        <p:sp>
          <p:nvSpPr>
            <p:cNvPr id="133" name="Rectangle 132">
              <a:extLst>
                <a:ext uri="{FF2B5EF4-FFF2-40B4-BE49-F238E27FC236}">
                  <a16:creationId xmlns:a16="http://schemas.microsoft.com/office/drawing/2014/main" id="{BD8782A4-716E-8C85-E5AE-D14DBFB4C17E}"/>
                </a:ext>
              </a:extLst>
            </p:cNvPr>
            <p:cNvSpPr/>
            <p:nvPr/>
          </p:nvSpPr>
          <p:spPr>
            <a:xfrm>
              <a:off x="4329314" y="2935230"/>
              <a:ext cx="1215890" cy="343222"/>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ea typeface="Arial" charset="0"/>
                  <a:cs typeface="Arial" charset="0"/>
                </a:rPr>
                <a:t>Workflow and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333333"/>
                  </a:solidFill>
                  <a:effectLst/>
                  <a:uLnTx/>
                  <a:uFillTx/>
                  <a:ea typeface="Arial" charset="0"/>
                  <a:cs typeface="Arial" charset="0"/>
                </a:rPr>
                <a:t>documents</a:t>
              </a:r>
            </a:p>
          </p:txBody>
        </p:sp>
        <p:cxnSp>
          <p:nvCxnSpPr>
            <p:cNvPr id="134" name="Straight Connector 133">
              <a:extLst>
                <a:ext uri="{FF2B5EF4-FFF2-40B4-BE49-F238E27FC236}">
                  <a16:creationId xmlns:a16="http://schemas.microsoft.com/office/drawing/2014/main" id="{0B22C666-1DD0-3AF2-F1E0-6F298D83DF1E}"/>
                </a:ext>
              </a:extLst>
            </p:cNvPr>
            <p:cNvCxnSpPr>
              <a:cxnSpLocks/>
              <a:endCxn id="129" idx="4"/>
            </p:cNvCxnSpPr>
            <p:nvPr/>
          </p:nvCxnSpPr>
          <p:spPr>
            <a:xfrm flipH="1">
              <a:off x="4572001" y="1636668"/>
              <a:ext cx="6069" cy="1851782"/>
            </a:xfrm>
            <a:prstGeom prst="line">
              <a:avLst/>
            </a:prstGeom>
            <a:noFill/>
            <a:ln w="12700" cap="flat" cmpd="sng" algn="ctr">
              <a:solidFill>
                <a:srgbClr val="333333"/>
              </a:solidFill>
              <a:prstDash val="solid"/>
            </a:ln>
            <a:effectLst/>
          </p:spPr>
        </p:cxnSp>
        <p:cxnSp>
          <p:nvCxnSpPr>
            <p:cNvPr id="135" name="Straight Connector 134">
              <a:extLst>
                <a:ext uri="{FF2B5EF4-FFF2-40B4-BE49-F238E27FC236}">
                  <a16:creationId xmlns:a16="http://schemas.microsoft.com/office/drawing/2014/main" id="{8C2B863A-CF9B-8B69-F335-40147BF10BF5}"/>
                </a:ext>
              </a:extLst>
            </p:cNvPr>
            <p:cNvCxnSpPr>
              <a:cxnSpLocks/>
            </p:cNvCxnSpPr>
            <p:nvPr/>
          </p:nvCxnSpPr>
          <p:spPr>
            <a:xfrm flipH="1">
              <a:off x="3626455" y="2583521"/>
              <a:ext cx="1864644" cy="0"/>
            </a:xfrm>
            <a:prstGeom prst="line">
              <a:avLst/>
            </a:prstGeom>
            <a:noFill/>
            <a:ln w="12700" cap="flat" cmpd="sng" algn="ctr">
              <a:solidFill>
                <a:srgbClr val="333333"/>
              </a:solidFill>
              <a:prstDash val="solid"/>
            </a:ln>
            <a:effectLst/>
          </p:spPr>
        </p:cxnSp>
      </p:grpSp>
      <p:sp>
        <p:nvSpPr>
          <p:cNvPr id="136" name="Oval 135">
            <a:extLst>
              <a:ext uri="{FF2B5EF4-FFF2-40B4-BE49-F238E27FC236}">
                <a16:creationId xmlns:a16="http://schemas.microsoft.com/office/drawing/2014/main" id="{7969BE0D-01FF-6147-B2AB-A202251586B8}"/>
              </a:ext>
            </a:extLst>
          </p:cNvPr>
          <p:cNvSpPr/>
          <p:nvPr/>
        </p:nvSpPr>
        <p:spPr>
          <a:xfrm>
            <a:off x="7562979" y="3310672"/>
            <a:ext cx="867822" cy="782445"/>
          </a:xfrm>
          <a:prstGeom prst="ellipse">
            <a:avLst/>
          </a:prstGeom>
          <a:solidFill>
            <a:srgbClr val="747480"/>
          </a:solidFill>
          <a:ln w="15875" cap="flat" cmpd="sng" algn="ctr">
            <a:noFill/>
            <a:prstDash val="solid"/>
          </a:ln>
          <a:effectLst/>
        </p:spPr>
        <p:txBody>
          <a:bodyPr wrap="none" lIns="0" tIns="0" rIns="0" bIns="0" rtlCol="0" anchor="ctr">
            <a:noAutofit/>
          </a:bodyPr>
          <a:lstStyle/>
          <a:p>
            <a:pPr algn="ctr">
              <a:defRPr/>
            </a:pPr>
            <a:endParaRPr lang="en-US" sz="900" b="1" kern="0">
              <a:solidFill>
                <a:srgbClr val="FFFFFF"/>
              </a:solidFill>
              <a:ea typeface="Arial" charset="0"/>
              <a:cs typeface="Arial" charset="0"/>
            </a:endParaRPr>
          </a:p>
          <a:p>
            <a:pPr algn="ctr">
              <a:defRPr/>
            </a:pPr>
            <a:r>
              <a:rPr lang="en-US" sz="900" b="1" kern="0">
                <a:solidFill>
                  <a:srgbClr val="FFFFFF"/>
                </a:solidFill>
                <a:ea typeface="Arial" charset="0"/>
                <a:cs typeface="Arial" charset="0"/>
              </a:rPr>
              <a:t>Reconciliations </a:t>
            </a:r>
          </a:p>
          <a:p>
            <a:pPr algn="ctr">
              <a:defRPr/>
            </a:pPr>
            <a:r>
              <a:rPr lang="en-US" sz="900" b="1" kern="0">
                <a:solidFill>
                  <a:srgbClr val="FFFFFF"/>
                </a:solidFill>
                <a:ea typeface="Arial" charset="0"/>
                <a:cs typeface="Arial" charset="0"/>
              </a:rPr>
              <a:t>Certify</a:t>
            </a:r>
          </a:p>
        </p:txBody>
      </p:sp>
      <p:grpSp>
        <p:nvGrpSpPr>
          <p:cNvPr id="137" name="Gruppieren 47">
            <a:extLst>
              <a:ext uri="{FF2B5EF4-FFF2-40B4-BE49-F238E27FC236}">
                <a16:creationId xmlns:a16="http://schemas.microsoft.com/office/drawing/2014/main" id="{BDFB013A-56FA-DF72-B7C8-A02191768E6E}"/>
              </a:ext>
            </a:extLst>
          </p:cNvPr>
          <p:cNvGrpSpPr/>
          <p:nvPr/>
        </p:nvGrpSpPr>
        <p:grpSpPr>
          <a:xfrm>
            <a:off x="5655782" y="4054662"/>
            <a:ext cx="141546" cy="197688"/>
            <a:chOff x="1665288" y="5127625"/>
            <a:chExt cx="242887" cy="376238"/>
          </a:xfrm>
          <a:solidFill>
            <a:srgbClr val="333333"/>
          </a:solidFill>
        </p:grpSpPr>
        <p:sp>
          <p:nvSpPr>
            <p:cNvPr id="138" name="Freeform 241">
              <a:extLst>
                <a:ext uri="{FF2B5EF4-FFF2-40B4-BE49-F238E27FC236}">
                  <a16:creationId xmlns:a16="http://schemas.microsoft.com/office/drawing/2014/main" id="{19F3C30F-6EB9-8F3F-238D-748B0F5D91A4}"/>
                </a:ext>
              </a:extLst>
            </p:cNvPr>
            <p:cNvSpPr>
              <a:spLocks noChangeArrowheads="1"/>
            </p:cNvSpPr>
            <p:nvPr/>
          </p:nvSpPr>
          <p:spPr bwMode="auto">
            <a:xfrm>
              <a:off x="1665288" y="5127625"/>
              <a:ext cx="242887" cy="293688"/>
            </a:xfrm>
            <a:custGeom>
              <a:avLst/>
              <a:gdLst>
                <a:gd name="T0" fmla="*/ 2147483647 w 674"/>
                <a:gd name="T1" fmla="*/ 2147483647 h 817"/>
                <a:gd name="T2" fmla="*/ 0 w 674"/>
                <a:gd name="T3" fmla="*/ 2147483647 h 817"/>
                <a:gd name="T4" fmla="*/ 2147483647 w 674"/>
                <a:gd name="T5" fmla="*/ 2147483647 h 817"/>
                <a:gd name="T6" fmla="*/ 2147483647 w 674"/>
                <a:gd name="T7" fmla="*/ 2147483647 h 817"/>
                <a:gd name="T8" fmla="*/ 2147483647 w 674"/>
                <a:gd name="T9" fmla="*/ 2147483647 h 817"/>
                <a:gd name="T10" fmla="*/ 2147483647 w 674"/>
                <a:gd name="T11" fmla="*/ 2147483647 h 817"/>
                <a:gd name="T12" fmla="*/ 2147483647 w 674"/>
                <a:gd name="T13" fmla="*/ 2147483647 h 817"/>
                <a:gd name="T14" fmla="*/ 2147483647 w 674"/>
                <a:gd name="T15" fmla="*/ 2147483647 h 817"/>
                <a:gd name="T16" fmla="*/ 2147483647 w 674"/>
                <a:gd name="T17" fmla="*/ 2147483647 h 817"/>
                <a:gd name="T18" fmla="*/ 2147483647 w 674"/>
                <a:gd name="T19" fmla="*/ 2147483647 h 817"/>
                <a:gd name="T20" fmla="*/ 2147483647 w 674"/>
                <a:gd name="T21" fmla="*/ 2147483647 h 817"/>
                <a:gd name="T22" fmla="*/ 2147483647 w 674"/>
                <a:gd name="T23" fmla="*/ 2147483647 h 817"/>
                <a:gd name="T24" fmla="*/ 2147483647 w 674"/>
                <a:gd name="T25" fmla="*/ 2147483647 h 817"/>
                <a:gd name="T26" fmla="*/ 2147483647 w 674"/>
                <a:gd name="T27" fmla="*/ 2147483647 h 817"/>
                <a:gd name="T28" fmla="*/ 2147483647 w 674"/>
                <a:gd name="T29" fmla="*/ 2147483647 h 817"/>
                <a:gd name="T30" fmla="*/ 2147483647 w 674"/>
                <a:gd name="T31" fmla="*/ 2147483647 h 817"/>
                <a:gd name="T32" fmla="*/ 2147483647 w 674"/>
                <a:gd name="T33" fmla="*/ 2147483647 h 817"/>
                <a:gd name="T34" fmla="*/ 2147483647 w 674"/>
                <a:gd name="T35" fmla="*/ 2147483647 h 817"/>
                <a:gd name="T36" fmla="*/ 2147483647 w 674"/>
                <a:gd name="T37" fmla="*/ 2147483647 h 817"/>
                <a:gd name="T38" fmla="*/ 2147483647 w 674"/>
                <a:gd name="T39" fmla="*/ 2147483647 h 817"/>
                <a:gd name="T40" fmla="*/ 2147483647 w 674"/>
                <a:gd name="T41" fmla="*/ 2147483647 h 817"/>
                <a:gd name="T42" fmla="*/ 2147483647 w 674"/>
                <a:gd name="T43" fmla="*/ 2147483647 h 817"/>
                <a:gd name="T44" fmla="*/ 2147483647 w 674"/>
                <a:gd name="T45" fmla="*/ 2147483647 h 817"/>
                <a:gd name="T46" fmla="*/ 2147483647 w 674"/>
                <a:gd name="T47" fmla="*/ 2147483647 h 817"/>
                <a:gd name="T48" fmla="*/ 2147483647 w 674"/>
                <a:gd name="T49" fmla="*/ 2147483647 h 817"/>
                <a:gd name="T50" fmla="*/ 2147483647 w 674"/>
                <a:gd name="T51" fmla="*/ 2147483647 h 817"/>
                <a:gd name="T52" fmla="*/ 2147483647 w 674"/>
                <a:gd name="T53" fmla="*/ 2147483647 h 817"/>
                <a:gd name="T54" fmla="*/ 2147483647 w 674"/>
                <a:gd name="T55" fmla="*/ 2147483647 h 817"/>
                <a:gd name="T56" fmla="*/ 2147483647 w 674"/>
                <a:gd name="T57" fmla="*/ 2147483647 h 817"/>
                <a:gd name="T58" fmla="*/ 2147483647 w 674"/>
                <a:gd name="T59" fmla="*/ 2147483647 h 817"/>
                <a:gd name="T60" fmla="*/ 2147483647 w 674"/>
                <a:gd name="T61" fmla="*/ 2147483647 h 817"/>
                <a:gd name="T62" fmla="*/ 2147483647 w 674"/>
                <a:gd name="T63" fmla="*/ 2147483647 h 817"/>
                <a:gd name="T64" fmla="*/ 2147483647 w 674"/>
                <a:gd name="T65" fmla="*/ 2147483647 h 817"/>
                <a:gd name="T66" fmla="*/ 2147483647 w 674"/>
                <a:gd name="T67" fmla="*/ 2147483647 h 817"/>
                <a:gd name="T68" fmla="*/ 2147483647 w 674"/>
                <a:gd name="T69" fmla="*/ 2147483647 h 817"/>
                <a:gd name="T70" fmla="*/ 2147483647 w 674"/>
                <a:gd name="T71" fmla="*/ 2147483647 h 817"/>
                <a:gd name="T72" fmla="*/ 2147483647 w 674"/>
                <a:gd name="T73" fmla="*/ 2147483647 h 817"/>
                <a:gd name="T74" fmla="*/ 2147483647 w 674"/>
                <a:gd name="T75" fmla="*/ 2147483647 h 817"/>
                <a:gd name="T76" fmla="*/ 2147483647 w 674"/>
                <a:gd name="T77" fmla="*/ 2147483647 h 817"/>
                <a:gd name="T78" fmla="*/ 2147483647 w 674"/>
                <a:gd name="T79" fmla="*/ 2147483647 h 817"/>
                <a:gd name="T80" fmla="*/ 2147483647 w 674"/>
                <a:gd name="T81" fmla="*/ 2147483647 h 817"/>
                <a:gd name="T82" fmla="*/ 2147483647 w 674"/>
                <a:gd name="T83" fmla="*/ 2147483647 h 817"/>
                <a:gd name="T84" fmla="*/ 2147483647 w 674"/>
                <a:gd name="T85" fmla="*/ 2147483647 h 817"/>
                <a:gd name="T86" fmla="*/ 2147483647 w 674"/>
                <a:gd name="T87" fmla="*/ 2147483647 h 817"/>
                <a:gd name="T88" fmla="*/ 2147483647 w 674"/>
                <a:gd name="T89" fmla="*/ 2147483647 h 8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674" h="817">
                  <a:moveTo>
                    <a:pt x="673" y="334"/>
                  </a:moveTo>
                  <a:lnTo>
                    <a:pt x="673" y="334"/>
                  </a:lnTo>
                  <a:cubicBezTo>
                    <a:pt x="673" y="150"/>
                    <a:pt x="523" y="0"/>
                    <a:pt x="340" y="0"/>
                  </a:cubicBezTo>
                  <a:cubicBezTo>
                    <a:pt x="150" y="0"/>
                    <a:pt x="0" y="150"/>
                    <a:pt x="0" y="334"/>
                  </a:cubicBezTo>
                  <a:cubicBezTo>
                    <a:pt x="0" y="346"/>
                    <a:pt x="0" y="359"/>
                    <a:pt x="0" y="366"/>
                  </a:cubicBezTo>
                  <a:cubicBezTo>
                    <a:pt x="0" y="372"/>
                    <a:pt x="6" y="503"/>
                    <a:pt x="138" y="667"/>
                  </a:cubicBezTo>
                  <a:cubicBezTo>
                    <a:pt x="170" y="719"/>
                    <a:pt x="157" y="816"/>
                    <a:pt x="157" y="816"/>
                  </a:cubicBezTo>
                  <a:cubicBezTo>
                    <a:pt x="209" y="816"/>
                    <a:pt x="261" y="816"/>
                    <a:pt x="313" y="816"/>
                  </a:cubicBezTo>
                  <a:cubicBezTo>
                    <a:pt x="327" y="816"/>
                    <a:pt x="346" y="816"/>
                    <a:pt x="360" y="816"/>
                  </a:cubicBezTo>
                  <a:cubicBezTo>
                    <a:pt x="412" y="816"/>
                    <a:pt x="464" y="816"/>
                    <a:pt x="517" y="816"/>
                  </a:cubicBezTo>
                  <a:cubicBezTo>
                    <a:pt x="517" y="816"/>
                    <a:pt x="503" y="719"/>
                    <a:pt x="543" y="667"/>
                  </a:cubicBezTo>
                  <a:cubicBezTo>
                    <a:pt x="666" y="503"/>
                    <a:pt x="673" y="372"/>
                    <a:pt x="673" y="366"/>
                  </a:cubicBezTo>
                  <a:cubicBezTo>
                    <a:pt x="673" y="359"/>
                    <a:pt x="673" y="346"/>
                    <a:pt x="673" y="334"/>
                  </a:cubicBezTo>
                  <a:close/>
                  <a:moveTo>
                    <a:pt x="301" y="758"/>
                  </a:moveTo>
                  <a:lnTo>
                    <a:pt x="301" y="758"/>
                  </a:lnTo>
                  <a:cubicBezTo>
                    <a:pt x="301" y="594"/>
                    <a:pt x="301" y="594"/>
                    <a:pt x="301" y="594"/>
                  </a:cubicBezTo>
                  <a:lnTo>
                    <a:pt x="295" y="588"/>
                  </a:lnTo>
                  <a:cubicBezTo>
                    <a:pt x="228" y="457"/>
                    <a:pt x="228" y="457"/>
                    <a:pt x="228" y="457"/>
                  </a:cubicBezTo>
                  <a:cubicBezTo>
                    <a:pt x="235" y="457"/>
                    <a:pt x="242" y="457"/>
                    <a:pt x="242" y="457"/>
                  </a:cubicBezTo>
                  <a:cubicBezTo>
                    <a:pt x="255" y="451"/>
                    <a:pt x="261" y="445"/>
                    <a:pt x="274" y="438"/>
                  </a:cubicBezTo>
                  <a:cubicBezTo>
                    <a:pt x="281" y="451"/>
                    <a:pt x="295" y="457"/>
                    <a:pt x="313" y="465"/>
                  </a:cubicBezTo>
                  <a:cubicBezTo>
                    <a:pt x="327" y="465"/>
                    <a:pt x="346" y="457"/>
                    <a:pt x="366" y="438"/>
                  </a:cubicBezTo>
                  <a:lnTo>
                    <a:pt x="372" y="445"/>
                  </a:lnTo>
                  <a:cubicBezTo>
                    <a:pt x="379" y="457"/>
                    <a:pt x="392" y="465"/>
                    <a:pt x="406" y="465"/>
                  </a:cubicBezTo>
                  <a:lnTo>
                    <a:pt x="412" y="465"/>
                  </a:lnTo>
                  <a:cubicBezTo>
                    <a:pt x="418" y="465"/>
                    <a:pt x="418" y="465"/>
                    <a:pt x="424" y="465"/>
                  </a:cubicBezTo>
                  <a:cubicBezTo>
                    <a:pt x="360" y="588"/>
                    <a:pt x="360" y="588"/>
                    <a:pt x="360" y="588"/>
                  </a:cubicBezTo>
                  <a:lnTo>
                    <a:pt x="360" y="594"/>
                  </a:lnTo>
                  <a:cubicBezTo>
                    <a:pt x="360" y="758"/>
                    <a:pt x="360" y="758"/>
                    <a:pt x="360" y="758"/>
                  </a:cubicBezTo>
                  <a:lnTo>
                    <a:pt x="301" y="758"/>
                  </a:lnTo>
                  <a:close/>
                  <a:moveTo>
                    <a:pt x="281" y="359"/>
                  </a:moveTo>
                  <a:lnTo>
                    <a:pt x="281" y="359"/>
                  </a:lnTo>
                  <a:cubicBezTo>
                    <a:pt x="287" y="366"/>
                    <a:pt x="287" y="366"/>
                    <a:pt x="287" y="372"/>
                  </a:cubicBezTo>
                  <a:cubicBezTo>
                    <a:pt x="287" y="378"/>
                    <a:pt x="287" y="392"/>
                    <a:pt x="281" y="406"/>
                  </a:cubicBezTo>
                  <a:cubicBezTo>
                    <a:pt x="274" y="386"/>
                    <a:pt x="274" y="366"/>
                    <a:pt x="281" y="359"/>
                  </a:cubicBezTo>
                  <a:close/>
                  <a:moveTo>
                    <a:pt x="372" y="359"/>
                  </a:moveTo>
                  <a:lnTo>
                    <a:pt x="372" y="359"/>
                  </a:lnTo>
                  <a:cubicBezTo>
                    <a:pt x="379" y="353"/>
                    <a:pt x="379" y="353"/>
                    <a:pt x="379" y="353"/>
                  </a:cubicBezTo>
                  <a:cubicBezTo>
                    <a:pt x="385" y="353"/>
                    <a:pt x="385" y="353"/>
                    <a:pt x="385" y="353"/>
                  </a:cubicBezTo>
                  <a:cubicBezTo>
                    <a:pt x="385" y="359"/>
                    <a:pt x="385" y="372"/>
                    <a:pt x="372" y="392"/>
                  </a:cubicBezTo>
                  <a:cubicBezTo>
                    <a:pt x="372" y="379"/>
                    <a:pt x="372" y="366"/>
                    <a:pt x="372" y="359"/>
                  </a:cubicBezTo>
                  <a:close/>
                  <a:moveTo>
                    <a:pt x="614" y="353"/>
                  </a:moveTo>
                  <a:lnTo>
                    <a:pt x="614" y="353"/>
                  </a:lnTo>
                  <a:cubicBezTo>
                    <a:pt x="614" y="392"/>
                    <a:pt x="614" y="392"/>
                    <a:pt x="614" y="392"/>
                  </a:cubicBezTo>
                  <a:cubicBezTo>
                    <a:pt x="608" y="424"/>
                    <a:pt x="582" y="517"/>
                    <a:pt x="497" y="634"/>
                  </a:cubicBezTo>
                  <a:cubicBezTo>
                    <a:pt x="464" y="667"/>
                    <a:pt x="457" y="719"/>
                    <a:pt x="457" y="758"/>
                  </a:cubicBezTo>
                  <a:cubicBezTo>
                    <a:pt x="398" y="758"/>
                    <a:pt x="398" y="758"/>
                    <a:pt x="398" y="758"/>
                  </a:cubicBezTo>
                  <a:cubicBezTo>
                    <a:pt x="398" y="602"/>
                    <a:pt x="398" y="602"/>
                    <a:pt x="398" y="602"/>
                  </a:cubicBezTo>
                  <a:cubicBezTo>
                    <a:pt x="477" y="451"/>
                    <a:pt x="477" y="451"/>
                    <a:pt x="477" y="451"/>
                  </a:cubicBezTo>
                  <a:cubicBezTo>
                    <a:pt x="477" y="445"/>
                    <a:pt x="477" y="432"/>
                    <a:pt x="464" y="424"/>
                  </a:cubicBezTo>
                  <a:cubicBezTo>
                    <a:pt x="457" y="418"/>
                    <a:pt x="444" y="424"/>
                    <a:pt x="438" y="432"/>
                  </a:cubicBezTo>
                  <a:cubicBezTo>
                    <a:pt x="431" y="438"/>
                    <a:pt x="418" y="445"/>
                    <a:pt x="406" y="445"/>
                  </a:cubicBezTo>
                  <a:cubicBezTo>
                    <a:pt x="398" y="445"/>
                    <a:pt x="392" y="438"/>
                    <a:pt x="385" y="432"/>
                  </a:cubicBezTo>
                  <a:cubicBezTo>
                    <a:pt x="385" y="432"/>
                    <a:pt x="385" y="424"/>
                    <a:pt x="379" y="418"/>
                  </a:cubicBezTo>
                  <a:cubicBezTo>
                    <a:pt x="398" y="399"/>
                    <a:pt x="412" y="359"/>
                    <a:pt x="406" y="346"/>
                  </a:cubicBezTo>
                  <a:cubicBezTo>
                    <a:pt x="398" y="334"/>
                    <a:pt x="392" y="334"/>
                    <a:pt x="379" y="334"/>
                  </a:cubicBezTo>
                  <a:cubicBezTo>
                    <a:pt x="372" y="334"/>
                    <a:pt x="360" y="340"/>
                    <a:pt x="353" y="346"/>
                  </a:cubicBezTo>
                  <a:cubicBezTo>
                    <a:pt x="346" y="366"/>
                    <a:pt x="346" y="392"/>
                    <a:pt x="360" y="418"/>
                  </a:cubicBezTo>
                  <a:cubicBezTo>
                    <a:pt x="346" y="432"/>
                    <a:pt x="327" y="445"/>
                    <a:pt x="313" y="438"/>
                  </a:cubicBezTo>
                  <a:cubicBezTo>
                    <a:pt x="307" y="438"/>
                    <a:pt x="295" y="432"/>
                    <a:pt x="287" y="424"/>
                  </a:cubicBezTo>
                  <a:cubicBezTo>
                    <a:pt x="301" y="406"/>
                    <a:pt x="313" y="386"/>
                    <a:pt x="307" y="372"/>
                  </a:cubicBezTo>
                  <a:cubicBezTo>
                    <a:pt x="307" y="359"/>
                    <a:pt x="301" y="346"/>
                    <a:pt x="287" y="340"/>
                  </a:cubicBezTo>
                  <a:cubicBezTo>
                    <a:pt x="281" y="340"/>
                    <a:pt x="268" y="340"/>
                    <a:pt x="261" y="346"/>
                  </a:cubicBezTo>
                  <a:cubicBezTo>
                    <a:pt x="249" y="359"/>
                    <a:pt x="249" y="386"/>
                    <a:pt x="261" y="412"/>
                  </a:cubicBezTo>
                  <a:lnTo>
                    <a:pt x="261" y="418"/>
                  </a:lnTo>
                  <a:cubicBezTo>
                    <a:pt x="255" y="424"/>
                    <a:pt x="249" y="432"/>
                    <a:pt x="235" y="438"/>
                  </a:cubicBezTo>
                  <a:cubicBezTo>
                    <a:pt x="228" y="438"/>
                    <a:pt x="222" y="438"/>
                    <a:pt x="222" y="438"/>
                  </a:cubicBezTo>
                  <a:cubicBezTo>
                    <a:pt x="216" y="432"/>
                    <a:pt x="216" y="432"/>
                    <a:pt x="216" y="432"/>
                  </a:cubicBezTo>
                  <a:cubicBezTo>
                    <a:pt x="216" y="424"/>
                    <a:pt x="202" y="418"/>
                    <a:pt x="196" y="424"/>
                  </a:cubicBezTo>
                  <a:cubicBezTo>
                    <a:pt x="190" y="424"/>
                    <a:pt x="190" y="424"/>
                    <a:pt x="190" y="424"/>
                  </a:cubicBezTo>
                  <a:cubicBezTo>
                    <a:pt x="176" y="432"/>
                    <a:pt x="176" y="445"/>
                    <a:pt x="184" y="451"/>
                  </a:cubicBezTo>
                  <a:cubicBezTo>
                    <a:pt x="255" y="602"/>
                    <a:pt x="255" y="602"/>
                    <a:pt x="255" y="602"/>
                  </a:cubicBezTo>
                  <a:cubicBezTo>
                    <a:pt x="255" y="758"/>
                    <a:pt x="255" y="758"/>
                    <a:pt x="255" y="758"/>
                  </a:cubicBezTo>
                  <a:cubicBezTo>
                    <a:pt x="216" y="758"/>
                    <a:pt x="216" y="758"/>
                    <a:pt x="216" y="758"/>
                  </a:cubicBezTo>
                  <a:cubicBezTo>
                    <a:pt x="216" y="719"/>
                    <a:pt x="209" y="667"/>
                    <a:pt x="184" y="634"/>
                  </a:cubicBezTo>
                  <a:cubicBezTo>
                    <a:pt x="91" y="517"/>
                    <a:pt x="72" y="424"/>
                    <a:pt x="65" y="392"/>
                  </a:cubicBezTo>
                  <a:cubicBezTo>
                    <a:pt x="59" y="353"/>
                    <a:pt x="59" y="353"/>
                    <a:pt x="59" y="353"/>
                  </a:cubicBezTo>
                  <a:cubicBezTo>
                    <a:pt x="59" y="346"/>
                    <a:pt x="59" y="340"/>
                    <a:pt x="59" y="334"/>
                  </a:cubicBezTo>
                  <a:cubicBezTo>
                    <a:pt x="59" y="184"/>
                    <a:pt x="184" y="59"/>
                    <a:pt x="340" y="59"/>
                  </a:cubicBezTo>
                  <a:cubicBezTo>
                    <a:pt x="490" y="59"/>
                    <a:pt x="614" y="184"/>
                    <a:pt x="614" y="334"/>
                  </a:cubicBezTo>
                  <a:cubicBezTo>
                    <a:pt x="614" y="340"/>
                    <a:pt x="614" y="346"/>
                    <a:pt x="614"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599" b="0" i="0" u="none" strike="noStrike" kern="0" cap="none" spc="0" normalizeH="0" baseline="0" noProof="0">
                <a:ln>
                  <a:noFill/>
                </a:ln>
                <a:solidFill>
                  <a:srgbClr val="646464"/>
                </a:solidFill>
                <a:effectLst/>
                <a:uLnTx/>
                <a:uFillTx/>
              </a:endParaRPr>
            </a:p>
          </p:txBody>
        </p:sp>
        <p:sp>
          <p:nvSpPr>
            <p:cNvPr id="139" name="Freeform 242">
              <a:extLst>
                <a:ext uri="{FF2B5EF4-FFF2-40B4-BE49-F238E27FC236}">
                  <a16:creationId xmlns:a16="http://schemas.microsoft.com/office/drawing/2014/main" id="{A8A8F710-91A5-FABD-5CB1-A9279CF5E7BD}"/>
                </a:ext>
              </a:extLst>
            </p:cNvPr>
            <p:cNvSpPr>
              <a:spLocks noChangeArrowheads="1"/>
            </p:cNvSpPr>
            <p:nvPr/>
          </p:nvSpPr>
          <p:spPr bwMode="auto">
            <a:xfrm>
              <a:off x="1720850" y="5430838"/>
              <a:ext cx="130175" cy="73025"/>
            </a:xfrm>
            <a:custGeom>
              <a:avLst/>
              <a:gdLst>
                <a:gd name="T0" fmla="*/ 0 w 361"/>
                <a:gd name="T1" fmla="*/ 2147483647 h 203"/>
                <a:gd name="T2" fmla="*/ 0 w 361"/>
                <a:gd name="T3" fmla="*/ 2147483647 h 203"/>
                <a:gd name="T4" fmla="*/ 2147483647 w 361"/>
                <a:gd name="T5" fmla="*/ 2147483647 h 203"/>
                <a:gd name="T6" fmla="*/ 2147483647 w 361"/>
                <a:gd name="T7" fmla="*/ 2147483647 h 203"/>
                <a:gd name="T8" fmla="*/ 0 w 361"/>
                <a:gd name="T9" fmla="*/ 2147483647 h 203"/>
                <a:gd name="T10" fmla="*/ 0 w 361"/>
                <a:gd name="T11" fmla="*/ 2147483647 h 203"/>
                <a:gd name="T12" fmla="*/ 2147483647 w 361"/>
                <a:gd name="T13" fmla="*/ 2147483647 h 203"/>
                <a:gd name="T14" fmla="*/ 2147483647 w 361"/>
                <a:gd name="T15" fmla="*/ 2147483647 h 203"/>
                <a:gd name="T16" fmla="*/ 2147483647 w 361"/>
                <a:gd name="T17" fmla="*/ 2147483647 h 203"/>
                <a:gd name="T18" fmla="*/ 2147483647 w 361"/>
                <a:gd name="T19" fmla="*/ 2147483647 h 203"/>
                <a:gd name="T20" fmla="*/ 2147483647 w 361"/>
                <a:gd name="T21" fmla="*/ 2147483647 h 203"/>
                <a:gd name="T22" fmla="*/ 2147483647 w 361"/>
                <a:gd name="T23" fmla="*/ 2147483647 h 203"/>
                <a:gd name="T24" fmla="*/ 2147483647 w 361"/>
                <a:gd name="T25" fmla="*/ 2147483647 h 203"/>
                <a:gd name="T26" fmla="*/ 2147483647 w 361"/>
                <a:gd name="T27" fmla="*/ 2147483647 h 203"/>
                <a:gd name="T28" fmla="*/ 2147483647 w 361"/>
                <a:gd name="T29" fmla="*/ 2147483647 h 203"/>
                <a:gd name="T30" fmla="*/ 2147483647 w 361"/>
                <a:gd name="T31" fmla="*/ 2147483647 h 203"/>
                <a:gd name="T32" fmla="*/ 2147483647 w 361"/>
                <a:gd name="T33" fmla="*/ 2147483647 h 203"/>
                <a:gd name="T34" fmla="*/ 2147483647 w 361"/>
                <a:gd name="T35" fmla="*/ 2147483647 h 203"/>
                <a:gd name="T36" fmla="*/ 2147483647 w 361"/>
                <a:gd name="T37" fmla="*/ 2147483647 h 203"/>
                <a:gd name="T38" fmla="*/ 2147483647 w 361"/>
                <a:gd name="T39" fmla="*/ 2147483647 h 203"/>
                <a:gd name="T40" fmla="*/ 2147483647 w 361"/>
                <a:gd name="T41" fmla="*/ 2147483647 h 203"/>
                <a:gd name="T42" fmla="*/ 2147483647 w 361"/>
                <a:gd name="T43" fmla="*/ 0 h 203"/>
                <a:gd name="T44" fmla="*/ 0 w 361"/>
                <a:gd name="T45" fmla="*/ 0 h 203"/>
                <a:gd name="T46" fmla="*/ 0 w 361"/>
                <a:gd name="T47" fmla="*/ 2147483647 h 20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61" h="203">
                  <a:moveTo>
                    <a:pt x="0" y="32"/>
                  </a:moveTo>
                  <a:lnTo>
                    <a:pt x="0" y="32"/>
                  </a:lnTo>
                  <a:cubicBezTo>
                    <a:pt x="20" y="32"/>
                    <a:pt x="20" y="32"/>
                    <a:pt x="20" y="32"/>
                  </a:cubicBezTo>
                  <a:cubicBezTo>
                    <a:pt x="20" y="59"/>
                    <a:pt x="20" y="59"/>
                    <a:pt x="20" y="59"/>
                  </a:cubicBezTo>
                  <a:cubicBezTo>
                    <a:pt x="0" y="59"/>
                    <a:pt x="0" y="59"/>
                    <a:pt x="0" y="59"/>
                  </a:cubicBezTo>
                  <a:cubicBezTo>
                    <a:pt x="0" y="84"/>
                    <a:pt x="0" y="84"/>
                    <a:pt x="0" y="84"/>
                  </a:cubicBezTo>
                  <a:cubicBezTo>
                    <a:pt x="20" y="84"/>
                    <a:pt x="20" y="84"/>
                    <a:pt x="20" y="84"/>
                  </a:cubicBezTo>
                  <a:cubicBezTo>
                    <a:pt x="20" y="111"/>
                    <a:pt x="20" y="111"/>
                    <a:pt x="20" y="111"/>
                  </a:cubicBezTo>
                  <a:cubicBezTo>
                    <a:pt x="6" y="111"/>
                    <a:pt x="6" y="111"/>
                    <a:pt x="6" y="111"/>
                  </a:cubicBezTo>
                  <a:cubicBezTo>
                    <a:pt x="6" y="143"/>
                    <a:pt x="39" y="170"/>
                    <a:pt x="79" y="170"/>
                  </a:cubicBezTo>
                  <a:cubicBezTo>
                    <a:pt x="85" y="189"/>
                    <a:pt x="105" y="202"/>
                    <a:pt x="124" y="202"/>
                  </a:cubicBezTo>
                  <a:cubicBezTo>
                    <a:pt x="235" y="202"/>
                    <a:pt x="235" y="202"/>
                    <a:pt x="235" y="202"/>
                  </a:cubicBezTo>
                  <a:cubicBezTo>
                    <a:pt x="255" y="202"/>
                    <a:pt x="274" y="189"/>
                    <a:pt x="281" y="170"/>
                  </a:cubicBezTo>
                  <a:cubicBezTo>
                    <a:pt x="321" y="170"/>
                    <a:pt x="353" y="143"/>
                    <a:pt x="360" y="111"/>
                  </a:cubicBezTo>
                  <a:cubicBezTo>
                    <a:pt x="346" y="111"/>
                    <a:pt x="346" y="111"/>
                    <a:pt x="346" y="111"/>
                  </a:cubicBezTo>
                  <a:cubicBezTo>
                    <a:pt x="346" y="84"/>
                    <a:pt x="346" y="84"/>
                    <a:pt x="346" y="84"/>
                  </a:cubicBezTo>
                  <a:cubicBezTo>
                    <a:pt x="360" y="84"/>
                    <a:pt x="360" y="84"/>
                    <a:pt x="360" y="84"/>
                  </a:cubicBezTo>
                  <a:cubicBezTo>
                    <a:pt x="360" y="59"/>
                    <a:pt x="360" y="59"/>
                    <a:pt x="360" y="59"/>
                  </a:cubicBezTo>
                  <a:cubicBezTo>
                    <a:pt x="346" y="59"/>
                    <a:pt x="346" y="59"/>
                    <a:pt x="346" y="59"/>
                  </a:cubicBezTo>
                  <a:cubicBezTo>
                    <a:pt x="346" y="32"/>
                    <a:pt x="346" y="32"/>
                    <a:pt x="346" y="32"/>
                  </a:cubicBezTo>
                  <a:cubicBezTo>
                    <a:pt x="360" y="32"/>
                    <a:pt x="360" y="32"/>
                    <a:pt x="360" y="32"/>
                  </a:cubicBezTo>
                  <a:cubicBezTo>
                    <a:pt x="360" y="0"/>
                    <a:pt x="360" y="0"/>
                    <a:pt x="360" y="0"/>
                  </a:cubicBezTo>
                  <a:cubicBezTo>
                    <a:pt x="0" y="0"/>
                    <a:pt x="0" y="0"/>
                    <a:pt x="0" y="0"/>
                  </a:cubicBezTo>
                  <a:lnTo>
                    <a:pt x="0" y="3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599" b="0" i="0" u="none" strike="noStrike" kern="0" cap="none" spc="0" normalizeH="0" baseline="0" noProof="0">
                <a:ln>
                  <a:noFill/>
                </a:ln>
                <a:solidFill>
                  <a:srgbClr val="646464"/>
                </a:solidFill>
                <a:effectLst/>
                <a:uLnTx/>
                <a:uFillTx/>
              </a:endParaRPr>
            </a:p>
          </p:txBody>
        </p:sp>
      </p:grpSp>
      <p:sp>
        <p:nvSpPr>
          <p:cNvPr id="140" name="Freeform 108">
            <a:extLst>
              <a:ext uri="{FF2B5EF4-FFF2-40B4-BE49-F238E27FC236}">
                <a16:creationId xmlns:a16="http://schemas.microsoft.com/office/drawing/2014/main" id="{733DD44E-0CC3-0476-E234-964D4E215977}"/>
              </a:ext>
            </a:extLst>
          </p:cNvPr>
          <p:cNvSpPr>
            <a:spLocks noEditPoints="1"/>
          </p:cNvSpPr>
          <p:nvPr/>
        </p:nvSpPr>
        <p:spPr bwMode="auto">
          <a:xfrm>
            <a:off x="6312704" y="4082564"/>
            <a:ext cx="311772" cy="188275"/>
          </a:xfrm>
          <a:custGeom>
            <a:avLst/>
            <a:gdLst>
              <a:gd name="T0" fmla="*/ 432 w 479"/>
              <a:gd name="T1" fmla="*/ 0 h 308"/>
              <a:gd name="T2" fmla="*/ 385 w 479"/>
              <a:gd name="T3" fmla="*/ 47 h 308"/>
              <a:gd name="T4" fmla="*/ 395 w 479"/>
              <a:gd name="T5" fmla="*/ 77 h 308"/>
              <a:gd name="T6" fmla="*/ 319 w 479"/>
              <a:gd name="T7" fmla="*/ 162 h 308"/>
              <a:gd name="T8" fmla="*/ 292 w 479"/>
              <a:gd name="T9" fmla="*/ 154 h 308"/>
              <a:gd name="T10" fmla="*/ 252 w 479"/>
              <a:gd name="T11" fmla="*/ 177 h 308"/>
              <a:gd name="T12" fmla="*/ 215 w 479"/>
              <a:gd name="T13" fmla="*/ 158 h 308"/>
              <a:gd name="T14" fmla="*/ 215 w 479"/>
              <a:gd name="T15" fmla="*/ 153 h 308"/>
              <a:gd name="T16" fmla="*/ 168 w 479"/>
              <a:gd name="T17" fmla="*/ 106 h 308"/>
              <a:gd name="T18" fmla="*/ 121 w 479"/>
              <a:gd name="T19" fmla="*/ 153 h 308"/>
              <a:gd name="T20" fmla="*/ 128 w 479"/>
              <a:gd name="T21" fmla="*/ 178 h 308"/>
              <a:gd name="T22" fmla="*/ 77 w 479"/>
              <a:gd name="T23" fmla="*/ 224 h 308"/>
              <a:gd name="T24" fmla="*/ 47 w 479"/>
              <a:gd name="T25" fmla="*/ 213 h 308"/>
              <a:gd name="T26" fmla="*/ 0 w 479"/>
              <a:gd name="T27" fmla="*/ 260 h 308"/>
              <a:gd name="T28" fmla="*/ 47 w 479"/>
              <a:gd name="T29" fmla="*/ 308 h 308"/>
              <a:gd name="T30" fmla="*/ 95 w 479"/>
              <a:gd name="T31" fmla="*/ 260 h 308"/>
              <a:gd name="T32" fmla="*/ 90 w 479"/>
              <a:gd name="T33" fmla="*/ 240 h 308"/>
              <a:gd name="T34" fmla="*/ 143 w 479"/>
              <a:gd name="T35" fmla="*/ 193 h 308"/>
              <a:gd name="T36" fmla="*/ 168 w 479"/>
              <a:gd name="T37" fmla="*/ 201 h 308"/>
              <a:gd name="T38" fmla="*/ 208 w 479"/>
              <a:gd name="T39" fmla="*/ 178 h 308"/>
              <a:gd name="T40" fmla="*/ 245 w 479"/>
              <a:gd name="T41" fmla="*/ 197 h 308"/>
              <a:gd name="T42" fmla="*/ 245 w 479"/>
              <a:gd name="T43" fmla="*/ 201 h 308"/>
              <a:gd name="T44" fmla="*/ 292 w 479"/>
              <a:gd name="T45" fmla="*/ 249 h 308"/>
              <a:gd name="T46" fmla="*/ 339 w 479"/>
              <a:gd name="T47" fmla="*/ 201 h 308"/>
              <a:gd name="T48" fmla="*/ 333 w 479"/>
              <a:gd name="T49" fmla="*/ 178 h 308"/>
              <a:gd name="T50" fmla="*/ 412 w 479"/>
              <a:gd name="T51" fmla="*/ 90 h 308"/>
              <a:gd name="T52" fmla="*/ 432 w 479"/>
              <a:gd name="T53" fmla="*/ 94 h 308"/>
              <a:gd name="T54" fmla="*/ 479 w 479"/>
              <a:gd name="T55" fmla="*/ 47 h 308"/>
              <a:gd name="T56" fmla="*/ 432 w 479"/>
              <a:gd name="T57" fmla="*/ 0 h 308"/>
              <a:gd name="T58" fmla="*/ 47 w 479"/>
              <a:gd name="T59" fmla="*/ 287 h 308"/>
              <a:gd name="T60" fmla="*/ 21 w 479"/>
              <a:gd name="T61" fmla="*/ 260 h 308"/>
              <a:gd name="T62" fmla="*/ 47 w 479"/>
              <a:gd name="T63" fmla="*/ 234 h 308"/>
              <a:gd name="T64" fmla="*/ 74 w 479"/>
              <a:gd name="T65" fmla="*/ 260 h 308"/>
              <a:gd name="T66" fmla="*/ 47 w 479"/>
              <a:gd name="T67" fmla="*/ 287 h 308"/>
              <a:gd name="T68" fmla="*/ 168 w 479"/>
              <a:gd name="T69" fmla="*/ 180 h 308"/>
              <a:gd name="T70" fmla="*/ 142 w 479"/>
              <a:gd name="T71" fmla="*/ 153 h 308"/>
              <a:gd name="T72" fmla="*/ 168 w 479"/>
              <a:gd name="T73" fmla="*/ 127 h 308"/>
              <a:gd name="T74" fmla="*/ 194 w 479"/>
              <a:gd name="T75" fmla="*/ 153 h 308"/>
              <a:gd name="T76" fmla="*/ 168 w 479"/>
              <a:gd name="T77" fmla="*/ 180 h 308"/>
              <a:gd name="T78" fmla="*/ 292 w 479"/>
              <a:gd name="T79" fmla="*/ 228 h 308"/>
              <a:gd name="T80" fmla="*/ 266 w 479"/>
              <a:gd name="T81" fmla="*/ 201 h 308"/>
              <a:gd name="T82" fmla="*/ 292 w 479"/>
              <a:gd name="T83" fmla="*/ 175 h 308"/>
              <a:gd name="T84" fmla="*/ 318 w 479"/>
              <a:gd name="T85" fmla="*/ 201 h 308"/>
              <a:gd name="T86" fmla="*/ 292 w 479"/>
              <a:gd name="T87" fmla="*/ 228 h 308"/>
              <a:gd name="T88" fmla="*/ 432 w 479"/>
              <a:gd name="T89" fmla="*/ 73 h 308"/>
              <a:gd name="T90" fmla="*/ 406 w 479"/>
              <a:gd name="T91" fmla="*/ 47 h 308"/>
              <a:gd name="T92" fmla="*/ 432 w 479"/>
              <a:gd name="T93" fmla="*/ 21 h 308"/>
              <a:gd name="T94" fmla="*/ 458 w 479"/>
              <a:gd name="T95" fmla="*/ 47 h 308"/>
              <a:gd name="T96" fmla="*/ 432 w 479"/>
              <a:gd name="T97" fmla="*/ 73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9" h="308">
                <a:moveTo>
                  <a:pt x="432" y="0"/>
                </a:moveTo>
                <a:cubicBezTo>
                  <a:pt x="406" y="0"/>
                  <a:pt x="385" y="21"/>
                  <a:pt x="385" y="47"/>
                </a:cubicBezTo>
                <a:cubicBezTo>
                  <a:pt x="385" y="58"/>
                  <a:pt x="389" y="69"/>
                  <a:pt x="395" y="77"/>
                </a:cubicBezTo>
                <a:cubicBezTo>
                  <a:pt x="319" y="162"/>
                  <a:pt x="319" y="162"/>
                  <a:pt x="319" y="162"/>
                </a:cubicBezTo>
                <a:cubicBezTo>
                  <a:pt x="311" y="157"/>
                  <a:pt x="302" y="154"/>
                  <a:pt x="292" y="154"/>
                </a:cubicBezTo>
                <a:cubicBezTo>
                  <a:pt x="275" y="154"/>
                  <a:pt x="260" y="163"/>
                  <a:pt x="252" y="177"/>
                </a:cubicBezTo>
                <a:cubicBezTo>
                  <a:pt x="215" y="158"/>
                  <a:pt x="215" y="158"/>
                  <a:pt x="215" y="158"/>
                </a:cubicBezTo>
                <a:cubicBezTo>
                  <a:pt x="215" y="156"/>
                  <a:pt x="215" y="155"/>
                  <a:pt x="215" y="153"/>
                </a:cubicBezTo>
                <a:cubicBezTo>
                  <a:pt x="215" y="127"/>
                  <a:pt x="194" y="106"/>
                  <a:pt x="168" y="106"/>
                </a:cubicBezTo>
                <a:cubicBezTo>
                  <a:pt x="142" y="106"/>
                  <a:pt x="121" y="127"/>
                  <a:pt x="121" y="153"/>
                </a:cubicBezTo>
                <a:cubicBezTo>
                  <a:pt x="121" y="163"/>
                  <a:pt x="123" y="171"/>
                  <a:pt x="128" y="178"/>
                </a:cubicBezTo>
                <a:cubicBezTo>
                  <a:pt x="77" y="224"/>
                  <a:pt x="77" y="224"/>
                  <a:pt x="77" y="224"/>
                </a:cubicBezTo>
                <a:cubicBezTo>
                  <a:pt x="69" y="217"/>
                  <a:pt x="59" y="213"/>
                  <a:pt x="47" y="213"/>
                </a:cubicBezTo>
                <a:cubicBezTo>
                  <a:pt x="21" y="213"/>
                  <a:pt x="0" y="234"/>
                  <a:pt x="0" y="260"/>
                </a:cubicBezTo>
                <a:cubicBezTo>
                  <a:pt x="0" y="287"/>
                  <a:pt x="21" y="308"/>
                  <a:pt x="47" y="308"/>
                </a:cubicBezTo>
                <a:cubicBezTo>
                  <a:pt x="74" y="308"/>
                  <a:pt x="95" y="287"/>
                  <a:pt x="95" y="260"/>
                </a:cubicBezTo>
                <a:cubicBezTo>
                  <a:pt x="95" y="253"/>
                  <a:pt x="93" y="246"/>
                  <a:pt x="90" y="240"/>
                </a:cubicBezTo>
                <a:cubicBezTo>
                  <a:pt x="143" y="193"/>
                  <a:pt x="143" y="193"/>
                  <a:pt x="143" y="193"/>
                </a:cubicBezTo>
                <a:cubicBezTo>
                  <a:pt x="150" y="198"/>
                  <a:pt x="159" y="201"/>
                  <a:pt x="168" y="201"/>
                </a:cubicBezTo>
                <a:cubicBezTo>
                  <a:pt x="185" y="201"/>
                  <a:pt x="200" y="192"/>
                  <a:pt x="208" y="178"/>
                </a:cubicBezTo>
                <a:cubicBezTo>
                  <a:pt x="245" y="197"/>
                  <a:pt x="245" y="197"/>
                  <a:pt x="245" y="197"/>
                </a:cubicBezTo>
                <a:cubicBezTo>
                  <a:pt x="245" y="198"/>
                  <a:pt x="245" y="200"/>
                  <a:pt x="245" y="201"/>
                </a:cubicBezTo>
                <a:cubicBezTo>
                  <a:pt x="245" y="227"/>
                  <a:pt x="266" y="249"/>
                  <a:pt x="292" y="249"/>
                </a:cubicBezTo>
                <a:cubicBezTo>
                  <a:pt x="318" y="249"/>
                  <a:pt x="339" y="227"/>
                  <a:pt x="339" y="201"/>
                </a:cubicBezTo>
                <a:cubicBezTo>
                  <a:pt x="339" y="193"/>
                  <a:pt x="337" y="185"/>
                  <a:pt x="333" y="178"/>
                </a:cubicBezTo>
                <a:cubicBezTo>
                  <a:pt x="412" y="90"/>
                  <a:pt x="412" y="90"/>
                  <a:pt x="412" y="90"/>
                </a:cubicBezTo>
                <a:cubicBezTo>
                  <a:pt x="418" y="93"/>
                  <a:pt x="425" y="94"/>
                  <a:pt x="432" y="94"/>
                </a:cubicBezTo>
                <a:cubicBezTo>
                  <a:pt x="458" y="94"/>
                  <a:pt x="479" y="73"/>
                  <a:pt x="479" y="47"/>
                </a:cubicBezTo>
                <a:cubicBezTo>
                  <a:pt x="479" y="21"/>
                  <a:pt x="458" y="0"/>
                  <a:pt x="432" y="0"/>
                </a:cubicBezTo>
                <a:close/>
                <a:moveTo>
                  <a:pt x="47" y="287"/>
                </a:moveTo>
                <a:cubicBezTo>
                  <a:pt x="33" y="287"/>
                  <a:pt x="21" y="275"/>
                  <a:pt x="21" y="260"/>
                </a:cubicBezTo>
                <a:cubicBezTo>
                  <a:pt x="21" y="246"/>
                  <a:pt x="33" y="234"/>
                  <a:pt x="47" y="234"/>
                </a:cubicBezTo>
                <a:cubicBezTo>
                  <a:pt x="62" y="234"/>
                  <a:pt x="74" y="246"/>
                  <a:pt x="74" y="260"/>
                </a:cubicBezTo>
                <a:cubicBezTo>
                  <a:pt x="74" y="275"/>
                  <a:pt x="62" y="287"/>
                  <a:pt x="47" y="287"/>
                </a:cubicBezTo>
                <a:close/>
                <a:moveTo>
                  <a:pt x="168" y="180"/>
                </a:moveTo>
                <a:cubicBezTo>
                  <a:pt x="154" y="180"/>
                  <a:pt x="142" y="168"/>
                  <a:pt x="142" y="153"/>
                </a:cubicBezTo>
                <a:cubicBezTo>
                  <a:pt x="142" y="139"/>
                  <a:pt x="154" y="127"/>
                  <a:pt x="168" y="127"/>
                </a:cubicBezTo>
                <a:cubicBezTo>
                  <a:pt x="183" y="127"/>
                  <a:pt x="194" y="139"/>
                  <a:pt x="194" y="153"/>
                </a:cubicBezTo>
                <a:cubicBezTo>
                  <a:pt x="194" y="168"/>
                  <a:pt x="183" y="180"/>
                  <a:pt x="168" y="180"/>
                </a:cubicBezTo>
                <a:close/>
                <a:moveTo>
                  <a:pt x="292" y="228"/>
                </a:moveTo>
                <a:cubicBezTo>
                  <a:pt x="277" y="228"/>
                  <a:pt x="266" y="216"/>
                  <a:pt x="266" y="201"/>
                </a:cubicBezTo>
                <a:cubicBezTo>
                  <a:pt x="266" y="187"/>
                  <a:pt x="277" y="175"/>
                  <a:pt x="292" y="175"/>
                </a:cubicBezTo>
                <a:cubicBezTo>
                  <a:pt x="306" y="175"/>
                  <a:pt x="318" y="187"/>
                  <a:pt x="318" y="201"/>
                </a:cubicBezTo>
                <a:cubicBezTo>
                  <a:pt x="318" y="216"/>
                  <a:pt x="306" y="228"/>
                  <a:pt x="292" y="228"/>
                </a:cubicBezTo>
                <a:close/>
                <a:moveTo>
                  <a:pt x="432" y="73"/>
                </a:moveTo>
                <a:cubicBezTo>
                  <a:pt x="417" y="73"/>
                  <a:pt x="406" y="62"/>
                  <a:pt x="406" y="47"/>
                </a:cubicBezTo>
                <a:cubicBezTo>
                  <a:pt x="406" y="33"/>
                  <a:pt x="417" y="21"/>
                  <a:pt x="432" y="21"/>
                </a:cubicBezTo>
                <a:cubicBezTo>
                  <a:pt x="446" y="21"/>
                  <a:pt x="458" y="33"/>
                  <a:pt x="458" y="47"/>
                </a:cubicBezTo>
                <a:cubicBezTo>
                  <a:pt x="458" y="62"/>
                  <a:pt x="446" y="73"/>
                  <a:pt x="432" y="73"/>
                </a:cubicBezTo>
                <a:close/>
              </a:path>
            </a:pathLst>
          </a:custGeom>
          <a:solidFill>
            <a:srgbClr val="333333"/>
          </a:solidFill>
          <a:ln>
            <a:noFill/>
          </a:ln>
        </p:spPr>
        <p:txBody>
          <a:bodyPr vert="horz" wrap="square" lIns="78150" tIns="39075" rIns="78150" bIns="39075" numCol="1" anchor="t"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IE" sz="1367" b="0" i="0" u="none" strike="noStrike" kern="0" cap="none" spc="0" normalizeH="0" baseline="0" noProof="0">
              <a:ln>
                <a:noFill/>
              </a:ln>
              <a:solidFill>
                <a:srgbClr val="646464"/>
              </a:solidFill>
              <a:effectLst/>
              <a:uLnTx/>
              <a:uFillTx/>
            </a:endParaRPr>
          </a:p>
        </p:txBody>
      </p:sp>
      <p:sp>
        <p:nvSpPr>
          <p:cNvPr id="141" name="Freeform 83">
            <a:extLst>
              <a:ext uri="{FF2B5EF4-FFF2-40B4-BE49-F238E27FC236}">
                <a16:creationId xmlns:a16="http://schemas.microsoft.com/office/drawing/2014/main" id="{ACB4B2E7-9112-EF32-D101-21205C01DC14}"/>
              </a:ext>
            </a:extLst>
          </p:cNvPr>
          <p:cNvSpPr>
            <a:spLocks noChangeAspect="1" noEditPoints="1"/>
          </p:cNvSpPr>
          <p:nvPr/>
        </p:nvSpPr>
        <p:spPr bwMode="auto">
          <a:xfrm>
            <a:off x="5580281" y="4778340"/>
            <a:ext cx="307238" cy="176429"/>
          </a:xfrm>
          <a:custGeom>
            <a:avLst/>
            <a:gdLst>
              <a:gd name="T0" fmla="*/ 2147483647 w 6736"/>
              <a:gd name="T1" fmla="*/ 2147483647 h 3999"/>
              <a:gd name="T2" fmla="*/ 2147483647 w 6736"/>
              <a:gd name="T3" fmla="*/ 2147483647 h 3999"/>
              <a:gd name="T4" fmla="*/ 2147483647 w 6736"/>
              <a:gd name="T5" fmla="*/ 2147483647 h 3999"/>
              <a:gd name="T6" fmla="*/ 2147483647 w 6736"/>
              <a:gd name="T7" fmla="*/ 0 h 3999"/>
              <a:gd name="T8" fmla="*/ 2147483647 w 6736"/>
              <a:gd name="T9" fmla="*/ 2147483647 h 3999"/>
              <a:gd name="T10" fmla="*/ 2147483647 w 6736"/>
              <a:gd name="T11" fmla="*/ 2147483647 h 3999"/>
              <a:gd name="T12" fmla="*/ 2147483647 w 6736"/>
              <a:gd name="T13" fmla="*/ 2147483647 h 3999"/>
              <a:gd name="T14" fmla="*/ 2147483647 w 6736"/>
              <a:gd name="T15" fmla="*/ 2147483647 h 3999"/>
              <a:gd name="T16" fmla="*/ 2147483647 w 6736"/>
              <a:gd name="T17" fmla="*/ 2147483647 h 3999"/>
              <a:gd name="T18" fmla="*/ 2147483647 w 6736"/>
              <a:gd name="T19" fmla="*/ 2147483647 h 3999"/>
              <a:gd name="T20" fmla="*/ 2147483647 w 6736"/>
              <a:gd name="T21" fmla="*/ 2147483647 h 3999"/>
              <a:gd name="T22" fmla="*/ 2147483647 w 6736"/>
              <a:gd name="T23" fmla="*/ 2147483647 h 3999"/>
              <a:gd name="T24" fmla="*/ 2147483647 w 6736"/>
              <a:gd name="T25" fmla="*/ 2147483647 h 3999"/>
              <a:gd name="T26" fmla="*/ 2147483647 w 6736"/>
              <a:gd name="T27" fmla="*/ 2147483647 h 3999"/>
              <a:gd name="T28" fmla="*/ 2147483647 w 6736"/>
              <a:gd name="T29" fmla="*/ 2147483647 h 3999"/>
              <a:gd name="T30" fmla="*/ 2147483647 w 6736"/>
              <a:gd name="T31" fmla="*/ 2147483647 h 3999"/>
              <a:gd name="T32" fmla="*/ 2147483647 w 6736"/>
              <a:gd name="T33" fmla="*/ 2147483647 h 3999"/>
              <a:gd name="T34" fmla="*/ 2147483647 w 6736"/>
              <a:gd name="T35" fmla="*/ 2147483647 h 3999"/>
              <a:gd name="T36" fmla="*/ 2147483647 w 6736"/>
              <a:gd name="T37" fmla="*/ 2147483647 h 3999"/>
              <a:gd name="T38" fmla="*/ 2147483647 w 6736"/>
              <a:gd name="T39" fmla="*/ 2147483647 h 3999"/>
              <a:gd name="T40" fmla="*/ 2147483647 w 6736"/>
              <a:gd name="T41" fmla="*/ 2147483647 h 3999"/>
              <a:gd name="T42" fmla="*/ 2147483647 w 6736"/>
              <a:gd name="T43" fmla="*/ 2147483647 h 3999"/>
              <a:gd name="T44" fmla="*/ 2147483647 w 6736"/>
              <a:gd name="T45" fmla="*/ 2147483647 h 3999"/>
              <a:gd name="T46" fmla="*/ 2147483647 w 6736"/>
              <a:gd name="T47" fmla="*/ 2147483647 h 3999"/>
              <a:gd name="T48" fmla="*/ 2147483647 w 6736"/>
              <a:gd name="T49" fmla="*/ 2147483647 h 3999"/>
              <a:gd name="T50" fmla="*/ 2147483647 w 6736"/>
              <a:gd name="T51" fmla="*/ 2147483647 h 3999"/>
              <a:gd name="T52" fmla="*/ 2147483647 w 6736"/>
              <a:gd name="T53" fmla="*/ 2147483647 h 3999"/>
              <a:gd name="T54" fmla="*/ 2147483647 w 6736"/>
              <a:gd name="T55" fmla="*/ 2147483647 h 3999"/>
              <a:gd name="T56" fmla="*/ 2147483647 w 6736"/>
              <a:gd name="T57" fmla="*/ 2147483647 h 3999"/>
              <a:gd name="T58" fmla="*/ 2147483647 w 6736"/>
              <a:gd name="T59" fmla="*/ 2147483647 h 3999"/>
              <a:gd name="T60" fmla="*/ 2147483647 w 6736"/>
              <a:gd name="T61" fmla="*/ 2147483647 h 3999"/>
              <a:gd name="T62" fmla="*/ 2147483647 w 6736"/>
              <a:gd name="T63" fmla="*/ 2147483647 h 3999"/>
              <a:gd name="T64" fmla="*/ 2147483647 w 6736"/>
              <a:gd name="T65" fmla="*/ 2147483647 h 3999"/>
              <a:gd name="T66" fmla="*/ 2147483647 w 6736"/>
              <a:gd name="T67" fmla="*/ 2147483647 h 3999"/>
              <a:gd name="T68" fmla="*/ 2147483647 w 6736"/>
              <a:gd name="T69" fmla="*/ 2147483647 h 3999"/>
              <a:gd name="T70" fmla="*/ 2147483647 w 6736"/>
              <a:gd name="T71" fmla="*/ 2147483647 h 3999"/>
              <a:gd name="T72" fmla="*/ 2147483647 w 6736"/>
              <a:gd name="T73" fmla="*/ 2147483647 h 3999"/>
              <a:gd name="T74" fmla="*/ 2147483647 w 6736"/>
              <a:gd name="T75" fmla="*/ 2147483647 h 3999"/>
              <a:gd name="T76" fmla="*/ 2147483647 w 6736"/>
              <a:gd name="T77" fmla="*/ 2147483647 h 3999"/>
              <a:gd name="T78" fmla="*/ 2147483647 w 6736"/>
              <a:gd name="T79" fmla="*/ 2147483647 h 3999"/>
              <a:gd name="T80" fmla="*/ 2147483647 w 6736"/>
              <a:gd name="T81" fmla="*/ 2147483647 h 3999"/>
              <a:gd name="T82" fmla="*/ 2147483647 w 6736"/>
              <a:gd name="T83" fmla="*/ 2147483647 h 3999"/>
              <a:gd name="T84" fmla="*/ 2147483647 w 6736"/>
              <a:gd name="T85" fmla="*/ 2147483647 h 3999"/>
              <a:gd name="T86" fmla="*/ 2147483647 w 6736"/>
              <a:gd name="T87" fmla="*/ 2147483647 h 3999"/>
              <a:gd name="T88" fmla="*/ 2147483647 w 6736"/>
              <a:gd name="T89" fmla="*/ 2147483647 h 3999"/>
              <a:gd name="T90" fmla="*/ 2147483647 w 6736"/>
              <a:gd name="T91" fmla="*/ 2147483647 h 3999"/>
              <a:gd name="T92" fmla="*/ 2147483647 w 6736"/>
              <a:gd name="T93" fmla="*/ 2147483647 h 3999"/>
              <a:gd name="T94" fmla="*/ 0 w 6736"/>
              <a:gd name="T95" fmla="*/ 2147483647 h 3999"/>
              <a:gd name="T96" fmla="*/ 2147483647 w 6736"/>
              <a:gd name="T97" fmla="*/ 2147483647 h 3999"/>
              <a:gd name="T98" fmla="*/ 2147483647 w 6736"/>
              <a:gd name="T99" fmla="*/ 2147483647 h 3999"/>
              <a:gd name="T100" fmla="*/ 2147483647 w 6736"/>
              <a:gd name="T101" fmla="*/ 2147483647 h 3999"/>
              <a:gd name="T102" fmla="*/ 2147483647 w 6736"/>
              <a:gd name="T103" fmla="*/ 2147483647 h 3999"/>
              <a:gd name="T104" fmla="*/ 2147483647 w 6736"/>
              <a:gd name="T105" fmla="*/ 2147483647 h 3999"/>
              <a:gd name="T106" fmla="*/ 2147483647 w 6736"/>
              <a:gd name="T107" fmla="*/ 0 h 39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736"/>
              <a:gd name="T163" fmla="*/ 0 h 3999"/>
              <a:gd name="T164" fmla="*/ 6736 w 6736"/>
              <a:gd name="T165" fmla="*/ 3999 h 399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736" h="3999">
                <a:moveTo>
                  <a:pt x="5298" y="3708"/>
                </a:moveTo>
                <a:lnTo>
                  <a:pt x="6445" y="3708"/>
                </a:lnTo>
                <a:lnTo>
                  <a:pt x="6445" y="2774"/>
                </a:lnTo>
                <a:lnTo>
                  <a:pt x="5298" y="2774"/>
                </a:lnTo>
                <a:lnTo>
                  <a:pt x="5298" y="3708"/>
                </a:lnTo>
                <a:close/>
                <a:moveTo>
                  <a:pt x="2794" y="3708"/>
                </a:moveTo>
                <a:lnTo>
                  <a:pt x="3942" y="3708"/>
                </a:lnTo>
                <a:lnTo>
                  <a:pt x="3942" y="2774"/>
                </a:lnTo>
                <a:lnTo>
                  <a:pt x="2794" y="2774"/>
                </a:lnTo>
                <a:lnTo>
                  <a:pt x="2794" y="3708"/>
                </a:lnTo>
                <a:close/>
                <a:moveTo>
                  <a:pt x="291" y="3708"/>
                </a:moveTo>
                <a:lnTo>
                  <a:pt x="1438" y="3708"/>
                </a:lnTo>
                <a:lnTo>
                  <a:pt x="1438" y="2774"/>
                </a:lnTo>
                <a:lnTo>
                  <a:pt x="291" y="2774"/>
                </a:lnTo>
                <a:lnTo>
                  <a:pt x="291" y="3708"/>
                </a:lnTo>
                <a:close/>
                <a:moveTo>
                  <a:pt x="2794" y="1225"/>
                </a:moveTo>
                <a:lnTo>
                  <a:pt x="3942" y="1225"/>
                </a:lnTo>
                <a:lnTo>
                  <a:pt x="3942" y="291"/>
                </a:lnTo>
                <a:lnTo>
                  <a:pt x="2794" y="291"/>
                </a:lnTo>
                <a:lnTo>
                  <a:pt x="2794" y="1225"/>
                </a:lnTo>
                <a:close/>
                <a:moveTo>
                  <a:pt x="2715" y="0"/>
                </a:moveTo>
                <a:lnTo>
                  <a:pt x="4021" y="0"/>
                </a:lnTo>
                <a:lnTo>
                  <a:pt x="4042" y="0"/>
                </a:lnTo>
                <a:lnTo>
                  <a:pt x="4062" y="4"/>
                </a:lnTo>
                <a:lnTo>
                  <a:pt x="4084" y="9"/>
                </a:lnTo>
                <a:lnTo>
                  <a:pt x="4102" y="16"/>
                </a:lnTo>
                <a:lnTo>
                  <a:pt x="4122" y="25"/>
                </a:lnTo>
                <a:lnTo>
                  <a:pt x="4139" y="36"/>
                </a:lnTo>
                <a:lnTo>
                  <a:pt x="4155" y="49"/>
                </a:lnTo>
                <a:lnTo>
                  <a:pt x="4171" y="62"/>
                </a:lnTo>
                <a:lnTo>
                  <a:pt x="4184" y="76"/>
                </a:lnTo>
                <a:lnTo>
                  <a:pt x="4197" y="93"/>
                </a:lnTo>
                <a:lnTo>
                  <a:pt x="4208" y="111"/>
                </a:lnTo>
                <a:lnTo>
                  <a:pt x="4217" y="129"/>
                </a:lnTo>
                <a:lnTo>
                  <a:pt x="4224" y="149"/>
                </a:lnTo>
                <a:lnTo>
                  <a:pt x="4228" y="169"/>
                </a:lnTo>
                <a:lnTo>
                  <a:pt x="4231" y="191"/>
                </a:lnTo>
                <a:lnTo>
                  <a:pt x="4233" y="213"/>
                </a:lnTo>
                <a:lnTo>
                  <a:pt x="4233" y="685"/>
                </a:lnTo>
                <a:lnTo>
                  <a:pt x="5945" y="685"/>
                </a:lnTo>
                <a:lnTo>
                  <a:pt x="5945" y="2483"/>
                </a:lnTo>
                <a:lnTo>
                  <a:pt x="6523" y="2483"/>
                </a:lnTo>
                <a:lnTo>
                  <a:pt x="6545" y="2485"/>
                </a:lnTo>
                <a:lnTo>
                  <a:pt x="6567" y="2487"/>
                </a:lnTo>
                <a:lnTo>
                  <a:pt x="6587" y="2492"/>
                </a:lnTo>
                <a:lnTo>
                  <a:pt x="6607" y="2499"/>
                </a:lnTo>
                <a:lnTo>
                  <a:pt x="6625" y="2508"/>
                </a:lnTo>
                <a:lnTo>
                  <a:pt x="6643" y="2519"/>
                </a:lnTo>
                <a:lnTo>
                  <a:pt x="6660" y="2532"/>
                </a:lnTo>
                <a:lnTo>
                  <a:pt x="6674" y="2545"/>
                </a:lnTo>
                <a:lnTo>
                  <a:pt x="6689" y="2561"/>
                </a:lnTo>
                <a:lnTo>
                  <a:pt x="6700" y="2578"/>
                </a:lnTo>
                <a:lnTo>
                  <a:pt x="6711" y="2594"/>
                </a:lnTo>
                <a:lnTo>
                  <a:pt x="6720" y="2614"/>
                </a:lnTo>
                <a:lnTo>
                  <a:pt x="6727" y="2632"/>
                </a:lnTo>
                <a:lnTo>
                  <a:pt x="6732" y="2652"/>
                </a:lnTo>
                <a:lnTo>
                  <a:pt x="6736" y="2674"/>
                </a:lnTo>
                <a:lnTo>
                  <a:pt x="6736" y="2696"/>
                </a:lnTo>
                <a:lnTo>
                  <a:pt x="6736" y="3786"/>
                </a:lnTo>
                <a:lnTo>
                  <a:pt x="6736" y="3808"/>
                </a:lnTo>
                <a:lnTo>
                  <a:pt x="6732" y="3830"/>
                </a:lnTo>
                <a:lnTo>
                  <a:pt x="6727" y="3850"/>
                </a:lnTo>
                <a:lnTo>
                  <a:pt x="6720" y="3868"/>
                </a:lnTo>
                <a:lnTo>
                  <a:pt x="6711" y="3888"/>
                </a:lnTo>
                <a:lnTo>
                  <a:pt x="6700" y="3904"/>
                </a:lnTo>
                <a:lnTo>
                  <a:pt x="6689" y="3921"/>
                </a:lnTo>
                <a:lnTo>
                  <a:pt x="6674" y="3937"/>
                </a:lnTo>
                <a:lnTo>
                  <a:pt x="6660" y="3950"/>
                </a:lnTo>
                <a:lnTo>
                  <a:pt x="6643" y="3963"/>
                </a:lnTo>
                <a:lnTo>
                  <a:pt x="6625" y="3974"/>
                </a:lnTo>
                <a:lnTo>
                  <a:pt x="6607" y="3983"/>
                </a:lnTo>
                <a:lnTo>
                  <a:pt x="6587" y="3990"/>
                </a:lnTo>
                <a:lnTo>
                  <a:pt x="6567" y="3995"/>
                </a:lnTo>
                <a:lnTo>
                  <a:pt x="6545" y="3997"/>
                </a:lnTo>
                <a:lnTo>
                  <a:pt x="6523" y="3999"/>
                </a:lnTo>
                <a:lnTo>
                  <a:pt x="5220" y="3999"/>
                </a:lnTo>
                <a:lnTo>
                  <a:pt x="5198" y="3997"/>
                </a:lnTo>
                <a:lnTo>
                  <a:pt x="5177" y="3995"/>
                </a:lnTo>
                <a:lnTo>
                  <a:pt x="5157" y="3990"/>
                </a:lnTo>
                <a:lnTo>
                  <a:pt x="5137" y="3983"/>
                </a:lnTo>
                <a:lnTo>
                  <a:pt x="5118" y="3974"/>
                </a:lnTo>
                <a:lnTo>
                  <a:pt x="5102" y="3963"/>
                </a:lnTo>
                <a:lnTo>
                  <a:pt x="5086" y="3950"/>
                </a:lnTo>
                <a:lnTo>
                  <a:pt x="5069" y="3937"/>
                </a:lnTo>
                <a:lnTo>
                  <a:pt x="5057" y="3921"/>
                </a:lnTo>
                <a:lnTo>
                  <a:pt x="5044" y="3904"/>
                </a:lnTo>
                <a:lnTo>
                  <a:pt x="5033" y="3888"/>
                </a:lnTo>
                <a:lnTo>
                  <a:pt x="5024" y="3868"/>
                </a:lnTo>
                <a:lnTo>
                  <a:pt x="5017" y="3850"/>
                </a:lnTo>
                <a:lnTo>
                  <a:pt x="5011" y="3830"/>
                </a:lnTo>
                <a:lnTo>
                  <a:pt x="5009" y="3808"/>
                </a:lnTo>
                <a:lnTo>
                  <a:pt x="5007" y="3786"/>
                </a:lnTo>
                <a:lnTo>
                  <a:pt x="5007" y="2696"/>
                </a:lnTo>
                <a:lnTo>
                  <a:pt x="5009" y="2674"/>
                </a:lnTo>
                <a:lnTo>
                  <a:pt x="5011" y="2652"/>
                </a:lnTo>
                <a:lnTo>
                  <a:pt x="5017" y="2632"/>
                </a:lnTo>
                <a:lnTo>
                  <a:pt x="5024" y="2614"/>
                </a:lnTo>
                <a:lnTo>
                  <a:pt x="5033" y="2594"/>
                </a:lnTo>
                <a:lnTo>
                  <a:pt x="5044" y="2578"/>
                </a:lnTo>
                <a:lnTo>
                  <a:pt x="5057" y="2561"/>
                </a:lnTo>
                <a:lnTo>
                  <a:pt x="5069" y="2545"/>
                </a:lnTo>
                <a:lnTo>
                  <a:pt x="5086" y="2532"/>
                </a:lnTo>
                <a:lnTo>
                  <a:pt x="5102" y="2519"/>
                </a:lnTo>
                <a:lnTo>
                  <a:pt x="5118" y="2508"/>
                </a:lnTo>
                <a:lnTo>
                  <a:pt x="5137" y="2499"/>
                </a:lnTo>
                <a:lnTo>
                  <a:pt x="5157" y="2492"/>
                </a:lnTo>
                <a:lnTo>
                  <a:pt x="5177" y="2487"/>
                </a:lnTo>
                <a:lnTo>
                  <a:pt x="5198" y="2485"/>
                </a:lnTo>
                <a:lnTo>
                  <a:pt x="5220" y="2483"/>
                </a:lnTo>
                <a:lnTo>
                  <a:pt x="5800" y="2483"/>
                </a:lnTo>
                <a:lnTo>
                  <a:pt x="5800" y="831"/>
                </a:lnTo>
                <a:lnTo>
                  <a:pt x="4233" y="831"/>
                </a:lnTo>
                <a:lnTo>
                  <a:pt x="4233" y="1303"/>
                </a:lnTo>
                <a:lnTo>
                  <a:pt x="4231" y="1325"/>
                </a:lnTo>
                <a:lnTo>
                  <a:pt x="4228" y="1345"/>
                </a:lnTo>
                <a:lnTo>
                  <a:pt x="4224" y="1367"/>
                </a:lnTo>
                <a:lnTo>
                  <a:pt x="4217" y="1385"/>
                </a:lnTo>
                <a:lnTo>
                  <a:pt x="4208" y="1405"/>
                </a:lnTo>
                <a:lnTo>
                  <a:pt x="4197" y="1421"/>
                </a:lnTo>
                <a:lnTo>
                  <a:pt x="4184" y="1438"/>
                </a:lnTo>
                <a:lnTo>
                  <a:pt x="4171" y="1452"/>
                </a:lnTo>
                <a:lnTo>
                  <a:pt x="4155" y="1467"/>
                </a:lnTo>
                <a:lnTo>
                  <a:pt x="4139" y="1480"/>
                </a:lnTo>
                <a:lnTo>
                  <a:pt x="4122" y="1491"/>
                </a:lnTo>
                <a:lnTo>
                  <a:pt x="4102" y="1500"/>
                </a:lnTo>
                <a:lnTo>
                  <a:pt x="4084" y="1507"/>
                </a:lnTo>
                <a:lnTo>
                  <a:pt x="4062" y="1511"/>
                </a:lnTo>
                <a:lnTo>
                  <a:pt x="4042" y="1514"/>
                </a:lnTo>
                <a:lnTo>
                  <a:pt x="4021" y="1516"/>
                </a:lnTo>
                <a:lnTo>
                  <a:pt x="3441" y="1516"/>
                </a:lnTo>
                <a:lnTo>
                  <a:pt x="3441" y="2483"/>
                </a:lnTo>
                <a:lnTo>
                  <a:pt x="4021" y="2483"/>
                </a:lnTo>
                <a:lnTo>
                  <a:pt x="4042" y="2485"/>
                </a:lnTo>
                <a:lnTo>
                  <a:pt x="4062" y="2487"/>
                </a:lnTo>
                <a:lnTo>
                  <a:pt x="4084" y="2492"/>
                </a:lnTo>
                <a:lnTo>
                  <a:pt x="4102" y="2499"/>
                </a:lnTo>
                <a:lnTo>
                  <a:pt x="4122" y="2508"/>
                </a:lnTo>
                <a:lnTo>
                  <a:pt x="4139" y="2519"/>
                </a:lnTo>
                <a:lnTo>
                  <a:pt x="4155" y="2532"/>
                </a:lnTo>
                <a:lnTo>
                  <a:pt x="4171" y="2545"/>
                </a:lnTo>
                <a:lnTo>
                  <a:pt x="4184" y="2561"/>
                </a:lnTo>
                <a:lnTo>
                  <a:pt x="4197" y="2578"/>
                </a:lnTo>
                <a:lnTo>
                  <a:pt x="4208" y="2594"/>
                </a:lnTo>
                <a:lnTo>
                  <a:pt x="4217" y="2614"/>
                </a:lnTo>
                <a:lnTo>
                  <a:pt x="4224" y="2632"/>
                </a:lnTo>
                <a:lnTo>
                  <a:pt x="4228" y="2652"/>
                </a:lnTo>
                <a:lnTo>
                  <a:pt x="4231" y="2674"/>
                </a:lnTo>
                <a:lnTo>
                  <a:pt x="4233" y="2696"/>
                </a:lnTo>
                <a:lnTo>
                  <a:pt x="4233" y="3786"/>
                </a:lnTo>
                <a:lnTo>
                  <a:pt x="4231" y="3808"/>
                </a:lnTo>
                <a:lnTo>
                  <a:pt x="4228" y="3830"/>
                </a:lnTo>
                <a:lnTo>
                  <a:pt x="4224" y="3850"/>
                </a:lnTo>
                <a:lnTo>
                  <a:pt x="4217" y="3868"/>
                </a:lnTo>
                <a:lnTo>
                  <a:pt x="4208" y="3888"/>
                </a:lnTo>
                <a:lnTo>
                  <a:pt x="4197" y="3904"/>
                </a:lnTo>
                <a:lnTo>
                  <a:pt x="4184" y="3921"/>
                </a:lnTo>
                <a:lnTo>
                  <a:pt x="4171" y="3937"/>
                </a:lnTo>
                <a:lnTo>
                  <a:pt x="4155" y="3950"/>
                </a:lnTo>
                <a:lnTo>
                  <a:pt x="4139" y="3963"/>
                </a:lnTo>
                <a:lnTo>
                  <a:pt x="4122" y="3974"/>
                </a:lnTo>
                <a:lnTo>
                  <a:pt x="4102" y="3983"/>
                </a:lnTo>
                <a:lnTo>
                  <a:pt x="4084" y="3990"/>
                </a:lnTo>
                <a:lnTo>
                  <a:pt x="4062" y="3995"/>
                </a:lnTo>
                <a:lnTo>
                  <a:pt x="4042" y="3997"/>
                </a:lnTo>
                <a:lnTo>
                  <a:pt x="4021" y="3999"/>
                </a:lnTo>
                <a:lnTo>
                  <a:pt x="2715" y="3999"/>
                </a:lnTo>
                <a:lnTo>
                  <a:pt x="2694" y="3997"/>
                </a:lnTo>
                <a:lnTo>
                  <a:pt x="2674" y="3995"/>
                </a:lnTo>
                <a:lnTo>
                  <a:pt x="2654" y="3990"/>
                </a:lnTo>
                <a:lnTo>
                  <a:pt x="2634" y="3983"/>
                </a:lnTo>
                <a:lnTo>
                  <a:pt x="2616" y="3974"/>
                </a:lnTo>
                <a:lnTo>
                  <a:pt x="2597" y="3963"/>
                </a:lnTo>
                <a:lnTo>
                  <a:pt x="2581" y="3950"/>
                </a:lnTo>
                <a:lnTo>
                  <a:pt x="2566" y="3937"/>
                </a:lnTo>
                <a:lnTo>
                  <a:pt x="2552" y="3921"/>
                </a:lnTo>
                <a:lnTo>
                  <a:pt x="2539" y="3904"/>
                </a:lnTo>
                <a:lnTo>
                  <a:pt x="2530" y="3888"/>
                </a:lnTo>
                <a:lnTo>
                  <a:pt x="2521" y="3868"/>
                </a:lnTo>
                <a:lnTo>
                  <a:pt x="2514" y="3850"/>
                </a:lnTo>
                <a:lnTo>
                  <a:pt x="2508" y="3830"/>
                </a:lnTo>
                <a:lnTo>
                  <a:pt x="2505" y="3808"/>
                </a:lnTo>
                <a:lnTo>
                  <a:pt x="2503" y="3786"/>
                </a:lnTo>
                <a:lnTo>
                  <a:pt x="2503" y="2696"/>
                </a:lnTo>
                <a:lnTo>
                  <a:pt x="2505" y="2674"/>
                </a:lnTo>
                <a:lnTo>
                  <a:pt x="2508" y="2652"/>
                </a:lnTo>
                <a:lnTo>
                  <a:pt x="2514" y="2632"/>
                </a:lnTo>
                <a:lnTo>
                  <a:pt x="2521" y="2614"/>
                </a:lnTo>
                <a:lnTo>
                  <a:pt x="2530" y="2594"/>
                </a:lnTo>
                <a:lnTo>
                  <a:pt x="2539" y="2578"/>
                </a:lnTo>
                <a:lnTo>
                  <a:pt x="2552" y="2561"/>
                </a:lnTo>
                <a:lnTo>
                  <a:pt x="2566" y="2545"/>
                </a:lnTo>
                <a:lnTo>
                  <a:pt x="2581" y="2532"/>
                </a:lnTo>
                <a:lnTo>
                  <a:pt x="2597" y="2519"/>
                </a:lnTo>
                <a:lnTo>
                  <a:pt x="2616" y="2508"/>
                </a:lnTo>
                <a:lnTo>
                  <a:pt x="2634" y="2499"/>
                </a:lnTo>
                <a:lnTo>
                  <a:pt x="2654" y="2492"/>
                </a:lnTo>
                <a:lnTo>
                  <a:pt x="2674" y="2487"/>
                </a:lnTo>
                <a:lnTo>
                  <a:pt x="2694" y="2485"/>
                </a:lnTo>
                <a:lnTo>
                  <a:pt x="2715" y="2483"/>
                </a:lnTo>
                <a:lnTo>
                  <a:pt x="3295" y="2483"/>
                </a:lnTo>
                <a:lnTo>
                  <a:pt x="3295" y="1516"/>
                </a:lnTo>
                <a:lnTo>
                  <a:pt x="2715" y="1516"/>
                </a:lnTo>
                <a:lnTo>
                  <a:pt x="2694" y="1514"/>
                </a:lnTo>
                <a:lnTo>
                  <a:pt x="2674" y="1511"/>
                </a:lnTo>
                <a:lnTo>
                  <a:pt x="2654" y="1507"/>
                </a:lnTo>
                <a:lnTo>
                  <a:pt x="2634" y="1500"/>
                </a:lnTo>
                <a:lnTo>
                  <a:pt x="2616" y="1491"/>
                </a:lnTo>
                <a:lnTo>
                  <a:pt x="2597" y="1480"/>
                </a:lnTo>
                <a:lnTo>
                  <a:pt x="2581" y="1467"/>
                </a:lnTo>
                <a:lnTo>
                  <a:pt x="2566" y="1452"/>
                </a:lnTo>
                <a:lnTo>
                  <a:pt x="2552" y="1438"/>
                </a:lnTo>
                <a:lnTo>
                  <a:pt x="2539" y="1421"/>
                </a:lnTo>
                <a:lnTo>
                  <a:pt x="2530" y="1405"/>
                </a:lnTo>
                <a:lnTo>
                  <a:pt x="2521" y="1385"/>
                </a:lnTo>
                <a:lnTo>
                  <a:pt x="2514" y="1367"/>
                </a:lnTo>
                <a:lnTo>
                  <a:pt x="2508" y="1345"/>
                </a:lnTo>
                <a:lnTo>
                  <a:pt x="2505" y="1325"/>
                </a:lnTo>
                <a:lnTo>
                  <a:pt x="2503" y="1303"/>
                </a:lnTo>
                <a:lnTo>
                  <a:pt x="2503" y="831"/>
                </a:lnTo>
                <a:lnTo>
                  <a:pt x="936" y="831"/>
                </a:lnTo>
                <a:lnTo>
                  <a:pt x="936" y="2483"/>
                </a:lnTo>
                <a:lnTo>
                  <a:pt x="1516" y="2483"/>
                </a:lnTo>
                <a:lnTo>
                  <a:pt x="1538" y="2485"/>
                </a:lnTo>
                <a:lnTo>
                  <a:pt x="1559" y="2487"/>
                </a:lnTo>
                <a:lnTo>
                  <a:pt x="1579" y="2492"/>
                </a:lnTo>
                <a:lnTo>
                  <a:pt x="1599" y="2499"/>
                </a:lnTo>
                <a:lnTo>
                  <a:pt x="1618" y="2508"/>
                </a:lnTo>
                <a:lnTo>
                  <a:pt x="1636" y="2519"/>
                </a:lnTo>
                <a:lnTo>
                  <a:pt x="1652" y="2532"/>
                </a:lnTo>
                <a:lnTo>
                  <a:pt x="1667" y="2545"/>
                </a:lnTo>
                <a:lnTo>
                  <a:pt x="1679" y="2561"/>
                </a:lnTo>
                <a:lnTo>
                  <a:pt x="1692" y="2578"/>
                </a:lnTo>
                <a:lnTo>
                  <a:pt x="1703" y="2594"/>
                </a:lnTo>
                <a:lnTo>
                  <a:pt x="1712" y="2614"/>
                </a:lnTo>
                <a:lnTo>
                  <a:pt x="1719" y="2632"/>
                </a:lnTo>
                <a:lnTo>
                  <a:pt x="1725" y="2652"/>
                </a:lnTo>
                <a:lnTo>
                  <a:pt x="1729" y="2674"/>
                </a:lnTo>
                <a:lnTo>
                  <a:pt x="1729" y="2696"/>
                </a:lnTo>
                <a:lnTo>
                  <a:pt x="1729" y="3786"/>
                </a:lnTo>
                <a:lnTo>
                  <a:pt x="1729" y="3808"/>
                </a:lnTo>
                <a:lnTo>
                  <a:pt x="1725" y="3830"/>
                </a:lnTo>
                <a:lnTo>
                  <a:pt x="1719" y="3850"/>
                </a:lnTo>
                <a:lnTo>
                  <a:pt x="1712" y="3868"/>
                </a:lnTo>
                <a:lnTo>
                  <a:pt x="1703" y="3888"/>
                </a:lnTo>
                <a:lnTo>
                  <a:pt x="1692" y="3904"/>
                </a:lnTo>
                <a:lnTo>
                  <a:pt x="1679" y="3921"/>
                </a:lnTo>
                <a:lnTo>
                  <a:pt x="1667" y="3937"/>
                </a:lnTo>
                <a:lnTo>
                  <a:pt x="1652" y="3950"/>
                </a:lnTo>
                <a:lnTo>
                  <a:pt x="1636" y="3963"/>
                </a:lnTo>
                <a:lnTo>
                  <a:pt x="1618" y="3974"/>
                </a:lnTo>
                <a:lnTo>
                  <a:pt x="1599" y="3983"/>
                </a:lnTo>
                <a:lnTo>
                  <a:pt x="1579" y="3990"/>
                </a:lnTo>
                <a:lnTo>
                  <a:pt x="1559" y="3995"/>
                </a:lnTo>
                <a:lnTo>
                  <a:pt x="1538" y="3997"/>
                </a:lnTo>
                <a:lnTo>
                  <a:pt x="1516" y="3999"/>
                </a:lnTo>
                <a:lnTo>
                  <a:pt x="213" y="3999"/>
                </a:lnTo>
                <a:lnTo>
                  <a:pt x="191" y="3997"/>
                </a:lnTo>
                <a:lnTo>
                  <a:pt x="169" y="3995"/>
                </a:lnTo>
                <a:lnTo>
                  <a:pt x="149" y="3990"/>
                </a:lnTo>
                <a:lnTo>
                  <a:pt x="129" y="3983"/>
                </a:lnTo>
                <a:lnTo>
                  <a:pt x="111" y="3974"/>
                </a:lnTo>
                <a:lnTo>
                  <a:pt x="93" y="3963"/>
                </a:lnTo>
                <a:lnTo>
                  <a:pt x="76" y="3950"/>
                </a:lnTo>
                <a:lnTo>
                  <a:pt x="62" y="3937"/>
                </a:lnTo>
                <a:lnTo>
                  <a:pt x="49" y="3921"/>
                </a:lnTo>
                <a:lnTo>
                  <a:pt x="36" y="3904"/>
                </a:lnTo>
                <a:lnTo>
                  <a:pt x="25" y="3888"/>
                </a:lnTo>
                <a:lnTo>
                  <a:pt x="16" y="3868"/>
                </a:lnTo>
                <a:lnTo>
                  <a:pt x="9" y="3850"/>
                </a:lnTo>
                <a:lnTo>
                  <a:pt x="4" y="3830"/>
                </a:lnTo>
                <a:lnTo>
                  <a:pt x="0" y="3808"/>
                </a:lnTo>
                <a:lnTo>
                  <a:pt x="0" y="3786"/>
                </a:lnTo>
                <a:lnTo>
                  <a:pt x="0" y="2696"/>
                </a:lnTo>
                <a:lnTo>
                  <a:pt x="0" y="2674"/>
                </a:lnTo>
                <a:lnTo>
                  <a:pt x="4" y="2652"/>
                </a:lnTo>
                <a:lnTo>
                  <a:pt x="9" y="2632"/>
                </a:lnTo>
                <a:lnTo>
                  <a:pt x="16" y="2614"/>
                </a:lnTo>
                <a:lnTo>
                  <a:pt x="25" y="2594"/>
                </a:lnTo>
                <a:lnTo>
                  <a:pt x="36" y="2578"/>
                </a:lnTo>
                <a:lnTo>
                  <a:pt x="49" y="2561"/>
                </a:lnTo>
                <a:lnTo>
                  <a:pt x="62" y="2545"/>
                </a:lnTo>
                <a:lnTo>
                  <a:pt x="76" y="2532"/>
                </a:lnTo>
                <a:lnTo>
                  <a:pt x="93" y="2519"/>
                </a:lnTo>
                <a:lnTo>
                  <a:pt x="111" y="2508"/>
                </a:lnTo>
                <a:lnTo>
                  <a:pt x="129" y="2499"/>
                </a:lnTo>
                <a:lnTo>
                  <a:pt x="149" y="2492"/>
                </a:lnTo>
                <a:lnTo>
                  <a:pt x="169" y="2487"/>
                </a:lnTo>
                <a:lnTo>
                  <a:pt x="191" y="2485"/>
                </a:lnTo>
                <a:lnTo>
                  <a:pt x="213" y="2483"/>
                </a:lnTo>
                <a:lnTo>
                  <a:pt x="791" y="2483"/>
                </a:lnTo>
                <a:lnTo>
                  <a:pt x="791" y="685"/>
                </a:lnTo>
                <a:lnTo>
                  <a:pt x="2503" y="685"/>
                </a:lnTo>
                <a:lnTo>
                  <a:pt x="2503" y="213"/>
                </a:lnTo>
                <a:lnTo>
                  <a:pt x="2505" y="191"/>
                </a:lnTo>
                <a:lnTo>
                  <a:pt x="2508" y="169"/>
                </a:lnTo>
                <a:lnTo>
                  <a:pt x="2514" y="149"/>
                </a:lnTo>
                <a:lnTo>
                  <a:pt x="2521" y="129"/>
                </a:lnTo>
                <a:lnTo>
                  <a:pt x="2530" y="111"/>
                </a:lnTo>
                <a:lnTo>
                  <a:pt x="2539" y="93"/>
                </a:lnTo>
                <a:lnTo>
                  <a:pt x="2552" y="76"/>
                </a:lnTo>
                <a:lnTo>
                  <a:pt x="2566" y="62"/>
                </a:lnTo>
                <a:lnTo>
                  <a:pt x="2581" y="49"/>
                </a:lnTo>
                <a:lnTo>
                  <a:pt x="2597" y="36"/>
                </a:lnTo>
                <a:lnTo>
                  <a:pt x="2616" y="25"/>
                </a:lnTo>
                <a:lnTo>
                  <a:pt x="2634" y="16"/>
                </a:lnTo>
                <a:lnTo>
                  <a:pt x="2654" y="9"/>
                </a:lnTo>
                <a:lnTo>
                  <a:pt x="2674" y="4"/>
                </a:lnTo>
                <a:lnTo>
                  <a:pt x="2694" y="0"/>
                </a:lnTo>
                <a:lnTo>
                  <a:pt x="2715" y="0"/>
                </a:lnTo>
                <a:close/>
              </a:path>
            </a:pathLst>
          </a:custGeom>
          <a:solidFill>
            <a:srgbClr val="333333"/>
          </a:solidFill>
          <a:ln w="9525">
            <a:noFill/>
            <a:round/>
            <a:headEnd/>
            <a:tailEnd/>
          </a:ln>
        </p:spPr>
        <p:txBody>
          <a:bodyPr vert="horz" wrap="square" lIns="91392" tIns="45696" rIns="91392" bIns="45696" anchor="t"/>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de-DE" sz="1938" b="0" i="0" u="none" strike="noStrike" kern="0" cap="none" spc="0" normalizeH="0" baseline="0" noProof="0">
              <a:ln>
                <a:noFill/>
              </a:ln>
              <a:solidFill>
                <a:srgbClr val="FFFFFF"/>
              </a:solidFill>
              <a:effectLst/>
              <a:uLnTx/>
              <a:uFillTx/>
            </a:endParaRPr>
          </a:p>
        </p:txBody>
      </p:sp>
      <p:sp>
        <p:nvSpPr>
          <p:cNvPr id="142" name="Freeform 50">
            <a:extLst>
              <a:ext uri="{FF2B5EF4-FFF2-40B4-BE49-F238E27FC236}">
                <a16:creationId xmlns:a16="http://schemas.microsoft.com/office/drawing/2014/main" id="{CC1D26D7-6ECF-7FDD-187D-B1C446E3D118}"/>
              </a:ext>
            </a:extLst>
          </p:cNvPr>
          <p:cNvSpPr>
            <a:spLocks noChangeAspect="1" noEditPoints="1"/>
          </p:cNvSpPr>
          <p:nvPr/>
        </p:nvSpPr>
        <p:spPr bwMode="auto">
          <a:xfrm>
            <a:off x="6412327" y="4775006"/>
            <a:ext cx="191408" cy="222484"/>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0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2147483647 w 3704"/>
              <a:gd name="T53" fmla="*/ 2147483647 h 4763"/>
              <a:gd name="T54" fmla="*/ 2147483647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2147483647 h 4763"/>
              <a:gd name="T102" fmla="*/ 2147483647 w 3704"/>
              <a:gd name="T103" fmla="*/ 2147483647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04"/>
              <a:gd name="T169" fmla="*/ 0 h 4763"/>
              <a:gd name="T170" fmla="*/ 3704 w 370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04" h="4763">
                <a:moveTo>
                  <a:pt x="0" y="654"/>
                </a:moveTo>
                <a:lnTo>
                  <a:pt x="0" y="4763"/>
                </a:lnTo>
                <a:lnTo>
                  <a:pt x="2962" y="4763"/>
                </a:lnTo>
                <a:lnTo>
                  <a:pt x="2964" y="1718"/>
                </a:lnTo>
                <a:lnTo>
                  <a:pt x="2769" y="1718"/>
                </a:lnTo>
                <a:lnTo>
                  <a:pt x="2768" y="4568"/>
                </a:lnTo>
                <a:lnTo>
                  <a:pt x="195" y="4568"/>
                </a:lnTo>
                <a:lnTo>
                  <a:pt x="195" y="849"/>
                </a:lnTo>
                <a:lnTo>
                  <a:pt x="2003" y="849"/>
                </a:lnTo>
                <a:lnTo>
                  <a:pt x="2003" y="1621"/>
                </a:lnTo>
                <a:lnTo>
                  <a:pt x="2964" y="1621"/>
                </a:lnTo>
                <a:lnTo>
                  <a:pt x="2965" y="1428"/>
                </a:lnTo>
                <a:lnTo>
                  <a:pt x="2190" y="654"/>
                </a:lnTo>
                <a:lnTo>
                  <a:pt x="0" y="654"/>
                </a:lnTo>
                <a:close/>
                <a:moveTo>
                  <a:pt x="2198" y="945"/>
                </a:moveTo>
                <a:lnTo>
                  <a:pt x="2685" y="1426"/>
                </a:lnTo>
                <a:lnTo>
                  <a:pt x="2198" y="1426"/>
                </a:lnTo>
                <a:lnTo>
                  <a:pt x="2198" y="945"/>
                </a:lnTo>
                <a:close/>
                <a:moveTo>
                  <a:pt x="577" y="554"/>
                </a:moveTo>
                <a:lnTo>
                  <a:pt x="675" y="554"/>
                </a:lnTo>
                <a:lnTo>
                  <a:pt x="675" y="435"/>
                </a:lnTo>
                <a:lnTo>
                  <a:pt x="3229" y="435"/>
                </a:lnTo>
                <a:lnTo>
                  <a:pt x="3229" y="4115"/>
                </a:lnTo>
                <a:lnTo>
                  <a:pt x="3074" y="4115"/>
                </a:lnTo>
                <a:lnTo>
                  <a:pt x="3074" y="4213"/>
                </a:lnTo>
                <a:lnTo>
                  <a:pt x="3327" y="4213"/>
                </a:lnTo>
                <a:lnTo>
                  <a:pt x="3327" y="337"/>
                </a:lnTo>
                <a:lnTo>
                  <a:pt x="577" y="337"/>
                </a:lnTo>
                <a:lnTo>
                  <a:pt x="577" y="554"/>
                </a:lnTo>
                <a:close/>
                <a:moveTo>
                  <a:pt x="964" y="0"/>
                </a:moveTo>
                <a:lnTo>
                  <a:pt x="964" y="218"/>
                </a:lnTo>
                <a:lnTo>
                  <a:pt x="1062" y="218"/>
                </a:lnTo>
                <a:lnTo>
                  <a:pt x="1062" y="97"/>
                </a:lnTo>
                <a:lnTo>
                  <a:pt x="3607" y="97"/>
                </a:lnTo>
                <a:lnTo>
                  <a:pt x="3607" y="3799"/>
                </a:lnTo>
                <a:lnTo>
                  <a:pt x="3452" y="3799"/>
                </a:lnTo>
                <a:lnTo>
                  <a:pt x="3452" y="3896"/>
                </a:lnTo>
                <a:lnTo>
                  <a:pt x="3704" y="3896"/>
                </a:lnTo>
                <a:lnTo>
                  <a:pt x="3704" y="0"/>
                </a:lnTo>
                <a:lnTo>
                  <a:pt x="964" y="0"/>
                </a:lnTo>
                <a:close/>
                <a:moveTo>
                  <a:pt x="2434" y="3265"/>
                </a:moveTo>
                <a:lnTo>
                  <a:pt x="1014" y="3265"/>
                </a:lnTo>
                <a:lnTo>
                  <a:pt x="1014" y="3363"/>
                </a:lnTo>
                <a:lnTo>
                  <a:pt x="2434" y="3363"/>
                </a:lnTo>
                <a:lnTo>
                  <a:pt x="2434" y="3265"/>
                </a:lnTo>
                <a:close/>
                <a:moveTo>
                  <a:pt x="2434" y="2737"/>
                </a:moveTo>
                <a:lnTo>
                  <a:pt x="1014" y="2737"/>
                </a:lnTo>
                <a:lnTo>
                  <a:pt x="1014" y="2834"/>
                </a:lnTo>
                <a:lnTo>
                  <a:pt x="2434" y="2834"/>
                </a:lnTo>
                <a:lnTo>
                  <a:pt x="2434" y="2737"/>
                </a:lnTo>
                <a:close/>
                <a:moveTo>
                  <a:pt x="1014" y="3891"/>
                </a:moveTo>
                <a:lnTo>
                  <a:pt x="2020" y="3891"/>
                </a:lnTo>
                <a:lnTo>
                  <a:pt x="2020" y="3794"/>
                </a:lnTo>
                <a:lnTo>
                  <a:pt x="1014" y="3794"/>
                </a:lnTo>
                <a:lnTo>
                  <a:pt x="1014" y="3891"/>
                </a:lnTo>
                <a:close/>
                <a:moveTo>
                  <a:pt x="659" y="2655"/>
                </a:moveTo>
                <a:lnTo>
                  <a:pt x="659" y="2655"/>
                </a:lnTo>
                <a:lnTo>
                  <a:pt x="645" y="2657"/>
                </a:lnTo>
                <a:lnTo>
                  <a:pt x="633" y="2658"/>
                </a:lnTo>
                <a:lnTo>
                  <a:pt x="620" y="2662"/>
                </a:lnTo>
                <a:lnTo>
                  <a:pt x="609" y="2665"/>
                </a:lnTo>
                <a:lnTo>
                  <a:pt x="597" y="2671"/>
                </a:lnTo>
                <a:lnTo>
                  <a:pt x="586" y="2677"/>
                </a:lnTo>
                <a:lnTo>
                  <a:pt x="576" y="2686"/>
                </a:lnTo>
                <a:lnTo>
                  <a:pt x="566" y="2693"/>
                </a:lnTo>
                <a:lnTo>
                  <a:pt x="559" y="2703"/>
                </a:lnTo>
                <a:lnTo>
                  <a:pt x="550" y="2713"/>
                </a:lnTo>
                <a:lnTo>
                  <a:pt x="544" y="2724"/>
                </a:lnTo>
                <a:lnTo>
                  <a:pt x="538" y="2736"/>
                </a:lnTo>
                <a:lnTo>
                  <a:pt x="535" y="2747"/>
                </a:lnTo>
                <a:lnTo>
                  <a:pt x="531" y="2760"/>
                </a:lnTo>
                <a:lnTo>
                  <a:pt x="530" y="2772"/>
                </a:lnTo>
                <a:lnTo>
                  <a:pt x="528" y="2786"/>
                </a:lnTo>
                <a:lnTo>
                  <a:pt x="530" y="2799"/>
                </a:lnTo>
                <a:lnTo>
                  <a:pt x="531" y="2813"/>
                </a:lnTo>
                <a:lnTo>
                  <a:pt x="535" y="2825"/>
                </a:lnTo>
                <a:lnTo>
                  <a:pt x="538" y="2837"/>
                </a:lnTo>
                <a:lnTo>
                  <a:pt x="544" y="2849"/>
                </a:lnTo>
                <a:lnTo>
                  <a:pt x="550" y="2859"/>
                </a:lnTo>
                <a:lnTo>
                  <a:pt x="559" y="2870"/>
                </a:lnTo>
                <a:lnTo>
                  <a:pt x="566" y="2878"/>
                </a:lnTo>
                <a:lnTo>
                  <a:pt x="576" y="2887"/>
                </a:lnTo>
                <a:lnTo>
                  <a:pt x="586" y="2894"/>
                </a:lnTo>
                <a:lnTo>
                  <a:pt x="597" y="2901"/>
                </a:lnTo>
                <a:lnTo>
                  <a:pt x="609" y="2906"/>
                </a:lnTo>
                <a:lnTo>
                  <a:pt x="620" y="2911"/>
                </a:lnTo>
                <a:lnTo>
                  <a:pt x="633" y="2915"/>
                </a:lnTo>
                <a:lnTo>
                  <a:pt x="645" y="2916"/>
                </a:lnTo>
                <a:lnTo>
                  <a:pt x="659" y="2917"/>
                </a:lnTo>
                <a:lnTo>
                  <a:pt x="672" y="2916"/>
                </a:lnTo>
                <a:lnTo>
                  <a:pt x="686" y="2915"/>
                </a:lnTo>
                <a:lnTo>
                  <a:pt x="698" y="2911"/>
                </a:lnTo>
                <a:lnTo>
                  <a:pt x="710" y="2906"/>
                </a:lnTo>
                <a:lnTo>
                  <a:pt x="722" y="2901"/>
                </a:lnTo>
                <a:lnTo>
                  <a:pt x="732" y="2894"/>
                </a:lnTo>
                <a:lnTo>
                  <a:pt x="743" y="2887"/>
                </a:lnTo>
                <a:lnTo>
                  <a:pt x="751" y="2878"/>
                </a:lnTo>
                <a:lnTo>
                  <a:pt x="760" y="2870"/>
                </a:lnTo>
                <a:lnTo>
                  <a:pt x="767" y="2859"/>
                </a:lnTo>
                <a:lnTo>
                  <a:pt x="774" y="2849"/>
                </a:lnTo>
                <a:lnTo>
                  <a:pt x="779" y="2837"/>
                </a:lnTo>
                <a:lnTo>
                  <a:pt x="784" y="2825"/>
                </a:lnTo>
                <a:lnTo>
                  <a:pt x="788" y="2813"/>
                </a:lnTo>
                <a:lnTo>
                  <a:pt x="789" y="2799"/>
                </a:lnTo>
                <a:lnTo>
                  <a:pt x="790" y="2786"/>
                </a:lnTo>
                <a:lnTo>
                  <a:pt x="789" y="2772"/>
                </a:lnTo>
                <a:lnTo>
                  <a:pt x="788" y="2760"/>
                </a:lnTo>
                <a:lnTo>
                  <a:pt x="784" y="2747"/>
                </a:lnTo>
                <a:lnTo>
                  <a:pt x="779" y="2736"/>
                </a:lnTo>
                <a:lnTo>
                  <a:pt x="774" y="2724"/>
                </a:lnTo>
                <a:lnTo>
                  <a:pt x="767" y="2713"/>
                </a:lnTo>
                <a:lnTo>
                  <a:pt x="760" y="2703"/>
                </a:lnTo>
                <a:lnTo>
                  <a:pt x="751" y="2693"/>
                </a:lnTo>
                <a:lnTo>
                  <a:pt x="743" y="2686"/>
                </a:lnTo>
                <a:lnTo>
                  <a:pt x="732" y="2677"/>
                </a:lnTo>
                <a:lnTo>
                  <a:pt x="722" y="2671"/>
                </a:lnTo>
                <a:lnTo>
                  <a:pt x="710" y="2665"/>
                </a:lnTo>
                <a:lnTo>
                  <a:pt x="698" y="2662"/>
                </a:lnTo>
                <a:lnTo>
                  <a:pt x="686" y="2658"/>
                </a:lnTo>
                <a:lnTo>
                  <a:pt x="672" y="2657"/>
                </a:lnTo>
                <a:lnTo>
                  <a:pt x="659" y="2655"/>
                </a:lnTo>
                <a:close/>
                <a:moveTo>
                  <a:pt x="659" y="2127"/>
                </a:moveTo>
                <a:lnTo>
                  <a:pt x="659" y="2127"/>
                </a:lnTo>
                <a:lnTo>
                  <a:pt x="645" y="2128"/>
                </a:lnTo>
                <a:lnTo>
                  <a:pt x="633" y="2129"/>
                </a:lnTo>
                <a:lnTo>
                  <a:pt x="620" y="2133"/>
                </a:lnTo>
                <a:lnTo>
                  <a:pt x="609" y="2137"/>
                </a:lnTo>
                <a:lnTo>
                  <a:pt x="597" y="2143"/>
                </a:lnTo>
                <a:lnTo>
                  <a:pt x="586" y="2149"/>
                </a:lnTo>
                <a:lnTo>
                  <a:pt x="576" y="2157"/>
                </a:lnTo>
                <a:lnTo>
                  <a:pt x="566" y="2165"/>
                </a:lnTo>
                <a:lnTo>
                  <a:pt x="559" y="2175"/>
                </a:lnTo>
                <a:lnTo>
                  <a:pt x="550" y="2184"/>
                </a:lnTo>
                <a:lnTo>
                  <a:pt x="544" y="2195"/>
                </a:lnTo>
                <a:lnTo>
                  <a:pt x="538" y="2207"/>
                </a:lnTo>
                <a:lnTo>
                  <a:pt x="535" y="2218"/>
                </a:lnTo>
                <a:lnTo>
                  <a:pt x="531" y="2232"/>
                </a:lnTo>
                <a:lnTo>
                  <a:pt x="530" y="2244"/>
                </a:lnTo>
                <a:lnTo>
                  <a:pt x="528" y="2257"/>
                </a:lnTo>
                <a:lnTo>
                  <a:pt x="530" y="2271"/>
                </a:lnTo>
                <a:lnTo>
                  <a:pt x="531" y="2284"/>
                </a:lnTo>
                <a:lnTo>
                  <a:pt x="535" y="2296"/>
                </a:lnTo>
                <a:lnTo>
                  <a:pt x="538" y="2308"/>
                </a:lnTo>
                <a:lnTo>
                  <a:pt x="544" y="2321"/>
                </a:lnTo>
                <a:lnTo>
                  <a:pt x="550" y="2330"/>
                </a:lnTo>
                <a:lnTo>
                  <a:pt x="559" y="2341"/>
                </a:lnTo>
                <a:lnTo>
                  <a:pt x="566" y="2350"/>
                </a:lnTo>
                <a:lnTo>
                  <a:pt x="576" y="2358"/>
                </a:lnTo>
                <a:lnTo>
                  <a:pt x="586" y="2366"/>
                </a:lnTo>
                <a:lnTo>
                  <a:pt x="597" y="2373"/>
                </a:lnTo>
                <a:lnTo>
                  <a:pt x="609" y="2378"/>
                </a:lnTo>
                <a:lnTo>
                  <a:pt x="620" y="2383"/>
                </a:lnTo>
                <a:lnTo>
                  <a:pt x="633" y="2386"/>
                </a:lnTo>
                <a:lnTo>
                  <a:pt x="645" y="2388"/>
                </a:lnTo>
                <a:lnTo>
                  <a:pt x="659" y="2389"/>
                </a:lnTo>
                <a:lnTo>
                  <a:pt x="672" y="2388"/>
                </a:lnTo>
                <a:lnTo>
                  <a:pt x="686" y="2386"/>
                </a:lnTo>
                <a:lnTo>
                  <a:pt x="698" y="2383"/>
                </a:lnTo>
                <a:lnTo>
                  <a:pt x="710" y="2378"/>
                </a:lnTo>
                <a:lnTo>
                  <a:pt x="722" y="2373"/>
                </a:lnTo>
                <a:lnTo>
                  <a:pt x="732" y="2366"/>
                </a:lnTo>
                <a:lnTo>
                  <a:pt x="743" y="2358"/>
                </a:lnTo>
                <a:lnTo>
                  <a:pt x="751" y="2350"/>
                </a:lnTo>
                <a:lnTo>
                  <a:pt x="760" y="2341"/>
                </a:lnTo>
                <a:lnTo>
                  <a:pt x="767" y="2330"/>
                </a:lnTo>
                <a:lnTo>
                  <a:pt x="774" y="2321"/>
                </a:lnTo>
                <a:lnTo>
                  <a:pt x="779" y="2308"/>
                </a:lnTo>
                <a:lnTo>
                  <a:pt x="784" y="2296"/>
                </a:lnTo>
                <a:lnTo>
                  <a:pt x="788" y="2284"/>
                </a:lnTo>
                <a:lnTo>
                  <a:pt x="789" y="2271"/>
                </a:lnTo>
                <a:lnTo>
                  <a:pt x="790" y="2257"/>
                </a:lnTo>
                <a:lnTo>
                  <a:pt x="789" y="2244"/>
                </a:lnTo>
                <a:lnTo>
                  <a:pt x="788" y="2232"/>
                </a:lnTo>
                <a:lnTo>
                  <a:pt x="784" y="2218"/>
                </a:lnTo>
                <a:lnTo>
                  <a:pt x="779" y="2207"/>
                </a:lnTo>
                <a:lnTo>
                  <a:pt x="774" y="2195"/>
                </a:lnTo>
                <a:lnTo>
                  <a:pt x="767" y="2184"/>
                </a:lnTo>
                <a:lnTo>
                  <a:pt x="760" y="2175"/>
                </a:lnTo>
                <a:lnTo>
                  <a:pt x="751" y="2165"/>
                </a:lnTo>
                <a:lnTo>
                  <a:pt x="743" y="2157"/>
                </a:lnTo>
                <a:lnTo>
                  <a:pt x="732" y="2149"/>
                </a:lnTo>
                <a:lnTo>
                  <a:pt x="722" y="2143"/>
                </a:lnTo>
                <a:lnTo>
                  <a:pt x="710" y="2137"/>
                </a:lnTo>
                <a:lnTo>
                  <a:pt x="698" y="2133"/>
                </a:lnTo>
                <a:lnTo>
                  <a:pt x="686" y="2129"/>
                </a:lnTo>
                <a:lnTo>
                  <a:pt x="672" y="2128"/>
                </a:lnTo>
                <a:lnTo>
                  <a:pt x="659" y="2127"/>
                </a:lnTo>
                <a:close/>
                <a:moveTo>
                  <a:pt x="659" y="3184"/>
                </a:moveTo>
                <a:lnTo>
                  <a:pt x="659" y="3184"/>
                </a:lnTo>
                <a:lnTo>
                  <a:pt x="645" y="3185"/>
                </a:lnTo>
                <a:lnTo>
                  <a:pt x="633" y="3186"/>
                </a:lnTo>
                <a:lnTo>
                  <a:pt x="620" y="3190"/>
                </a:lnTo>
                <a:lnTo>
                  <a:pt x="609" y="3194"/>
                </a:lnTo>
                <a:lnTo>
                  <a:pt x="597" y="3200"/>
                </a:lnTo>
                <a:lnTo>
                  <a:pt x="586" y="3206"/>
                </a:lnTo>
                <a:lnTo>
                  <a:pt x="576" y="3214"/>
                </a:lnTo>
                <a:lnTo>
                  <a:pt x="566" y="3222"/>
                </a:lnTo>
                <a:lnTo>
                  <a:pt x="559" y="3231"/>
                </a:lnTo>
                <a:lnTo>
                  <a:pt x="550" y="3241"/>
                </a:lnTo>
                <a:lnTo>
                  <a:pt x="544" y="3252"/>
                </a:lnTo>
                <a:lnTo>
                  <a:pt x="538" y="3264"/>
                </a:lnTo>
                <a:lnTo>
                  <a:pt x="535" y="3275"/>
                </a:lnTo>
                <a:lnTo>
                  <a:pt x="531" y="3289"/>
                </a:lnTo>
                <a:lnTo>
                  <a:pt x="530" y="3301"/>
                </a:lnTo>
                <a:lnTo>
                  <a:pt x="528" y="3314"/>
                </a:lnTo>
                <a:lnTo>
                  <a:pt x="530" y="3328"/>
                </a:lnTo>
                <a:lnTo>
                  <a:pt x="531" y="3341"/>
                </a:lnTo>
                <a:lnTo>
                  <a:pt x="535" y="3353"/>
                </a:lnTo>
                <a:lnTo>
                  <a:pt x="538" y="3365"/>
                </a:lnTo>
                <a:lnTo>
                  <a:pt x="544" y="3377"/>
                </a:lnTo>
                <a:lnTo>
                  <a:pt x="550" y="3387"/>
                </a:lnTo>
                <a:lnTo>
                  <a:pt x="559" y="3398"/>
                </a:lnTo>
                <a:lnTo>
                  <a:pt x="566" y="3407"/>
                </a:lnTo>
                <a:lnTo>
                  <a:pt x="576" y="3415"/>
                </a:lnTo>
                <a:lnTo>
                  <a:pt x="586" y="3424"/>
                </a:lnTo>
                <a:lnTo>
                  <a:pt x="597" y="3430"/>
                </a:lnTo>
                <a:lnTo>
                  <a:pt x="609" y="3435"/>
                </a:lnTo>
                <a:lnTo>
                  <a:pt x="620" y="3440"/>
                </a:lnTo>
                <a:lnTo>
                  <a:pt x="633" y="3443"/>
                </a:lnTo>
                <a:lnTo>
                  <a:pt x="645" y="3444"/>
                </a:lnTo>
                <a:lnTo>
                  <a:pt x="659" y="3446"/>
                </a:lnTo>
                <a:lnTo>
                  <a:pt x="672" y="3444"/>
                </a:lnTo>
                <a:lnTo>
                  <a:pt x="686" y="3443"/>
                </a:lnTo>
                <a:lnTo>
                  <a:pt x="698" y="3440"/>
                </a:lnTo>
                <a:lnTo>
                  <a:pt x="710" y="3435"/>
                </a:lnTo>
                <a:lnTo>
                  <a:pt x="722" y="3430"/>
                </a:lnTo>
                <a:lnTo>
                  <a:pt x="732" y="3424"/>
                </a:lnTo>
                <a:lnTo>
                  <a:pt x="743" y="3415"/>
                </a:lnTo>
                <a:lnTo>
                  <a:pt x="751" y="3407"/>
                </a:lnTo>
                <a:lnTo>
                  <a:pt x="760" y="3398"/>
                </a:lnTo>
                <a:lnTo>
                  <a:pt x="767" y="3387"/>
                </a:lnTo>
                <a:lnTo>
                  <a:pt x="774" y="3377"/>
                </a:lnTo>
                <a:lnTo>
                  <a:pt x="779" y="3365"/>
                </a:lnTo>
                <a:lnTo>
                  <a:pt x="784" y="3353"/>
                </a:lnTo>
                <a:lnTo>
                  <a:pt x="788" y="3341"/>
                </a:lnTo>
                <a:lnTo>
                  <a:pt x="789" y="3328"/>
                </a:lnTo>
                <a:lnTo>
                  <a:pt x="790" y="3314"/>
                </a:lnTo>
                <a:lnTo>
                  <a:pt x="789" y="3301"/>
                </a:lnTo>
                <a:lnTo>
                  <a:pt x="788" y="3289"/>
                </a:lnTo>
                <a:lnTo>
                  <a:pt x="784" y="3275"/>
                </a:lnTo>
                <a:lnTo>
                  <a:pt x="779" y="3264"/>
                </a:lnTo>
                <a:lnTo>
                  <a:pt x="774" y="3252"/>
                </a:lnTo>
                <a:lnTo>
                  <a:pt x="767" y="3241"/>
                </a:lnTo>
                <a:lnTo>
                  <a:pt x="760" y="3231"/>
                </a:lnTo>
                <a:lnTo>
                  <a:pt x="751" y="3222"/>
                </a:lnTo>
                <a:lnTo>
                  <a:pt x="743" y="3214"/>
                </a:lnTo>
                <a:lnTo>
                  <a:pt x="732" y="3206"/>
                </a:lnTo>
                <a:lnTo>
                  <a:pt x="722" y="3200"/>
                </a:lnTo>
                <a:lnTo>
                  <a:pt x="710" y="3194"/>
                </a:lnTo>
                <a:lnTo>
                  <a:pt x="698" y="3190"/>
                </a:lnTo>
                <a:lnTo>
                  <a:pt x="686" y="3186"/>
                </a:lnTo>
                <a:lnTo>
                  <a:pt x="672" y="3185"/>
                </a:lnTo>
                <a:lnTo>
                  <a:pt x="659" y="3184"/>
                </a:lnTo>
                <a:close/>
                <a:moveTo>
                  <a:pt x="659" y="3712"/>
                </a:moveTo>
                <a:lnTo>
                  <a:pt x="659" y="3712"/>
                </a:lnTo>
                <a:lnTo>
                  <a:pt x="645" y="3713"/>
                </a:lnTo>
                <a:lnTo>
                  <a:pt x="633" y="3715"/>
                </a:lnTo>
                <a:lnTo>
                  <a:pt x="620" y="3718"/>
                </a:lnTo>
                <a:lnTo>
                  <a:pt x="609" y="3722"/>
                </a:lnTo>
                <a:lnTo>
                  <a:pt x="597" y="3728"/>
                </a:lnTo>
                <a:lnTo>
                  <a:pt x="586" y="3734"/>
                </a:lnTo>
                <a:lnTo>
                  <a:pt x="576" y="3743"/>
                </a:lnTo>
                <a:lnTo>
                  <a:pt x="566" y="3750"/>
                </a:lnTo>
                <a:lnTo>
                  <a:pt x="559" y="3760"/>
                </a:lnTo>
                <a:lnTo>
                  <a:pt x="550" y="3769"/>
                </a:lnTo>
                <a:lnTo>
                  <a:pt x="544" y="3780"/>
                </a:lnTo>
                <a:lnTo>
                  <a:pt x="538" y="3793"/>
                </a:lnTo>
                <a:lnTo>
                  <a:pt x="535" y="3805"/>
                </a:lnTo>
                <a:lnTo>
                  <a:pt x="531" y="3817"/>
                </a:lnTo>
                <a:lnTo>
                  <a:pt x="530" y="3829"/>
                </a:lnTo>
                <a:lnTo>
                  <a:pt x="528" y="3843"/>
                </a:lnTo>
                <a:lnTo>
                  <a:pt x="530" y="3856"/>
                </a:lnTo>
                <a:lnTo>
                  <a:pt x="531" y="3869"/>
                </a:lnTo>
                <a:lnTo>
                  <a:pt x="535" y="3882"/>
                </a:lnTo>
                <a:lnTo>
                  <a:pt x="538" y="3894"/>
                </a:lnTo>
                <a:lnTo>
                  <a:pt x="544" y="3906"/>
                </a:lnTo>
                <a:lnTo>
                  <a:pt x="550" y="3917"/>
                </a:lnTo>
                <a:lnTo>
                  <a:pt x="559" y="3927"/>
                </a:lnTo>
                <a:lnTo>
                  <a:pt x="566" y="3935"/>
                </a:lnTo>
                <a:lnTo>
                  <a:pt x="576" y="3944"/>
                </a:lnTo>
                <a:lnTo>
                  <a:pt x="586" y="3952"/>
                </a:lnTo>
                <a:lnTo>
                  <a:pt x="597" y="3958"/>
                </a:lnTo>
                <a:lnTo>
                  <a:pt x="609" y="3963"/>
                </a:lnTo>
                <a:lnTo>
                  <a:pt x="620" y="3968"/>
                </a:lnTo>
                <a:lnTo>
                  <a:pt x="633" y="3972"/>
                </a:lnTo>
                <a:lnTo>
                  <a:pt x="645" y="3973"/>
                </a:lnTo>
                <a:lnTo>
                  <a:pt x="659" y="3974"/>
                </a:lnTo>
                <a:lnTo>
                  <a:pt x="672" y="3973"/>
                </a:lnTo>
                <a:lnTo>
                  <a:pt x="686" y="3972"/>
                </a:lnTo>
                <a:lnTo>
                  <a:pt x="698" y="3968"/>
                </a:lnTo>
                <a:lnTo>
                  <a:pt x="710" y="3963"/>
                </a:lnTo>
                <a:lnTo>
                  <a:pt x="722" y="3958"/>
                </a:lnTo>
                <a:lnTo>
                  <a:pt x="732" y="3952"/>
                </a:lnTo>
                <a:lnTo>
                  <a:pt x="743" y="3944"/>
                </a:lnTo>
                <a:lnTo>
                  <a:pt x="751" y="3935"/>
                </a:lnTo>
                <a:lnTo>
                  <a:pt x="760" y="3927"/>
                </a:lnTo>
                <a:lnTo>
                  <a:pt x="767" y="3917"/>
                </a:lnTo>
                <a:lnTo>
                  <a:pt x="774" y="3906"/>
                </a:lnTo>
                <a:lnTo>
                  <a:pt x="779" y="3894"/>
                </a:lnTo>
                <a:lnTo>
                  <a:pt x="784" y="3882"/>
                </a:lnTo>
                <a:lnTo>
                  <a:pt x="788" y="3869"/>
                </a:lnTo>
                <a:lnTo>
                  <a:pt x="789" y="3856"/>
                </a:lnTo>
                <a:lnTo>
                  <a:pt x="790" y="3843"/>
                </a:lnTo>
                <a:lnTo>
                  <a:pt x="789" y="3829"/>
                </a:lnTo>
                <a:lnTo>
                  <a:pt x="788" y="3817"/>
                </a:lnTo>
                <a:lnTo>
                  <a:pt x="784" y="3805"/>
                </a:lnTo>
                <a:lnTo>
                  <a:pt x="779" y="3793"/>
                </a:lnTo>
                <a:lnTo>
                  <a:pt x="774" y="3780"/>
                </a:lnTo>
                <a:lnTo>
                  <a:pt x="767" y="3769"/>
                </a:lnTo>
                <a:lnTo>
                  <a:pt x="760" y="3760"/>
                </a:lnTo>
                <a:lnTo>
                  <a:pt x="751" y="3750"/>
                </a:lnTo>
                <a:lnTo>
                  <a:pt x="743" y="3743"/>
                </a:lnTo>
                <a:lnTo>
                  <a:pt x="732" y="3734"/>
                </a:lnTo>
                <a:lnTo>
                  <a:pt x="722" y="3728"/>
                </a:lnTo>
                <a:lnTo>
                  <a:pt x="710" y="3722"/>
                </a:lnTo>
                <a:lnTo>
                  <a:pt x="698" y="3718"/>
                </a:lnTo>
                <a:lnTo>
                  <a:pt x="686" y="3715"/>
                </a:lnTo>
                <a:lnTo>
                  <a:pt x="672" y="3713"/>
                </a:lnTo>
                <a:lnTo>
                  <a:pt x="659" y="3712"/>
                </a:lnTo>
                <a:close/>
                <a:moveTo>
                  <a:pt x="2434" y="2209"/>
                </a:moveTo>
                <a:lnTo>
                  <a:pt x="1014" y="2209"/>
                </a:lnTo>
                <a:lnTo>
                  <a:pt x="1014" y="2306"/>
                </a:lnTo>
                <a:lnTo>
                  <a:pt x="2434" y="2306"/>
                </a:lnTo>
                <a:lnTo>
                  <a:pt x="2434" y="2209"/>
                </a:lnTo>
                <a:close/>
              </a:path>
            </a:pathLst>
          </a:custGeom>
          <a:solidFill>
            <a:srgbClr val="333333"/>
          </a:solidFill>
          <a:ln w="9525">
            <a:noFill/>
            <a:round/>
            <a:headEnd/>
            <a:tailEnd/>
          </a:ln>
        </p:spPr>
        <p:txBody>
          <a:bodyPr vert="horz" wrap="square" lIns="91392" tIns="45696" rIns="91392" bIns="45696" anchor="t"/>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de-DE" sz="1938" b="0" i="0" u="none" strike="noStrike" kern="0" cap="none" spc="0" normalizeH="0" baseline="0" noProof="0">
              <a:ln>
                <a:noFill/>
              </a:ln>
              <a:solidFill>
                <a:srgbClr val="646464"/>
              </a:solidFill>
              <a:effectLst/>
              <a:uLnTx/>
              <a:uFillTx/>
            </a:endParaRPr>
          </a:p>
        </p:txBody>
      </p:sp>
      <p:sp>
        <p:nvSpPr>
          <p:cNvPr id="143" name="Rectangle 142">
            <a:extLst>
              <a:ext uri="{FF2B5EF4-FFF2-40B4-BE49-F238E27FC236}">
                <a16:creationId xmlns:a16="http://schemas.microsoft.com/office/drawing/2014/main" id="{2A9EA969-A489-FF9F-11D5-F20C3756E91F}"/>
              </a:ext>
            </a:extLst>
          </p:cNvPr>
          <p:cNvSpPr/>
          <p:nvPr/>
        </p:nvSpPr>
        <p:spPr>
          <a:xfrm>
            <a:off x="708168" y="3207111"/>
            <a:ext cx="1029211" cy="30761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399" b="1" i="0" u="none" strike="noStrike" kern="0" cap="none" spc="0" normalizeH="0" baseline="0" noProof="0">
                <a:ln>
                  <a:noFill/>
                </a:ln>
                <a:solidFill>
                  <a:srgbClr val="FFFFFF"/>
                </a:solidFill>
                <a:effectLst/>
                <a:uLnTx/>
                <a:uFillTx/>
              </a:rPr>
              <a:t>Data</a:t>
            </a:r>
          </a:p>
        </p:txBody>
      </p:sp>
      <p:sp>
        <p:nvSpPr>
          <p:cNvPr id="144" name="Rectangle: Rounded Corners 143">
            <a:extLst>
              <a:ext uri="{FF2B5EF4-FFF2-40B4-BE49-F238E27FC236}">
                <a16:creationId xmlns:a16="http://schemas.microsoft.com/office/drawing/2014/main" id="{AB48386C-298F-0F0D-2D68-EAA8E92CF3CC}"/>
              </a:ext>
            </a:extLst>
          </p:cNvPr>
          <p:cNvSpPr/>
          <p:nvPr/>
        </p:nvSpPr>
        <p:spPr>
          <a:xfrm>
            <a:off x="9047880" y="3143504"/>
            <a:ext cx="2517142" cy="429361"/>
          </a:xfrm>
          <a:prstGeom prst="roundRect">
            <a:avLst>
              <a:gd name="adj" fmla="val 4274"/>
            </a:avLst>
          </a:prstGeom>
          <a:solidFill>
            <a:srgbClr val="2DB757"/>
          </a:solidFill>
          <a:ln w="9525" cap="flat" cmpd="sng" algn="ctr">
            <a:solidFill>
              <a:srgbClr val="2C973E"/>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199" b="0" i="0" u="none" strike="noStrike" kern="0" cap="none" spc="0" normalizeH="0" baseline="0" noProof="0">
              <a:ln>
                <a:noFill/>
              </a:ln>
              <a:effectLst/>
              <a:uLnTx/>
              <a:uFillTx/>
              <a:latin typeface="EYInterstate Light"/>
              <a:ea typeface="+mn-ea"/>
              <a:cs typeface="+mn-cs"/>
            </a:endParaRPr>
          </a:p>
        </p:txBody>
      </p:sp>
      <p:sp>
        <p:nvSpPr>
          <p:cNvPr id="145" name="Rectangle 144">
            <a:extLst>
              <a:ext uri="{FF2B5EF4-FFF2-40B4-BE49-F238E27FC236}">
                <a16:creationId xmlns:a16="http://schemas.microsoft.com/office/drawing/2014/main" id="{490623AA-8618-36B9-583E-C2A72020913C}"/>
              </a:ext>
            </a:extLst>
          </p:cNvPr>
          <p:cNvSpPr/>
          <p:nvPr/>
        </p:nvSpPr>
        <p:spPr>
          <a:xfrm>
            <a:off x="9152601" y="2317371"/>
            <a:ext cx="2869800" cy="307617"/>
          </a:xfrm>
          <a:prstGeom prst="rect">
            <a:avLst/>
          </a:prstGeom>
          <a:ln>
            <a:noFill/>
          </a:ln>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399" b="1" i="0" u="none" strike="noStrike" kern="0" cap="none" spc="0" normalizeH="0" baseline="0" noProof="0">
                <a:ln>
                  <a:noFill/>
                </a:ln>
                <a:solidFill>
                  <a:srgbClr val="FFFFFF"/>
                </a:solidFill>
                <a:effectLst/>
                <a:uLnTx/>
                <a:uFillTx/>
              </a:rPr>
              <a:t>Agile accounting</a:t>
            </a:r>
          </a:p>
        </p:txBody>
      </p:sp>
      <p:sp>
        <p:nvSpPr>
          <p:cNvPr id="146" name="Rectangle 145">
            <a:extLst>
              <a:ext uri="{FF2B5EF4-FFF2-40B4-BE49-F238E27FC236}">
                <a16:creationId xmlns:a16="http://schemas.microsoft.com/office/drawing/2014/main" id="{1552A915-E18C-0BA2-6472-FAA806BC9FE5}"/>
              </a:ext>
            </a:extLst>
          </p:cNvPr>
          <p:cNvSpPr/>
          <p:nvPr/>
        </p:nvSpPr>
        <p:spPr>
          <a:xfrm>
            <a:off x="602937" y="3571296"/>
            <a:ext cx="2511963" cy="2663621"/>
          </a:xfrm>
          <a:prstGeom prst="rect">
            <a:avLst/>
          </a:prstGeom>
          <a:noFill/>
          <a:ln w="25400" cap="flat" cmpd="sng" algn="ctr">
            <a:solidFill>
              <a:srgbClr val="C981B2"/>
            </a:solidFill>
            <a:prstDash val="solid"/>
            <a:tailEnd type="none"/>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199" b="0" i="0" u="none" strike="noStrike" kern="0" cap="none" spc="0" normalizeH="0" baseline="0" noProof="0">
              <a:ln>
                <a:noFill/>
              </a:ln>
              <a:solidFill>
                <a:srgbClr val="FFFFFF"/>
              </a:solidFill>
              <a:effectLst/>
              <a:uLnTx/>
              <a:uFillTx/>
              <a:latin typeface="EYInterstate Light"/>
              <a:ea typeface="+mn-ea"/>
              <a:cs typeface="+mn-cs"/>
            </a:endParaRPr>
          </a:p>
        </p:txBody>
      </p:sp>
      <p:sp>
        <p:nvSpPr>
          <p:cNvPr id="147" name="Rectangle 146">
            <a:extLst>
              <a:ext uri="{FF2B5EF4-FFF2-40B4-BE49-F238E27FC236}">
                <a16:creationId xmlns:a16="http://schemas.microsoft.com/office/drawing/2014/main" id="{F115A183-D83B-EDD8-B960-313D210DA87D}"/>
              </a:ext>
            </a:extLst>
          </p:cNvPr>
          <p:cNvSpPr/>
          <p:nvPr/>
        </p:nvSpPr>
        <p:spPr>
          <a:xfrm>
            <a:off x="9065592" y="3572864"/>
            <a:ext cx="2511963" cy="2650833"/>
          </a:xfrm>
          <a:prstGeom prst="rect">
            <a:avLst/>
          </a:prstGeom>
          <a:noFill/>
          <a:ln w="25400" cap="flat" cmpd="sng" algn="ctr">
            <a:solidFill>
              <a:srgbClr val="8CE8AD"/>
            </a:solidFill>
            <a:prstDash val="solid"/>
            <a:tailEnd type="none"/>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199" b="0" i="0" u="none" strike="noStrike" kern="0" cap="none" spc="0" normalizeH="0" baseline="0" noProof="0">
              <a:ln>
                <a:noFill/>
              </a:ln>
              <a:solidFill>
                <a:srgbClr val="FFFFFF"/>
              </a:solidFill>
              <a:effectLst/>
              <a:uLnTx/>
              <a:uFillTx/>
              <a:latin typeface="EYInterstate Light"/>
              <a:ea typeface="+mn-ea"/>
              <a:cs typeface="+mn-cs"/>
            </a:endParaRPr>
          </a:p>
        </p:txBody>
      </p:sp>
      <p:sp>
        <p:nvSpPr>
          <p:cNvPr id="148" name="Content Placeholder 2">
            <a:extLst>
              <a:ext uri="{FF2B5EF4-FFF2-40B4-BE49-F238E27FC236}">
                <a16:creationId xmlns:a16="http://schemas.microsoft.com/office/drawing/2014/main" id="{A7C93046-D7E4-A4C5-6628-CF5D152A64E1}"/>
              </a:ext>
            </a:extLst>
          </p:cNvPr>
          <p:cNvSpPr txBox="1">
            <a:spLocks/>
          </p:cNvSpPr>
          <p:nvPr/>
        </p:nvSpPr>
        <p:spPr>
          <a:xfrm>
            <a:off x="548262" y="1353751"/>
            <a:ext cx="11170871" cy="835521"/>
          </a:xfrm>
          <a:prstGeom prst="rect">
            <a:avLst/>
          </a:prstGeom>
        </p:spPr>
        <p:txBody>
          <a:bodyPr/>
          <a:lstStyle>
            <a:lvl1pPr marL="356616" indent="-356616" algn="l" defTabSz="914400" rtl="0" eaLnBrk="1" latinLnBrk="0" hangingPunct="1">
              <a:spcBef>
                <a:spcPts val="0"/>
              </a:spcBef>
              <a:spcAft>
                <a:spcPts val="600"/>
              </a:spcAft>
              <a:buClr>
                <a:schemeClr val="accent2"/>
              </a:buClr>
              <a:buSzPct val="100000"/>
              <a:buFont typeface="EYInterstate" panose="02000503020000020004" pitchFamily="2" charset="0"/>
              <a:buChar char="•"/>
              <a:defRPr sz="2400" kern="1200">
                <a:solidFill>
                  <a:schemeClr val="bg1"/>
                </a:solidFill>
                <a:latin typeface="EYInterstate Light" panose="02000506000000020004" pitchFamily="2" charset="0"/>
                <a:ea typeface="+mn-ea"/>
                <a:cs typeface="Arial" pitchFamily="34" charset="0"/>
              </a:defRPr>
            </a:lvl1pPr>
            <a:lvl2pPr marL="713232" indent="-356616" algn="l" defTabSz="914400" rtl="0" eaLnBrk="1" latinLnBrk="0" hangingPunct="1">
              <a:spcBef>
                <a:spcPts val="0"/>
              </a:spcBef>
              <a:spcAft>
                <a:spcPts val="600"/>
              </a:spcAft>
              <a:buClr>
                <a:schemeClr val="accent2"/>
              </a:buClr>
              <a:buSzPct val="100000"/>
              <a:buFont typeface="EYInterstate" panose="02000503020000020004" pitchFamily="2" charset="0"/>
              <a:buChar char="•"/>
              <a:defRPr sz="2000" kern="1200">
                <a:solidFill>
                  <a:schemeClr val="bg1"/>
                </a:solidFill>
                <a:latin typeface="EYInterstate Light" panose="02000506000000020004" pitchFamily="2" charset="0"/>
                <a:ea typeface="+mn-ea"/>
                <a:cs typeface="Arial" pitchFamily="34" charset="0"/>
              </a:defRPr>
            </a:lvl2pPr>
            <a:lvl3pPr marL="1069848" indent="-356616" algn="l" defTabSz="914400" rtl="0" eaLnBrk="1" latinLnBrk="0" hangingPunct="1">
              <a:spcBef>
                <a:spcPts val="0"/>
              </a:spcBef>
              <a:spcAft>
                <a:spcPts val="600"/>
              </a:spcAft>
              <a:buClr>
                <a:schemeClr val="accent2"/>
              </a:buClr>
              <a:buSzPct val="100000"/>
              <a:buFont typeface="EYInterstate" panose="02000503020000020004" pitchFamily="2" charset="0"/>
              <a:buChar char="•"/>
              <a:defRPr sz="1800" kern="1200">
                <a:solidFill>
                  <a:schemeClr val="bg1"/>
                </a:solidFill>
                <a:latin typeface="EYInterstate Light" panose="02000506000000020004" pitchFamily="2" charset="0"/>
                <a:ea typeface="+mn-ea"/>
                <a:cs typeface="Arial" pitchFamily="34" charset="0"/>
              </a:defRPr>
            </a:lvl3pPr>
            <a:lvl4pPr marL="1426464" indent="-356616" algn="l" defTabSz="914400" rtl="0" eaLnBrk="1" latinLnBrk="0" hangingPunct="1">
              <a:spcBef>
                <a:spcPts val="0"/>
              </a:spcBef>
              <a:spcAft>
                <a:spcPts val="600"/>
              </a:spcAft>
              <a:buClr>
                <a:schemeClr val="accent2"/>
              </a:buClr>
              <a:buSzPct val="100000"/>
              <a:buFont typeface="EYInterstate" panose="02000503020000020004" pitchFamily="2" charset="0"/>
              <a:buChar char="•"/>
              <a:defRPr sz="1600" kern="1200">
                <a:solidFill>
                  <a:schemeClr val="bg1"/>
                </a:solidFill>
                <a:latin typeface="EYInterstate Light" panose="02000506000000020004" pitchFamily="2" charset="0"/>
                <a:ea typeface="+mn-ea"/>
                <a:cs typeface="Arial" pitchFamily="34" charset="0"/>
              </a:defRPr>
            </a:lvl4pPr>
            <a:lvl5pPr marL="1783080" indent="-356616" algn="l" defTabSz="914400" rtl="0" eaLnBrk="1" latinLnBrk="0" hangingPunct="1">
              <a:spcBef>
                <a:spcPts val="0"/>
              </a:spcBef>
              <a:spcAft>
                <a:spcPts val="600"/>
              </a:spcAft>
              <a:buClr>
                <a:schemeClr val="accent2"/>
              </a:buClr>
              <a:buSzPct val="100000"/>
              <a:buFont typeface="EYInterstate" panose="02000503020000020004" pitchFamily="2" charset="0"/>
              <a:buChar char="•"/>
              <a:defRPr sz="1600" kern="1200">
                <a:solidFill>
                  <a:schemeClr val="bg1"/>
                </a:solidFill>
                <a:latin typeface="EYInterstate Light" panose="02000506000000020004" pitchFamily="2" charset="0"/>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base" latinLnBrk="0" hangingPunct="1">
              <a:lnSpc>
                <a:spcPct val="90000"/>
              </a:lnSpc>
              <a:spcBef>
                <a:spcPts val="0"/>
              </a:spcBef>
              <a:spcAft>
                <a:spcPct val="0"/>
              </a:spcAft>
              <a:buClr>
                <a:srgbClr val="000066"/>
              </a:buClr>
              <a:buSzPct val="75000"/>
              <a:buFont typeface="EYInterstate" panose="02000503020000020004" pitchFamily="2" charset="0"/>
              <a:buNone/>
              <a:tabLst/>
              <a:defRPr/>
            </a:pPr>
            <a:r>
              <a:rPr kumimoji="0" lang="en-US" sz="1400" b="0" i="0" u="none" strike="noStrike" kern="1200" cap="none" spc="0" normalizeH="0" baseline="0" noProof="0" dirty="0">
                <a:ln>
                  <a:noFill/>
                </a:ln>
                <a:effectLst/>
                <a:uLnTx/>
                <a:uFillTx/>
                <a:latin typeface="EYInterstate Light" panose="02000506000000020004" pitchFamily="2" charset="0"/>
                <a:ea typeface="+mn-ea"/>
                <a:cs typeface="Arial" pitchFamily="34" charset="0"/>
              </a:rPr>
              <a:t>Trintech a modular, cloud-based solution to automate and monitor critical month-end financial close processes. </a:t>
            </a:r>
            <a:r>
              <a:rPr kumimoji="0" lang="en-US" sz="1400" b="0" i="0" u="none" strike="noStrike" kern="0" cap="none" spc="0" normalizeH="0" baseline="0" noProof="0" dirty="0">
                <a:ln>
                  <a:noFill/>
                </a:ln>
                <a:effectLst/>
                <a:uLnTx/>
                <a:uFillTx/>
                <a:latin typeface="EYInterstate Light" panose="02000506000000020004" pitchFamily="2" charset="0"/>
                <a:ea typeface="+mn-ea"/>
                <a:cs typeface="Arial" charset="0"/>
              </a:rPr>
              <a:t>Trintech modules help to automate and control the close process while providing visibility and risk mitigation. Each module can be used independently or can be integrated together for greater efficiencies and control. </a:t>
            </a:r>
          </a:p>
        </p:txBody>
      </p:sp>
    </p:spTree>
    <p:extLst>
      <p:ext uri="{BB962C8B-B14F-4D97-AF65-F5344CB8AC3E}">
        <p14:creationId xmlns:p14="http://schemas.microsoft.com/office/powerpoint/2010/main" val="2972932333"/>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7A13BF-30C6-017A-01E7-5C4E7F68F812}"/>
              </a:ext>
            </a:extLst>
          </p:cNvPr>
          <p:cNvSpPr>
            <a:spLocks noGrp="1"/>
          </p:cNvSpPr>
          <p:nvPr>
            <p:ph type="title"/>
          </p:nvPr>
        </p:nvSpPr>
        <p:spPr/>
        <p:txBody>
          <a:bodyPr/>
          <a:lstStyle/>
          <a:p>
            <a:r>
              <a:rPr lang="en-IN" dirty="0"/>
              <a:t>Trintech - Capabilities</a:t>
            </a:r>
          </a:p>
        </p:txBody>
      </p:sp>
      <p:sp>
        <p:nvSpPr>
          <p:cNvPr id="5" name="Slide Number Placeholder 4">
            <a:extLst>
              <a:ext uri="{FF2B5EF4-FFF2-40B4-BE49-F238E27FC236}">
                <a16:creationId xmlns:a16="http://schemas.microsoft.com/office/drawing/2014/main" id="{57527D9B-A92D-B1C0-A606-C1A46587787E}"/>
              </a:ext>
            </a:extLst>
          </p:cNvPr>
          <p:cNvSpPr>
            <a:spLocks noGrp="1"/>
          </p:cNvSpPr>
          <p:nvPr>
            <p:ph type="sldNum" sz="quarter" idx="12"/>
          </p:nvPr>
        </p:nvSpPr>
        <p:spPr/>
        <p:txBody>
          <a:bodyPr/>
          <a:lstStyle/>
          <a:p>
            <a:fld id="{94FCA0F3-9F3A-694B-99BB-0E592A797735}" type="slidenum">
              <a:rPr lang="en-US" smtClean="0"/>
              <a:t>113</a:t>
            </a:fld>
            <a:endParaRPr lang="en-US"/>
          </a:p>
        </p:txBody>
      </p:sp>
      <p:sp>
        <p:nvSpPr>
          <p:cNvPr id="6" name="Date Placeholder 5">
            <a:extLst>
              <a:ext uri="{FF2B5EF4-FFF2-40B4-BE49-F238E27FC236}">
                <a16:creationId xmlns:a16="http://schemas.microsoft.com/office/drawing/2014/main" id="{0C8BF3CD-4735-9D26-2A55-7EEDCEF27E67}"/>
              </a:ext>
            </a:extLst>
          </p:cNvPr>
          <p:cNvSpPr>
            <a:spLocks noGrp="1"/>
          </p:cNvSpPr>
          <p:nvPr>
            <p:ph type="dt" sz="half" idx="10"/>
          </p:nvPr>
        </p:nvSpPr>
        <p:spPr/>
        <p:txBody>
          <a:bodyPr/>
          <a:lstStyle/>
          <a:p>
            <a:fld id="{DDDA5BA9-908B-471C-8AF9-C1BCF8DADEE8}" type="datetime1">
              <a:rPr lang="en-US" smtClean="0"/>
              <a:t>9/19/2025</a:t>
            </a:fld>
            <a:endParaRPr lang="en-US"/>
          </a:p>
        </p:txBody>
      </p:sp>
      <p:sp>
        <p:nvSpPr>
          <p:cNvPr id="8" name="SmartArt Placeholder 7">
            <a:extLst>
              <a:ext uri="{FF2B5EF4-FFF2-40B4-BE49-F238E27FC236}">
                <a16:creationId xmlns:a16="http://schemas.microsoft.com/office/drawing/2014/main" id="{C4ED4779-5E27-47B4-DAB4-3EC2D1D94B65}"/>
              </a:ext>
            </a:extLst>
          </p:cNvPr>
          <p:cNvSpPr>
            <a:spLocks noGrp="1"/>
          </p:cNvSpPr>
          <p:nvPr>
            <p:ph type="dgm" sz="quarter" idx="17"/>
          </p:nvPr>
        </p:nvSpPr>
        <p:spPr/>
        <p:txBody>
          <a:bodyPr/>
          <a:lstStyle/>
          <a:p>
            <a:endParaRPr lang="en-IN"/>
          </a:p>
        </p:txBody>
      </p:sp>
      <p:sp>
        <p:nvSpPr>
          <p:cNvPr id="9" name="object 6">
            <a:extLst>
              <a:ext uri="{FF2B5EF4-FFF2-40B4-BE49-F238E27FC236}">
                <a16:creationId xmlns:a16="http://schemas.microsoft.com/office/drawing/2014/main" id="{70520834-F1DE-DB0F-7172-2458E9DE5683}"/>
              </a:ext>
            </a:extLst>
          </p:cNvPr>
          <p:cNvSpPr/>
          <p:nvPr/>
        </p:nvSpPr>
        <p:spPr>
          <a:xfrm>
            <a:off x="7412854" y="2230336"/>
            <a:ext cx="1122347" cy="62453"/>
          </a:xfrm>
          <a:custGeom>
            <a:avLst/>
            <a:gdLst/>
            <a:ahLst/>
            <a:cxnLst/>
            <a:rect l="l" t="t" r="r" b="b"/>
            <a:pathLst>
              <a:path w="1919604" h="76200">
                <a:moveTo>
                  <a:pt x="38100" y="0"/>
                </a:moveTo>
                <a:lnTo>
                  <a:pt x="23252" y="2988"/>
                </a:lnTo>
                <a:lnTo>
                  <a:pt x="11144" y="11144"/>
                </a:lnTo>
                <a:lnTo>
                  <a:pt x="2988" y="23252"/>
                </a:lnTo>
                <a:lnTo>
                  <a:pt x="0" y="38100"/>
                </a:lnTo>
                <a:lnTo>
                  <a:pt x="2988" y="52947"/>
                </a:lnTo>
                <a:lnTo>
                  <a:pt x="11144" y="65055"/>
                </a:lnTo>
                <a:lnTo>
                  <a:pt x="23252" y="73211"/>
                </a:lnTo>
                <a:lnTo>
                  <a:pt x="38100" y="76200"/>
                </a:lnTo>
                <a:lnTo>
                  <a:pt x="52947" y="73211"/>
                </a:lnTo>
                <a:lnTo>
                  <a:pt x="65055" y="65055"/>
                </a:lnTo>
                <a:lnTo>
                  <a:pt x="73211" y="52947"/>
                </a:lnTo>
                <a:lnTo>
                  <a:pt x="74359" y="47244"/>
                </a:lnTo>
                <a:lnTo>
                  <a:pt x="38100" y="47244"/>
                </a:lnTo>
                <a:lnTo>
                  <a:pt x="38100" y="28956"/>
                </a:lnTo>
                <a:lnTo>
                  <a:pt x="74359" y="28956"/>
                </a:lnTo>
                <a:lnTo>
                  <a:pt x="73211" y="23252"/>
                </a:lnTo>
                <a:lnTo>
                  <a:pt x="65055" y="11144"/>
                </a:lnTo>
                <a:lnTo>
                  <a:pt x="52947" y="2988"/>
                </a:lnTo>
                <a:lnTo>
                  <a:pt x="38100" y="0"/>
                </a:lnTo>
                <a:close/>
              </a:path>
              <a:path w="1919604" h="76200">
                <a:moveTo>
                  <a:pt x="74359" y="28956"/>
                </a:moveTo>
                <a:lnTo>
                  <a:pt x="38100" y="28956"/>
                </a:lnTo>
                <a:lnTo>
                  <a:pt x="38100" y="47244"/>
                </a:lnTo>
                <a:lnTo>
                  <a:pt x="74359" y="47244"/>
                </a:lnTo>
                <a:lnTo>
                  <a:pt x="76200" y="38100"/>
                </a:lnTo>
                <a:lnTo>
                  <a:pt x="74359" y="28956"/>
                </a:lnTo>
                <a:close/>
              </a:path>
              <a:path w="1919604" h="76200">
                <a:moveTo>
                  <a:pt x="1919223" y="28956"/>
                </a:moveTo>
                <a:lnTo>
                  <a:pt x="74359" y="28956"/>
                </a:lnTo>
                <a:lnTo>
                  <a:pt x="76200" y="38100"/>
                </a:lnTo>
                <a:lnTo>
                  <a:pt x="74359" y="47244"/>
                </a:lnTo>
                <a:lnTo>
                  <a:pt x="1919223" y="47244"/>
                </a:lnTo>
                <a:lnTo>
                  <a:pt x="1919223" y="28956"/>
                </a:lnTo>
                <a:close/>
              </a:path>
            </a:pathLst>
          </a:custGeom>
          <a:solidFill>
            <a:srgbClr val="FFE600"/>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2E2E38"/>
              </a:solidFill>
              <a:effectLst/>
              <a:uLnTx/>
              <a:uFillTx/>
            </a:endParaRPr>
          </a:p>
        </p:txBody>
      </p:sp>
      <p:sp>
        <p:nvSpPr>
          <p:cNvPr id="10" name="object 7">
            <a:extLst>
              <a:ext uri="{FF2B5EF4-FFF2-40B4-BE49-F238E27FC236}">
                <a16:creationId xmlns:a16="http://schemas.microsoft.com/office/drawing/2014/main" id="{0AA52991-CE74-B552-7ABE-E87144580440}"/>
              </a:ext>
            </a:extLst>
          </p:cNvPr>
          <p:cNvSpPr/>
          <p:nvPr/>
        </p:nvSpPr>
        <p:spPr>
          <a:xfrm>
            <a:off x="8507411" y="1668115"/>
            <a:ext cx="10795" cy="1861820"/>
          </a:xfrm>
          <a:custGeom>
            <a:avLst/>
            <a:gdLst/>
            <a:ahLst/>
            <a:cxnLst/>
            <a:rect l="l" t="t" r="r" b="b"/>
            <a:pathLst>
              <a:path w="10795" h="1861820">
                <a:moveTo>
                  <a:pt x="0" y="0"/>
                </a:moveTo>
                <a:lnTo>
                  <a:pt x="10668" y="1861312"/>
                </a:lnTo>
              </a:path>
            </a:pathLst>
          </a:custGeom>
          <a:ln w="18288">
            <a:solidFill>
              <a:srgbClr val="FFE600"/>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2E2E38"/>
              </a:solidFill>
              <a:effectLst/>
              <a:uLnTx/>
              <a:uFillTx/>
            </a:endParaRPr>
          </a:p>
        </p:txBody>
      </p:sp>
      <p:sp>
        <p:nvSpPr>
          <p:cNvPr id="11" name="TextBox 10">
            <a:extLst>
              <a:ext uri="{FF2B5EF4-FFF2-40B4-BE49-F238E27FC236}">
                <a16:creationId xmlns:a16="http://schemas.microsoft.com/office/drawing/2014/main" id="{8EE2890C-3C72-D6C2-22AC-15E3D1CE45F3}"/>
              </a:ext>
            </a:extLst>
          </p:cNvPr>
          <p:cNvSpPr txBox="1"/>
          <p:nvPr/>
        </p:nvSpPr>
        <p:spPr>
          <a:xfrm>
            <a:off x="8620217" y="1733187"/>
            <a:ext cx="2379215" cy="1389611"/>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400" b="1" i="0" u="sng" strike="noStrike" kern="0" cap="none" spc="0" normalizeH="0" baseline="0" noProof="0">
                <a:ln>
                  <a:noFill/>
                </a:ln>
                <a:solidFill>
                  <a:schemeClr val="bg1"/>
                </a:solidFill>
                <a:effectLst/>
                <a:uLnTx/>
                <a:uFillTx/>
              </a:rPr>
              <a:t>Key Value Drivers</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Risk Mitigation</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Process Standardization</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Reduce Write- Offs</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Audit Readiness</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Clear Insights</a:t>
            </a:r>
          </a:p>
        </p:txBody>
      </p:sp>
      <p:sp>
        <p:nvSpPr>
          <p:cNvPr id="12" name="object 6">
            <a:extLst>
              <a:ext uri="{FF2B5EF4-FFF2-40B4-BE49-F238E27FC236}">
                <a16:creationId xmlns:a16="http://schemas.microsoft.com/office/drawing/2014/main" id="{30DA3149-4C97-FD21-2DB4-77E2A298DE51}"/>
              </a:ext>
            </a:extLst>
          </p:cNvPr>
          <p:cNvSpPr/>
          <p:nvPr/>
        </p:nvSpPr>
        <p:spPr>
          <a:xfrm flipV="1">
            <a:off x="7661429" y="5101987"/>
            <a:ext cx="848618" cy="49102"/>
          </a:xfrm>
          <a:custGeom>
            <a:avLst/>
            <a:gdLst/>
            <a:ahLst/>
            <a:cxnLst/>
            <a:rect l="l" t="t" r="r" b="b"/>
            <a:pathLst>
              <a:path w="1919604" h="76200">
                <a:moveTo>
                  <a:pt x="38100" y="0"/>
                </a:moveTo>
                <a:lnTo>
                  <a:pt x="23252" y="2988"/>
                </a:lnTo>
                <a:lnTo>
                  <a:pt x="11144" y="11144"/>
                </a:lnTo>
                <a:lnTo>
                  <a:pt x="2988" y="23252"/>
                </a:lnTo>
                <a:lnTo>
                  <a:pt x="0" y="38100"/>
                </a:lnTo>
                <a:lnTo>
                  <a:pt x="2988" y="52947"/>
                </a:lnTo>
                <a:lnTo>
                  <a:pt x="11144" y="65055"/>
                </a:lnTo>
                <a:lnTo>
                  <a:pt x="23252" y="73211"/>
                </a:lnTo>
                <a:lnTo>
                  <a:pt x="38100" y="76200"/>
                </a:lnTo>
                <a:lnTo>
                  <a:pt x="52947" y="73211"/>
                </a:lnTo>
                <a:lnTo>
                  <a:pt x="65055" y="65055"/>
                </a:lnTo>
                <a:lnTo>
                  <a:pt x="73211" y="52947"/>
                </a:lnTo>
                <a:lnTo>
                  <a:pt x="74359" y="47244"/>
                </a:lnTo>
                <a:lnTo>
                  <a:pt x="38100" y="47244"/>
                </a:lnTo>
                <a:lnTo>
                  <a:pt x="38100" y="28956"/>
                </a:lnTo>
                <a:lnTo>
                  <a:pt x="74359" y="28956"/>
                </a:lnTo>
                <a:lnTo>
                  <a:pt x="73211" y="23252"/>
                </a:lnTo>
                <a:lnTo>
                  <a:pt x="65055" y="11144"/>
                </a:lnTo>
                <a:lnTo>
                  <a:pt x="52947" y="2988"/>
                </a:lnTo>
                <a:lnTo>
                  <a:pt x="38100" y="0"/>
                </a:lnTo>
                <a:close/>
              </a:path>
              <a:path w="1919604" h="76200">
                <a:moveTo>
                  <a:pt x="74359" y="28956"/>
                </a:moveTo>
                <a:lnTo>
                  <a:pt x="38100" y="28956"/>
                </a:lnTo>
                <a:lnTo>
                  <a:pt x="38100" y="47244"/>
                </a:lnTo>
                <a:lnTo>
                  <a:pt x="74359" y="47244"/>
                </a:lnTo>
                <a:lnTo>
                  <a:pt x="76200" y="38100"/>
                </a:lnTo>
                <a:lnTo>
                  <a:pt x="74359" y="28956"/>
                </a:lnTo>
                <a:close/>
              </a:path>
              <a:path w="1919604" h="76200">
                <a:moveTo>
                  <a:pt x="1919223" y="28956"/>
                </a:moveTo>
                <a:lnTo>
                  <a:pt x="74359" y="28956"/>
                </a:lnTo>
                <a:lnTo>
                  <a:pt x="76200" y="38100"/>
                </a:lnTo>
                <a:lnTo>
                  <a:pt x="74359" y="47244"/>
                </a:lnTo>
                <a:lnTo>
                  <a:pt x="1919223" y="47244"/>
                </a:lnTo>
                <a:lnTo>
                  <a:pt x="1919223" y="28956"/>
                </a:lnTo>
                <a:close/>
              </a:path>
            </a:pathLst>
          </a:custGeom>
          <a:solidFill>
            <a:srgbClr val="FFE600"/>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2E2E38"/>
              </a:solidFill>
              <a:effectLst/>
              <a:uLnTx/>
              <a:uFillTx/>
            </a:endParaRPr>
          </a:p>
        </p:txBody>
      </p:sp>
      <p:sp>
        <p:nvSpPr>
          <p:cNvPr id="13" name="object 7">
            <a:extLst>
              <a:ext uri="{FF2B5EF4-FFF2-40B4-BE49-F238E27FC236}">
                <a16:creationId xmlns:a16="http://schemas.microsoft.com/office/drawing/2014/main" id="{1410237B-A10F-4E79-37CD-6FA30ADCA7A4}"/>
              </a:ext>
            </a:extLst>
          </p:cNvPr>
          <p:cNvSpPr/>
          <p:nvPr/>
        </p:nvSpPr>
        <p:spPr>
          <a:xfrm>
            <a:off x="8491129" y="4723519"/>
            <a:ext cx="10795" cy="1861820"/>
          </a:xfrm>
          <a:custGeom>
            <a:avLst/>
            <a:gdLst/>
            <a:ahLst/>
            <a:cxnLst/>
            <a:rect l="l" t="t" r="r" b="b"/>
            <a:pathLst>
              <a:path w="10795" h="1861820">
                <a:moveTo>
                  <a:pt x="0" y="0"/>
                </a:moveTo>
                <a:lnTo>
                  <a:pt x="10668" y="1861312"/>
                </a:lnTo>
              </a:path>
            </a:pathLst>
          </a:custGeom>
          <a:ln w="18288">
            <a:solidFill>
              <a:srgbClr val="FFE600"/>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2E2E38"/>
              </a:solidFill>
              <a:effectLst/>
              <a:uLnTx/>
              <a:uFillTx/>
            </a:endParaRPr>
          </a:p>
        </p:txBody>
      </p:sp>
      <p:sp>
        <p:nvSpPr>
          <p:cNvPr id="14" name="TextBox 13">
            <a:extLst>
              <a:ext uri="{FF2B5EF4-FFF2-40B4-BE49-F238E27FC236}">
                <a16:creationId xmlns:a16="http://schemas.microsoft.com/office/drawing/2014/main" id="{0BDE73EF-3096-ACF7-41A7-A1D08FE8480D}"/>
              </a:ext>
            </a:extLst>
          </p:cNvPr>
          <p:cNvSpPr txBox="1"/>
          <p:nvPr/>
        </p:nvSpPr>
        <p:spPr>
          <a:xfrm>
            <a:off x="8559547" y="4841857"/>
            <a:ext cx="2379215" cy="1389611"/>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400" b="1" i="0" u="sng" strike="noStrike" kern="0" cap="none" spc="0" normalizeH="0" baseline="0" noProof="0">
                <a:ln>
                  <a:noFill/>
                </a:ln>
                <a:solidFill>
                  <a:schemeClr val="bg1"/>
                </a:solidFill>
                <a:effectLst/>
                <a:uLnTx/>
                <a:uFillTx/>
              </a:rPr>
              <a:t>Key Value Drivers</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Less Preparation</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Ease of Audit</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Diminished Review Time</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Key Controls</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Automatic Routing</a:t>
            </a:r>
          </a:p>
        </p:txBody>
      </p:sp>
      <p:pic>
        <p:nvPicPr>
          <p:cNvPr id="15" name="Picture 14">
            <a:extLst>
              <a:ext uri="{FF2B5EF4-FFF2-40B4-BE49-F238E27FC236}">
                <a16:creationId xmlns:a16="http://schemas.microsoft.com/office/drawing/2014/main" id="{D57F2A17-25C9-A7BB-B6AA-C1DE6D75BE08}"/>
              </a:ext>
            </a:extLst>
          </p:cNvPr>
          <p:cNvPicPr>
            <a:picLocks noChangeAspect="1"/>
          </p:cNvPicPr>
          <p:nvPr/>
        </p:nvPicPr>
        <p:blipFill>
          <a:blip r:embed="rId2"/>
          <a:stretch>
            <a:fillRect/>
          </a:stretch>
        </p:blipFill>
        <p:spPr>
          <a:xfrm>
            <a:off x="10756548" y="4934428"/>
            <a:ext cx="1040674" cy="1264228"/>
          </a:xfrm>
          <a:prstGeom prst="rect">
            <a:avLst/>
          </a:prstGeom>
        </p:spPr>
      </p:pic>
      <p:sp>
        <p:nvSpPr>
          <p:cNvPr id="16" name="object 7">
            <a:extLst>
              <a:ext uri="{FF2B5EF4-FFF2-40B4-BE49-F238E27FC236}">
                <a16:creationId xmlns:a16="http://schemas.microsoft.com/office/drawing/2014/main" id="{40A98EEF-6128-8DCF-22C0-8193862BBC13}"/>
              </a:ext>
            </a:extLst>
          </p:cNvPr>
          <p:cNvSpPr/>
          <p:nvPr/>
        </p:nvSpPr>
        <p:spPr>
          <a:xfrm>
            <a:off x="3546273" y="1705104"/>
            <a:ext cx="10795" cy="1861820"/>
          </a:xfrm>
          <a:custGeom>
            <a:avLst/>
            <a:gdLst/>
            <a:ahLst/>
            <a:cxnLst/>
            <a:rect l="l" t="t" r="r" b="b"/>
            <a:pathLst>
              <a:path w="10795" h="1861820">
                <a:moveTo>
                  <a:pt x="0" y="0"/>
                </a:moveTo>
                <a:lnTo>
                  <a:pt x="10668" y="1861312"/>
                </a:lnTo>
              </a:path>
            </a:pathLst>
          </a:custGeom>
          <a:ln w="18288">
            <a:solidFill>
              <a:srgbClr val="FFE600"/>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2E2E38"/>
              </a:solidFill>
              <a:effectLst/>
              <a:uLnTx/>
              <a:uFillTx/>
            </a:endParaRPr>
          </a:p>
        </p:txBody>
      </p:sp>
      <p:sp>
        <p:nvSpPr>
          <p:cNvPr id="17" name="TextBox 16">
            <a:extLst>
              <a:ext uri="{FF2B5EF4-FFF2-40B4-BE49-F238E27FC236}">
                <a16:creationId xmlns:a16="http://schemas.microsoft.com/office/drawing/2014/main" id="{5ECE029D-32C9-DE93-5265-254E64CC5EC7}"/>
              </a:ext>
            </a:extLst>
          </p:cNvPr>
          <p:cNvSpPr txBox="1"/>
          <p:nvPr/>
        </p:nvSpPr>
        <p:spPr>
          <a:xfrm>
            <a:off x="1279865" y="1867830"/>
            <a:ext cx="2379215" cy="1389611"/>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400" b="1" i="0" u="sng" strike="noStrike" kern="0" cap="none" spc="0" normalizeH="0" baseline="0" noProof="0">
                <a:ln>
                  <a:noFill/>
                </a:ln>
                <a:solidFill>
                  <a:schemeClr val="bg1"/>
                </a:solidFill>
                <a:effectLst/>
                <a:uLnTx/>
                <a:uFillTx/>
              </a:rPr>
              <a:t>Key Value Drivers</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Process Standardization</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Risk Mitigation</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Audit Readiness</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Clear Insights</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Reduce Write- Offs</a:t>
            </a:r>
          </a:p>
        </p:txBody>
      </p:sp>
      <p:pic>
        <p:nvPicPr>
          <p:cNvPr id="18" name="Picture 17">
            <a:extLst>
              <a:ext uri="{FF2B5EF4-FFF2-40B4-BE49-F238E27FC236}">
                <a16:creationId xmlns:a16="http://schemas.microsoft.com/office/drawing/2014/main" id="{92C9C633-1C15-4E9B-C4A1-5D0FCC13A607}"/>
              </a:ext>
            </a:extLst>
          </p:cNvPr>
          <p:cNvPicPr>
            <a:picLocks noChangeAspect="1"/>
          </p:cNvPicPr>
          <p:nvPr/>
        </p:nvPicPr>
        <p:blipFill>
          <a:blip r:embed="rId3"/>
          <a:stretch>
            <a:fillRect/>
          </a:stretch>
        </p:blipFill>
        <p:spPr>
          <a:xfrm>
            <a:off x="201740" y="2037879"/>
            <a:ext cx="916847" cy="1142011"/>
          </a:xfrm>
          <a:prstGeom prst="rect">
            <a:avLst/>
          </a:prstGeom>
        </p:spPr>
      </p:pic>
      <p:pic>
        <p:nvPicPr>
          <p:cNvPr id="19" name="Picture 18">
            <a:extLst>
              <a:ext uri="{FF2B5EF4-FFF2-40B4-BE49-F238E27FC236}">
                <a16:creationId xmlns:a16="http://schemas.microsoft.com/office/drawing/2014/main" id="{C96BE81D-25EC-6DD8-3485-146A93CC1AD0}"/>
              </a:ext>
            </a:extLst>
          </p:cNvPr>
          <p:cNvPicPr>
            <a:picLocks noChangeAspect="1"/>
          </p:cNvPicPr>
          <p:nvPr/>
        </p:nvPicPr>
        <p:blipFill>
          <a:blip r:embed="rId4"/>
          <a:stretch>
            <a:fillRect/>
          </a:stretch>
        </p:blipFill>
        <p:spPr>
          <a:xfrm>
            <a:off x="10751773" y="1861279"/>
            <a:ext cx="1038697" cy="1336724"/>
          </a:xfrm>
          <a:prstGeom prst="rect">
            <a:avLst/>
          </a:prstGeom>
        </p:spPr>
      </p:pic>
      <p:sp>
        <p:nvSpPr>
          <p:cNvPr id="20" name="object 6">
            <a:extLst>
              <a:ext uri="{FF2B5EF4-FFF2-40B4-BE49-F238E27FC236}">
                <a16:creationId xmlns:a16="http://schemas.microsoft.com/office/drawing/2014/main" id="{DBB1069B-729C-465A-925D-1CD6B5D7D9E3}"/>
              </a:ext>
            </a:extLst>
          </p:cNvPr>
          <p:cNvSpPr/>
          <p:nvPr/>
        </p:nvSpPr>
        <p:spPr>
          <a:xfrm rot="10800000">
            <a:off x="3582392" y="5051528"/>
            <a:ext cx="856443" cy="64051"/>
          </a:xfrm>
          <a:custGeom>
            <a:avLst/>
            <a:gdLst/>
            <a:ahLst/>
            <a:cxnLst/>
            <a:rect l="l" t="t" r="r" b="b"/>
            <a:pathLst>
              <a:path w="1919604" h="76200">
                <a:moveTo>
                  <a:pt x="38100" y="0"/>
                </a:moveTo>
                <a:lnTo>
                  <a:pt x="23252" y="2988"/>
                </a:lnTo>
                <a:lnTo>
                  <a:pt x="11144" y="11144"/>
                </a:lnTo>
                <a:lnTo>
                  <a:pt x="2988" y="23252"/>
                </a:lnTo>
                <a:lnTo>
                  <a:pt x="0" y="38100"/>
                </a:lnTo>
                <a:lnTo>
                  <a:pt x="2988" y="52947"/>
                </a:lnTo>
                <a:lnTo>
                  <a:pt x="11144" y="65055"/>
                </a:lnTo>
                <a:lnTo>
                  <a:pt x="23252" y="73211"/>
                </a:lnTo>
                <a:lnTo>
                  <a:pt x="38100" y="76200"/>
                </a:lnTo>
                <a:lnTo>
                  <a:pt x="52947" y="73211"/>
                </a:lnTo>
                <a:lnTo>
                  <a:pt x="65055" y="65055"/>
                </a:lnTo>
                <a:lnTo>
                  <a:pt x="73211" y="52947"/>
                </a:lnTo>
                <a:lnTo>
                  <a:pt x="74359" y="47244"/>
                </a:lnTo>
                <a:lnTo>
                  <a:pt x="38100" y="47244"/>
                </a:lnTo>
                <a:lnTo>
                  <a:pt x="38100" y="28956"/>
                </a:lnTo>
                <a:lnTo>
                  <a:pt x="74359" y="28956"/>
                </a:lnTo>
                <a:lnTo>
                  <a:pt x="73211" y="23252"/>
                </a:lnTo>
                <a:lnTo>
                  <a:pt x="65055" y="11144"/>
                </a:lnTo>
                <a:lnTo>
                  <a:pt x="52947" y="2988"/>
                </a:lnTo>
                <a:lnTo>
                  <a:pt x="38100" y="0"/>
                </a:lnTo>
                <a:close/>
              </a:path>
              <a:path w="1919604" h="76200">
                <a:moveTo>
                  <a:pt x="74359" y="28956"/>
                </a:moveTo>
                <a:lnTo>
                  <a:pt x="38100" y="28956"/>
                </a:lnTo>
                <a:lnTo>
                  <a:pt x="38100" y="47244"/>
                </a:lnTo>
                <a:lnTo>
                  <a:pt x="74359" y="47244"/>
                </a:lnTo>
                <a:lnTo>
                  <a:pt x="76200" y="38100"/>
                </a:lnTo>
                <a:lnTo>
                  <a:pt x="74359" y="28956"/>
                </a:lnTo>
                <a:close/>
              </a:path>
              <a:path w="1919604" h="76200">
                <a:moveTo>
                  <a:pt x="1919223" y="28956"/>
                </a:moveTo>
                <a:lnTo>
                  <a:pt x="74359" y="28956"/>
                </a:lnTo>
                <a:lnTo>
                  <a:pt x="76200" y="38100"/>
                </a:lnTo>
                <a:lnTo>
                  <a:pt x="74359" y="47244"/>
                </a:lnTo>
                <a:lnTo>
                  <a:pt x="1919223" y="47244"/>
                </a:lnTo>
                <a:lnTo>
                  <a:pt x="1919223" y="28956"/>
                </a:lnTo>
                <a:close/>
              </a:path>
            </a:pathLst>
          </a:custGeom>
          <a:solidFill>
            <a:srgbClr val="FFE600"/>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2E2E38"/>
              </a:solidFill>
              <a:effectLst/>
              <a:uLnTx/>
              <a:uFillTx/>
            </a:endParaRPr>
          </a:p>
        </p:txBody>
      </p:sp>
      <p:sp>
        <p:nvSpPr>
          <p:cNvPr id="21" name="object 7">
            <a:extLst>
              <a:ext uri="{FF2B5EF4-FFF2-40B4-BE49-F238E27FC236}">
                <a16:creationId xmlns:a16="http://schemas.microsoft.com/office/drawing/2014/main" id="{25AC390F-A087-5FAC-7FB2-3D22CD963277}"/>
              </a:ext>
            </a:extLst>
          </p:cNvPr>
          <p:cNvSpPr/>
          <p:nvPr/>
        </p:nvSpPr>
        <p:spPr>
          <a:xfrm>
            <a:off x="3565507" y="4574076"/>
            <a:ext cx="10795" cy="1861820"/>
          </a:xfrm>
          <a:custGeom>
            <a:avLst/>
            <a:gdLst/>
            <a:ahLst/>
            <a:cxnLst/>
            <a:rect l="l" t="t" r="r" b="b"/>
            <a:pathLst>
              <a:path w="10795" h="1861820">
                <a:moveTo>
                  <a:pt x="0" y="0"/>
                </a:moveTo>
                <a:lnTo>
                  <a:pt x="10668" y="1861312"/>
                </a:lnTo>
              </a:path>
            </a:pathLst>
          </a:custGeom>
          <a:ln w="18288">
            <a:solidFill>
              <a:srgbClr val="FFE600"/>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2E2E38"/>
              </a:solidFill>
              <a:effectLst/>
              <a:uLnTx/>
              <a:uFillTx/>
            </a:endParaRPr>
          </a:p>
        </p:txBody>
      </p:sp>
      <p:sp>
        <p:nvSpPr>
          <p:cNvPr id="22" name="TextBox 21">
            <a:extLst>
              <a:ext uri="{FF2B5EF4-FFF2-40B4-BE49-F238E27FC236}">
                <a16:creationId xmlns:a16="http://schemas.microsoft.com/office/drawing/2014/main" id="{3D3570F6-093B-8BB0-FBCC-A87C75E01D98}"/>
              </a:ext>
            </a:extLst>
          </p:cNvPr>
          <p:cNvSpPr txBox="1"/>
          <p:nvPr/>
        </p:nvSpPr>
        <p:spPr>
          <a:xfrm>
            <a:off x="1263588" y="4754558"/>
            <a:ext cx="2379215" cy="1389611"/>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400" b="1" i="0" u="sng" strike="noStrike" kern="0" cap="none" spc="0" normalizeH="0" baseline="0" noProof="0">
                <a:ln>
                  <a:noFill/>
                </a:ln>
                <a:solidFill>
                  <a:schemeClr val="bg1"/>
                </a:solidFill>
                <a:effectLst/>
                <a:uLnTx/>
                <a:uFillTx/>
              </a:rPr>
              <a:t>Key Value Drivers</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Workflow Visibility</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Dynamic Process</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Audit Ease</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ERP Integration</a:t>
            </a:r>
          </a:p>
          <a:p>
            <a:pPr marL="171450" marR="0" lvl="0" indent="-171450" defTabSz="914400" eaLnBrk="1" fontAlgn="auto" latinLnBrk="0" hangingPunct="1">
              <a:lnSpc>
                <a:spcPct val="85000"/>
              </a:lnSpc>
              <a:spcBef>
                <a:spcPts val="0"/>
              </a:spcBef>
              <a:spcAft>
                <a:spcPts val="600"/>
              </a:spcAft>
              <a:buClr>
                <a:srgbClr val="FFE600"/>
              </a:buClr>
              <a:buSzPct val="70000"/>
              <a:buFont typeface="Arial" panose="020B0604020202020204" pitchFamily="34" charset="0"/>
              <a:buChar char="•"/>
              <a:tabLst/>
              <a:defRPr/>
            </a:pPr>
            <a:r>
              <a:rPr kumimoji="0" lang="en-IN" sz="1200" b="0" i="0" u="none" strike="noStrike" kern="0" cap="none" spc="0" normalizeH="0" baseline="0" noProof="0">
                <a:ln>
                  <a:noFill/>
                </a:ln>
                <a:solidFill>
                  <a:schemeClr val="bg1"/>
                </a:solidFill>
                <a:effectLst/>
                <a:uLnTx/>
                <a:uFillTx/>
              </a:rPr>
              <a:t>Process Clarity</a:t>
            </a:r>
          </a:p>
        </p:txBody>
      </p:sp>
      <p:pic>
        <p:nvPicPr>
          <p:cNvPr id="23" name="Picture 22">
            <a:extLst>
              <a:ext uri="{FF2B5EF4-FFF2-40B4-BE49-F238E27FC236}">
                <a16:creationId xmlns:a16="http://schemas.microsoft.com/office/drawing/2014/main" id="{E3C196F7-B312-C632-1382-FFC0529AD976}"/>
              </a:ext>
            </a:extLst>
          </p:cNvPr>
          <p:cNvPicPr>
            <a:picLocks noChangeAspect="1"/>
          </p:cNvPicPr>
          <p:nvPr/>
        </p:nvPicPr>
        <p:blipFill>
          <a:blip r:embed="rId5"/>
          <a:stretch>
            <a:fillRect/>
          </a:stretch>
        </p:blipFill>
        <p:spPr>
          <a:xfrm>
            <a:off x="167223" y="4954867"/>
            <a:ext cx="942485" cy="1166109"/>
          </a:xfrm>
          <a:prstGeom prst="rect">
            <a:avLst/>
          </a:prstGeom>
        </p:spPr>
      </p:pic>
      <p:sp>
        <p:nvSpPr>
          <p:cNvPr id="24" name="Freeform: Shape 23">
            <a:extLst>
              <a:ext uri="{FF2B5EF4-FFF2-40B4-BE49-F238E27FC236}">
                <a16:creationId xmlns:a16="http://schemas.microsoft.com/office/drawing/2014/main" id="{0E94C27F-8614-B818-B9EC-B8CD13A28F06}"/>
              </a:ext>
            </a:extLst>
          </p:cNvPr>
          <p:cNvSpPr/>
          <p:nvPr/>
        </p:nvSpPr>
        <p:spPr>
          <a:xfrm>
            <a:off x="4049107" y="1814757"/>
            <a:ext cx="1964050" cy="1964050"/>
          </a:xfrm>
          <a:custGeom>
            <a:avLst/>
            <a:gdLst>
              <a:gd name="connsiteX0" fmla="*/ 0 w 1964050"/>
              <a:gd name="connsiteY0" fmla="*/ 1964050 h 1964050"/>
              <a:gd name="connsiteX1" fmla="*/ 1964050 w 1964050"/>
              <a:gd name="connsiteY1" fmla="*/ 0 h 1964050"/>
              <a:gd name="connsiteX2" fmla="*/ 1964050 w 1964050"/>
              <a:gd name="connsiteY2" fmla="*/ 1964050 h 1964050"/>
              <a:gd name="connsiteX3" fmla="*/ 0 w 1964050"/>
              <a:gd name="connsiteY3" fmla="*/ 1964050 h 1964050"/>
            </a:gdLst>
            <a:ahLst/>
            <a:cxnLst>
              <a:cxn ang="0">
                <a:pos x="connsiteX0" y="connsiteY0"/>
              </a:cxn>
              <a:cxn ang="0">
                <a:pos x="connsiteX1" y="connsiteY1"/>
              </a:cxn>
              <a:cxn ang="0">
                <a:pos x="connsiteX2" y="connsiteY2"/>
              </a:cxn>
              <a:cxn ang="0">
                <a:pos x="connsiteX3" y="connsiteY3"/>
              </a:cxn>
            </a:cxnLst>
            <a:rect l="l" t="t" r="r" b="b"/>
            <a:pathLst>
              <a:path w="1964050" h="1964050">
                <a:moveTo>
                  <a:pt x="0" y="1964050"/>
                </a:moveTo>
                <a:cubicBezTo>
                  <a:pt x="0" y="879335"/>
                  <a:pt x="879335" y="0"/>
                  <a:pt x="1964050" y="0"/>
                </a:cubicBezTo>
                <a:lnTo>
                  <a:pt x="1964050" y="1964050"/>
                </a:lnTo>
                <a:lnTo>
                  <a:pt x="0" y="1964050"/>
                </a:lnTo>
                <a:close/>
              </a:path>
            </a:pathLst>
          </a:custGeom>
          <a:noFill/>
          <a:ln w="25400" cap="flat" cmpd="sng" algn="ctr">
            <a:solidFill>
              <a:srgbClr val="FFE600"/>
            </a:solidFill>
            <a:prstDash val="solid"/>
          </a:ln>
          <a:effectLst/>
        </p:spPr>
        <p:txBody>
          <a:bodyPr spcFirstLastPara="0" vert="horz" wrap="square" lIns="674825" tIns="674825" rIns="99568" bIns="99568" numCol="1" spcCol="1270" anchor="ctr" anchorCtr="0">
            <a:noAutofit/>
          </a:bodyPr>
          <a:lstStyle/>
          <a:p>
            <a:pPr marL="0" marR="0" lvl="0" indent="0" algn="r" defTabSz="622300" eaLnBrk="1" fontAlgn="auto" latinLnBrk="0" hangingPunct="1">
              <a:lnSpc>
                <a:spcPct val="100000"/>
              </a:lnSpc>
              <a:spcBef>
                <a:spcPct val="0"/>
              </a:spcBef>
              <a:spcAft>
                <a:spcPct val="35000"/>
              </a:spcAft>
              <a:buClrTx/>
              <a:buSzTx/>
              <a:buFontTx/>
              <a:buNone/>
              <a:tabLst/>
              <a:defRPr/>
            </a:pPr>
            <a:endParaRPr kumimoji="0" lang="en-IN" sz="2000" b="0" i="0" u="none" strike="noStrike" kern="0" cap="none" spc="-100" normalizeH="0" baseline="0" noProof="0">
              <a:ln>
                <a:noFill/>
              </a:ln>
              <a:solidFill>
                <a:prstClr val="white"/>
              </a:solidFill>
              <a:effectLst/>
              <a:uLnTx/>
              <a:uFillTx/>
              <a:latin typeface="EYInterstate Light"/>
              <a:ea typeface="+mn-ea"/>
              <a:cs typeface="+mn-cs"/>
            </a:endParaRPr>
          </a:p>
        </p:txBody>
      </p:sp>
      <p:sp>
        <p:nvSpPr>
          <p:cNvPr id="25" name="Freeform: Shape 24">
            <a:extLst>
              <a:ext uri="{FF2B5EF4-FFF2-40B4-BE49-F238E27FC236}">
                <a16:creationId xmlns:a16="http://schemas.microsoft.com/office/drawing/2014/main" id="{572E2BCB-241F-8EA8-C501-04552204E818}"/>
              </a:ext>
            </a:extLst>
          </p:cNvPr>
          <p:cNvSpPr/>
          <p:nvPr/>
        </p:nvSpPr>
        <p:spPr>
          <a:xfrm>
            <a:off x="6103876" y="1814757"/>
            <a:ext cx="1964050" cy="1964050"/>
          </a:xfrm>
          <a:custGeom>
            <a:avLst/>
            <a:gdLst>
              <a:gd name="connsiteX0" fmla="*/ 0 w 1964050"/>
              <a:gd name="connsiteY0" fmla="*/ 1964050 h 1964050"/>
              <a:gd name="connsiteX1" fmla="*/ 1964050 w 1964050"/>
              <a:gd name="connsiteY1" fmla="*/ 0 h 1964050"/>
              <a:gd name="connsiteX2" fmla="*/ 1964050 w 1964050"/>
              <a:gd name="connsiteY2" fmla="*/ 1964050 h 1964050"/>
              <a:gd name="connsiteX3" fmla="*/ 0 w 1964050"/>
              <a:gd name="connsiteY3" fmla="*/ 1964050 h 1964050"/>
            </a:gdLst>
            <a:ahLst/>
            <a:cxnLst>
              <a:cxn ang="0">
                <a:pos x="connsiteX0" y="connsiteY0"/>
              </a:cxn>
              <a:cxn ang="0">
                <a:pos x="connsiteX1" y="connsiteY1"/>
              </a:cxn>
              <a:cxn ang="0">
                <a:pos x="connsiteX2" y="connsiteY2"/>
              </a:cxn>
              <a:cxn ang="0">
                <a:pos x="connsiteX3" y="connsiteY3"/>
              </a:cxn>
            </a:cxnLst>
            <a:rect l="l" t="t" r="r" b="b"/>
            <a:pathLst>
              <a:path w="1964050" h="1964050">
                <a:moveTo>
                  <a:pt x="0" y="0"/>
                </a:moveTo>
                <a:cubicBezTo>
                  <a:pt x="1084715" y="0"/>
                  <a:pt x="1964050" y="879335"/>
                  <a:pt x="1964050" y="1964050"/>
                </a:cubicBezTo>
                <a:lnTo>
                  <a:pt x="0" y="1964050"/>
                </a:lnTo>
                <a:lnTo>
                  <a:pt x="0" y="0"/>
                </a:lnTo>
                <a:close/>
              </a:path>
            </a:pathLst>
          </a:custGeom>
          <a:noFill/>
          <a:ln w="25400" cap="flat" cmpd="sng" algn="ctr">
            <a:solidFill>
              <a:srgbClr val="FFE600"/>
            </a:solidFill>
            <a:prstDash val="solid"/>
          </a:ln>
          <a:effectLst/>
        </p:spPr>
        <p:txBody>
          <a:bodyPr spcFirstLastPara="0" vert="horz" wrap="square" lIns="142240" tIns="717497" rIns="717497" bIns="142240" numCol="1" spcCol="1270" anchor="ctr" anchorCtr="0">
            <a:noAutofit/>
          </a:bodyPr>
          <a:lstStyle/>
          <a:p>
            <a:pPr marL="0" marR="0" lvl="0" indent="0" algn="ctr" defTabSz="889000" eaLnBrk="1" fontAlgn="auto" latinLnBrk="0" hangingPunct="1">
              <a:lnSpc>
                <a:spcPct val="90000"/>
              </a:lnSpc>
              <a:spcBef>
                <a:spcPct val="0"/>
              </a:spcBef>
              <a:spcAft>
                <a:spcPct val="35000"/>
              </a:spcAft>
              <a:buClrTx/>
              <a:buSzTx/>
              <a:buFontTx/>
              <a:buNone/>
              <a:tabLst/>
              <a:defRPr/>
            </a:pPr>
            <a:endParaRPr kumimoji="0" lang="en-IN" sz="2000" b="0" i="0" u="none" strike="noStrike" kern="0" cap="none" spc="0" normalizeH="0" baseline="0" noProof="0">
              <a:ln>
                <a:noFill/>
              </a:ln>
              <a:solidFill>
                <a:prstClr val="white"/>
              </a:solidFill>
              <a:effectLst/>
              <a:uLnTx/>
              <a:uFillTx/>
              <a:latin typeface="EYInterstate Light"/>
              <a:ea typeface="+mn-ea"/>
              <a:cs typeface="+mn-cs"/>
            </a:endParaRPr>
          </a:p>
        </p:txBody>
      </p:sp>
      <p:sp>
        <p:nvSpPr>
          <p:cNvPr id="26" name="Freeform: Shape 25">
            <a:extLst>
              <a:ext uri="{FF2B5EF4-FFF2-40B4-BE49-F238E27FC236}">
                <a16:creationId xmlns:a16="http://schemas.microsoft.com/office/drawing/2014/main" id="{D77DB919-52B2-33A7-2080-4E1FAA0CBB5D}"/>
              </a:ext>
            </a:extLst>
          </p:cNvPr>
          <p:cNvSpPr/>
          <p:nvPr/>
        </p:nvSpPr>
        <p:spPr>
          <a:xfrm>
            <a:off x="6103876" y="3869525"/>
            <a:ext cx="1964050" cy="1964051"/>
          </a:xfrm>
          <a:custGeom>
            <a:avLst/>
            <a:gdLst>
              <a:gd name="connsiteX0" fmla="*/ 0 w 1964050"/>
              <a:gd name="connsiteY0" fmla="*/ 1964050 h 1964050"/>
              <a:gd name="connsiteX1" fmla="*/ 1964050 w 1964050"/>
              <a:gd name="connsiteY1" fmla="*/ 0 h 1964050"/>
              <a:gd name="connsiteX2" fmla="*/ 1964050 w 1964050"/>
              <a:gd name="connsiteY2" fmla="*/ 1964050 h 1964050"/>
              <a:gd name="connsiteX3" fmla="*/ 0 w 1964050"/>
              <a:gd name="connsiteY3" fmla="*/ 1964050 h 1964050"/>
            </a:gdLst>
            <a:ahLst/>
            <a:cxnLst>
              <a:cxn ang="0">
                <a:pos x="connsiteX0" y="connsiteY0"/>
              </a:cxn>
              <a:cxn ang="0">
                <a:pos x="connsiteX1" y="connsiteY1"/>
              </a:cxn>
              <a:cxn ang="0">
                <a:pos x="connsiteX2" y="connsiteY2"/>
              </a:cxn>
              <a:cxn ang="0">
                <a:pos x="connsiteX3" y="connsiteY3"/>
              </a:cxn>
            </a:cxnLst>
            <a:rect l="l" t="t" r="r" b="b"/>
            <a:pathLst>
              <a:path w="1964050" h="1964050">
                <a:moveTo>
                  <a:pt x="1964050" y="0"/>
                </a:moveTo>
                <a:cubicBezTo>
                  <a:pt x="1964050" y="1084715"/>
                  <a:pt x="1084715" y="1964050"/>
                  <a:pt x="0" y="1964050"/>
                </a:cubicBezTo>
                <a:lnTo>
                  <a:pt x="0" y="0"/>
                </a:lnTo>
                <a:lnTo>
                  <a:pt x="1964050" y="0"/>
                </a:lnTo>
                <a:close/>
              </a:path>
            </a:pathLst>
          </a:custGeom>
          <a:noFill/>
          <a:ln w="25400" cap="flat" cmpd="sng" algn="ctr">
            <a:solidFill>
              <a:srgbClr val="FFE600"/>
            </a:solidFill>
            <a:prstDash val="solid"/>
          </a:ln>
          <a:effectLst/>
        </p:spPr>
        <p:txBody>
          <a:bodyPr spcFirstLastPara="0" vert="horz" wrap="square" lIns="99568" tIns="99569" rIns="674825" bIns="674825" numCol="1" spcCol="1270" anchor="ctr" anchorCtr="0">
            <a:noAutofit/>
          </a:bodyPr>
          <a:lstStyle/>
          <a:p>
            <a:pPr marL="0" marR="0" lvl="0" indent="0" algn="ctr" defTabSz="622300" eaLnBrk="1" fontAlgn="auto" latinLnBrk="0" hangingPunct="1">
              <a:lnSpc>
                <a:spcPct val="90000"/>
              </a:lnSpc>
              <a:spcBef>
                <a:spcPct val="0"/>
              </a:spcBef>
              <a:spcAft>
                <a:spcPct val="35000"/>
              </a:spcAft>
              <a:buClrTx/>
              <a:buSzTx/>
              <a:buFontTx/>
              <a:buNone/>
              <a:tabLst/>
              <a:defRPr/>
            </a:pPr>
            <a:endParaRPr kumimoji="0" lang="en-IN" sz="1400" b="0" i="0" u="none" strike="noStrike" kern="0" cap="none" spc="0" normalizeH="0" baseline="0" noProof="0">
              <a:ln>
                <a:noFill/>
              </a:ln>
              <a:solidFill>
                <a:prstClr val="white"/>
              </a:solidFill>
              <a:effectLst/>
              <a:uLnTx/>
              <a:uFillTx/>
              <a:latin typeface="EYInterstate Light"/>
              <a:ea typeface="+mn-ea"/>
              <a:cs typeface="+mn-cs"/>
            </a:endParaRPr>
          </a:p>
        </p:txBody>
      </p:sp>
      <p:sp>
        <p:nvSpPr>
          <p:cNvPr id="27" name="Freeform: Shape 26">
            <a:extLst>
              <a:ext uri="{FF2B5EF4-FFF2-40B4-BE49-F238E27FC236}">
                <a16:creationId xmlns:a16="http://schemas.microsoft.com/office/drawing/2014/main" id="{FAE2A329-D92D-F785-26E1-52483FE51FE2}"/>
              </a:ext>
            </a:extLst>
          </p:cNvPr>
          <p:cNvSpPr/>
          <p:nvPr/>
        </p:nvSpPr>
        <p:spPr>
          <a:xfrm>
            <a:off x="4049107" y="3869526"/>
            <a:ext cx="1964050" cy="1964050"/>
          </a:xfrm>
          <a:custGeom>
            <a:avLst/>
            <a:gdLst>
              <a:gd name="connsiteX0" fmla="*/ 0 w 1964050"/>
              <a:gd name="connsiteY0" fmla="*/ 1964050 h 1964050"/>
              <a:gd name="connsiteX1" fmla="*/ 1964050 w 1964050"/>
              <a:gd name="connsiteY1" fmla="*/ 0 h 1964050"/>
              <a:gd name="connsiteX2" fmla="*/ 1964050 w 1964050"/>
              <a:gd name="connsiteY2" fmla="*/ 1964050 h 1964050"/>
              <a:gd name="connsiteX3" fmla="*/ 0 w 1964050"/>
              <a:gd name="connsiteY3" fmla="*/ 1964050 h 1964050"/>
            </a:gdLst>
            <a:ahLst/>
            <a:cxnLst>
              <a:cxn ang="0">
                <a:pos x="connsiteX0" y="connsiteY0"/>
              </a:cxn>
              <a:cxn ang="0">
                <a:pos x="connsiteX1" y="connsiteY1"/>
              </a:cxn>
              <a:cxn ang="0">
                <a:pos x="connsiteX2" y="connsiteY2"/>
              </a:cxn>
              <a:cxn ang="0">
                <a:pos x="connsiteX3" y="connsiteY3"/>
              </a:cxn>
            </a:cxnLst>
            <a:rect l="l" t="t" r="r" b="b"/>
            <a:pathLst>
              <a:path w="1964050" h="1964050">
                <a:moveTo>
                  <a:pt x="1964050" y="1964050"/>
                </a:moveTo>
                <a:cubicBezTo>
                  <a:pt x="879335" y="1964050"/>
                  <a:pt x="0" y="1084715"/>
                  <a:pt x="0" y="0"/>
                </a:cubicBezTo>
                <a:lnTo>
                  <a:pt x="1964050" y="0"/>
                </a:lnTo>
                <a:lnTo>
                  <a:pt x="1964050" y="1964050"/>
                </a:lnTo>
                <a:close/>
              </a:path>
            </a:pathLst>
          </a:custGeom>
          <a:noFill/>
          <a:ln w="25400" cap="flat" cmpd="sng" algn="ctr">
            <a:solidFill>
              <a:srgbClr val="FFE600"/>
            </a:solidFill>
            <a:prstDash val="solid"/>
          </a:ln>
          <a:effectLst/>
        </p:spPr>
        <p:txBody>
          <a:bodyPr spcFirstLastPara="0" vert="horz" wrap="square" lIns="674825" tIns="99568" rIns="99568" bIns="674825" numCol="1" spcCol="1270" anchor="ctr" anchorCtr="0">
            <a:noAutofit/>
          </a:bodyPr>
          <a:lstStyle/>
          <a:p>
            <a:pPr marL="0" marR="0" lvl="0" indent="0" algn="ctr" defTabSz="622300" eaLnBrk="1" fontAlgn="auto" latinLnBrk="0" hangingPunct="1">
              <a:lnSpc>
                <a:spcPct val="90000"/>
              </a:lnSpc>
              <a:spcBef>
                <a:spcPct val="0"/>
              </a:spcBef>
              <a:spcAft>
                <a:spcPct val="35000"/>
              </a:spcAft>
              <a:buClrTx/>
              <a:buSzTx/>
              <a:buFontTx/>
              <a:buNone/>
              <a:tabLst/>
              <a:defRPr/>
            </a:pPr>
            <a:endParaRPr kumimoji="0" lang="en-IN" sz="1400" b="0" i="0" u="none" strike="noStrike" kern="0" cap="none" spc="0" normalizeH="0" baseline="0" noProof="0">
              <a:ln>
                <a:noFill/>
              </a:ln>
              <a:solidFill>
                <a:prstClr val="white"/>
              </a:solidFill>
              <a:effectLst/>
              <a:uLnTx/>
              <a:uFillTx/>
              <a:latin typeface="EYInterstate Light"/>
              <a:ea typeface="+mn-ea"/>
              <a:cs typeface="+mn-cs"/>
            </a:endParaRPr>
          </a:p>
        </p:txBody>
      </p:sp>
      <p:sp>
        <p:nvSpPr>
          <p:cNvPr id="28" name="Flowchart: Connector 27">
            <a:extLst>
              <a:ext uri="{FF2B5EF4-FFF2-40B4-BE49-F238E27FC236}">
                <a16:creationId xmlns:a16="http://schemas.microsoft.com/office/drawing/2014/main" id="{D766EEFC-6CCD-F542-621C-748528E32738}"/>
              </a:ext>
            </a:extLst>
          </p:cNvPr>
          <p:cNvSpPr/>
          <p:nvPr/>
        </p:nvSpPr>
        <p:spPr>
          <a:xfrm rot="10800000">
            <a:off x="5415378" y="3132410"/>
            <a:ext cx="1278383" cy="1308469"/>
          </a:xfrm>
          <a:prstGeom prst="flowChartConnector">
            <a:avLst/>
          </a:prstGeom>
          <a:solidFill>
            <a:srgbClr val="FFE600"/>
          </a:solidFill>
          <a:ln w="25400" cap="flat" cmpd="sng" algn="ctr">
            <a:solidFill>
              <a:srgbClr val="FFE600"/>
            </a:solidFill>
            <a:prstDash val="soli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2E2E38">
                  <a:hueOff val="0"/>
                  <a:satOff val="0"/>
                  <a:lumOff val="0"/>
                  <a:alphaOff val="0"/>
                </a:srgbClr>
              </a:solidFill>
              <a:effectLst/>
              <a:uLnTx/>
              <a:uFillTx/>
              <a:latin typeface="EYInterstate Light"/>
              <a:ea typeface="+mn-ea"/>
              <a:cs typeface="+mn-cs"/>
            </a:endParaRPr>
          </a:p>
        </p:txBody>
      </p:sp>
      <p:sp>
        <p:nvSpPr>
          <p:cNvPr id="29" name="TextBox 28">
            <a:extLst>
              <a:ext uri="{FF2B5EF4-FFF2-40B4-BE49-F238E27FC236}">
                <a16:creationId xmlns:a16="http://schemas.microsoft.com/office/drawing/2014/main" id="{75EDC830-70E9-B071-4FE2-7D52B04D9A1F}"/>
              </a:ext>
            </a:extLst>
          </p:cNvPr>
          <p:cNvSpPr txBox="1"/>
          <p:nvPr/>
        </p:nvSpPr>
        <p:spPr>
          <a:xfrm>
            <a:off x="5388746" y="3535355"/>
            <a:ext cx="1322772" cy="507831"/>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800" b="0" i="0" u="none" strike="noStrike" kern="0" cap="none" spc="0" normalizeH="0" baseline="0" noProof="0">
                <a:ln>
                  <a:noFill/>
                </a:ln>
                <a:solidFill>
                  <a:sysClr val="windowText" lastClr="000000"/>
                </a:solidFill>
                <a:effectLst/>
                <a:uLnTx/>
                <a:uFillTx/>
              </a:rPr>
              <a:t>Module Capabilities</a:t>
            </a:r>
          </a:p>
        </p:txBody>
      </p:sp>
      <p:sp>
        <p:nvSpPr>
          <p:cNvPr id="30" name="TextBox 29">
            <a:extLst>
              <a:ext uri="{FF2B5EF4-FFF2-40B4-BE49-F238E27FC236}">
                <a16:creationId xmlns:a16="http://schemas.microsoft.com/office/drawing/2014/main" id="{DA95E904-D79F-9E08-78D0-B828A00187AC}"/>
              </a:ext>
            </a:extLst>
          </p:cNvPr>
          <p:cNvSpPr txBox="1"/>
          <p:nvPr/>
        </p:nvSpPr>
        <p:spPr>
          <a:xfrm rot="18324737">
            <a:off x="4275131" y="2453485"/>
            <a:ext cx="1593215" cy="507831"/>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800" b="0" i="0" u="none" strike="noStrike" kern="0" cap="none" spc="0" normalizeH="0" baseline="0" noProof="0">
                <a:ln>
                  <a:noFill/>
                </a:ln>
                <a:solidFill>
                  <a:schemeClr val="bg1"/>
                </a:solidFill>
                <a:effectLst/>
                <a:uLnTx/>
                <a:uFillTx/>
              </a:rPr>
              <a:t>Account Reconciliation</a:t>
            </a:r>
          </a:p>
        </p:txBody>
      </p:sp>
      <p:sp>
        <p:nvSpPr>
          <p:cNvPr id="31" name="TextBox 30">
            <a:extLst>
              <a:ext uri="{FF2B5EF4-FFF2-40B4-BE49-F238E27FC236}">
                <a16:creationId xmlns:a16="http://schemas.microsoft.com/office/drawing/2014/main" id="{CE8D9DC8-FBC7-08FD-8F05-E708600E31EF}"/>
              </a:ext>
            </a:extLst>
          </p:cNvPr>
          <p:cNvSpPr txBox="1"/>
          <p:nvPr/>
        </p:nvSpPr>
        <p:spPr>
          <a:xfrm rot="3215108">
            <a:off x="6194187" y="2525985"/>
            <a:ext cx="1593215" cy="507831"/>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800" b="0" i="0" u="none" strike="noStrike" kern="0" cap="none" spc="0" normalizeH="0" baseline="0" noProof="0">
                <a:ln>
                  <a:noFill/>
                </a:ln>
                <a:solidFill>
                  <a:schemeClr val="bg1"/>
                </a:solidFill>
                <a:effectLst/>
                <a:uLnTx/>
                <a:uFillTx/>
              </a:rPr>
              <a:t>Transaction Matching</a:t>
            </a:r>
          </a:p>
        </p:txBody>
      </p:sp>
      <p:sp>
        <p:nvSpPr>
          <p:cNvPr id="32" name="TextBox 31">
            <a:extLst>
              <a:ext uri="{FF2B5EF4-FFF2-40B4-BE49-F238E27FC236}">
                <a16:creationId xmlns:a16="http://schemas.microsoft.com/office/drawing/2014/main" id="{6562E912-E734-B7B2-8B25-3FFB351D5F82}"/>
              </a:ext>
            </a:extLst>
          </p:cNvPr>
          <p:cNvSpPr txBox="1"/>
          <p:nvPr/>
        </p:nvSpPr>
        <p:spPr>
          <a:xfrm rot="19041831">
            <a:off x="6257812" y="4571643"/>
            <a:ext cx="1593215" cy="272382"/>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800" b="0" i="0" u="none" strike="noStrike" kern="0" cap="none" spc="0" normalizeH="0" baseline="0" noProof="0">
                <a:ln>
                  <a:noFill/>
                </a:ln>
                <a:solidFill>
                  <a:schemeClr val="bg1"/>
                </a:solidFill>
                <a:effectLst/>
                <a:uLnTx/>
                <a:uFillTx/>
              </a:rPr>
              <a:t>Journal Entry</a:t>
            </a:r>
          </a:p>
        </p:txBody>
      </p:sp>
      <p:sp>
        <p:nvSpPr>
          <p:cNvPr id="33" name="TextBox 32">
            <a:extLst>
              <a:ext uri="{FF2B5EF4-FFF2-40B4-BE49-F238E27FC236}">
                <a16:creationId xmlns:a16="http://schemas.microsoft.com/office/drawing/2014/main" id="{FE2F3898-A343-F32A-25BA-89464DC3775F}"/>
              </a:ext>
            </a:extLst>
          </p:cNvPr>
          <p:cNvSpPr txBox="1"/>
          <p:nvPr/>
        </p:nvSpPr>
        <p:spPr>
          <a:xfrm rot="2455748">
            <a:off x="4235181" y="4517544"/>
            <a:ext cx="1593215" cy="507831"/>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27ACAA"/>
              </a:buClr>
              <a:buSzPct val="70000"/>
              <a:buFontTx/>
              <a:buNone/>
              <a:tabLst/>
              <a:defRPr/>
            </a:pPr>
            <a:r>
              <a:rPr kumimoji="0" lang="en-IN" sz="1800" b="0" i="0" u="none" strike="noStrike" kern="0" cap="none" spc="0" normalizeH="0" baseline="0" noProof="0">
                <a:ln>
                  <a:noFill/>
                </a:ln>
                <a:solidFill>
                  <a:schemeClr val="bg1"/>
                </a:solidFill>
                <a:effectLst/>
                <a:uLnTx/>
                <a:uFillTx/>
              </a:rPr>
              <a:t>Smart Close &amp; Compliance</a:t>
            </a:r>
          </a:p>
        </p:txBody>
      </p:sp>
      <p:sp>
        <p:nvSpPr>
          <p:cNvPr id="34" name="Circle: Hollow 33">
            <a:extLst>
              <a:ext uri="{FF2B5EF4-FFF2-40B4-BE49-F238E27FC236}">
                <a16:creationId xmlns:a16="http://schemas.microsoft.com/office/drawing/2014/main" id="{353C30E6-A4C4-3FCF-C23C-2364B7901D30}"/>
              </a:ext>
            </a:extLst>
          </p:cNvPr>
          <p:cNvSpPr/>
          <p:nvPr/>
        </p:nvSpPr>
        <p:spPr>
          <a:xfrm>
            <a:off x="3622089" y="1413591"/>
            <a:ext cx="4864964" cy="4864964"/>
          </a:xfrm>
          <a:prstGeom prst="donut">
            <a:avLst>
              <a:gd name="adj" fmla="val 4223"/>
            </a:avLst>
          </a:prstGeom>
          <a:solidFill>
            <a:srgbClr val="FFE600"/>
          </a:solidFill>
          <a:ln w="9525" cap="flat" cmpd="sng" algn="ctr">
            <a:solidFill>
              <a:srgbClr val="2DB757"/>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200" b="0" i="0" u="none" strike="noStrike" kern="0" cap="none" spc="0" normalizeH="0" baseline="0" noProof="0">
              <a:ln>
                <a:noFill/>
              </a:ln>
              <a:solidFill>
                <a:schemeClr val="bg1"/>
              </a:solidFill>
              <a:effectLst/>
              <a:uLnTx/>
              <a:uFillTx/>
              <a:latin typeface="EYInterstate Light"/>
              <a:ea typeface="+mn-ea"/>
              <a:cs typeface="+mn-cs"/>
            </a:endParaRPr>
          </a:p>
        </p:txBody>
      </p:sp>
      <p:sp>
        <p:nvSpPr>
          <p:cNvPr id="35" name="object 6">
            <a:extLst>
              <a:ext uri="{FF2B5EF4-FFF2-40B4-BE49-F238E27FC236}">
                <a16:creationId xmlns:a16="http://schemas.microsoft.com/office/drawing/2014/main" id="{F9965E93-BA66-7B14-EC84-885CE5D9EC91}"/>
              </a:ext>
            </a:extLst>
          </p:cNvPr>
          <p:cNvSpPr/>
          <p:nvPr/>
        </p:nvSpPr>
        <p:spPr>
          <a:xfrm rot="10800000">
            <a:off x="3536525" y="2377866"/>
            <a:ext cx="1053230" cy="47779"/>
          </a:xfrm>
          <a:custGeom>
            <a:avLst/>
            <a:gdLst/>
            <a:ahLst/>
            <a:cxnLst/>
            <a:rect l="l" t="t" r="r" b="b"/>
            <a:pathLst>
              <a:path w="1919604" h="76200">
                <a:moveTo>
                  <a:pt x="38100" y="0"/>
                </a:moveTo>
                <a:lnTo>
                  <a:pt x="23252" y="2988"/>
                </a:lnTo>
                <a:lnTo>
                  <a:pt x="11144" y="11144"/>
                </a:lnTo>
                <a:lnTo>
                  <a:pt x="2988" y="23252"/>
                </a:lnTo>
                <a:lnTo>
                  <a:pt x="0" y="38100"/>
                </a:lnTo>
                <a:lnTo>
                  <a:pt x="2988" y="52947"/>
                </a:lnTo>
                <a:lnTo>
                  <a:pt x="11144" y="65055"/>
                </a:lnTo>
                <a:lnTo>
                  <a:pt x="23252" y="73211"/>
                </a:lnTo>
                <a:lnTo>
                  <a:pt x="38100" y="76200"/>
                </a:lnTo>
                <a:lnTo>
                  <a:pt x="52947" y="73211"/>
                </a:lnTo>
                <a:lnTo>
                  <a:pt x="65055" y="65055"/>
                </a:lnTo>
                <a:lnTo>
                  <a:pt x="73211" y="52947"/>
                </a:lnTo>
                <a:lnTo>
                  <a:pt x="74359" y="47244"/>
                </a:lnTo>
                <a:lnTo>
                  <a:pt x="38100" y="47244"/>
                </a:lnTo>
                <a:lnTo>
                  <a:pt x="38100" y="28956"/>
                </a:lnTo>
                <a:lnTo>
                  <a:pt x="74359" y="28956"/>
                </a:lnTo>
                <a:lnTo>
                  <a:pt x="73211" y="23252"/>
                </a:lnTo>
                <a:lnTo>
                  <a:pt x="65055" y="11144"/>
                </a:lnTo>
                <a:lnTo>
                  <a:pt x="52947" y="2988"/>
                </a:lnTo>
                <a:lnTo>
                  <a:pt x="38100" y="0"/>
                </a:lnTo>
                <a:close/>
              </a:path>
              <a:path w="1919604" h="76200">
                <a:moveTo>
                  <a:pt x="74359" y="28956"/>
                </a:moveTo>
                <a:lnTo>
                  <a:pt x="38100" y="28956"/>
                </a:lnTo>
                <a:lnTo>
                  <a:pt x="38100" y="47244"/>
                </a:lnTo>
                <a:lnTo>
                  <a:pt x="74359" y="47244"/>
                </a:lnTo>
                <a:lnTo>
                  <a:pt x="76200" y="38100"/>
                </a:lnTo>
                <a:lnTo>
                  <a:pt x="74359" y="28956"/>
                </a:lnTo>
                <a:close/>
              </a:path>
              <a:path w="1919604" h="76200">
                <a:moveTo>
                  <a:pt x="1919223" y="28956"/>
                </a:moveTo>
                <a:lnTo>
                  <a:pt x="74359" y="28956"/>
                </a:lnTo>
                <a:lnTo>
                  <a:pt x="76200" y="38100"/>
                </a:lnTo>
                <a:lnTo>
                  <a:pt x="74359" y="47244"/>
                </a:lnTo>
                <a:lnTo>
                  <a:pt x="1919223" y="47244"/>
                </a:lnTo>
                <a:lnTo>
                  <a:pt x="1919223" y="28956"/>
                </a:lnTo>
                <a:close/>
              </a:path>
            </a:pathLst>
          </a:custGeom>
          <a:solidFill>
            <a:srgbClr val="FFE600"/>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2E2E38"/>
              </a:solidFill>
              <a:effectLst/>
              <a:uLnTx/>
              <a:uFillTx/>
            </a:endParaRPr>
          </a:p>
        </p:txBody>
      </p:sp>
    </p:spTree>
    <p:extLst>
      <p:ext uri="{BB962C8B-B14F-4D97-AF65-F5344CB8AC3E}">
        <p14:creationId xmlns:p14="http://schemas.microsoft.com/office/powerpoint/2010/main" val="631529818"/>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15329-2D2C-71D9-D2A4-A3EDB9844798}"/>
              </a:ext>
            </a:extLst>
          </p:cNvPr>
          <p:cNvSpPr>
            <a:spLocks noGrp="1"/>
          </p:cNvSpPr>
          <p:nvPr>
            <p:ph type="title"/>
          </p:nvPr>
        </p:nvSpPr>
        <p:spPr/>
        <p:txBody>
          <a:bodyPr/>
          <a:lstStyle/>
          <a:p>
            <a:r>
              <a:rPr lang="en-US"/>
              <a:t>Account Reconciliation Cloud Service (ARCS) Overview</a:t>
            </a:r>
            <a:endParaRPr lang="en-IN"/>
          </a:p>
        </p:txBody>
      </p:sp>
      <p:sp>
        <p:nvSpPr>
          <p:cNvPr id="5" name="Slide Number Placeholder 4">
            <a:extLst>
              <a:ext uri="{FF2B5EF4-FFF2-40B4-BE49-F238E27FC236}">
                <a16:creationId xmlns:a16="http://schemas.microsoft.com/office/drawing/2014/main" id="{3515110B-B7BB-7094-A095-3547FEC98279}"/>
              </a:ext>
            </a:extLst>
          </p:cNvPr>
          <p:cNvSpPr>
            <a:spLocks noGrp="1"/>
          </p:cNvSpPr>
          <p:nvPr>
            <p:ph type="sldNum" sz="quarter" idx="12"/>
          </p:nvPr>
        </p:nvSpPr>
        <p:spPr/>
        <p:txBody>
          <a:bodyPr/>
          <a:lstStyle/>
          <a:p>
            <a:fld id="{94FCA0F3-9F3A-694B-99BB-0E592A797735}" type="slidenum">
              <a:rPr lang="en-US" smtClean="0"/>
              <a:t>114</a:t>
            </a:fld>
            <a:endParaRPr lang="en-US"/>
          </a:p>
        </p:txBody>
      </p:sp>
      <p:sp>
        <p:nvSpPr>
          <p:cNvPr id="6" name="Date Placeholder 5">
            <a:extLst>
              <a:ext uri="{FF2B5EF4-FFF2-40B4-BE49-F238E27FC236}">
                <a16:creationId xmlns:a16="http://schemas.microsoft.com/office/drawing/2014/main" id="{5988127B-D91A-A38C-7679-45984317A837}"/>
              </a:ext>
            </a:extLst>
          </p:cNvPr>
          <p:cNvSpPr>
            <a:spLocks noGrp="1"/>
          </p:cNvSpPr>
          <p:nvPr>
            <p:ph type="dt" sz="half" idx="10"/>
          </p:nvPr>
        </p:nvSpPr>
        <p:spPr/>
        <p:txBody>
          <a:bodyPr/>
          <a:lstStyle/>
          <a:p>
            <a:fld id="{3DE08BB9-041A-450A-A2E4-B53FF4BFBC5C}" type="datetime1">
              <a:rPr lang="en-US" smtClean="0"/>
              <a:t>9/19/2025</a:t>
            </a:fld>
            <a:endParaRPr lang="en-US"/>
          </a:p>
        </p:txBody>
      </p:sp>
      <p:sp>
        <p:nvSpPr>
          <p:cNvPr id="8" name="SmartArt Placeholder 7">
            <a:extLst>
              <a:ext uri="{FF2B5EF4-FFF2-40B4-BE49-F238E27FC236}">
                <a16:creationId xmlns:a16="http://schemas.microsoft.com/office/drawing/2014/main" id="{02ABFE0A-1F58-574D-4D2F-B379AB495D37}"/>
              </a:ext>
            </a:extLst>
          </p:cNvPr>
          <p:cNvSpPr>
            <a:spLocks noGrp="1"/>
          </p:cNvSpPr>
          <p:nvPr>
            <p:ph type="dgm" sz="quarter" idx="17"/>
          </p:nvPr>
        </p:nvSpPr>
        <p:spPr/>
        <p:txBody>
          <a:bodyPr/>
          <a:lstStyle/>
          <a:p>
            <a:endParaRPr lang="en-IN"/>
          </a:p>
        </p:txBody>
      </p:sp>
      <p:grpSp>
        <p:nvGrpSpPr>
          <p:cNvPr id="27" name="Group 26">
            <a:extLst>
              <a:ext uri="{FF2B5EF4-FFF2-40B4-BE49-F238E27FC236}">
                <a16:creationId xmlns:a16="http://schemas.microsoft.com/office/drawing/2014/main" id="{C5629551-1099-F6FF-E602-E2EED2DFB50D}"/>
              </a:ext>
            </a:extLst>
          </p:cNvPr>
          <p:cNvGrpSpPr/>
          <p:nvPr/>
        </p:nvGrpSpPr>
        <p:grpSpPr>
          <a:xfrm>
            <a:off x="4468306" y="2306582"/>
            <a:ext cx="3294256" cy="2524892"/>
            <a:chOff x="4604766" y="2601012"/>
            <a:chExt cx="3081977" cy="2524892"/>
          </a:xfrm>
          <a:scene3d>
            <a:camera prst="orthographicFront">
              <a:rot lat="0" lon="0" rev="0"/>
            </a:camera>
            <a:lightRig rig="soft" dir="t">
              <a:rot lat="0" lon="0" rev="0"/>
            </a:lightRig>
          </a:scene3d>
        </p:grpSpPr>
        <p:grpSp>
          <p:nvGrpSpPr>
            <p:cNvPr id="28" name="Group 27">
              <a:extLst>
                <a:ext uri="{FF2B5EF4-FFF2-40B4-BE49-F238E27FC236}">
                  <a16:creationId xmlns:a16="http://schemas.microsoft.com/office/drawing/2014/main" id="{7CB78DB3-9BC7-DCB1-CDEC-6420D835461A}"/>
                </a:ext>
              </a:extLst>
            </p:cNvPr>
            <p:cNvGrpSpPr/>
            <p:nvPr/>
          </p:nvGrpSpPr>
          <p:grpSpPr>
            <a:xfrm>
              <a:off x="4604766" y="2601012"/>
              <a:ext cx="3081977" cy="2524892"/>
              <a:chOff x="4641851" y="2676428"/>
              <a:chExt cx="1884650" cy="1991687"/>
            </a:xfrm>
          </p:grpSpPr>
          <p:sp>
            <p:nvSpPr>
              <p:cNvPr id="32" name="Freeform 3">
                <a:extLst>
                  <a:ext uri="{FF2B5EF4-FFF2-40B4-BE49-F238E27FC236}">
                    <a16:creationId xmlns:a16="http://schemas.microsoft.com/office/drawing/2014/main" id="{6F9074EC-5EB0-E583-A544-B6C4A62434C0}"/>
                  </a:ext>
                </a:extLst>
              </p:cNvPr>
              <p:cNvSpPr>
                <a:spLocks/>
              </p:cNvSpPr>
              <p:nvPr/>
            </p:nvSpPr>
            <p:spPr bwMode="gray">
              <a:xfrm>
                <a:off x="4641851" y="2676428"/>
                <a:ext cx="1200150" cy="976313"/>
              </a:xfrm>
              <a:custGeom>
                <a:avLst/>
                <a:gdLst>
                  <a:gd name="T0" fmla="*/ 0 w 806"/>
                  <a:gd name="T1" fmla="*/ 0 h 583"/>
                  <a:gd name="T2" fmla="*/ 0 w 806"/>
                  <a:gd name="T3" fmla="*/ 2147483647 h 583"/>
                  <a:gd name="T4" fmla="*/ 2147483647 w 806"/>
                  <a:gd name="T5" fmla="*/ 2147483647 h 583"/>
                  <a:gd name="T6" fmla="*/ 2147483647 w 806"/>
                  <a:gd name="T7" fmla="*/ 2147483647 h 583"/>
                  <a:gd name="T8" fmla="*/ 2147483647 w 806"/>
                  <a:gd name="T9" fmla="*/ 2147483647 h 583"/>
                  <a:gd name="T10" fmla="*/ 2147483647 w 806"/>
                  <a:gd name="T11" fmla="*/ 2147483647 h 583"/>
                  <a:gd name="T12" fmla="*/ 2147483647 w 806"/>
                  <a:gd name="T13" fmla="*/ 2147483647 h 583"/>
                  <a:gd name="T14" fmla="*/ 2147483647 w 806"/>
                  <a:gd name="T15" fmla="*/ 2147483647 h 583"/>
                  <a:gd name="T16" fmla="*/ 2147483647 w 806"/>
                  <a:gd name="T17" fmla="*/ 2147483647 h 583"/>
                  <a:gd name="T18" fmla="*/ 2147483647 w 806"/>
                  <a:gd name="T19" fmla="*/ 2147483647 h 583"/>
                  <a:gd name="T20" fmla="*/ 2147483647 w 806"/>
                  <a:gd name="T21" fmla="*/ 2147483647 h 583"/>
                  <a:gd name="T22" fmla="*/ 2147483647 w 806"/>
                  <a:gd name="T23" fmla="*/ 2147483647 h 583"/>
                  <a:gd name="T24" fmla="*/ 2147483647 w 806"/>
                  <a:gd name="T25" fmla="*/ 2147483647 h 583"/>
                  <a:gd name="T26" fmla="*/ 2147483647 w 806"/>
                  <a:gd name="T27" fmla="*/ 2147483647 h 583"/>
                  <a:gd name="T28" fmla="*/ 2147483647 w 806"/>
                  <a:gd name="T29" fmla="*/ 2147483647 h 583"/>
                  <a:gd name="T30" fmla="*/ 2147483647 w 806"/>
                  <a:gd name="T31" fmla="*/ 2147483647 h 583"/>
                  <a:gd name="T32" fmla="*/ 2147483647 w 806"/>
                  <a:gd name="T33" fmla="*/ 2147483647 h 583"/>
                  <a:gd name="T34" fmla="*/ 2147483647 w 806"/>
                  <a:gd name="T35" fmla="*/ 2147483647 h 583"/>
                  <a:gd name="T36" fmla="*/ 2147483647 w 806"/>
                  <a:gd name="T37" fmla="*/ 2147483647 h 583"/>
                  <a:gd name="T38" fmla="*/ 2147483647 w 806"/>
                  <a:gd name="T39" fmla="*/ 2147483647 h 583"/>
                  <a:gd name="T40" fmla="*/ 2147483647 w 806"/>
                  <a:gd name="T41" fmla="*/ 2147483647 h 583"/>
                  <a:gd name="T42" fmla="*/ 2147483647 w 806"/>
                  <a:gd name="T43" fmla="*/ 2147483647 h 583"/>
                  <a:gd name="T44" fmla="*/ 2147483647 w 806"/>
                  <a:gd name="T45" fmla="*/ 2147483647 h 583"/>
                  <a:gd name="T46" fmla="*/ 2147483647 w 806"/>
                  <a:gd name="T47" fmla="*/ 2147483647 h 583"/>
                  <a:gd name="T48" fmla="*/ 2147483647 w 806"/>
                  <a:gd name="T49" fmla="*/ 2147483647 h 583"/>
                  <a:gd name="T50" fmla="*/ 2147483647 w 806"/>
                  <a:gd name="T51" fmla="*/ 2147483647 h 583"/>
                  <a:gd name="T52" fmla="*/ 2147483647 w 806"/>
                  <a:gd name="T53" fmla="*/ 2147483647 h 583"/>
                  <a:gd name="T54" fmla="*/ 2147483647 w 806"/>
                  <a:gd name="T55" fmla="*/ 2147483647 h 583"/>
                  <a:gd name="T56" fmla="*/ 2147483647 w 806"/>
                  <a:gd name="T57" fmla="*/ 2147483647 h 583"/>
                  <a:gd name="T58" fmla="*/ 2147483647 w 806"/>
                  <a:gd name="T59" fmla="*/ 2147483647 h 583"/>
                  <a:gd name="T60" fmla="*/ 2147483647 w 806"/>
                  <a:gd name="T61" fmla="*/ 2147483647 h 583"/>
                  <a:gd name="T62" fmla="*/ 2147483647 w 806"/>
                  <a:gd name="T63" fmla="*/ 2147483647 h 583"/>
                  <a:gd name="T64" fmla="*/ 2147483647 w 806"/>
                  <a:gd name="T65" fmla="*/ 2147483647 h 583"/>
                  <a:gd name="T66" fmla="*/ 2147483647 w 806"/>
                  <a:gd name="T67" fmla="*/ 2147483647 h 583"/>
                  <a:gd name="T68" fmla="*/ 2147483647 w 806"/>
                  <a:gd name="T69" fmla="*/ 2147483647 h 583"/>
                  <a:gd name="T70" fmla="*/ 2147483647 w 806"/>
                  <a:gd name="T71" fmla="*/ 2147483647 h 583"/>
                  <a:gd name="T72" fmla="*/ 2147483647 w 806"/>
                  <a:gd name="T73" fmla="*/ 0 h 583"/>
                  <a:gd name="T74" fmla="*/ 0 w 806"/>
                  <a:gd name="T75" fmla="*/ 0 h 58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806"/>
                  <a:gd name="T115" fmla="*/ 0 h 583"/>
                  <a:gd name="T116" fmla="*/ 806 w 806"/>
                  <a:gd name="T117" fmla="*/ 583 h 58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806" h="583">
                    <a:moveTo>
                      <a:pt x="0" y="0"/>
                    </a:moveTo>
                    <a:lnTo>
                      <a:pt x="0" y="582"/>
                    </a:lnTo>
                    <a:lnTo>
                      <a:pt x="225" y="582"/>
                    </a:lnTo>
                    <a:lnTo>
                      <a:pt x="225" y="574"/>
                    </a:lnTo>
                    <a:lnTo>
                      <a:pt x="225" y="558"/>
                    </a:lnTo>
                    <a:lnTo>
                      <a:pt x="225" y="526"/>
                    </a:lnTo>
                    <a:lnTo>
                      <a:pt x="225" y="494"/>
                    </a:lnTo>
                    <a:lnTo>
                      <a:pt x="234" y="470"/>
                    </a:lnTo>
                    <a:lnTo>
                      <a:pt x="251" y="454"/>
                    </a:lnTo>
                    <a:lnTo>
                      <a:pt x="268" y="438"/>
                    </a:lnTo>
                    <a:lnTo>
                      <a:pt x="294" y="430"/>
                    </a:lnTo>
                    <a:lnTo>
                      <a:pt x="338" y="430"/>
                    </a:lnTo>
                    <a:lnTo>
                      <a:pt x="381" y="446"/>
                    </a:lnTo>
                    <a:lnTo>
                      <a:pt x="407" y="470"/>
                    </a:lnTo>
                    <a:lnTo>
                      <a:pt x="416" y="486"/>
                    </a:lnTo>
                    <a:lnTo>
                      <a:pt x="416" y="502"/>
                    </a:lnTo>
                    <a:lnTo>
                      <a:pt x="416" y="518"/>
                    </a:lnTo>
                    <a:lnTo>
                      <a:pt x="416" y="534"/>
                    </a:lnTo>
                    <a:lnTo>
                      <a:pt x="407" y="558"/>
                    </a:lnTo>
                    <a:lnTo>
                      <a:pt x="416" y="582"/>
                    </a:lnTo>
                    <a:lnTo>
                      <a:pt x="640" y="582"/>
                    </a:lnTo>
                    <a:lnTo>
                      <a:pt x="640" y="375"/>
                    </a:lnTo>
                    <a:lnTo>
                      <a:pt x="640" y="367"/>
                    </a:lnTo>
                    <a:lnTo>
                      <a:pt x="657" y="359"/>
                    </a:lnTo>
                    <a:lnTo>
                      <a:pt x="683" y="367"/>
                    </a:lnTo>
                    <a:lnTo>
                      <a:pt x="718" y="367"/>
                    </a:lnTo>
                    <a:lnTo>
                      <a:pt x="752" y="359"/>
                    </a:lnTo>
                    <a:lnTo>
                      <a:pt x="778" y="335"/>
                    </a:lnTo>
                    <a:lnTo>
                      <a:pt x="796" y="311"/>
                    </a:lnTo>
                    <a:lnTo>
                      <a:pt x="805" y="271"/>
                    </a:lnTo>
                    <a:lnTo>
                      <a:pt x="787" y="239"/>
                    </a:lnTo>
                    <a:lnTo>
                      <a:pt x="761" y="207"/>
                    </a:lnTo>
                    <a:lnTo>
                      <a:pt x="726" y="191"/>
                    </a:lnTo>
                    <a:lnTo>
                      <a:pt x="692" y="191"/>
                    </a:lnTo>
                    <a:lnTo>
                      <a:pt x="657" y="199"/>
                    </a:lnTo>
                    <a:lnTo>
                      <a:pt x="640" y="191"/>
                    </a:lnTo>
                    <a:lnTo>
                      <a:pt x="640" y="0"/>
                    </a:lnTo>
                    <a:lnTo>
                      <a:pt x="0" y="0"/>
                    </a:lnTo>
                  </a:path>
                </a:pathLst>
              </a:custGeom>
              <a:solidFill>
                <a:srgbClr val="808080"/>
              </a:solidFill>
              <a:ln w="6350" cap="rnd">
                <a:noFill/>
                <a:round/>
                <a:headEnd/>
                <a:tailEnd/>
              </a:ln>
              <a:effectLst>
                <a:outerShdw blurRad="107950" dist="12700" dir="5400000" algn="ctr">
                  <a:srgbClr val="000000"/>
                </a:outerShdw>
              </a:effectLst>
              <a:sp3d contourW="44450" prstMaterial="matte">
                <a:bevelT w="63500" h="63500" prst="artDeco"/>
                <a:contourClr>
                  <a:srgbClr val="FFFFFF"/>
                </a:contourClr>
              </a:sp3d>
            </p:spPr>
            <p:txBody>
              <a:bodyPr lIns="45720" rIns="4572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endParaRPr>
              </a:p>
            </p:txBody>
          </p:sp>
          <p:sp>
            <p:nvSpPr>
              <p:cNvPr id="33" name="Freeform 5">
                <a:extLst>
                  <a:ext uri="{FF2B5EF4-FFF2-40B4-BE49-F238E27FC236}">
                    <a16:creationId xmlns:a16="http://schemas.microsoft.com/office/drawing/2014/main" id="{AD8FBED2-4821-911E-DCC0-490561D42467}"/>
                  </a:ext>
                </a:extLst>
              </p:cNvPr>
              <p:cNvSpPr>
                <a:spLocks/>
              </p:cNvSpPr>
              <p:nvPr/>
            </p:nvSpPr>
            <p:spPr bwMode="gray">
              <a:xfrm>
                <a:off x="4641851" y="3386138"/>
                <a:ext cx="955675" cy="1281977"/>
              </a:xfrm>
              <a:custGeom>
                <a:avLst/>
                <a:gdLst>
                  <a:gd name="T0" fmla="*/ 2147483647 w 642"/>
                  <a:gd name="T1" fmla="*/ 2147483647 h 736"/>
                  <a:gd name="T2" fmla="*/ 2147483647 w 642"/>
                  <a:gd name="T3" fmla="*/ 2147483647 h 736"/>
                  <a:gd name="T4" fmla="*/ 2147483647 w 642"/>
                  <a:gd name="T5" fmla="*/ 2147483647 h 736"/>
                  <a:gd name="T6" fmla="*/ 2147483647 w 642"/>
                  <a:gd name="T7" fmla="*/ 2147483647 h 736"/>
                  <a:gd name="T8" fmla="*/ 2147483647 w 642"/>
                  <a:gd name="T9" fmla="*/ 2147483647 h 736"/>
                  <a:gd name="T10" fmla="*/ 2147483647 w 642"/>
                  <a:gd name="T11" fmla="*/ 2147483647 h 736"/>
                  <a:gd name="T12" fmla="*/ 2147483647 w 642"/>
                  <a:gd name="T13" fmla="*/ 2147483647 h 736"/>
                  <a:gd name="T14" fmla="*/ 2147483647 w 642"/>
                  <a:gd name="T15" fmla="*/ 2147483647 h 736"/>
                  <a:gd name="T16" fmla="*/ 2147483647 w 642"/>
                  <a:gd name="T17" fmla="*/ 2147483647 h 736"/>
                  <a:gd name="T18" fmla="*/ 2147483647 w 642"/>
                  <a:gd name="T19" fmla="*/ 2147483647 h 736"/>
                  <a:gd name="T20" fmla="*/ 2147483647 w 642"/>
                  <a:gd name="T21" fmla="*/ 2147483647 h 736"/>
                  <a:gd name="T22" fmla="*/ 2147483647 w 642"/>
                  <a:gd name="T23" fmla="*/ 2147483647 h 736"/>
                  <a:gd name="T24" fmla="*/ 2147483647 w 642"/>
                  <a:gd name="T25" fmla="*/ 2147483647 h 736"/>
                  <a:gd name="T26" fmla="*/ 2147483647 w 642"/>
                  <a:gd name="T27" fmla="*/ 2147483647 h 736"/>
                  <a:gd name="T28" fmla="*/ 2147483647 w 642"/>
                  <a:gd name="T29" fmla="*/ 2147483647 h 736"/>
                  <a:gd name="T30" fmla="*/ 2147483647 w 642"/>
                  <a:gd name="T31" fmla="*/ 2147483647 h 736"/>
                  <a:gd name="T32" fmla="*/ 2147483647 w 642"/>
                  <a:gd name="T33" fmla="*/ 2147483647 h 736"/>
                  <a:gd name="T34" fmla="*/ 2147483647 w 642"/>
                  <a:gd name="T35" fmla="*/ 2147483647 h 736"/>
                  <a:gd name="T36" fmla="*/ 2147483647 w 642"/>
                  <a:gd name="T37" fmla="*/ 2147483647 h 736"/>
                  <a:gd name="T38" fmla="*/ 2147483647 w 642"/>
                  <a:gd name="T39" fmla="*/ 2147483647 h 736"/>
                  <a:gd name="T40" fmla="*/ 2147483647 w 642"/>
                  <a:gd name="T41" fmla="*/ 2147483647 h 736"/>
                  <a:gd name="T42" fmla="*/ 2147483647 w 642"/>
                  <a:gd name="T43" fmla="*/ 2147483647 h 736"/>
                  <a:gd name="T44" fmla="*/ 2147483647 w 642"/>
                  <a:gd name="T45" fmla="*/ 2147483647 h 736"/>
                  <a:gd name="T46" fmla="*/ 2147483647 w 642"/>
                  <a:gd name="T47" fmla="*/ 2147483647 h 736"/>
                  <a:gd name="T48" fmla="*/ 2147483647 w 642"/>
                  <a:gd name="T49" fmla="*/ 2147483647 h 736"/>
                  <a:gd name="T50" fmla="*/ 2147483647 w 642"/>
                  <a:gd name="T51" fmla="*/ 2147483647 h 736"/>
                  <a:gd name="T52" fmla="*/ 2147483647 w 642"/>
                  <a:gd name="T53" fmla="*/ 2147483647 h 736"/>
                  <a:gd name="T54" fmla="*/ 2147483647 w 642"/>
                  <a:gd name="T55" fmla="*/ 2147483647 h 736"/>
                  <a:gd name="T56" fmla="*/ 2147483647 w 642"/>
                  <a:gd name="T57" fmla="*/ 0 h 736"/>
                  <a:gd name="T58" fmla="*/ 2147483647 w 642"/>
                  <a:gd name="T59" fmla="*/ 0 h 736"/>
                  <a:gd name="T60" fmla="*/ 2147483647 w 642"/>
                  <a:gd name="T61" fmla="*/ 2147483647 h 736"/>
                  <a:gd name="T62" fmla="*/ 2147483647 w 642"/>
                  <a:gd name="T63" fmla="*/ 2147483647 h 736"/>
                  <a:gd name="T64" fmla="*/ 2147483647 w 642"/>
                  <a:gd name="T65" fmla="*/ 2147483647 h 736"/>
                  <a:gd name="T66" fmla="*/ 2147483647 w 642"/>
                  <a:gd name="T67" fmla="*/ 2147483647 h 736"/>
                  <a:gd name="T68" fmla="*/ 2147483647 w 642"/>
                  <a:gd name="T69" fmla="*/ 2147483647 h 736"/>
                  <a:gd name="T70" fmla="*/ 2147483647 w 642"/>
                  <a:gd name="T71" fmla="*/ 2147483647 h 736"/>
                  <a:gd name="T72" fmla="*/ 2147483647 w 642"/>
                  <a:gd name="T73" fmla="*/ 2147483647 h 736"/>
                  <a:gd name="T74" fmla="*/ 2147483647 w 642"/>
                  <a:gd name="T75" fmla="*/ 2147483647 h 736"/>
                  <a:gd name="T76" fmla="*/ 0 w 642"/>
                  <a:gd name="T77" fmla="*/ 2147483647 h 736"/>
                  <a:gd name="T78" fmla="*/ 2147483647 w 642"/>
                  <a:gd name="T79" fmla="*/ 2147483647 h 7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42"/>
                  <a:gd name="T121" fmla="*/ 0 h 736"/>
                  <a:gd name="T122" fmla="*/ 642 w 642"/>
                  <a:gd name="T123" fmla="*/ 736 h 7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42" h="736">
                    <a:moveTo>
                      <a:pt x="8" y="735"/>
                    </a:moveTo>
                    <a:lnTo>
                      <a:pt x="641" y="735"/>
                    </a:lnTo>
                    <a:lnTo>
                      <a:pt x="641" y="535"/>
                    </a:lnTo>
                    <a:lnTo>
                      <a:pt x="632" y="527"/>
                    </a:lnTo>
                    <a:lnTo>
                      <a:pt x="616" y="527"/>
                    </a:lnTo>
                    <a:lnTo>
                      <a:pt x="581" y="535"/>
                    </a:lnTo>
                    <a:lnTo>
                      <a:pt x="546" y="527"/>
                    </a:lnTo>
                    <a:lnTo>
                      <a:pt x="503" y="511"/>
                    </a:lnTo>
                    <a:lnTo>
                      <a:pt x="485" y="487"/>
                    </a:lnTo>
                    <a:lnTo>
                      <a:pt x="477" y="463"/>
                    </a:lnTo>
                    <a:lnTo>
                      <a:pt x="477" y="423"/>
                    </a:lnTo>
                    <a:lnTo>
                      <a:pt x="494" y="391"/>
                    </a:lnTo>
                    <a:lnTo>
                      <a:pt x="503" y="375"/>
                    </a:lnTo>
                    <a:lnTo>
                      <a:pt x="520" y="367"/>
                    </a:lnTo>
                    <a:lnTo>
                      <a:pt x="537" y="359"/>
                    </a:lnTo>
                    <a:lnTo>
                      <a:pt x="555" y="352"/>
                    </a:lnTo>
                    <a:lnTo>
                      <a:pt x="572" y="352"/>
                    </a:lnTo>
                    <a:lnTo>
                      <a:pt x="590" y="352"/>
                    </a:lnTo>
                    <a:lnTo>
                      <a:pt x="616" y="367"/>
                    </a:lnTo>
                    <a:lnTo>
                      <a:pt x="632" y="359"/>
                    </a:lnTo>
                    <a:lnTo>
                      <a:pt x="641" y="352"/>
                    </a:lnTo>
                    <a:lnTo>
                      <a:pt x="641" y="152"/>
                    </a:lnTo>
                    <a:lnTo>
                      <a:pt x="416" y="152"/>
                    </a:lnTo>
                    <a:lnTo>
                      <a:pt x="407" y="128"/>
                    </a:lnTo>
                    <a:lnTo>
                      <a:pt x="416" y="112"/>
                    </a:lnTo>
                    <a:lnTo>
                      <a:pt x="416" y="80"/>
                    </a:lnTo>
                    <a:lnTo>
                      <a:pt x="407" y="40"/>
                    </a:lnTo>
                    <a:lnTo>
                      <a:pt x="381" y="16"/>
                    </a:lnTo>
                    <a:lnTo>
                      <a:pt x="347" y="0"/>
                    </a:lnTo>
                    <a:lnTo>
                      <a:pt x="303" y="0"/>
                    </a:lnTo>
                    <a:lnTo>
                      <a:pt x="268" y="8"/>
                    </a:lnTo>
                    <a:lnTo>
                      <a:pt x="242" y="32"/>
                    </a:lnTo>
                    <a:lnTo>
                      <a:pt x="225" y="48"/>
                    </a:lnTo>
                    <a:lnTo>
                      <a:pt x="216" y="72"/>
                    </a:lnTo>
                    <a:lnTo>
                      <a:pt x="216" y="96"/>
                    </a:lnTo>
                    <a:lnTo>
                      <a:pt x="225" y="128"/>
                    </a:lnTo>
                    <a:lnTo>
                      <a:pt x="225" y="144"/>
                    </a:lnTo>
                    <a:lnTo>
                      <a:pt x="216" y="152"/>
                    </a:lnTo>
                    <a:lnTo>
                      <a:pt x="0" y="152"/>
                    </a:lnTo>
                    <a:lnTo>
                      <a:pt x="8" y="735"/>
                    </a:lnTo>
                  </a:path>
                </a:pathLst>
              </a:custGeom>
              <a:solidFill>
                <a:srgbClr val="FFE600"/>
              </a:solidFill>
              <a:ln w="6350" cap="rnd">
                <a:noFill/>
                <a:round/>
                <a:headEnd/>
                <a:tailEnd/>
              </a:ln>
              <a:effectLst>
                <a:outerShdw blurRad="107950" dist="12700" dir="5400000" algn="ctr">
                  <a:srgbClr val="000000"/>
                </a:outerShdw>
              </a:effectLst>
              <a:sp3d contourW="44450" prstMaterial="matte">
                <a:bevelT w="63500" h="63500" prst="artDeco"/>
                <a:contourClr>
                  <a:srgbClr val="FFFFFF"/>
                </a:contourClr>
              </a:sp3d>
            </p:spPr>
            <p:txBody>
              <a:bodyPr lIns="45720" rIns="4572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D200"/>
                  </a:solidFill>
                  <a:effectLst/>
                  <a:uLnTx/>
                  <a:uFillTx/>
                </a:endParaRPr>
              </a:p>
            </p:txBody>
          </p:sp>
          <p:sp>
            <p:nvSpPr>
              <p:cNvPr id="34" name="Freeform 7">
                <a:extLst>
                  <a:ext uri="{FF2B5EF4-FFF2-40B4-BE49-F238E27FC236}">
                    <a16:creationId xmlns:a16="http://schemas.microsoft.com/office/drawing/2014/main" id="{7EB234BA-552F-43F2-D0E6-13A19FE16D21}"/>
                  </a:ext>
                </a:extLst>
              </p:cNvPr>
              <p:cNvSpPr>
                <a:spLocks/>
              </p:cNvSpPr>
              <p:nvPr/>
            </p:nvSpPr>
            <p:spPr bwMode="gray">
              <a:xfrm>
                <a:off x="5583109" y="2676428"/>
                <a:ext cx="941388" cy="1230313"/>
              </a:xfrm>
              <a:custGeom>
                <a:avLst/>
                <a:gdLst>
                  <a:gd name="T0" fmla="*/ 2147483647 w 633"/>
                  <a:gd name="T1" fmla="*/ 0 h 735"/>
                  <a:gd name="T2" fmla="*/ 0 w 633"/>
                  <a:gd name="T3" fmla="*/ 0 h 735"/>
                  <a:gd name="T4" fmla="*/ 0 w 633"/>
                  <a:gd name="T5" fmla="*/ 2147483647 h 735"/>
                  <a:gd name="T6" fmla="*/ 0 w 633"/>
                  <a:gd name="T7" fmla="*/ 2147483647 h 735"/>
                  <a:gd name="T8" fmla="*/ 2147483647 w 633"/>
                  <a:gd name="T9" fmla="*/ 2147483647 h 735"/>
                  <a:gd name="T10" fmla="*/ 2147483647 w 633"/>
                  <a:gd name="T11" fmla="*/ 2147483647 h 735"/>
                  <a:gd name="T12" fmla="*/ 2147483647 w 633"/>
                  <a:gd name="T13" fmla="*/ 2147483647 h 735"/>
                  <a:gd name="T14" fmla="*/ 2147483647 w 633"/>
                  <a:gd name="T15" fmla="*/ 2147483647 h 735"/>
                  <a:gd name="T16" fmla="*/ 2147483647 w 633"/>
                  <a:gd name="T17" fmla="*/ 2147483647 h 735"/>
                  <a:gd name="T18" fmla="*/ 2147483647 w 633"/>
                  <a:gd name="T19" fmla="*/ 2147483647 h 735"/>
                  <a:gd name="T20" fmla="*/ 2147483647 w 633"/>
                  <a:gd name="T21" fmla="*/ 2147483647 h 735"/>
                  <a:gd name="T22" fmla="*/ 2147483647 w 633"/>
                  <a:gd name="T23" fmla="*/ 2147483647 h 735"/>
                  <a:gd name="T24" fmla="*/ 2147483647 w 633"/>
                  <a:gd name="T25" fmla="*/ 2147483647 h 735"/>
                  <a:gd name="T26" fmla="*/ 2147483647 w 633"/>
                  <a:gd name="T27" fmla="*/ 2147483647 h 735"/>
                  <a:gd name="T28" fmla="*/ 2147483647 w 633"/>
                  <a:gd name="T29" fmla="*/ 2147483647 h 735"/>
                  <a:gd name="T30" fmla="*/ 2147483647 w 633"/>
                  <a:gd name="T31" fmla="*/ 2147483647 h 735"/>
                  <a:gd name="T32" fmla="*/ 2147483647 w 633"/>
                  <a:gd name="T33" fmla="*/ 2147483647 h 735"/>
                  <a:gd name="T34" fmla="*/ 2147483647 w 633"/>
                  <a:gd name="T35" fmla="*/ 2147483647 h 735"/>
                  <a:gd name="T36" fmla="*/ 2147483647 w 633"/>
                  <a:gd name="T37" fmla="*/ 2147483647 h 735"/>
                  <a:gd name="T38" fmla="*/ 2147483647 w 633"/>
                  <a:gd name="T39" fmla="*/ 2147483647 h 735"/>
                  <a:gd name="T40" fmla="*/ 0 w 633"/>
                  <a:gd name="T41" fmla="*/ 2147483647 h 735"/>
                  <a:gd name="T42" fmla="*/ 0 w 633"/>
                  <a:gd name="T43" fmla="*/ 2147483647 h 735"/>
                  <a:gd name="T44" fmla="*/ 0 w 633"/>
                  <a:gd name="T45" fmla="*/ 2147483647 h 735"/>
                  <a:gd name="T46" fmla="*/ 2147483647 w 633"/>
                  <a:gd name="T47" fmla="*/ 2147483647 h 735"/>
                  <a:gd name="T48" fmla="*/ 2147483647 w 633"/>
                  <a:gd name="T49" fmla="*/ 2147483647 h 735"/>
                  <a:gd name="T50" fmla="*/ 2147483647 w 633"/>
                  <a:gd name="T51" fmla="*/ 2147483647 h 735"/>
                  <a:gd name="T52" fmla="*/ 2147483647 w 633"/>
                  <a:gd name="T53" fmla="*/ 2147483647 h 735"/>
                  <a:gd name="T54" fmla="*/ 2147483647 w 633"/>
                  <a:gd name="T55" fmla="*/ 2147483647 h 735"/>
                  <a:gd name="T56" fmla="*/ 2147483647 w 633"/>
                  <a:gd name="T57" fmla="*/ 2147483647 h 735"/>
                  <a:gd name="T58" fmla="*/ 2147483647 w 633"/>
                  <a:gd name="T59" fmla="*/ 2147483647 h 735"/>
                  <a:gd name="T60" fmla="*/ 2147483647 w 633"/>
                  <a:gd name="T61" fmla="*/ 2147483647 h 735"/>
                  <a:gd name="T62" fmla="*/ 2147483647 w 633"/>
                  <a:gd name="T63" fmla="*/ 2147483647 h 735"/>
                  <a:gd name="T64" fmla="*/ 2147483647 w 633"/>
                  <a:gd name="T65" fmla="*/ 2147483647 h 735"/>
                  <a:gd name="T66" fmla="*/ 2147483647 w 633"/>
                  <a:gd name="T67" fmla="*/ 2147483647 h 735"/>
                  <a:gd name="T68" fmla="*/ 2147483647 w 633"/>
                  <a:gd name="T69" fmla="*/ 2147483647 h 735"/>
                  <a:gd name="T70" fmla="*/ 2147483647 w 633"/>
                  <a:gd name="T71" fmla="*/ 2147483647 h 735"/>
                  <a:gd name="T72" fmla="*/ 2147483647 w 633"/>
                  <a:gd name="T73" fmla="*/ 2147483647 h 735"/>
                  <a:gd name="T74" fmla="*/ 2147483647 w 633"/>
                  <a:gd name="T75" fmla="*/ 2147483647 h 735"/>
                  <a:gd name="T76" fmla="*/ 2147483647 w 633"/>
                  <a:gd name="T77" fmla="*/ 2147483647 h 735"/>
                  <a:gd name="T78" fmla="*/ 2147483647 w 633"/>
                  <a:gd name="T79" fmla="*/ 2147483647 h 735"/>
                  <a:gd name="T80" fmla="*/ 2147483647 w 633"/>
                  <a:gd name="T81" fmla="*/ 0 h 73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3"/>
                  <a:gd name="T124" fmla="*/ 0 h 735"/>
                  <a:gd name="T125" fmla="*/ 633 w 633"/>
                  <a:gd name="T126" fmla="*/ 735 h 73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3" h="735">
                    <a:moveTo>
                      <a:pt x="632" y="0"/>
                    </a:moveTo>
                    <a:lnTo>
                      <a:pt x="0" y="0"/>
                    </a:lnTo>
                    <a:lnTo>
                      <a:pt x="0" y="191"/>
                    </a:lnTo>
                    <a:lnTo>
                      <a:pt x="0" y="199"/>
                    </a:lnTo>
                    <a:lnTo>
                      <a:pt x="26" y="199"/>
                    </a:lnTo>
                    <a:lnTo>
                      <a:pt x="60" y="191"/>
                    </a:lnTo>
                    <a:lnTo>
                      <a:pt x="95" y="199"/>
                    </a:lnTo>
                    <a:lnTo>
                      <a:pt x="112" y="207"/>
                    </a:lnTo>
                    <a:lnTo>
                      <a:pt x="130" y="223"/>
                    </a:lnTo>
                    <a:lnTo>
                      <a:pt x="147" y="239"/>
                    </a:lnTo>
                    <a:lnTo>
                      <a:pt x="156" y="263"/>
                    </a:lnTo>
                    <a:lnTo>
                      <a:pt x="156" y="303"/>
                    </a:lnTo>
                    <a:lnTo>
                      <a:pt x="147" y="319"/>
                    </a:lnTo>
                    <a:lnTo>
                      <a:pt x="138" y="335"/>
                    </a:lnTo>
                    <a:lnTo>
                      <a:pt x="112" y="359"/>
                    </a:lnTo>
                    <a:lnTo>
                      <a:pt x="78" y="375"/>
                    </a:lnTo>
                    <a:lnTo>
                      <a:pt x="52" y="375"/>
                    </a:lnTo>
                    <a:lnTo>
                      <a:pt x="34" y="367"/>
                    </a:lnTo>
                    <a:lnTo>
                      <a:pt x="26" y="367"/>
                    </a:lnTo>
                    <a:lnTo>
                      <a:pt x="17" y="367"/>
                    </a:lnTo>
                    <a:lnTo>
                      <a:pt x="0" y="367"/>
                    </a:lnTo>
                    <a:lnTo>
                      <a:pt x="0" y="375"/>
                    </a:lnTo>
                    <a:lnTo>
                      <a:pt x="0" y="582"/>
                    </a:lnTo>
                    <a:lnTo>
                      <a:pt x="225" y="582"/>
                    </a:lnTo>
                    <a:lnTo>
                      <a:pt x="234" y="582"/>
                    </a:lnTo>
                    <a:lnTo>
                      <a:pt x="234" y="598"/>
                    </a:lnTo>
                    <a:lnTo>
                      <a:pt x="225" y="622"/>
                    </a:lnTo>
                    <a:lnTo>
                      <a:pt x="225" y="654"/>
                    </a:lnTo>
                    <a:lnTo>
                      <a:pt x="241" y="686"/>
                    </a:lnTo>
                    <a:lnTo>
                      <a:pt x="259" y="710"/>
                    </a:lnTo>
                    <a:lnTo>
                      <a:pt x="293" y="726"/>
                    </a:lnTo>
                    <a:lnTo>
                      <a:pt x="337" y="734"/>
                    </a:lnTo>
                    <a:lnTo>
                      <a:pt x="371" y="718"/>
                    </a:lnTo>
                    <a:lnTo>
                      <a:pt x="397" y="694"/>
                    </a:lnTo>
                    <a:lnTo>
                      <a:pt x="423" y="662"/>
                    </a:lnTo>
                    <a:lnTo>
                      <a:pt x="423" y="630"/>
                    </a:lnTo>
                    <a:lnTo>
                      <a:pt x="415" y="598"/>
                    </a:lnTo>
                    <a:lnTo>
                      <a:pt x="415" y="590"/>
                    </a:lnTo>
                    <a:lnTo>
                      <a:pt x="423" y="582"/>
                    </a:lnTo>
                    <a:lnTo>
                      <a:pt x="632" y="582"/>
                    </a:lnTo>
                    <a:lnTo>
                      <a:pt x="632" y="0"/>
                    </a:lnTo>
                  </a:path>
                </a:pathLst>
              </a:custGeom>
              <a:solidFill>
                <a:srgbClr val="FFE600"/>
              </a:solidFill>
              <a:ln w="6350" cap="rnd">
                <a:noFill/>
                <a:round/>
                <a:headEnd/>
                <a:tailEnd/>
              </a:ln>
              <a:effectLst>
                <a:outerShdw blurRad="107950" dist="12700" dir="5400000" algn="ctr">
                  <a:srgbClr val="000000"/>
                </a:outerShdw>
              </a:effectLst>
              <a:sp3d contourW="44450" prstMaterial="matte">
                <a:bevelT w="63500" h="63500" prst="artDeco"/>
                <a:contourClr>
                  <a:srgbClr val="FFFFFF"/>
                </a:contourClr>
              </a:sp3d>
            </p:spPr>
            <p:txBody>
              <a:bodyPr lIns="45720" rIns="4572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E2E38"/>
                  </a:solidFill>
                  <a:effectLst/>
                  <a:uLnTx/>
                  <a:uFillTx/>
                </a:endParaRPr>
              </a:p>
            </p:txBody>
          </p:sp>
          <p:sp>
            <p:nvSpPr>
              <p:cNvPr id="35" name="Freeform 8">
                <a:extLst>
                  <a:ext uri="{FF2B5EF4-FFF2-40B4-BE49-F238E27FC236}">
                    <a16:creationId xmlns:a16="http://schemas.microsoft.com/office/drawing/2014/main" id="{287E9606-A451-96B3-E255-1CC8713FBABC}"/>
                  </a:ext>
                </a:extLst>
              </p:cNvPr>
              <p:cNvSpPr>
                <a:spLocks/>
              </p:cNvSpPr>
              <p:nvPr/>
            </p:nvSpPr>
            <p:spPr bwMode="gray">
              <a:xfrm>
                <a:off x="5339051" y="3636865"/>
                <a:ext cx="1187450" cy="1031250"/>
              </a:xfrm>
              <a:custGeom>
                <a:avLst/>
                <a:gdLst>
                  <a:gd name="T0" fmla="*/ 2147483647 w 797"/>
                  <a:gd name="T1" fmla="*/ 2147483647 h 599"/>
                  <a:gd name="T2" fmla="*/ 2147483647 w 797"/>
                  <a:gd name="T3" fmla="*/ 0 h 599"/>
                  <a:gd name="T4" fmla="*/ 2147483647 w 797"/>
                  <a:gd name="T5" fmla="*/ 0 h 599"/>
                  <a:gd name="T6" fmla="*/ 2147483647 w 797"/>
                  <a:gd name="T7" fmla="*/ 2147483647 h 599"/>
                  <a:gd name="T8" fmla="*/ 2147483647 w 797"/>
                  <a:gd name="T9" fmla="*/ 2147483647 h 599"/>
                  <a:gd name="T10" fmla="*/ 2147483647 w 797"/>
                  <a:gd name="T11" fmla="*/ 2147483647 h 599"/>
                  <a:gd name="T12" fmla="*/ 2147483647 w 797"/>
                  <a:gd name="T13" fmla="*/ 2147483647 h 599"/>
                  <a:gd name="T14" fmla="*/ 2147483647 w 797"/>
                  <a:gd name="T15" fmla="*/ 2147483647 h 599"/>
                  <a:gd name="T16" fmla="*/ 2147483647 w 797"/>
                  <a:gd name="T17" fmla="*/ 2147483647 h 599"/>
                  <a:gd name="T18" fmla="*/ 2147483647 w 797"/>
                  <a:gd name="T19" fmla="*/ 2147483647 h 599"/>
                  <a:gd name="T20" fmla="*/ 2147483647 w 797"/>
                  <a:gd name="T21" fmla="*/ 2147483647 h 599"/>
                  <a:gd name="T22" fmla="*/ 2147483647 w 797"/>
                  <a:gd name="T23" fmla="*/ 2147483647 h 599"/>
                  <a:gd name="T24" fmla="*/ 2147483647 w 797"/>
                  <a:gd name="T25" fmla="*/ 2147483647 h 599"/>
                  <a:gd name="T26" fmla="*/ 2147483647 w 797"/>
                  <a:gd name="T27" fmla="*/ 2147483647 h 599"/>
                  <a:gd name="T28" fmla="*/ 2147483647 w 797"/>
                  <a:gd name="T29" fmla="*/ 2147483647 h 599"/>
                  <a:gd name="T30" fmla="*/ 2147483647 w 797"/>
                  <a:gd name="T31" fmla="*/ 2147483647 h 599"/>
                  <a:gd name="T32" fmla="*/ 2147483647 w 797"/>
                  <a:gd name="T33" fmla="*/ 2147483647 h 599"/>
                  <a:gd name="T34" fmla="*/ 2147483647 w 797"/>
                  <a:gd name="T35" fmla="*/ 2147483647 h 599"/>
                  <a:gd name="T36" fmla="*/ 2147483647 w 797"/>
                  <a:gd name="T37" fmla="*/ 2147483647 h 599"/>
                  <a:gd name="T38" fmla="*/ 2147483647 w 797"/>
                  <a:gd name="T39" fmla="*/ 2147483647 h 599"/>
                  <a:gd name="T40" fmla="*/ 2147483647 w 797"/>
                  <a:gd name="T41" fmla="*/ 2147483647 h 599"/>
                  <a:gd name="T42" fmla="*/ 2147483647 w 797"/>
                  <a:gd name="T43" fmla="*/ 2147483647 h 599"/>
                  <a:gd name="T44" fmla="*/ 2147483647 w 797"/>
                  <a:gd name="T45" fmla="*/ 2147483647 h 599"/>
                  <a:gd name="T46" fmla="*/ 2147483647 w 797"/>
                  <a:gd name="T47" fmla="*/ 2147483647 h 599"/>
                  <a:gd name="T48" fmla="*/ 2147483647 w 797"/>
                  <a:gd name="T49" fmla="*/ 2147483647 h 599"/>
                  <a:gd name="T50" fmla="*/ 2147483647 w 797"/>
                  <a:gd name="T51" fmla="*/ 2147483647 h 599"/>
                  <a:gd name="T52" fmla="*/ 2147483647 w 797"/>
                  <a:gd name="T53" fmla="*/ 2147483647 h 599"/>
                  <a:gd name="T54" fmla="*/ 2147483647 w 797"/>
                  <a:gd name="T55" fmla="*/ 2147483647 h 599"/>
                  <a:gd name="T56" fmla="*/ 2147483647 w 797"/>
                  <a:gd name="T57" fmla="*/ 2147483647 h 599"/>
                  <a:gd name="T58" fmla="*/ 0 w 797"/>
                  <a:gd name="T59" fmla="*/ 2147483647 h 599"/>
                  <a:gd name="T60" fmla="*/ 2147483647 w 797"/>
                  <a:gd name="T61" fmla="*/ 2147483647 h 599"/>
                  <a:gd name="T62" fmla="*/ 2147483647 w 797"/>
                  <a:gd name="T63" fmla="*/ 2147483647 h 599"/>
                  <a:gd name="T64" fmla="*/ 2147483647 w 797"/>
                  <a:gd name="T65" fmla="*/ 2147483647 h 599"/>
                  <a:gd name="T66" fmla="*/ 2147483647 w 797"/>
                  <a:gd name="T67" fmla="*/ 2147483647 h 599"/>
                  <a:gd name="T68" fmla="*/ 2147483647 w 797"/>
                  <a:gd name="T69" fmla="*/ 2147483647 h 599"/>
                  <a:gd name="T70" fmla="*/ 2147483647 w 797"/>
                  <a:gd name="T71" fmla="*/ 2147483647 h 599"/>
                  <a:gd name="T72" fmla="*/ 2147483647 w 797"/>
                  <a:gd name="T73" fmla="*/ 2147483647 h 599"/>
                  <a:gd name="T74" fmla="*/ 2147483647 w 797"/>
                  <a:gd name="T75" fmla="*/ 2147483647 h 599"/>
                  <a:gd name="T76" fmla="*/ 2147483647 w 797"/>
                  <a:gd name="T77" fmla="*/ 2147483647 h 599"/>
                  <a:gd name="T78" fmla="*/ 2147483647 w 797"/>
                  <a:gd name="T79" fmla="*/ 2147483647 h 5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7"/>
                  <a:gd name="T121" fmla="*/ 0 h 599"/>
                  <a:gd name="T122" fmla="*/ 797 w 797"/>
                  <a:gd name="T123" fmla="*/ 599 h 5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7" h="599">
                    <a:moveTo>
                      <a:pt x="796" y="591"/>
                    </a:moveTo>
                    <a:lnTo>
                      <a:pt x="796" y="0"/>
                    </a:lnTo>
                    <a:lnTo>
                      <a:pt x="588" y="0"/>
                    </a:lnTo>
                    <a:lnTo>
                      <a:pt x="579" y="8"/>
                    </a:lnTo>
                    <a:lnTo>
                      <a:pt x="579" y="32"/>
                    </a:lnTo>
                    <a:lnTo>
                      <a:pt x="588" y="64"/>
                    </a:lnTo>
                    <a:lnTo>
                      <a:pt x="579" y="96"/>
                    </a:lnTo>
                    <a:lnTo>
                      <a:pt x="562" y="128"/>
                    </a:lnTo>
                    <a:lnTo>
                      <a:pt x="536" y="144"/>
                    </a:lnTo>
                    <a:lnTo>
                      <a:pt x="510" y="152"/>
                    </a:lnTo>
                    <a:lnTo>
                      <a:pt x="466" y="152"/>
                    </a:lnTo>
                    <a:lnTo>
                      <a:pt x="449" y="144"/>
                    </a:lnTo>
                    <a:lnTo>
                      <a:pt x="432" y="136"/>
                    </a:lnTo>
                    <a:lnTo>
                      <a:pt x="406" y="112"/>
                    </a:lnTo>
                    <a:lnTo>
                      <a:pt x="398" y="80"/>
                    </a:lnTo>
                    <a:lnTo>
                      <a:pt x="389" y="56"/>
                    </a:lnTo>
                    <a:lnTo>
                      <a:pt x="389" y="40"/>
                    </a:lnTo>
                    <a:lnTo>
                      <a:pt x="398" y="32"/>
                    </a:lnTo>
                    <a:lnTo>
                      <a:pt x="406" y="24"/>
                    </a:lnTo>
                    <a:lnTo>
                      <a:pt x="398" y="8"/>
                    </a:lnTo>
                    <a:lnTo>
                      <a:pt x="389" y="8"/>
                    </a:lnTo>
                    <a:lnTo>
                      <a:pt x="164" y="8"/>
                    </a:lnTo>
                    <a:lnTo>
                      <a:pt x="164" y="208"/>
                    </a:lnTo>
                    <a:lnTo>
                      <a:pt x="147" y="215"/>
                    </a:lnTo>
                    <a:lnTo>
                      <a:pt x="121" y="208"/>
                    </a:lnTo>
                    <a:lnTo>
                      <a:pt x="86" y="208"/>
                    </a:lnTo>
                    <a:lnTo>
                      <a:pt x="51" y="215"/>
                    </a:lnTo>
                    <a:lnTo>
                      <a:pt x="25" y="239"/>
                    </a:lnTo>
                    <a:lnTo>
                      <a:pt x="8" y="271"/>
                    </a:lnTo>
                    <a:lnTo>
                      <a:pt x="0" y="303"/>
                    </a:lnTo>
                    <a:lnTo>
                      <a:pt x="17" y="343"/>
                    </a:lnTo>
                    <a:lnTo>
                      <a:pt x="25" y="351"/>
                    </a:lnTo>
                    <a:lnTo>
                      <a:pt x="43" y="367"/>
                    </a:lnTo>
                    <a:lnTo>
                      <a:pt x="77" y="383"/>
                    </a:lnTo>
                    <a:lnTo>
                      <a:pt x="112" y="391"/>
                    </a:lnTo>
                    <a:lnTo>
                      <a:pt x="147" y="375"/>
                    </a:lnTo>
                    <a:lnTo>
                      <a:pt x="155" y="383"/>
                    </a:lnTo>
                    <a:lnTo>
                      <a:pt x="164" y="391"/>
                    </a:lnTo>
                    <a:lnTo>
                      <a:pt x="164" y="598"/>
                    </a:lnTo>
                    <a:lnTo>
                      <a:pt x="796" y="591"/>
                    </a:lnTo>
                  </a:path>
                </a:pathLst>
              </a:custGeom>
              <a:solidFill>
                <a:srgbClr val="808080"/>
              </a:solidFill>
              <a:ln w="6350" cap="rnd">
                <a:noFill/>
                <a:round/>
                <a:headEnd/>
                <a:tailEnd/>
              </a:ln>
              <a:effectLst>
                <a:outerShdw blurRad="107950" dist="12700" dir="5400000" algn="ctr">
                  <a:srgbClr val="000000"/>
                </a:outerShdw>
              </a:effectLst>
              <a:sp3d contourW="44450" prstMaterial="matte">
                <a:bevelT w="63500" h="63500" prst="artDeco"/>
                <a:contourClr>
                  <a:srgbClr val="FFFFFF"/>
                </a:contourClr>
              </a:sp3d>
            </p:spPr>
            <p:txBody>
              <a:bodyPr lIns="45720" rIns="4572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E2E38"/>
                  </a:solidFill>
                  <a:effectLst/>
                  <a:uLnTx/>
                  <a:uFillTx/>
                </a:endParaRPr>
              </a:p>
            </p:txBody>
          </p:sp>
          <p:sp>
            <p:nvSpPr>
              <p:cNvPr id="36" name="Text Box 15">
                <a:extLst>
                  <a:ext uri="{FF2B5EF4-FFF2-40B4-BE49-F238E27FC236}">
                    <a16:creationId xmlns:a16="http://schemas.microsoft.com/office/drawing/2014/main" id="{A4524BCC-F0F5-E7F7-4ED1-D68C33F7FCE3}"/>
                  </a:ext>
                </a:extLst>
              </p:cNvPr>
              <p:cNvSpPr txBox="1">
                <a:spLocks noChangeArrowheads="1"/>
              </p:cNvSpPr>
              <p:nvPr/>
            </p:nvSpPr>
            <p:spPr bwMode="gray">
              <a:xfrm>
                <a:off x="5724813" y="4051203"/>
                <a:ext cx="767175" cy="292100"/>
              </a:xfrm>
              <a:prstGeom prst="rect">
                <a:avLst/>
              </a:prstGeom>
              <a:noFill/>
              <a:ln w="6350">
                <a:noFill/>
                <a:miter lim="800000"/>
                <a:headEnd/>
                <a:tailEnd/>
              </a:ln>
              <a:effectLst>
                <a:outerShdw blurRad="107950" dist="12700" dir="5400000" algn="ctr">
                  <a:srgbClr val="000000"/>
                </a:outerShdw>
              </a:effectLst>
              <a:sp3d contourW="44450" prstMaterial="matte">
                <a:bevelT w="63500" h="63500" prst="artDeco"/>
                <a:contourClr>
                  <a:srgbClr val="FFFFFF"/>
                </a:contourClr>
              </a:sp3d>
            </p:spPr>
            <p:txBody>
              <a:bodyPr lIns="45720" rIns="45720" anchor="ctr"/>
              <a:lstStyle/>
              <a:p>
                <a:pPr marL="0" marR="0" lvl="0" indent="0" algn="ctr" defTabSz="914400" eaLnBrk="0" fontAlgn="auto" latinLnBrk="0" hangingPunct="0">
                  <a:lnSpc>
                    <a:spcPct val="100000"/>
                  </a:lnSpc>
                  <a:spcBef>
                    <a:spcPct val="5000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rPr>
                  <a:t>Reconciliations   &amp;             Matching</a:t>
                </a:r>
              </a:p>
            </p:txBody>
          </p:sp>
        </p:grpSp>
        <p:sp>
          <p:nvSpPr>
            <p:cNvPr id="29" name="Text Box 15">
              <a:extLst>
                <a:ext uri="{FF2B5EF4-FFF2-40B4-BE49-F238E27FC236}">
                  <a16:creationId xmlns:a16="http://schemas.microsoft.com/office/drawing/2014/main" id="{C51A1299-A3BB-618A-B7F0-0699F2015345}"/>
                </a:ext>
              </a:extLst>
            </p:cNvPr>
            <p:cNvSpPr txBox="1">
              <a:spLocks noChangeArrowheads="1"/>
            </p:cNvSpPr>
            <p:nvPr/>
          </p:nvSpPr>
          <p:spPr bwMode="gray">
            <a:xfrm>
              <a:off x="6508813" y="3058700"/>
              <a:ext cx="1121492" cy="370300"/>
            </a:xfrm>
            <a:prstGeom prst="rect">
              <a:avLst/>
            </a:prstGeom>
            <a:noFill/>
            <a:ln w="6350">
              <a:noFill/>
              <a:miter lim="800000"/>
              <a:headEnd/>
              <a:tailEnd/>
            </a:ln>
            <a:effectLst>
              <a:outerShdw blurRad="107950" dist="12700" dir="5400000" algn="ctr">
                <a:srgbClr val="000000"/>
              </a:outerShdw>
            </a:effectLst>
            <a:sp3d contourW="44450" prstMaterial="matte">
              <a:bevelT w="63500" h="63500" prst="artDeco"/>
              <a:contourClr>
                <a:srgbClr val="FFFFFF"/>
              </a:contourClr>
            </a:sp3d>
          </p:spPr>
          <p:txBody>
            <a:bodyPr lIns="45720" rIns="45720" anchor="ctr"/>
            <a:lstStyle/>
            <a:p>
              <a:pPr marL="0" marR="0" lvl="0" indent="0" algn="ctr" defTabSz="914400" eaLnBrk="0" fontAlgn="auto" latinLnBrk="0" hangingPunct="0">
                <a:lnSpc>
                  <a:spcPct val="100000"/>
                </a:lnSpc>
                <a:spcBef>
                  <a:spcPct val="50000"/>
                </a:spcBef>
                <a:spcAft>
                  <a:spcPts val="0"/>
                </a:spcAft>
                <a:buClrTx/>
                <a:buSzTx/>
                <a:buFontTx/>
                <a:buNone/>
                <a:tabLst/>
                <a:defRPr/>
              </a:pPr>
              <a:r>
                <a:rPr kumimoji="0" lang="en-US" sz="1200" b="1" i="0" u="none" strike="noStrike" kern="0" cap="none" spc="0" normalizeH="0" baseline="0" noProof="0">
                  <a:ln>
                    <a:noFill/>
                  </a:ln>
                  <a:solidFill>
                    <a:srgbClr val="333333"/>
                  </a:solidFill>
                  <a:effectLst/>
                  <a:uLnTx/>
                  <a:uFillTx/>
                </a:rPr>
                <a:t>Collaboration &amp; Workflow</a:t>
              </a:r>
            </a:p>
          </p:txBody>
        </p:sp>
        <p:sp>
          <p:nvSpPr>
            <p:cNvPr id="30" name="Text Box 15">
              <a:extLst>
                <a:ext uri="{FF2B5EF4-FFF2-40B4-BE49-F238E27FC236}">
                  <a16:creationId xmlns:a16="http://schemas.microsoft.com/office/drawing/2014/main" id="{D36AAE01-C5B0-7AEB-E324-0706E464F01D}"/>
                </a:ext>
              </a:extLst>
            </p:cNvPr>
            <p:cNvSpPr txBox="1">
              <a:spLocks noChangeArrowheads="1"/>
            </p:cNvSpPr>
            <p:nvPr/>
          </p:nvSpPr>
          <p:spPr bwMode="gray">
            <a:xfrm>
              <a:off x="4747571" y="3058700"/>
              <a:ext cx="1121492" cy="370300"/>
            </a:xfrm>
            <a:prstGeom prst="rect">
              <a:avLst/>
            </a:prstGeom>
            <a:noFill/>
            <a:ln w="6350">
              <a:noFill/>
              <a:miter lim="800000"/>
              <a:headEnd/>
              <a:tailEnd/>
            </a:ln>
            <a:effectLst>
              <a:outerShdw blurRad="107950" dist="12700" dir="5400000" algn="ctr">
                <a:srgbClr val="000000"/>
              </a:outerShdw>
            </a:effectLst>
            <a:sp3d contourW="44450" prstMaterial="matte">
              <a:bevelT w="63500" h="63500" prst="artDeco"/>
              <a:contourClr>
                <a:srgbClr val="FFFFFF"/>
              </a:contourClr>
            </a:sp3d>
          </p:spPr>
          <p:txBody>
            <a:bodyPr lIns="45720" rIns="45720" anchor="ctr"/>
            <a:lstStyle/>
            <a:p>
              <a:pPr marL="0" marR="0" lvl="0" indent="0" algn="ctr" defTabSz="914400" eaLnBrk="0" fontAlgn="auto" latinLnBrk="0" hangingPunct="0">
                <a:lnSpc>
                  <a:spcPct val="100000"/>
                </a:lnSpc>
                <a:spcBef>
                  <a:spcPct val="5000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rPr>
                <a:t>Integration</a:t>
              </a:r>
            </a:p>
          </p:txBody>
        </p:sp>
        <p:sp>
          <p:nvSpPr>
            <p:cNvPr id="31" name="Text Box 15">
              <a:extLst>
                <a:ext uri="{FF2B5EF4-FFF2-40B4-BE49-F238E27FC236}">
                  <a16:creationId xmlns:a16="http://schemas.microsoft.com/office/drawing/2014/main" id="{3AF1C3F8-4F1D-17D1-3BFE-697FDA1EF54E}"/>
                </a:ext>
              </a:extLst>
            </p:cNvPr>
            <p:cNvSpPr txBox="1">
              <a:spLocks noChangeArrowheads="1"/>
            </p:cNvSpPr>
            <p:nvPr/>
          </p:nvSpPr>
          <p:spPr bwMode="gray">
            <a:xfrm>
              <a:off x="4706322" y="4419252"/>
              <a:ext cx="1121492" cy="370300"/>
            </a:xfrm>
            <a:prstGeom prst="rect">
              <a:avLst/>
            </a:prstGeom>
            <a:noFill/>
            <a:ln w="6350">
              <a:noFill/>
              <a:miter lim="800000"/>
              <a:headEnd/>
              <a:tailEnd/>
            </a:ln>
            <a:effectLst>
              <a:outerShdw blurRad="107950" dist="12700" dir="5400000" algn="ctr">
                <a:srgbClr val="000000"/>
              </a:outerShdw>
            </a:effectLst>
            <a:sp3d contourW="44450" prstMaterial="matte">
              <a:bevelT w="63500" h="63500" prst="artDeco"/>
              <a:contourClr>
                <a:srgbClr val="FFFFFF"/>
              </a:contourClr>
            </a:sp3d>
          </p:spPr>
          <p:txBody>
            <a:bodyPr lIns="45720" rIns="45720" anchor="ctr"/>
            <a:lstStyle/>
            <a:p>
              <a:pPr marL="0" marR="0" lvl="0" indent="0" algn="ctr" defTabSz="914400" eaLnBrk="0" fontAlgn="auto" latinLnBrk="0" hangingPunct="0">
                <a:lnSpc>
                  <a:spcPct val="100000"/>
                </a:lnSpc>
                <a:spcBef>
                  <a:spcPct val="50000"/>
                </a:spcBef>
                <a:spcAft>
                  <a:spcPts val="0"/>
                </a:spcAft>
                <a:buClrTx/>
                <a:buSzTx/>
                <a:buFontTx/>
                <a:buNone/>
                <a:tabLst/>
                <a:defRPr/>
              </a:pPr>
              <a:r>
                <a:rPr kumimoji="0" lang="en-US" sz="1200" b="1" i="0" u="none" strike="noStrike" kern="0" cap="none" spc="0" normalizeH="0" baseline="0" noProof="0">
                  <a:ln>
                    <a:noFill/>
                  </a:ln>
                  <a:solidFill>
                    <a:srgbClr val="333333"/>
                  </a:solidFill>
                  <a:effectLst/>
                  <a:uLnTx/>
                  <a:uFillTx/>
                </a:rPr>
                <a:t>User Experience</a:t>
              </a:r>
            </a:p>
          </p:txBody>
        </p:sp>
      </p:grpSp>
      <p:cxnSp>
        <p:nvCxnSpPr>
          <p:cNvPr id="37" name="Connector: Elbow 36">
            <a:extLst>
              <a:ext uri="{FF2B5EF4-FFF2-40B4-BE49-F238E27FC236}">
                <a16:creationId xmlns:a16="http://schemas.microsoft.com/office/drawing/2014/main" id="{5A2E702A-503B-1CDA-04EC-BB6EE66A21F3}"/>
              </a:ext>
            </a:extLst>
          </p:cNvPr>
          <p:cNvCxnSpPr>
            <a:cxnSpLocks/>
            <a:stCxn id="40" idx="3"/>
          </p:cNvCxnSpPr>
          <p:nvPr/>
        </p:nvCxnSpPr>
        <p:spPr>
          <a:xfrm>
            <a:off x="3135399" y="2115305"/>
            <a:ext cx="1318417" cy="934578"/>
          </a:xfrm>
          <a:prstGeom prst="bentConnector3">
            <a:avLst/>
          </a:prstGeom>
          <a:noFill/>
          <a:ln w="57150" cap="flat" cmpd="sng" algn="ctr">
            <a:solidFill>
              <a:srgbClr val="808080"/>
            </a:solidFill>
            <a:prstDash val="solid"/>
            <a:tailEnd type="none"/>
          </a:ln>
          <a:effectLst/>
        </p:spPr>
      </p:cxnSp>
      <p:cxnSp>
        <p:nvCxnSpPr>
          <p:cNvPr id="38" name="Connector: Elbow 37">
            <a:extLst>
              <a:ext uri="{FF2B5EF4-FFF2-40B4-BE49-F238E27FC236}">
                <a16:creationId xmlns:a16="http://schemas.microsoft.com/office/drawing/2014/main" id="{23A85914-8F77-A45F-10FE-DE6873499DA6}"/>
              </a:ext>
            </a:extLst>
          </p:cNvPr>
          <p:cNvCxnSpPr>
            <a:cxnSpLocks/>
            <a:endCxn id="44" idx="1"/>
          </p:cNvCxnSpPr>
          <p:nvPr/>
        </p:nvCxnSpPr>
        <p:spPr>
          <a:xfrm flipV="1">
            <a:off x="7796997" y="2115305"/>
            <a:ext cx="1229302" cy="888055"/>
          </a:xfrm>
          <a:prstGeom prst="bentConnector3">
            <a:avLst>
              <a:gd name="adj1" fmla="val 50000"/>
            </a:avLst>
          </a:prstGeom>
          <a:noFill/>
          <a:ln w="38100" cap="flat" cmpd="sng" algn="ctr">
            <a:solidFill>
              <a:srgbClr val="FFD200"/>
            </a:solidFill>
            <a:prstDash val="solid"/>
            <a:tailEnd type="none"/>
          </a:ln>
          <a:effectLst>
            <a:outerShdw blurRad="40000" dist="23000" dir="5400000" rotWithShape="0">
              <a:srgbClr val="000000">
                <a:alpha val="35000"/>
              </a:srgbClr>
            </a:outerShdw>
          </a:effectLst>
        </p:spPr>
      </p:cxnSp>
      <p:sp>
        <p:nvSpPr>
          <p:cNvPr id="39" name="TextBox 38">
            <a:extLst>
              <a:ext uri="{FF2B5EF4-FFF2-40B4-BE49-F238E27FC236}">
                <a16:creationId xmlns:a16="http://schemas.microsoft.com/office/drawing/2014/main" id="{0119110A-E350-53C1-CAC7-158CDACD3512}"/>
              </a:ext>
            </a:extLst>
          </p:cNvPr>
          <p:cNvSpPr txBox="1"/>
          <p:nvPr/>
        </p:nvSpPr>
        <p:spPr>
          <a:xfrm>
            <a:off x="8801139" y="4026007"/>
            <a:ext cx="2650133" cy="2011680"/>
          </a:xfrm>
          <a:prstGeom prst="rect">
            <a:avLst/>
          </a:prstGeom>
          <a:noFill/>
          <a:ln>
            <a:noFill/>
          </a:ln>
          <a:effectLst/>
        </p:spPr>
        <p:txBody>
          <a:bodyPr wrap="square" lIns="91440" tIns="45720" rIns="91440" bIns="45720" rtlCol="0" anchor="ctr" anchorCtr="0">
            <a:noAutofit/>
          </a:bodyPr>
          <a:lstStyle/>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noProof="0">
                <a:ln>
                  <a:noFill/>
                </a:ln>
                <a:solidFill>
                  <a:schemeClr val="bg1"/>
                </a:solidFill>
                <a:uLnTx/>
                <a:uFillTx/>
              </a:rPr>
              <a:t>Comprehensive Formats – Leverage prebuilt reconciliation formats</a:t>
            </a:r>
          </a:p>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noProof="0">
                <a:ln>
                  <a:noFill/>
                </a:ln>
                <a:solidFill>
                  <a:schemeClr val="bg1"/>
                </a:solidFill>
                <a:uLnTx/>
                <a:uFillTx/>
              </a:rPr>
              <a:t>Automatic Reconciliations – Use flexible auto reconciliation routines</a:t>
            </a:r>
          </a:p>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noProof="0">
                <a:ln>
                  <a:noFill/>
                </a:ln>
                <a:solidFill>
                  <a:schemeClr val="bg1"/>
                </a:solidFill>
                <a:uLnTx/>
                <a:uFillTx/>
              </a:rPr>
              <a:t>Compliance–Driven Framework – Utilize rule-based thresholds</a:t>
            </a:r>
          </a:p>
        </p:txBody>
      </p:sp>
      <p:sp>
        <p:nvSpPr>
          <p:cNvPr id="40" name="TextBox 39">
            <a:extLst>
              <a:ext uri="{FF2B5EF4-FFF2-40B4-BE49-F238E27FC236}">
                <a16:creationId xmlns:a16="http://schemas.microsoft.com/office/drawing/2014/main" id="{69185B9C-D6A7-3350-FB2C-5616FDCA6D2A}"/>
              </a:ext>
            </a:extLst>
          </p:cNvPr>
          <p:cNvSpPr txBox="1"/>
          <p:nvPr/>
        </p:nvSpPr>
        <p:spPr>
          <a:xfrm>
            <a:off x="483639" y="1429505"/>
            <a:ext cx="2651760" cy="1371600"/>
          </a:xfrm>
          <a:prstGeom prst="rect">
            <a:avLst/>
          </a:prstGeom>
          <a:noFill/>
          <a:ln>
            <a:noFill/>
          </a:ln>
          <a:effectLst/>
        </p:spPr>
        <p:txBody>
          <a:bodyPr wrap="square" lIns="91440" tIns="45720" rIns="91440" bIns="45720" rtlCol="0" anchor="ctr" anchorCtr="0">
            <a:noAutofit/>
          </a:bodyPr>
          <a:lstStyle/>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baseline="0" noProof="0">
                <a:ln>
                  <a:noFill/>
                </a:ln>
                <a:solidFill>
                  <a:schemeClr val="bg1"/>
                </a:solidFill>
                <a:effectLst/>
                <a:uLnTx/>
                <a:uFillTx/>
              </a:rPr>
              <a:t>Application Integration</a:t>
            </a:r>
          </a:p>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baseline="0" noProof="0">
                <a:ln>
                  <a:noFill/>
                </a:ln>
                <a:solidFill>
                  <a:schemeClr val="bg1"/>
                </a:solidFill>
                <a:effectLst/>
                <a:uLnTx/>
                <a:uFillTx/>
              </a:rPr>
              <a:t>Easy </a:t>
            </a:r>
            <a:r>
              <a:rPr kumimoji="0" lang="en-IN" sz="1200" i="0" u="none" strike="noStrike" kern="0" cap="none" spc="0" normalizeH="0" baseline="0" noProof="0">
                <a:ln>
                  <a:noFill/>
                </a:ln>
                <a:solidFill>
                  <a:schemeClr val="bg1"/>
                </a:solidFill>
                <a:uLnTx/>
                <a:uFillTx/>
              </a:rPr>
              <a:t>Integration</a:t>
            </a:r>
            <a:r>
              <a:rPr kumimoji="0" lang="en-IN" sz="1200" i="0" u="none" strike="noStrike" kern="0" cap="none" spc="0" normalizeH="0" baseline="0" noProof="0">
                <a:ln>
                  <a:noFill/>
                </a:ln>
                <a:solidFill>
                  <a:schemeClr val="bg1"/>
                </a:solidFill>
                <a:effectLst/>
                <a:uLnTx/>
                <a:uFillTx/>
              </a:rPr>
              <a:t> with Oracle &amp; Other Source &amp; Outbound Systems</a:t>
            </a:r>
          </a:p>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baseline="0" noProof="0">
                <a:ln>
                  <a:noFill/>
                </a:ln>
                <a:solidFill>
                  <a:schemeClr val="bg1"/>
                </a:solidFill>
                <a:effectLst/>
                <a:uLnTx/>
                <a:uFillTx/>
              </a:rPr>
              <a:t>Enterprise Awareness</a:t>
            </a:r>
          </a:p>
        </p:txBody>
      </p:sp>
      <p:cxnSp>
        <p:nvCxnSpPr>
          <p:cNvPr id="41" name="Connector: Elbow 40">
            <a:extLst>
              <a:ext uri="{FF2B5EF4-FFF2-40B4-BE49-F238E27FC236}">
                <a16:creationId xmlns:a16="http://schemas.microsoft.com/office/drawing/2014/main" id="{93F6C513-2BF6-2781-A61F-9E22FBF8309C}"/>
              </a:ext>
            </a:extLst>
          </p:cNvPr>
          <p:cNvCxnSpPr>
            <a:cxnSpLocks/>
            <a:endCxn id="39" idx="1"/>
          </p:cNvCxnSpPr>
          <p:nvPr/>
        </p:nvCxnSpPr>
        <p:spPr>
          <a:xfrm>
            <a:off x="7796997" y="4245688"/>
            <a:ext cx="1004142" cy="786159"/>
          </a:xfrm>
          <a:prstGeom prst="bentConnector3">
            <a:avLst/>
          </a:prstGeom>
          <a:noFill/>
          <a:ln w="57150" cap="flat" cmpd="sng" algn="ctr">
            <a:solidFill>
              <a:srgbClr val="808080"/>
            </a:solidFill>
            <a:prstDash val="solid"/>
            <a:tailEnd type="none"/>
          </a:ln>
          <a:effectLst/>
        </p:spPr>
      </p:cxnSp>
      <p:cxnSp>
        <p:nvCxnSpPr>
          <p:cNvPr id="42" name="Connector: Elbow 41">
            <a:extLst>
              <a:ext uri="{FF2B5EF4-FFF2-40B4-BE49-F238E27FC236}">
                <a16:creationId xmlns:a16="http://schemas.microsoft.com/office/drawing/2014/main" id="{B3EF3BAD-7C5E-57BB-14B8-B6B891111AC4}"/>
              </a:ext>
            </a:extLst>
          </p:cNvPr>
          <p:cNvCxnSpPr>
            <a:cxnSpLocks/>
            <a:stCxn id="43" idx="3"/>
          </p:cNvCxnSpPr>
          <p:nvPr/>
        </p:nvCxnSpPr>
        <p:spPr>
          <a:xfrm flipV="1">
            <a:off x="3135399" y="4172380"/>
            <a:ext cx="1298470" cy="859467"/>
          </a:xfrm>
          <a:prstGeom prst="bentConnector3">
            <a:avLst>
              <a:gd name="adj1" fmla="val 50000"/>
            </a:avLst>
          </a:prstGeom>
          <a:noFill/>
          <a:ln w="38100" cap="flat" cmpd="sng" algn="ctr">
            <a:solidFill>
              <a:srgbClr val="FFD200"/>
            </a:solidFill>
            <a:prstDash val="solid"/>
            <a:tailEnd type="none"/>
          </a:ln>
          <a:effectLst>
            <a:outerShdw blurRad="40000" dist="23000" dir="5400000" rotWithShape="0">
              <a:srgbClr val="000000">
                <a:alpha val="35000"/>
              </a:srgbClr>
            </a:outerShdw>
          </a:effectLst>
        </p:spPr>
      </p:cxnSp>
      <p:sp>
        <p:nvSpPr>
          <p:cNvPr id="43" name="TextBox 42">
            <a:extLst>
              <a:ext uri="{FF2B5EF4-FFF2-40B4-BE49-F238E27FC236}">
                <a16:creationId xmlns:a16="http://schemas.microsoft.com/office/drawing/2014/main" id="{72EE5217-A488-5992-5162-308FB87ACD79}"/>
              </a:ext>
            </a:extLst>
          </p:cNvPr>
          <p:cNvSpPr txBox="1"/>
          <p:nvPr/>
        </p:nvSpPr>
        <p:spPr>
          <a:xfrm>
            <a:off x="485266" y="4026007"/>
            <a:ext cx="2650133" cy="2011680"/>
          </a:xfrm>
          <a:prstGeom prst="rect">
            <a:avLst/>
          </a:prstGeom>
          <a:noFill/>
          <a:ln>
            <a:noFill/>
          </a:ln>
          <a:effectLst/>
        </p:spPr>
        <p:txBody>
          <a:bodyPr wrap="square" lIns="91440" tIns="45720" rIns="91440" bIns="45720" rtlCol="0" anchor="ctr" anchorCtr="0">
            <a:noAutofit/>
          </a:bodyPr>
          <a:lstStyle/>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baseline="0" noProof="0">
                <a:ln>
                  <a:noFill/>
                </a:ln>
                <a:solidFill>
                  <a:schemeClr val="bg1"/>
                </a:solidFill>
                <a:effectLst/>
                <a:uLnTx/>
                <a:uFillTx/>
              </a:rPr>
              <a:t>Intuitive, Role-Based User Interface</a:t>
            </a:r>
          </a:p>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baseline="0" noProof="0">
                <a:ln>
                  <a:noFill/>
                </a:ln>
                <a:solidFill>
                  <a:schemeClr val="bg1"/>
                </a:solidFill>
                <a:effectLst/>
                <a:uLnTx/>
                <a:uFillTx/>
              </a:rPr>
              <a:t>Role-Based Tasks and Work Areas</a:t>
            </a:r>
          </a:p>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baseline="0" noProof="0">
                <a:ln>
                  <a:noFill/>
                </a:ln>
                <a:solidFill>
                  <a:schemeClr val="bg1"/>
                </a:solidFill>
                <a:effectLst/>
                <a:uLnTx/>
                <a:uFillTx/>
              </a:rPr>
              <a:t>Interactive Dashboards  - Real time analysis of reconciliation processes</a:t>
            </a:r>
          </a:p>
        </p:txBody>
      </p:sp>
      <p:sp>
        <p:nvSpPr>
          <p:cNvPr id="44" name="TextBox 43">
            <a:extLst>
              <a:ext uri="{FF2B5EF4-FFF2-40B4-BE49-F238E27FC236}">
                <a16:creationId xmlns:a16="http://schemas.microsoft.com/office/drawing/2014/main" id="{158F636F-1835-6070-5117-85315E851E60}"/>
              </a:ext>
            </a:extLst>
          </p:cNvPr>
          <p:cNvSpPr txBox="1"/>
          <p:nvPr/>
        </p:nvSpPr>
        <p:spPr>
          <a:xfrm>
            <a:off x="9026299" y="1429505"/>
            <a:ext cx="2650132" cy="1371600"/>
          </a:xfrm>
          <a:prstGeom prst="rect">
            <a:avLst/>
          </a:prstGeom>
          <a:noFill/>
          <a:ln>
            <a:noFill/>
          </a:ln>
          <a:effectLst/>
        </p:spPr>
        <p:txBody>
          <a:bodyPr wrap="square" lIns="91440" tIns="45720" rIns="91440" bIns="45720" rtlCol="0" anchor="ctr" anchorCtr="0">
            <a:noAutofit/>
          </a:bodyPr>
          <a:lstStyle/>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baseline="0" noProof="0">
                <a:ln>
                  <a:noFill/>
                </a:ln>
                <a:solidFill>
                  <a:schemeClr val="bg1"/>
                </a:solidFill>
                <a:effectLst/>
                <a:uLnTx/>
                <a:uFillTx/>
              </a:rPr>
              <a:t>Task-Driven Processing</a:t>
            </a:r>
          </a:p>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baseline="0" noProof="0">
                <a:ln>
                  <a:noFill/>
                </a:ln>
                <a:solidFill>
                  <a:schemeClr val="bg1"/>
                </a:solidFill>
                <a:effectLst/>
                <a:uLnTx/>
                <a:uFillTx/>
              </a:rPr>
              <a:t>Sign off’s and Approvals</a:t>
            </a:r>
          </a:p>
          <a:p>
            <a:pPr marL="182880" marR="0" lvl="0" indent="-182880" defTabSz="914400" eaLnBrk="1" fontAlgn="auto" latinLnBrk="0" hangingPunct="1">
              <a:spcBef>
                <a:spcPts val="600"/>
              </a:spcBef>
              <a:buClr>
                <a:srgbClr val="FFE600"/>
              </a:buClr>
              <a:buSzPct val="100000"/>
              <a:buFont typeface="Wingdings" panose="05000000000000000000" pitchFamily="2" charset="2"/>
              <a:buChar char="Ø"/>
              <a:tabLst/>
              <a:defRPr/>
            </a:pPr>
            <a:r>
              <a:rPr kumimoji="0" lang="en-IN" sz="1200" i="0" u="none" strike="noStrike" kern="0" cap="none" spc="0" normalizeH="0" baseline="0" noProof="0">
                <a:ln>
                  <a:noFill/>
                </a:ln>
                <a:solidFill>
                  <a:schemeClr val="bg1"/>
                </a:solidFill>
                <a:effectLst/>
                <a:uLnTx/>
                <a:uFillTx/>
              </a:rPr>
              <a:t>Compliance – Leverage audit controls for all activities</a:t>
            </a:r>
          </a:p>
        </p:txBody>
      </p:sp>
    </p:spTree>
    <p:extLst>
      <p:ext uri="{BB962C8B-B14F-4D97-AF65-F5344CB8AC3E}">
        <p14:creationId xmlns:p14="http://schemas.microsoft.com/office/powerpoint/2010/main" val="426141257"/>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27ECD4-A7D7-9DB2-54F3-FEC47C0857F8}"/>
              </a:ext>
            </a:extLst>
          </p:cNvPr>
          <p:cNvSpPr>
            <a:spLocks noGrp="1"/>
          </p:cNvSpPr>
          <p:nvPr>
            <p:ph type="title"/>
          </p:nvPr>
        </p:nvSpPr>
        <p:spPr/>
        <p:txBody>
          <a:bodyPr/>
          <a:lstStyle/>
          <a:p>
            <a:r>
              <a:rPr lang="en-US"/>
              <a:t>Account Reconciliation Cloud Service (ARCS) Architecture</a:t>
            </a:r>
            <a:endParaRPr lang="en-IN"/>
          </a:p>
        </p:txBody>
      </p:sp>
      <p:sp>
        <p:nvSpPr>
          <p:cNvPr id="5" name="Slide Number Placeholder 4">
            <a:extLst>
              <a:ext uri="{FF2B5EF4-FFF2-40B4-BE49-F238E27FC236}">
                <a16:creationId xmlns:a16="http://schemas.microsoft.com/office/drawing/2014/main" id="{ABD95715-632D-7219-260D-91A920197FF5}"/>
              </a:ext>
            </a:extLst>
          </p:cNvPr>
          <p:cNvSpPr>
            <a:spLocks noGrp="1"/>
          </p:cNvSpPr>
          <p:nvPr>
            <p:ph type="sldNum" sz="quarter" idx="12"/>
          </p:nvPr>
        </p:nvSpPr>
        <p:spPr/>
        <p:txBody>
          <a:bodyPr/>
          <a:lstStyle/>
          <a:p>
            <a:fld id="{94FCA0F3-9F3A-694B-99BB-0E592A797735}" type="slidenum">
              <a:rPr lang="en-US" smtClean="0"/>
              <a:t>115</a:t>
            </a:fld>
            <a:endParaRPr lang="en-US"/>
          </a:p>
        </p:txBody>
      </p:sp>
      <p:sp>
        <p:nvSpPr>
          <p:cNvPr id="6" name="Date Placeholder 5">
            <a:extLst>
              <a:ext uri="{FF2B5EF4-FFF2-40B4-BE49-F238E27FC236}">
                <a16:creationId xmlns:a16="http://schemas.microsoft.com/office/drawing/2014/main" id="{4F13E7E5-7F09-F3FA-FBDA-7699E2161F51}"/>
              </a:ext>
            </a:extLst>
          </p:cNvPr>
          <p:cNvSpPr>
            <a:spLocks noGrp="1"/>
          </p:cNvSpPr>
          <p:nvPr>
            <p:ph type="dt" sz="half" idx="10"/>
          </p:nvPr>
        </p:nvSpPr>
        <p:spPr/>
        <p:txBody>
          <a:bodyPr/>
          <a:lstStyle/>
          <a:p>
            <a:fld id="{541568E5-6A3A-4036-A4DE-2E696BD51C86}" type="datetime1">
              <a:rPr lang="en-US" smtClean="0"/>
              <a:t>9/19/2025</a:t>
            </a:fld>
            <a:endParaRPr lang="en-US"/>
          </a:p>
        </p:txBody>
      </p:sp>
      <p:sp>
        <p:nvSpPr>
          <p:cNvPr id="8" name="SmartArt Placeholder 7">
            <a:extLst>
              <a:ext uri="{FF2B5EF4-FFF2-40B4-BE49-F238E27FC236}">
                <a16:creationId xmlns:a16="http://schemas.microsoft.com/office/drawing/2014/main" id="{13D2D36E-D0B1-9A01-F6C2-3B389220D977}"/>
              </a:ext>
            </a:extLst>
          </p:cNvPr>
          <p:cNvSpPr>
            <a:spLocks noGrp="1"/>
          </p:cNvSpPr>
          <p:nvPr>
            <p:ph type="dgm" sz="quarter" idx="17"/>
          </p:nvPr>
        </p:nvSpPr>
        <p:spPr/>
        <p:txBody>
          <a:bodyPr/>
          <a:lstStyle/>
          <a:p>
            <a:endParaRPr lang="en-IN"/>
          </a:p>
        </p:txBody>
      </p:sp>
      <p:sp>
        <p:nvSpPr>
          <p:cNvPr id="9" name="Rectangle 8">
            <a:extLst>
              <a:ext uri="{FF2B5EF4-FFF2-40B4-BE49-F238E27FC236}">
                <a16:creationId xmlns:a16="http://schemas.microsoft.com/office/drawing/2014/main" id="{C49A2CE8-2C26-B772-1A46-2B222C361CCF}"/>
              </a:ext>
            </a:extLst>
          </p:cNvPr>
          <p:cNvSpPr/>
          <p:nvPr/>
        </p:nvSpPr>
        <p:spPr>
          <a:xfrm>
            <a:off x="513942" y="1387100"/>
            <a:ext cx="11085582" cy="523220"/>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
                <a:srgbClr val="C00000"/>
              </a:buClr>
              <a:buSzPct val="75000"/>
              <a:buFontTx/>
              <a:buNone/>
              <a:tabLst/>
              <a:defRPr/>
            </a:pPr>
            <a:r>
              <a:rPr kumimoji="0" lang="en-US" sz="1400" b="1" i="0" u="none" strike="noStrike" kern="0" cap="none" spc="0" normalizeH="0" baseline="0" noProof="0">
                <a:ln>
                  <a:noFill/>
                </a:ln>
                <a:solidFill>
                  <a:schemeClr val="bg1"/>
                </a:solidFill>
                <a:effectLst/>
                <a:uLnTx/>
                <a:uFillTx/>
              </a:rPr>
              <a:t>Account Reconciliation Cloud Service (ARCS) </a:t>
            </a:r>
            <a:r>
              <a:rPr kumimoji="0" lang="en-US" sz="1400" b="0" i="0" u="none" strike="noStrike" kern="0" cap="none" spc="0" normalizeH="0" baseline="0" noProof="0">
                <a:ln>
                  <a:noFill/>
                </a:ln>
                <a:solidFill>
                  <a:schemeClr val="bg1"/>
                </a:solidFill>
                <a:effectLst/>
                <a:uLnTx/>
                <a:uFillTx/>
              </a:rPr>
              <a:t>is a web-based, centralized reconciliation tool that allows controlled management of Balance Sheet GL account reconciliations with real-time access to status dashboards and reporting.</a:t>
            </a:r>
            <a:endParaRPr kumimoji="0" lang="en-US" sz="1400" b="0" i="0" u="none" strike="noStrike" kern="0" cap="none" spc="0" normalizeH="0" baseline="0" noProof="0">
              <a:ln>
                <a:noFill/>
              </a:ln>
              <a:solidFill>
                <a:schemeClr val="bg1"/>
              </a:solidFill>
              <a:effectLst/>
              <a:uLnTx/>
              <a:uFillTx/>
              <a:cs typeface="Arial" panose="020B0604020202020204" pitchFamily="34" charset="0"/>
            </a:endParaRPr>
          </a:p>
        </p:txBody>
      </p:sp>
      <p:grpSp>
        <p:nvGrpSpPr>
          <p:cNvPr id="10" name="Group 9">
            <a:extLst>
              <a:ext uri="{FF2B5EF4-FFF2-40B4-BE49-F238E27FC236}">
                <a16:creationId xmlns:a16="http://schemas.microsoft.com/office/drawing/2014/main" id="{2E4B46E2-CFC2-527D-E809-FA90EF963942}"/>
              </a:ext>
            </a:extLst>
          </p:cNvPr>
          <p:cNvGrpSpPr/>
          <p:nvPr/>
        </p:nvGrpSpPr>
        <p:grpSpPr>
          <a:xfrm>
            <a:off x="876693" y="2004512"/>
            <a:ext cx="10303495" cy="4498675"/>
            <a:chOff x="1660436" y="1684472"/>
            <a:chExt cx="8235454" cy="4498675"/>
          </a:xfrm>
        </p:grpSpPr>
        <p:sp>
          <p:nvSpPr>
            <p:cNvPr id="11" name="Rectangle 10">
              <a:extLst>
                <a:ext uri="{FF2B5EF4-FFF2-40B4-BE49-F238E27FC236}">
                  <a16:creationId xmlns:a16="http://schemas.microsoft.com/office/drawing/2014/main" id="{A862B91E-FEFD-D56B-6BCE-7F16189E7A0E}"/>
                </a:ext>
              </a:extLst>
            </p:cNvPr>
            <p:cNvSpPr/>
            <p:nvPr/>
          </p:nvSpPr>
          <p:spPr>
            <a:xfrm>
              <a:off x="8093596" y="1684472"/>
              <a:ext cx="1799239" cy="215314"/>
            </a:xfrm>
            <a:prstGeom prst="rect">
              <a:avLst/>
            </a:prstGeom>
            <a:solidFill>
              <a:srgbClr val="FFE600"/>
            </a:solidFill>
            <a:ln w="12700">
              <a:noFill/>
              <a:miter lim="800000"/>
              <a:headEnd/>
              <a:tailEnd/>
            </a:ln>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333333"/>
                  </a:solidFill>
                  <a:effectLst/>
                  <a:uLnTx/>
                  <a:uFillTx/>
                </a:rPr>
                <a:t>Control Points</a:t>
              </a:r>
            </a:p>
          </p:txBody>
        </p:sp>
        <p:sp>
          <p:nvSpPr>
            <p:cNvPr id="12" name="Rectangle 11">
              <a:extLst>
                <a:ext uri="{FF2B5EF4-FFF2-40B4-BE49-F238E27FC236}">
                  <a16:creationId xmlns:a16="http://schemas.microsoft.com/office/drawing/2014/main" id="{2A6BACD3-48E6-E8C8-7698-B160FCFEB0AD}"/>
                </a:ext>
              </a:extLst>
            </p:cNvPr>
            <p:cNvSpPr/>
            <p:nvPr/>
          </p:nvSpPr>
          <p:spPr bwMode="auto">
            <a:xfrm>
              <a:off x="2048476" y="3469661"/>
              <a:ext cx="6193806" cy="1502083"/>
            </a:xfrm>
            <a:prstGeom prst="rect">
              <a:avLst/>
            </a:prstGeom>
            <a:solidFill>
              <a:srgbClr val="333333"/>
            </a:solidFill>
            <a:ln w="9525" cap="flat" cmpd="sng" algn="ctr">
              <a:solidFill>
                <a:srgbClr val="FFFFFF">
                  <a:lumMod val="50000"/>
                </a:srgbClr>
              </a:solidFill>
              <a:prstDash val="solid"/>
              <a:round/>
              <a:headEnd type="none" w="med" len="med"/>
              <a:tailEnd type="none" w="med" len="me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endParaRPr>
            </a:p>
          </p:txBody>
        </p:sp>
        <p:sp>
          <p:nvSpPr>
            <p:cNvPr id="13" name="Rectangle 12">
              <a:extLst>
                <a:ext uri="{FF2B5EF4-FFF2-40B4-BE49-F238E27FC236}">
                  <a16:creationId xmlns:a16="http://schemas.microsoft.com/office/drawing/2014/main" id="{41383A49-32BB-9BCB-FB18-D38859C976F9}"/>
                </a:ext>
              </a:extLst>
            </p:cNvPr>
            <p:cNvSpPr/>
            <p:nvPr/>
          </p:nvSpPr>
          <p:spPr bwMode="auto">
            <a:xfrm>
              <a:off x="2048476" y="1898695"/>
              <a:ext cx="6193806" cy="1570966"/>
            </a:xfrm>
            <a:prstGeom prst="rect">
              <a:avLst/>
            </a:prstGeom>
            <a:solidFill>
              <a:srgbClr val="333333"/>
            </a:solidFill>
            <a:ln w="9525" cap="flat" cmpd="sng" algn="ctr">
              <a:solidFill>
                <a:srgbClr val="FFFFFF">
                  <a:lumMod val="50000"/>
                </a:srgbClr>
              </a:solidFill>
              <a:prstDash val="solid"/>
              <a:round/>
              <a:headEnd type="none" w="med" len="med"/>
              <a:tailEnd type="none" w="med" len="me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endParaRPr>
            </a:p>
          </p:txBody>
        </p:sp>
        <p:grpSp>
          <p:nvGrpSpPr>
            <p:cNvPr id="14" name="Group 13">
              <a:extLst>
                <a:ext uri="{FF2B5EF4-FFF2-40B4-BE49-F238E27FC236}">
                  <a16:creationId xmlns:a16="http://schemas.microsoft.com/office/drawing/2014/main" id="{12C07E9D-3D13-C19E-BCD4-C6A8B0810C9F}"/>
                </a:ext>
              </a:extLst>
            </p:cNvPr>
            <p:cNvGrpSpPr/>
            <p:nvPr/>
          </p:nvGrpSpPr>
          <p:grpSpPr>
            <a:xfrm>
              <a:off x="1660436" y="1898696"/>
              <a:ext cx="388038" cy="4280203"/>
              <a:chOff x="433245" y="1744585"/>
              <a:chExt cx="560540" cy="4280203"/>
            </a:xfrm>
          </p:grpSpPr>
          <p:sp>
            <p:nvSpPr>
              <p:cNvPr id="63" name="TextBox 108">
                <a:extLst>
                  <a:ext uri="{FF2B5EF4-FFF2-40B4-BE49-F238E27FC236}">
                    <a16:creationId xmlns:a16="http://schemas.microsoft.com/office/drawing/2014/main" id="{76D718AA-F8DB-F5CB-860D-51F9305C66D5}"/>
                  </a:ext>
                </a:extLst>
              </p:cNvPr>
              <p:cNvSpPr txBox="1">
                <a:spLocks noChangeArrowheads="1"/>
              </p:cNvSpPr>
              <p:nvPr/>
            </p:nvSpPr>
            <p:spPr bwMode="auto">
              <a:xfrm rot="16200000">
                <a:off x="-71968" y="2249798"/>
                <a:ext cx="1570966" cy="560539"/>
              </a:xfrm>
              <a:prstGeom prst="rect">
                <a:avLst/>
              </a:prstGeom>
              <a:solidFill>
                <a:srgbClr val="404040"/>
              </a:solidFill>
              <a:ln w="9525">
                <a:solidFill>
                  <a:srgbClr val="FFFFFF">
                    <a:lumMod val="95000"/>
                  </a:srgbClr>
                </a:solidFill>
                <a:miter lim="800000"/>
                <a:headEnd/>
                <a:tailEnd/>
              </a:ln>
            </p:spPr>
            <p:txBody>
              <a:bodyPr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FFFFFF"/>
                    </a:solidFill>
                    <a:effectLst/>
                    <a:uLnTx/>
                    <a:uFillTx/>
                  </a:rPr>
                  <a:t>Workflow</a:t>
                </a:r>
              </a:p>
            </p:txBody>
          </p:sp>
          <p:sp>
            <p:nvSpPr>
              <p:cNvPr id="64" name="TextBox 109">
                <a:extLst>
                  <a:ext uri="{FF2B5EF4-FFF2-40B4-BE49-F238E27FC236}">
                    <a16:creationId xmlns:a16="http://schemas.microsoft.com/office/drawing/2014/main" id="{DD2229D7-EB4F-77A8-C98A-1EBFB3893BA4}"/>
                  </a:ext>
                </a:extLst>
              </p:cNvPr>
              <p:cNvSpPr txBox="1">
                <a:spLocks noChangeArrowheads="1"/>
              </p:cNvSpPr>
              <p:nvPr/>
            </p:nvSpPr>
            <p:spPr bwMode="auto">
              <a:xfrm rot="16200000">
                <a:off x="-37526" y="3786323"/>
                <a:ext cx="1502083" cy="560539"/>
              </a:xfrm>
              <a:prstGeom prst="rect">
                <a:avLst/>
              </a:prstGeom>
              <a:solidFill>
                <a:srgbClr val="404040"/>
              </a:solidFill>
              <a:ln w="9525">
                <a:solidFill>
                  <a:srgbClr val="FFFFFF">
                    <a:lumMod val="95000"/>
                  </a:srgbClr>
                </a:solidFill>
                <a:miter lim="800000"/>
                <a:headEnd/>
                <a:tailEnd/>
              </a:ln>
            </p:spPr>
            <p:txBody>
              <a:bodyPr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FFFFFF"/>
                    </a:solidFill>
                    <a:effectLst/>
                    <a:uLnTx/>
                    <a:uFillTx/>
                  </a:rPr>
                  <a:t>Admin &amp; Data Loads</a:t>
                </a:r>
              </a:p>
            </p:txBody>
          </p:sp>
          <p:sp>
            <p:nvSpPr>
              <p:cNvPr id="65" name="TextBox 110">
                <a:extLst>
                  <a:ext uri="{FF2B5EF4-FFF2-40B4-BE49-F238E27FC236}">
                    <a16:creationId xmlns:a16="http://schemas.microsoft.com/office/drawing/2014/main" id="{66842AE4-3E2C-F992-354F-BB4BA7DF1DD7}"/>
                  </a:ext>
                </a:extLst>
              </p:cNvPr>
              <p:cNvSpPr txBox="1">
                <a:spLocks noChangeArrowheads="1"/>
              </p:cNvSpPr>
              <p:nvPr/>
            </p:nvSpPr>
            <p:spPr bwMode="auto">
              <a:xfrm rot="16200000">
                <a:off x="108278" y="5139282"/>
                <a:ext cx="1210473" cy="560539"/>
              </a:xfrm>
              <a:prstGeom prst="rect">
                <a:avLst/>
              </a:prstGeom>
              <a:solidFill>
                <a:srgbClr val="404040"/>
              </a:solidFill>
              <a:ln w="9525">
                <a:solidFill>
                  <a:srgbClr val="FFFFFF">
                    <a:lumMod val="95000"/>
                  </a:srgbClr>
                </a:solidFill>
                <a:miter lim="800000"/>
                <a:headEnd/>
                <a:tailEnd/>
              </a:ln>
            </p:spPr>
            <p:txBody>
              <a:bodyPr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FFFFFF"/>
                    </a:solidFill>
                    <a:effectLst/>
                    <a:uLnTx/>
                    <a:uFillTx/>
                  </a:rPr>
                  <a:t>Governance &amp; Reporting</a:t>
                </a:r>
              </a:p>
            </p:txBody>
          </p:sp>
        </p:grpSp>
        <p:sp>
          <p:nvSpPr>
            <p:cNvPr id="15" name="Rectangle 14">
              <a:extLst>
                <a:ext uri="{FF2B5EF4-FFF2-40B4-BE49-F238E27FC236}">
                  <a16:creationId xmlns:a16="http://schemas.microsoft.com/office/drawing/2014/main" id="{BBFE2AAF-8350-576B-05E7-8CC28C0E8B47}"/>
                </a:ext>
              </a:extLst>
            </p:cNvPr>
            <p:cNvSpPr/>
            <p:nvPr/>
          </p:nvSpPr>
          <p:spPr bwMode="auto">
            <a:xfrm>
              <a:off x="2042365" y="4971884"/>
              <a:ext cx="6193806" cy="1207012"/>
            </a:xfrm>
            <a:prstGeom prst="rect">
              <a:avLst/>
            </a:prstGeom>
            <a:solidFill>
              <a:srgbClr val="333333"/>
            </a:solidFill>
            <a:ln w="9525" cap="flat" cmpd="sng" algn="ctr">
              <a:solidFill>
                <a:srgbClr val="FFFFFF">
                  <a:lumMod val="50000"/>
                </a:srgbClr>
              </a:solidFill>
              <a:prstDash val="solid"/>
              <a:round/>
              <a:headEnd type="none" w="med" len="med"/>
              <a:tailEnd type="none" w="med" len="med"/>
            </a:ln>
            <a:effec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endParaRPr>
            </a:p>
          </p:txBody>
        </p:sp>
        <p:grpSp>
          <p:nvGrpSpPr>
            <p:cNvPr id="16" name="Group 47">
              <a:extLst>
                <a:ext uri="{FF2B5EF4-FFF2-40B4-BE49-F238E27FC236}">
                  <a16:creationId xmlns:a16="http://schemas.microsoft.com/office/drawing/2014/main" id="{A75CABA1-1DEE-0B7E-B083-CB4339928F20}"/>
                </a:ext>
              </a:extLst>
            </p:cNvPr>
            <p:cNvGrpSpPr>
              <a:grpSpLocks/>
            </p:cNvGrpSpPr>
            <p:nvPr/>
          </p:nvGrpSpPr>
          <p:grpSpPr bwMode="auto">
            <a:xfrm>
              <a:off x="2159230" y="2238286"/>
              <a:ext cx="1160925" cy="831635"/>
              <a:chOff x="762161" y="1804225"/>
              <a:chExt cx="1271383" cy="1114061"/>
            </a:xfrm>
          </p:grpSpPr>
          <p:sp>
            <p:nvSpPr>
              <p:cNvPr id="61" name="Rectangle 9">
                <a:extLst>
                  <a:ext uri="{FF2B5EF4-FFF2-40B4-BE49-F238E27FC236}">
                    <a16:creationId xmlns:a16="http://schemas.microsoft.com/office/drawing/2014/main" id="{AF60F06C-2DCB-7C6B-94A0-DC8B41BC4622}"/>
                  </a:ext>
                </a:extLst>
              </p:cNvPr>
              <p:cNvSpPr>
                <a:spLocks noChangeArrowheads="1"/>
              </p:cNvSpPr>
              <p:nvPr/>
            </p:nvSpPr>
            <p:spPr bwMode="auto">
              <a:xfrm>
                <a:off x="762161" y="2057319"/>
                <a:ext cx="1271383" cy="860967"/>
              </a:xfrm>
              <a:prstGeom prst="rect">
                <a:avLst/>
              </a:prstGeom>
              <a:solidFill>
                <a:srgbClr val="808080">
                  <a:lumMod val="20000"/>
                  <a:lumOff val="80000"/>
                  <a:alpha val="89999"/>
                </a:srgbClr>
              </a:solidFill>
              <a:ln w="12700">
                <a:noFill/>
                <a:miter lim="800000"/>
                <a:headEnd/>
                <a:tailEnd/>
              </a:ln>
              <a:effectLst/>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Prepare Recon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using standard web form templates</a:t>
                </a:r>
              </a:p>
            </p:txBody>
          </p:sp>
          <p:sp>
            <p:nvSpPr>
              <p:cNvPr id="62" name="Rectangle 9">
                <a:extLst>
                  <a:ext uri="{FF2B5EF4-FFF2-40B4-BE49-F238E27FC236}">
                    <a16:creationId xmlns:a16="http://schemas.microsoft.com/office/drawing/2014/main" id="{1747FC99-DB41-780A-5963-FD05A4D7192F}"/>
                  </a:ext>
                </a:extLst>
              </p:cNvPr>
              <p:cNvSpPr>
                <a:spLocks noChangeArrowheads="1"/>
              </p:cNvSpPr>
              <p:nvPr/>
            </p:nvSpPr>
            <p:spPr bwMode="auto">
              <a:xfrm>
                <a:off x="762161" y="1804225"/>
                <a:ext cx="1271383" cy="253094"/>
              </a:xfrm>
              <a:prstGeom prst="rect">
                <a:avLst/>
              </a:prstGeom>
              <a:solidFill>
                <a:srgbClr val="FFE600"/>
              </a:solidFill>
              <a:ln w="12700">
                <a:noFill/>
                <a:miter lim="800000"/>
                <a:headEnd/>
                <a:tailEnd/>
              </a:ln>
              <a:effectLst/>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333333"/>
                    </a:solidFill>
                    <a:effectLst/>
                    <a:uLnTx/>
                    <a:uFillTx/>
                  </a:rPr>
                  <a:t>Preparer</a:t>
                </a:r>
              </a:p>
            </p:txBody>
          </p:sp>
        </p:grpSp>
        <p:grpSp>
          <p:nvGrpSpPr>
            <p:cNvPr id="17" name="Group 69">
              <a:extLst>
                <a:ext uri="{FF2B5EF4-FFF2-40B4-BE49-F238E27FC236}">
                  <a16:creationId xmlns:a16="http://schemas.microsoft.com/office/drawing/2014/main" id="{A0E9F9FC-E8C0-98D1-5D97-5B41FF631337}"/>
                </a:ext>
              </a:extLst>
            </p:cNvPr>
            <p:cNvGrpSpPr>
              <a:grpSpLocks/>
            </p:cNvGrpSpPr>
            <p:nvPr/>
          </p:nvGrpSpPr>
          <p:grpSpPr bwMode="auto">
            <a:xfrm>
              <a:off x="3745859" y="2237670"/>
              <a:ext cx="1162162" cy="834939"/>
              <a:chOff x="760850" y="1803400"/>
              <a:chExt cx="1272738" cy="1118487"/>
            </a:xfrm>
          </p:grpSpPr>
          <p:sp>
            <p:nvSpPr>
              <p:cNvPr id="59" name="Rectangle 9">
                <a:extLst>
                  <a:ext uri="{FF2B5EF4-FFF2-40B4-BE49-F238E27FC236}">
                    <a16:creationId xmlns:a16="http://schemas.microsoft.com/office/drawing/2014/main" id="{8AC718B8-4792-94AE-49F9-E7CBAF69674C}"/>
                  </a:ext>
                </a:extLst>
              </p:cNvPr>
              <p:cNvSpPr>
                <a:spLocks noChangeArrowheads="1"/>
              </p:cNvSpPr>
              <p:nvPr/>
            </p:nvSpPr>
            <p:spPr bwMode="auto">
              <a:xfrm>
                <a:off x="760850" y="2057319"/>
                <a:ext cx="1272621" cy="864568"/>
              </a:xfrm>
              <a:prstGeom prst="rect">
                <a:avLst/>
              </a:prstGeom>
              <a:solidFill>
                <a:srgbClr val="808080">
                  <a:lumMod val="20000"/>
                  <a:lumOff val="80000"/>
                  <a:alpha val="89999"/>
                </a:srgbClr>
              </a:solidFill>
              <a:ln w="12700">
                <a:noFill/>
                <a:miter lim="800000"/>
                <a:headEnd/>
                <a:tailEnd/>
              </a:ln>
              <a:effectLst/>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Attach supporting documentation and add comments</a:t>
                </a:r>
              </a:p>
            </p:txBody>
          </p:sp>
          <p:sp>
            <p:nvSpPr>
              <p:cNvPr id="60" name="Rectangle 9">
                <a:extLst>
                  <a:ext uri="{FF2B5EF4-FFF2-40B4-BE49-F238E27FC236}">
                    <a16:creationId xmlns:a16="http://schemas.microsoft.com/office/drawing/2014/main" id="{9733DDA6-72E7-D20B-A9F7-B25A28EA2FD1}"/>
                  </a:ext>
                </a:extLst>
              </p:cNvPr>
              <p:cNvSpPr>
                <a:spLocks noChangeArrowheads="1"/>
              </p:cNvSpPr>
              <p:nvPr/>
            </p:nvSpPr>
            <p:spPr bwMode="auto">
              <a:xfrm>
                <a:off x="762000" y="1803400"/>
                <a:ext cx="1271588" cy="254000"/>
              </a:xfrm>
              <a:prstGeom prst="rect">
                <a:avLst/>
              </a:prstGeom>
              <a:solidFill>
                <a:srgbClr val="FFE600"/>
              </a:solidFill>
              <a:ln w="12700">
                <a:noFill/>
                <a:miter lim="800000"/>
                <a:headEnd/>
                <a:tailEnd/>
              </a:ln>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333333"/>
                    </a:solidFill>
                    <a:effectLst/>
                    <a:uLnTx/>
                    <a:uFillTx/>
                  </a:rPr>
                  <a:t>Preparer</a:t>
                </a:r>
              </a:p>
            </p:txBody>
          </p:sp>
        </p:grpSp>
        <p:grpSp>
          <p:nvGrpSpPr>
            <p:cNvPr id="18" name="Group 92">
              <a:extLst>
                <a:ext uri="{FF2B5EF4-FFF2-40B4-BE49-F238E27FC236}">
                  <a16:creationId xmlns:a16="http://schemas.microsoft.com/office/drawing/2014/main" id="{701DB1D0-25AA-C362-E685-6413C4654173}"/>
                </a:ext>
              </a:extLst>
            </p:cNvPr>
            <p:cNvGrpSpPr>
              <a:grpSpLocks/>
            </p:cNvGrpSpPr>
            <p:nvPr/>
          </p:nvGrpSpPr>
          <p:grpSpPr bwMode="auto">
            <a:xfrm>
              <a:off x="5293331" y="2235884"/>
              <a:ext cx="1320831" cy="831628"/>
              <a:chOff x="762000" y="1803400"/>
              <a:chExt cx="1446504" cy="1114053"/>
            </a:xfrm>
          </p:grpSpPr>
          <p:sp>
            <p:nvSpPr>
              <p:cNvPr id="57" name="Rectangle 9">
                <a:extLst>
                  <a:ext uri="{FF2B5EF4-FFF2-40B4-BE49-F238E27FC236}">
                    <a16:creationId xmlns:a16="http://schemas.microsoft.com/office/drawing/2014/main" id="{1A14C0EA-B23C-E042-1B10-45B379E41C3A}"/>
                  </a:ext>
                </a:extLst>
              </p:cNvPr>
              <p:cNvSpPr>
                <a:spLocks noChangeArrowheads="1"/>
              </p:cNvSpPr>
              <p:nvPr/>
            </p:nvSpPr>
            <p:spPr bwMode="auto">
              <a:xfrm>
                <a:off x="762013" y="2039726"/>
                <a:ext cx="1446489" cy="877727"/>
              </a:xfrm>
              <a:prstGeom prst="rect">
                <a:avLst/>
              </a:prstGeom>
              <a:solidFill>
                <a:srgbClr val="808080">
                  <a:lumMod val="20000"/>
                  <a:lumOff val="80000"/>
                  <a:alpha val="89999"/>
                </a:srgbClr>
              </a:solidFill>
              <a:ln w="12700">
                <a:noFill/>
                <a:miter lim="800000"/>
                <a:headEnd/>
                <a:tailEnd/>
              </a:ln>
              <a:effectLst/>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Complete reconciliation and certify</a:t>
                </a:r>
              </a:p>
            </p:txBody>
          </p:sp>
          <p:sp>
            <p:nvSpPr>
              <p:cNvPr id="58" name="Rectangle 9">
                <a:extLst>
                  <a:ext uri="{FF2B5EF4-FFF2-40B4-BE49-F238E27FC236}">
                    <a16:creationId xmlns:a16="http://schemas.microsoft.com/office/drawing/2014/main" id="{45C99660-0F57-7A0C-16A3-B5F1C7FAE409}"/>
                  </a:ext>
                </a:extLst>
              </p:cNvPr>
              <p:cNvSpPr>
                <a:spLocks noChangeArrowheads="1"/>
              </p:cNvSpPr>
              <p:nvPr/>
            </p:nvSpPr>
            <p:spPr bwMode="auto">
              <a:xfrm>
                <a:off x="762000" y="1803400"/>
                <a:ext cx="1446504" cy="234902"/>
              </a:xfrm>
              <a:prstGeom prst="rect">
                <a:avLst/>
              </a:prstGeom>
              <a:solidFill>
                <a:srgbClr val="FFE600"/>
              </a:solidFill>
              <a:ln w="12700">
                <a:noFill/>
                <a:miter lim="800000"/>
                <a:headEnd/>
                <a:tailEnd/>
              </a:ln>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333333"/>
                    </a:solidFill>
                    <a:effectLst/>
                    <a:uLnTx/>
                    <a:uFillTx/>
                  </a:rPr>
                  <a:t>Preparer</a:t>
                </a:r>
              </a:p>
            </p:txBody>
          </p:sp>
        </p:grpSp>
        <p:grpSp>
          <p:nvGrpSpPr>
            <p:cNvPr id="19" name="Group 99">
              <a:extLst>
                <a:ext uri="{FF2B5EF4-FFF2-40B4-BE49-F238E27FC236}">
                  <a16:creationId xmlns:a16="http://schemas.microsoft.com/office/drawing/2014/main" id="{EE807972-A923-18DB-E0B9-16E0AE9FB655}"/>
                </a:ext>
              </a:extLst>
            </p:cNvPr>
            <p:cNvGrpSpPr>
              <a:grpSpLocks/>
            </p:cNvGrpSpPr>
            <p:nvPr/>
          </p:nvGrpSpPr>
          <p:grpSpPr bwMode="auto">
            <a:xfrm>
              <a:off x="6874308" y="2237668"/>
              <a:ext cx="1161232" cy="831774"/>
              <a:chOff x="762000" y="1803400"/>
              <a:chExt cx="1271719" cy="1114248"/>
            </a:xfrm>
          </p:grpSpPr>
          <p:sp>
            <p:nvSpPr>
              <p:cNvPr id="55" name="Rectangle 9">
                <a:extLst>
                  <a:ext uri="{FF2B5EF4-FFF2-40B4-BE49-F238E27FC236}">
                    <a16:creationId xmlns:a16="http://schemas.microsoft.com/office/drawing/2014/main" id="{91F951A6-F6F6-02CA-25A8-B77A39202363}"/>
                  </a:ext>
                </a:extLst>
              </p:cNvPr>
              <p:cNvSpPr>
                <a:spLocks noChangeArrowheads="1"/>
              </p:cNvSpPr>
              <p:nvPr/>
            </p:nvSpPr>
            <p:spPr bwMode="auto">
              <a:xfrm>
                <a:off x="762336" y="2057319"/>
                <a:ext cx="1271383" cy="860329"/>
              </a:xfrm>
              <a:prstGeom prst="rect">
                <a:avLst/>
              </a:prstGeom>
              <a:solidFill>
                <a:srgbClr val="808080">
                  <a:lumMod val="20000"/>
                  <a:lumOff val="80000"/>
                  <a:alpha val="89999"/>
                </a:srgbClr>
              </a:solidFill>
              <a:ln w="12700">
                <a:noFill/>
                <a:miter lim="800000"/>
                <a:headEnd/>
                <a:tailEnd/>
              </a:ln>
              <a:effectLst/>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Review and Approve</a:t>
                </a:r>
              </a:p>
            </p:txBody>
          </p:sp>
          <p:sp>
            <p:nvSpPr>
              <p:cNvPr id="56" name="Rectangle 9">
                <a:extLst>
                  <a:ext uri="{FF2B5EF4-FFF2-40B4-BE49-F238E27FC236}">
                    <a16:creationId xmlns:a16="http://schemas.microsoft.com/office/drawing/2014/main" id="{D1938474-E34C-0585-F180-E261C54B21D0}"/>
                  </a:ext>
                </a:extLst>
              </p:cNvPr>
              <p:cNvSpPr>
                <a:spLocks noChangeArrowheads="1"/>
              </p:cNvSpPr>
              <p:nvPr/>
            </p:nvSpPr>
            <p:spPr bwMode="auto">
              <a:xfrm>
                <a:off x="762000" y="1803400"/>
                <a:ext cx="1271588" cy="254000"/>
              </a:xfrm>
              <a:prstGeom prst="rect">
                <a:avLst/>
              </a:prstGeom>
              <a:solidFill>
                <a:srgbClr val="FFE600"/>
              </a:solidFill>
              <a:ln w="12700">
                <a:noFill/>
                <a:miter lim="800000"/>
                <a:headEnd/>
                <a:tailEnd/>
              </a:ln>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333333"/>
                    </a:solidFill>
                    <a:effectLst/>
                    <a:uLnTx/>
                    <a:uFillTx/>
                  </a:rPr>
                  <a:t>Reviewer</a:t>
                </a:r>
              </a:p>
            </p:txBody>
          </p:sp>
        </p:grpSp>
        <p:cxnSp>
          <p:nvCxnSpPr>
            <p:cNvPr id="20" name="Shape 122">
              <a:extLst>
                <a:ext uri="{FF2B5EF4-FFF2-40B4-BE49-F238E27FC236}">
                  <a16:creationId xmlns:a16="http://schemas.microsoft.com/office/drawing/2014/main" id="{D50AD830-4A26-5CA2-31C5-AA9119C8CB7C}"/>
                </a:ext>
              </a:extLst>
            </p:cNvPr>
            <p:cNvCxnSpPr>
              <a:cxnSpLocks noChangeShapeType="1"/>
              <a:stCxn id="61" idx="2"/>
              <a:endCxn id="45" idx="1"/>
            </p:cNvCxnSpPr>
            <p:nvPr/>
          </p:nvCxnSpPr>
          <p:spPr bwMode="auto">
            <a:xfrm rot="16200000" flipH="1">
              <a:off x="3611101" y="2198513"/>
              <a:ext cx="610539" cy="2353354"/>
            </a:xfrm>
            <a:prstGeom prst="bentConnector3">
              <a:avLst>
                <a:gd name="adj1" fmla="val 50000"/>
              </a:avLst>
            </a:prstGeom>
            <a:noFill/>
            <a:ln w="9525" algn="ctr">
              <a:solidFill>
                <a:srgbClr val="FFFFFF">
                  <a:lumMod val="60000"/>
                  <a:lumOff val="40000"/>
                </a:srgbClr>
              </a:solidFill>
              <a:prstDash val="sysDash"/>
              <a:round/>
              <a:headEnd type="oval" w="med" len="med"/>
              <a:tailEnd type="oval" w="med" len="med"/>
            </a:ln>
          </p:spPr>
        </p:cxnSp>
        <p:cxnSp>
          <p:nvCxnSpPr>
            <p:cNvPr id="21" name="Shape 123">
              <a:extLst>
                <a:ext uri="{FF2B5EF4-FFF2-40B4-BE49-F238E27FC236}">
                  <a16:creationId xmlns:a16="http://schemas.microsoft.com/office/drawing/2014/main" id="{80E78181-9C3E-83E8-B134-7739B486FF6D}"/>
                </a:ext>
              </a:extLst>
            </p:cNvPr>
            <p:cNvCxnSpPr>
              <a:cxnSpLocks noChangeShapeType="1"/>
              <a:stCxn id="59" idx="2"/>
              <a:endCxn id="45" idx="1"/>
            </p:cNvCxnSpPr>
            <p:nvPr/>
          </p:nvCxnSpPr>
          <p:spPr bwMode="auto">
            <a:xfrm rot="16200000" flipH="1">
              <a:off x="4406042" y="2993454"/>
              <a:ext cx="607851" cy="766160"/>
            </a:xfrm>
            <a:prstGeom prst="bentConnector3">
              <a:avLst>
                <a:gd name="adj1" fmla="val 50000"/>
              </a:avLst>
            </a:prstGeom>
            <a:noFill/>
            <a:ln w="9525" algn="ctr">
              <a:solidFill>
                <a:srgbClr val="FFFFFF">
                  <a:lumMod val="60000"/>
                  <a:lumOff val="40000"/>
                </a:srgbClr>
              </a:solidFill>
              <a:prstDash val="sysDash"/>
              <a:round/>
              <a:headEnd type="oval" w="med" len="med"/>
              <a:tailEnd type="oval" w="med" len="med"/>
            </a:ln>
          </p:spPr>
        </p:cxnSp>
        <p:cxnSp>
          <p:nvCxnSpPr>
            <p:cNvPr id="22" name="Shape 123">
              <a:extLst>
                <a:ext uri="{FF2B5EF4-FFF2-40B4-BE49-F238E27FC236}">
                  <a16:creationId xmlns:a16="http://schemas.microsoft.com/office/drawing/2014/main" id="{B592D64A-0B15-FB23-01B0-5384D03C6018}"/>
                </a:ext>
              </a:extLst>
            </p:cNvPr>
            <p:cNvCxnSpPr>
              <a:cxnSpLocks noChangeShapeType="1"/>
              <a:stCxn id="57" idx="2"/>
              <a:endCxn id="45" idx="1"/>
            </p:cNvCxnSpPr>
            <p:nvPr/>
          </p:nvCxnSpPr>
          <p:spPr bwMode="auto">
            <a:xfrm rot="5400000">
              <a:off x="5216926" y="2943634"/>
              <a:ext cx="612948" cy="860705"/>
            </a:xfrm>
            <a:prstGeom prst="bentConnector3">
              <a:avLst>
                <a:gd name="adj1" fmla="val 50000"/>
              </a:avLst>
            </a:prstGeom>
            <a:noFill/>
            <a:ln w="9525" algn="ctr">
              <a:solidFill>
                <a:srgbClr val="FFFFFF">
                  <a:lumMod val="60000"/>
                  <a:lumOff val="40000"/>
                </a:srgbClr>
              </a:solidFill>
              <a:prstDash val="sysDash"/>
              <a:round/>
              <a:headEnd type="oval" w="med" len="med"/>
              <a:tailEnd type="oval" w="med" len="med"/>
            </a:ln>
          </p:spPr>
        </p:cxnSp>
        <p:sp>
          <p:nvSpPr>
            <p:cNvPr id="23" name="Right Arrow 138">
              <a:extLst>
                <a:ext uri="{FF2B5EF4-FFF2-40B4-BE49-F238E27FC236}">
                  <a16:creationId xmlns:a16="http://schemas.microsoft.com/office/drawing/2014/main" id="{DC3284D5-C9B0-FE7B-1C81-E8F1070699BF}"/>
                </a:ext>
              </a:extLst>
            </p:cNvPr>
            <p:cNvSpPr>
              <a:spLocks noChangeArrowheads="1"/>
            </p:cNvSpPr>
            <p:nvPr/>
          </p:nvSpPr>
          <p:spPr bwMode="auto">
            <a:xfrm>
              <a:off x="3645931" y="3767192"/>
              <a:ext cx="746429" cy="116474"/>
            </a:xfrm>
            <a:prstGeom prst="rightArrow">
              <a:avLst>
                <a:gd name="adj1" fmla="val 50000"/>
                <a:gd name="adj2" fmla="val 50005"/>
              </a:avLst>
            </a:prstGeom>
            <a:solidFill>
              <a:srgbClr val="FFFFFF">
                <a:lumMod val="85000"/>
              </a:srgbClr>
            </a:solidFill>
            <a:ln w="9525" algn="ctr">
              <a:noFill/>
              <a:round/>
              <a:headEnd/>
              <a:tailEnd/>
            </a:ln>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333333"/>
                </a:solidFill>
                <a:effectLst/>
                <a:uLnTx/>
                <a:uFillTx/>
              </a:endParaRPr>
            </a:p>
          </p:txBody>
        </p:sp>
        <p:grpSp>
          <p:nvGrpSpPr>
            <p:cNvPr id="24" name="Group 139">
              <a:extLst>
                <a:ext uri="{FF2B5EF4-FFF2-40B4-BE49-F238E27FC236}">
                  <a16:creationId xmlns:a16="http://schemas.microsoft.com/office/drawing/2014/main" id="{ECBBA3B6-05A0-855E-834C-E3ECCCFF480C}"/>
                </a:ext>
              </a:extLst>
            </p:cNvPr>
            <p:cNvGrpSpPr>
              <a:grpSpLocks/>
            </p:cNvGrpSpPr>
            <p:nvPr/>
          </p:nvGrpSpPr>
          <p:grpSpPr bwMode="auto">
            <a:xfrm>
              <a:off x="5922774" y="3633390"/>
              <a:ext cx="2081669" cy="930999"/>
              <a:chOff x="404279" y="1862279"/>
              <a:chExt cx="1779628" cy="1013329"/>
            </a:xfrm>
          </p:grpSpPr>
          <p:sp>
            <p:nvSpPr>
              <p:cNvPr id="53" name="Rectangle 9">
                <a:extLst>
                  <a:ext uri="{FF2B5EF4-FFF2-40B4-BE49-F238E27FC236}">
                    <a16:creationId xmlns:a16="http://schemas.microsoft.com/office/drawing/2014/main" id="{EE91B98E-3B70-A692-CA5B-5FA0FF38CF0C}"/>
                  </a:ext>
                </a:extLst>
              </p:cNvPr>
              <p:cNvSpPr>
                <a:spLocks noChangeArrowheads="1"/>
              </p:cNvSpPr>
              <p:nvPr/>
            </p:nvSpPr>
            <p:spPr bwMode="auto">
              <a:xfrm>
                <a:off x="404279" y="2116327"/>
                <a:ext cx="1779628" cy="759281"/>
              </a:xfrm>
              <a:prstGeom prst="rect">
                <a:avLst/>
              </a:prstGeom>
              <a:solidFill>
                <a:srgbClr val="808080">
                  <a:lumMod val="20000"/>
                  <a:lumOff val="80000"/>
                  <a:alpha val="89999"/>
                </a:srgbClr>
              </a:solidFill>
              <a:ln w="12700">
                <a:noFill/>
                <a:miter lim="800000"/>
                <a:headEnd/>
                <a:tailEnd/>
              </a:ln>
              <a:effectLst/>
            </p:spPr>
            <p:txBody>
              <a:bodyPr lIns="45720" rIns="45720" anchor="ctr" anchorCtr="1"/>
              <a:lstStyle/>
              <a:p>
                <a:pPr marL="342900" marR="0" lvl="2" indent="-171450" defTabSz="914400" eaLnBrk="1" fontAlgn="auto" latinLnBrk="0" hangingPunct="1">
                  <a:lnSpc>
                    <a:spcPct val="85000"/>
                  </a:lnSpc>
                  <a:spcBef>
                    <a:spcPts val="0"/>
                  </a:spcBef>
                  <a:spcAft>
                    <a:spcPts val="0"/>
                  </a:spcAft>
                  <a:buClr>
                    <a:srgbClr val="333333"/>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333333"/>
                    </a:solidFill>
                    <a:effectLst/>
                    <a:uLnTx/>
                    <a:uFillTx/>
                  </a:rPr>
                  <a:t>Manage user security</a:t>
                </a:r>
              </a:p>
              <a:p>
                <a:pPr marL="342900" marR="0" lvl="2" indent="-171450" defTabSz="914400" eaLnBrk="1" fontAlgn="auto" latinLnBrk="0" hangingPunct="1">
                  <a:lnSpc>
                    <a:spcPct val="85000"/>
                  </a:lnSpc>
                  <a:spcBef>
                    <a:spcPts val="0"/>
                  </a:spcBef>
                  <a:spcAft>
                    <a:spcPts val="0"/>
                  </a:spcAft>
                  <a:buClr>
                    <a:srgbClr val="333333"/>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333333"/>
                    </a:solidFill>
                    <a:effectLst/>
                    <a:uLnTx/>
                    <a:uFillTx/>
                  </a:rPr>
                  <a:t>Account  Assignments</a:t>
                </a:r>
              </a:p>
              <a:p>
                <a:pPr marL="342900" marR="0" lvl="2" indent="-171450" defTabSz="914400" eaLnBrk="1" fontAlgn="auto" latinLnBrk="0" hangingPunct="1">
                  <a:lnSpc>
                    <a:spcPct val="85000"/>
                  </a:lnSpc>
                  <a:spcBef>
                    <a:spcPts val="0"/>
                  </a:spcBef>
                  <a:spcAft>
                    <a:spcPts val="0"/>
                  </a:spcAft>
                  <a:buClr>
                    <a:srgbClr val="333333"/>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333333"/>
                    </a:solidFill>
                    <a:effectLst/>
                    <a:uLnTx/>
                    <a:uFillTx/>
                  </a:rPr>
                  <a:t>Account profiles &amp; settings</a:t>
                </a:r>
              </a:p>
              <a:p>
                <a:pPr marL="342900" marR="0" lvl="2" indent="-171450" defTabSz="914400" eaLnBrk="1" fontAlgn="auto" latinLnBrk="0" hangingPunct="1">
                  <a:lnSpc>
                    <a:spcPct val="85000"/>
                  </a:lnSpc>
                  <a:spcBef>
                    <a:spcPts val="0"/>
                  </a:spcBef>
                  <a:spcAft>
                    <a:spcPts val="0"/>
                  </a:spcAft>
                  <a:buClr>
                    <a:srgbClr val="333333"/>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333333"/>
                    </a:solidFill>
                    <a:effectLst/>
                    <a:uLnTx/>
                    <a:uFillTx/>
                  </a:rPr>
                  <a:t>Data Loads &amp; Interfaces</a:t>
                </a:r>
              </a:p>
              <a:p>
                <a:pPr marL="342900" marR="0" lvl="2" indent="-171450" defTabSz="914400" eaLnBrk="1" fontAlgn="auto" latinLnBrk="0" hangingPunct="1">
                  <a:lnSpc>
                    <a:spcPct val="85000"/>
                  </a:lnSpc>
                  <a:spcBef>
                    <a:spcPts val="0"/>
                  </a:spcBef>
                  <a:spcAft>
                    <a:spcPts val="0"/>
                  </a:spcAft>
                  <a:buClr>
                    <a:srgbClr val="333333"/>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333333"/>
                    </a:solidFill>
                    <a:effectLst/>
                    <a:uLnTx/>
                    <a:uFillTx/>
                  </a:rPr>
                  <a:t>Period Management</a:t>
                </a:r>
              </a:p>
            </p:txBody>
          </p:sp>
          <p:sp>
            <p:nvSpPr>
              <p:cNvPr id="54" name="Rectangle 9">
                <a:extLst>
                  <a:ext uri="{FF2B5EF4-FFF2-40B4-BE49-F238E27FC236}">
                    <a16:creationId xmlns:a16="http://schemas.microsoft.com/office/drawing/2014/main" id="{49710485-4DA7-F74A-DF19-DE81F55A63DF}"/>
                  </a:ext>
                </a:extLst>
              </p:cNvPr>
              <p:cNvSpPr>
                <a:spLocks noChangeArrowheads="1"/>
              </p:cNvSpPr>
              <p:nvPr/>
            </p:nvSpPr>
            <p:spPr bwMode="auto">
              <a:xfrm>
                <a:off x="404280" y="1862279"/>
                <a:ext cx="1779351" cy="254001"/>
              </a:xfrm>
              <a:prstGeom prst="rect">
                <a:avLst/>
              </a:prstGeom>
              <a:solidFill>
                <a:srgbClr val="FFE600"/>
              </a:solidFill>
              <a:ln w="12700">
                <a:noFill/>
                <a:miter lim="800000"/>
                <a:headEnd/>
                <a:tailEnd/>
              </a:ln>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333333"/>
                    </a:solidFill>
                    <a:effectLst/>
                    <a:uLnTx/>
                    <a:uFillTx/>
                  </a:rPr>
                  <a:t>Administrators</a:t>
                </a:r>
              </a:p>
            </p:txBody>
          </p:sp>
        </p:grpSp>
        <p:cxnSp>
          <p:nvCxnSpPr>
            <p:cNvPr id="25" name="Shape 123">
              <a:extLst>
                <a:ext uri="{FF2B5EF4-FFF2-40B4-BE49-F238E27FC236}">
                  <a16:creationId xmlns:a16="http://schemas.microsoft.com/office/drawing/2014/main" id="{5559A833-F5CD-84AE-2BD1-F196D3ECEEDB}"/>
                </a:ext>
              </a:extLst>
            </p:cNvPr>
            <p:cNvCxnSpPr>
              <a:cxnSpLocks noChangeShapeType="1"/>
              <a:stCxn id="53" idx="1"/>
            </p:cNvCxnSpPr>
            <p:nvPr/>
          </p:nvCxnSpPr>
          <p:spPr bwMode="auto">
            <a:xfrm rot="10800000">
              <a:off x="5603063" y="4215596"/>
              <a:ext cx="319711" cy="1"/>
            </a:xfrm>
            <a:prstGeom prst="bentConnector3">
              <a:avLst>
                <a:gd name="adj1" fmla="val 50000"/>
              </a:avLst>
            </a:prstGeom>
            <a:noFill/>
            <a:ln w="9525" algn="ctr">
              <a:solidFill>
                <a:srgbClr val="FFFFFF">
                  <a:lumMod val="60000"/>
                  <a:lumOff val="40000"/>
                </a:srgbClr>
              </a:solidFill>
              <a:prstDash val="sysDash"/>
              <a:round/>
              <a:headEnd type="oval" w="med" len="med"/>
              <a:tailEnd type="oval" w="med" len="med"/>
            </a:ln>
          </p:spPr>
        </p:cxnSp>
        <p:sp>
          <p:nvSpPr>
            <p:cNvPr id="26" name="Round Diagonal Corner Rectangle 85">
              <a:extLst>
                <a:ext uri="{FF2B5EF4-FFF2-40B4-BE49-F238E27FC236}">
                  <a16:creationId xmlns:a16="http://schemas.microsoft.com/office/drawing/2014/main" id="{6EE6FB5A-8D26-5D49-DD3D-F6430D7829B9}"/>
                </a:ext>
              </a:extLst>
            </p:cNvPr>
            <p:cNvSpPr/>
            <p:nvPr/>
          </p:nvSpPr>
          <p:spPr bwMode="auto">
            <a:xfrm>
              <a:off x="2141265" y="4298601"/>
              <a:ext cx="1504666" cy="378642"/>
            </a:xfrm>
            <a:prstGeom prst="round2DiagRect">
              <a:avLst/>
            </a:prstGeom>
            <a:solidFill>
              <a:srgbClr val="808080">
                <a:lumMod val="20000"/>
                <a:lumOff val="80000"/>
                <a:alpha val="89999"/>
              </a:srgbClr>
            </a:solidFill>
            <a:ln w="12700">
              <a:noFill/>
              <a:miter lim="800000"/>
              <a:headEnd/>
              <a:tailEnd/>
            </a:ln>
            <a:effectLst/>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Supporting Data (e.g. AR, AP, FA subledger balances)</a:t>
              </a:r>
            </a:p>
          </p:txBody>
        </p:sp>
        <p:sp>
          <p:nvSpPr>
            <p:cNvPr id="27" name="Right Arrow 153">
              <a:extLst>
                <a:ext uri="{FF2B5EF4-FFF2-40B4-BE49-F238E27FC236}">
                  <a16:creationId xmlns:a16="http://schemas.microsoft.com/office/drawing/2014/main" id="{F06D643B-6280-E2D4-38AC-218B6F49EF7C}"/>
                </a:ext>
              </a:extLst>
            </p:cNvPr>
            <p:cNvSpPr>
              <a:spLocks noChangeArrowheads="1"/>
            </p:cNvSpPr>
            <p:nvPr/>
          </p:nvSpPr>
          <p:spPr bwMode="auto">
            <a:xfrm>
              <a:off x="3645931" y="4404901"/>
              <a:ext cx="746429" cy="116474"/>
            </a:xfrm>
            <a:prstGeom prst="rightArrow">
              <a:avLst>
                <a:gd name="adj1" fmla="val 50000"/>
                <a:gd name="adj2" fmla="val 50005"/>
              </a:avLst>
            </a:prstGeom>
            <a:solidFill>
              <a:srgbClr val="FFFFFF">
                <a:lumMod val="85000"/>
              </a:srgbClr>
            </a:solidFill>
            <a:ln w="9525" algn="ctr">
              <a:noFill/>
              <a:round/>
              <a:headEnd/>
              <a:tailEnd/>
            </a:ln>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333333"/>
                </a:solidFill>
                <a:effectLst/>
                <a:uLnTx/>
                <a:uFillTx/>
              </a:endParaRPr>
            </a:p>
          </p:txBody>
        </p:sp>
        <p:grpSp>
          <p:nvGrpSpPr>
            <p:cNvPr id="28" name="Group 27">
              <a:extLst>
                <a:ext uri="{FF2B5EF4-FFF2-40B4-BE49-F238E27FC236}">
                  <a16:creationId xmlns:a16="http://schemas.microsoft.com/office/drawing/2014/main" id="{5DE2B55F-AAC6-3E1C-7FF0-AA40E9A77D79}"/>
                </a:ext>
              </a:extLst>
            </p:cNvPr>
            <p:cNvGrpSpPr/>
            <p:nvPr/>
          </p:nvGrpSpPr>
          <p:grpSpPr>
            <a:xfrm>
              <a:off x="2159121" y="5139750"/>
              <a:ext cx="1595564" cy="757811"/>
              <a:chOff x="988807" y="4754708"/>
              <a:chExt cx="1759156" cy="808671"/>
            </a:xfrm>
          </p:grpSpPr>
          <p:sp>
            <p:nvSpPr>
              <p:cNvPr id="51" name="Rectangle 9">
                <a:extLst>
                  <a:ext uri="{FF2B5EF4-FFF2-40B4-BE49-F238E27FC236}">
                    <a16:creationId xmlns:a16="http://schemas.microsoft.com/office/drawing/2014/main" id="{58F28EC2-E6E2-E861-994D-34836F858EC9}"/>
                  </a:ext>
                </a:extLst>
              </p:cNvPr>
              <p:cNvSpPr>
                <a:spLocks noChangeArrowheads="1"/>
              </p:cNvSpPr>
              <p:nvPr/>
            </p:nvSpPr>
            <p:spPr bwMode="auto">
              <a:xfrm>
                <a:off x="989014" y="4956954"/>
                <a:ext cx="1758949" cy="606425"/>
              </a:xfrm>
              <a:prstGeom prst="rect">
                <a:avLst/>
              </a:prstGeom>
              <a:solidFill>
                <a:srgbClr val="808080">
                  <a:lumMod val="20000"/>
                  <a:lumOff val="80000"/>
                  <a:alpha val="89999"/>
                </a:srgbClr>
              </a:solidFill>
              <a:ln w="12700">
                <a:noFill/>
                <a:miter lim="800000"/>
                <a:headEnd/>
                <a:tailEnd/>
              </a:ln>
              <a:effectLst/>
            </p:spPr>
            <p:txBody>
              <a:bodyPr lIns="45720" rIns="45720" anchor="ctr" anchorCtr="1"/>
              <a:lstStyle/>
              <a:p>
                <a:pPr marL="114300" marR="0" lvl="0" indent="-11430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Status reports, dashboards and filters</a:t>
                </a:r>
              </a:p>
            </p:txBody>
          </p:sp>
          <p:sp>
            <p:nvSpPr>
              <p:cNvPr id="52" name="Rectangle 9">
                <a:extLst>
                  <a:ext uri="{FF2B5EF4-FFF2-40B4-BE49-F238E27FC236}">
                    <a16:creationId xmlns:a16="http://schemas.microsoft.com/office/drawing/2014/main" id="{6C2B79C8-DF3E-1900-51CC-D309FF51A465}"/>
                  </a:ext>
                </a:extLst>
              </p:cNvPr>
              <p:cNvSpPr>
                <a:spLocks noChangeArrowheads="1"/>
              </p:cNvSpPr>
              <p:nvPr/>
            </p:nvSpPr>
            <p:spPr bwMode="auto">
              <a:xfrm>
                <a:off x="988807" y="4754708"/>
                <a:ext cx="1759155" cy="202334"/>
              </a:xfrm>
              <a:prstGeom prst="rect">
                <a:avLst/>
              </a:prstGeom>
              <a:solidFill>
                <a:srgbClr val="FFE600">
                  <a:alpha val="89412"/>
                </a:srgbClr>
              </a:solidFill>
              <a:ln w="12700">
                <a:noFill/>
                <a:miter lim="800000"/>
                <a:headEnd/>
                <a:tailEnd/>
              </a:ln>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333333"/>
                    </a:solidFill>
                    <a:effectLst/>
                    <a:uLnTx/>
                    <a:uFillTx/>
                  </a:rPr>
                  <a:t>All Users</a:t>
                </a:r>
              </a:p>
            </p:txBody>
          </p:sp>
        </p:grpSp>
        <p:cxnSp>
          <p:nvCxnSpPr>
            <p:cNvPr id="29" name="Elbow Connector 162">
              <a:extLst>
                <a:ext uri="{FF2B5EF4-FFF2-40B4-BE49-F238E27FC236}">
                  <a16:creationId xmlns:a16="http://schemas.microsoft.com/office/drawing/2014/main" id="{62C0EFED-9E96-FDA1-2CC5-7B354F5E94F4}"/>
                </a:ext>
              </a:extLst>
            </p:cNvPr>
            <p:cNvCxnSpPr>
              <a:cxnSpLocks noChangeShapeType="1"/>
              <a:endCxn id="52" idx="0"/>
            </p:cNvCxnSpPr>
            <p:nvPr/>
          </p:nvCxnSpPr>
          <p:spPr bwMode="auto">
            <a:xfrm rot="5400000">
              <a:off x="3732511" y="3788785"/>
              <a:ext cx="575357" cy="2126573"/>
            </a:xfrm>
            <a:prstGeom prst="bentConnector3">
              <a:avLst>
                <a:gd name="adj1" fmla="val 50000"/>
              </a:avLst>
            </a:prstGeom>
            <a:noFill/>
            <a:ln w="9525" algn="ctr">
              <a:solidFill>
                <a:srgbClr val="002060"/>
              </a:solidFill>
              <a:round/>
              <a:headEnd/>
              <a:tailEnd type="arrow" w="med" len="med"/>
            </a:ln>
          </p:spPr>
        </p:cxnSp>
        <p:grpSp>
          <p:nvGrpSpPr>
            <p:cNvPr id="30" name="Group 163">
              <a:extLst>
                <a:ext uri="{FF2B5EF4-FFF2-40B4-BE49-F238E27FC236}">
                  <a16:creationId xmlns:a16="http://schemas.microsoft.com/office/drawing/2014/main" id="{8103D43A-2A0D-9734-04E9-6821A447420D}"/>
                </a:ext>
              </a:extLst>
            </p:cNvPr>
            <p:cNvGrpSpPr>
              <a:grpSpLocks/>
            </p:cNvGrpSpPr>
            <p:nvPr/>
          </p:nvGrpSpPr>
          <p:grpSpPr bwMode="auto">
            <a:xfrm>
              <a:off x="3930350" y="5139751"/>
              <a:ext cx="1596647" cy="757811"/>
              <a:chOff x="760934" y="1803399"/>
              <a:chExt cx="1272654" cy="1015164"/>
            </a:xfrm>
          </p:grpSpPr>
          <p:sp>
            <p:nvSpPr>
              <p:cNvPr id="49" name="Rectangle 9">
                <a:extLst>
                  <a:ext uri="{FF2B5EF4-FFF2-40B4-BE49-F238E27FC236}">
                    <a16:creationId xmlns:a16="http://schemas.microsoft.com/office/drawing/2014/main" id="{5EFC9DAC-77E7-0724-E2E4-06C10ADE02BB}"/>
                  </a:ext>
                </a:extLst>
              </p:cNvPr>
              <p:cNvSpPr>
                <a:spLocks noChangeArrowheads="1"/>
              </p:cNvSpPr>
              <p:nvPr/>
            </p:nvSpPr>
            <p:spPr bwMode="auto">
              <a:xfrm>
                <a:off x="760934" y="2057288"/>
                <a:ext cx="1271641" cy="761275"/>
              </a:xfrm>
              <a:prstGeom prst="rect">
                <a:avLst/>
              </a:prstGeom>
              <a:solidFill>
                <a:srgbClr val="808080">
                  <a:lumMod val="20000"/>
                  <a:lumOff val="80000"/>
                  <a:alpha val="89999"/>
                </a:srgbClr>
              </a:solidFill>
              <a:ln w="12700">
                <a:noFill/>
                <a:miter lim="800000"/>
                <a:headEnd/>
                <a:tailEnd/>
              </a:ln>
              <a:effectLst/>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Centralized</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audit and QA</a:t>
                </a:r>
              </a:p>
            </p:txBody>
          </p:sp>
          <p:sp>
            <p:nvSpPr>
              <p:cNvPr id="50" name="Rectangle 9">
                <a:extLst>
                  <a:ext uri="{FF2B5EF4-FFF2-40B4-BE49-F238E27FC236}">
                    <a16:creationId xmlns:a16="http://schemas.microsoft.com/office/drawing/2014/main" id="{D15A6873-E601-FB98-F461-AC73235298F1}"/>
                  </a:ext>
                </a:extLst>
              </p:cNvPr>
              <p:cNvSpPr>
                <a:spLocks noChangeArrowheads="1"/>
              </p:cNvSpPr>
              <p:nvPr/>
            </p:nvSpPr>
            <p:spPr bwMode="auto">
              <a:xfrm>
                <a:off x="762000" y="1803399"/>
                <a:ext cx="1271588" cy="254000"/>
              </a:xfrm>
              <a:prstGeom prst="rect">
                <a:avLst/>
              </a:prstGeom>
              <a:solidFill>
                <a:srgbClr val="FFE600"/>
              </a:solidFill>
              <a:ln w="12700">
                <a:noFill/>
                <a:miter lim="800000"/>
                <a:headEnd/>
                <a:tailEnd/>
              </a:ln>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333333"/>
                    </a:solidFill>
                    <a:effectLst/>
                    <a:uLnTx/>
                    <a:uFillTx/>
                  </a:rPr>
                  <a:t>Auditors</a:t>
                </a:r>
              </a:p>
            </p:txBody>
          </p:sp>
        </p:grpSp>
        <p:grpSp>
          <p:nvGrpSpPr>
            <p:cNvPr id="31" name="Group 166">
              <a:extLst>
                <a:ext uri="{FF2B5EF4-FFF2-40B4-BE49-F238E27FC236}">
                  <a16:creationId xmlns:a16="http://schemas.microsoft.com/office/drawing/2014/main" id="{8BB1F928-C498-078A-541C-3511A30AE9B3}"/>
                </a:ext>
              </a:extLst>
            </p:cNvPr>
            <p:cNvGrpSpPr>
              <a:grpSpLocks/>
            </p:cNvGrpSpPr>
            <p:nvPr/>
          </p:nvGrpSpPr>
          <p:grpSpPr bwMode="auto">
            <a:xfrm>
              <a:off x="5792882" y="5139751"/>
              <a:ext cx="1595310" cy="757811"/>
              <a:chOff x="762000" y="1803399"/>
              <a:chExt cx="1271588" cy="1015164"/>
            </a:xfrm>
          </p:grpSpPr>
          <p:sp>
            <p:nvSpPr>
              <p:cNvPr id="47" name="Rectangle 9">
                <a:extLst>
                  <a:ext uri="{FF2B5EF4-FFF2-40B4-BE49-F238E27FC236}">
                    <a16:creationId xmlns:a16="http://schemas.microsoft.com/office/drawing/2014/main" id="{D8593E12-E52B-78CE-E15F-BB099E30D1B7}"/>
                  </a:ext>
                </a:extLst>
              </p:cNvPr>
              <p:cNvSpPr>
                <a:spLocks noChangeArrowheads="1"/>
              </p:cNvSpPr>
              <p:nvPr/>
            </p:nvSpPr>
            <p:spPr bwMode="auto">
              <a:xfrm>
                <a:off x="762527" y="2057288"/>
                <a:ext cx="1270493" cy="761275"/>
              </a:xfrm>
              <a:prstGeom prst="rect">
                <a:avLst/>
              </a:prstGeom>
              <a:solidFill>
                <a:srgbClr val="808080">
                  <a:lumMod val="20000"/>
                  <a:lumOff val="80000"/>
                  <a:alpha val="89999"/>
                </a:srgbClr>
              </a:solidFill>
              <a:ln w="12700">
                <a:noFill/>
                <a:miter lim="800000"/>
                <a:headEnd/>
                <a:tailEnd/>
              </a:ln>
              <a:effectLst/>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Dashboards and Reporting</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(Status Tracking, Analysis, etc</a:t>
                </a:r>
                <a:r>
                  <a:rPr kumimoji="0" lang="en-US" sz="800" b="1" i="0" u="none" strike="noStrike" kern="0" cap="none" spc="0" normalizeH="0" baseline="0" noProof="0">
                    <a:ln>
                      <a:noFill/>
                    </a:ln>
                    <a:solidFill>
                      <a:srgbClr val="000000"/>
                    </a:solidFill>
                    <a:effectLst/>
                    <a:uLnTx/>
                    <a:uFillTx/>
                  </a:rPr>
                  <a:t>)</a:t>
                </a:r>
              </a:p>
            </p:txBody>
          </p:sp>
          <p:sp>
            <p:nvSpPr>
              <p:cNvPr id="48" name="Rectangle 9">
                <a:extLst>
                  <a:ext uri="{FF2B5EF4-FFF2-40B4-BE49-F238E27FC236}">
                    <a16:creationId xmlns:a16="http://schemas.microsoft.com/office/drawing/2014/main" id="{B6FDCAB1-4C46-8DA9-4DA0-C75058C188CA}"/>
                  </a:ext>
                </a:extLst>
              </p:cNvPr>
              <p:cNvSpPr>
                <a:spLocks noChangeArrowheads="1"/>
              </p:cNvSpPr>
              <p:nvPr/>
            </p:nvSpPr>
            <p:spPr bwMode="auto">
              <a:xfrm>
                <a:off x="762000" y="1803399"/>
                <a:ext cx="1271588" cy="254000"/>
              </a:xfrm>
              <a:prstGeom prst="rect">
                <a:avLst/>
              </a:prstGeom>
              <a:solidFill>
                <a:srgbClr val="FFE600"/>
              </a:solidFill>
              <a:ln w="12700">
                <a:noFill/>
                <a:miter lim="800000"/>
                <a:headEnd/>
                <a:tailEnd/>
              </a:ln>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333333"/>
                    </a:solidFill>
                    <a:effectLst/>
                    <a:uLnTx/>
                    <a:uFillTx/>
                  </a:rPr>
                  <a:t>Governance</a:t>
                </a:r>
              </a:p>
            </p:txBody>
          </p:sp>
        </p:grpSp>
        <p:cxnSp>
          <p:nvCxnSpPr>
            <p:cNvPr id="32" name="Elbow Connector 169">
              <a:extLst>
                <a:ext uri="{FF2B5EF4-FFF2-40B4-BE49-F238E27FC236}">
                  <a16:creationId xmlns:a16="http://schemas.microsoft.com/office/drawing/2014/main" id="{B686F2A3-D745-ACBF-3C47-6A3EFB9E15F5}"/>
                </a:ext>
              </a:extLst>
            </p:cNvPr>
            <p:cNvCxnSpPr>
              <a:cxnSpLocks noChangeShapeType="1"/>
              <a:endCxn id="50" idx="0"/>
            </p:cNvCxnSpPr>
            <p:nvPr/>
          </p:nvCxnSpPr>
          <p:spPr bwMode="auto">
            <a:xfrm rot="5400000">
              <a:off x="4618732" y="4675006"/>
              <a:ext cx="575357" cy="354131"/>
            </a:xfrm>
            <a:prstGeom prst="bentConnector3">
              <a:avLst>
                <a:gd name="adj1" fmla="val 50000"/>
              </a:avLst>
            </a:prstGeom>
            <a:noFill/>
            <a:ln w="9525" algn="ctr">
              <a:solidFill>
                <a:srgbClr val="002060"/>
              </a:solidFill>
              <a:round/>
              <a:headEnd/>
              <a:tailEnd type="arrow" w="med" len="med"/>
            </a:ln>
          </p:spPr>
        </p:cxnSp>
        <p:cxnSp>
          <p:nvCxnSpPr>
            <p:cNvPr id="33" name="Elbow Connector 172">
              <a:extLst>
                <a:ext uri="{FF2B5EF4-FFF2-40B4-BE49-F238E27FC236}">
                  <a16:creationId xmlns:a16="http://schemas.microsoft.com/office/drawing/2014/main" id="{4BF6775A-E36C-06E4-227F-00BBB91AD764}"/>
                </a:ext>
              </a:extLst>
            </p:cNvPr>
            <p:cNvCxnSpPr>
              <a:cxnSpLocks noChangeShapeType="1"/>
              <a:endCxn id="48" idx="0"/>
            </p:cNvCxnSpPr>
            <p:nvPr/>
          </p:nvCxnSpPr>
          <p:spPr bwMode="auto">
            <a:xfrm rot="16200000" flipH="1">
              <a:off x="5549328" y="4098539"/>
              <a:ext cx="575357" cy="1507062"/>
            </a:xfrm>
            <a:prstGeom prst="bentConnector3">
              <a:avLst>
                <a:gd name="adj1" fmla="val 50000"/>
              </a:avLst>
            </a:prstGeom>
            <a:noFill/>
            <a:ln w="9525" algn="ctr">
              <a:solidFill>
                <a:srgbClr val="002060"/>
              </a:solidFill>
              <a:round/>
              <a:headEnd/>
              <a:tailEnd type="arrow" w="med" len="med"/>
            </a:ln>
          </p:spPr>
        </p:cxnSp>
        <p:sp>
          <p:nvSpPr>
            <p:cNvPr id="34" name="Round Diagonal Corner Rectangle 93">
              <a:extLst>
                <a:ext uri="{FF2B5EF4-FFF2-40B4-BE49-F238E27FC236}">
                  <a16:creationId xmlns:a16="http://schemas.microsoft.com/office/drawing/2014/main" id="{E8101C8C-6A9B-D08E-A6F4-A3B475BF9852}"/>
                </a:ext>
              </a:extLst>
            </p:cNvPr>
            <p:cNvSpPr/>
            <p:nvPr/>
          </p:nvSpPr>
          <p:spPr bwMode="auto">
            <a:xfrm>
              <a:off x="2141266" y="4051069"/>
              <a:ext cx="1504665" cy="188516"/>
            </a:xfrm>
            <a:prstGeom prst="round2DiagRect">
              <a:avLst/>
            </a:prstGeom>
            <a:solidFill>
              <a:srgbClr val="808080">
                <a:lumMod val="20000"/>
                <a:lumOff val="80000"/>
                <a:alpha val="89999"/>
              </a:srgbClr>
            </a:solidFill>
            <a:ln w="12700">
              <a:noFill/>
              <a:miter lim="800000"/>
              <a:headEnd/>
              <a:tailEnd/>
            </a:ln>
            <a:effectLst/>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Currency/FX Rates</a:t>
              </a:r>
            </a:p>
          </p:txBody>
        </p:sp>
        <p:sp>
          <p:nvSpPr>
            <p:cNvPr id="35" name="Right Arrow 153">
              <a:extLst>
                <a:ext uri="{FF2B5EF4-FFF2-40B4-BE49-F238E27FC236}">
                  <a16:creationId xmlns:a16="http://schemas.microsoft.com/office/drawing/2014/main" id="{12744A40-1305-0D02-AA06-3C99C36681D7}"/>
                </a:ext>
              </a:extLst>
            </p:cNvPr>
            <p:cNvSpPr>
              <a:spLocks noChangeArrowheads="1"/>
            </p:cNvSpPr>
            <p:nvPr/>
          </p:nvSpPr>
          <p:spPr bwMode="auto">
            <a:xfrm>
              <a:off x="3645931" y="4076329"/>
              <a:ext cx="746429" cy="116474"/>
            </a:xfrm>
            <a:prstGeom prst="rightArrow">
              <a:avLst>
                <a:gd name="adj1" fmla="val 50000"/>
                <a:gd name="adj2" fmla="val 50005"/>
              </a:avLst>
            </a:prstGeom>
            <a:solidFill>
              <a:srgbClr val="FFFFFF">
                <a:lumMod val="85000"/>
              </a:srgbClr>
            </a:solidFill>
            <a:ln w="9525" algn="ctr">
              <a:noFill/>
              <a:round/>
              <a:headEnd/>
              <a:tailEnd/>
            </a:ln>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333333"/>
                </a:solidFill>
                <a:effectLst/>
                <a:uLnTx/>
                <a:uFillTx/>
              </a:endParaRPr>
            </a:p>
          </p:txBody>
        </p:sp>
        <p:cxnSp>
          <p:nvCxnSpPr>
            <p:cNvPr id="36" name="Elbow Connector 95">
              <a:extLst>
                <a:ext uri="{FF2B5EF4-FFF2-40B4-BE49-F238E27FC236}">
                  <a16:creationId xmlns:a16="http://schemas.microsoft.com/office/drawing/2014/main" id="{E64CF2B8-02B8-08C1-B37B-AE19FC44FE70}"/>
                </a:ext>
              </a:extLst>
            </p:cNvPr>
            <p:cNvCxnSpPr/>
            <p:nvPr/>
          </p:nvCxnSpPr>
          <p:spPr>
            <a:xfrm rot="16200000" flipH="1" flipV="1">
              <a:off x="5096970" y="-119610"/>
              <a:ext cx="616" cy="4715173"/>
            </a:xfrm>
            <a:prstGeom prst="bentConnector3">
              <a:avLst>
                <a:gd name="adj1" fmla="val -24646119"/>
              </a:avLst>
            </a:prstGeom>
            <a:noFill/>
            <a:ln w="9525" cap="flat" cmpd="sng" algn="ctr">
              <a:solidFill>
                <a:srgbClr val="808080"/>
              </a:solidFill>
              <a:prstDash val="dashDot"/>
              <a:tailEnd type="arrow"/>
            </a:ln>
            <a:effectLst/>
          </p:spPr>
        </p:cxnSp>
        <p:sp>
          <p:nvSpPr>
            <p:cNvPr id="37" name="TextBox 36">
              <a:extLst>
                <a:ext uri="{FF2B5EF4-FFF2-40B4-BE49-F238E27FC236}">
                  <a16:creationId xmlns:a16="http://schemas.microsoft.com/office/drawing/2014/main" id="{0584015F-EAB8-5E03-3100-E0CFAEF9C4C9}"/>
                </a:ext>
              </a:extLst>
            </p:cNvPr>
            <p:cNvSpPr txBox="1"/>
            <p:nvPr/>
          </p:nvSpPr>
          <p:spPr>
            <a:xfrm>
              <a:off x="4397524" y="1933713"/>
              <a:ext cx="1399508" cy="128497"/>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FFE600"/>
                </a:buClr>
                <a:buSzPct val="70000"/>
                <a:buFontTx/>
                <a:buNone/>
                <a:tabLst/>
                <a:defRPr/>
              </a:pPr>
              <a:r>
                <a:rPr kumimoji="0" lang="en-US" sz="700" b="0" i="0" u="none" strike="noStrike" kern="0" cap="none" spc="0" normalizeH="0" baseline="0" noProof="0">
                  <a:ln>
                    <a:noFill/>
                  </a:ln>
                  <a:solidFill>
                    <a:srgbClr val="FFFFFF"/>
                  </a:solidFill>
                  <a:effectLst/>
                  <a:uLnTx/>
                  <a:uFillTx/>
                </a:rPr>
                <a:t>Reject back to Preparer</a:t>
              </a:r>
            </a:p>
          </p:txBody>
        </p:sp>
        <p:cxnSp>
          <p:nvCxnSpPr>
            <p:cNvPr id="38" name="Straight Arrow Connector 37">
              <a:extLst>
                <a:ext uri="{FF2B5EF4-FFF2-40B4-BE49-F238E27FC236}">
                  <a16:creationId xmlns:a16="http://schemas.microsoft.com/office/drawing/2014/main" id="{EE430E86-E960-2B63-82B4-4BAD6A4773D2}"/>
                </a:ext>
              </a:extLst>
            </p:cNvPr>
            <p:cNvCxnSpPr>
              <a:stCxn id="61" idx="3"/>
              <a:endCxn id="59" idx="1"/>
            </p:cNvCxnSpPr>
            <p:nvPr/>
          </p:nvCxnSpPr>
          <p:spPr>
            <a:xfrm>
              <a:off x="3320156" y="2748569"/>
              <a:ext cx="425705" cy="1344"/>
            </a:xfrm>
            <a:prstGeom prst="straightConnector1">
              <a:avLst/>
            </a:prstGeom>
            <a:noFill/>
            <a:ln w="9525" cap="flat" cmpd="sng" algn="ctr">
              <a:solidFill>
                <a:srgbClr val="808080"/>
              </a:solidFill>
              <a:prstDash val="solid"/>
              <a:tailEnd type="arrow"/>
            </a:ln>
            <a:effectLst/>
          </p:spPr>
        </p:cxnSp>
        <p:cxnSp>
          <p:nvCxnSpPr>
            <p:cNvPr id="39" name="Straight Arrow Connector 38">
              <a:extLst>
                <a:ext uri="{FF2B5EF4-FFF2-40B4-BE49-F238E27FC236}">
                  <a16:creationId xmlns:a16="http://schemas.microsoft.com/office/drawing/2014/main" id="{C6F6D2B0-2D36-0995-E106-54B11F95186B}"/>
                </a:ext>
              </a:extLst>
            </p:cNvPr>
            <p:cNvCxnSpPr>
              <a:stCxn id="59" idx="3"/>
              <a:endCxn id="57" idx="1"/>
            </p:cNvCxnSpPr>
            <p:nvPr/>
          </p:nvCxnSpPr>
          <p:spPr>
            <a:xfrm flipV="1">
              <a:off x="4907915" y="2739907"/>
              <a:ext cx="385428" cy="10007"/>
            </a:xfrm>
            <a:prstGeom prst="straightConnector1">
              <a:avLst/>
            </a:prstGeom>
            <a:noFill/>
            <a:ln w="9525" cap="flat" cmpd="sng" algn="ctr">
              <a:solidFill>
                <a:srgbClr val="808080"/>
              </a:solidFill>
              <a:prstDash val="solid"/>
              <a:tailEnd type="arrow"/>
            </a:ln>
            <a:effectLst/>
          </p:spPr>
        </p:cxnSp>
        <p:cxnSp>
          <p:nvCxnSpPr>
            <p:cNvPr id="40" name="Straight Arrow Connector 39">
              <a:extLst>
                <a:ext uri="{FF2B5EF4-FFF2-40B4-BE49-F238E27FC236}">
                  <a16:creationId xmlns:a16="http://schemas.microsoft.com/office/drawing/2014/main" id="{EB5BCA50-F02F-A4C0-74EE-B0E4A440ADF3}"/>
                </a:ext>
              </a:extLst>
            </p:cNvPr>
            <p:cNvCxnSpPr>
              <a:stCxn id="57" idx="3"/>
              <a:endCxn id="55" idx="1"/>
            </p:cNvCxnSpPr>
            <p:nvPr/>
          </p:nvCxnSpPr>
          <p:spPr>
            <a:xfrm>
              <a:off x="6614161" y="2739907"/>
              <a:ext cx="260455" cy="8423"/>
            </a:xfrm>
            <a:prstGeom prst="straightConnector1">
              <a:avLst/>
            </a:prstGeom>
            <a:noFill/>
            <a:ln w="9525" cap="flat" cmpd="sng" algn="ctr">
              <a:solidFill>
                <a:srgbClr val="808080"/>
              </a:solidFill>
              <a:prstDash val="solid"/>
              <a:tailEnd type="arrow"/>
            </a:ln>
            <a:effectLst/>
          </p:spPr>
        </p:cxnSp>
        <p:sp>
          <p:nvSpPr>
            <p:cNvPr id="41" name="Round Diagonal Corner Rectangle 100">
              <a:extLst>
                <a:ext uri="{FF2B5EF4-FFF2-40B4-BE49-F238E27FC236}">
                  <a16:creationId xmlns:a16="http://schemas.microsoft.com/office/drawing/2014/main" id="{1505C6B4-8269-25CC-9763-C3CBCA067EC5}"/>
                </a:ext>
              </a:extLst>
            </p:cNvPr>
            <p:cNvSpPr/>
            <p:nvPr/>
          </p:nvSpPr>
          <p:spPr bwMode="auto">
            <a:xfrm>
              <a:off x="2141266" y="3730143"/>
              <a:ext cx="1504665" cy="188516"/>
            </a:xfrm>
            <a:prstGeom prst="round2DiagRect">
              <a:avLst/>
            </a:prstGeom>
            <a:solidFill>
              <a:srgbClr val="808080">
                <a:lumMod val="20000"/>
                <a:lumOff val="80000"/>
                <a:alpha val="89999"/>
              </a:srgbClr>
            </a:solidFill>
            <a:ln w="12700">
              <a:noFill/>
              <a:miter lim="800000"/>
              <a:headEnd/>
              <a:tailEnd/>
            </a:ln>
            <a:effectLst/>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rPr>
                <a:t>FDMEE Balances </a:t>
              </a:r>
            </a:p>
          </p:txBody>
        </p:sp>
        <p:sp>
          <p:nvSpPr>
            <p:cNvPr id="42" name="Rectangle 41">
              <a:extLst>
                <a:ext uri="{FF2B5EF4-FFF2-40B4-BE49-F238E27FC236}">
                  <a16:creationId xmlns:a16="http://schemas.microsoft.com/office/drawing/2014/main" id="{366BDB44-13EC-D85D-2095-F069085A59F1}"/>
                </a:ext>
              </a:extLst>
            </p:cNvPr>
            <p:cNvSpPr/>
            <p:nvPr/>
          </p:nvSpPr>
          <p:spPr>
            <a:xfrm>
              <a:off x="8089999" y="4975565"/>
              <a:ext cx="1805891" cy="1207582"/>
            </a:xfrm>
            <a:prstGeom prst="rect">
              <a:avLst/>
            </a:prstGeom>
            <a:solidFill>
              <a:srgbClr val="333333"/>
            </a:solidFill>
            <a:ln w="12700" cap="flat" cmpd="sng" algn="ctr">
              <a:solidFill>
                <a:srgbClr val="FFFFFF">
                  <a:lumMod val="50000"/>
                </a:srgbClr>
              </a:solidFill>
              <a:prstDash val="solid"/>
              <a:round/>
              <a:headEnd type="none" w="med" len="med"/>
              <a:tailEnd type="none" w="med" len="med"/>
            </a:ln>
            <a:effectLst/>
          </p:spPr>
          <p:txBody>
            <a:bodyPr wrap="square" anchor="ctr"/>
            <a:lstStyle/>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LE owners can provide comments and track status </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Real time status tracking  &amp;  dashboards</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Consistent dashboard &amp; reporting formats</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Auditor access can be driven at recon level</a:t>
              </a:r>
            </a:p>
          </p:txBody>
        </p:sp>
        <p:sp>
          <p:nvSpPr>
            <p:cNvPr id="43" name="Rectangle 42">
              <a:extLst>
                <a:ext uri="{FF2B5EF4-FFF2-40B4-BE49-F238E27FC236}">
                  <a16:creationId xmlns:a16="http://schemas.microsoft.com/office/drawing/2014/main" id="{9388B03D-2B1B-0DEF-B21D-AFC2AF97D65E}"/>
                </a:ext>
              </a:extLst>
            </p:cNvPr>
            <p:cNvSpPr/>
            <p:nvPr/>
          </p:nvSpPr>
          <p:spPr>
            <a:xfrm>
              <a:off x="8093596" y="1898696"/>
              <a:ext cx="1799239" cy="1566999"/>
            </a:xfrm>
            <a:prstGeom prst="rect">
              <a:avLst/>
            </a:prstGeom>
            <a:solidFill>
              <a:srgbClr val="333333"/>
            </a:solidFill>
            <a:ln w="12700" cap="flat" cmpd="sng" algn="ctr">
              <a:solidFill>
                <a:srgbClr val="FFFFFF">
                  <a:lumMod val="50000"/>
                </a:srgbClr>
              </a:solidFill>
              <a:prstDash val="solid"/>
              <a:round/>
              <a:headEnd type="none" w="med" len="med"/>
              <a:tailEnd type="none" w="med" len="med"/>
            </a:ln>
            <a:effectLst/>
          </p:spPr>
          <p:txBody>
            <a:bodyPr wrap="square" anchor="t"/>
            <a:lstStyle/>
            <a:p>
              <a:pPr marL="171450" marR="0" lvl="0"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Segregation of Duties</a:t>
              </a:r>
            </a:p>
            <a:p>
              <a:pPr marL="171450" marR="0" lvl="0"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Alert notification for:</a:t>
              </a:r>
            </a:p>
            <a:p>
              <a:pPr marL="400050" marR="0" lvl="2" indent="-22860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ü"/>
                <a:tabLst/>
                <a:defRPr/>
              </a:pPr>
              <a:r>
                <a:rPr kumimoji="0" lang="en-US" sz="800" b="0" i="0" u="none" strike="noStrike" kern="0" cap="none" spc="0" normalizeH="0" baseline="0" noProof="0">
                  <a:ln>
                    <a:noFill/>
                  </a:ln>
                  <a:solidFill>
                    <a:srgbClr val="FFFFFF"/>
                  </a:solidFill>
                  <a:effectLst/>
                  <a:uLnTx/>
                  <a:uFillTx/>
                </a:rPr>
                <a:t>Upcoming due date </a:t>
              </a:r>
            </a:p>
            <a:p>
              <a:pPr marL="400050" marR="0" lvl="2" indent="-22860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ü"/>
                <a:tabLst/>
                <a:defRPr/>
              </a:pPr>
              <a:r>
                <a:rPr kumimoji="0" lang="en-US" sz="800" b="0" i="0" u="none" strike="noStrike" kern="0" cap="none" spc="0" normalizeH="0" baseline="0" noProof="0">
                  <a:ln>
                    <a:noFill/>
                  </a:ln>
                  <a:solidFill>
                    <a:srgbClr val="FFFFFF"/>
                  </a:solidFill>
                  <a:effectLst/>
                  <a:uLnTx/>
                  <a:uFillTx/>
                </a:rPr>
                <a:t>Balance changes</a:t>
              </a:r>
            </a:p>
            <a:p>
              <a:pPr marL="400050" marR="0" lvl="2" indent="-22860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ü"/>
                <a:tabLst/>
                <a:defRPr/>
              </a:pPr>
              <a:r>
                <a:rPr kumimoji="0" lang="en-US" sz="800" b="0" i="0" u="none" strike="noStrike" kern="0" cap="none" spc="0" normalizeH="0" baseline="0" noProof="0">
                  <a:ln>
                    <a:noFill/>
                  </a:ln>
                  <a:solidFill>
                    <a:srgbClr val="FFFFFF"/>
                  </a:solidFill>
                  <a:effectLst/>
                  <a:uLnTx/>
                  <a:uFillTx/>
                </a:rPr>
                <a:t>De-certifications</a:t>
              </a:r>
            </a:p>
            <a:p>
              <a:pPr marL="400050" marR="0" lvl="2" indent="-22860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ü"/>
                <a:tabLst/>
                <a:defRPr/>
              </a:pPr>
              <a:r>
                <a:rPr kumimoji="0" lang="en-US" sz="800" b="0" i="0" u="none" strike="noStrike" kern="0" cap="none" spc="0" normalizeH="0" baseline="0" noProof="0">
                  <a:ln>
                    <a:noFill/>
                  </a:ln>
                  <a:solidFill>
                    <a:srgbClr val="FFFFFF"/>
                  </a:solidFill>
                  <a:effectLst/>
                  <a:uLnTx/>
                  <a:uFillTx/>
                </a:rPr>
                <a:t>Action required</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Certification &amp; approval audit trail</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Access managed by role &amp; assignment</a:t>
              </a:r>
            </a:p>
          </p:txBody>
        </p:sp>
        <p:sp>
          <p:nvSpPr>
            <p:cNvPr id="44" name="Rectangle 43">
              <a:extLst>
                <a:ext uri="{FF2B5EF4-FFF2-40B4-BE49-F238E27FC236}">
                  <a16:creationId xmlns:a16="http://schemas.microsoft.com/office/drawing/2014/main" id="{2B27BC4D-DE2A-17F6-D382-D44481D0D21D}"/>
                </a:ext>
              </a:extLst>
            </p:cNvPr>
            <p:cNvSpPr/>
            <p:nvPr/>
          </p:nvSpPr>
          <p:spPr>
            <a:xfrm>
              <a:off x="8089999" y="3469661"/>
              <a:ext cx="1805891" cy="1505905"/>
            </a:xfrm>
            <a:prstGeom prst="rect">
              <a:avLst/>
            </a:prstGeom>
            <a:solidFill>
              <a:srgbClr val="333333"/>
            </a:solidFill>
            <a:ln w="12700" cap="flat" cmpd="sng" algn="ctr">
              <a:solidFill>
                <a:srgbClr val="FFFFFF">
                  <a:lumMod val="50000"/>
                </a:srgbClr>
              </a:solidFill>
              <a:prstDash val="solid"/>
              <a:round/>
              <a:headEnd type="none" w="med" len="med"/>
              <a:tailEnd type="none" w="med" len="med"/>
            </a:ln>
            <a:effectLst/>
          </p:spPr>
          <p:txBody>
            <a:bodyPr wrap="square" anchor="ctr"/>
            <a:lstStyle/>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Complete GL balance population</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New &amp; unassigned reconciliations identified</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Daily load  enables up to date data</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Admin user access &amp; profile maintenance</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Audit trail</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Standard templates</a:t>
              </a:r>
            </a:p>
            <a:p>
              <a:pPr marL="171450" marR="0" lvl="1" indent="-171450" defTabSz="914400" eaLnBrk="1" fontAlgn="auto" latinLnBrk="0" hangingPunct="1">
                <a:lnSpc>
                  <a:spcPct val="100000"/>
                </a:lnSpc>
                <a:spcBef>
                  <a:spcPts val="0"/>
                </a:spcBef>
                <a:spcAft>
                  <a:spcPts val="0"/>
                </a:spcAft>
                <a:buClr>
                  <a:srgbClr val="FFE600"/>
                </a:buClr>
                <a:buSzPct val="70000"/>
                <a:buFont typeface="Wingdings" panose="05000000000000000000" pitchFamily="2" charset="2"/>
                <a:buChar char="Ø"/>
                <a:tabLst/>
                <a:defRPr/>
              </a:pPr>
              <a:r>
                <a:rPr kumimoji="0" lang="en-US" sz="800" b="0" i="0" u="none" strike="noStrike" kern="0" cap="none" spc="0" normalizeH="0" baseline="0" noProof="0">
                  <a:ln>
                    <a:noFill/>
                  </a:ln>
                  <a:solidFill>
                    <a:srgbClr val="FFFFFF"/>
                  </a:solidFill>
                  <a:effectLst/>
                  <a:uLnTx/>
                  <a:uFillTx/>
                </a:rPr>
                <a:t>Automated data feeds</a:t>
              </a:r>
            </a:p>
          </p:txBody>
        </p:sp>
        <p:sp>
          <p:nvSpPr>
            <p:cNvPr id="45" name="AutoShape 6">
              <a:extLst>
                <a:ext uri="{FF2B5EF4-FFF2-40B4-BE49-F238E27FC236}">
                  <a16:creationId xmlns:a16="http://schemas.microsoft.com/office/drawing/2014/main" id="{A2EC728F-8657-545B-CEA7-DD3929952191}"/>
                </a:ext>
              </a:extLst>
            </p:cNvPr>
            <p:cNvSpPr>
              <a:spLocks noChangeArrowheads="1"/>
            </p:cNvSpPr>
            <p:nvPr/>
          </p:nvSpPr>
          <p:spPr bwMode="auto">
            <a:xfrm>
              <a:off x="4554358" y="3680460"/>
              <a:ext cx="1077378" cy="941319"/>
            </a:xfrm>
            <a:prstGeom prst="flowChartMagneticDisk">
              <a:avLst/>
            </a:prstGeom>
            <a:solidFill>
              <a:srgbClr val="FFFFFF">
                <a:lumMod val="85000"/>
              </a:srgbClr>
            </a:solidFill>
            <a:ln w="38100">
              <a:solidFill>
                <a:srgbClr val="333333"/>
              </a:solidFill>
              <a:round/>
              <a:headEnd/>
              <a:tailEnd/>
            </a:ln>
          </p:spPr>
          <p:txBody>
            <a:bodyPr lIns="45720" rIns="4572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333333"/>
                  </a:solidFill>
                  <a:effectLst/>
                  <a:uLnTx/>
                  <a:uFillTx/>
                </a:rPr>
                <a:t>ARCS</a:t>
              </a:r>
            </a:p>
          </p:txBody>
        </p:sp>
        <p:cxnSp>
          <p:nvCxnSpPr>
            <p:cNvPr id="46" name="Shape 123">
              <a:extLst>
                <a:ext uri="{FF2B5EF4-FFF2-40B4-BE49-F238E27FC236}">
                  <a16:creationId xmlns:a16="http://schemas.microsoft.com/office/drawing/2014/main" id="{E22CE992-D9E2-4252-BA86-8B4FBA7F56C2}"/>
                </a:ext>
              </a:extLst>
            </p:cNvPr>
            <p:cNvCxnSpPr>
              <a:cxnSpLocks noChangeShapeType="1"/>
              <a:stCxn id="55" idx="2"/>
              <a:endCxn id="45" idx="1"/>
            </p:cNvCxnSpPr>
            <p:nvPr/>
          </p:nvCxnSpPr>
          <p:spPr bwMode="auto">
            <a:xfrm rot="5400000">
              <a:off x="5968554" y="2193936"/>
              <a:ext cx="611018" cy="2362031"/>
            </a:xfrm>
            <a:prstGeom prst="bentConnector3">
              <a:avLst>
                <a:gd name="adj1" fmla="val 50000"/>
              </a:avLst>
            </a:prstGeom>
            <a:noFill/>
            <a:ln w="9525" algn="ctr">
              <a:solidFill>
                <a:srgbClr val="FFFFFF">
                  <a:lumMod val="60000"/>
                  <a:lumOff val="40000"/>
                </a:srgbClr>
              </a:solidFill>
              <a:prstDash val="sysDash"/>
              <a:round/>
              <a:headEnd type="oval" w="med" len="med"/>
              <a:tailEnd type="oval" w="med" len="med"/>
            </a:ln>
          </p:spPr>
        </p:cxnSp>
      </p:grpSp>
    </p:spTree>
    <p:extLst>
      <p:ext uri="{BB962C8B-B14F-4D97-AF65-F5344CB8AC3E}">
        <p14:creationId xmlns:p14="http://schemas.microsoft.com/office/powerpoint/2010/main" val="3024503870"/>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93EDE1-7ED0-96DE-39B4-515012BAB4C0}"/>
              </a:ext>
            </a:extLst>
          </p:cNvPr>
          <p:cNvSpPr>
            <a:spLocks noGrp="1"/>
          </p:cNvSpPr>
          <p:nvPr>
            <p:ph type="title"/>
          </p:nvPr>
        </p:nvSpPr>
        <p:spPr/>
        <p:txBody>
          <a:bodyPr/>
          <a:lstStyle/>
          <a:p>
            <a:r>
              <a:rPr lang="en-IN"/>
              <a:t>FCPM leading vendors comparison</a:t>
            </a:r>
          </a:p>
        </p:txBody>
      </p:sp>
      <p:sp>
        <p:nvSpPr>
          <p:cNvPr id="5" name="Slide Number Placeholder 4">
            <a:extLst>
              <a:ext uri="{FF2B5EF4-FFF2-40B4-BE49-F238E27FC236}">
                <a16:creationId xmlns:a16="http://schemas.microsoft.com/office/drawing/2014/main" id="{191D7C33-81F2-B9FF-E5CE-FD664E600A1A}"/>
              </a:ext>
            </a:extLst>
          </p:cNvPr>
          <p:cNvSpPr>
            <a:spLocks noGrp="1"/>
          </p:cNvSpPr>
          <p:nvPr>
            <p:ph type="sldNum" sz="quarter" idx="12"/>
          </p:nvPr>
        </p:nvSpPr>
        <p:spPr/>
        <p:txBody>
          <a:bodyPr/>
          <a:lstStyle/>
          <a:p>
            <a:fld id="{94FCA0F3-9F3A-694B-99BB-0E592A797735}" type="slidenum">
              <a:rPr lang="en-US" smtClean="0"/>
              <a:t>116</a:t>
            </a:fld>
            <a:endParaRPr lang="en-US"/>
          </a:p>
        </p:txBody>
      </p:sp>
      <p:sp>
        <p:nvSpPr>
          <p:cNvPr id="6" name="Date Placeholder 5">
            <a:extLst>
              <a:ext uri="{FF2B5EF4-FFF2-40B4-BE49-F238E27FC236}">
                <a16:creationId xmlns:a16="http://schemas.microsoft.com/office/drawing/2014/main" id="{E02C854D-EF78-EA95-FA8E-A8307DB4C9E5}"/>
              </a:ext>
            </a:extLst>
          </p:cNvPr>
          <p:cNvSpPr>
            <a:spLocks noGrp="1"/>
          </p:cNvSpPr>
          <p:nvPr>
            <p:ph type="dt" sz="half" idx="10"/>
          </p:nvPr>
        </p:nvSpPr>
        <p:spPr/>
        <p:txBody>
          <a:bodyPr/>
          <a:lstStyle/>
          <a:p>
            <a:fld id="{2D3922B7-11EF-4820-9955-A4686B041E45}" type="datetime1">
              <a:rPr lang="en-US" smtClean="0"/>
              <a:t>9/19/2025</a:t>
            </a:fld>
            <a:endParaRPr lang="en-US"/>
          </a:p>
        </p:txBody>
      </p:sp>
      <p:sp>
        <p:nvSpPr>
          <p:cNvPr id="8" name="SmartArt Placeholder 7">
            <a:extLst>
              <a:ext uri="{FF2B5EF4-FFF2-40B4-BE49-F238E27FC236}">
                <a16:creationId xmlns:a16="http://schemas.microsoft.com/office/drawing/2014/main" id="{4D32D3C2-982D-F127-72F2-11B2F5EDF570}"/>
              </a:ext>
            </a:extLst>
          </p:cNvPr>
          <p:cNvSpPr>
            <a:spLocks noGrp="1"/>
          </p:cNvSpPr>
          <p:nvPr>
            <p:ph type="dgm" sz="quarter" idx="17"/>
          </p:nvPr>
        </p:nvSpPr>
        <p:spPr/>
        <p:txBody>
          <a:bodyPr/>
          <a:lstStyle/>
          <a:p>
            <a:endParaRPr lang="en-IN"/>
          </a:p>
        </p:txBody>
      </p:sp>
      <p:graphicFrame>
        <p:nvGraphicFramePr>
          <p:cNvPr id="9" name="Table 8">
            <a:extLst>
              <a:ext uri="{FF2B5EF4-FFF2-40B4-BE49-F238E27FC236}">
                <a16:creationId xmlns:a16="http://schemas.microsoft.com/office/drawing/2014/main" id="{166E83D2-08AA-57DA-AD60-CEB4E758F761}"/>
              </a:ext>
            </a:extLst>
          </p:cNvPr>
          <p:cNvGraphicFramePr>
            <a:graphicFrameLocks noGrp="1"/>
          </p:cNvGraphicFramePr>
          <p:nvPr>
            <p:extLst>
              <p:ext uri="{D42A27DB-BD31-4B8C-83A1-F6EECF244321}">
                <p14:modId xmlns:p14="http://schemas.microsoft.com/office/powerpoint/2010/main" val="1512893719"/>
              </p:ext>
            </p:extLst>
          </p:nvPr>
        </p:nvGraphicFramePr>
        <p:xfrm>
          <a:off x="892890" y="1336290"/>
          <a:ext cx="10406224" cy="4786332"/>
        </p:xfrm>
        <a:graphic>
          <a:graphicData uri="http://schemas.openxmlformats.org/drawingml/2006/table">
            <a:tbl>
              <a:tblPr firstRow="1"/>
              <a:tblGrid>
                <a:gridCol w="1027759">
                  <a:extLst>
                    <a:ext uri="{9D8B030D-6E8A-4147-A177-3AD203B41FA5}">
                      <a16:colId xmlns:a16="http://schemas.microsoft.com/office/drawing/2014/main" val="20000"/>
                    </a:ext>
                  </a:extLst>
                </a:gridCol>
                <a:gridCol w="1006729">
                  <a:extLst>
                    <a:ext uri="{9D8B030D-6E8A-4147-A177-3AD203B41FA5}">
                      <a16:colId xmlns:a16="http://schemas.microsoft.com/office/drawing/2014/main" val="20001"/>
                    </a:ext>
                  </a:extLst>
                </a:gridCol>
                <a:gridCol w="1070310">
                  <a:extLst>
                    <a:ext uri="{9D8B030D-6E8A-4147-A177-3AD203B41FA5}">
                      <a16:colId xmlns:a16="http://schemas.microsoft.com/office/drawing/2014/main" val="20002"/>
                    </a:ext>
                  </a:extLst>
                </a:gridCol>
                <a:gridCol w="1220943">
                  <a:extLst>
                    <a:ext uri="{9D8B030D-6E8A-4147-A177-3AD203B41FA5}">
                      <a16:colId xmlns:a16="http://schemas.microsoft.com/office/drawing/2014/main" val="20003"/>
                    </a:ext>
                  </a:extLst>
                </a:gridCol>
                <a:gridCol w="1407147">
                  <a:extLst>
                    <a:ext uri="{9D8B030D-6E8A-4147-A177-3AD203B41FA5}">
                      <a16:colId xmlns:a16="http://schemas.microsoft.com/office/drawing/2014/main" val="20004"/>
                    </a:ext>
                  </a:extLst>
                </a:gridCol>
                <a:gridCol w="1292850">
                  <a:extLst>
                    <a:ext uri="{9D8B030D-6E8A-4147-A177-3AD203B41FA5}">
                      <a16:colId xmlns:a16="http://schemas.microsoft.com/office/drawing/2014/main" val="20005"/>
                    </a:ext>
                  </a:extLst>
                </a:gridCol>
                <a:gridCol w="1051032">
                  <a:extLst>
                    <a:ext uri="{9D8B030D-6E8A-4147-A177-3AD203B41FA5}">
                      <a16:colId xmlns:a16="http://schemas.microsoft.com/office/drawing/2014/main" val="20006"/>
                    </a:ext>
                  </a:extLst>
                </a:gridCol>
                <a:gridCol w="951826">
                  <a:extLst>
                    <a:ext uri="{9D8B030D-6E8A-4147-A177-3AD203B41FA5}">
                      <a16:colId xmlns:a16="http://schemas.microsoft.com/office/drawing/2014/main" val="20007"/>
                    </a:ext>
                  </a:extLst>
                </a:gridCol>
                <a:gridCol w="1377628">
                  <a:extLst>
                    <a:ext uri="{9D8B030D-6E8A-4147-A177-3AD203B41FA5}">
                      <a16:colId xmlns:a16="http://schemas.microsoft.com/office/drawing/2014/main" val="20008"/>
                    </a:ext>
                  </a:extLst>
                </a:gridCol>
              </a:tblGrid>
              <a:tr h="376148">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algn="ctr"/>
                      <a:r>
                        <a:rPr lang="en-US" sz="900" b="1">
                          <a:solidFill>
                            <a:schemeClr val="bg2"/>
                          </a:solidFill>
                        </a:rPr>
                        <a:t>Module / Functionality</a:t>
                      </a:r>
                    </a:p>
                  </a:txBody>
                  <a:tcPr marL="9144" marR="9144"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900" b="1" kern="1200">
                          <a:solidFill>
                            <a:schemeClr val="bg2"/>
                          </a:solidFill>
                        </a:rPr>
                        <a:t>Account Rec’s</a:t>
                      </a:r>
                      <a:endParaRPr lang="en-US" sz="900" b="1" kern="1200">
                        <a:solidFill>
                          <a:schemeClr val="bg2"/>
                        </a:solidFill>
                        <a:latin typeface="+mn-lt"/>
                        <a:ea typeface="+mn-ea"/>
                        <a:cs typeface="+mn-cs"/>
                      </a:endParaRPr>
                    </a:p>
                  </a:txBody>
                  <a:tcPr marL="45720" marR="45720"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900" b="1" kern="1200">
                          <a:solidFill>
                            <a:schemeClr val="bg2"/>
                          </a:solidFill>
                        </a:rPr>
                        <a:t>Close</a:t>
                      </a:r>
                      <a:r>
                        <a:rPr lang="en-US" sz="900" b="1" kern="1200" baseline="0">
                          <a:solidFill>
                            <a:schemeClr val="bg2"/>
                          </a:solidFill>
                        </a:rPr>
                        <a:t> Management</a:t>
                      </a:r>
                      <a:endParaRPr lang="en-US" sz="900" b="1" kern="1200">
                        <a:solidFill>
                          <a:schemeClr val="bg2"/>
                        </a:solidFill>
                        <a:latin typeface="+mn-lt"/>
                        <a:ea typeface="+mn-ea"/>
                        <a:cs typeface="+mn-cs"/>
                      </a:endParaRPr>
                    </a:p>
                  </a:txBody>
                  <a:tcPr marL="45720" marR="45720"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900" b="1" kern="1200">
                          <a:solidFill>
                            <a:schemeClr val="bg2"/>
                          </a:solidFill>
                        </a:rPr>
                        <a:t>Transaction Matching</a:t>
                      </a:r>
                      <a:endParaRPr lang="en-US" sz="900" b="1" kern="1200">
                        <a:solidFill>
                          <a:schemeClr val="bg2"/>
                        </a:solidFill>
                        <a:latin typeface="+mn-lt"/>
                        <a:ea typeface="+mn-ea"/>
                        <a:cs typeface="+mn-cs"/>
                      </a:endParaRPr>
                    </a:p>
                  </a:txBody>
                  <a:tcPr marL="45720" marR="45720"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900" b="1" kern="1200">
                          <a:solidFill>
                            <a:schemeClr val="bg2"/>
                          </a:solidFill>
                        </a:rPr>
                        <a:t>Journals</a:t>
                      </a:r>
                      <a:endParaRPr lang="en-US" sz="900" b="1" kern="1200">
                        <a:solidFill>
                          <a:schemeClr val="bg2"/>
                        </a:solidFill>
                        <a:latin typeface="+mn-lt"/>
                        <a:ea typeface="+mn-ea"/>
                        <a:cs typeface="+mn-cs"/>
                      </a:endParaRPr>
                    </a:p>
                  </a:txBody>
                  <a:tcPr marL="45720" marR="45720"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900" b="1" kern="1200">
                          <a:solidFill>
                            <a:schemeClr val="bg2"/>
                          </a:solidFill>
                        </a:rPr>
                        <a:t>Variance</a:t>
                      </a:r>
                      <a:endParaRPr lang="en-US" sz="900" b="1" kern="1200">
                        <a:solidFill>
                          <a:schemeClr val="bg2"/>
                        </a:solidFill>
                        <a:latin typeface="+mn-lt"/>
                        <a:ea typeface="+mn-ea"/>
                        <a:cs typeface="+mn-cs"/>
                      </a:endParaRPr>
                    </a:p>
                  </a:txBody>
                  <a:tcPr marL="45720" marR="45720"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900" b="1" kern="1200">
                          <a:solidFill>
                            <a:schemeClr val="bg2"/>
                          </a:solidFill>
                          <a:latin typeface="+mn-lt"/>
                          <a:ea typeface="+mn-ea"/>
                          <a:cs typeface="+mn-cs"/>
                        </a:rPr>
                        <a:t>Consolidated</a:t>
                      </a:r>
                      <a:r>
                        <a:rPr lang="en-US" sz="900" b="1" kern="1200" baseline="0">
                          <a:solidFill>
                            <a:schemeClr val="bg2"/>
                          </a:solidFill>
                          <a:latin typeface="+mn-lt"/>
                          <a:ea typeface="+mn-ea"/>
                          <a:cs typeface="+mn-cs"/>
                        </a:rPr>
                        <a:t> Balance Rec’s</a:t>
                      </a:r>
                      <a:endParaRPr lang="en-US" sz="900" b="1" kern="1200">
                        <a:solidFill>
                          <a:schemeClr val="bg2"/>
                        </a:solidFill>
                        <a:latin typeface="+mn-lt"/>
                        <a:ea typeface="+mn-ea"/>
                        <a:cs typeface="+mn-cs"/>
                      </a:endParaRPr>
                    </a:p>
                  </a:txBody>
                  <a:tcPr marL="45720" marR="45720"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900" b="1" kern="1200">
                          <a:solidFill>
                            <a:schemeClr val="bg2"/>
                          </a:solidFill>
                        </a:rPr>
                        <a:t>Compliance</a:t>
                      </a:r>
                      <a:endParaRPr lang="en-US" sz="900" b="1" kern="1200">
                        <a:solidFill>
                          <a:schemeClr val="bg2"/>
                        </a:solidFill>
                        <a:latin typeface="+mn-lt"/>
                        <a:ea typeface="+mn-ea"/>
                        <a:cs typeface="+mn-cs"/>
                      </a:endParaRPr>
                    </a:p>
                  </a:txBody>
                  <a:tcPr marL="45720" marR="45720"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900" b="1" kern="1200">
                          <a:solidFill>
                            <a:schemeClr val="bg2"/>
                          </a:solidFill>
                        </a:rPr>
                        <a:t>Other</a:t>
                      </a:r>
                      <a:endParaRPr lang="en-US" sz="900" b="1" kern="1200">
                        <a:solidFill>
                          <a:schemeClr val="bg2"/>
                        </a:solidFill>
                        <a:latin typeface="+mn-lt"/>
                        <a:ea typeface="+mn-ea"/>
                        <a:cs typeface="+mn-cs"/>
                      </a:endParaRPr>
                    </a:p>
                  </a:txBody>
                  <a:tcPr marL="45720" marR="45720"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10000"/>
                  </a:ext>
                </a:extLst>
              </a:tr>
              <a:tr h="705169">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algn="ctr"/>
                      <a:r>
                        <a:rPr lang="en-US" sz="1100" dirty="0">
                          <a:solidFill>
                            <a:schemeClr val="bg1"/>
                          </a:solidFill>
                        </a:rPr>
                        <a:t>BlackLine*</a:t>
                      </a:r>
                      <a:endParaRPr lang="en-US" sz="1100" b="1" dirty="0">
                        <a:solidFill>
                          <a:schemeClr val="bg1"/>
                        </a:solidFill>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endParaRPr lang="en-US" sz="2800" kern="1200">
                        <a:solidFill>
                          <a:schemeClr val="bg1"/>
                        </a:solidFill>
                        <a:effectLst/>
                        <a:sym typeface="Wingdings" panose="05000000000000000000" pitchFamily="2" charset="2"/>
                      </a:endParaRPr>
                    </a:p>
                    <a:p>
                      <a:pPr marL="0" algn="ctr" defTabSz="685800" rtl="0" eaLnBrk="1" latinLnBrk="0" hangingPunct="1"/>
                      <a:r>
                        <a:rPr lang="en-US" sz="900" kern="1200">
                          <a:solidFill>
                            <a:schemeClr val="bg1"/>
                          </a:solidFill>
                          <a:effectLst/>
                          <a:sym typeface="Wingdings" panose="05000000000000000000" pitchFamily="2" charset="2"/>
                        </a:rPr>
                        <a:t>Accounts</a:t>
                      </a:r>
                      <a:endParaRPr lang="en-US" sz="11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endParaRPr lang="en-US" sz="2800" kern="1200">
                        <a:solidFill>
                          <a:schemeClr val="bg1"/>
                        </a:solidFill>
                        <a:effectLst/>
                        <a:sym typeface="Wingdings" panose="05000000000000000000" pitchFamily="2" charset="2"/>
                      </a:endParaRPr>
                    </a:p>
                    <a:p>
                      <a:pPr marL="0" algn="ctr" defTabSz="685800" rtl="0" eaLnBrk="1" latinLnBrk="0" hangingPunct="1"/>
                      <a:r>
                        <a:rPr lang="en-US" sz="900" kern="1200">
                          <a:solidFill>
                            <a:schemeClr val="bg1"/>
                          </a:solidFill>
                          <a:effectLst/>
                          <a:sym typeface="Wingdings" panose="05000000000000000000" pitchFamily="2" charset="2"/>
                        </a:rPr>
                        <a:t>Tasks</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Transaction Matching</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Journals</a:t>
                      </a:r>
                    </a:p>
                    <a:p>
                      <a:pPr marL="0" algn="ctr" defTabSz="685800" rtl="0" eaLnBrk="1" latinLnBrk="0" hangingPunct="1"/>
                      <a:r>
                        <a:rPr lang="en-US" sz="900" kern="1200">
                          <a:solidFill>
                            <a:schemeClr val="bg1"/>
                          </a:solidFill>
                          <a:effectLst/>
                          <a:latin typeface="+mn-lt"/>
                          <a:ea typeface="+mn-ea"/>
                          <a:cs typeface="+mn-cs"/>
                          <a:sym typeface="Wingdings" panose="05000000000000000000" pitchFamily="2" charset="2"/>
                        </a:rPr>
                        <a:t>(Manual, Recurring, Automated)</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Variance</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CIM</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 -</a:t>
                      </a:r>
                    </a:p>
                    <a:p>
                      <a:pPr marL="0" algn="ctr" defTabSz="685800" rtl="0" eaLnBrk="1" latinLnBrk="0" hangingPunct="1"/>
                      <a:r>
                        <a:rPr lang="en-US" sz="900" kern="1200">
                          <a:solidFill>
                            <a:schemeClr val="bg1"/>
                          </a:solidFill>
                          <a:effectLst/>
                          <a:sym typeface="Wingdings" panose="05000000000000000000" pitchFamily="2" charset="2"/>
                        </a:rPr>
                        <a:t>Tasks</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dirty="0">
                          <a:ln>
                            <a:noFill/>
                          </a:ln>
                          <a:solidFill>
                            <a:schemeClr val="bg1"/>
                          </a:solidFill>
                          <a:effectLst/>
                          <a:latin typeface="Arial" charset="0"/>
                          <a:ea typeface="+mn-ea"/>
                          <a:cs typeface="+mn-cs"/>
                        </a:rPr>
                        <a:t>Intercompany Hub</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dirty="0">
                          <a:ln>
                            <a:noFill/>
                          </a:ln>
                          <a:solidFill>
                            <a:schemeClr val="bg1"/>
                          </a:solidFill>
                          <a:effectLst/>
                          <a:latin typeface="Arial" charset="0"/>
                          <a:ea typeface="+mn-ea"/>
                          <a:cs typeface="+mn-cs"/>
                        </a:rPr>
                        <a:t>COSO</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dirty="0">
                          <a:ln>
                            <a:noFill/>
                          </a:ln>
                          <a:solidFill>
                            <a:schemeClr val="bg1"/>
                          </a:solidFill>
                          <a:effectLst/>
                          <a:latin typeface="Arial" charset="0"/>
                          <a:ea typeface="+mn-ea"/>
                          <a:cs typeface="+mn-cs"/>
                        </a:rPr>
                        <a:t>Enhanced Reporting</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dirty="0">
                          <a:ln>
                            <a:noFill/>
                          </a:ln>
                          <a:solidFill>
                            <a:schemeClr val="bg1"/>
                          </a:solidFill>
                          <a:effectLst/>
                          <a:latin typeface="Arial" charset="0"/>
                          <a:ea typeface="+mn-ea"/>
                          <a:cs typeface="+mn-cs"/>
                        </a:rPr>
                        <a:t>BlackLine U</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dirty="0">
                          <a:ln>
                            <a:noFill/>
                          </a:ln>
                          <a:solidFill>
                            <a:schemeClr val="bg1"/>
                          </a:solidFill>
                          <a:effectLst/>
                          <a:latin typeface="Arial" charset="0"/>
                          <a:ea typeface="+mn-ea"/>
                          <a:cs typeface="+mn-cs"/>
                        </a:rPr>
                        <a:t>Insights</a:t>
                      </a:r>
                    </a:p>
                  </a:txBody>
                  <a:tcPr marL="9144" marR="9144">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798304">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algn="ctr"/>
                      <a:r>
                        <a:rPr lang="en-US" sz="1100">
                          <a:solidFill>
                            <a:schemeClr val="bg1"/>
                          </a:solidFill>
                        </a:rPr>
                        <a:t>Oracle*</a:t>
                      </a:r>
                      <a:endParaRPr lang="en-US" sz="1100" b="1">
                        <a:solidFill>
                          <a:schemeClr val="bg1"/>
                        </a:solidFill>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marR="0" indent="0" algn="ctr" defTabSz="685800" rtl="0" eaLnBrk="1" fontAlgn="auto" latinLnBrk="0" hangingPunct="1">
                        <a:lnSpc>
                          <a:spcPct val="100000"/>
                        </a:lnSpc>
                        <a:spcBef>
                          <a:spcPts val="0"/>
                        </a:spcBef>
                        <a:spcAft>
                          <a:spcPts val="0"/>
                        </a:spcAft>
                        <a:buClrTx/>
                        <a:buSzTx/>
                        <a:buFontTx/>
                        <a:buNone/>
                        <a:tabLst/>
                        <a:defRPr/>
                      </a:pPr>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rPr>
                        <a:t>ARM / ARCS</a:t>
                      </a:r>
                      <a:endParaRPr lang="en-US" sz="900" kern="1200">
                        <a:solidFill>
                          <a:schemeClr val="bg1"/>
                        </a:solidFill>
                        <a:effectLst/>
                        <a:latin typeface="+mn-lt"/>
                        <a:ea typeface="+mn-ea"/>
                        <a:cs typeface="+mn-cs"/>
                      </a:endParaRPr>
                    </a:p>
                  </a:txBody>
                  <a:tcP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marR="0" indent="0" algn="ctr" defTabSz="685800" rtl="0" eaLnBrk="1" fontAlgn="auto" latinLnBrk="0" hangingPunct="1">
                        <a:lnSpc>
                          <a:spcPct val="100000"/>
                        </a:lnSpc>
                        <a:spcBef>
                          <a:spcPts val="0"/>
                        </a:spcBef>
                        <a:spcAft>
                          <a:spcPts val="0"/>
                        </a:spcAft>
                        <a:buClrTx/>
                        <a:buSzTx/>
                        <a:buFontTx/>
                        <a:buNone/>
                        <a:tabLst/>
                        <a:defRPr/>
                      </a:pPr>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rPr>
                        <a:t>Close Manager / FCCS</a:t>
                      </a:r>
                      <a:endParaRPr lang="en-US" sz="900" kern="1200">
                        <a:solidFill>
                          <a:schemeClr val="bg1"/>
                        </a:solidFill>
                        <a:effectLst/>
                        <a:latin typeface="+mn-lt"/>
                        <a:ea typeface="+mn-ea"/>
                        <a:cs typeface="+mn-cs"/>
                      </a:endParaRPr>
                    </a:p>
                  </a:txBody>
                  <a:tcP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1800" kern="1200">
                          <a:solidFill>
                            <a:schemeClr val="bg1"/>
                          </a:solidFill>
                          <a:effectLst/>
                          <a:sym typeface="Wingdings" panose="05000000000000000000" pitchFamily="2" charset="2"/>
                        </a:rPr>
                        <a:t>/ -</a:t>
                      </a:r>
                    </a:p>
                    <a:p>
                      <a:pPr marL="0" algn="ctr" defTabSz="685800" rtl="0" eaLnBrk="1" latinLnBrk="0" hangingPunct="1"/>
                      <a:r>
                        <a:rPr lang="en-US" sz="900" kern="1200">
                          <a:solidFill>
                            <a:schemeClr val="bg1"/>
                          </a:solidFill>
                          <a:effectLst/>
                        </a:rPr>
                        <a:t>New functionality within Cloud Solution (ARCS) only – not</a:t>
                      </a:r>
                      <a:r>
                        <a:rPr lang="en-US" sz="900" kern="1200" baseline="0">
                          <a:solidFill>
                            <a:schemeClr val="bg1"/>
                          </a:solidFill>
                          <a:effectLst/>
                        </a:rPr>
                        <a:t> FCM (On-prem)</a:t>
                      </a:r>
                      <a:endParaRPr lang="en-US" sz="2000" b="1" kern="1200">
                        <a:solidFill>
                          <a:schemeClr val="bg1"/>
                        </a:solidFill>
                        <a:effectLst/>
                        <a:latin typeface="+mn-lt"/>
                        <a:ea typeface="+mn-ea"/>
                        <a:cs typeface="+mn-cs"/>
                        <a:sym typeface="Wingdings" panose="05000000000000000000" pitchFamily="2" charset="2"/>
                      </a:endParaRPr>
                    </a:p>
                  </a:txBody>
                  <a:tcP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1800" kern="1200">
                          <a:solidFill>
                            <a:schemeClr val="bg1"/>
                          </a:solidFill>
                          <a:effectLst/>
                        </a:rPr>
                        <a:t>X</a:t>
                      </a:r>
                    </a:p>
                    <a:p>
                      <a:pPr marL="0" algn="ctr" defTabSz="685800" rtl="0" eaLnBrk="1" latinLnBrk="0" hangingPunct="1"/>
                      <a:r>
                        <a:rPr lang="en-US" sz="900" kern="1200">
                          <a:solidFill>
                            <a:schemeClr val="bg1"/>
                          </a:solidFill>
                          <a:effectLst/>
                        </a:rPr>
                        <a:t>(Not within FCM / ARM)</a:t>
                      </a:r>
                    </a:p>
                    <a:p>
                      <a:pPr marL="0" algn="ctr" defTabSz="685800" rtl="0" eaLnBrk="1" latinLnBrk="0" hangingPunct="1"/>
                      <a:endParaRPr lang="en-US" sz="900" kern="1200">
                        <a:solidFill>
                          <a:schemeClr val="bg1"/>
                        </a:solidFill>
                        <a:effectLst/>
                      </a:endParaRPr>
                    </a:p>
                    <a:p>
                      <a:pPr marL="0" algn="ctr" defTabSz="685800" rtl="0" eaLnBrk="1" latinLnBrk="0" hangingPunct="1"/>
                      <a:r>
                        <a:rPr lang="en-US" sz="900" kern="1200">
                          <a:solidFill>
                            <a:schemeClr val="bg1"/>
                          </a:solidFill>
                          <a:effectLst/>
                        </a:rPr>
                        <a:t>*Roadmap Item</a:t>
                      </a:r>
                      <a:endParaRPr lang="en-US" sz="900" kern="1200">
                        <a:solidFill>
                          <a:schemeClr val="bg1"/>
                        </a:solidFill>
                        <a:effectLst/>
                        <a:latin typeface="+mn-lt"/>
                        <a:ea typeface="+mn-ea"/>
                        <a:cs typeface="+mn-cs"/>
                      </a:endParaRPr>
                    </a:p>
                  </a:txBody>
                  <a:tcPr marL="9144" marR="9144">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000" u="none" strike="noStrike" kern="1200" cap="none" spc="0" normalizeH="0" baseline="0" noProof="0">
                          <a:ln>
                            <a:noFill/>
                          </a:ln>
                          <a:solidFill>
                            <a:schemeClr val="bg1"/>
                          </a:solidFill>
                          <a:effectLst/>
                          <a:uLnTx/>
                          <a:uFillTx/>
                          <a:sym typeface="Wingdings" panose="05000000000000000000" pitchFamily="2" charset="2"/>
                        </a:rPr>
                        <a:t></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mn-lt"/>
                          <a:ea typeface="+mn-ea"/>
                          <a:cs typeface="+mn-cs"/>
                        </a:rPr>
                        <a:t>ARM / ARCS</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mn-lt"/>
                          <a:ea typeface="+mn-ea"/>
                          <a:cs typeface="+mn-cs"/>
                        </a:rPr>
                        <a:t>With Variance Template </a:t>
                      </a:r>
                    </a:p>
                  </a:txBody>
                  <a:tcP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marR="0" indent="0" algn="ctr" defTabSz="685800" rtl="0" eaLnBrk="1" fontAlgn="auto" latinLnBrk="0" hangingPunct="1">
                        <a:lnSpc>
                          <a:spcPct val="100000"/>
                        </a:lnSpc>
                        <a:spcBef>
                          <a:spcPts val="0"/>
                        </a:spcBef>
                        <a:spcAft>
                          <a:spcPts val="0"/>
                        </a:spcAft>
                        <a:buClrTx/>
                        <a:buSzTx/>
                        <a:buFontTx/>
                        <a:buNone/>
                        <a:tabLst/>
                        <a:defRPr/>
                      </a:pPr>
                      <a:r>
                        <a:rPr lang="en-US" sz="2000" kern="1200">
                          <a:solidFill>
                            <a:schemeClr val="bg1"/>
                          </a:solidFill>
                          <a:effectLst/>
                          <a:sym typeface="Wingdings" panose="05000000000000000000" pitchFamily="2" charset="2"/>
                        </a:rPr>
                        <a:t>/ -</a:t>
                      </a:r>
                    </a:p>
                    <a:p>
                      <a:pPr marL="0" algn="ctr" defTabSz="685800" rtl="0" eaLnBrk="1" latinLnBrk="0" hangingPunct="1"/>
                      <a:r>
                        <a:rPr lang="en-US" sz="900" kern="1200">
                          <a:solidFill>
                            <a:schemeClr val="bg1"/>
                          </a:solidFill>
                          <a:effectLst/>
                        </a:rPr>
                        <a:t>*Can</a:t>
                      </a:r>
                      <a:r>
                        <a:rPr lang="en-US" sz="900" kern="1200" baseline="0">
                          <a:solidFill>
                            <a:schemeClr val="bg1"/>
                          </a:solidFill>
                          <a:effectLst/>
                        </a:rPr>
                        <a:t> be built into ARM / ARCS</a:t>
                      </a:r>
                    </a:p>
                  </a:txBody>
                  <a:tcP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marR="0" indent="0" algn="ctr" defTabSz="685800" rtl="0" eaLnBrk="1" fontAlgn="auto" latinLnBrk="0" hangingPunct="1">
                        <a:lnSpc>
                          <a:spcPct val="100000"/>
                        </a:lnSpc>
                        <a:spcBef>
                          <a:spcPts val="0"/>
                        </a:spcBef>
                        <a:spcAft>
                          <a:spcPts val="0"/>
                        </a:spcAft>
                        <a:buClrTx/>
                        <a:buSzTx/>
                        <a:buFontTx/>
                        <a:buNone/>
                        <a:tabLst/>
                        <a:defRPr/>
                      </a:pPr>
                      <a:r>
                        <a:rPr lang="en-US" sz="1800" kern="1200">
                          <a:solidFill>
                            <a:schemeClr val="bg1"/>
                          </a:solidFill>
                          <a:effectLst/>
                          <a:sym typeface="Wingdings" panose="05000000000000000000" pitchFamily="2" charset="2"/>
                        </a:rPr>
                        <a:t></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mn-lt"/>
                          <a:ea typeface="+mn-ea"/>
                          <a:cs typeface="+mn-cs"/>
                        </a:rPr>
                        <a:t>Fin Reporting Compliance Cloud Service</a:t>
                      </a:r>
                    </a:p>
                  </a:txBody>
                  <a:tcP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a:ln>
                            <a:noFill/>
                          </a:ln>
                          <a:solidFill>
                            <a:schemeClr val="bg1"/>
                          </a:solidFill>
                          <a:effectLst/>
                          <a:latin typeface="Arial" charset="0"/>
                          <a:ea typeface="+mn-ea"/>
                          <a:cs typeface="+mn-cs"/>
                        </a:rPr>
                        <a:t>Supplemental Data Manager</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a:ln>
                            <a:noFill/>
                          </a:ln>
                          <a:solidFill>
                            <a:schemeClr val="bg1"/>
                          </a:solidFill>
                          <a:effectLst/>
                          <a:latin typeface="Arial" charset="0"/>
                          <a:ea typeface="+mn-ea"/>
                          <a:cs typeface="+mn-cs"/>
                        </a:rPr>
                        <a:t>Reporting through BI Publisher / OBIEE</a:t>
                      </a:r>
                    </a:p>
                  </a:txBody>
                  <a:tcPr marL="9144" marR="9144">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824914">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algn="ctr"/>
                      <a:r>
                        <a:rPr lang="en-US" sz="1100" dirty="0">
                          <a:solidFill>
                            <a:schemeClr val="bg1"/>
                          </a:solidFill>
                        </a:rPr>
                        <a:t>Trintech**</a:t>
                      </a:r>
                      <a:endParaRPr lang="en-US" sz="1100" b="1" dirty="0">
                        <a:solidFill>
                          <a:schemeClr val="bg1"/>
                        </a:solidFill>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Certification</a:t>
                      </a:r>
                    </a:p>
                    <a:p>
                      <a:pPr marL="0" algn="ctr" defTabSz="685800" rtl="0" eaLnBrk="1" latinLnBrk="0" hangingPunct="1"/>
                      <a:r>
                        <a:rPr lang="en-US" sz="900" kern="1200">
                          <a:solidFill>
                            <a:schemeClr val="bg1"/>
                          </a:solidFill>
                          <a:effectLst/>
                          <a:sym typeface="Wingdings" panose="05000000000000000000" pitchFamily="2" charset="2"/>
                        </a:rPr>
                        <a:t>(Cadency)</a:t>
                      </a:r>
                      <a:endParaRPr lang="en-US" sz="11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Close</a:t>
                      </a:r>
                    </a:p>
                    <a:p>
                      <a:pPr marL="0" algn="ctr" defTabSz="685800" rtl="0" eaLnBrk="1" latinLnBrk="0" hangingPunct="1"/>
                      <a:r>
                        <a:rPr lang="en-US" sz="900" kern="1200">
                          <a:solidFill>
                            <a:schemeClr val="bg1"/>
                          </a:solidFill>
                          <a:effectLst/>
                          <a:sym typeface="Wingdings" panose="05000000000000000000" pitchFamily="2" charset="2"/>
                        </a:rPr>
                        <a:t>(Cadency)</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ReconNet</a:t>
                      </a:r>
                      <a:endParaRPr lang="en-US" sz="900" kern="1200">
                        <a:solidFill>
                          <a:schemeClr val="bg1"/>
                        </a:solidFill>
                        <a:effectLst/>
                        <a:latin typeface="+mn-lt"/>
                        <a:ea typeface="+mn-ea"/>
                        <a:cs typeface="+mn-cs"/>
                        <a:sym typeface="Wingdings" panose="05000000000000000000" pitchFamily="2" charset="2"/>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Journal Entry</a:t>
                      </a:r>
                    </a:p>
                    <a:p>
                      <a:pPr marL="0" algn="ctr" defTabSz="685800" rtl="0" eaLnBrk="1" latinLnBrk="0" hangingPunct="1"/>
                      <a:r>
                        <a:rPr lang="en-US" sz="900" kern="1200">
                          <a:solidFill>
                            <a:schemeClr val="bg1"/>
                          </a:solidFill>
                          <a:effectLst/>
                          <a:sym typeface="Wingdings" panose="05000000000000000000" pitchFamily="2" charset="2"/>
                        </a:rPr>
                        <a:t>(Cadency)</a:t>
                      </a:r>
                      <a:endParaRPr lang="en-US" sz="900" kern="1200">
                        <a:solidFill>
                          <a:schemeClr val="bg1"/>
                        </a:solidFill>
                        <a:effectLst/>
                        <a:latin typeface="+mn-lt"/>
                        <a:ea typeface="+mn-ea"/>
                        <a:cs typeface="+mn-cs"/>
                      </a:endParaRPr>
                    </a:p>
                  </a:txBody>
                  <a:tcPr marL="9144" marR="9144"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 -</a:t>
                      </a:r>
                    </a:p>
                    <a:p>
                      <a:pPr marL="0" algn="ctr" defTabSz="685800" rtl="0" eaLnBrk="1" latinLnBrk="0" hangingPunct="1"/>
                      <a:r>
                        <a:rPr lang="en-US" sz="900" kern="1200">
                          <a:solidFill>
                            <a:schemeClr val="bg1"/>
                          </a:solidFill>
                          <a:effectLst/>
                          <a:sym typeface="Wingdings" panose="05000000000000000000" pitchFamily="2" charset="2"/>
                        </a:rPr>
                        <a:t>Certification</a:t>
                      </a:r>
                    </a:p>
                    <a:p>
                      <a:pPr marL="0" algn="ctr" defTabSz="685800" rtl="0" eaLnBrk="1" latinLnBrk="0" hangingPunct="1"/>
                      <a:r>
                        <a:rPr lang="en-US" sz="900" kern="1200">
                          <a:solidFill>
                            <a:schemeClr val="bg1"/>
                          </a:solidFill>
                          <a:effectLst/>
                          <a:sym typeface="Wingdings" panose="05000000000000000000" pitchFamily="2" charset="2"/>
                        </a:rPr>
                        <a:t>(Cadency)</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 -</a:t>
                      </a:r>
                    </a:p>
                    <a:p>
                      <a:pPr marL="0" algn="ctr" defTabSz="685800" rtl="0" eaLnBrk="1" latinLnBrk="0" hangingPunct="1"/>
                      <a:r>
                        <a:rPr lang="en-US" sz="900" kern="1200">
                          <a:solidFill>
                            <a:schemeClr val="bg1"/>
                          </a:solidFill>
                          <a:effectLst/>
                          <a:sym typeface="Wingdings" panose="05000000000000000000" pitchFamily="2" charset="2"/>
                        </a:rPr>
                        <a:t>Certification</a:t>
                      </a:r>
                    </a:p>
                    <a:p>
                      <a:pPr marL="0" algn="ctr" defTabSz="685800" rtl="0" eaLnBrk="1" latinLnBrk="0" hangingPunct="1"/>
                      <a:r>
                        <a:rPr lang="en-US" sz="900" kern="1200">
                          <a:solidFill>
                            <a:schemeClr val="bg1"/>
                          </a:solidFill>
                          <a:effectLst/>
                          <a:sym typeface="Wingdings" panose="05000000000000000000" pitchFamily="2" charset="2"/>
                        </a:rPr>
                        <a:t>(Cadency)</a:t>
                      </a:r>
                    </a:p>
                    <a:p>
                      <a:pPr marL="0" algn="ctr" defTabSz="685800" rtl="0" eaLnBrk="1" latinLnBrk="0" hangingPunct="1"/>
                      <a:r>
                        <a:rPr lang="en-US" sz="900" kern="1200">
                          <a:solidFill>
                            <a:schemeClr val="bg1"/>
                          </a:solidFill>
                          <a:effectLst/>
                          <a:sym typeface="Wingdings" panose="05000000000000000000" pitchFamily="2" charset="2"/>
                        </a:rPr>
                        <a:t>*Not specific for Variance / Flux</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Compliance</a:t>
                      </a:r>
                    </a:p>
                    <a:p>
                      <a:pPr marL="0" algn="ctr" defTabSz="685800" rtl="0" eaLnBrk="1" latinLnBrk="0" hangingPunct="1"/>
                      <a:r>
                        <a:rPr lang="en-US" sz="900" kern="1200">
                          <a:solidFill>
                            <a:schemeClr val="bg1"/>
                          </a:solidFill>
                          <a:effectLst/>
                          <a:sym typeface="Wingdings" panose="05000000000000000000" pitchFamily="2" charset="2"/>
                        </a:rPr>
                        <a:t>(Cadency)</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a:ln>
                            <a:noFill/>
                          </a:ln>
                          <a:solidFill>
                            <a:schemeClr val="bg1"/>
                          </a:solidFill>
                          <a:effectLst/>
                          <a:latin typeface="Arial" charset="0"/>
                          <a:ea typeface="+mn-ea"/>
                          <a:cs typeface="+mn-cs"/>
                        </a:rPr>
                        <a:t>Reporting Solution</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a:ln>
                            <a:noFill/>
                          </a:ln>
                          <a:solidFill>
                            <a:schemeClr val="bg1"/>
                          </a:solidFill>
                          <a:effectLst/>
                          <a:latin typeface="Arial" charset="0"/>
                          <a:ea typeface="+mn-ea"/>
                          <a:cs typeface="+mn-cs"/>
                        </a:rPr>
                        <a:t>Acquired Chesapeake w/ Treasury Management tools</a:t>
                      </a:r>
                    </a:p>
                  </a:txBody>
                  <a:tcPr marL="9144" marR="9144">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824914">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algn="ctr"/>
                      <a:r>
                        <a:rPr lang="en-US" sz="1100" b="0">
                          <a:solidFill>
                            <a:schemeClr val="bg1"/>
                          </a:solidFill>
                        </a:rPr>
                        <a:t>AICO***</a:t>
                      </a: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endParaRPr lang="en-US" sz="2800" kern="1200">
                        <a:solidFill>
                          <a:schemeClr val="bg1"/>
                        </a:solidFill>
                        <a:effectLst/>
                        <a:sym typeface="Wingdings" panose="05000000000000000000" pitchFamily="2" charset="2"/>
                      </a:endParaRPr>
                    </a:p>
                    <a:p>
                      <a:pPr marL="0" algn="ctr" defTabSz="685800" rtl="0" eaLnBrk="1" latinLnBrk="0" hangingPunct="1"/>
                      <a:r>
                        <a:rPr lang="en-US" sz="900" kern="1200">
                          <a:solidFill>
                            <a:schemeClr val="bg1"/>
                          </a:solidFill>
                          <a:effectLst/>
                          <a:sym typeface="Wingdings" panose="05000000000000000000" pitchFamily="2" charset="2"/>
                        </a:rPr>
                        <a:t>Accounts</a:t>
                      </a:r>
                      <a:endParaRPr lang="en-US" sz="11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endParaRPr lang="en-US" sz="2800" kern="1200">
                        <a:solidFill>
                          <a:schemeClr val="bg1"/>
                        </a:solidFill>
                        <a:effectLst/>
                        <a:sym typeface="Wingdings" panose="05000000000000000000" pitchFamily="2" charset="2"/>
                      </a:endParaRPr>
                    </a:p>
                    <a:p>
                      <a:pPr marL="0" algn="ctr" defTabSz="685800" rtl="0" eaLnBrk="1" latinLnBrk="0" hangingPunct="1"/>
                      <a:r>
                        <a:rPr lang="en-US" sz="900" kern="1200">
                          <a:solidFill>
                            <a:schemeClr val="bg1"/>
                          </a:solidFill>
                          <a:effectLst/>
                          <a:sym typeface="Wingdings" panose="05000000000000000000" pitchFamily="2" charset="2"/>
                        </a:rPr>
                        <a:t>Tasks</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rPr>
                        <a:t>X</a:t>
                      </a:r>
                    </a:p>
                    <a:p>
                      <a:pPr marL="0" algn="ctr" defTabSz="685800" rtl="0" eaLnBrk="1" latinLnBrk="0" hangingPunct="1"/>
                      <a:r>
                        <a:rPr lang="en-US" sz="900" kern="1200">
                          <a:solidFill>
                            <a:schemeClr val="bg1"/>
                          </a:solidFill>
                          <a:effectLst/>
                          <a:latin typeface="+mn-lt"/>
                          <a:ea typeface="+mn-ea"/>
                          <a:cs typeface="+mn-cs"/>
                        </a:rPr>
                        <a:t>(No functionality)</a:t>
                      </a: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Journals</a:t>
                      </a:r>
                    </a:p>
                    <a:p>
                      <a:pPr marL="0" algn="ctr" defTabSz="685800" rtl="0" eaLnBrk="1" latinLnBrk="0" hangingPunct="1"/>
                      <a:r>
                        <a:rPr lang="en-US" sz="900" kern="1200">
                          <a:solidFill>
                            <a:schemeClr val="bg1"/>
                          </a:solidFill>
                          <a:effectLst/>
                          <a:latin typeface="+mn-lt"/>
                          <a:ea typeface="+mn-ea"/>
                          <a:cs typeface="+mn-cs"/>
                          <a:sym typeface="Wingdings" panose="05000000000000000000" pitchFamily="2" charset="2"/>
                        </a:rPr>
                        <a:t>(Standard Templates -  Automated, Manual, Recurring)</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rPr>
                        <a:t>X</a:t>
                      </a:r>
                    </a:p>
                    <a:p>
                      <a:pPr marL="0" algn="ctr" defTabSz="685800" rtl="0" eaLnBrk="1" latinLnBrk="0" hangingPunct="1"/>
                      <a:r>
                        <a:rPr lang="en-US" sz="900" kern="1200">
                          <a:solidFill>
                            <a:schemeClr val="bg1"/>
                          </a:solidFill>
                          <a:effectLst/>
                          <a:latin typeface="+mn-lt"/>
                          <a:ea typeface="+mn-ea"/>
                          <a:cs typeface="+mn-cs"/>
                        </a:rPr>
                        <a:t>(No functionality)</a:t>
                      </a: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rPr>
                        <a:t>X</a:t>
                      </a:r>
                    </a:p>
                    <a:p>
                      <a:pPr marL="0" algn="ctr" defTabSz="685800" rtl="0" eaLnBrk="1" latinLnBrk="0" hangingPunct="1"/>
                      <a:r>
                        <a:rPr lang="en-US" sz="900" kern="1200">
                          <a:solidFill>
                            <a:schemeClr val="bg1"/>
                          </a:solidFill>
                          <a:effectLst/>
                          <a:latin typeface="+mn-lt"/>
                          <a:ea typeface="+mn-ea"/>
                          <a:cs typeface="+mn-cs"/>
                        </a:rPr>
                        <a:t>(No functionality)</a:t>
                      </a: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rPr>
                        <a:t>X</a:t>
                      </a:r>
                    </a:p>
                    <a:p>
                      <a:pPr marL="0" algn="ctr" defTabSz="685800" rtl="0" eaLnBrk="1" latinLnBrk="0" hangingPunct="1"/>
                      <a:r>
                        <a:rPr lang="en-US" sz="900" kern="1200">
                          <a:solidFill>
                            <a:schemeClr val="bg1"/>
                          </a:solidFill>
                          <a:effectLst/>
                          <a:latin typeface="+mn-lt"/>
                          <a:ea typeface="+mn-ea"/>
                          <a:cs typeface="+mn-cs"/>
                        </a:rPr>
                        <a:t>(No functionality)</a:t>
                      </a: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a:ln>
                            <a:noFill/>
                          </a:ln>
                          <a:solidFill>
                            <a:schemeClr val="bg1"/>
                          </a:solidFill>
                          <a:effectLst/>
                          <a:latin typeface="Arial" charset="0"/>
                          <a:ea typeface="+mn-ea"/>
                          <a:cs typeface="+mn-cs"/>
                        </a:rPr>
                        <a:t>Journals Dashboard</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a:ln>
                            <a:noFill/>
                          </a:ln>
                          <a:solidFill>
                            <a:schemeClr val="bg1"/>
                          </a:solidFill>
                          <a:effectLst/>
                          <a:latin typeface="Arial" charset="0"/>
                          <a:ea typeface="+mn-ea"/>
                          <a:cs typeface="+mn-cs"/>
                        </a:rPr>
                        <a:t>Live ERP data extract</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a:ln>
                            <a:noFill/>
                          </a:ln>
                          <a:solidFill>
                            <a:schemeClr val="bg1"/>
                          </a:solidFill>
                          <a:effectLst/>
                          <a:latin typeface="Arial" charset="0"/>
                          <a:ea typeface="+mn-ea"/>
                          <a:cs typeface="+mn-cs"/>
                        </a:rPr>
                        <a:t>Manual Payments – Secures one-time payment </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endParaRPr kumimoji="0" lang="en-US" sz="900" b="0" i="0" u="none" strike="noStrike" kern="1200" cap="none" normalizeH="0" baseline="0">
                        <a:ln>
                          <a:noFill/>
                        </a:ln>
                        <a:solidFill>
                          <a:schemeClr val="bg1"/>
                        </a:solidFill>
                        <a:effectLst/>
                        <a:latin typeface="Arial" charset="0"/>
                        <a:ea typeface="+mn-ea"/>
                        <a:cs typeface="+mn-cs"/>
                      </a:endParaRPr>
                    </a:p>
                  </a:txBody>
                  <a:tcPr marL="9144" marR="9144">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7198186"/>
                  </a:ext>
                </a:extLst>
              </a:tr>
              <a:tr h="798304">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algn="ctr"/>
                      <a:r>
                        <a:rPr lang="en-US" sz="1100" b="0">
                          <a:solidFill>
                            <a:schemeClr val="bg1"/>
                          </a:solidFill>
                        </a:rPr>
                        <a:t>Redwood****</a:t>
                      </a: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endParaRPr lang="en-US" sz="2800" kern="1200">
                        <a:solidFill>
                          <a:schemeClr val="bg1"/>
                        </a:solidFill>
                        <a:effectLst/>
                        <a:sym typeface="Wingdings" panose="05000000000000000000" pitchFamily="2" charset="2"/>
                      </a:endParaRPr>
                    </a:p>
                    <a:p>
                      <a:pPr marL="0" algn="ctr" defTabSz="685800" rtl="0" eaLnBrk="1" latinLnBrk="0" hangingPunct="1"/>
                      <a:r>
                        <a:rPr lang="en-US" sz="900" kern="1200">
                          <a:solidFill>
                            <a:schemeClr val="bg1"/>
                          </a:solidFill>
                          <a:effectLst/>
                          <a:sym typeface="Wingdings" panose="05000000000000000000" pitchFamily="2" charset="2"/>
                        </a:rPr>
                        <a:t>Balance Sheet Reconciliation</a:t>
                      </a:r>
                      <a:endParaRPr lang="en-US" sz="11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endParaRPr lang="en-US" sz="2800" kern="1200">
                        <a:solidFill>
                          <a:schemeClr val="bg1"/>
                        </a:solidFill>
                        <a:effectLst/>
                        <a:sym typeface="Wingdings" panose="05000000000000000000" pitchFamily="2" charset="2"/>
                      </a:endParaRPr>
                    </a:p>
                    <a:p>
                      <a:pPr marL="0" algn="ctr" defTabSz="685800" rtl="0" eaLnBrk="1" latinLnBrk="0" hangingPunct="1"/>
                      <a:r>
                        <a:rPr lang="en-US" sz="900" kern="1200">
                          <a:solidFill>
                            <a:schemeClr val="bg1"/>
                          </a:solidFill>
                          <a:effectLst/>
                          <a:sym typeface="Wingdings" panose="05000000000000000000" pitchFamily="2" charset="2"/>
                        </a:rPr>
                        <a:t>Close</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rPr>
                        <a:t>X</a:t>
                      </a:r>
                    </a:p>
                    <a:p>
                      <a:pPr marL="0" algn="ctr" defTabSz="685800" rtl="0" eaLnBrk="1" latinLnBrk="0" hangingPunct="1"/>
                      <a:r>
                        <a:rPr lang="en-US" sz="900" kern="1200">
                          <a:solidFill>
                            <a:schemeClr val="bg1"/>
                          </a:solidFill>
                          <a:effectLst/>
                          <a:latin typeface="+mn-lt"/>
                          <a:ea typeface="+mn-ea"/>
                          <a:cs typeface="+mn-cs"/>
                        </a:rPr>
                        <a:t>(No functionality)</a:t>
                      </a: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a:t>
                      </a:r>
                    </a:p>
                    <a:p>
                      <a:pPr marL="0" algn="ctr" defTabSz="685800" rtl="0" eaLnBrk="1" latinLnBrk="0" hangingPunct="1"/>
                      <a:r>
                        <a:rPr lang="en-US" sz="900" kern="1200">
                          <a:solidFill>
                            <a:schemeClr val="bg1"/>
                          </a:solidFill>
                          <a:effectLst/>
                          <a:sym typeface="Wingdings" panose="05000000000000000000" pitchFamily="2" charset="2"/>
                        </a:rPr>
                        <a:t>Journal Entry</a:t>
                      </a: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rPr>
                        <a:t>X</a:t>
                      </a:r>
                    </a:p>
                    <a:p>
                      <a:pPr marL="0" algn="ctr" defTabSz="685800" rtl="0" eaLnBrk="1" latinLnBrk="0" hangingPunct="1"/>
                      <a:r>
                        <a:rPr lang="en-US" sz="900" kern="1200">
                          <a:solidFill>
                            <a:schemeClr val="bg1"/>
                          </a:solidFill>
                          <a:effectLst/>
                          <a:latin typeface="+mn-lt"/>
                          <a:ea typeface="+mn-ea"/>
                          <a:cs typeface="+mn-cs"/>
                        </a:rPr>
                        <a:t>(No functionality)</a:t>
                      </a: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 -</a:t>
                      </a:r>
                    </a:p>
                    <a:p>
                      <a:pPr marL="0" algn="ctr" defTabSz="685800" rtl="0" eaLnBrk="1" latinLnBrk="0" hangingPunct="1"/>
                      <a:r>
                        <a:rPr lang="en-US" sz="900" kern="1200">
                          <a:solidFill>
                            <a:schemeClr val="bg1"/>
                          </a:solidFill>
                          <a:effectLst/>
                          <a:latin typeface="+mn-lt"/>
                          <a:ea typeface="+mn-ea"/>
                          <a:cs typeface="+mn-cs"/>
                          <a:sym typeface="Wingdings" panose="05000000000000000000" pitchFamily="2" charset="2"/>
                        </a:rPr>
                        <a:t>*Can be built</a:t>
                      </a: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0" algn="ctr" defTabSz="685800" rtl="0" eaLnBrk="1" latinLnBrk="0" hangingPunct="1"/>
                      <a:r>
                        <a:rPr lang="en-US" sz="2000" kern="1200">
                          <a:solidFill>
                            <a:schemeClr val="bg1"/>
                          </a:solidFill>
                          <a:effectLst/>
                          <a:sym typeface="Wingdings" panose="05000000000000000000" pitchFamily="2" charset="2"/>
                        </a:rPr>
                        <a:t>/ -</a:t>
                      </a:r>
                    </a:p>
                    <a:p>
                      <a:pPr marL="0" algn="ctr" defTabSz="685800" rtl="0" eaLnBrk="1" latinLnBrk="0" hangingPunct="1"/>
                      <a:r>
                        <a:rPr lang="en-US" sz="900" kern="1200">
                          <a:solidFill>
                            <a:schemeClr val="bg1"/>
                          </a:solidFill>
                          <a:effectLst/>
                          <a:sym typeface="Wingdings" panose="05000000000000000000" pitchFamily="2" charset="2"/>
                        </a:rPr>
                        <a:t>Possible with audit trails</a:t>
                      </a:r>
                      <a:endParaRPr lang="en-US" sz="900" kern="1200">
                        <a:solidFill>
                          <a:schemeClr val="bg1"/>
                        </a:solidFill>
                        <a:effectLst/>
                        <a:latin typeface="+mn-lt"/>
                        <a:ea typeface="+mn-ea"/>
                        <a:cs typeface="+mn-cs"/>
                      </a:endParaRPr>
                    </a:p>
                  </a:txBody>
                  <a:tcPr anchor="ctr">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943" rtl="0" eaLnBrk="1" latinLnBrk="0" hangingPunct="1">
                        <a:defRPr sz="1799" kern="1200">
                          <a:solidFill>
                            <a:schemeClr val="tx1"/>
                          </a:solidFill>
                          <a:latin typeface="Calibri" panose="020F0502020204030204"/>
                        </a:defRPr>
                      </a:lvl1pPr>
                      <a:lvl2pPr marL="456971" algn="l" defTabSz="913943" rtl="0" eaLnBrk="1" latinLnBrk="0" hangingPunct="1">
                        <a:defRPr sz="1799" kern="1200">
                          <a:solidFill>
                            <a:schemeClr val="tx1"/>
                          </a:solidFill>
                          <a:latin typeface="Calibri" panose="020F0502020204030204"/>
                        </a:defRPr>
                      </a:lvl2pPr>
                      <a:lvl3pPr marL="913943" algn="l" defTabSz="913943" rtl="0" eaLnBrk="1" latinLnBrk="0" hangingPunct="1">
                        <a:defRPr sz="1799" kern="1200">
                          <a:solidFill>
                            <a:schemeClr val="tx1"/>
                          </a:solidFill>
                          <a:latin typeface="Calibri" panose="020F0502020204030204"/>
                        </a:defRPr>
                      </a:lvl3pPr>
                      <a:lvl4pPr marL="1370914" algn="l" defTabSz="913943" rtl="0" eaLnBrk="1" latinLnBrk="0" hangingPunct="1">
                        <a:defRPr sz="1799" kern="1200">
                          <a:solidFill>
                            <a:schemeClr val="tx1"/>
                          </a:solidFill>
                          <a:latin typeface="Calibri" panose="020F0502020204030204"/>
                        </a:defRPr>
                      </a:lvl4pPr>
                      <a:lvl5pPr marL="1827886" algn="l" defTabSz="913943" rtl="0" eaLnBrk="1" latinLnBrk="0" hangingPunct="1">
                        <a:defRPr sz="1799" kern="1200">
                          <a:solidFill>
                            <a:schemeClr val="tx1"/>
                          </a:solidFill>
                          <a:latin typeface="Calibri" panose="020F0502020204030204"/>
                        </a:defRPr>
                      </a:lvl5pPr>
                      <a:lvl6pPr marL="2284857" algn="l" defTabSz="913943" rtl="0" eaLnBrk="1" latinLnBrk="0" hangingPunct="1">
                        <a:defRPr sz="1799" kern="1200">
                          <a:solidFill>
                            <a:schemeClr val="tx1"/>
                          </a:solidFill>
                          <a:latin typeface="Calibri" panose="020F0502020204030204"/>
                        </a:defRPr>
                      </a:lvl6pPr>
                      <a:lvl7pPr marL="2741828" algn="l" defTabSz="913943" rtl="0" eaLnBrk="1" latinLnBrk="0" hangingPunct="1">
                        <a:defRPr sz="1799" kern="1200">
                          <a:solidFill>
                            <a:schemeClr val="tx1"/>
                          </a:solidFill>
                          <a:latin typeface="Calibri" panose="020F0502020204030204"/>
                        </a:defRPr>
                      </a:lvl7pPr>
                      <a:lvl8pPr marL="3198800" algn="l" defTabSz="913943" rtl="0" eaLnBrk="1" latinLnBrk="0" hangingPunct="1">
                        <a:defRPr sz="1799" kern="1200">
                          <a:solidFill>
                            <a:schemeClr val="tx1"/>
                          </a:solidFill>
                          <a:latin typeface="Calibri" panose="020F0502020204030204"/>
                        </a:defRPr>
                      </a:lvl8pPr>
                      <a:lvl9pPr marL="3655771" algn="l" defTabSz="913943" rtl="0" eaLnBrk="1" latinLnBrk="0" hangingPunct="1">
                        <a:defRPr sz="1799" kern="1200">
                          <a:solidFill>
                            <a:schemeClr val="tx1"/>
                          </a:solidFill>
                          <a:latin typeface="Calibri" panose="020F0502020204030204"/>
                        </a:defRPr>
                      </a:lvl9pPr>
                    </a:lstStyle>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a:ln>
                            <a:noFill/>
                          </a:ln>
                          <a:solidFill>
                            <a:schemeClr val="bg1"/>
                          </a:solidFill>
                          <a:effectLst/>
                          <a:latin typeface="Arial" charset="0"/>
                          <a:ea typeface="+mn-ea"/>
                          <a:cs typeface="+mn-cs"/>
                        </a:rPr>
                        <a:t>Intercompany Reconciliation</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a:ln>
                            <a:noFill/>
                          </a:ln>
                          <a:solidFill>
                            <a:schemeClr val="bg1"/>
                          </a:solidFill>
                          <a:effectLst/>
                          <a:latin typeface="Arial" charset="0"/>
                          <a:ea typeface="+mn-ea"/>
                          <a:cs typeface="+mn-cs"/>
                        </a:rPr>
                        <a:t>Journals Insights</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r>
                        <a:rPr kumimoji="0" lang="en-US" sz="900" b="0" i="0" u="none" strike="noStrike" kern="1200" cap="none" normalizeH="0" baseline="0">
                          <a:ln>
                            <a:noFill/>
                          </a:ln>
                          <a:solidFill>
                            <a:schemeClr val="bg1"/>
                          </a:solidFill>
                          <a:effectLst/>
                          <a:latin typeface="Arial" charset="0"/>
                          <a:ea typeface="+mn-ea"/>
                          <a:cs typeface="+mn-cs"/>
                        </a:rPr>
                        <a:t>Dashboard</a:t>
                      </a:r>
                    </a:p>
                    <a:p>
                      <a:pPr marL="176213" marR="0" lvl="0" indent="-119063" algn="l" defTabSz="914400" rtl="0" eaLnBrk="1" fontAlgn="base" latinLnBrk="0" hangingPunct="1">
                        <a:lnSpc>
                          <a:spcPct val="100000"/>
                        </a:lnSpc>
                        <a:spcBef>
                          <a:spcPts val="0"/>
                        </a:spcBef>
                        <a:spcAft>
                          <a:spcPct val="0"/>
                        </a:spcAft>
                        <a:buClr>
                          <a:srgbClr val="FFC000"/>
                        </a:buClr>
                        <a:buSzPct val="50000"/>
                        <a:buFont typeface="Arial" panose="020B0604020202020204" pitchFamily="34" charset="0"/>
                        <a:buChar char="►"/>
                        <a:tabLst>
                          <a:tab pos="2400300" algn="l"/>
                        </a:tabLst>
                      </a:pPr>
                      <a:endParaRPr kumimoji="0" lang="en-US" sz="900" b="0" i="0" u="none" strike="noStrike" kern="1200" cap="none" normalizeH="0" baseline="0">
                        <a:ln>
                          <a:noFill/>
                        </a:ln>
                        <a:solidFill>
                          <a:schemeClr val="bg1"/>
                        </a:solidFill>
                        <a:effectLst/>
                        <a:latin typeface="Arial" charset="0"/>
                        <a:ea typeface="+mn-ea"/>
                        <a:cs typeface="+mn-cs"/>
                      </a:endParaRPr>
                    </a:p>
                  </a:txBody>
                  <a:tcPr marL="9144" marR="9144">
                    <a:lnL w="12700" cap="flat" cmpd="sng" algn="ctr">
                      <a:solidFill>
                        <a:sysClr val="window" lastClr="FFFFFF">
                          <a:lumMod val="85000"/>
                        </a:sysClr>
                      </a:solidFill>
                      <a:prstDash val="solid"/>
                      <a:round/>
                      <a:headEnd type="none" w="med" len="med"/>
                      <a:tailEnd type="none" w="med" len="med"/>
                    </a:lnL>
                    <a:lnR w="12700" cap="flat" cmpd="sng" algn="ctr">
                      <a:solidFill>
                        <a:sysClr val="window" lastClr="FFFFFF">
                          <a:lumMod val="85000"/>
                        </a:sysClr>
                      </a:solidFill>
                      <a:prstDash val="solid"/>
                      <a:round/>
                      <a:headEnd type="none" w="med" len="med"/>
                      <a:tailEnd type="none" w="med" len="med"/>
                    </a:lnR>
                    <a:lnT w="12700" cap="flat" cmpd="sng" algn="ctr">
                      <a:solidFill>
                        <a:sysClr val="window" lastClr="FFFFFF">
                          <a:lumMod val="85000"/>
                        </a:sysClr>
                      </a:solidFill>
                      <a:prstDash val="solid"/>
                      <a:round/>
                      <a:headEnd type="none" w="med" len="med"/>
                      <a:tailEnd type="none" w="med" len="med"/>
                    </a:lnT>
                    <a:lnB w="12700" cap="flat" cmpd="sng" algn="ctr">
                      <a:solidFill>
                        <a:sysClr val="window" lastClr="FFFFFF">
                          <a:lumMod val="85000"/>
                        </a:sys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03580423"/>
                  </a:ext>
                </a:extLst>
              </a:tr>
            </a:tbl>
          </a:graphicData>
        </a:graphic>
      </p:graphicFrame>
      <p:sp>
        <p:nvSpPr>
          <p:cNvPr id="10" name="Rectangle 9">
            <a:extLst>
              <a:ext uri="{FF2B5EF4-FFF2-40B4-BE49-F238E27FC236}">
                <a16:creationId xmlns:a16="http://schemas.microsoft.com/office/drawing/2014/main" id="{87950804-7613-DC7E-4264-16FE13FD4B67}"/>
              </a:ext>
            </a:extLst>
          </p:cNvPr>
          <p:cNvSpPr/>
          <p:nvPr/>
        </p:nvSpPr>
        <p:spPr>
          <a:xfrm>
            <a:off x="3301977" y="6106125"/>
            <a:ext cx="6118983" cy="707886"/>
          </a:xfrm>
          <a:prstGeom prst="rect">
            <a:avLst/>
          </a:prstGeom>
        </p:spPr>
        <p:txBody>
          <a:bodyPr wrap="none">
            <a:spAutoFit/>
          </a:bodyPr>
          <a:lstStyle/>
          <a:p>
            <a:r>
              <a:rPr lang="en-US" sz="1000" i="1">
                <a:solidFill>
                  <a:srgbClr val="646464"/>
                </a:solidFill>
                <a:latin typeface="Calibri" panose="020F0502020204030204"/>
              </a:rPr>
              <a:t>* Gartner recognized “Leader” for Cloud Financial Close Solutions (source: Gartner 2018 FCPM report)</a:t>
            </a:r>
          </a:p>
          <a:p>
            <a:r>
              <a:rPr lang="en-US" sz="1000" i="1">
                <a:solidFill>
                  <a:srgbClr val="646464"/>
                </a:solidFill>
                <a:latin typeface="Calibri" panose="020F0502020204030204"/>
              </a:rPr>
              <a:t>** Gartner recognized “Visionary” for Cloud Financial Close Solutions (source: Gartner 2018 FCPM report)</a:t>
            </a:r>
          </a:p>
          <a:p>
            <a:r>
              <a:rPr lang="en-US" sz="1000" i="1">
                <a:solidFill>
                  <a:srgbClr val="646464"/>
                </a:solidFill>
                <a:latin typeface="Calibri" panose="020F0502020204030204"/>
              </a:rPr>
              <a:t>*** Ranked as No. 1 out of 24 Finance Close Software Tools (source: Peerspot)</a:t>
            </a:r>
          </a:p>
          <a:p>
            <a:r>
              <a:rPr lang="en-US" sz="1000" i="1">
                <a:solidFill>
                  <a:srgbClr val="646464"/>
                </a:solidFill>
                <a:latin typeface="Calibri" panose="020F0502020204030204"/>
              </a:rPr>
              <a:t>**** Mentioned as Rising Star </a:t>
            </a:r>
            <a:r>
              <a:rPr lang="en-IN" sz="1000" i="1">
                <a:solidFill>
                  <a:srgbClr val="646464"/>
                </a:solidFill>
                <a:latin typeface="Calibri" panose="020F0502020204030204"/>
              </a:rPr>
              <a:t>in Featured Customers Spring 2022 report on Financial Close Management software</a:t>
            </a:r>
            <a:endParaRPr lang="en-US" sz="1000" i="1">
              <a:solidFill>
                <a:srgbClr val="646464"/>
              </a:solidFill>
              <a:latin typeface="Calibri" panose="020F0502020204030204"/>
            </a:endParaRPr>
          </a:p>
        </p:txBody>
      </p:sp>
    </p:spTree>
    <p:extLst>
      <p:ext uri="{BB962C8B-B14F-4D97-AF65-F5344CB8AC3E}">
        <p14:creationId xmlns:p14="http://schemas.microsoft.com/office/powerpoint/2010/main" val="302597538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876E7C2-0459-D6EF-E9F4-900F5D49E4D6}"/>
              </a:ext>
            </a:extLst>
          </p:cNvPr>
          <p:cNvSpPr>
            <a:spLocks noGrp="1"/>
          </p:cNvSpPr>
          <p:nvPr>
            <p:ph type="title"/>
          </p:nvPr>
        </p:nvSpPr>
        <p:spPr/>
        <p:txBody>
          <a:bodyPr/>
          <a:lstStyle/>
          <a:p>
            <a:r>
              <a:rPr lang="en-US" b="1"/>
              <a:t>FCPM Tool Analysis</a:t>
            </a:r>
            <a:endParaRPr lang="en-IN" b="1"/>
          </a:p>
        </p:txBody>
      </p:sp>
      <p:sp>
        <p:nvSpPr>
          <p:cNvPr id="5" name="TextBox 4">
            <a:extLst>
              <a:ext uri="{FF2B5EF4-FFF2-40B4-BE49-F238E27FC236}">
                <a16:creationId xmlns:a16="http://schemas.microsoft.com/office/drawing/2014/main" id="{4A054840-633B-357A-6CDD-E54A75280A87}"/>
              </a:ext>
            </a:extLst>
          </p:cNvPr>
          <p:cNvSpPr txBox="1"/>
          <p:nvPr/>
        </p:nvSpPr>
        <p:spPr>
          <a:xfrm>
            <a:off x="609600" y="973953"/>
            <a:ext cx="10972800" cy="1005840"/>
          </a:xfrm>
          <a:prstGeom prst="rect">
            <a:avLst/>
          </a:prstGeom>
          <a:noFill/>
        </p:spPr>
        <p:txBody>
          <a:bodyPr wrap="square" lIns="91392" tIns="45696" rIns="91392" bIns="45696" rtlCol="0" anchor="ctr" anchorCtr="0">
            <a:noAutofit/>
          </a:bodyPr>
          <a:lstStyle/>
          <a:p>
            <a:pPr marL="182880" marR="0" lvl="0" indent="-182880" algn="l" defTabSz="914400" rtl="0" eaLnBrk="1" fontAlgn="auto" latinLnBrk="0" hangingPunct="1">
              <a:lnSpc>
                <a:spcPct val="100000"/>
              </a:lnSpc>
              <a:spcBef>
                <a:spcPts val="600"/>
              </a:spcBef>
              <a:spcAft>
                <a:spcPts val="0"/>
              </a:spcAft>
              <a:buClr>
                <a:srgbClr val="FFE600"/>
              </a:buClr>
              <a:buSzPct val="70000"/>
              <a:buFont typeface="Arial" panose="020B0604020202020204" pitchFamily="34" charset="0"/>
              <a:buChar char="►"/>
              <a:tabLst/>
              <a:defRPr/>
            </a:pPr>
            <a:r>
              <a:rPr kumimoji="0" lang="en-US" sz="1200" b="0" i="0" u="none" strike="noStrike" kern="1200" cap="none" spc="0" normalizeH="0" baseline="0" noProof="0">
                <a:ln>
                  <a:noFill/>
                </a:ln>
                <a:solidFill>
                  <a:srgbClr val="FFFFFF"/>
                </a:solidFill>
                <a:effectLst/>
                <a:uLnTx/>
                <a:uFillTx/>
                <a:latin typeface="EYInterstate Light" panose="02000506000000020004" pitchFamily="2" charset="0"/>
                <a:ea typeface="+mn-ea"/>
                <a:cs typeface="Arial" pitchFamily="34" charset="0"/>
              </a:rPr>
              <a:t>Each of the solutions in the close / rec space have various modules that support different controls and pieces of the close process</a:t>
            </a:r>
            <a:endPar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a:p>
            <a:pPr marL="182880" marR="0" lvl="0" indent="-182880" algn="l" defTabSz="914400" rtl="0" eaLnBrk="1" fontAlgn="auto" latinLnBrk="0" hangingPunct="1">
              <a:lnSpc>
                <a:spcPct val="100000"/>
              </a:lnSpc>
              <a:spcBef>
                <a:spcPts val="600"/>
              </a:spcBef>
              <a:spcAft>
                <a:spcPts val="0"/>
              </a:spcAft>
              <a:buClr>
                <a:srgbClr val="FFE600"/>
              </a:buClr>
              <a:buSzPct val="70000"/>
              <a:buFont typeface="Arial" panose="020B0604020202020204" pitchFamily="34" charset="0"/>
              <a:buChar char="►"/>
              <a:tabLst/>
              <a:defRPr/>
            </a:pPr>
            <a:r>
              <a:rPr kumimoji="0" lang="en-US" sz="1200" b="0" i="0" u="none" strike="noStrike" kern="1200" cap="none" spc="0" normalizeH="0" baseline="0" noProof="0">
                <a:ln>
                  <a:noFill/>
                </a:ln>
                <a:solidFill>
                  <a:srgbClr val="FFFFFF"/>
                </a:solidFill>
                <a:effectLst/>
                <a:uLnTx/>
                <a:uFillTx/>
                <a:latin typeface="EYInterstate Light" panose="02000506000000020004" pitchFamily="2" charset="0"/>
                <a:ea typeface="+mn-ea"/>
                <a:cs typeface="Arial"/>
              </a:rPr>
              <a:t>The best fit of a tool is dependent on a company's requirements, primary focus and overall drivers</a:t>
            </a:r>
          </a:p>
          <a:p>
            <a:pPr marL="182880" marR="0" lvl="0" indent="-182880" algn="l" defTabSz="914400" rtl="0" eaLnBrk="1" fontAlgn="auto" latinLnBrk="0" hangingPunct="1">
              <a:lnSpc>
                <a:spcPct val="100000"/>
              </a:lnSpc>
              <a:spcBef>
                <a:spcPts val="600"/>
              </a:spcBef>
              <a:spcAft>
                <a:spcPts val="0"/>
              </a:spcAft>
              <a:buClr>
                <a:srgbClr val="FFE600"/>
              </a:buClr>
              <a:buSzPct val="70000"/>
              <a:buFont typeface="Arial" panose="020B0604020202020204" pitchFamily="34" charset="0"/>
              <a:buChar char="►"/>
              <a:tabLst/>
              <a:defRPr/>
            </a:pPr>
            <a:r>
              <a:rPr kumimoji="0" lang="en-US" sz="1200" b="0" i="0" u="none" strike="noStrike" kern="1200" cap="none" spc="0" normalizeH="0" baseline="0" noProof="0">
                <a:ln>
                  <a:noFill/>
                </a:ln>
                <a:solidFill>
                  <a:srgbClr val="FFFFFF"/>
                </a:solidFill>
                <a:effectLst/>
                <a:uLnTx/>
                <a:uFillTx/>
                <a:latin typeface="EYInterstate Light" panose="02000506000000020004" pitchFamily="2" charset="0"/>
                <a:ea typeface="+mn-ea"/>
                <a:cs typeface="Arial" pitchFamily="34" charset="0"/>
              </a:rPr>
              <a:t>Each of the solutions can use its various components / modules to solution functionality that may assist with certain functions, but not all vendors have specific modules to support each</a:t>
            </a:r>
          </a:p>
        </p:txBody>
      </p:sp>
      <p:graphicFrame>
        <p:nvGraphicFramePr>
          <p:cNvPr id="6" name="Table 5">
            <a:extLst>
              <a:ext uri="{FF2B5EF4-FFF2-40B4-BE49-F238E27FC236}">
                <a16:creationId xmlns:a16="http://schemas.microsoft.com/office/drawing/2014/main" id="{024FF8C6-074B-48BE-714C-E07F9A5ABB6F}"/>
              </a:ext>
            </a:extLst>
          </p:cNvPr>
          <p:cNvGraphicFramePr>
            <a:graphicFrameLocks noGrp="1"/>
          </p:cNvGraphicFramePr>
          <p:nvPr/>
        </p:nvGraphicFramePr>
        <p:xfrm>
          <a:off x="609600" y="2069146"/>
          <a:ext cx="10972800" cy="4206240"/>
        </p:xfrm>
        <a:graphic>
          <a:graphicData uri="http://schemas.openxmlformats.org/drawingml/2006/table">
            <a:tbl>
              <a:tblPr firstRow="1"/>
              <a:tblGrid>
                <a:gridCol w="1097280">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1097280">
                  <a:extLst>
                    <a:ext uri="{9D8B030D-6E8A-4147-A177-3AD203B41FA5}">
                      <a16:colId xmlns:a16="http://schemas.microsoft.com/office/drawing/2014/main" val="20002"/>
                    </a:ext>
                  </a:extLst>
                </a:gridCol>
                <a:gridCol w="1097280">
                  <a:extLst>
                    <a:ext uri="{9D8B030D-6E8A-4147-A177-3AD203B41FA5}">
                      <a16:colId xmlns:a16="http://schemas.microsoft.com/office/drawing/2014/main" val="20003"/>
                    </a:ext>
                  </a:extLst>
                </a:gridCol>
                <a:gridCol w="914400">
                  <a:extLst>
                    <a:ext uri="{9D8B030D-6E8A-4147-A177-3AD203B41FA5}">
                      <a16:colId xmlns:a16="http://schemas.microsoft.com/office/drawing/2014/main" val="20004"/>
                    </a:ext>
                  </a:extLst>
                </a:gridCol>
                <a:gridCol w="1097280">
                  <a:extLst>
                    <a:ext uri="{9D8B030D-6E8A-4147-A177-3AD203B41FA5}">
                      <a16:colId xmlns:a16="http://schemas.microsoft.com/office/drawing/2014/main" val="2465774765"/>
                    </a:ext>
                  </a:extLst>
                </a:gridCol>
                <a:gridCol w="1097280">
                  <a:extLst>
                    <a:ext uri="{9D8B030D-6E8A-4147-A177-3AD203B41FA5}">
                      <a16:colId xmlns:a16="http://schemas.microsoft.com/office/drawing/2014/main" val="20005"/>
                    </a:ext>
                  </a:extLst>
                </a:gridCol>
                <a:gridCol w="1097280">
                  <a:extLst>
                    <a:ext uri="{9D8B030D-6E8A-4147-A177-3AD203B41FA5}">
                      <a16:colId xmlns:a16="http://schemas.microsoft.com/office/drawing/2014/main" val="20006"/>
                    </a:ext>
                  </a:extLst>
                </a:gridCol>
                <a:gridCol w="1097280">
                  <a:extLst>
                    <a:ext uri="{9D8B030D-6E8A-4147-A177-3AD203B41FA5}">
                      <a16:colId xmlns:a16="http://schemas.microsoft.com/office/drawing/2014/main" val="20007"/>
                    </a:ext>
                  </a:extLst>
                </a:gridCol>
                <a:gridCol w="1371600">
                  <a:extLst>
                    <a:ext uri="{9D8B030D-6E8A-4147-A177-3AD203B41FA5}">
                      <a16:colId xmlns:a16="http://schemas.microsoft.com/office/drawing/2014/main" val="1072084615"/>
                    </a:ext>
                  </a:extLst>
                </a:gridCol>
              </a:tblGrid>
              <a:tr h="45720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1100" b="0">
                          <a:solidFill>
                            <a:schemeClr val="bg2"/>
                          </a:solidFill>
                          <a:latin typeface="EYInterstate Light" panose="02000506000000020004" pitchFamily="2" charset="0"/>
                        </a:rPr>
                        <a:t>Module / Functionality</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algn="ctr" defTabSz="685800" rtl="0" eaLnBrk="1" latinLnBrk="0" hangingPunct="1"/>
                      <a:r>
                        <a:rPr lang="en-US" sz="1100" b="0" kern="1200">
                          <a:solidFill>
                            <a:schemeClr val="bg2"/>
                          </a:solidFill>
                          <a:latin typeface="EYInterstate Light" panose="02000506000000020004" pitchFamily="2" charset="0"/>
                          <a:ea typeface="+mn-ea"/>
                          <a:cs typeface="+mn-cs"/>
                        </a:rPr>
                        <a:t>Account Recs</a:t>
                      </a:r>
                    </a:p>
                  </a:txBody>
                  <a:tcPr marL="18288" marR="18288" marT="18288" marB="18288" anchor="ctr">
                    <a:lnL w="6350"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algn="ctr" defTabSz="685800" rtl="0" eaLnBrk="1" latinLnBrk="0" hangingPunct="1"/>
                      <a:r>
                        <a:rPr lang="en-US" sz="1100" b="0" kern="1200">
                          <a:solidFill>
                            <a:schemeClr val="bg2"/>
                          </a:solidFill>
                          <a:latin typeface="EYInterstate Light" panose="02000506000000020004" pitchFamily="2" charset="0"/>
                          <a:ea typeface="+mn-ea"/>
                          <a:cs typeface="+mn-cs"/>
                        </a:rPr>
                        <a:t>Close</a:t>
                      </a:r>
                      <a:endParaRPr lang="en-US" sz="1100" b="0" kern="1200" baseline="0">
                        <a:solidFill>
                          <a:schemeClr val="bg2"/>
                        </a:solidFill>
                        <a:latin typeface="EYInterstate Light" panose="02000506000000020004" pitchFamily="2" charset="0"/>
                        <a:ea typeface="+mn-ea"/>
                        <a:cs typeface="+mn-cs"/>
                      </a:endParaRPr>
                    </a:p>
                    <a:p>
                      <a:pPr marL="0" algn="ctr" defTabSz="685800" rtl="0" eaLnBrk="1" latinLnBrk="0" hangingPunct="1"/>
                      <a:r>
                        <a:rPr lang="en-US" sz="1100" b="0" kern="1200" baseline="0">
                          <a:solidFill>
                            <a:schemeClr val="bg2"/>
                          </a:solidFill>
                          <a:latin typeface="EYInterstate Light" panose="02000506000000020004" pitchFamily="2" charset="0"/>
                          <a:ea typeface="+mn-ea"/>
                          <a:cs typeface="+mn-cs"/>
                        </a:rPr>
                        <a:t>Management</a:t>
                      </a:r>
                      <a:endParaRPr lang="en-US" sz="1100" b="0" kern="1200">
                        <a:solidFill>
                          <a:schemeClr val="bg2"/>
                        </a:solidFill>
                        <a:latin typeface="EYInterstate Light" panose="02000506000000020004" pitchFamily="2" charset="0"/>
                        <a:ea typeface="+mn-ea"/>
                        <a:cs typeface="+mn-cs"/>
                      </a:endParaRPr>
                    </a:p>
                  </a:txBody>
                  <a:tcPr marL="18288" marR="18288" marT="18288" marB="18288" anchor="ctr">
                    <a:lnL w="6350"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algn="ctr" defTabSz="685800" rtl="0" eaLnBrk="1" latinLnBrk="0" hangingPunct="1"/>
                      <a:r>
                        <a:rPr lang="en-US" sz="1100" b="0" kern="1200">
                          <a:solidFill>
                            <a:schemeClr val="bg2"/>
                          </a:solidFill>
                          <a:latin typeface="EYInterstate Light" panose="02000506000000020004" pitchFamily="2" charset="0"/>
                          <a:ea typeface="+mn-ea"/>
                          <a:cs typeface="+mn-cs"/>
                        </a:rPr>
                        <a:t>Transaction Matching</a:t>
                      </a:r>
                    </a:p>
                  </a:txBody>
                  <a:tcPr marL="18288" marR="18288" marT="18288" marB="18288" anchor="ctr">
                    <a:lnL w="6350"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algn="ctr" defTabSz="685800" rtl="0" eaLnBrk="1" latinLnBrk="0" hangingPunct="1"/>
                      <a:r>
                        <a:rPr lang="en-US" sz="1100" b="0" kern="1200">
                          <a:solidFill>
                            <a:schemeClr val="bg2"/>
                          </a:solidFill>
                          <a:latin typeface="EYInterstate Light" panose="02000506000000020004" pitchFamily="2" charset="0"/>
                          <a:ea typeface="+mn-ea"/>
                          <a:cs typeface="+mn-cs"/>
                        </a:rPr>
                        <a:t>Journals</a:t>
                      </a:r>
                    </a:p>
                  </a:txBody>
                  <a:tcPr marL="18288" marR="18288" marT="18288" marB="18288" anchor="ctr">
                    <a:lnL w="6350"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algn="ctr" defTabSz="685800" rtl="0" eaLnBrk="1" latinLnBrk="0" hangingPunct="1"/>
                      <a:r>
                        <a:rPr lang="en-US" sz="1100" b="0" kern="1200">
                          <a:solidFill>
                            <a:schemeClr val="bg2"/>
                          </a:solidFill>
                          <a:latin typeface="EYInterstate Light" panose="02000506000000020004" pitchFamily="2" charset="0"/>
                          <a:ea typeface="+mn-ea"/>
                          <a:cs typeface="+mn-cs"/>
                        </a:rPr>
                        <a:t>Journal Automation</a:t>
                      </a:r>
                    </a:p>
                  </a:txBody>
                  <a:tcPr marL="18288" marR="18288" marT="18288" marB="18288" anchor="ctr">
                    <a:lnL w="6350"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algn="ctr" defTabSz="685800" rtl="0" eaLnBrk="1" latinLnBrk="0" hangingPunct="1"/>
                      <a:r>
                        <a:rPr lang="en-US" sz="1100" b="0" kern="1200">
                          <a:solidFill>
                            <a:schemeClr val="bg2"/>
                          </a:solidFill>
                          <a:latin typeface="EYInterstate Light" panose="02000506000000020004" pitchFamily="2" charset="0"/>
                          <a:ea typeface="+mn-ea"/>
                          <a:cs typeface="+mn-cs"/>
                        </a:rPr>
                        <a:t>Variance</a:t>
                      </a:r>
                    </a:p>
                  </a:txBody>
                  <a:tcPr marL="18288" marR="18288" marT="18288" marB="18288" anchor="ctr">
                    <a:lnL w="6350"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algn="ctr" defTabSz="685800" rtl="0" eaLnBrk="1" latinLnBrk="0" hangingPunct="1"/>
                      <a:r>
                        <a:rPr lang="en-US" sz="1100" b="0" kern="1200">
                          <a:solidFill>
                            <a:schemeClr val="bg2"/>
                          </a:solidFill>
                          <a:latin typeface="EYInterstate Light" panose="02000506000000020004" pitchFamily="2" charset="0"/>
                          <a:ea typeface="+mn-ea"/>
                          <a:cs typeface="+mn-cs"/>
                        </a:rPr>
                        <a:t>Consolidation Integrity</a:t>
                      </a:r>
                    </a:p>
                  </a:txBody>
                  <a:tcPr marL="18288" marR="18288" marT="18288" marB="18288" anchor="ctr">
                    <a:lnL w="6350"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algn="ctr" defTabSz="685800" rtl="0" eaLnBrk="1" latinLnBrk="0" hangingPunct="1"/>
                      <a:r>
                        <a:rPr lang="en-US" sz="1100" b="0" kern="1200">
                          <a:solidFill>
                            <a:schemeClr val="bg2"/>
                          </a:solidFill>
                          <a:latin typeface="EYInterstate Light" panose="02000506000000020004" pitchFamily="2" charset="0"/>
                          <a:ea typeface="+mn-ea"/>
                          <a:cs typeface="+mn-cs"/>
                        </a:rPr>
                        <a:t>Compliance</a:t>
                      </a:r>
                    </a:p>
                  </a:txBody>
                  <a:tcPr marL="18288" marR="18288" marT="18288" marB="18288" anchor="ctr">
                    <a:lnL w="6350" cap="flat" cmpd="sng" algn="ctr">
                      <a:solidFill>
                        <a:schemeClr val="bg2"/>
                      </a:solidFill>
                      <a:prstDash val="solid"/>
                      <a:round/>
                      <a:headEnd type="none" w="med" len="med"/>
                      <a:tailEnd type="none" w="med" len="med"/>
                    </a:lnL>
                    <a:lnR w="6350" cap="flat" cmpd="sng" algn="ctr">
                      <a:solidFill>
                        <a:schemeClr val="bg2"/>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algn="ctr" defTabSz="685800" rtl="0" eaLnBrk="1" latinLnBrk="0" hangingPunct="1"/>
                      <a:r>
                        <a:rPr lang="en-US" sz="1100" b="0" kern="1200">
                          <a:solidFill>
                            <a:schemeClr val="bg2"/>
                          </a:solidFill>
                          <a:latin typeface="EYInterstate Light" panose="02000506000000020004" pitchFamily="2" charset="0"/>
                          <a:ea typeface="+mn-ea"/>
                          <a:cs typeface="+mn-cs"/>
                        </a:rPr>
                        <a:t>Intercompany</a:t>
                      </a:r>
                    </a:p>
                  </a:txBody>
                  <a:tcPr marL="18288" marR="18288" marT="18288" marB="18288" anchor="ctr">
                    <a:lnL w="6350" cap="flat" cmpd="sng" algn="ctr">
                      <a:solidFill>
                        <a:schemeClr val="bg2"/>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64008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100" b="1" dirty="0">
                          <a:solidFill>
                            <a:schemeClr val="tx2"/>
                          </a:solidFill>
                          <a:latin typeface="EYInterstate Light" panose="02000506000000020004" pitchFamily="2" charset="0"/>
                        </a:rPr>
                        <a:t>BlackLine</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2"/>
                      </a:solidFill>
                      <a:prstDash val="solid"/>
                      <a:round/>
                      <a:headEnd type="none" w="med" len="med"/>
                      <a:tailEnd type="none" w="med" len="med"/>
                    </a:lnT>
                    <a:lnB w="635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91278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600" b="1" kern="1200">
                          <a:solidFill>
                            <a:srgbClr val="00B050"/>
                          </a:solidFill>
                          <a:effectLst/>
                          <a:latin typeface="EYInterstate Light" panose="02000506000000020004" pitchFamily="2" charset="0"/>
                          <a:ea typeface="+mn-ea"/>
                          <a:cs typeface="+mn-cs"/>
                          <a:sym typeface="Wingdings" panose="05000000000000000000" pitchFamily="2" charset="2"/>
                        </a:rPr>
                        <a:t></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Accounts</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6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6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Tasks</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6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6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Transaction matching</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6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6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Journals</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algn="ctr" defTabSz="685800" rtl="0" eaLnBrk="1" latinLnBrk="0" hangingPunct="1"/>
                      <a:r>
                        <a:rPr lang="en-US" sz="16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6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Journals</a:t>
                      </a:r>
                      <a:endParaRPr lang="en-US" sz="900" b="0" kern="1200">
                        <a:solidFill>
                          <a:schemeClr val="tx2"/>
                        </a:solidFill>
                        <a:effectLst/>
                        <a:latin typeface="EYInterstate Light" panose="02000506000000020004" pitchFamily="2" charset="0"/>
                        <a:ea typeface="+mn-ea"/>
                        <a:cs typeface="+mn-cs"/>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rPr>
                        <a:t>(Auto)</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Variance</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CIM</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Compliance</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algn="ctr" defTabSz="685800" rtl="0" eaLnBrk="1" latinLnBrk="0" hangingPunct="1"/>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Intercompany Hub</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1"/>
                  </a:ext>
                </a:extLst>
              </a:tr>
              <a:tr h="109728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100" b="1" dirty="0">
                          <a:solidFill>
                            <a:schemeClr val="tx2"/>
                          </a:solidFill>
                          <a:latin typeface="EYInterstate Light" panose="02000506000000020004" pitchFamily="2" charset="0"/>
                        </a:rPr>
                        <a:t>Trintech</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2"/>
                      </a:solidFill>
                      <a:prstDash val="solid"/>
                      <a:round/>
                      <a:headEnd type="none" w="med" len="med"/>
                      <a:tailEnd type="none" w="med" len="med"/>
                    </a:lnT>
                    <a:lnB w="635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2C973E"/>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Certification</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(Cadency)</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Close</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(Cadency)</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Cadency / </a:t>
                      </a:r>
                      <a:r>
                        <a:rPr lang="en-US" sz="900" b="0" kern="1200" err="1">
                          <a:solidFill>
                            <a:schemeClr val="tx2"/>
                          </a:solidFill>
                          <a:effectLst/>
                          <a:latin typeface="EYInterstate Light" panose="02000506000000020004" pitchFamily="2" charset="0"/>
                          <a:ea typeface="+mn-ea"/>
                          <a:cs typeface="+mn-cs"/>
                          <a:sym typeface="Wingdings" panose="05000000000000000000" pitchFamily="2" charset="2"/>
                        </a:rPr>
                        <a:t>ReconNET</a:t>
                      </a:r>
                      <a:endParaRPr lang="en-US" sz="900" b="0" kern="1200">
                        <a:solidFill>
                          <a:schemeClr val="tx2"/>
                        </a:solidFill>
                        <a:effectLst/>
                        <a:latin typeface="EYInterstate Light" panose="02000506000000020004" pitchFamily="2" charset="0"/>
                        <a:ea typeface="+mn-ea"/>
                        <a:cs typeface="+mn-cs"/>
                        <a:sym typeface="Wingdings" panose="05000000000000000000" pitchFamily="2" charset="2"/>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Journal entry</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(Cadency)</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FFC000"/>
                          </a:solidFill>
                          <a:effectLst/>
                          <a:latin typeface="EYInterstate Light" panose="02000506000000020004" pitchFamily="2" charset="0"/>
                          <a:ea typeface="+mn-ea"/>
                          <a:cs typeface="+mn-cs"/>
                          <a:sym typeface="Wingdings" panose="05000000000000000000" pitchFamily="2" charset="2"/>
                        </a:rPr>
                        <a:t>/ -</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rPr>
                        <a:t>Journals for Recurring Journals</a:t>
                      </a:r>
                    </a:p>
                    <a:p>
                      <a:pPr marL="0" algn="ctr" defTabSz="685800" rtl="0" eaLnBrk="1" latinLnBrk="0" hangingPunct="1"/>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FFC000"/>
                          </a:solidFill>
                          <a:effectLst/>
                          <a:latin typeface="EYInterstate Light" panose="02000506000000020004" pitchFamily="2" charset="0"/>
                          <a:ea typeface="+mn-ea"/>
                          <a:cs typeface="+mn-cs"/>
                          <a:sym typeface="Wingdings" panose="05000000000000000000" pitchFamily="2" charset="2"/>
                        </a:rPr>
                        <a:t>/ -</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Certification</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(Cadency) *Not specific for Variance</a:t>
                      </a: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FFC000"/>
                          </a:solidFill>
                          <a:effectLst/>
                          <a:latin typeface="EYInterstate Light" panose="02000506000000020004" pitchFamily="2" charset="0"/>
                          <a:ea typeface="+mn-ea"/>
                          <a:cs typeface="+mn-cs"/>
                          <a:sym typeface="Wingdings" panose="05000000000000000000" pitchFamily="2" charset="2"/>
                        </a:rPr>
                        <a:t>/ -</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Certification</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(Cadency)</a:t>
                      </a:r>
                    </a:p>
                    <a:p>
                      <a:pPr marL="0" algn="ctr" defTabSz="685800" rtl="0" eaLnBrk="1" latinLnBrk="0" hangingPunct="1"/>
                      <a:endParaRPr lang="en-US" sz="900" b="0" kern="1200">
                        <a:solidFill>
                          <a:schemeClr val="tx2"/>
                        </a:solidFill>
                        <a:effectLst/>
                        <a:latin typeface="EYInterstate Light" panose="02000506000000020004" pitchFamily="2" charset="0"/>
                        <a:ea typeface="+mn-ea"/>
                        <a:cs typeface="+mn-cs"/>
                        <a:sym typeface="Wingdings" panose="05000000000000000000" pitchFamily="2" charset="2"/>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685800" rtl="0" eaLnBrk="1" latinLnBrk="0" hangingPunct="1"/>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Compliance</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sym typeface="Wingdings" panose="05000000000000000000" pitchFamily="2" charset="2"/>
                        </a:rPr>
                        <a:t>(Cadency)</a:t>
                      </a:r>
                    </a:p>
                    <a:p>
                      <a:pPr marL="0" algn="ctr" defTabSz="685800" rtl="0" eaLnBrk="1" latinLnBrk="0" hangingPunct="1"/>
                      <a:endParaRPr lang="en-US" sz="900" b="0"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FFC000"/>
                          </a:solidFill>
                          <a:effectLst/>
                          <a:latin typeface="EYInterstate Light" panose="02000506000000020004" pitchFamily="2" charset="0"/>
                          <a:ea typeface="+mn-ea"/>
                          <a:cs typeface="+mn-cs"/>
                          <a:sym typeface="Wingdings" panose="05000000000000000000" pitchFamily="2" charset="2"/>
                        </a:rPr>
                        <a:t>/ -</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rPr>
                        <a:t>Not a specific solution – supports intercompany recon through Cert + Match modules</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0002"/>
                  </a:ext>
                </a:extLst>
              </a:tr>
              <a:tr h="1005840">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algn="ctr"/>
                      <a:r>
                        <a:rPr lang="en-US" sz="1100" b="1">
                          <a:solidFill>
                            <a:schemeClr val="tx2"/>
                          </a:solidFill>
                          <a:latin typeface="EYInterstate Light" panose="02000506000000020004" pitchFamily="2" charset="0"/>
                        </a:rPr>
                        <a:t>Oracle</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2"/>
                      </a:solidFill>
                      <a:prstDash val="solid"/>
                      <a:round/>
                      <a:headEnd type="none" w="med" len="med"/>
                      <a:tailEnd type="none" w="med" len="med"/>
                    </a:lnT>
                    <a:lnB w="635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lnSpc>
                          <a:spcPct val="100000"/>
                        </a:lnSpc>
                        <a:spcBef>
                          <a:spcPts val="0"/>
                        </a:spcBef>
                        <a:spcAft>
                          <a:spcPts val="0"/>
                        </a:spcAft>
                      </a:pPr>
                      <a:r>
                        <a:rPr lang="en-US" sz="900" kern="1200">
                          <a:solidFill>
                            <a:schemeClr val="tx2"/>
                          </a:solidFill>
                          <a:effectLst/>
                          <a:latin typeface="EYInterstate Light" panose="02000506000000020004" pitchFamily="2" charset="0"/>
                          <a:ea typeface="+mn-ea"/>
                          <a:cs typeface="+mn-cs"/>
                        </a:rPr>
                        <a:t>ARM / ARCS</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p>
                    <a:p>
                      <a:pPr marL="0" algn="ctr" defTabSz="685800" rtl="0" eaLnBrk="1" latinLnBrk="0" hangingPunct="1">
                        <a:lnSpc>
                          <a:spcPct val="100000"/>
                        </a:lnSpc>
                        <a:spcBef>
                          <a:spcPts val="0"/>
                        </a:spcBef>
                        <a:spcAft>
                          <a:spcPts val="0"/>
                        </a:spcAft>
                      </a:pPr>
                      <a:r>
                        <a:rPr lang="en-US" sz="900" kern="1200">
                          <a:solidFill>
                            <a:schemeClr val="tx2"/>
                          </a:solidFill>
                          <a:effectLst/>
                          <a:latin typeface="EYInterstate Light" panose="02000506000000020004" pitchFamily="2" charset="0"/>
                          <a:ea typeface="+mn-ea"/>
                          <a:cs typeface="+mn-cs"/>
                        </a:rPr>
                        <a:t>Close Manager / FCCS</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lnSpc>
                          <a:spcPct val="100000"/>
                        </a:lnSpc>
                        <a:spcBef>
                          <a:spcPts val="0"/>
                        </a:spcBef>
                        <a:spcAft>
                          <a:spcPts val="0"/>
                        </a:spcAft>
                      </a:pPr>
                      <a:r>
                        <a:rPr lang="en-US" sz="900" kern="1200">
                          <a:solidFill>
                            <a:schemeClr val="tx2"/>
                          </a:solidFill>
                          <a:effectLst/>
                          <a:latin typeface="EYInterstate Light" panose="02000506000000020004" pitchFamily="2" charset="0"/>
                          <a:ea typeface="+mn-ea"/>
                          <a:cs typeface="+mn-cs"/>
                        </a:rPr>
                        <a:t> ARCS</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lnSpc>
                          <a:spcPct val="100000"/>
                        </a:lnSpc>
                        <a:spcBef>
                          <a:spcPts val="0"/>
                        </a:spcBef>
                        <a:spcAft>
                          <a:spcPts val="0"/>
                        </a:spcAft>
                      </a:pPr>
                      <a:r>
                        <a:rPr lang="en-US" sz="900" kern="1200">
                          <a:solidFill>
                            <a:schemeClr val="tx2"/>
                          </a:solidFill>
                          <a:effectLst/>
                          <a:latin typeface="EYInterstate Light" panose="02000506000000020004" pitchFamily="2" charset="0"/>
                          <a:ea typeface="+mn-ea"/>
                          <a:cs typeface="+mn-cs"/>
                        </a:rPr>
                        <a:t> ARCS via FCCS</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sym typeface="Wingdings" panose="05000000000000000000" pitchFamily="2" charset="2"/>
                      </a:endParaRPr>
                    </a:p>
                    <a:p>
                      <a:pPr marL="0" algn="ctr" defTabSz="685800" rtl="0" eaLnBrk="1" latinLnBrk="0" hangingPunct="1">
                        <a:lnSpc>
                          <a:spcPct val="100000"/>
                        </a:lnSpc>
                        <a:spcBef>
                          <a:spcPts val="0"/>
                        </a:spcBef>
                        <a:spcAft>
                          <a:spcPts val="0"/>
                        </a:spcAft>
                      </a:pPr>
                      <a:r>
                        <a:rPr lang="en-US" sz="900" kern="1200">
                          <a:solidFill>
                            <a:schemeClr val="tx2"/>
                          </a:solidFill>
                          <a:effectLst/>
                          <a:latin typeface="EYInterstate Light" panose="02000506000000020004" pitchFamily="2" charset="0"/>
                          <a:ea typeface="+mn-ea"/>
                          <a:cs typeface="+mn-cs"/>
                        </a:rPr>
                        <a:t> ARCS via FCCS( For Reconciliation Compliance)</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p>
                    <a:p>
                      <a:pPr marL="0" marR="0" lvl="0" indent="0" algn="ctr" defTabSz="685800" rtl="0" eaLnBrk="1" fontAlgn="auto" latinLnBrk="0" hangingPunct="1">
                        <a:lnSpc>
                          <a:spcPct val="100000"/>
                        </a:lnSpc>
                        <a:spcBef>
                          <a:spcPts val="0"/>
                        </a:spcBef>
                        <a:spcAft>
                          <a:spcPts val="0"/>
                        </a:spcAft>
                        <a:buClrTx/>
                        <a:buSzTx/>
                        <a:buFontTx/>
                        <a:buNone/>
                        <a:tabLst/>
                        <a:defRPr/>
                      </a:pPr>
                      <a:r>
                        <a:rPr lang="en-US" sz="900" kern="1200" noProof="0">
                          <a:solidFill>
                            <a:schemeClr val="tx2"/>
                          </a:solidFill>
                          <a:effectLst/>
                          <a:latin typeface="EYInterstate Light" panose="02000506000000020004" pitchFamily="2" charset="0"/>
                          <a:ea typeface="+mn-ea"/>
                          <a:cs typeface="+mn-cs"/>
                        </a:rPr>
                        <a:t>Can be built into ARM / ARCS</a:t>
                      </a:r>
                    </a:p>
                    <a:p>
                      <a:pPr marL="0" marR="0" lvl="0" indent="0" algn="ctr" defTabSz="685800" rtl="0" eaLnBrk="1" fontAlgn="auto" latinLnBrk="0" hangingPunct="1">
                        <a:lnSpc>
                          <a:spcPct val="100000"/>
                        </a:lnSpc>
                        <a:spcBef>
                          <a:spcPts val="0"/>
                        </a:spcBef>
                        <a:spcAft>
                          <a:spcPts val="0"/>
                        </a:spcAft>
                        <a:buClrTx/>
                        <a:buSzTx/>
                        <a:buFontTx/>
                        <a:buNone/>
                        <a:tabLst/>
                        <a:defRPr/>
                      </a:pPr>
                      <a:r>
                        <a:rPr lang="en-US" sz="900" kern="1200" noProof="0">
                          <a:solidFill>
                            <a:schemeClr val="tx2"/>
                          </a:solidFill>
                          <a:effectLst/>
                          <a:latin typeface="EYInterstate Light" panose="02000506000000020004" pitchFamily="2" charset="0"/>
                          <a:ea typeface="+mn-ea"/>
                          <a:cs typeface="+mn-cs"/>
                        </a:rPr>
                        <a:t>With Variance Template </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FFC000"/>
                          </a:solidFill>
                          <a:effectLst/>
                          <a:latin typeface="EYInterstate Light" panose="02000506000000020004" pitchFamily="2" charset="0"/>
                          <a:ea typeface="+mn-ea"/>
                          <a:cs typeface="+mn-cs"/>
                          <a:sym typeface="Wingdings" panose="05000000000000000000" pitchFamily="2" charset="2"/>
                        </a:rPr>
                        <a:t>/ -</a:t>
                      </a:r>
                    </a:p>
                    <a:p>
                      <a:pPr marL="0" marR="0" lvl="0" indent="0" algn="ctr" defTabSz="685800" rtl="0" eaLnBrk="1" fontAlgn="auto" latinLnBrk="0" hangingPunct="1">
                        <a:lnSpc>
                          <a:spcPct val="100000"/>
                        </a:lnSpc>
                        <a:spcBef>
                          <a:spcPts val="0"/>
                        </a:spcBef>
                        <a:spcAft>
                          <a:spcPts val="0"/>
                        </a:spcAft>
                        <a:buClrTx/>
                        <a:buSzTx/>
                        <a:buFontTx/>
                        <a:buNone/>
                        <a:tabLst/>
                        <a:defRPr/>
                      </a:pPr>
                      <a:r>
                        <a:rPr lang="en-US" sz="900" kern="1200">
                          <a:solidFill>
                            <a:schemeClr val="tx2"/>
                          </a:solidFill>
                          <a:effectLst/>
                          <a:latin typeface="EYInterstate Light" panose="02000506000000020004" pitchFamily="2" charset="0"/>
                          <a:ea typeface="+mn-ea"/>
                          <a:cs typeface="+mn-cs"/>
                        </a:rPr>
                        <a:t>Can be built into ARM / ARCS</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p>
                    <a:p>
                      <a:pPr marL="0" marR="0" lvl="0" indent="0" algn="ctr" defTabSz="685800" rtl="0" eaLnBrk="1" fontAlgn="auto" latinLnBrk="0" hangingPunct="1">
                        <a:lnSpc>
                          <a:spcPct val="100000"/>
                        </a:lnSpc>
                        <a:spcBef>
                          <a:spcPts val="0"/>
                        </a:spcBef>
                        <a:spcAft>
                          <a:spcPts val="0"/>
                        </a:spcAft>
                        <a:buClrTx/>
                        <a:buSzTx/>
                        <a:buFontTx/>
                        <a:buNone/>
                        <a:tabLst/>
                        <a:defRPr/>
                      </a:pPr>
                      <a:r>
                        <a:rPr lang="en-US" sz="900" kern="1200" noProof="0">
                          <a:solidFill>
                            <a:schemeClr val="tx2"/>
                          </a:solidFill>
                          <a:effectLst/>
                          <a:latin typeface="EYInterstate Light" panose="02000506000000020004" pitchFamily="2" charset="0"/>
                          <a:ea typeface="+mn-ea"/>
                          <a:cs typeface="+mn-cs"/>
                        </a:rPr>
                        <a:t>Fin Reporting Compliance Cloud Service</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FFC000"/>
                          </a:solidFill>
                          <a:effectLst/>
                          <a:latin typeface="EYInterstate Light" panose="02000506000000020004" pitchFamily="2" charset="0"/>
                          <a:ea typeface="+mn-ea"/>
                          <a:cs typeface="+mn-cs"/>
                          <a:sym typeface="Wingdings" panose="05000000000000000000" pitchFamily="2" charset="2"/>
                        </a:rPr>
                        <a:t>/ -</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rPr>
                        <a:t>Not a specific solution – supports intercompany recon through Recon + Match modules</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1506931494"/>
                  </a:ext>
                </a:extLst>
              </a:tr>
              <a:tr h="1005840">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algn="ctr"/>
                      <a:r>
                        <a:rPr lang="en-US" sz="1100" b="1">
                          <a:solidFill>
                            <a:schemeClr val="tx2"/>
                          </a:solidFill>
                          <a:latin typeface="EYInterstate Light" panose="02000506000000020004" pitchFamily="2" charset="0"/>
                        </a:rPr>
                        <a:t>OneStream</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2"/>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646464">
                        <a:lumMod val="60000"/>
                        <a:lumOff val="40000"/>
                      </a:srgbClr>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p>
                    <a:p>
                      <a:pPr marL="0" algn="ctr" defTabSz="685800" rtl="0" eaLnBrk="1" latinLnBrk="0" hangingPunct="1">
                        <a:lnSpc>
                          <a:spcPct val="100000"/>
                        </a:lnSpc>
                        <a:spcBef>
                          <a:spcPts val="0"/>
                        </a:spcBef>
                        <a:spcAft>
                          <a:spcPts val="0"/>
                        </a:spcAft>
                      </a:pPr>
                      <a:r>
                        <a:rPr lang="en-US" sz="900" kern="1200">
                          <a:solidFill>
                            <a:schemeClr val="tx2"/>
                          </a:solidFill>
                          <a:effectLst/>
                          <a:latin typeface="EYInterstate Light" panose="02000506000000020004" pitchFamily="2" charset="0"/>
                          <a:ea typeface="+mn-ea"/>
                          <a:cs typeface="+mn-cs"/>
                        </a:rPr>
                        <a:t>RCM (Marketplace Solution)</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p>
                    <a:p>
                      <a:pPr marL="0" algn="ctr" defTabSz="685800" rtl="0" eaLnBrk="1" latinLnBrk="0" hangingPunct="1">
                        <a:lnSpc>
                          <a:spcPct val="100000"/>
                        </a:lnSpc>
                        <a:spcBef>
                          <a:spcPts val="0"/>
                        </a:spcBef>
                        <a:spcAft>
                          <a:spcPts val="0"/>
                        </a:spcAft>
                      </a:pPr>
                      <a:r>
                        <a:rPr lang="en-US" sz="900" kern="1200">
                          <a:solidFill>
                            <a:schemeClr val="tx2"/>
                          </a:solidFill>
                          <a:effectLst/>
                          <a:latin typeface="EYInterstate Light" panose="02000506000000020004" pitchFamily="2" charset="0"/>
                          <a:ea typeface="+mn-ea"/>
                          <a:cs typeface="+mn-cs"/>
                          <a:sym typeface="Wingdings" panose="05000000000000000000" pitchFamily="2" charset="2"/>
                        </a:rPr>
                        <a:t>Task Manager </a:t>
                      </a:r>
                      <a:r>
                        <a:rPr lang="en-US" sz="900" kern="1200">
                          <a:solidFill>
                            <a:schemeClr val="tx2"/>
                          </a:solidFill>
                          <a:effectLst/>
                          <a:latin typeface="EYInterstate Light" panose="02000506000000020004" pitchFamily="2" charset="0"/>
                          <a:ea typeface="+mn-ea"/>
                          <a:cs typeface="+mn-cs"/>
                        </a:rPr>
                        <a:t>(Marketplace Solution)</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p>
                    <a:p>
                      <a:pPr marL="0" algn="ctr" defTabSz="685800" rtl="0" eaLnBrk="1" latinLnBrk="0" hangingPunct="1">
                        <a:lnSpc>
                          <a:spcPct val="100000"/>
                        </a:lnSpc>
                        <a:spcBef>
                          <a:spcPts val="0"/>
                        </a:spcBef>
                        <a:spcAft>
                          <a:spcPts val="0"/>
                        </a:spcAft>
                      </a:pPr>
                      <a:r>
                        <a:rPr lang="en-US" sz="900" kern="1200">
                          <a:solidFill>
                            <a:schemeClr val="tx2"/>
                          </a:solidFill>
                          <a:effectLst/>
                          <a:latin typeface="EYInterstate Light" panose="02000506000000020004" pitchFamily="2" charset="0"/>
                          <a:ea typeface="+mn-ea"/>
                          <a:cs typeface="+mn-cs"/>
                        </a:rPr>
                        <a:t>RCM (Marketplace Solution)</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FF0000"/>
                          </a:solidFill>
                          <a:effectLst/>
                          <a:latin typeface="EYInterstate Light" panose="02000506000000020004" pitchFamily="2" charset="0"/>
                          <a:ea typeface="+mn-ea"/>
                          <a:cs typeface="+mn-cs"/>
                        </a:rPr>
                        <a:t>X</a:t>
                      </a:r>
                    </a:p>
                    <a:p>
                      <a:pPr marL="0" marR="0" lvl="0" indent="0" algn="ctr" defTabSz="685800" rtl="0" eaLnBrk="1" fontAlgn="auto" latinLnBrk="0" hangingPunct="1">
                        <a:lnSpc>
                          <a:spcPct val="100000"/>
                        </a:lnSpc>
                        <a:spcBef>
                          <a:spcPts val="0"/>
                        </a:spcBef>
                        <a:spcAft>
                          <a:spcPts val="0"/>
                        </a:spcAft>
                        <a:buClrTx/>
                        <a:buSzTx/>
                        <a:buFontTx/>
                        <a:buNone/>
                        <a:tabLst/>
                        <a:defRPr/>
                      </a:pPr>
                      <a:r>
                        <a:rPr lang="en-US" sz="900" b="0" kern="1200">
                          <a:solidFill>
                            <a:schemeClr val="tx2"/>
                          </a:solidFill>
                          <a:effectLst/>
                          <a:latin typeface="EYInterstate Light" panose="02000506000000020004" pitchFamily="2" charset="0"/>
                          <a:ea typeface="+mn-ea"/>
                          <a:cs typeface="+mn-cs"/>
                        </a:rPr>
                        <a:t>Not available</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FF0000"/>
                          </a:solidFill>
                          <a:effectLst/>
                          <a:latin typeface="EYInterstate Light" panose="02000506000000020004" pitchFamily="2" charset="0"/>
                          <a:ea typeface="+mn-ea"/>
                          <a:cs typeface="+mn-cs"/>
                        </a:rPr>
                        <a:t>X</a:t>
                      </a:r>
                    </a:p>
                    <a:p>
                      <a:pPr marL="0" marR="0" lvl="0" indent="0" algn="ctr" defTabSz="685800" rtl="0" eaLnBrk="1" fontAlgn="auto" latinLnBrk="0" hangingPunct="1">
                        <a:lnSpc>
                          <a:spcPct val="100000"/>
                        </a:lnSpc>
                        <a:spcBef>
                          <a:spcPts val="0"/>
                        </a:spcBef>
                        <a:spcAft>
                          <a:spcPts val="0"/>
                        </a:spcAft>
                        <a:buClrTx/>
                        <a:buSzTx/>
                        <a:buFontTx/>
                        <a:buNone/>
                        <a:tabLst/>
                        <a:defRPr/>
                      </a:pPr>
                      <a:r>
                        <a:rPr lang="en-US" sz="900" b="0" kern="1200">
                          <a:solidFill>
                            <a:schemeClr val="tx2"/>
                          </a:solidFill>
                          <a:effectLst/>
                          <a:latin typeface="EYInterstate Light" panose="02000506000000020004" pitchFamily="2" charset="0"/>
                          <a:ea typeface="+mn-ea"/>
                          <a:cs typeface="+mn-cs"/>
                        </a:rPr>
                        <a:t>Not available</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p>
                    <a:p>
                      <a:pPr marL="0" marR="0" lvl="0" indent="0" algn="ctr" defTabSz="685800" rtl="0" eaLnBrk="1" fontAlgn="auto" latinLnBrk="0" hangingPunct="1">
                        <a:lnSpc>
                          <a:spcPct val="100000"/>
                        </a:lnSpc>
                        <a:spcBef>
                          <a:spcPts val="0"/>
                        </a:spcBef>
                        <a:spcAft>
                          <a:spcPts val="0"/>
                        </a:spcAft>
                        <a:buClrTx/>
                        <a:buSzTx/>
                        <a:buFontTx/>
                        <a:buNone/>
                        <a:tabLst/>
                        <a:defRPr/>
                      </a:pPr>
                      <a:r>
                        <a:rPr lang="en-US" sz="900" kern="1200">
                          <a:solidFill>
                            <a:schemeClr val="tx2"/>
                          </a:solidFill>
                          <a:effectLst/>
                          <a:latin typeface="EYInterstate Light" panose="02000506000000020004" pitchFamily="2" charset="0"/>
                          <a:ea typeface="+mn-ea"/>
                          <a:cs typeface="+mn-cs"/>
                          <a:sym typeface="Wingdings" panose="05000000000000000000" pitchFamily="2" charset="2"/>
                        </a:rPr>
                        <a:t>Consolidation application</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FFC000"/>
                          </a:solidFill>
                          <a:effectLst/>
                          <a:latin typeface="EYInterstate Light" panose="02000506000000020004" pitchFamily="2" charset="0"/>
                          <a:ea typeface="+mn-ea"/>
                          <a:cs typeface="+mn-cs"/>
                          <a:sym typeface="Wingdings" panose="05000000000000000000" pitchFamily="2" charset="2"/>
                        </a:rPr>
                        <a:t>/ -</a:t>
                      </a:r>
                    </a:p>
                    <a:p>
                      <a:pPr marL="0" algn="ctr" defTabSz="685800" rtl="0" eaLnBrk="1" latinLnBrk="0" hangingPunct="1">
                        <a:lnSpc>
                          <a:spcPct val="100000"/>
                        </a:lnSpc>
                        <a:spcBef>
                          <a:spcPts val="0"/>
                        </a:spcBef>
                        <a:spcAft>
                          <a:spcPts val="0"/>
                        </a:spcAft>
                      </a:pPr>
                      <a:r>
                        <a:rPr lang="en-US" sz="900" kern="1200">
                          <a:solidFill>
                            <a:schemeClr val="tx2"/>
                          </a:solidFill>
                          <a:effectLst/>
                          <a:latin typeface="EYInterstate Light" panose="02000506000000020004" pitchFamily="2" charset="0"/>
                          <a:ea typeface="+mn-ea"/>
                          <a:cs typeface="+mn-cs"/>
                        </a:rPr>
                        <a:t>RCM; Built through custom reporting</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00B050"/>
                          </a:solidFill>
                          <a:effectLst/>
                          <a:latin typeface="EYInterstate Light" panose="02000506000000020004" pitchFamily="2" charset="0"/>
                          <a:ea typeface="+mn-ea"/>
                          <a:cs typeface="+mn-cs"/>
                          <a:sym typeface="Wingdings" panose="05000000000000000000" pitchFamily="2" charset="2"/>
                        </a:rPr>
                        <a:t></a:t>
                      </a:r>
                      <a:endParaRPr lang="en-US" sz="1800" b="1" kern="1200">
                        <a:solidFill>
                          <a:schemeClr val="tx2"/>
                        </a:solidFill>
                        <a:effectLst/>
                        <a:latin typeface="EYInterstate Light" panose="02000506000000020004" pitchFamily="2" charset="0"/>
                        <a:ea typeface="+mn-ea"/>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lang="en-US" sz="900" kern="1200">
                          <a:solidFill>
                            <a:schemeClr val="tx2"/>
                          </a:solidFill>
                          <a:effectLst/>
                          <a:latin typeface="EYInterstate Light" panose="02000506000000020004" pitchFamily="2" charset="0"/>
                          <a:ea typeface="+mn-ea"/>
                          <a:cs typeface="+mn-cs"/>
                        </a:rPr>
                        <a:t>Compliance (Marketplace Solution)</a:t>
                      </a: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tc>
                  <a:txBody>
                    <a:bodyPr/>
                    <a:lstStyle>
                      <a:lvl1pPr marL="0" algn="l" defTabSz="685434" rtl="0" eaLnBrk="1" latinLnBrk="0" hangingPunct="1">
                        <a:defRPr sz="1349" kern="1200">
                          <a:solidFill>
                            <a:schemeClr val="tx1"/>
                          </a:solidFill>
                          <a:latin typeface="Arial"/>
                        </a:defRPr>
                      </a:lvl1pPr>
                      <a:lvl2pPr marL="342717" algn="l" defTabSz="685434" rtl="0" eaLnBrk="1" latinLnBrk="0" hangingPunct="1">
                        <a:defRPr sz="1349" kern="1200">
                          <a:solidFill>
                            <a:schemeClr val="tx1"/>
                          </a:solidFill>
                          <a:latin typeface="Arial"/>
                        </a:defRPr>
                      </a:lvl2pPr>
                      <a:lvl3pPr marL="685434" algn="l" defTabSz="685434" rtl="0" eaLnBrk="1" latinLnBrk="0" hangingPunct="1">
                        <a:defRPr sz="1349" kern="1200">
                          <a:solidFill>
                            <a:schemeClr val="tx1"/>
                          </a:solidFill>
                          <a:latin typeface="Arial"/>
                        </a:defRPr>
                      </a:lvl3pPr>
                      <a:lvl4pPr marL="1028151" algn="l" defTabSz="685434" rtl="0" eaLnBrk="1" latinLnBrk="0" hangingPunct="1">
                        <a:defRPr sz="1349" kern="1200">
                          <a:solidFill>
                            <a:schemeClr val="tx1"/>
                          </a:solidFill>
                          <a:latin typeface="Arial"/>
                        </a:defRPr>
                      </a:lvl4pPr>
                      <a:lvl5pPr marL="1370868" algn="l" defTabSz="685434" rtl="0" eaLnBrk="1" latinLnBrk="0" hangingPunct="1">
                        <a:defRPr sz="1349" kern="1200">
                          <a:solidFill>
                            <a:schemeClr val="tx1"/>
                          </a:solidFill>
                          <a:latin typeface="Arial"/>
                        </a:defRPr>
                      </a:lvl5pPr>
                      <a:lvl6pPr marL="1713586" algn="l" defTabSz="685434" rtl="0" eaLnBrk="1" latinLnBrk="0" hangingPunct="1">
                        <a:defRPr sz="1349" kern="1200">
                          <a:solidFill>
                            <a:schemeClr val="tx1"/>
                          </a:solidFill>
                          <a:latin typeface="Arial"/>
                        </a:defRPr>
                      </a:lvl6pPr>
                      <a:lvl7pPr marL="2056303" algn="l" defTabSz="685434" rtl="0" eaLnBrk="1" latinLnBrk="0" hangingPunct="1">
                        <a:defRPr sz="1349" kern="1200">
                          <a:solidFill>
                            <a:schemeClr val="tx1"/>
                          </a:solidFill>
                          <a:latin typeface="Arial"/>
                        </a:defRPr>
                      </a:lvl7pPr>
                      <a:lvl8pPr marL="2399020" algn="l" defTabSz="685434" rtl="0" eaLnBrk="1" latinLnBrk="0" hangingPunct="1">
                        <a:defRPr sz="1349" kern="1200">
                          <a:solidFill>
                            <a:schemeClr val="tx1"/>
                          </a:solidFill>
                          <a:latin typeface="Arial"/>
                        </a:defRPr>
                      </a:lvl8pPr>
                      <a:lvl9pPr marL="2741737" algn="l" defTabSz="685434" rtl="0" eaLnBrk="1" latinLnBrk="0" hangingPunct="1">
                        <a:defRPr sz="1349" kern="1200">
                          <a:solidFill>
                            <a:schemeClr val="tx1"/>
                          </a:solidFill>
                          <a:latin typeface="Arial"/>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800" b="1" kern="1200">
                          <a:solidFill>
                            <a:srgbClr val="FFC000"/>
                          </a:solidFill>
                          <a:effectLst/>
                          <a:latin typeface="EYInterstate Light" panose="02000506000000020004" pitchFamily="2" charset="0"/>
                          <a:ea typeface="+mn-ea"/>
                          <a:cs typeface="+mn-cs"/>
                          <a:sym typeface="Wingdings" panose="05000000000000000000" pitchFamily="2" charset="2"/>
                        </a:rPr>
                        <a:t>/ -</a:t>
                      </a:r>
                    </a:p>
                    <a:p>
                      <a:pPr marL="0" algn="ctr" defTabSz="685800" rtl="0" eaLnBrk="1" latinLnBrk="0" hangingPunct="1"/>
                      <a:r>
                        <a:rPr lang="en-US" sz="900" b="0" kern="1200">
                          <a:solidFill>
                            <a:schemeClr val="tx2"/>
                          </a:solidFill>
                          <a:effectLst/>
                          <a:latin typeface="EYInterstate Light" panose="02000506000000020004" pitchFamily="2" charset="0"/>
                          <a:ea typeface="+mn-ea"/>
                          <a:cs typeface="+mn-cs"/>
                        </a:rPr>
                        <a:t>Not a specific solution – supports intercompany recon through Recon + Match modules</a:t>
                      </a:r>
                    </a:p>
                    <a:p>
                      <a:pPr marL="0" marR="0" lvl="0" indent="0" algn="ctr" defTabSz="685800" rtl="0" eaLnBrk="1" fontAlgn="auto" latinLnBrk="0" hangingPunct="1">
                        <a:lnSpc>
                          <a:spcPct val="100000"/>
                        </a:lnSpc>
                        <a:spcBef>
                          <a:spcPts val="0"/>
                        </a:spcBef>
                        <a:spcAft>
                          <a:spcPts val="0"/>
                        </a:spcAft>
                        <a:buClrTx/>
                        <a:buSzTx/>
                        <a:buFontTx/>
                        <a:buNone/>
                        <a:tabLst/>
                        <a:defRPr/>
                      </a:pPr>
                      <a:endParaRPr lang="en-US" sz="900" b="0" kern="1200">
                        <a:solidFill>
                          <a:schemeClr val="tx2"/>
                        </a:solidFill>
                        <a:effectLst/>
                        <a:latin typeface="EYInterstate Light" panose="02000506000000020004" pitchFamily="2" charset="0"/>
                        <a:ea typeface="+mn-ea"/>
                        <a:cs typeface="+mn-cs"/>
                      </a:endParaRPr>
                    </a:p>
                  </a:txBody>
                  <a:tcPr marL="18288" marR="18288" marT="18288" marB="18288"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solidFill>
                      <a:srgbClr val="333333"/>
                    </a:solidFill>
                  </a:tcPr>
                </a:tc>
                <a:extLst>
                  <a:ext uri="{0D108BD9-81ED-4DB2-BD59-A6C34878D82A}">
                    <a16:rowId xmlns:a16="http://schemas.microsoft.com/office/drawing/2014/main" val="2994377231"/>
                  </a:ext>
                </a:extLst>
              </a:tr>
            </a:tbl>
          </a:graphicData>
        </a:graphic>
      </p:graphicFrame>
      <p:sp>
        <p:nvSpPr>
          <p:cNvPr id="2" name="Date Placeholder 1">
            <a:extLst>
              <a:ext uri="{FF2B5EF4-FFF2-40B4-BE49-F238E27FC236}">
                <a16:creationId xmlns:a16="http://schemas.microsoft.com/office/drawing/2014/main" id="{1C5749E9-D8F2-F304-83FC-A1F29297AF3C}"/>
              </a:ext>
            </a:extLst>
          </p:cNvPr>
          <p:cNvSpPr>
            <a:spLocks noGrp="1"/>
          </p:cNvSpPr>
          <p:nvPr>
            <p:ph type="dt" sz="half" idx="10"/>
          </p:nvPr>
        </p:nvSpPr>
        <p:spPr/>
        <p:txBody>
          <a:bodyPr/>
          <a:lstStyle/>
          <a:p>
            <a:fld id="{73FF9788-D9CB-4D0D-90C9-E80FFD6C441F}" type="datetime1">
              <a:rPr lang="en-US" smtClean="0"/>
              <a:t>9/19/2025</a:t>
            </a:fld>
            <a:endParaRPr lang="en-IN"/>
          </a:p>
        </p:txBody>
      </p:sp>
      <p:sp>
        <p:nvSpPr>
          <p:cNvPr id="3" name="Slide Number Placeholder 2">
            <a:extLst>
              <a:ext uri="{FF2B5EF4-FFF2-40B4-BE49-F238E27FC236}">
                <a16:creationId xmlns:a16="http://schemas.microsoft.com/office/drawing/2014/main" id="{0CD86DEC-03A0-2B05-F46C-EE78E1FB242A}"/>
              </a:ext>
            </a:extLst>
          </p:cNvPr>
          <p:cNvSpPr>
            <a:spLocks noGrp="1"/>
          </p:cNvSpPr>
          <p:nvPr>
            <p:ph type="sldNum" sz="quarter" idx="12"/>
          </p:nvPr>
        </p:nvSpPr>
        <p:spPr/>
        <p:txBody>
          <a:bodyPr/>
          <a:lstStyle/>
          <a:p>
            <a:r>
              <a:rPr lang="en-GB"/>
              <a:t>Page </a:t>
            </a:r>
            <a:fld id="{F1BC30E3-FFE5-4B91-AA19-87A149EBB9EE}" type="slidenum">
              <a:rPr smtClean="0"/>
              <a:pPr/>
              <a:t>117</a:t>
            </a:fld>
            <a:endParaRPr/>
          </a:p>
        </p:txBody>
      </p:sp>
    </p:spTree>
    <p:extLst>
      <p:ext uri="{BB962C8B-B14F-4D97-AF65-F5344CB8AC3E}">
        <p14:creationId xmlns:p14="http://schemas.microsoft.com/office/powerpoint/2010/main" val="3859118726"/>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876E7C2-0459-D6EF-E9F4-900F5D49E4D6}"/>
              </a:ext>
            </a:extLst>
          </p:cNvPr>
          <p:cNvSpPr>
            <a:spLocks noGrp="1"/>
          </p:cNvSpPr>
          <p:nvPr>
            <p:ph type="title"/>
          </p:nvPr>
        </p:nvSpPr>
        <p:spPr/>
        <p:txBody>
          <a:bodyPr/>
          <a:lstStyle/>
          <a:p>
            <a:r>
              <a:rPr lang="en-US" b="1"/>
              <a:t>Financial Consolidation Solutions Assessment (1/3)</a:t>
            </a:r>
            <a:endParaRPr lang="en-IN" b="1"/>
          </a:p>
        </p:txBody>
      </p:sp>
      <p:pic>
        <p:nvPicPr>
          <p:cNvPr id="3" name="Picture 2">
            <a:extLst>
              <a:ext uri="{FF2B5EF4-FFF2-40B4-BE49-F238E27FC236}">
                <a16:creationId xmlns:a16="http://schemas.microsoft.com/office/drawing/2014/main" id="{71E7FA04-406F-F283-65FF-2BC78968C8C3}"/>
              </a:ext>
            </a:extLst>
          </p:cNvPr>
          <p:cNvPicPr>
            <a:picLocks noChangeAspect="1"/>
          </p:cNvPicPr>
          <p:nvPr/>
        </p:nvPicPr>
        <p:blipFill>
          <a:blip r:embed="rId2"/>
          <a:srcRect l="1037" t="1762" r="1408" b="4097"/>
          <a:stretch/>
        </p:blipFill>
        <p:spPr>
          <a:xfrm>
            <a:off x="381000" y="1055608"/>
            <a:ext cx="11430000" cy="5665232"/>
          </a:xfrm>
          <a:prstGeom prst="rect">
            <a:avLst/>
          </a:prstGeom>
        </p:spPr>
      </p:pic>
      <p:pic>
        <p:nvPicPr>
          <p:cNvPr id="8" name="Picture 7">
            <a:extLst>
              <a:ext uri="{FF2B5EF4-FFF2-40B4-BE49-F238E27FC236}">
                <a16:creationId xmlns:a16="http://schemas.microsoft.com/office/drawing/2014/main" id="{0236EE42-F85E-9510-7B2A-FFE646C72255}"/>
              </a:ext>
            </a:extLst>
          </p:cNvPr>
          <p:cNvPicPr>
            <a:picLocks noChangeAspect="1"/>
          </p:cNvPicPr>
          <p:nvPr/>
        </p:nvPicPr>
        <p:blipFill>
          <a:blip r:embed="rId3"/>
          <a:srcRect l="1849" t="21048" r="762" b="16924"/>
          <a:stretch/>
        </p:blipFill>
        <p:spPr>
          <a:xfrm>
            <a:off x="8157000" y="770300"/>
            <a:ext cx="3654000" cy="228600"/>
          </a:xfrm>
          <a:prstGeom prst="rect">
            <a:avLst/>
          </a:prstGeom>
        </p:spPr>
      </p:pic>
      <p:sp>
        <p:nvSpPr>
          <p:cNvPr id="2" name="Date Placeholder 1">
            <a:extLst>
              <a:ext uri="{FF2B5EF4-FFF2-40B4-BE49-F238E27FC236}">
                <a16:creationId xmlns:a16="http://schemas.microsoft.com/office/drawing/2014/main" id="{DE3490B7-6389-5E6B-C138-1B1075E55790}"/>
              </a:ext>
            </a:extLst>
          </p:cNvPr>
          <p:cNvSpPr>
            <a:spLocks noGrp="1"/>
          </p:cNvSpPr>
          <p:nvPr>
            <p:ph type="dt" sz="half" idx="10"/>
          </p:nvPr>
        </p:nvSpPr>
        <p:spPr/>
        <p:txBody>
          <a:bodyPr/>
          <a:lstStyle/>
          <a:p>
            <a:fld id="{0819EA7C-C7AB-4FBC-B849-3EFD0B882B02}" type="datetime1">
              <a:rPr lang="en-US" smtClean="0"/>
              <a:t>9/19/2025</a:t>
            </a:fld>
            <a:endParaRPr lang="en-IN"/>
          </a:p>
        </p:txBody>
      </p:sp>
      <p:sp>
        <p:nvSpPr>
          <p:cNvPr id="5" name="Slide Number Placeholder 4">
            <a:extLst>
              <a:ext uri="{FF2B5EF4-FFF2-40B4-BE49-F238E27FC236}">
                <a16:creationId xmlns:a16="http://schemas.microsoft.com/office/drawing/2014/main" id="{7B32D989-0F4F-3BF6-F55D-99963BF9835E}"/>
              </a:ext>
            </a:extLst>
          </p:cNvPr>
          <p:cNvSpPr>
            <a:spLocks noGrp="1"/>
          </p:cNvSpPr>
          <p:nvPr>
            <p:ph type="sldNum" sz="quarter" idx="12"/>
          </p:nvPr>
        </p:nvSpPr>
        <p:spPr/>
        <p:txBody>
          <a:bodyPr/>
          <a:lstStyle/>
          <a:p>
            <a:r>
              <a:rPr lang="en-GB"/>
              <a:t>Page </a:t>
            </a:r>
            <a:fld id="{F1BC30E3-FFE5-4B91-AA19-87A149EBB9EE}" type="slidenum">
              <a:rPr smtClean="0"/>
              <a:pPr/>
              <a:t>118</a:t>
            </a:fld>
            <a:endParaRPr/>
          </a:p>
        </p:txBody>
      </p:sp>
    </p:spTree>
    <p:extLst>
      <p:ext uri="{BB962C8B-B14F-4D97-AF65-F5344CB8AC3E}">
        <p14:creationId xmlns:p14="http://schemas.microsoft.com/office/powerpoint/2010/main" val="3671927868"/>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876E7C2-0459-D6EF-E9F4-900F5D49E4D6}"/>
              </a:ext>
            </a:extLst>
          </p:cNvPr>
          <p:cNvSpPr>
            <a:spLocks noGrp="1"/>
          </p:cNvSpPr>
          <p:nvPr>
            <p:ph type="title"/>
          </p:nvPr>
        </p:nvSpPr>
        <p:spPr/>
        <p:txBody>
          <a:bodyPr/>
          <a:lstStyle/>
          <a:p>
            <a:r>
              <a:rPr lang="en-US" b="1"/>
              <a:t>Financial Consolidation Solutions Assessment (2/3)</a:t>
            </a:r>
            <a:endParaRPr lang="en-IN" b="1"/>
          </a:p>
        </p:txBody>
      </p:sp>
      <p:pic>
        <p:nvPicPr>
          <p:cNvPr id="2" name="Picture 1">
            <a:extLst>
              <a:ext uri="{FF2B5EF4-FFF2-40B4-BE49-F238E27FC236}">
                <a16:creationId xmlns:a16="http://schemas.microsoft.com/office/drawing/2014/main" id="{A7FAE79A-1649-B83B-A7E6-D67B3D9CB7CC}"/>
              </a:ext>
            </a:extLst>
          </p:cNvPr>
          <p:cNvPicPr>
            <a:picLocks noChangeAspect="1"/>
          </p:cNvPicPr>
          <p:nvPr/>
        </p:nvPicPr>
        <p:blipFill>
          <a:blip r:embed="rId2"/>
          <a:srcRect l="937" t="1539" r="685" b="1856"/>
          <a:stretch/>
        </p:blipFill>
        <p:spPr>
          <a:xfrm>
            <a:off x="381000" y="1051878"/>
            <a:ext cx="11430000" cy="5668962"/>
          </a:xfrm>
          <a:prstGeom prst="rect">
            <a:avLst/>
          </a:prstGeom>
        </p:spPr>
      </p:pic>
      <p:pic>
        <p:nvPicPr>
          <p:cNvPr id="7" name="Picture 6">
            <a:extLst>
              <a:ext uri="{FF2B5EF4-FFF2-40B4-BE49-F238E27FC236}">
                <a16:creationId xmlns:a16="http://schemas.microsoft.com/office/drawing/2014/main" id="{4CD424BA-9C76-1433-6DE7-F0A9EE4BBDD2}"/>
              </a:ext>
            </a:extLst>
          </p:cNvPr>
          <p:cNvPicPr>
            <a:picLocks noChangeAspect="1"/>
          </p:cNvPicPr>
          <p:nvPr/>
        </p:nvPicPr>
        <p:blipFill>
          <a:blip r:embed="rId3"/>
          <a:srcRect l="1849" t="21048" r="762" b="16924"/>
          <a:stretch/>
        </p:blipFill>
        <p:spPr>
          <a:xfrm>
            <a:off x="8157000" y="770300"/>
            <a:ext cx="3654000" cy="228600"/>
          </a:xfrm>
          <a:prstGeom prst="rect">
            <a:avLst/>
          </a:prstGeom>
        </p:spPr>
      </p:pic>
      <p:sp>
        <p:nvSpPr>
          <p:cNvPr id="3" name="Date Placeholder 2">
            <a:extLst>
              <a:ext uri="{FF2B5EF4-FFF2-40B4-BE49-F238E27FC236}">
                <a16:creationId xmlns:a16="http://schemas.microsoft.com/office/drawing/2014/main" id="{A24DCB64-B5B0-9849-68B4-531CB6399E52}"/>
              </a:ext>
            </a:extLst>
          </p:cNvPr>
          <p:cNvSpPr>
            <a:spLocks noGrp="1"/>
          </p:cNvSpPr>
          <p:nvPr>
            <p:ph type="dt" sz="half" idx="10"/>
          </p:nvPr>
        </p:nvSpPr>
        <p:spPr/>
        <p:txBody>
          <a:bodyPr/>
          <a:lstStyle/>
          <a:p>
            <a:fld id="{D601A1FA-A20E-43B5-A07E-CED6FA330B44}" type="datetime1">
              <a:rPr lang="en-US" smtClean="0"/>
              <a:t>9/19/2025</a:t>
            </a:fld>
            <a:endParaRPr lang="en-IN"/>
          </a:p>
        </p:txBody>
      </p:sp>
      <p:sp>
        <p:nvSpPr>
          <p:cNvPr id="5" name="Slide Number Placeholder 4">
            <a:extLst>
              <a:ext uri="{FF2B5EF4-FFF2-40B4-BE49-F238E27FC236}">
                <a16:creationId xmlns:a16="http://schemas.microsoft.com/office/drawing/2014/main" id="{B85159F8-5CC2-2DFC-1F4F-497D0396B61C}"/>
              </a:ext>
            </a:extLst>
          </p:cNvPr>
          <p:cNvSpPr>
            <a:spLocks noGrp="1"/>
          </p:cNvSpPr>
          <p:nvPr>
            <p:ph type="sldNum" sz="quarter" idx="12"/>
          </p:nvPr>
        </p:nvSpPr>
        <p:spPr/>
        <p:txBody>
          <a:bodyPr/>
          <a:lstStyle/>
          <a:p>
            <a:r>
              <a:rPr lang="en-GB"/>
              <a:t>Page </a:t>
            </a:r>
            <a:fld id="{F1BC30E3-FFE5-4B91-AA19-87A149EBB9EE}" type="slidenum">
              <a:rPr smtClean="0"/>
              <a:pPr/>
              <a:t>119</a:t>
            </a:fld>
            <a:endParaRPr/>
          </a:p>
        </p:txBody>
      </p:sp>
    </p:spTree>
    <p:extLst>
      <p:ext uri="{BB962C8B-B14F-4D97-AF65-F5344CB8AC3E}">
        <p14:creationId xmlns:p14="http://schemas.microsoft.com/office/powerpoint/2010/main" val="1230116666"/>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876E7C2-0459-D6EF-E9F4-900F5D49E4D6}"/>
              </a:ext>
            </a:extLst>
          </p:cNvPr>
          <p:cNvSpPr>
            <a:spLocks noGrp="1"/>
          </p:cNvSpPr>
          <p:nvPr>
            <p:ph type="title"/>
          </p:nvPr>
        </p:nvSpPr>
        <p:spPr/>
        <p:txBody>
          <a:bodyPr/>
          <a:lstStyle/>
          <a:p>
            <a:r>
              <a:rPr lang="en-US" b="1"/>
              <a:t>Financial Consolidation Solutions Assessment (3/3)</a:t>
            </a:r>
            <a:endParaRPr lang="en-IN" b="1"/>
          </a:p>
        </p:txBody>
      </p:sp>
      <p:pic>
        <p:nvPicPr>
          <p:cNvPr id="7" name="Picture 6">
            <a:extLst>
              <a:ext uri="{FF2B5EF4-FFF2-40B4-BE49-F238E27FC236}">
                <a16:creationId xmlns:a16="http://schemas.microsoft.com/office/drawing/2014/main" id="{89169724-6FCE-C7AA-213F-88A8868E913F}"/>
              </a:ext>
            </a:extLst>
          </p:cNvPr>
          <p:cNvPicPr>
            <a:picLocks noChangeAspect="1"/>
          </p:cNvPicPr>
          <p:nvPr/>
        </p:nvPicPr>
        <p:blipFill>
          <a:blip r:embed="rId2"/>
          <a:srcRect l="994" t="1245" r="1365" b="2160"/>
          <a:stretch/>
        </p:blipFill>
        <p:spPr>
          <a:xfrm>
            <a:off x="381000" y="1051198"/>
            <a:ext cx="11430000" cy="5669642"/>
          </a:xfrm>
          <a:prstGeom prst="rect">
            <a:avLst/>
          </a:prstGeom>
        </p:spPr>
      </p:pic>
      <p:pic>
        <p:nvPicPr>
          <p:cNvPr id="8" name="Picture 7">
            <a:extLst>
              <a:ext uri="{FF2B5EF4-FFF2-40B4-BE49-F238E27FC236}">
                <a16:creationId xmlns:a16="http://schemas.microsoft.com/office/drawing/2014/main" id="{9CFEE51E-FBA7-5892-45E8-7A274F6129F0}"/>
              </a:ext>
            </a:extLst>
          </p:cNvPr>
          <p:cNvPicPr>
            <a:picLocks noChangeAspect="1"/>
          </p:cNvPicPr>
          <p:nvPr/>
        </p:nvPicPr>
        <p:blipFill>
          <a:blip r:embed="rId3"/>
          <a:srcRect l="1849" t="21048" r="762" b="16924"/>
          <a:stretch/>
        </p:blipFill>
        <p:spPr>
          <a:xfrm>
            <a:off x="8157000" y="770300"/>
            <a:ext cx="3654000" cy="228600"/>
          </a:xfrm>
          <a:prstGeom prst="rect">
            <a:avLst/>
          </a:prstGeom>
        </p:spPr>
      </p:pic>
      <p:sp>
        <p:nvSpPr>
          <p:cNvPr id="2" name="Date Placeholder 1">
            <a:extLst>
              <a:ext uri="{FF2B5EF4-FFF2-40B4-BE49-F238E27FC236}">
                <a16:creationId xmlns:a16="http://schemas.microsoft.com/office/drawing/2014/main" id="{788380C4-ABE3-B892-4952-54852857567A}"/>
              </a:ext>
            </a:extLst>
          </p:cNvPr>
          <p:cNvSpPr>
            <a:spLocks noGrp="1"/>
          </p:cNvSpPr>
          <p:nvPr>
            <p:ph type="dt" sz="half" idx="10"/>
          </p:nvPr>
        </p:nvSpPr>
        <p:spPr/>
        <p:txBody>
          <a:bodyPr/>
          <a:lstStyle/>
          <a:p>
            <a:fld id="{B945C846-9968-4A15-A532-5D9DB5361B54}" type="datetime1">
              <a:rPr lang="en-US" smtClean="0"/>
              <a:t>9/19/2025</a:t>
            </a:fld>
            <a:endParaRPr lang="en-IN"/>
          </a:p>
        </p:txBody>
      </p:sp>
      <p:sp>
        <p:nvSpPr>
          <p:cNvPr id="3" name="Slide Number Placeholder 2">
            <a:extLst>
              <a:ext uri="{FF2B5EF4-FFF2-40B4-BE49-F238E27FC236}">
                <a16:creationId xmlns:a16="http://schemas.microsoft.com/office/drawing/2014/main" id="{6C4910B6-D8FE-C11D-E0C4-9B4C0A780734}"/>
              </a:ext>
            </a:extLst>
          </p:cNvPr>
          <p:cNvSpPr>
            <a:spLocks noGrp="1"/>
          </p:cNvSpPr>
          <p:nvPr>
            <p:ph type="sldNum" sz="quarter" idx="12"/>
          </p:nvPr>
        </p:nvSpPr>
        <p:spPr/>
        <p:txBody>
          <a:bodyPr/>
          <a:lstStyle/>
          <a:p>
            <a:r>
              <a:rPr lang="en-GB"/>
              <a:t>Page </a:t>
            </a:r>
            <a:fld id="{F1BC30E3-FFE5-4B91-AA19-87A149EBB9EE}" type="slidenum">
              <a:rPr smtClean="0"/>
              <a:pPr/>
              <a:t>120</a:t>
            </a:fld>
            <a:endParaRPr/>
          </a:p>
        </p:txBody>
      </p:sp>
    </p:spTree>
    <p:extLst>
      <p:ext uri="{BB962C8B-B14F-4D97-AF65-F5344CB8AC3E}">
        <p14:creationId xmlns:p14="http://schemas.microsoft.com/office/powerpoint/2010/main" val="3558005796"/>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0EEBE1-1075-8134-7FDB-B74032C9A7E8}"/>
              </a:ext>
            </a:extLst>
          </p:cNvPr>
          <p:cNvSpPr>
            <a:spLocks noGrp="1"/>
          </p:cNvSpPr>
          <p:nvPr>
            <p:ph type="title"/>
          </p:nvPr>
        </p:nvSpPr>
        <p:spPr/>
        <p:txBody>
          <a:bodyPr/>
          <a:lstStyle/>
          <a:p>
            <a:r>
              <a:rPr lang="en-US" sz="2000" b="0">
                <a:latin typeface="EYInterstate Light"/>
              </a:rPr>
              <a:t>Companies need to rethink what information creates value and how they can set up an efficient structure to steer and report on it and provide real(er) time transparency to stakeholders.</a:t>
            </a:r>
            <a:endParaRPr lang="en-IN" sz="2000"/>
          </a:p>
        </p:txBody>
      </p:sp>
      <p:sp>
        <p:nvSpPr>
          <p:cNvPr id="5" name="Slide Number Placeholder 4">
            <a:extLst>
              <a:ext uri="{FF2B5EF4-FFF2-40B4-BE49-F238E27FC236}">
                <a16:creationId xmlns:a16="http://schemas.microsoft.com/office/drawing/2014/main" id="{25FA012A-B8E4-8B17-BA19-AF433D3089BD}"/>
              </a:ext>
            </a:extLst>
          </p:cNvPr>
          <p:cNvSpPr>
            <a:spLocks noGrp="1"/>
          </p:cNvSpPr>
          <p:nvPr>
            <p:ph type="sldNum" sz="quarter" idx="12"/>
          </p:nvPr>
        </p:nvSpPr>
        <p:spPr/>
        <p:txBody>
          <a:bodyPr/>
          <a:lstStyle/>
          <a:p>
            <a:fld id="{94FCA0F3-9F3A-694B-99BB-0E592A797735}" type="slidenum">
              <a:rPr lang="en-US" smtClean="0"/>
              <a:t>121</a:t>
            </a:fld>
            <a:endParaRPr lang="en-US"/>
          </a:p>
        </p:txBody>
      </p:sp>
      <p:sp>
        <p:nvSpPr>
          <p:cNvPr id="6" name="Date Placeholder 5">
            <a:extLst>
              <a:ext uri="{FF2B5EF4-FFF2-40B4-BE49-F238E27FC236}">
                <a16:creationId xmlns:a16="http://schemas.microsoft.com/office/drawing/2014/main" id="{FA72CB57-2D6B-CE9F-35D1-5477B9A9754E}"/>
              </a:ext>
            </a:extLst>
          </p:cNvPr>
          <p:cNvSpPr>
            <a:spLocks noGrp="1"/>
          </p:cNvSpPr>
          <p:nvPr>
            <p:ph type="dt" sz="half" idx="10"/>
          </p:nvPr>
        </p:nvSpPr>
        <p:spPr/>
        <p:txBody>
          <a:bodyPr/>
          <a:lstStyle/>
          <a:p>
            <a:fld id="{3CAF1FEE-186C-45BC-8216-554F104F780D}" type="datetime1">
              <a:rPr lang="en-US" smtClean="0"/>
              <a:t>9/19/2025</a:t>
            </a:fld>
            <a:endParaRPr lang="en-US"/>
          </a:p>
        </p:txBody>
      </p:sp>
      <p:sp>
        <p:nvSpPr>
          <p:cNvPr id="8" name="SmartArt Placeholder 7">
            <a:extLst>
              <a:ext uri="{FF2B5EF4-FFF2-40B4-BE49-F238E27FC236}">
                <a16:creationId xmlns:a16="http://schemas.microsoft.com/office/drawing/2014/main" id="{927DCC5A-3078-E62F-CB3F-AA6FEAC39522}"/>
              </a:ext>
            </a:extLst>
          </p:cNvPr>
          <p:cNvSpPr>
            <a:spLocks noGrp="1"/>
          </p:cNvSpPr>
          <p:nvPr>
            <p:ph type="dgm" sz="quarter" idx="17"/>
          </p:nvPr>
        </p:nvSpPr>
        <p:spPr/>
        <p:txBody>
          <a:bodyPr/>
          <a:lstStyle/>
          <a:p>
            <a:endParaRPr lang="en-IN"/>
          </a:p>
        </p:txBody>
      </p:sp>
      <p:sp>
        <p:nvSpPr>
          <p:cNvPr id="9" name="Rectangle 8">
            <a:extLst>
              <a:ext uri="{FF2B5EF4-FFF2-40B4-BE49-F238E27FC236}">
                <a16:creationId xmlns:a16="http://schemas.microsoft.com/office/drawing/2014/main" id="{819423D0-3097-FA1E-BA8B-75162C5BCDD8}"/>
              </a:ext>
            </a:extLst>
          </p:cNvPr>
          <p:cNvSpPr/>
          <p:nvPr/>
        </p:nvSpPr>
        <p:spPr>
          <a:xfrm>
            <a:off x="653238" y="1455922"/>
            <a:ext cx="3459888" cy="3131076"/>
          </a:xfrm>
          <a:prstGeom prst="rect">
            <a:avLst/>
          </a:prstGeom>
          <a:noFill/>
          <a:ln w="12700" cap="sq" cmpd="sng" algn="ctr">
            <a:solidFill>
              <a:srgbClr val="3E3E4C"/>
            </a:solidFill>
            <a:prstDash val="solid"/>
            <a:miter lim="800000"/>
            <a:tailEnd type="none"/>
          </a:ln>
          <a:effectLst/>
        </p:spPr>
        <p:txBody>
          <a:bodyPr rot="0" spcFirstLastPara="0" vertOverflow="overflow" horzOverflow="overflow" vert="horz" wrap="square" lIns="91392" tIns="45696" rIns="91392" bIns="45696" numCol="1" spcCol="0" rtlCol="0" fromWordArt="0" anchor="t"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schemeClr val="bg1"/>
                </a:solidFill>
                <a:effectLst/>
                <a:uLnTx/>
                <a:uFillTx/>
              </a:rPr>
              <a:t>Stakeholder Value &amp; Communication</a:t>
            </a:r>
          </a:p>
        </p:txBody>
      </p:sp>
      <p:sp>
        <p:nvSpPr>
          <p:cNvPr id="10" name="Rectangle 9">
            <a:extLst>
              <a:ext uri="{FF2B5EF4-FFF2-40B4-BE49-F238E27FC236}">
                <a16:creationId xmlns:a16="http://schemas.microsoft.com/office/drawing/2014/main" id="{976944AA-7351-FA58-0358-08CE5E71A61C}"/>
              </a:ext>
            </a:extLst>
          </p:cNvPr>
          <p:cNvSpPr/>
          <p:nvPr/>
        </p:nvSpPr>
        <p:spPr>
          <a:xfrm>
            <a:off x="4600513" y="2620766"/>
            <a:ext cx="902301" cy="1190871"/>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LTV</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Value Narrative</a:t>
            </a:r>
          </a:p>
        </p:txBody>
      </p:sp>
      <p:sp>
        <p:nvSpPr>
          <p:cNvPr id="11" name="Rectangle 10">
            <a:extLst>
              <a:ext uri="{FF2B5EF4-FFF2-40B4-BE49-F238E27FC236}">
                <a16:creationId xmlns:a16="http://schemas.microsoft.com/office/drawing/2014/main" id="{AEB55F09-A377-A52B-F0DA-706F0C83F51C}"/>
              </a:ext>
            </a:extLst>
          </p:cNvPr>
          <p:cNvSpPr/>
          <p:nvPr/>
        </p:nvSpPr>
        <p:spPr>
          <a:xfrm>
            <a:off x="5745212" y="2903876"/>
            <a:ext cx="919793" cy="431775"/>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Financial Statement</a:t>
            </a:r>
          </a:p>
        </p:txBody>
      </p:sp>
      <p:sp>
        <p:nvSpPr>
          <p:cNvPr id="12" name="Rectangle 11">
            <a:extLst>
              <a:ext uri="{FF2B5EF4-FFF2-40B4-BE49-F238E27FC236}">
                <a16:creationId xmlns:a16="http://schemas.microsoft.com/office/drawing/2014/main" id="{4E5E19AC-7CFA-923C-2947-1795ECA5385C}"/>
              </a:ext>
            </a:extLst>
          </p:cNvPr>
          <p:cNvSpPr/>
          <p:nvPr/>
        </p:nvSpPr>
        <p:spPr>
          <a:xfrm>
            <a:off x="5745212" y="3408211"/>
            <a:ext cx="919793" cy="431775"/>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ESG</a:t>
            </a:r>
          </a:p>
        </p:txBody>
      </p:sp>
      <p:sp>
        <p:nvSpPr>
          <p:cNvPr id="13" name="Rectangle 12">
            <a:extLst>
              <a:ext uri="{FF2B5EF4-FFF2-40B4-BE49-F238E27FC236}">
                <a16:creationId xmlns:a16="http://schemas.microsoft.com/office/drawing/2014/main" id="{83C75904-B1B7-7DFC-92F3-C25714A19559}"/>
              </a:ext>
            </a:extLst>
          </p:cNvPr>
          <p:cNvSpPr/>
          <p:nvPr/>
        </p:nvSpPr>
        <p:spPr>
          <a:xfrm>
            <a:off x="5745212" y="3912547"/>
            <a:ext cx="919793" cy="431775"/>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Other</a:t>
            </a:r>
          </a:p>
        </p:txBody>
      </p:sp>
      <p:sp>
        <p:nvSpPr>
          <p:cNvPr id="14" name="Rectangle 13">
            <a:extLst>
              <a:ext uri="{FF2B5EF4-FFF2-40B4-BE49-F238E27FC236}">
                <a16:creationId xmlns:a16="http://schemas.microsoft.com/office/drawing/2014/main" id="{D9E23C3A-1BBB-A662-8DA9-8DACEDECD425}"/>
              </a:ext>
            </a:extLst>
          </p:cNvPr>
          <p:cNvSpPr/>
          <p:nvPr/>
        </p:nvSpPr>
        <p:spPr>
          <a:xfrm>
            <a:off x="6907403" y="2903876"/>
            <a:ext cx="781106" cy="1440446"/>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err="1">
                <a:ln>
                  <a:noFill/>
                </a:ln>
                <a:solidFill>
                  <a:prstClr val="white"/>
                </a:solidFill>
                <a:effectLst/>
                <a:uLnTx/>
                <a:uFillTx/>
              </a:rPr>
              <a:t>Consoli</a:t>
            </a:r>
            <a:r>
              <a:rPr kumimoji="0" lang="en-US" sz="999" b="0" i="0" u="none" strike="noStrike" kern="0" cap="none" spc="0" normalizeH="0" baseline="0" noProof="0">
                <a:ln>
                  <a:noFill/>
                </a:ln>
                <a:solidFill>
                  <a:prstClr val="white"/>
                </a:solidFill>
                <a:effectLst/>
                <a:uLnTx/>
                <a:uFillTx/>
              </a:rPr>
              <a:t>-dation</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Engine</a:t>
            </a:r>
          </a:p>
        </p:txBody>
      </p:sp>
      <p:sp>
        <p:nvSpPr>
          <p:cNvPr id="15" name="Rectangle 14">
            <a:extLst>
              <a:ext uri="{FF2B5EF4-FFF2-40B4-BE49-F238E27FC236}">
                <a16:creationId xmlns:a16="http://schemas.microsoft.com/office/drawing/2014/main" id="{7F7C8C81-75B1-7801-FB00-F3AB9B8468D9}"/>
              </a:ext>
            </a:extLst>
          </p:cNvPr>
          <p:cNvSpPr/>
          <p:nvPr/>
        </p:nvSpPr>
        <p:spPr>
          <a:xfrm>
            <a:off x="5745213" y="2113484"/>
            <a:ext cx="1943293" cy="534188"/>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Operative Steering Model</a:t>
            </a:r>
          </a:p>
        </p:txBody>
      </p:sp>
      <p:sp>
        <p:nvSpPr>
          <p:cNvPr id="16" name="Rectangle 15">
            <a:extLst>
              <a:ext uri="{FF2B5EF4-FFF2-40B4-BE49-F238E27FC236}">
                <a16:creationId xmlns:a16="http://schemas.microsoft.com/office/drawing/2014/main" id="{EFF8837B-3E05-AED8-122B-14D7B1D8DF02}"/>
              </a:ext>
            </a:extLst>
          </p:cNvPr>
          <p:cNvSpPr/>
          <p:nvPr/>
        </p:nvSpPr>
        <p:spPr>
          <a:xfrm>
            <a:off x="653238" y="4833163"/>
            <a:ext cx="3454201" cy="1578566"/>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srgbClr val="FFE600"/>
                </a:solidFill>
                <a:effectLst/>
                <a:uLnTx/>
                <a:uFillTx/>
              </a:rPr>
              <a:t>Value to Stakeholder</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99" b="0" i="0" u="none" strike="noStrike" kern="0" cap="none" spc="0" normalizeH="0" baseline="0" noProof="0">
                <a:ln>
                  <a:noFill/>
                </a:ln>
                <a:solidFill>
                  <a:prstClr val="white"/>
                </a:solidFill>
                <a:effectLst/>
                <a:uLnTx/>
                <a:uFillTx/>
              </a:rPr>
              <a:t>High number of external reports can lead to inconsistent information and has limited value impact</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99" b="0" i="0" u="none" strike="noStrike" kern="0" cap="none" spc="0" normalizeH="0" baseline="0" noProof="0">
                <a:ln>
                  <a:noFill/>
                </a:ln>
                <a:solidFill>
                  <a:prstClr val="white"/>
                </a:solidFill>
                <a:effectLst/>
                <a:uLnTx/>
                <a:uFillTx/>
              </a:rPr>
              <a:t>Translating the different reports into one integrated value narrative ensures consistent information sharing along core value driver </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99" b="0" i="0" u="none" strike="noStrike" kern="0" cap="none" spc="0" normalizeH="0" baseline="0" noProof="0">
                <a:ln>
                  <a:noFill/>
                </a:ln>
                <a:solidFill>
                  <a:prstClr val="white"/>
                </a:solidFill>
                <a:effectLst/>
                <a:uLnTx/>
                <a:uFillTx/>
              </a:rPr>
              <a:t>Communication channels change from classic reports to apps, digital tagging and modern forms of content visualization. </a:t>
            </a:r>
          </a:p>
        </p:txBody>
      </p:sp>
      <p:sp>
        <p:nvSpPr>
          <p:cNvPr id="17" name="Rectangle 16">
            <a:extLst>
              <a:ext uri="{FF2B5EF4-FFF2-40B4-BE49-F238E27FC236}">
                <a16:creationId xmlns:a16="http://schemas.microsoft.com/office/drawing/2014/main" id="{DBABBC37-A21D-F11E-0786-C2E2BF2192AD}"/>
              </a:ext>
            </a:extLst>
          </p:cNvPr>
          <p:cNvSpPr/>
          <p:nvPr/>
        </p:nvSpPr>
        <p:spPr>
          <a:xfrm>
            <a:off x="8137593" y="4836984"/>
            <a:ext cx="3454201" cy="1578566"/>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srgbClr val="FFE600"/>
                </a:solidFill>
                <a:effectLst/>
                <a:uLnTx/>
                <a:uFillTx/>
              </a:rPr>
              <a:t>Data to Insights</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99" b="0" i="0" u="none" strike="noStrike" kern="0" cap="none" spc="0" normalizeH="0" baseline="0" noProof="0">
                <a:ln>
                  <a:noFill/>
                </a:ln>
                <a:solidFill>
                  <a:prstClr val="white"/>
                </a:solidFill>
                <a:effectLst/>
                <a:uLnTx/>
                <a:uFillTx/>
              </a:rPr>
              <a:t>Data to insights will require analytics capabilities enabled by artificial intelligence</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99" b="0" i="0" u="none" strike="noStrike" kern="0" cap="none" spc="0" normalizeH="0" baseline="0" noProof="0">
                <a:ln>
                  <a:noFill/>
                </a:ln>
                <a:solidFill>
                  <a:prstClr val="white"/>
                </a:solidFill>
                <a:effectLst/>
                <a:uLnTx/>
                <a:uFillTx/>
              </a:rPr>
              <a:t>Multiple data sources will be utilized to fulfill the new reporting requirements. ERP, Blockchain, IoT etc. will play a more important role in creating real time data.</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99" b="0" i="0" u="none" strike="noStrike" kern="0" cap="none" spc="0" normalizeH="0" baseline="0" noProof="0">
                <a:ln>
                  <a:noFill/>
                </a:ln>
                <a:solidFill>
                  <a:prstClr val="white"/>
                </a:solidFill>
                <a:effectLst/>
                <a:uLnTx/>
                <a:uFillTx/>
              </a:rPr>
              <a:t>Integration of the various data resources requires a data model and technology solutions, that provide the necessary flexibility</a:t>
            </a:r>
          </a:p>
        </p:txBody>
      </p:sp>
      <p:sp>
        <p:nvSpPr>
          <p:cNvPr id="18" name="Rectangle 17">
            <a:extLst>
              <a:ext uri="{FF2B5EF4-FFF2-40B4-BE49-F238E27FC236}">
                <a16:creationId xmlns:a16="http://schemas.microsoft.com/office/drawing/2014/main" id="{E470DDBC-0874-3041-B578-B5579D3CA260}"/>
              </a:ext>
            </a:extLst>
          </p:cNvPr>
          <p:cNvSpPr/>
          <p:nvPr/>
        </p:nvSpPr>
        <p:spPr>
          <a:xfrm>
            <a:off x="4395416" y="4833163"/>
            <a:ext cx="3454201" cy="1578566"/>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srgbClr val="FFE600"/>
                </a:solidFill>
                <a:effectLst/>
                <a:uLnTx/>
                <a:uFillTx/>
              </a:rPr>
              <a:t>Insights to Value</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99" b="0" i="0" u="none" strike="noStrike" kern="0" cap="none" spc="0" normalizeH="0" baseline="0" noProof="0">
                <a:ln>
                  <a:noFill/>
                </a:ln>
                <a:solidFill>
                  <a:prstClr val="white"/>
                </a:solidFill>
                <a:effectLst/>
                <a:uLnTx/>
                <a:uFillTx/>
              </a:rPr>
              <a:t>Corporate steering models translate the value narrative into key performance indicator</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99" b="0" i="0" u="none" strike="noStrike" kern="0" cap="none" spc="0" normalizeH="0" baseline="0" noProof="0">
                <a:ln>
                  <a:noFill/>
                </a:ln>
                <a:solidFill>
                  <a:prstClr val="white"/>
                </a:solidFill>
                <a:effectLst/>
                <a:uLnTx/>
                <a:uFillTx/>
              </a:rPr>
              <a:t>KPI &amp; Analytics needs to be structured along value flows to create impact and support business in decision taking</a:t>
            </a:r>
          </a:p>
          <a:p>
            <a:pPr marL="171364" marR="0" lvl="0" indent="-171364" defTabSz="913943"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99" b="0" i="0" u="none" strike="noStrike" kern="0" cap="none" spc="0" normalizeH="0" baseline="0" noProof="0">
                <a:ln>
                  <a:noFill/>
                </a:ln>
                <a:solidFill>
                  <a:prstClr val="white"/>
                </a:solidFill>
                <a:effectLst/>
                <a:uLnTx/>
                <a:uFillTx/>
              </a:rPr>
              <a:t>Simulation and prediction models will enable business to see the impact of their decision on the consolidated long term value report</a:t>
            </a:r>
          </a:p>
        </p:txBody>
      </p:sp>
      <p:sp>
        <p:nvSpPr>
          <p:cNvPr id="19" name="Rectangle 18">
            <a:extLst>
              <a:ext uri="{FF2B5EF4-FFF2-40B4-BE49-F238E27FC236}">
                <a16:creationId xmlns:a16="http://schemas.microsoft.com/office/drawing/2014/main" id="{ABC7C891-BA9B-75CE-9B17-ED52882B319E}"/>
              </a:ext>
            </a:extLst>
          </p:cNvPr>
          <p:cNvSpPr/>
          <p:nvPr/>
        </p:nvSpPr>
        <p:spPr>
          <a:xfrm>
            <a:off x="4389729" y="1455922"/>
            <a:ext cx="3459888" cy="3121563"/>
          </a:xfrm>
          <a:prstGeom prst="rect">
            <a:avLst/>
          </a:prstGeom>
          <a:noFill/>
          <a:ln w="12700" cap="sq" cmpd="sng" algn="ctr">
            <a:solidFill>
              <a:srgbClr val="3E3E4C"/>
            </a:solidFill>
            <a:prstDash val="solid"/>
            <a:miter lim="800000"/>
            <a:tailEnd type="none"/>
          </a:ln>
          <a:effectLst/>
        </p:spPr>
        <p:txBody>
          <a:bodyPr rot="0" spcFirstLastPara="0" vertOverflow="overflow" horzOverflow="overflow" vert="horz" wrap="square" lIns="91392" tIns="45696" rIns="91392" bIns="45696" numCol="1" spcCol="0" rtlCol="0" fromWordArt="0" anchor="t"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schemeClr val="bg1"/>
                </a:solidFill>
                <a:effectLst/>
                <a:uLnTx/>
                <a:uFillTx/>
              </a:rPr>
              <a:t>Reporting &amp; Steering</a:t>
            </a:r>
          </a:p>
        </p:txBody>
      </p:sp>
      <p:sp>
        <p:nvSpPr>
          <p:cNvPr id="20" name="Rectangle 19">
            <a:extLst>
              <a:ext uri="{FF2B5EF4-FFF2-40B4-BE49-F238E27FC236}">
                <a16:creationId xmlns:a16="http://schemas.microsoft.com/office/drawing/2014/main" id="{586ED0BD-FE37-9F53-9D7A-9F2A7EA202A9}"/>
              </a:ext>
            </a:extLst>
          </p:cNvPr>
          <p:cNvSpPr/>
          <p:nvPr/>
        </p:nvSpPr>
        <p:spPr>
          <a:xfrm>
            <a:off x="3076348" y="2620766"/>
            <a:ext cx="902301" cy="1190871"/>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Real Time</a:t>
            </a:r>
          </a:p>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Information Portal </a:t>
            </a:r>
          </a:p>
        </p:txBody>
      </p:sp>
      <p:sp>
        <p:nvSpPr>
          <p:cNvPr id="21" name="Arrow: Chevron 20">
            <a:extLst>
              <a:ext uri="{FF2B5EF4-FFF2-40B4-BE49-F238E27FC236}">
                <a16:creationId xmlns:a16="http://schemas.microsoft.com/office/drawing/2014/main" id="{6AC85753-3B83-1C1C-8FA1-5B0131704739}"/>
              </a:ext>
            </a:extLst>
          </p:cNvPr>
          <p:cNvSpPr/>
          <p:nvPr/>
        </p:nvSpPr>
        <p:spPr>
          <a:xfrm flipH="1">
            <a:off x="4147197" y="2985289"/>
            <a:ext cx="210918" cy="423483"/>
          </a:xfrm>
          <a:prstGeom prst="chevron">
            <a:avLst/>
          </a:prstGeom>
          <a:solidFill>
            <a:srgbClr val="FFE600"/>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2E2E38"/>
              </a:solidFill>
              <a:effectLst/>
              <a:uLnTx/>
              <a:uFillTx/>
            </a:endParaRPr>
          </a:p>
        </p:txBody>
      </p:sp>
      <p:sp>
        <p:nvSpPr>
          <p:cNvPr id="22" name="Arrow: Chevron 21">
            <a:extLst>
              <a:ext uri="{FF2B5EF4-FFF2-40B4-BE49-F238E27FC236}">
                <a16:creationId xmlns:a16="http://schemas.microsoft.com/office/drawing/2014/main" id="{37857A8C-B750-BCB3-F2E4-9EC10BCE8DF9}"/>
              </a:ext>
            </a:extLst>
          </p:cNvPr>
          <p:cNvSpPr/>
          <p:nvPr/>
        </p:nvSpPr>
        <p:spPr>
          <a:xfrm flipH="1">
            <a:off x="7904652" y="3546443"/>
            <a:ext cx="210918" cy="423483"/>
          </a:xfrm>
          <a:prstGeom prst="chevron">
            <a:avLst/>
          </a:prstGeom>
          <a:solidFill>
            <a:srgbClr val="FFE600"/>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2E2E38"/>
              </a:solidFill>
              <a:effectLst/>
              <a:uLnTx/>
              <a:uFillTx/>
            </a:endParaRPr>
          </a:p>
        </p:txBody>
      </p:sp>
      <p:sp>
        <p:nvSpPr>
          <p:cNvPr id="23" name="Rectangle 22">
            <a:extLst>
              <a:ext uri="{FF2B5EF4-FFF2-40B4-BE49-F238E27FC236}">
                <a16:creationId xmlns:a16="http://schemas.microsoft.com/office/drawing/2014/main" id="{ECDB430A-3509-5217-D307-8304CACAD715}"/>
              </a:ext>
            </a:extLst>
          </p:cNvPr>
          <p:cNvSpPr/>
          <p:nvPr/>
        </p:nvSpPr>
        <p:spPr>
          <a:xfrm>
            <a:off x="8132024" y="1455922"/>
            <a:ext cx="3459888" cy="3121563"/>
          </a:xfrm>
          <a:prstGeom prst="rect">
            <a:avLst/>
          </a:prstGeom>
          <a:noFill/>
          <a:ln w="12700" cap="sq" cmpd="sng" algn="ctr">
            <a:solidFill>
              <a:srgbClr val="3E3E4C"/>
            </a:solidFill>
            <a:prstDash val="solid"/>
            <a:miter lim="800000"/>
            <a:tailEnd type="none"/>
          </a:ln>
          <a:effectLst/>
        </p:spPr>
        <p:txBody>
          <a:bodyPr rot="0" spcFirstLastPara="0" vertOverflow="overflow" horzOverflow="overflow" vert="horz" wrap="square" lIns="91392" tIns="45696" rIns="91392" bIns="45696" numCol="1" spcCol="0" rtlCol="0" fromWordArt="0" anchor="t"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schemeClr val="bg1"/>
                </a:solidFill>
                <a:effectLst/>
                <a:uLnTx/>
                <a:uFillTx/>
              </a:rPr>
              <a:t>Data Model &amp; Analytics</a:t>
            </a:r>
          </a:p>
        </p:txBody>
      </p:sp>
      <p:grpSp>
        <p:nvGrpSpPr>
          <p:cNvPr id="24" name="Group 23">
            <a:extLst>
              <a:ext uri="{FF2B5EF4-FFF2-40B4-BE49-F238E27FC236}">
                <a16:creationId xmlns:a16="http://schemas.microsoft.com/office/drawing/2014/main" id="{0B6F3D76-AFE0-289D-D04B-0CE8BCE8C709}"/>
              </a:ext>
            </a:extLst>
          </p:cNvPr>
          <p:cNvGrpSpPr/>
          <p:nvPr/>
        </p:nvGrpSpPr>
        <p:grpSpPr>
          <a:xfrm>
            <a:off x="848230" y="1842214"/>
            <a:ext cx="2228118" cy="2615573"/>
            <a:chOff x="848672" y="1438144"/>
            <a:chExt cx="2229278" cy="2897912"/>
          </a:xfrm>
        </p:grpSpPr>
        <p:sp>
          <p:nvSpPr>
            <p:cNvPr id="25" name="Rectangle 24">
              <a:extLst>
                <a:ext uri="{FF2B5EF4-FFF2-40B4-BE49-F238E27FC236}">
                  <a16:creationId xmlns:a16="http://schemas.microsoft.com/office/drawing/2014/main" id="{D6E0FC9B-68DB-C4D9-17F0-6F93A447FE94}"/>
                </a:ext>
              </a:extLst>
            </p:cNvPr>
            <p:cNvSpPr/>
            <p:nvPr/>
          </p:nvSpPr>
          <p:spPr>
            <a:xfrm>
              <a:off x="2011468" y="3980369"/>
              <a:ext cx="823958" cy="355687"/>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a:t>
              </a:r>
            </a:p>
          </p:txBody>
        </p:sp>
        <p:sp>
          <p:nvSpPr>
            <p:cNvPr id="26" name="Rectangle 25">
              <a:extLst>
                <a:ext uri="{FF2B5EF4-FFF2-40B4-BE49-F238E27FC236}">
                  <a16:creationId xmlns:a16="http://schemas.microsoft.com/office/drawing/2014/main" id="{E5AF2C0E-8200-F2FE-4DF5-BD3D69FD0A5B}"/>
                </a:ext>
              </a:extLst>
            </p:cNvPr>
            <p:cNvSpPr/>
            <p:nvPr/>
          </p:nvSpPr>
          <p:spPr>
            <a:xfrm>
              <a:off x="2011468" y="1438144"/>
              <a:ext cx="823958" cy="355687"/>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Product Labels</a:t>
              </a:r>
            </a:p>
          </p:txBody>
        </p:sp>
        <p:sp>
          <p:nvSpPr>
            <p:cNvPr id="27" name="Rectangle 26">
              <a:extLst>
                <a:ext uri="{FF2B5EF4-FFF2-40B4-BE49-F238E27FC236}">
                  <a16:creationId xmlns:a16="http://schemas.microsoft.com/office/drawing/2014/main" id="{1E345173-95B2-E5EA-460C-2E5C2E1DB496}"/>
                </a:ext>
              </a:extLst>
            </p:cNvPr>
            <p:cNvSpPr/>
            <p:nvPr/>
          </p:nvSpPr>
          <p:spPr>
            <a:xfrm>
              <a:off x="2011468" y="1861848"/>
              <a:ext cx="823958" cy="355687"/>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Marketing Campaigns</a:t>
              </a:r>
            </a:p>
          </p:txBody>
        </p:sp>
        <p:sp>
          <p:nvSpPr>
            <p:cNvPr id="28" name="Rectangle 27">
              <a:extLst>
                <a:ext uri="{FF2B5EF4-FFF2-40B4-BE49-F238E27FC236}">
                  <a16:creationId xmlns:a16="http://schemas.microsoft.com/office/drawing/2014/main" id="{BEB88977-E26B-3272-45F2-2122BB1B2AD4}"/>
                </a:ext>
              </a:extLst>
            </p:cNvPr>
            <p:cNvSpPr/>
            <p:nvPr/>
          </p:nvSpPr>
          <p:spPr>
            <a:xfrm>
              <a:off x="2011468" y="2285551"/>
              <a:ext cx="823958" cy="355687"/>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Apps</a:t>
              </a:r>
            </a:p>
          </p:txBody>
        </p:sp>
        <p:sp>
          <p:nvSpPr>
            <p:cNvPr id="29" name="Rectangle 28">
              <a:extLst>
                <a:ext uri="{FF2B5EF4-FFF2-40B4-BE49-F238E27FC236}">
                  <a16:creationId xmlns:a16="http://schemas.microsoft.com/office/drawing/2014/main" id="{5BCB0537-E7EE-32F1-99FC-4593A38AEE2B}"/>
                </a:ext>
              </a:extLst>
            </p:cNvPr>
            <p:cNvSpPr/>
            <p:nvPr/>
          </p:nvSpPr>
          <p:spPr>
            <a:xfrm>
              <a:off x="2011468" y="2709256"/>
              <a:ext cx="823958" cy="355687"/>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YouTube</a:t>
              </a:r>
            </a:p>
          </p:txBody>
        </p:sp>
        <p:sp>
          <p:nvSpPr>
            <p:cNvPr id="30" name="Rectangle 29">
              <a:extLst>
                <a:ext uri="{FF2B5EF4-FFF2-40B4-BE49-F238E27FC236}">
                  <a16:creationId xmlns:a16="http://schemas.microsoft.com/office/drawing/2014/main" id="{C050BDAE-D47B-21A7-D3D7-DD081EE73EB4}"/>
                </a:ext>
              </a:extLst>
            </p:cNvPr>
            <p:cNvSpPr/>
            <p:nvPr/>
          </p:nvSpPr>
          <p:spPr>
            <a:xfrm>
              <a:off x="2011468" y="3132961"/>
              <a:ext cx="823958" cy="355687"/>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Website</a:t>
              </a:r>
            </a:p>
          </p:txBody>
        </p:sp>
        <p:sp>
          <p:nvSpPr>
            <p:cNvPr id="31" name="Rectangle 30">
              <a:extLst>
                <a:ext uri="{FF2B5EF4-FFF2-40B4-BE49-F238E27FC236}">
                  <a16:creationId xmlns:a16="http://schemas.microsoft.com/office/drawing/2014/main" id="{853CC2F9-E12E-15E0-02CE-7E869BD637D4}"/>
                </a:ext>
              </a:extLst>
            </p:cNvPr>
            <p:cNvSpPr/>
            <p:nvPr/>
          </p:nvSpPr>
          <p:spPr>
            <a:xfrm>
              <a:off x="2011468" y="3556665"/>
              <a:ext cx="823958" cy="355687"/>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API</a:t>
              </a:r>
            </a:p>
          </p:txBody>
        </p:sp>
        <p:grpSp>
          <p:nvGrpSpPr>
            <p:cNvPr id="32" name="Group 31">
              <a:extLst>
                <a:ext uri="{FF2B5EF4-FFF2-40B4-BE49-F238E27FC236}">
                  <a16:creationId xmlns:a16="http://schemas.microsoft.com/office/drawing/2014/main" id="{AD4EFE5C-451A-5ADC-6667-7F8C5F89DFF4}"/>
                </a:ext>
              </a:extLst>
            </p:cNvPr>
            <p:cNvGrpSpPr/>
            <p:nvPr/>
          </p:nvGrpSpPr>
          <p:grpSpPr>
            <a:xfrm>
              <a:off x="848672" y="1438144"/>
              <a:ext cx="920272" cy="2897912"/>
              <a:chOff x="2259355" y="2415818"/>
              <a:chExt cx="920272" cy="2346441"/>
            </a:xfrm>
          </p:grpSpPr>
          <p:sp>
            <p:nvSpPr>
              <p:cNvPr id="66" name="Rectangle 65">
                <a:extLst>
                  <a:ext uri="{FF2B5EF4-FFF2-40B4-BE49-F238E27FC236}">
                    <a16:creationId xmlns:a16="http://schemas.microsoft.com/office/drawing/2014/main" id="{0F2E6FD8-0ABD-1ABF-3FDC-C6BC7803F4C1}"/>
                  </a:ext>
                </a:extLst>
              </p:cNvPr>
              <p:cNvSpPr/>
              <p:nvPr/>
            </p:nvSpPr>
            <p:spPr>
              <a:xfrm>
                <a:off x="2259355" y="4474259"/>
                <a:ext cx="920272" cy="288000"/>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a:t>
                </a:r>
              </a:p>
            </p:txBody>
          </p:sp>
          <p:sp>
            <p:nvSpPr>
              <p:cNvPr id="67" name="Rectangle 66">
                <a:extLst>
                  <a:ext uri="{FF2B5EF4-FFF2-40B4-BE49-F238E27FC236}">
                    <a16:creationId xmlns:a16="http://schemas.microsoft.com/office/drawing/2014/main" id="{AA295469-9807-6535-5AE8-810961016356}"/>
                  </a:ext>
                </a:extLst>
              </p:cNvPr>
              <p:cNvSpPr/>
              <p:nvPr/>
            </p:nvSpPr>
            <p:spPr>
              <a:xfrm>
                <a:off x="2259355" y="2415818"/>
                <a:ext cx="920272" cy="288000"/>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Customer</a:t>
                </a:r>
              </a:p>
            </p:txBody>
          </p:sp>
          <p:sp>
            <p:nvSpPr>
              <p:cNvPr id="68" name="Rectangle 67">
                <a:extLst>
                  <a:ext uri="{FF2B5EF4-FFF2-40B4-BE49-F238E27FC236}">
                    <a16:creationId xmlns:a16="http://schemas.microsoft.com/office/drawing/2014/main" id="{55347AC2-726E-A9B7-6145-84797EE8C079}"/>
                  </a:ext>
                </a:extLst>
              </p:cNvPr>
              <p:cNvSpPr/>
              <p:nvPr/>
            </p:nvSpPr>
            <p:spPr>
              <a:xfrm>
                <a:off x="2259355" y="2758891"/>
                <a:ext cx="920272" cy="288000"/>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Investors</a:t>
                </a:r>
              </a:p>
            </p:txBody>
          </p:sp>
          <p:sp>
            <p:nvSpPr>
              <p:cNvPr id="69" name="Rectangle 68">
                <a:extLst>
                  <a:ext uri="{FF2B5EF4-FFF2-40B4-BE49-F238E27FC236}">
                    <a16:creationId xmlns:a16="http://schemas.microsoft.com/office/drawing/2014/main" id="{B3B364D1-F26A-3A88-7296-AEC0A50D4492}"/>
                  </a:ext>
                </a:extLst>
              </p:cNvPr>
              <p:cNvSpPr/>
              <p:nvPr/>
            </p:nvSpPr>
            <p:spPr>
              <a:xfrm>
                <a:off x="2259355" y="3101964"/>
                <a:ext cx="920272" cy="288000"/>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Activists</a:t>
                </a:r>
              </a:p>
            </p:txBody>
          </p:sp>
          <p:sp>
            <p:nvSpPr>
              <p:cNvPr id="70" name="Rectangle 69">
                <a:extLst>
                  <a:ext uri="{FF2B5EF4-FFF2-40B4-BE49-F238E27FC236}">
                    <a16:creationId xmlns:a16="http://schemas.microsoft.com/office/drawing/2014/main" id="{BA751635-F7A6-0035-C4E1-AAEFF1A07F73}"/>
                  </a:ext>
                </a:extLst>
              </p:cNvPr>
              <p:cNvSpPr/>
              <p:nvPr/>
            </p:nvSpPr>
            <p:spPr>
              <a:xfrm>
                <a:off x="2259355" y="3445038"/>
                <a:ext cx="920272" cy="288000"/>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Talent</a:t>
                </a:r>
              </a:p>
            </p:txBody>
          </p:sp>
          <p:sp>
            <p:nvSpPr>
              <p:cNvPr id="71" name="Rectangle 70">
                <a:extLst>
                  <a:ext uri="{FF2B5EF4-FFF2-40B4-BE49-F238E27FC236}">
                    <a16:creationId xmlns:a16="http://schemas.microsoft.com/office/drawing/2014/main" id="{260A683F-EF15-63FD-0506-902D36ED8B2A}"/>
                  </a:ext>
                </a:extLst>
              </p:cNvPr>
              <p:cNvSpPr/>
              <p:nvPr/>
            </p:nvSpPr>
            <p:spPr>
              <a:xfrm>
                <a:off x="2259355" y="3788112"/>
                <a:ext cx="920272" cy="288000"/>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Regulator</a:t>
                </a:r>
              </a:p>
            </p:txBody>
          </p:sp>
          <p:sp>
            <p:nvSpPr>
              <p:cNvPr id="72" name="Rectangle 71">
                <a:extLst>
                  <a:ext uri="{FF2B5EF4-FFF2-40B4-BE49-F238E27FC236}">
                    <a16:creationId xmlns:a16="http://schemas.microsoft.com/office/drawing/2014/main" id="{101470EF-053D-DC02-9509-8B4B61780C77}"/>
                  </a:ext>
                </a:extLst>
              </p:cNvPr>
              <p:cNvSpPr/>
              <p:nvPr/>
            </p:nvSpPr>
            <p:spPr>
              <a:xfrm>
                <a:off x="2259355" y="4131186"/>
                <a:ext cx="920272" cy="288000"/>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Alliances</a:t>
                </a:r>
              </a:p>
            </p:txBody>
          </p:sp>
        </p:grpSp>
        <p:cxnSp>
          <p:nvCxnSpPr>
            <p:cNvPr id="33" name="Straight Connector 32">
              <a:extLst>
                <a:ext uri="{FF2B5EF4-FFF2-40B4-BE49-F238E27FC236}">
                  <a16:creationId xmlns:a16="http://schemas.microsoft.com/office/drawing/2014/main" id="{B4F63694-73AD-F2A2-56F0-24C4ABFBEFC9}"/>
                </a:ext>
              </a:extLst>
            </p:cNvPr>
            <p:cNvCxnSpPr>
              <a:cxnSpLocks/>
              <a:stCxn id="67" idx="3"/>
              <a:endCxn id="25" idx="1"/>
            </p:cNvCxnSpPr>
            <p:nvPr/>
          </p:nvCxnSpPr>
          <p:spPr>
            <a:xfrm>
              <a:off x="1768944" y="1615988"/>
              <a:ext cx="242524" cy="2542225"/>
            </a:xfrm>
            <a:prstGeom prst="line">
              <a:avLst/>
            </a:prstGeom>
            <a:noFill/>
            <a:ln w="12700" cap="sq" cmpd="sng" algn="ctr">
              <a:solidFill>
                <a:srgbClr val="3E3E4C"/>
              </a:solidFill>
              <a:prstDash val="solid"/>
              <a:miter lim="800000"/>
              <a:tailEnd type="none"/>
            </a:ln>
            <a:effectLst/>
          </p:spPr>
        </p:cxnSp>
        <p:cxnSp>
          <p:nvCxnSpPr>
            <p:cNvPr id="34" name="Straight Connector 33">
              <a:extLst>
                <a:ext uri="{FF2B5EF4-FFF2-40B4-BE49-F238E27FC236}">
                  <a16:creationId xmlns:a16="http://schemas.microsoft.com/office/drawing/2014/main" id="{98C259A4-7074-F23F-A27B-9A8215139417}"/>
                </a:ext>
              </a:extLst>
            </p:cNvPr>
            <p:cNvCxnSpPr>
              <a:cxnSpLocks/>
              <a:stCxn id="26" idx="1"/>
              <a:endCxn id="66" idx="3"/>
            </p:cNvCxnSpPr>
            <p:nvPr/>
          </p:nvCxnSpPr>
          <p:spPr>
            <a:xfrm flipH="1">
              <a:off x="1768944" y="1615988"/>
              <a:ext cx="242524" cy="2542225"/>
            </a:xfrm>
            <a:prstGeom prst="line">
              <a:avLst/>
            </a:prstGeom>
            <a:noFill/>
            <a:ln w="12700" cap="sq" cmpd="sng" algn="ctr">
              <a:solidFill>
                <a:srgbClr val="3E3E4C"/>
              </a:solidFill>
              <a:prstDash val="solid"/>
              <a:miter lim="800000"/>
              <a:tailEnd type="none"/>
            </a:ln>
            <a:effectLst/>
          </p:spPr>
        </p:cxnSp>
        <p:cxnSp>
          <p:nvCxnSpPr>
            <p:cNvPr id="35" name="Straight Connector 34">
              <a:extLst>
                <a:ext uri="{FF2B5EF4-FFF2-40B4-BE49-F238E27FC236}">
                  <a16:creationId xmlns:a16="http://schemas.microsoft.com/office/drawing/2014/main" id="{7810AE0F-416C-5CC1-D552-4C9BE35EB25B}"/>
                </a:ext>
              </a:extLst>
            </p:cNvPr>
            <p:cNvCxnSpPr>
              <a:cxnSpLocks/>
              <a:stCxn id="67" idx="3"/>
              <a:endCxn id="31" idx="1"/>
            </p:cNvCxnSpPr>
            <p:nvPr/>
          </p:nvCxnSpPr>
          <p:spPr>
            <a:xfrm>
              <a:off x="1768944" y="1615988"/>
              <a:ext cx="242524" cy="2118521"/>
            </a:xfrm>
            <a:prstGeom prst="line">
              <a:avLst/>
            </a:prstGeom>
            <a:noFill/>
            <a:ln w="12700" cap="sq" cmpd="sng" algn="ctr">
              <a:solidFill>
                <a:srgbClr val="3E3E4C"/>
              </a:solidFill>
              <a:prstDash val="solid"/>
              <a:miter lim="800000"/>
              <a:tailEnd type="none"/>
            </a:ln>
            <a:effectLst/>
          </p:spPr>
        </p:cxnSp>
        <p:cxnSp>
          <p:nvCxnSpPr>
            <p:cNvPr id="36" name="Straight Connector 35">
              <a:extLst>
                <a:ext uri="{FF2B5EF4-FFF2-40B4-BE49-F238E27FC236}">
                  <a16:creationId xmlns:a16="http://schemas.microsoft.com/office/drawing/2014/main" id="{86C98C5D-A410-55F8-72B1-4C5E5E13B5D8}"/>
                </a:ext>
              </a:extLst>
            </p:cNvPr>
            <p:cNvCxnSpPr>
              <a:cxnSpLocks/>
              <a:stCxn id="67" idx="3"/>
              <a:endCxn id="30" idx="1"/>
            </p:cNvCxnSpPr>
            <p:nvPr/>
          </p:nvCxnSpPr>
          <p:spPr>
            <a:xfrm>
              <a:off x="1768944" y="1615988"/>
              <a:ext cx="242524" cy="1694817"/>
            </a:xfrm>
            <a:prstGeom prst="line">
              <a:avLst/>
            </a:prstGeom>
            <a:noFill/>
            <a:ln w="12700" cap="sq" cmpd="sng" algn="ctr">
              <a:solidFill>
                <a:srgbClr val="3E3E4C"/>
              </a:solidFill>
              <a:prstDash val="solid"/>
              <a:miter lim="800000"/>
              <a:tailEnd type="none"/>
            </a:ln>
            <a:effectLst/>
          </p:spPr>
        </p:cxnSp>
        <p:cxnSp>
          <p:nvCxnSpPr>
            <p:cNvPr id="37" name="Straight Connector 36">
              <a:extLst>
                <a:ext uri="{FF2B5EF4-FFF2-40B4-BE49-F238E27FC236}">
                  <a16:creationId xmlns:a16="http://schemas.microsoft.com/office/drawing/2014/main" id="{CF0ACDE9-7DBF-4102-532F-95EDD96F47CD}"/>
                </a:ext>
              </a:extLst>
            </p:cNvPr>
            <p:cNvCxnSpPr>
              <a:cxnSpLocks/>
              <a:stCxn id="67" idx="3"/>
              <a:endCxn id="29" idx="1"/>
            </p:cNvCxnSpPr>
            <p:nvPr/>
          </p:nvCxnSpPr>
          <p:spPr>
            <a:xfrm>
              <a:off x="1768944" y="1615988"/>
              <a:ext cx="242524" cy="1271112"/>
            </a:xfrm>
            <a:prstGeom prst="line">
              <a:avLst/>
            </a:prstGeom>
            <a:noFill/>
            <a:ln w="12700" cap="sq" cmpd="sng" algn="ctr">
              <a:solidFill>
                <a:srgbClr val="3E3E4C"/>
              </a:solidFill>
              <a:prstDash val="solid"/>
              <a:miter lim="800000"/>
              <a:tailEnd type="none"/>
            </a:ln>
            <a:effectLst/>
          </p:spPr>
        </p:cxnSp>
        <p:cxnSp>
          <p:nvCxnSpPr>
            <p:cNvPr id="38" name="Straight Connector 37">
              <a:extLst>
                <a:ext uri="{FF2B5EF4-FFF2-40B4-BE49-F238E27FC236}">
                  <a16:creationId xmlns:a16="http://schemas.microsoft.com/office/drawing/2014/main" id="{26B813C5-3718-29F2-4F30-9AABE36BF029}"/>
                </a:ext>
              </a:extLst>
            </p:cNvPr>
            <p:cNvCxnSpPr>
              <a:cxnSpLocks/>
              <a:stCxn id="67" idx="3"/>
              <a:endCxn id="28" idx="1"/>
            </p:cNvCxnSpPr>
            <p:nvPr/>
          </p:nvCxnSpPr>
          <p:spPr>
            <a:xfrm>
              <a:off x="1768944" y="1615988"/>
              <a:ext cx="242524" cy="847407"/>
            </a:xfrm>
            <a:prstGeom prst="line">
              <a:avLst/>
            </a:prstGeom>
            <a:noFill/>
            <a:ln w="12700" cap="sq" cmpd="sng" algn="ctr">
              <a:solidFill>
                <a:srgbClr val="3E3E4C"/>
              </a:solidFill>
              <a:prstDash val="solid"/>
              <a:miter lim="800000"/>
              <a:tailEnd type="none"/>
            </a:ln>
            <a:effectLst/>
          </p:spPr>
        </p:cxnSp>
        <p:cxnSp>
          <p:nvCxnSpPr>
            <p:cNvPr id="39" name="Straight Connector 38">
              <a:extLst>
                <a:ext uri="{FF2B5EF4-FFF2-40B4-BE49-F238E27FC236}">
                  <a16:creationId xmlns:a16="http://schemas.microsoft.com/office/drawing/2014/main" id="{0B7A1BAF-1103-1265-5C68-C6AE2C8F5008}"/>
                </a:ext>
              </a:extLst>
            </p:cNvPr>
            <p:cNvCxnSpPr>
              <a:cxnSpLocks/>
              <a:stCxn id="67" idx="3"/>
            </p:cNvCxnSpPr>
            <p:nvPr/>
          </p:nvCxnSpPr>
          <p:spPr>
            <a:xfrm>
              <a:off x="1768944" y="1615988"/>
              <a:ext cx="341783" cy="999807"/>
            </a:xfrm>
            <a:prstGeom prst="line">
              <a:avLst/>
            </a:prstGeom>
            <a:noFill/>
            <a:ln w="12700" cap="sq" cmpd="sng" algn="ctr">
              <a:solidFill>
                <a:srgbClr val="3E3E4C"/>
              </a:solidFill>
              <a:prstDash val="solid"/>
              <a:miter lim="800000"/>
              <a:tailEnd type="none"/>
            </a:ln>
            <a:effectLst/>
          </p:spPr>
        </p:cxnSp>
        <p:cxnSp>
          <p:nvCxnSpPr>
            <p:cNvPr id="40" name="Straight Connector 39">
              <a:extLst>
                <a:ext uri="{FF2B5EF4-FFF2-40B4-BE49-F238E27FC236}">
                  <a16:creationId xmlns:a16="http://schemas.microsoft.com/office/drawing/2014/main" id="{6DF2CFC9-40BD-B323-5A09-F805C3BF464B}"/>
                </a:ext>
              </a:extLst>
            </p:cNvPr>
            <p:cNvCxnSpPr>
              <a:cxnSpLocks/>
              <a:endCxn id="27" idx="1"/>
            </p:cNvCxnSpPr>
            <p:nvPr/>
          </p:nvCxnSpPr>
          <p:spPr>
            <a:xfrm flipH="1">
              <a:off x="2011468" y="1768388"/>
              <a:ext cx="39184" cy="271304"/>
            </a:xfrm>
            <a:prstGeom prst="line">
              <a:avLst/>
            </a:prstGeom>
            <a:noFill/>
            <a:ln w="12700" cap="sq" cmpd="sng" algn="ctr">
              <a:solidFill>
                <a:srgbClr val="3E3E4C"/>
              </a:solidFill>
              <a:prstDash val="solid"/>
              <a:miter lim="800000"/>
              <a:tailEnd type="none"/>
            </a:ln>
            <a:effectLst/>
          </p:spPr>
        </p:cxnSp>
        <p:cxnSp>
          <p:nvCxnSpPr>
            <p:cNvPr id="41" name="Straight Connector 40">
              <a:extLst>
                <a:ext uri="{FF2B5EF4-FFF2-40B4-BE49-F238E27FC236}">
                  <a16:creationId xmlns:a16="http://schemas.microsoft.com/office/drawing/2014/main" id="{3A80E460-01A8-A0A9-AC10-151868976390}"/>
                </a:ext>
              </a:extLst>
            </p:cNvPr>
            <p:cNvCxnSpPr>
              <a:cxnSpLocks/>
              <a:stCxn id="67" idx="3"/>
              <a:endCxn id="26" idx="1"/>
            </p:cNvCxnSpPr>
            <p:nvPr/>
          </p:nvCxnSpPr>
          <p:spPr>
            <a:xfrm>
              <a:off x="1768944" y="1615988"/>
              <a:ext cx="242524" cy="0"/>
            </a:xfrm>
            <a:prstGeom prst="line">
              <a:avLst/>
            </a:prstGeom>
            <a:noFill/>
            <a:ln w="12700" cap="sq" cmpd="sng" algn="ctr">
              <a:solidFill>
                <a:srgbClr val="3E3E4C"/>
              </a:solidFill>
              <a:prstDash val="solid"/>
              <a:miter lim="800000"/>
              <a:tailEnd type="none"/>
            </a:ln>
            <a:effectLst/>
          </p:spPr>
        </p:cxnSp>
        <p:cxnSp>
          <p:nvCxnSpPr>
            <p:cNvPr id="42" name="Straight Connector 41">
              <a:extLst>
                <a:ext uri="{FF2B5EF4-FFF2-40B4-BE49-F238E27FC236}">
                  <a16:creationId xmlns:a16="http://schemas.microsoft.com/office/drawing/2014/main" id="{A8883D3C-9EDB-FF51-01EC-4F8B033CF291}"/>
                </a:ext>
              </a:extLst>
            </p:cNvPr>
            <p:cNvCxnSpPr>
              <a:cxnSpLocks/>
              <a:stCxn id="25" idx="1"/>
              <a:endCxn id="66" idx="3"/>
            </p:cNvCxnSpPr>
            <p:nvPr/>
          </p:nvCxnSpPr>
          <p:spPr>
            <a:xfrm flipH="1">
              <a:off x="1768944" y="4158213"/>
              <a:ext cx="242524" cy="0"/>
            </a:xfrm>
            <a:prstGeom prst="line">
              <a:avLst/>
            </a:prstGeom>
            <a:noFill/>
            <a:ln w="12700" cap="sq" cmpd="sng" algn="ctr">
              <a:solidFill>
                <a:srgbClr val="3E3E4C"/>
              </a:solidFill>
              <a:prstDash val="solid"/>
              <a:miter lim="800000"/>
              <a:tailEnd type="none"/>
            </a:ln>
            <a:effectLst/>
          </p:spPr>
        </p:cxnSp>
        <p:cxnSp>
          <p:nvCxnSpPr>
            <p:cNvPr id="43" name="Straight Connector 42">
              <a:extLst>
                <a:ext uri="{FF2B5EF4-FFF2-40B4-BE49-F238E27FC236}">
                  <a16:creationId xmlns:a16="http://schemas.microsoft.com/office/drawing/2014/main" id="{6FE88159-CFAE-4263-0181-1278DFA67BC5}"/>
                </a:ext>
              </a:extLst>
            </p:cNvPr>
            <p:cNvCxnSpPr>
              <a:cxnSpLocks/>
              <a:stCxn id="31" idx="1"/>
              <a:endCxn id="66" idx="3"/>
            </p:cNvCxnSpPr>
            <p:nvPr/>
          </p:nvCxnSpPr>
          <p:spPr>
            <a:xfrm flipH="1">
              <a:off x="1768944" y="3734509"/>
              <a:ext cx="242524" cy="423704"/>
            </a:xfrm>
            <a:prstGeom prst="line">
              <a:avLst/>
            </a:prstGeom>
            <a:noFill/>
            <a:ln w="12700" cap="sq" cmpd="sng" algn="ctr">
              <a:solidFill>
                <a:srgbClr val="3E3E4C"/>
              </a:solidFill>
              <a:prstDash val="solid"/>
              <a:miter lim="800000"/>
              <a:tailEnd type="none"/>
            </a:ln>
            <a:effectLst/>
          </p:spPr>
        </p:cxnSp>
        <p:cxnSp>
          <p:nvCxnSpPr>
            <p:cNvPr id="44" name="Straight Connector 43">
              <a:extLst>
                <a:ext uri="{FF2B5EF4-FFF2-40B4-BE49-F238E27FC236}">
                  <a16:creationId xmlns:a16="http://schemas.microsoft.com/office/drawing/2014/main" id="{6CC0C028-95EB-FB71-7AE8-DB6705C87107}"/>
                </a:ext>
              </a:extLst>
            </p:cNvPr>
            <p:cNvCxnSpPr>
              <a:cxnSpLocks/>
              <a:stCxn id="30" idx="1"/>
              <a:endCxn id="66" idx="3"/>
            </p:cNvCxnSpPr>
            <p:nvPr/>
          </p:nvCxnSpPr>
          <p:spPr>
            <a:xfrm flipH="1">
              <a:off x="1768944" y="3310805"/>
              <a:ext cx="242524" cy="847408"/>
            </a:xfrm>
            <a:prstGeom prst="line">
              <a:avLst/>
            </a:prstGeom>
            <a:noFill/>
            <a:ln w="12700" cap="sq" cmpd="sng" algn="ctr">
              <a:solidFill>
                <a:srgbClr val="3E3E4C"/>
              </a:solidFill>
              <a:prstDash val="solid"/>
              <a:miter lim="800000"/>
              <a:tailEnd type="none"/>
            </a:ln>
            <a:effectLst/>
          </p:spPr>
        </p:cxnSp>
        <p:cxnSp>
          <p:nvCxnSpPr>
            <p:cNvPr id="45" name="Straight Connector 44">
              <a:extLst>
                <a:ext uri="{FF2B5EF4-FFF2-40B4-BE49-F238E27FC236}">
                  <a16:creationId xmlns:a16="http://schemas.microsoft.com/office/drawing/2014/main" id="{156C83E9-CB9E-D2CD-8FE3-EF9E97061FA1}"/>
                </a:ext>
              </a:extLst>
            </p:cNvPr>
            <p:cNvCxnSpPr>
              <a:cxnSpLocks/>
              <a:stCxn id="29" idx="1"/>
              <a:endCxn id="66" idx="3"/>
            </p:cNvCxnSpPr>
            <p:nvPr/>
          </p:nvCxnSpPr>
          <p:spPr>
            <a:xfrm flipH="1">
              <a:off x="1768944" y="2887100"/>
              <a:ext cx="242524" cy="1271113"/>
            </a:xfrm>
            <a:prstGeom prst="line">
              <a:avLst/>
            </a:prstGeom>
            <a:noFill/>
            <a:ln w="12700" cap="sq" cmpd="sng" algn="ctr">
              <a:solidFill>
                <a:srgbClr val="3E3E4C"/>
              </a:solidFill>
              <a:prstDash val="solid"/>
              <a:miter lim="800000"/>
              <a:tailEnd type="none"/>
            </a:ln>
            <a:effectLst/>
          </p:spPr>
        </p:cxnSp>
        <p:cxnSp>
          <p:nvCxnSpPr>
            <p:cNvPr id="46" name="Straight Connector 45">
              <a:extLst>
                <a:ext uri="{FF2B5EF4-FFF2-40B4-BE49-F238E27FC236}">
                  <a16:creationId xmlns:a16="http://schemas.microsoft.com/office/drawing/2014/main" id="{F5F934A8-FFB2-DBB5-E24D-B10EEEF757FF}"/>
                </a:ext>
              </a:extLst>
            </p:cNvPr>
            <p:cNvCxnSpPr>
              <a:cxnSpLocks/>
              <a:stCxn id="28" idx="1"/>
              <a:endCxn id="66" idx="3"/>
            </p:cNvCxnSpPr>
            <p:nvPr/>
          </p:nvCxnSpPr>
          <p:spPr>
            <a:xfrm flipH="1">
              <a:off x="1768944" y="2463395"/>
              <a:ext cx="242524" cy="1694818"/>
            </a:xfrm>
            <a:prstGeom prst="line">
              <a:avLst/>
            </a:prstGeom>
            <a:noFill/>
            <a:ln w="12700" cap="sq" cmpd="sng" algn="ctr">
              <a:solidFill>
                <a:srgbClr val="3E3E4C"/>
              </a:solidFill>
              <a:prstDash val="solid"/>
              <a:miter lim="800000"/>
              <a:tailEnd type="none"/>
            </a:ln>
            <a:effectLst/>
          </p:spPr>
        </p:cxnSp>
        <p:cxnSp>
          <p:nvCxnSpPr>
            <p:cNvPr id="47" name="Straight Connector 46">
              <a:extLst>
                <a:ext uri="{FF2B5EF4-FFF2-40B4-BE49-F238E27FC236}">
                  <a16:creationId xmlns:a16="http://schemas.microsoft.com/office/drawing/2014/main" id="{CBCFC95D-1506-4B35-C050-A1626439A4D1}"/>
                </a:ext>
              </a:extLst>
            </p:cNvPr>
            <p:cNvCxnSpPr>
              <a:cxnSpLocks/>
              <a:stCxn id="27" idx="1"/>
              <a:endCxn id="66" idx="3"/>
            </p:cNvCxnSpPr>
            <p:nvPr/>
          </p:nvCxnSpPr>
          <p:spPr>
            <a:xfrm flipH="1">
              <a:off x="1768944" y="2039692"/>
              <a:ext cx="242524" cy="2118521"/>
            </a:xfrm>
            <a:prstGeom prst="line">
              <a:avLst/>
            </a:prstGeom>
            <a:noFill/>
            <a:ln w="12700" cap="sq" cmpd="sng" algn="ctr">
              <a:solidFill>
                <a:srgbClr val="3E3E4C"/>
              </a:solidFill>
              <a:prstDash val="solid"/>
              <a:miter lim="800000"/>
              <a:tailEnd type="none"/>
            </a:ln>
            <a:effectLst/>
          </p:spPr>
        </p:cxnSp>
        <p:cxnSp>
          <p:nvCxnSpPr>
            <p:cNvPr id="48" name="Straight Connector 47">
              <a:extLst>
                <a:ext uri="{FF2B5EF4-FFF2-40B4-BE49-F238E27FC236}">
                  <a16:creationId xmlns:a16="http://schemas.microsoft.com/office/drawing/2014/main" id="{BB776494-8A2A-5796-1823-9AADB2153C84}"/>
                </a:ext>
              </a:extLst>
            </p:cNvPr>
            <p:cNvCxnSpPr>
              <a:cxnSpLocks/>
              <a:stCxn id="26" idx="1"/>
              <a:endCxn id="66" idx="3"/>
            </p:cNvCxnSpPr>
            <p:nvPr/>
          </p:nvCxnSpPr>
          <p:spPr>
            <a:xfrm flipH="1">
              <a:off x="1768944" y="1615988"/>
              <a:ext cx="242524" cy="2542225"/>
            </a:xfrm>
            <a:prstGeom prst="line">
              <a:avLst/>
            </a:prstGeom>
            <a:noFill/>
            <a:ln w="12700" cap="sq" cmpd="sng" algn="ctr">
              <a:solidFill>
                <a:srgbClr val="3E3E4C"/>
              </a:solidFill>
              <a:prstDash val="solid"/>
              <a:miter lim="800000"/>
              <a:tailEnd type="none"/>
            </a:ln>
            <a:effectLst/>
          </p:spPr>
        </p:cxnSp>
        <p:cxnSp>
          <p:nvCxnSpPr>
            <p:cNvPr id="49" name="Straight Connector 48">
              <a:extLst>
                <a:ext uri="{FF2B5EF4-FFF2-40B4-BE49-F238E27FC236}">
                  <a16:creationId xmlns:a16="http://schemas.microsoft.com/office/drawing/2014/main" id="{B58A48CE-AC8B-5E41-5A02-250438F55158}"/>
                </a:ext>
              </a:extLst>
            </p:cNvPr>
            <p:cNvCxnSpPr>
              <a:cxnSpLocks/>
              <a:stCxn id="68" idx="3"/>
              <a:endCxn id="27" idx="1"/>
            </p:cNvCxnSpPr>
            <p:nvPr/>
          </p:nvCxnSpPr>
          <p:spPr>
            <a:xfrm>
              <a:off x="1768944" y="2039692"/>
              <a:ext cx="242524" cy="0"/>
            </a:xfrm>
            <a:prstGeom prst="line">
              <a:avLst/>
            </a:prstGeom>
            <a:noFill/>
            <a:ln w="12700" cap="sq" cmpd="sng" algn="ctr">
              <a:solidFill>
                <a:srgbClr val="3E3E4C"/>
              </a:solidFill>
              <a:prstDash val="solid"/>
              <a:miter lim="800000"/>
              <a:tailEnd type="none"/>
            </a:ln>
            <a:effectLst/>
          </p:spPr>
        </p:cxnSp>
        <p:cxnSp>
          <p:nvCxnSpPr>
            <p:cNvPr id="50" name="Straight Connector 49">
              <a:extLst>
                <a:ext uri="{FF2B5EF4-FFF2-40B4-BE49-F238E27FC236}">
                  <a16:creationId xmlns:a16="http://schemas.microsoft.com/office/drawing/2014/main" id="{DD0E2E83-DA1B-4A1E-430E-77CCD91710B6}"/>
                </a:ext>
              </a:extLst>
            </p:cNvPr>
            <p:cNvCxnSpPr>
              <a:cxnSpLocks/>
              <a:stCxn id="69" idx="3"/>
              <a:endCxn id="28" idx="1"/>
            </p:cNvCxnSpPr>
            <p:nvPr/>
          </p:nvCxnSpPr>
          <p:spPr>
            <a:xfrm>
              <a:off x="1768944" y="2463395"/>
              <a:ext cx="242524" cy="0"/>
            </a:xfrm>
            <a:prstGeom prst="line">
              <a:avLst/>
            </a:prstGeom>
            <a:noFill/>
            <a:ln w="12700" cap="sq" cmpd="sng" algn="ctr">
              <a:solidFill>
                <a:srgbClr val="3E3E4C"/>
              </a:solidFill>
              <a:prstDash val="solid"/>
              <a:miter lim="800000"/>
              <a:tailEnd type="none"/>
            </a:ln>
            <a:effectLst/>
          </p:spPr>
        </p:cxnSp>
        <p:cxnSp>
          <p:nvCxnSpPr>
            <p:cNvPr id="51" name="Straight Connector 50">
              <a:extLst>
                <a:ext uri="{FF2B5EF4-FFF2-40B4-BE49-F238E27FC236}">
                  <a16:creationId xmlns:a16="http://schemas.microsoft.com/office/drawing/2014/main" id="{9054DF9A-2C3B-222F-A541-6E77B9524AC8}"/>
                </a:ext>
              </a:extLst>
            </p:cNvPr>
            <p:cNvCxnSpPr>
              <a:cxnSpLocks/>
              <a:stCxn id="70" idx="3"/>
              <a:endCxn id="29" idx="1"/>
            </p:cNvCxnSpPr>
            <p:nvPr/>
          </p:nvCxnSpPr>
          <p:spPr>
            <a:xfrm>
              <a:off x="1768944" y="2887100"/>
              <a:ext cx="242524" cy="0"/>
            </a:xfrm>
            <a:prstGeom prst="line">
              <a:avLst/>
            </a:prstGeom>
            <a:noFill/>
            <a:ln w="12700" cap="sq" cmpd="sng" algn="ctr">
              <a:solidFill>
                <a:srgbClr val="3E3E4C"/>
              </a:solidFill>
              <a:prstDash val="solid"/>
              <a:miter lim="800000"/>
              <a:tailEnd type="none"/>
            </a:ln>
            <a:effectLst/>
          </p:spPr>
        </p:cxnSp>
        <p:cxnSp>
          <p:nvCxnSpPr>
            <p:cNvPr id="52" name="Straight Connector 51">
              <a:extLst>
                <a:ext uri="{FF2B5EF4-FFF2-40B4-BE49-F238E27FC236}">
                  <a16:creationId xmlns:a16="http://schemas.microsoft.com/office/drawing/2014/main" id="{14C850B7-FF59-BCD7-94C8-965F8A3C5EB0}"/>
                </a:ext>
              </a:extLst>
            </p:cNvPr>
            <p:cNvCxnSpPr>
              <a:cxnSpLocks/>
              <a:stCxn id="71" idx="3"/>
              <a:endCxn id="30" idx="1"/>
            </p:cNvCxnSpPr>
            <p:nvPr/>
          </p:nvCxnSpPr>
          <p:spPr>
            <a:xfrm>
              <a:off x="1768944" y="3310805"/>
              <a:ext cx="242524" cy="0"/>
            </a:xfrm>
            <a:prstGeom prst="line">
              <a:avLst/>
            </a:prstGeom>
            <a:noFill/>
            <a:ln w="12700" cap="sq" cmpd="sng" algn="ctr">
              <a:solidFill>
                <a:srgbClr val="3E3E4C"/>
              </a:solidFill>
              <a:prstDash val="solid"/>
              <a:miter lim="800000"/>
              <a:tailEnd type="none"/>
            </a:ln>
            <a:effectLst/>
          </p:spPr>
        </p:cxnSp>
        <p:cxnSp>
          <p:nvCxnSpPr>
            <p:cNvPr id="53" name="Straight Connector 52">
              <a:extLst>
                <a:ext uri="{FF2B5EF4-FFF2-40B4-BE49-F238E27FC236}">
                  <a16:creationId xmlns:a16="http://schemas.microsoft.com/office/drawing/2014/main" id="{46B5EB08-72F8-A638-380F-61DFA00D7D73}"/>
                </a:ext>
              </a:extLst>
            </p:cNvPr>
            <p:cNvCxnSpPr>
              <a:cxnSpLocks/>
              <a:stCxn id="72" idx="3"/>
              <a:endCxn id="31" idx="1"/>
            </p:cNvCxnSpPr>
            <p:nvPr/>
          </p:nvCxnSpPr>
          <p:spPr>
            <a:xfrm>
              <a:off x="1768944" y="3734509"/>
              <a:ext cx="242524" cy="0"/>
            </a:xfrm>
            <a:prstGeom prst="line">
              <a:avLst/>
            </a:prstGeom>
            <a:noFill/>
            <a:ln w="12700" cap="sq" cmpd="sng" algn="ctr">
              <a:solidFill>
                <a:srgbClr val="3E3E4C"/>
              </a:solidFill>
              <a:prstDash val="solid"/>
              <a:miter lim="800000"/>
              <a:tailEnd type="none"/>
            </a:ln>
            <a:effectLst/>
          </p:spPr>
        </p:cxnSp>
        <p:cxnSp>
          <p:nvCxnSpPr>
            <p:cNvPr id="54" name="Straight Connector 53">
              <a:extLst>
                <a:ext uri="{FF2B5EF4-FFF2-40B4-BE49-F238E27FC236}">
                  <a16:creationId xmlns:a16="http://schemas.microsoft.com/office/drawing/2014/main" id="{A7F44D83-AFED-F7C7-30B1-C5ED32D312E4}"/>
                </a:ext>
              </a:extLst>
            </p:cNvPr>
            <p:cNvCxnSpPr>
              <a:cxnSpLocks/>
              <a:stCxn id="70" idx="3"/>
              <a:endCxn id="30" idx="1"/>
            </p:cNvCxnSpPr>
            <p:nvPr/>
          </p:nvCxnSpPr>
          <p:spPr>
            <a:xfrm>
              <a:off x="1768944" y="2887100"/>
              <a:ext cx="242524" cy="423705"/>
            </a:xfrm>
            <a:prstGeom prst="line">
              <a:avLst/>
            </a:prstGeom>
            <a:noFill/>
            <a:ln w="12700" cap="sq" cmpd="sng" algn="ctr">
              <a:solidFill>
                <a:srgbClr val="3E3E4C"/>
              </a:solidFill>
              <a:prstDash val="solid"/>
              <a:miter lim="800000"/>
              <a:tailEnd type="none"/>
            </a:ln>
            <a:effectLst/>
          </p:spPr>
        </p:cxnSp>
        <p:cxnSp>
          <p:nvCxnSpPr>
            <p:cNvPr id="55" name="Straight Connector 54">
              <a:extLst>
                <a:ext uri="{FF2B5EF4-FFF2-40B4-BE49-F238E27FC236}">
                  <a16:creationId xmlns:a16="http://schemas.microsoft.com/office/drawing/2014/main" id="{F91D0586-2262-63BC-5782-8AD26DCA9A38}"/>
                </a:ext>
              </a:extLst>
            </p:cNvPr>
            <p:cNvCxnSpPr>
              <a:cxnSpLocks/>
              <a:stCxn id="70" idx="3"/>
              <a:endCxn id="31" idx="1"/>
            </p:cNvCxnSpPr>
            <p:nvPr/>
          </p:nvCxnSpPr>
          <p:spPr>
            <a:xfrm>
              <a:off x="1768944" y="2887100"/>
              <a:ext cx="242524" cy="847409"/>
            </a:xfrm>
            <a:prstGeom prst="line">
              <a:avLst/>
            </a:prstGeom>
            <a:noFill/>
            <a:ln w="12700" cap="sq" cmpd="sng" algn="ctr">
              <a:solidFill>
                <a:srgbClr val="3E3E4C"/>
              </a:solidFill>
              <a:prstDash val="solid"/>
              <a:miter lim="800000"/>
              <a:tailEnd type="none"/>
            </a:ln>
            <a:effectLst/>
          </p:spPr>
        </p:cxnSp>
        <p:cxnSp>
          <p:nvCxnSpPr>
            <p:cNvPr id="56" name="Straight Connector 55">
              <a:extLst>
                <a:ext uri="{FF2B5EF4-FFF2-40B4-BE49-F238E27FC236}">
                  <a16:creationId xmlns:a16="http://schemas.microsoft.com/office/drawing/2014/main" id="{434EBE45-0DA8-1998-03EB-F54EC47ACB43}"/>
                </a:ext>
              </a:extLst>
            </p:cNvPr>
            <p:cNvCxnSpPr>
              <a:cxnSpLocks/>
            </p:cNvCxnSpPr>
            <p:nvPr/>
          </p:nvCxnSpPr>
          <p:spPr>
            <a:xfrm>
              <a:off x="1669685" y="2887100"/>
              <a:ext cx="380966" cy="1167979"/>
            </a:xfrm>
            <a:prstGeom prst="line">
              <a:avLst/>
            </a:prstGeom>
            <a:noFill/>
            <a:ln w="12700" cap="sq" cmpd="sng" algn="ctr">
              <a:solidFill>
                <a:srgbClr val="3E3E4C"/>
              </a:solidFill>
              <a:prstDash val="solid"/>
              <a:miter lim="800000"/>
              <a:tailEnd type="none"/>
            </a:ln>
            <a:effectLst/>
          </p:spPr>
        </p:cxnSp>
        <p:cxnSp>
          <p:nvCxnSpPr>
            <p:cNvPr id="57" name="Straight Connector 56">
              <a:extLst>
                <a:ext uri="{FF2B5EF4-FFF2-40B4-BE49-F238E27FC236}">
                  <a16:creationId xmlns:a16="http://schemas.microsoft.com/office/drawing/2014/main" id="{9F0AD8CB-9848-7ABE-A4AA-9CA324DC8C3A}"/>
                </a:ext>
              </a:extLst>
            </p:cNvPr>
            <p:cNvCxnSpPr>
              <a:cxnSpLocks/>
              <a:stCxn id="70" idx="3"/>
              <a:endCxn id="26" idx="1"/>
            </p:cNvCxnSpPr>
            <p:nvPr/>
          </p:nvCxnSpPr>
          <p:spPr>
            <a:xfrm flipV="1">
              <a:off x="1768944" y="1615988"/>
              <a:ext cx="242524" cy="1271112"/>
            </a:xfrm>
            <a:prstGeom prst="line">
              <a:avLst/>
            </a:prstGeom>
            <a:noFill/>
            <a:ln w="12700" cap="sq" cmpd="sng" algn="ctr">
              <a:solidFill>
                <a:srgbClr val="3E3E4C"/>
              </a:solidFill>
              <a:prstDash val="solid"/>
              <a:miter lim="800000"/>
              <a:tailEnd type="none"/>
            </a:ln>
            <a:effectLst/>
          </p:spPr>
        </p:cxnSp>
        <p:cxnSp>
          <p:nvCxnSpPr>
            <p:cNvPr id="58" name="Straight Connector 57">
              <a:extLst>
                <a:ext uri="{FF2B5EF4-FFF2-40B4-BE49-F238E27FC236}">
                  <a16:creationId xmlns:a16="http://schemas.microsoft.com/office/drawing/2014/main" id="{0387BC0D-6E08-C718-0DE6-FB84D736FB93}"/>
                </a:ext>
              </a:extLst>
            </p:cNvPr>
            <p:cNvCxnSpPr>
              <a:cxnSpLocks/>
              <a:stCxn id="70" idx="3"/>
              <a:endCxn id="27" idx="1"/>
            </p:cNvCxnSpPr>
            <p:nvPr/>
          </p:nvCxnSpPr>
          <p:spPr>
            <a:xfrm flipV="1">
              <a:off x="1768944" y="2039692"/>
              <a:ext cx="242524" cy="847408"/>
            </a:xfrm>
            <a:prstGeom prst="line">
              <a:avLst/>
            </a:prstGeom>
            <a:noFill/>
            <a:ln w="12700" cap="sq" cmpd="sng" algn="ctr">
              <a:solidFill>
                <a:srgbClr val="3E3E4C"/>
              </a:solidFill>
              <a:prstDash val="solid"/>
              <a:miter lim="800000"/>
              <a:tailEnd type="none"/>
            </a:ln>
            <a:effectLst/>
          </p:spPr>
        </p:cxnSp>
        <p:cxnSp>
          <p:nvCxnSpPr>
            <p:cNvPr id="59" name="Straight Connector 58">
              <a:extLst>
                <a:ext uri="{FF2B5EF4-FFF2-40B4-BE49-F238E27FC236}">
                  <a16:creationId xmlns:a16="http://schemas.microsoft.com/office/drawing/2014/main" id="{BB366FC8-C4FA-F90F-4F62-7EAFEF681B5C}"/>
                </a:ext>
              </a:extLst>
            </p:cNvPr>
            <p:cNvCxnSpPr>
              <a:cxnSpLocks/>
              <a:stCxn id="70" idx="3"/>
              <a:endCxn id="28" idx="1"/>
            </p:cNvCxnSpPr>
            <p:nvPr/>
          </p:nvCxnSpPr>
          <p:spPr>
            <a:xfrm flipV="1">
              <a:off x="1768944" y="2463395"/>
              <a:ext cx="242524" cy="423705"/>
            </a:xfrm>
            <a:prstGeom prst="line">
              <a:avLst/>
            </a:prstGeom>
            <a:noFill/>
            <a:ln w="12700" cap="sq" cmpd="sng" algn="ctr">
              <a:solidFill>
                <a:srgbClr val="3E3E4C"/>
              </a:solidFill>
              <a:prstDash val="solid"/>
              <a:miter lim="800000"/>
              <a:tailEnd type="none"/>
            </a:ln>
            <a:effectLst/>
          </p:spPr>
        </p:cxnSp>
        <p:cxnSp>
          <p:nvCxnSpPr>
            <p:cNvPr id="60" name="Straight Connector 59">
              <a:extLst>
                <a:ext uri="{FF2B5EF4-FFF2-40B4-BE49-F238E27FC236}">
                  <a16:creationId xmlns:a16="http://schemas.microsoft.com/office/drawing/2014/main" id="{BA7116E6-C7CA-AA93-0F1C-64963569E195}"/>
                </a:ext>
              </a:extLst>
            </p:cNvPr>
            <p:cNvCxnSpPr>
              <a:stCxn id="20" idx="1"/>
              <a:endCxn id="26" idx="3"/>
            </p:cNvCxnSpPr>
            <p:nvPr/>
          </p:nvCxnSpPr>
          <p:spPr>
            <a:xfrm flipH="1" flipV="1">
              <a:off x="2835426" y="1615988"/>
              <a:ext cx="242524" cy="1395115"/>
            </a:xfrm>
            <a:prstGeom prst="line">
              <a:avLst/>
            </a:prstGeom>
            <a:noFill/>
            <a:ln w="12700" cap="sq" cmpd="sng" algn="ctr">
              <a:solidFill>
                <a:srgbClr val="3E3E4C"/>
              </a:solidFill>
              <a:prstDash val="solid"/>
              <a:miter lim="800000"/>
              <a:tailEnd type="none"/>
            </a:ln>
            <a:effectLst/>
          </p:spPr>
        </p:cxnSp>
        <p:cxnSp>
          <p:nvCxnSpPr>
            <p:cNvPr id="61" name="Straight Connector 60">
              <a:extLst>
                <a:ext uri="{FF2B5EF4-FFF2-40B4-BE49-F238E27FC236}">
                  <a16:creationId xmlns:a16="http://schemas.microsoft.com/office/drawing/2014/main" id="{D97CF41B-F59F-CA3B-EB6C-7CD760709554}"/>
                </a:ext>
              </a:extLst>
            </p:cNvPr>
            <p:cNvCxnSpPr>
              <a:cxnSpLocks/>
              <a:stCxn id="20" idx="1"/>
              <a:endCxn id="27" idx="3"/>
            </p:cNvCxnSpPr>
            <p:nvPr/>
          </p:nvCxnSpPr>
          <p:spPr>
            <a:xfrm flipH="1" flipV="1">
              <a:off x="2835426" y="2039692"/>
              <a:ext cx="242524" cy="971411"/>
            </a:xfrm>
            <a:prstGeom prst="line">
              <a:avLst/>
            </a:prstGeom>
            <a:noFill/>
            <a:ln w="12700" cap="sq" cmpd="sng" algn="ctr">
              <a:solidFill>
                <a:srgbClr val="3E3E4C"/>
              </a:solidFill>
              <a:prstDash val="solid"/>
              <a:miter lim="800000"/>
              <a:tailEnd type="none"/>
            </a:ln>
            <a:effectLst/>
          </p:spPr>
        </p:cxnSp>
        <p:cxnSp>
          <p:nvCxnSpPr>
            <p:cNvPr id="62" name="Straight Connector 61">
              <a:extLst>
                <a:ext uri="{FF2B5EF4-FFF2-40B4-BE49-F238E27FC236}">
                  <a16:creationId xmlns:a16="http://schemas.microsoft.com/office/drawing/2014/main" id="{AD96E8E3-90B1-8870-F151-92E8E6BC1C01}"/>
                </a:ext>
              </a:extLst>
            </p:cNvPr>
            <p:cNvCxnSpPr>
              <a:cxnSpLocks/>
              <a:stCxn id="20" idx="1"/>
              <a:endCxn id="29" idx="3"/>
            </p:cNvCxnSpPr>
            <p:nvPr/>
          </p:nvCxnSpPr>
          <p:spPr>
            <a:xfrm flipH="1" flipV="1">
              <a:off x="2835426" y="2887101"/>
              <a:ext cx="242524" cy="124002"/>
            </a:xfrm>
            <a:prstGeom prst="line">
              <a:avLst/>
            </a:prstGeom>
            <a:noFill/>
            <a:ln w="12700" cap="sq" cmpd="sng" algn="ctr">
              <a:solidFill>
                <a:srgbClr val="3E3E4C"/>
              </a:solidFill>
              <a:prstDash val="solid"/>
              <a:miter lim="800000"/>
              <a:tailEnd type="none"/>
            </a:ln>
            <a:effectLst/>
          </p:spPr>
        </p:cxnSp>
        <p:cxnSp>
          <p:nvCxnSpPr>
            <p:cNvPr id="63" name="Straight Connector 62">
              <a:extLst>
                <a:ext uri="{FF2B5EF4-FFF2-40B4-BE49-F238E27FC236}">
                  <a16:creationId xmlns:a16="http://schemas.microsoft.com/office/drawing/2014/main" id="{91533C22-01FC-C9C0-EEA3-723B7234B527}"/>
                </a:ext>
              </a:extLst>
            </p:cNvPr>
            <p:cNvCxnSpPr>
              <a:cxnSpLocks/>
              <a:stCxn id="20" idx="1"/>
              <a:endCxn id="30" idx="3"/>
            </p:cNvCxnSpPr>
            <p:nvPr/>
          </p:nvCxnSpPr>
          <p:spPr>
            <a:xfrm flipH="1">
              <a:off x="2835426" y="3011103"/>
              <a:ext cx="242524" cy="299703"/>
            </a:xfrm>
            <a:prstGeom prst="line">
              <a:avLst/>
            </a:prstGeom>
            <a:noFill/>
            <a:ln w="12700" cap="sq" cmpd="sng" algn="ctr">
              <a:solidFill>
                <a:srgbClr val="3E3E4C"/>
              </a:solidFill>
              <a:prstDash val="solid"/>
              <a:miter lim="800000"/>
              <a:tailEnd type="none"/>
            </a:ln>
            <a:effectLst/>
          </p:spPr>
        </p:cxnSp>
        <p:cxnSp>
          <p:nvCxnSpPr>
            <p:cNvPr id="64" name="Straight Connector 63">
              <a:extLst>
                <a:ext uri="{FF2B5EF4-FFF2-40B4-BE49-F238E27FC236}">
                  <a16:creationId xmlns:a16="http://schemas.microsoft.com/office/drawing/2014/main" id="{216A88B8-C6D0-F1BD-904D-B1D335C9EB8A}"/>
                </a:ext>
              </a:extLst>
            </p:cNvPr>
            <p:cNvCxnSpPr>
              <a:cxnSpLocks/>
              <a:stCxn id="20" idx="1"/>
              <a:endCxn id="31" idx="3"/>
            </p:cNvCxnSpPr>
            <p:nvPr/>
          </p:nvCxnSpPr>
          <p:spPr>
            <a:xfrm flipH="1">
              <a:off x="2835426" y="3011103"/>
              <a:ext cx="242524" cy="723406"/>
            </a:xfrm>
            <a:prstGeom prst="line">
              <a:avLst/>
            </a:prstGeom>
            <a:noFill/>
            <a:ln w="12700" cap="sq" cmpd="sng" algn="ctr">
              <a:solidFill>
                <a:srgbClr val="3E3E4C"/>
              </a:solidFill>
              <a:prstDash val="solid"/>
              <a:miter lim="800000"/>
              <a:tailEnd type="none"/>
            </a:ln>
            <a:effectLst/>
          </p:spPr>
        </p:cxnSp>
        <p:cxnSp>
          <p:nvCxnSpPr>
            <p:cNvPr id="65" name="Straight Connector 64">
              <a:extLst>
                <a:ext uri="{FF2B5EF4-FFF2-40B4-BE49-F238E27FC236}">
                  <a16:creationId xmlns:a16="http://schemas.microsoft.com/office/drawing/2014/main" id="{5B5E2597-24B6-CDD0-7EFC-D99FFBF45C31}"/>
                </a:ext>
              </a:extLst>
            </p:cNvPr>
            <p:cNvCxnSpPr>
              <a:cxnSpLocks/>
              <a:stCxn id="20" idx="1"/>
              <a:endCxn id="25" idx="3"/>
            </p:cNvCxnSpPr>
            <p:nvPr/>
          </p:nvCxnSpPr>
          <p:spPr>
            <a:xfrm flipH="1">
              <a:off x="2835426" y="3011103"/>
              <a:ext cx="242524" cy="1147110"/>
            </a:xfrm>
            <a:prstGeom prst="line">
              <a:avLst/>
            </a:prstGeom>
            <a:noFill/>
            <a:ln w="12700" cap="sq" cmpd="sng" algn="ctr">
              <a:solidFill>
                <a:srgbClr val="3E3E4C"/>
              </a:solidFill>
              <a:prstDash val="solid"/>
              <a:miter lim="800000"/>
              <a:tailEnd type="none"/>
            </a:ln>
            <a:effectLst/>
          </p:spPr>
        </p:cxnSp>
      </p:grpSp>
      <p:cxnSp>
        <p:nvCxnSpPr>
          <p:cNvPr id="73" name="Connector: Elbow 72">
            <a:extLst>
              <a:ext uri="{FF2B5EF4-FFF2-40B4-BE49-F238E27FC236}">
                <a16:creationId xmlns:a16="http://schemas.microsoft.com/office/drawing/2014/main" id="{57C436AE-4E7A-2188-137C-B181FC036CE2}"/>
              </a:ext>
            </a:extLst>
          </p:cNvPr>
          <p:cNvCxnSpPr>
            <a:stCxn id="14" idx="1"/>
            <a:endCxn id="11" idx="3"/>
          </p:cNvCxnSpPr>
          <p:nvPr/>
        </p:nvCxnSpPr>
        <p:spPr>
          <a:xfrm rot="10800000">
            <a:off x="6665005" y="3119764"/>
            <a:ext cx="242398" cy="504335"/>
          </a:xfrm>
          <a:prstGeom prst="bentConnector3">
            <a:avLst>
              <a:gd name="adj1" fmla="val 50000"/>
            </a:avLst>
          </a:prstGeom>
          <a:noFill/>
          <a:ln w="12700" cap="sq" cmpd="sng" algn="ctr">
            <a:solidFill>
              <a:srgbClr val="3E3E4C"/>
            </a:solidFill>
            <a:prstDash val="solid"/>
            <a:miter lim="800000"/>
            <a:tailEnd type="none"/>
          </a:ln>
          <a:effectLst/>
        </p:spPr>
      </p:cxnSp>
      <p:cxnSp>
        <p:nvCxnSpPr>
          <p:cNvPr id="74" name="Connector: Elbow 73">
            <a:extLst>
              <a:ext uri="{FF2B5EF4-FFF2-40B4-BE49-F238E27FC236}">
                <a16:creationId xmlns:a16="http://schemas.microsoft.com/office/drawing/2014/main" id="{E59CBBFB-17F5-C9C1-6763-B0F759CF9730}"/>
              </a:ext>
            </a:extLst>
          </p:cNvPr>
          <p:cNvCxnSpPr>
            <a:cxnSpLocks/>
            <a:stCxn id="14" idx="1"/>
            <a:endCxn id="13" idx="3"/>
          </p:cNvCxnSpPr>
          <p:nvPr/>
        </p:nvCxnSpPr>
        <p:spPr>
          <a:xfrm rot="10800000" flipV="1">
            <a:off x="6665005" y="3624099"/>
            <a:ext cx="242398" cy="504335"/>
          </a:xfrm>
          <a:prstGeom prst="bentConnector3">
            <a:avLst>
              <a:gd name="adj1" fmla="val 50000"/>
            </a:avLst>
          </a:prstGeom>
          <a:noFill/>
          <a:ln w="12700" cap="sq" cmpd="sng" algn="ctr">
            <a:solidFill>
              <a:srgbClr val="3E3E4C"/>
            </a:solidFill>
            <a:prstDash val="solid"/>
            <a:miter lim="800000"/>
            <a:tailEnd type="none"/>
          </a:ln>
          <a:effectLst/>
        </p:spPr>
      </p:cxnSp>
      <p:cxnSp>
        <p:nvCxnSpPr>
          <p:cNvPr id="75" name="Straight Connector 74">
            <a:extLst>
              <a:ext uri="{FF2B5EF4-FFF2-40B4-BE49-F238E27FC236}">
                <a16:creationId xmlns:a16="http://schemas.microsoft.com/office/drawing/2014/main" id="{064F468F-4345-9460-819B-AE5E7F3B6121}"/>
              </a:ext>
            </a:extLst>
          </p:cNvPr>
          <p:cNvCxnSpPr>
            <a:stCxn id="14" idx="1"/>
            <a:endCxn id="12" idx="3"/>
          </p:cNvCxnSpPr>
          <p:nvPr/>
        </p:nvCxnSpPr>
        <p:spPr>
          <a:xfrm flipH="1">
            <a:off x="6665005" y="3624099"/>
            <a:ext cx="242398" cy="0"/>
          </a:xfrm>
          <a:prstGeom prst="line">
            <a:avLst/>
          </a:prstGeom>
          <a:noFill/>
          <a:ln w="12700" cap="sq" cmpd="sng" algn="ctr">
            <a:solidFill>
              <a:srgbClr val="3E3E4C"/>
            </a:solidFill>
            <a:prstDash val="solid"/>
            <a:miter lim="800000"/>
            <a:tailEnd type="none"/>
          </a:ln>
          <a:effectLst/>
        </p:spPr>
      </p:cxnSp>
      <p:sp>
        <p:nvSpPr>
          <p:cNvPr id="76" name="Arrow: Chevron 75">
            <a:extLst>
              <a:ext uri="{FF2B5EF4-FFF2-40B4-BE49-F238E27FC236}">
                <a16:creationId xmlns:a16="http://schemas.microsoft.com/office/drawing/2014/main" id="{295C3635-C17F-C2B9-4541-240BA6497EF3}"/>
              </a:ext>
            </a:extLst>
          </p:cNvPr>
          <p:cNvSpPr/>
          <p:nvPr/>
        </p:nvSpPr>
        <p:spPr>
          <a:xfrm flipH="1">
            <a:off x="7900465" y="2157857"/>
            <a:ext cx="210918" cy="423483"/>
          </a:xfrm>
          <a:prstGeom prst="chevron">
            <a:avLst/>
          </a:prstGeom>
          <a:solidFill>
            <a:srgbClr val="FFE600"/>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2E2E38"/>
              </a:solidFill>
              <a:effectLst/>
              <a:uLnTx/>
              <a:uFillTx/>
            </a:endParaRPr>
          </a:p>
        </p:txBody>
      </p:sp>
      <p:cxnSp>
        <p:nvCxnSpPr>
          <p:cNvPr id="77" name="Connector: Elbow 76">
            <a:extLst>
              <a:ext uri="{FF2B5EF4-FFF2-40B4-BE49-F238E27FC236}">
                <a16:creationId xmlns:a16="http://schemas.microsoft.com/office/drawing/2014/main" id="{08EE8DC6-A831-B304-6774-DF27DB0F2769}"/>
              </a:ext>
            </a:extLst>
          </p:cNvPr>
          <p:cNvCxnSpPr>
            <a:cxnSpLocks/>
            <a:stCxn id="10" idx="3"/>
            <a:endCxn id="15" idx="1"/>
          </p:cNvCxnSpPr>
          <p:nvPr/>
        </p:nvCxnSpPr>
        <p:spPr>
          <a:xfrm flipV="1">
            <a:off x="5502814" y="2380578"/>
            <a:ext cx="242399" cy="835624"/>
          </a:xfrm>
          <a:prstGeom prst="bentConnector3">
            <a:avLst>
              <a:gd name="adj1" fmla="val 50000"/>
            </a:avLst>
          </a:prstGeom>
          <a:noFill/>
          <a:ln w="12700" cap="sq" cmpd="sng" algn="ctr">
            <a:solidFill>
              <a:srgbClr val="3E3E4C"/>
            </a:solidFill>
            <a:prstDash val="solid"/>
            <a:miter lim="800000"/>
            <a:tailEnd type="none"/>
          </a:ln>
          <a:effectLst/>
        </p:spPr>
      </p:cxnSp>
      <p:cxnSp>
        <p:nvCxnSpPr>
          <p:cNvPr id="78" name="Connector: Elbow 77">
            <a:extLst>
              <a:ext uri="{FF2B5EF4-FFF2-40B4-BE49-F238E27FC236}">
                <a16:creationId xmlns:a16="http://schemas.microsoft.com/office/drawing/2014/main" id="{4F03A1A9-4EC1-79A3-3EB1-650038EBC639}"/>
              </a:ext>
            </a:extLst>
          </p:cNvPr>
          <p:cNvCxnSpPr>
            <a:cxnSpLocks/>
            <a:stCxn id="10" idx="3"/>
            <a:endCxn id="13" idx="1"/>
          </p:cNvCxnSpPr>
          <p:nvPr/>
        </p:nvCxnSpPr>
        <p:spPr>
          <a:xfrm>
            <a:off x="5502814" y="3216201"/>
            <a:ext cx="242398" cy="912233"/>
          </a:xfrm>
          <a:prstGeom prst="bentConnector3">
            <a:avLst>
              <a:gd name="adj1" fmla="val 50000"/>
            </a:avLst>
          </a:prstGeom>
          <a:noFill/>
          <a:ln w="12700" cap="sq" cmpd="sng" algn="ctr">
            <a:solidFill>
              <a:srgbClr val="3E3E4C"/>
            </a:solidFill>
            <a:prstDash val="solid"/>
            <a:miter lim="800000"/>
            <a:tailEnd type="none"/>
          </a:ln>
          <a:effectLst/>
        </p:spPr>
      </p:cxnSp>
      <p:cxnSp>
        <p:nvCxnSpPr>
          <p:cNvPr id="79" name="Connector: Elbow 78">
            <a:extLst>
              <a:ext uri="{FF2B5EF4-FFF2-40B4-BE49-F238E27FC236}">
                <a16:creationId xmlns:a16="http://schemas.microsoft.com/office/drawing/2014/main" id="{486AD2BD-E89A-6C78-EDA5-52037D3185E8}"/>
              </a:ext>
            </a:extLst>
          </p:cNvPr>
          <p:cNvCxnSpPr>
            <a:cxnSpLocks/>
            <a:stCxn id="10" idx="3"/>
            <a:endCxn id="12" idx="1"/>
          </p:cNvCxnSpPr>
          <p:nvPr/>
        </p:nvCxnSpPr>
        <p:spPr>
          <a:xfrm>
            <a:off x="5502814" y="3216201"/>
            <a:ext cx="242398" cy="407898"/>
          </a:xfrm>
          <a:prstGeom prst="bentConnector3">
            <a:avLst>
              <a:gd name="adj1" fmla="val 50000"/>
            </a:avLst>
          </a:prstGeom>
          <a:noFill/>
          <a:ln w="12700" cap="sq" cmpd="sng" algn="ctr">
            <a:solidFill>
              <a:srgbClr val="3E3E4C"/>
            </a:solidFill>
            <a:prstDash val="solid"/>
            <a:miter lim="800000"/>
            <a:tailEnd type="none"/>
          </a:ln>
          <a:effectLst/>
        </p:spPr>
      </p:cxnSp>
      <p:grpSp>
        <p:nvGrpSpPr>
          <p:cNvPr id="80" name="Group 79">
            <a:extLst>
              <a:ext uri="{FF2B5EF4-FFF2-40B4-BE49-F238E27FC236}">
                <a16:creationId xmlns:a16="http://schemas.microsoft.com/office/drawing/2014/main" id="{9F79AACF-64FA-B34F-FD55-01D5198581C8}"/>
              </a:ext>
            </a:extLst>
          </p:cNvPr>
          <p:cNvGrpSpPr/>
          <p:nvPr/>
        </p:nvGrpSpPr>
        <p:grpSpPr>
          <a:xfrm>
            <a:off x="8384222" y="2120507"/>
            <a:ext cx="3036329" cy="2223815"/>
            <a:chOff x="8388589" y="1790470"/>
            <a:chExt cx="3037910" cy="2493822"/>
          </a:xfrm>
        </p:grpSpPr>
        <p:sp>
          <p:nvSpPr>
            <p:cNvPr id="81" name="Rectangle 80">
              <a:extLst>
                <a:ext uri="{FF2B5EF4-FFF2-40B4-BE49-F238E27FC236}">
                  <a16:creationId xmlns:a16="http://schemas.microsoft.com/office/drawing/2014/main" id="{6EC7E427-3F77-EEDA-ADE8-F26082D51CCA}"/>
                </a:ext>
              </a:extLst>
            </p:cNvPr>
            <p:cNvSpPr/>
            <p:nvPr/>
          </p:nvSpPr>
          <p:spPr>
            <a:xfrm>
              <a:off x="8388589" y="1796075"/>
              <a:ext cx="850953" cy="2488217"/>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Integrated Data &amp; Analytics Layer</a:t>
              </a:r>
            </a:p>
          </p:txBody>
        </p:sp>
        <p:sp>
          <p:nvSpPr>
            <p:cNvPr id="82" name="Rectangle 81">
              <a:extLst>
                <a:ext uri="{FF2B5EF4-FFF2-40B4-BE49-F238E27FC236}">
                  <a16:creationId xmlns:a16="http://schemas.microsoft.com/office/drawing/2014/main" id="{6B080845-0008-0800-3899-BB055DE63976}"/>
                </a:ext>
              </a:extLst>
            </p:cNvPr>
            <p:cNvSpPr/>
            <p:nvPr/>
          </p:nvSpPr>
          <p:spPr>
            <a:xfrm>
              <a:off x="9482066" y="1792335"/>
              <a:ext cx="850953" cy="2488217"/>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Data Model</a:t>
              </a:r>
            </a:p>
          </p:txBody>
        </p:sp>
        <p:sp>
          <p:nvSpPr>
            <p:cNvPr id="83" name="Rectangle 82">
              <a:extLst>
                <a:ext uri="{FF2B5EF4-FFF2-40B4-BE49-F238E27FC236}">
                  <a16:creationId xmlns:a16="http://schemas.microsoft.com/office/drawing/2014/main" id="{59B359EB-D5B4-8F62-BDF8-1755068DEBAE}"/>
                </a:ext>
              </a:extLst>
            </p:cNvPr>
            <p:cNvSpPr/>
            <p:nvPr/>
          </p:nvSpPr>
          <p:spPr>
            <a:xfrm>
              <a:off x="10575546" y="1790470"/>
              <a:ext cx="850953" cy="792000"/>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Financial Data Sources</a:t>
              </a:r>
            </a:p>
          </p:txBody>
        </p:sp>
        <p:sp>
          <p:nvSpPr>
            <p:cNvPr id="84" name="Rectangle 83">
              <a:extLst>
                <a:ext uri="{FF2B5EF4-FFF2-40B4-BE49-F238E27FC236}">
                  <a16:creationId xmlns:a16="http://schemas.microsoft.com/office/drawing/2014/main" id="{83115DD1-67A3-4897-8280-F377DCB2DCC6}"/>
                </a:ext>
              </a:extLst>
            </p:cNvPr>
            <p:cNvSpPr/>
            <p:nvPr/>
          </p:nvSpPr>
          <p:spPr>
            <a:xfrm>
              <a:off x="10575546" y="2639511"/>
              <a:ext cx="850953" cy="792000"/>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Business Data Sources</a:t>
              </a:r>
            </a:p>
          </p:txBody>
        </p:sp>
        <p:sp>
          <p:nvSpPr>
            <p:cNvPr id="85" name="Rectangle 84">
              <a:extLst>
                <a:ext uri="{FF2B5EF4-FFF2-40B4-BE49-F238E27FC236}">
                  <a16:creationId xmlns:a16="http://schemas.microsoft.com/office/drawing/2014/main" id="{9BB97D9B-79D4-7BD5-59B0-340C2E46948E}"/>
                </a:ext>
              </a:extLst>
            </p:cNvPr>
            <p:cNvSpPr/>
            <p:nvPr/>
          </p:nvSpPr>
          <p:spPr>
            <a:xfrm>
              <a:off x="10575546" y="3488552"/>
              <a:ext cx="850953" cy="792000"/>
            </a:xfrm>
            <a:prstGeom prst="rect">
              <a:avLst/>
            </a:prstGeom>
            <a:solidFill>
              <a:srgbClr val="3E3E4C"/>
            </a:solidFill>
            <a:ln w="12700" cap="sq" cmpd="sng" algn="ctr">
              <a:noFill/>
              <a:prstDash val="solid"/>
              <a:miter lim="800000"/>
              <a:tailEnd type="none"/>
            </a:ln>
            <a:effectLst/>
          </p:spPr>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3943" eaLnBrk="1" fontAlgn="auto" latinLnBrk="0" hangingPunct="1">
                <a:lnSpc>
                  <a:spcPct val="100000"/>
                </a:lnSpc>
                <a:spcBef>
                  <a:spcPts val="0"/>
                </a:spcBef>
                <a:spcAft>
                  <a:spcPts val="0"/>
                </a:spcAft>
                <a:buClrTx/>
                <a:buSzTx/>
                <a:buFontTx/>
                <a:buNone/>
                <a:tabLst/>
                <a:defRPr/>
              </a:pPr>
              <a:r>
                <a:rPr kumimoji="0" lang="en-US" sz="999" b="0" i="0" u="none" strike="noStrike" kern="0" cap="none" spc="0" normalizeH="0" baseline="0" noProof="0">
                  <a:ln>
                    <a:noFill/>
                  </a:ln>
                  <a:solidFill>
                    <a:prstClr val="white"/>
                  </a:solidFill>
                  <a:effectLst/>
                  <a:uLnTx/>
                  <a:uFillTx/>
                </a:rPr>
                <a:t>External  Data Sources</a:t>
              </a:r>
            </a:p>
          </p:txBody>
        </p:sp>
        <p:cxnSp>
          <p:nvCxnSpPr>
            <p:cNvPr id="86" name="Connector: Elbow 85">
              <a:extLst>
                <a:ext uri="{FF2B5EF4-FFF2-40B4-BE49-F238E27FC236}">
                  <a16:creationId xmlns:a16="http://schemas.microsoft.com/office/drawing/2014/main" id="{E5FEC67B-95F7-21BF-19CB-FF415156D5B8}"/>
                </a:ext>
              </a:extLst>
            </p:cNvPr>
            <p:cNvCxnSpPr>
              <a:cxnSpLocks/>
              <a:stCxn id="85" idx="1"/>
              <a:endCxn id="82" idx="3"/>
            </p:cNvCxnSpPr>
            <p:nvPr/>
          </p:nvCxnSpPr>
          <p:spPr>
            <a:xfrm rot="10800000">
              <a:off x="10333020" y="3036444"/>
              <a:ext cx="242527" cy="848108"/>
            </a:xfrm>
            <a:prstGeom prst="bentConnector3">
              <a:avLst>
                <a:gd name="adj1" fmla="val 50000"/>
              </a:avLst>
            </a:prstGeom>
            <a:noFill/>
            <a:ln w="12700" cap="sq" cmpd="sng" algn="ctr">
              <a:solidFill>
                <a:srgbClr val="3E3E4C"/>
              </a:solidFill>
              <a:prstDash val="solid"/>
              <a:miter lim="800000"/>
              <a:tailEnd type="none"/>
            </a:ln>
            <a:effectLst/>
          </p:spPr>
        </p:cxnSp>
        <p:cxnSp>
          <p:nvCxnSpPr>
            <p:cNvPr id="87" name="Connector: Elbow 86">
              <a:extLst>
                <a:ext uri="{FF2B5EF4-FFF2-40B4-BE49-F238E27FC236}">
                  <a16:creationId xmlns:a16="http://schemas.microsoft.com/office/drawing/2014/main" id="{65232630-543B-64C4-8CB1-B2FE759434CF}"/>
                </a:ext>
              </a:extLst>
            </p:cNvPr>
            <p:cNvCxnSpPr>
              <a:cxnSpLocks/>
              <a:stCxn id="83" idx="1"/>
              <a:endCxn id="82" idx="3"/>
            </p:cNvCxnSpPr>
            <p:nvPr/>
          </p:nvCxnSpPr>
          <p:spPr>
            <a:xfrm rot="10800000" flipV="1">
              <a:off x="10333020" y="2186470"/>
              <a:ext cx="242527" cy="849974"/>
            </a:xfrm>
            <a:prstGeom prst="bentConnector3">
              <a:avLst>
                <a:gd name="adj1" fmla="val 50000"/>
              </a:avLst>
            </a:prstGeom>
            <a:noFill/>
            <a:ln w="12700" cap="sq" cmpd="sng" algn="ctr">
              <a:solidFill>
                <a:srgbClr val="3E3E4C"/>
              </a:solidFill>
              <a:prstDash val="solid"/>
              <a:miter lim="800000"/>
              <a:tailEnd type="none"/>
            </a:ln>
            <a:effectLst/>
          </p:spPr>
        </p:cxnSp>
        <p:cxnSp>
          <p:nvCxnSpPr>
            <p:cNvPr id="88" name="Straight Connector 87">
              <a:extLst>
                <a:ext uri="{FF2B5EF4-FFF2-40B4-BE49-F238E27FC236}">
                  <a16:creationId xmlns:a16="http://schemas.microsoft.com/office/drawing/2014/main" id="{B5D244AC-1CBD-1E82-67F6-DDD5C10C01BE}"/>
                </a:ext>
              </a:extLst>
            </p:cNvPr>
            <p:cNvCxnSpPr>
              <a:cxnSpLocks/>
              <a:stCxn id="84" idx="1"/>
              <a:endCxn id="82" idx="3"/>
            </p:cNvCxnSpPr>
            <p:nvPr/>
          </p:nvCxnSpPr>
          <p:spPr>
            <a:xfrm flipH="1">
              <a:off x="10333019" y="3035511"/>
              <a:ext cx="242527" cy="933"/>
            </a:xfrm>
            <a:prstGeom prst="line">
              <a:avLst/>
            </a:prstGeom>
            <a:noFill/>
            <a:ln w="12700" cap="sq" cmpd="sng" algn="ctr">
              <a:solidFill>
                <a:srgbClr val="3E3E4C"/>
              </a:solidFill>
              <a:prstDash val="solid"/>
              <a:miter lim="800000"/>
              <a:tailEnd type="none"/>
            </a:ln>
            <a:effectLst/>
          </p:spPr>
        </p:cxnSp>
        <p:cxnSp>
          <p:nvCxnSpPr>
            <p:cNvPr id="89" name="Straight Connector 88">
              <a:extLst>
                <a:ext uri="{FF2B5EF4-FFF2-40B4-BE49-F238E27FC236}">
                  <a16:creationId xmlns:a16="http://schemas.microsoft.com/office/drawing/2014/main" id="{8C087D32-069F-1BDB-BBA1-7FE1AE10AF88}"/>
                </a:ext>
              </a:extLst>
            </p:cNvPr>
            <p:cNvCxnSpPr>
              <a:cxnSpLocks/>
              <a:stCxn id="82" idx="1"/>
              <a:endCxn id="81" idx="3"/>
            </p:cNvCxnSpPr>
            <p:nvPr/>
          </p:nvCxnSpPr>
          <p:spPr>
            <a:xfrm flipH="1">
              <a:off x="9239542" y="3036444"/>
              <a:ext cx="242524" cy="3740"/>
            </a:xfrm>
            <a:prstGeom prst="line">
              <a:avLst/>
            </a:prstGeom>
            <a:noFill/>
            <a:ln w="12700" cap="sq" cmpd="sng" algn="ctr">
              <a:solidFill>
                <a:srgbClr val="3E3E4C"/>
              </a:solidFill>
              <a:prstDash val="solid"/>
              <a:miter lim="800000"/>
              <a:tailEnd type="none"/>
            </a:ln>
            <a:effectLst/>
          </p:spPr>
        </p:cxnSp>
      </p:grpSp>
    </p:spTree>
    <p:extLst>
      <p:ext uri="{BB962C8B-B14F-4D97-AF65-F5344CB8AC3E}">
        <p14:creationId xmlns:p14="http://schemas.microsoft.com/office/powerpoint/2010/main" val="319551837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3A1842-C337-BB22-D5D3-88F2962830D4}"/>
              </a:ext>
            </a:extLst>
          </p:cNvPr>
          <p:cNvSpPr>
            <a:spLocks noGrp="1"/>
          </p:cNvSpPr>
          <p:nvPr>
            <p:ph type="title"/>
          </p:nvPr>
        </p:nvSpPr>
        <p:spPr/>
        <p:txBody>
          <a:bodyPr/>
          <a:lstStyle/>
          <a:p>
            <a:r>
              <a:rPr lang="en-IN"/>
              <a:t>Evolution of GBS governance models </a:t>
            </a:r>
            <a:br>
              <a:rPr lang="en-IN"/>
            </a:br>
            <a:endParaRPr lang="en-IN"/>
          </a:p>
        </p:txBody>
      </p:sp>
      <p:sp>
        <p:nvSpPr>
          <p:cNvPr id="5" name="Slide Number Placeholder 4">
            <a:extLst>
              <a:ext uri="{FF2B5EF4-FFF2-40B4-BE49-F238E27FC236}">
                <a16:creationId xmlns:a16="http://schemas.microsoft.com/office/drawing/2014/main" id="{2C472F5E-2BEF-6F57-E2E1-2190A0B372B5}"/>
              </a:ext>
            </a:extLst>
          </p:cNvPr>
          <p:cNvSpPr>
            <a:spLocks noGrp="1"/>
          </p:cNvSpPr>
          <p:nvPr>
            <p:ph type="sldNum" sz="quarter" idx="12"/>
          </p:nvPr>
        </p:nvSpPr>
        <p:spPr/>
        <p:txBody>
          <a:bodyPr/>
          <a:lstStyle/>
          <a:p>
            <a:fld id="{94FCA0F3-9F3A-694B-99BB-0E592A797735}" type="slidenum">
              <a:rPr lang="en-US" smtClean="0"/>
              <a:t>122</a:t>
            </a:fld>
            <a:endParaRPr lang="en-US"/>
          </a:p>
        </p:txBody>
      </p:sp>
      <p:sp>
        <p:nvSpPr>
          <p:cNvPr id="6" name="Date Placeholder 5">
            <a:extLst>
              <a:ext uri="{FF2B5EF4-FFF2-40B4-BE49-F238E27FC236}">
                <a16:creationId xmlns:a16="http://schemas.microsoft.com/office/drawing/2014/main" id="{9023EE65-9029-C4C4-61C7-028840485F37}"/>
              </a:ext>
            </a:extLst>
          </p:cNvPr>
          <p:cNvSpPr>
            <a:spLocks noGrp="1"/>
          </p:cNvSpPr>
          <p:nvPr>
            <p:ph type="dt" sz="half" idx="10"/>
          </p:nvPr>
        </p:nvSpPr>
        <p:spPr/>
        <p:txBody>
          <a:bodyPr/>
          <a:lstStyle/>
          <a:p>
            <a:fld id="{F823F242-162B-4810-BFE8-C192BF9060EA}" type="datetime1">
              <a:rPr lang="en-US" smtClean="0"/>
              <a:t>9/19/2025</a:t>
            </a:fld>
            <a:endParaRPr lang="en-US"/>
          </a:p>
        </p:txBody>
      </p:sp>
      <p:sp>
        <p:nvSpPr>
          <p:cNvPr id="10" name="Line 10">
            <a:extLst>
              <a:ext uri="{FF2B5EF4-FFF2-40B4-BE49-F238E27FC236}">
                <a16:creationId xmlns:a16="http://schemas.microsoft.com/office/drawing/2014/main" id="{24148BD0-0DA3-E138-CC46-F59A550E4D1E}"/>
              </a:ext>
            </a:extLst>
          </p:cNvPr>
          <p:cNvSpPr>
            <a:spLocks noChangeShapeType="1"/>
          </p:cNvSpPr>
          <p:nvPr/>
        </p:nvSpPr>
        <p:spPr bwMode="auto">
          <a:xfrm flipV="1">
            <a:off x="481584" y="1007922"/>
            <a:ext cx="11228832"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2" name="TextBox 11">
            <a:extLst>
              <a:ext uri="{FF2B5EF4-FFF2-40B4-BE49-F238E27FC236}">
                <a16:creationId xmlns:a16="http://schemas.microsoft.com/office/drawing/2014/main" id="{56C7C5B3-ECB6-6DCE-FEC0-FEA761DCBD23}"/>
              </a:ext>
            </a:extLst>
          </p:cNvPr>
          <p:cNvSpPr txBox="1"/>
          <p:nvPr/>
        </p:nvSpPr>
        <p:spPr>
          <a:xfrm>
            <a:off x="609600" y="1116077"/>
            <a:ext cx="10972800" cy="320040"/>
          </a:xfrm>
          <a:prstGeom prst="rect">
            <a:avLst/>
          </a:prstGeom>
          <a:noFill/>
        </p:spPr>
        <p:txBody>
          <a:bodyPr wrap="square" lIns="91440" tIns="45720" rIns="91440" bIns="45720" rtlCol="0" anchor="ctr" anchorCtr="0">
            <a:noAutofit/>
          </a:bodyPr>
          <a:lstStyle/>
          <a:p>
            <a:pPr marL="0" marR="0" lvl="0" indent="0" algn="l" defTabSz="914400" rtl="0" eaLnBrk="1" fontAlgn="auto" latinLnBrk="0" hangingPunct="1">
              <a:lnSpc>
                <a:spcPct val="100000"/>
              </a:lnSpc>
              <a:spcBef>
                <a:spcPts val="0"/>
              </a:spcBef>
              <a:spcAft>
                <a:spcPts val="600"/>
              </a:spcAft>
              <a:buClr>
                <a:srgbClr val="27ACAA"/>
              </a:buClr>
              <a:buSzPct val="70000"/>
              <a:buFontTx/>
              <a:buNone/>
              <a:tabLst/>
              <a:defRPr/>
            </a:pPr>
            <a:r>
              <a:rPr kumimoji="0" lang="en-IN" sz="1400" b="0" i="0" u="none" strike="noStrike" kern="1200" cap="none" spc="0" normalizeH="0" baseline="0" noProof="0">
                <a:ln>
                  <a:noFill/>
                </a:ln>
                <a:solidFill>
                  <a:srgbClr val="000000"/>
                </a:solidFill>
                <a:effectLst/>
                <a:uLnTx/>
                <a:uFillTx/>
                <a:latin typeface="+mj-lt"/>
                <a:ea typeface="+mn-ea"/>
                <a:cs typeface="Arial" panose="020B0604020202020204" pitchFamily="34" charset="0"/>
              </a:rPr>
              <a:t>Many companies have shifted to an integrated GBS Governance model</a:t>
            </a:r>
          </a:p>
        </p:txBody>
      </p:sp>
      <p:grpSp>
        <p:nvGrpSpPr>
          <p:cNvPr id="13" name="Group 12">
            <a:extLst>
              <a:ext uri="{FF2B5EF4-FFF2-40B4-BE49-F238E27FC236}">
                <a16:creationId xmlns:a16="http://schemas.microsoft.com/office/drawing/2014/main" id="{BFB8563C-CDBC-FD8E-5A5A-532F0569C262}"/>
              </a:ext>
            </a:extLst>
          </p:cNvPr>
          <p:cNvGrpSpPr/>
          <p:nvPr/>
        </p:nvGrpSpPr>
        <p:grpSpPr>
          <a:xfrm>
            <a:off x="518160" y="1595524"/>
            <a:ext cx="11155680" cy="1463040"/>
            <a:chOff x="482471" y="1447801"/>
            <a:chExt cx="8934269" cy="1326451"/>
          </a:xfrm>
        </p:grpSpPr>
        <p:grpSp>
          <p:nvGrpSpPr>
            <p:cNvPr id="14" name="Group 13">
              <a:extLst>
                <a:ext uri="{FF2B5EF4-FFF2-40B4-BE49-F238E27FC236}">
                  <a16:creationId xmlns:a16="http://schemas.microsoft.com/office/drawing/2014/main" id="{42F7CB83-3F58-C11D-0ED2-E7F3966B26F0}"/>
                </a:ext>
              </a:extLst>
            </p:cNvPr>
            <p:cNvGrpSpPr/>
            <p:nvPr/>
          </p:nvGrpSpPr>
          <p:grpSpPr>
            <a:xfrm>
              <a:off x="4081356" y="1447801"/>
              <a:ext cx="1736499" cy="1326451"/>
              <a:chOff x="4115567" y="1326452"/>
              <a:chExt cx="1728000" cy="1340168"/>
            </a:xfrm>
          </p:grpSpPr>
          <p:sp>
            <p:nvSpPr>
              <p:cNvPr id="69" name="Rectangle 68">
                <a:extLst>
                  <a:ext uri="{FF2B5EF4-FFF2-40B4-BE49-F238E27FC236}">
                    <a16:creationId xmlns:a16="http://schemas.microsoft.com/office/drawing/2014/main" id="{C2AE3607-AFBE-3F4B-34B8-27CC41BE6725}"/>
                  </a:ext>
                </a:extLst>
              </p:cNvPr>
              <p:cNvSpPr/>
              <p:nvPr/>
            </p:nvSpPr>
            <p:spPr bwMode="auto">
              <a:xfrm>
                <a:off x="4115567" y="1658620"/>
                <a:ext cx="1728000" cy="1008000"/>
              </a:xfrm>
              <a:prstGeom prst="rect">
                <a:avLst/>
              </a:prstGeom>
              <a:noFill/>
              <a:ln w="0">
                <a:solidFill>
                  <a:srgbClr val="7F7E82"/>
                </a:solidFill>
                <a:prstDash val="solid"/>
                <a:round/>
                <a:headEnd/>
                <a:tailEnd/>
              </a:ln>
            </p:spPr>
            <p:txBody>
              <a:bodyPr vert="horz" wrap="square" lIns="91440" tIns="45720" rIns="91440" bIns="45720" numCol="1" rtlCol="0" anchor="t"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endPar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endParaRPr>
              </a:p>
            </p:txBody>
          </p:sp>
          <p:sp>
            <p:nvSpPr>
              <p:cNvPr id="70" name="Rectangle 69">
                <a:extLst>
                  <a:ext uri="{FF2B5EF4-FFF2-40B4-BE49-F238E27FC236}">
                    <a16:creationId xmlns:a16="http://schemas.microsoft.com/office/drawing/2014/main" id="{15632B7F-0E9E-654D-001C-4B28A1A058D7}"/>
                  </a:ext>
                </a:extLst>
              </p:cNvPr>
              <p:cNvSpPr>
                <a:spLocks/>
              </p:cNvSpPr>
              <p:nvPr/>
            </p:nvSpPr>
            <p:spPr bwMode="auto">
              <a:xfrm>
                <a:off x="4115567" y="1326452"/>
                <a:ext cx="1728000" cy="324000"/>
              </a:xfrm>
              <a:prstGeom prst="rect">
                <a:avLst/>
              </a:prstGeom>
              <a:solidFill>
                <a:srgbClr val="7F7E82"/>
              </a:solidFill>
              <a:ln w="0">
                <a:solidFill>
                  <a:srgbClr val="7F7E82"/>
                </a:solidFill>
                <a:prstDash val="solid"/>
                <a:round/>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105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EYInterstate Light" panose="02000506000000020004" pitchFamily="2" charset="0"/>
                  </a:rPr>
                  <a:t>Functional SSCs</a:t>
                </a:r>
              </a:p>
            </p:txBody>
          </p:sp>
          <p:sp>
            <p:nvSpPr>
              <p:cNvPr id="71" name="Rectangle 70">
                <a:extLst>
                  <a:ext uri="{FF2B5EF4-FFF2-40B4-BE49-F238E27FC236}">
                    <a16:creationId xmlns:a16="http://schemas.microsoft.com/office/drawing/2014/main" id="{32B4FCB1-4092-CE91-A231-ECDA6CE95222}"/>
                  </a:ext>
                </a:extLst>
              </p:cNvPr>
              <p:cNvSpPr/>
              <p:nvPr/>
            </p:nvSpPr>
            <p:spPr bwMode="auto">
              <a:xfrm>
                <a:off x="4755997" y="1706137"/>
                <a:ext cx="457236" cy="211873"/>
              </a:xfrm>
              <a:prstGeom prst="rect">
                <a:avLst/>
              </a:prstGeom>
              <a:solidFill>
                <a:srgbClr val="FFFFFF">
                  <a:lumMod val="75000"/>
                </a:srgbClr>
              </a:solidFill>
              <a:ln w="0">
                <a:noFill/>
                <a:prstDash val="solid"/>
                <a:round/>
                <a:headEnd/>
                <a:tailEnd/>
              </a:ln>
            </p:spPr>
            <p:txBody>
              <a:bodyPr vert="horz" wrap="square" lIns="91440" tIns="45720" rIns="91440" bIns="45720" numCol="1" rtlCol="0" anchor="t"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CEO</a:t>
                </a:r>
              </a:p>
            </p:txBody>
          </p:sp>
          <p:sp>
            <p:nvSpPr>
              <p:cNvPr id="72" name="Rectangle 71">
                <a:extLst>
                  <a:ext uri="{FF2B5EF4-FFF2-40B4-BE49-F238E27FC236}">
                    <a16:creationId xmlns:a16="http://schemas.microsoft.com/office/drawing/2014/main" id="{B4060BFF-27C9-8BA9-94F5-F46C3DD85086}"/>
                  </a:ext>
                </a:extLst>
              </p:cNvPr>
              <p:cNvSpPr/>
              <p:nvPr/>
            </p:nvSpPr>
            <p:spPr bwMode="auto">
              <a:xfrm>
                <a:off x="4230618" y="2048105"/>
                <a:ext cx="457236" cy="324000"/>
              </a:xfrm>
              <a:prstGeom prst="rect">
                <a:avLst/>
              </a:prstGeom>
              <a:solidFill>
                <a:srgbClr val="FFFFFF">
                  <a:lumMod val="9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Business</a:t>
                </a:r>
                <a:b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b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Unit </a:t>
                </a:r>
                <a:r>
                  <a:rPr lang="en-US" sz="700" b="1" kern="0">
                    <a:solidFill>
                      <a:srgbClr val="000000"/>
                    </a:solidFill>
                    <a:latin typeface="Arial" panose="020B0604020202020204" pitchFamily="34" charset="0"/>
                    <a:cs typeface="Arial" panose="020B0604020202020204" pitchFamily="34" charset="0"/>
                    <a:sym typeface="EYInterstate Light" panose="02000506000000020004" pitchFamily="2" charset="0"/>
                  </a:rPr>
                  <a:t>O</a:t>
                </a: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ne</a:t>
                </a:r>
              </a:p>
            </p:txBody>
          </p:sp>
          <p:sp>
            <p:nvSpPr>
              <p:cNvPr id="73" name="Rectangle 72">
                <a:extLst>
                  <a:ext uri="{FF2B5EF4-FFF2-40B4-BE49-F238E27FC236}">
                    <a16:creationId xmlns:a16="http://schemas.microsoft.com/office/drawing/2014/main" id="{A45EA944-3B16-4E94-2293-50E5EB18077F}"/>
                  </a:ext>
                </a:extLst>
              </p:cNvPr>
              <p:cNvSpPr/>
              <p:nvPr/>
            </p:nvSpPr>
            <p:spPr bwMode="auto">
              <a:xfrm>
                <a:off x="4755997" y="2048105"/>
                <a:ext cx="457236" cy="324000"/>
              </a:xfrm>
              <a:prstGeom prst="rect">
                <a:avLst/>
              </a:prstGeom>
              <a:solidFill>
                <a:srgbClr val="FFFFFF">
                  <a:lumMod val="9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Business</a:t>
                </a:r>
                <a:b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b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Unit </a:t>
                </a:r>
                <a:r>
                  <a:rPr lang="en-US" sz="700" b="1" kern="0">
                    <a:solidFill>
                      <a:srgbClr val="000000"/>
                    </a:solidFill>
                    <a:latin typeface="Arial" panose="020B0604020202020204" pitchFamily="34" charset="0"/>
                    <a:cs typeface="Arial" panose="020B0604020202020204" pitchFamily="34" charset="0"/>
                    <a:sym typeface="EYInterstate Light" panose="02000506000000020004" pitchFamily="2" charset="0"/>
                  </a:rPr>
                  <a:t>T</a:t>
                </a: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wo</a:t>
                </a:r>
              </a:p>
            </p:txBody>
          </p:sp>
          <p:sp>
            <p:nvSpPr>
              <p:cNvPr id="74" name="Rectangle 73">
                <a:extLst>
                  <a:ext uri="{FF2B5EF4-FFF2-40B4-BE49-F238E27FC236}">
                    <a16:creationId xmlns:a16="http://schemas.microsoft.com/office/drawing/2014/main" id="{619CAAC9-A84E-FA59-E288-2CB7A4445F8A}"/>
                  </a:ext>
                </a:extLst>
              </p:cNvPr>
              <p:cNvSpPr/>
              <p:nvPr/>
            </p:nvSpPr>
            <p:spPr bwMode="auto">
              <a:xfrm>
                <a:off x="5279928" y="2048105"/>
                <a:ext cx="457236" cy="324000"/>
              </a:xfrm>
              <a:prstGeom prst="rect">
                <a:avLst/>
              </a:prstGeom>
              <a:solidFill>
                <a:srgbClr val="FFE600"/>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Group</a:t>
                </a:r>
                <a:b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b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Function</a:t>
                </a:r>
              </a:p>
            </p:txBody>
          </p:sp>
          <p:sp>
            <p:nvSpPr>
              <p:cNvPr id="75" name="Rectangle 74">
                <a:extLst>
                  <a:ext uri="{FF2B5EF4-FFF2-40B4-BE49-F238E27FC236}">
                    <a16:creationId xmlns:a16="http://schemas.microsoft.com/office/drawing/2014/main" id="{70ACFA7F-3864-618A-3F89-E9C9FA554109}"/>
                  </a:ext>
                </a:extLst>
              </p:cNvPr>
              <p:cNvSpPr/>
              <p:nvPr/>
            </p:nvSpPr>
            <p:spPr bwMode="auto">
              <a:xfrm>
                <a:off x="5279928" y="2431437"/>
                <a:ext cx="457236" cy="184926"/>
              </a:xfrm>
              <a:prstGeom prst="rect">
                <a:avLst/>
              </a:prstGeom>
              <a:solidFill>
                <a:srgbClr val="FFE600"/>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SSC</a:t>
                </a:r>
              </a:p>
            </p:txBody>
          </p:sp>
          <p:cxnSp>
            <p:nvCxnSpPr>
              <p:cNvPr id="76" name="Elbow Connector 1160">
                <a:extLst>
                  <a:ext uri="{FF2B5EF4-FFF2-40B4-BE49-F238E27FC236}">
                    <a16:creationId xmlns:a16="http://schemas.microsoft.com/office/drawing/2014/main" id="{91116551-FECB-99B1-40F1-3C960CF9D95D}"/>
                  </a:ext>
                </a:extLst>
              </p:cNvPr>
              <p:cNvCxnSpPr>
                <a:stCxn id="71" idx="2"/>
                <a:endCxn id="74" idx="0"/>
              </p:cNvCxnSpPr>
              <p:nvPr/>
            </p:nvCxnSpPr>
            <p:spPr>
              <a:xfrm rot="16200000" flipH="1">
                <a:off x="5181533" y="1721092"/>
                <a:ext cx="130095" cy="523931"/>
              </a:xfrm>
              <a:prstGeom prst="bentConnector3">
                <a:avLst>
                  <a:gd name="adj1" fmla="val 50000"/>
                </a:avLst>
              </a:prstGeom>
              <a:noFill/>
              <a:ln w="25400" cap="flat" cmpd="sng" algn="ctr">
                <a:solidFill>
                  <a:srgbClr val="A5A5A5"/>
                </a:solidFill>
                <a:prstDash val="solid"/>
                <a:tailEnd type="none"/>
              </a:ln>
              <a:effectLst/>
            </p:spPr>
          </p:cxnSp>
          <p:cxnSp>
            <p:nvCxnSpPr>
              <p:cNvPr id="77" name="Elbow Connector 1161">
                <a:extLst>
                  <a:ext uri="{FF2B5EF4-FFF2-40B4-BE49-F238E27FC236}">
                    <a16:creationId xmlns:a16="http://schemas.microsoft.com/office/drawing/2014/main" id="{A09C32D2-9B8C-6C4B-01EA-7C4E184CCC50}"/>
                  </a:ext>
                </a:extLst>
              </p:cNvPr>
              <p:cNvCxnSpPr>
                <a:stCxn id="72" idx="0"/>
                <a:endCxn id="71" idx="2"/>
              </p:cNvCxnSpPr>
              <p:nvPr/>
            </p:nvCxnSpPr>
            <p:spPr>
              <a:xfrm rot="5400000" flipH="1" flipV="1">
                <a:off x="4656878" y="1720369"/>
                <a:ext cx="130095" cy="525379"/>
              </a:xfrm>
              <a:prstGeom prst="bentConnector3">
                <a:avLst>
                  <a:gd name="adj1" fmla="val 50000"/>
                </a:avLst>
              </a:prstGeom>
              <a:noFill/>
              <a:ln w="25400" cap="flat" cmpd="sng" algn="ctr">
                <a:solidFill>
                  <a:srgbClr val="A5A5A5"/>
                </a:solidFill>
                <a:prstDash val="solid"/>
                <a:tailEnd type="none"/>
              </a:ln>
              <a:effectLst/>
            </p:spPr>
          </p:cxnSp>
          <p:cxnSp>
            <p:nvCxnSpPr>
              <p:cNvPr id="78" name="Straight Connector 77">
                <a:extLst>
                  <a:ext uri="{FF2B5EF4-FFF2-40B4-BE49-F238E27FC236}">
                    <a16:creationId xmlns:a16="http://schemas.microsoft.com/office/drawing/2014/main" id="{4A9B598B-EAE8-ECC9-3428-9401CCA1E65C}"/>
                  </a:ext>
                </a:extLst>
              </p:cNvPr>
              <p:cNvCxnSpPr>
                <a:stCxn id="74" idx="2"/>
                <a:endCxn id="75" idx="0"/>
              </p:cNvCxnSpPr>
              <p:nvPr/>
            </p:nvCxnSpPr>
            <p:spPr>
              <a:xfrm>
                <a:off x="5508546" y="2372105"/>
                <a:ext cx="0" cy="59332"/>
              </a:xfrm>
              <a:prstGeom prst="line">
                <a:avLst/>
              </a:prstGeom>
              <a:noFill/>
              <a:ln w="25400" cap="flat" cmpd="sng" algn="ctr">
                <a:solidFill>
                  <a:srgbClr val="A5A5A5"/>
                </a:solidFill>
                <a:prstDash val="solid"/>
                <a:tailEnd type="none"/>
              </a:ln>
              <a:effectLst/>
            </p:spPr>
          </p:cxnSp>
        </p:grpSp>
        <p:grpSp>
          <p:nvGrpSpPr>
            <p:cNvPr id="15" name="Group 14">
              <a:extLst>
                <a:ext uri="{FF2B5EF4-FFF2-40B4-BE49-F238E27FC236}">
                  <a16:creationId xmlns:a16="http://schemas.microsoft.com/office/drawing/2014/main" id="{BA72EC73-3534-170B-03F7-01E29393154B}"/>
                </a:ext>
              </a:extLst>
            </p:cNvPr>
            <p:cNvGrpSpPr/>
            <p:nvPr/>
          </p:nvGrpSpPr>
          <p:grpSpPr>
            <a:xfrm>
              <a:off x="482471" y="1447801"/>
              <a:ext cx="1736499" cy="1326451"/>
              <a:chOff x="552412" y="1326452"/>
              <a:chExt cx="1728000" cy="1340168"/>
            </a:xfrm>
          </p:grpSpPr>
          <p:sp>
            <p:nvSpPr>
              <p:cNvPr id="55" name="Rectangle 54">
                <a:extLst>
                  <a:ext uri="{FF2B5EF4-FFF2-40B4-BE49-F238E27FC236}">
                    <a16:creationId xmlns:a16="http://schemas.microsoft.com/office/drawing/2014/main" id="{036DC4A3-7EE8-809A-2F16-F3EB5A58C676}"/>
                  </a:ext>
                </a:extLst>
              </p:cNvPr>
              <p:cNvSpPr/>
              <p:nvPr/>
            </p:nvSpPr>
            <p:spPr bwMode="auto">
              <a:xfrm>
                <a:off x="552412" y="1658620"/>
                <a:ext cx="1728000" cy="1008000"/>
              </a:xfrm>
              <a:prstGeom prst="rect">
                <a:avLst/>
              </a:prstGeom>
              <a:noFill/>
              <a:ln w="0">
                <a:solidFill>
                  <a:srgbClr val="7F7E82"/>
                </a:solidFill>
                <a:prstDash val="solid"/>
                <a:round/>
                <a:headEnd/>
                <a:tailEnd/>
              </a:ln>
            </p:spPr>
            <p:txBody>
              <a:bodyPr vert="horz" wrap="square" lIns="91440" tIns="45720" rIns="91440" bIns="45720" numCol="1" rtlCol="0" anchor="t"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endPar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endParaRPr>
              </a:p>
            </p:txBody>
          </p:sp>
          <p:sp>
            <p:nvSpPr>
              <p:cNvPr id="56" name="Rectangle 55">
                <a:extLst>
                  <a:ext uri="{FF2B5EF4-FFF2-40B4-BE49-F238E27FC236}">
                    <a16:creationId xmlns:a16="http://schemas.microsoft.com/office/drawing/2014/main" id="{960595BF-2E3D-1D2E-CF11-6EF67CA5B42F}"/>
                  </a:ext>
                </a:extLst>
              </p:cNvPr>
              <p:cNvSpPr>
                <a:spLocks/>
              </p:cNvSpPr>
              <p:nvPr/>
            </p:nvSpPr>
            <p:spPr bwMode="auto">
              <a:xfrm>
                <a:off x="552412" y="1326452"/>
                <a:ext cx="1728000" cy="324000"/>
              </a:xfrm>
              <a:prstGeom prst="rect">
                <a:avLst/>
              </a:prstGeom>
              <a:solidFill>
                <a:srgbClr val="7F7E82"/>
              </a:solidFill>
              <a:ln w="0">
                <a:solidFill>
                  <a:srgbClr val="7F7E82"/>
                </a:solidFill>
                <a:prstDash val="solid"/>
                <a:round/>
                <a:headEnd/>
                <a:tailEnd/>
              </a:ln>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105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EYInterstate Light" panose="02000506000000020004" pitchFamily="2" charset="0"/>
                  </a:rPr>
                  <a:t>Regional SSCs</a:t>
                </a:r>
              </a:p>
            </p:txBody>
          </p:sp>
          <p:sp>
            <p:nvSpPr>
              <p:cNvPr id="57" name="Rectangle 56">
                <a:extLst>
                  <a:ext uri="{FF2B5EF4-FFF2-40B4-BE49-F238E27FC236}">
                    <a16:creationId xmlns:a16="http://schemas.microsoft.com/office/drawing/2014/main" id="{77814172-09B8-CE63-F494-231B449DECEF}"/>
                  </a:ext>
                </a:extLst>
              </p:cNvPr>
              <p:cNvSpPr/>
              <p:nvPr/>
            </p:nvSpPr>
            <p:spPr bwMode="auto">
              <a:xfrm>
                <a:off x="1192843" y="1706137"/>
                <a:ext cx="457236" cy="211873"/>
              </a:xfrm>
              <a:prstGeom prst="rect">
                <a:avLst/>
              </a:prstGeom>
              <a:solidFill>
                <a:srgbClr val="FFFFFF">
                  <a:lumMod val="75000"/>
                </a:srgbClr>
              </a:solidFill>
              <a:ln w="0">
                <a:noFill/>
                <a:prstDash val="solid"/>
                <a:round/>
                <a:headEnd/>
                <a:tailEnd/>
              </a:ln>
            </p:spPr>
            <p:txBody>
              <a:bodyPr vert="horz" wrap="square" lIns="91440" tIns="45720" rIns="91440" bIns="45720" numCol="1" rtlCol="0" anchor="t"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CEO</a:t>
                </a:r>
              </a:p>
            </p:txBody>
          </p:sp>
          <p:sp>
            <p:nvSpPr>
              <p:cNvPr id="58" name="Rectangle 57">
                <a:extLst>
                  <a:ext uri="{FF2B5EF4-FFF2-40B4-BE49-F238E27FC236}">
                    <a16:creationId xmlns:a16="http://schemas.microsoft.com/office/drawing/2014/main" id="{88356CC2-B442-CF32-A9BC-69FB1873CB6B}"/>
                  </a:ext>
                </a:extLst>
              </p:cNvPr>
              <p:cNvSpPr/>
              <p:nvPr/>
            </p:nvSpPr>
            <p:spPr bwMode="auto">
              <a:xfrm>
                <a:off x="667464" y="2048105"/>
                <a:ext cx="457236" cy="324000"/>
              </a:xfrm>
              <a:prstGeom prst="rect">
                <a:avLst/>
              </a:prstGeom>
              <a:solidFill>
                <a:srgbClr val="FFFFFF">
                  <a:lumMod val="9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EU</a:t>
                </a:r>
              </a:p>
            </p:txBody>
          </p:sp>
          <p:sp>
            <p:nvSpPr>
              <p:cNvPr id="59" name="Rectangle 58">
                <a:extLst>
                  <a:ext uri="{FF2B5EF4-FFF2-40B4-BE49-F238E27FC236}">
                    <a16:creationId xmlns:a16="http://schemas.microsoft.com/office/drawing/2014/main" id="{36EF58B6-4EF0-32E4-8222-CF3EF50834A0}"/>
                  </a:ext>
                </a:extLst>
              </p:cNvPr>
              <p:cNvSpPr/>
              <p:nvPr/>
            </p:nvSpPr>
            <p:spPr bwMode="auto">
              <a:xfrm>
                <a:off x="1192843" y="2048105"/>
                <a:ext cx="457236" cy="324000"/>
              </a:xfrm>
              <a:prstGeom prst="rect">
                <a:avLst/>
              </a:prstGeom>
              <a:solidFill>
                <a:srgbClr val="FFFFFF">
                  <a:lumMod val="9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NA</a:t>
                </a:r>
              </a:p>
            </p:txBody>
          </p:sp>
          <p:sp>
            <p:nvSpPr>
              <p:cNvPr id="60" name="Rectangle 59">
                <a:extLst>
                  <a:ext uri="{FF2B5EF4-FFF2-40B4-BE49-F238E27FC236}">
                    <a16:creationId xmlns:a16="http://schemas.microsoft.com/office/drawing/2014/main" id="{A77D0B91-A641-C5E6-87C3-88ED86E76DDC}"/>
                  </a:ext>
                </a:extLst>
              </p:cNvPr>
              <p:cNvSpPr/>
              <p:nvPr/>
            </p:nvSpPr>
            <p:spPr bwMode="auto">
              <a:xfrm>
                <a:off x="1716774" y="2048105"/>
                <a:ext cx="457236" cy="324000"/>
              </a:xfrm>
              <a:prstGeom prst="rect">
                <a:avLst/>
              </a:prstGeom>
              <a:solidFill>
                <a:srgbClr val="FFFFFF">
                  <a:lumMod val="9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APAC</a:t>
                </a:r>
              </a:p>
            </p:txBody>
          </p:sp>
          <p:sp>
            <p:nvSpPr>
              <p:cNvPr id="61" name="Rectangle 60">
                <a:extLst>
                  <a:ext uri="{FF2B5EF4-FFF2-40B4-BE49-F238E27FC236}">
                    <a16:creationId xmlns:a16="http://schemas.microsoft.com/office/drawing/2014/main" id="{36A01CC9-12E8-A36C-27B9-7DC3A8A60573}"/>
                  </a:ext>
                </a:extLst>
              </p:cNvPr>
              <p:cNvSpPr/>
              <p:nvPr/>
            </p:nvSpPr>
            <p:spPr bwMode="auto">
              <a:xfrm>
                <a:off x="1716774" y="2431437"/>
                <a:ext cx="457236" cy="184926"/>
              </a:xfrm>
              <a:prstGeom prst="rect">
                <a:avLst/>
              </a:prstGeom>
              <a:solidFill>
                <a:srgbClr val="FFE600"/>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SSC</a:t>
                </a:r>
              </a:p>
            </p:txBody>
          </p:sp>
          <p:cxnSp>
            <p:nvCxnSpPr>
              <p:cNvPr id="62" name="Elbow Connector 1171">
                <a:extLst>
                  <a:ext uri="{FF2B5EF4-FFF2-40B4-BE49-F238E27FC236}">
                    <a16:creationId xmlns:a16="http://schemas.microsoft.com/office/drawing/2014/main" id="{A7BF60B7-1DEA-56BB-9BC2-0BBEF57A9760}"/>
                  </a:ext>
                </a:extLst>
              </p:cNvPr>
              <p:cNvCxnSpPr>
                <a:stCxn id="57" idx="2"/>
                <a:endCxn id="60" idx="0"/>
              </p:cNvCxnSpPr>
              <p:nvPr/>
            </p:nvCxnSpPr>
            <p:spPr>
              <a:xfrm rot="16200000" flipH="1">
                <a:off x="1618380" y="1721092"/>
                <a:ext cx="130095" cy="523931"/>
              </a:xfrm>
              <a:prstGeom prst="bentConnector3">
                <a:avLst>
                  <a:gd name="adj1" fmla="val 50000"/>
                </a:avLst>
              </a:prstGeom>
              <a:noFill/>
              <a:ln w="25400" cap="flat" cmpd="sng" algn="ctr">
                <a:solidFill>
                  <a:srgbClr val="A5A5A5"/>
                </a:solidFill>
                <a:prstDash val="solid"/>
                <a:tailEnd type="none"/>
              </a:ln>
              <a:effectLst/>
            </p:spPr>
          </p:cxnSp>
          <p:cxnSp>
            <p:nvCxnSpPr>
              <p:cNvPr id="63" name="Elbow Connector 1172">
                <a:extLst>
                  <a:ext uri="{FF2B5EF4-FFF2-40B4-BE49-F238E27FC236}">
                    <a16:creationId xmlns:a16="http://schemas.microsoft.com/office/drawing/2014/main" id="{98ACCC3B-031E-DA9A-B4B7-D0CB64B28DD8}"/>
                  </a:ext>
                </a:extLst>
              </p:cNvPr>
              <p:cNvCxnSpPr>
                <a:stCxn id="58" idx="0"/>
                <a:endCxn id="57" idx="2"/>
              </p:cNvCxnSpPr>
              <p:nvPr/>
            </p:nvCxnSpPr>
            <p:spPr>
              <a:xfrm rot="5400000" flipH="1" flipV="1">
                <a:off x="1093724" y="1720369"/>
                <a:ext cx="130095" cy="525379"/>
              </a:xfrm>
              <a:prstGeom prst="bentConnector3">
                <a:avLst>
                  <a:gd name="adj1" fmla="val 50000"/>
                </a:avLst>
              </a:prstGeom>
              <a:noFill/>
              <a:ln w="25400" cap="flat" cmpd="sng" algn="ctr">
                <a:solidFill>
                  <a:srgbClr val="A5A5A5"/>
                </a:solidFill>
                <a:prstDash val="solid"/>
                <a:tailEnd type="none"/>
              </a:ln>
              <a:effectLst/>
            </p:spPr>
          </p:cxnSp>
          <p:cxnSp>
            <p:nvCxnSpPr>
              <p:cNvPr id="64" name="Straight Connector 63">
                <a:extLst>
                  <a:ext uri="{FF2B5EF4-FFF2-40B4-BE49-F238E27FC236}">
                    <a16:creationId xmlns:a16="http://schemas.microsoft.com/office/drawing/2014/main" id="{251595FB-2D4A-B989-A449-215E28B52A09}"/>
                  </a:ext>
                </a:extLst>
              </p:cNvPr>
              <p:cNvCxnSpPr>
                <a:stCxn id="60" idx="2"/>
                <a:endCxn id="61" idx="0"/>
              </p:cNvCxnSpPr>
              <p:nvPr/>
            </p:nvCxnSpPr>
            <p:spPr>
              <a:xfrm>
                <a:off x="1945392" y="2372105"/>
                <a:ext cx="0" cy="59332"/>
              </a:xfrm>
              <a:prstGeom prst="line">
                <a:avLst/>
              </a:prstGeom>
              <a:noFill/>
              <a:ln w="25400" cap="flat" cmpd="sng" algn="ctr">
                <a:solidFill>
                  <a:srgbClr val="A5A5A5"/>
                </a:solidFill>
                <a:prstDash val="solid"/>
                <a:tailEnd type="none"/>
              </a:ln>
              <a:effectLst/>
            </p:spPr>
          </p:cxnSp>
          <p:sp>
            <p:nvSpPr>
              <p:cNvPr id="65" name="Rectangle 64">
                <a:extLst>
                  <a:ext uri="{FF2B5EF4-FFF2-40B4-BE49-F238E27FC236}">
                    <a16:creationId xmlns:a16="http://schemas.microsoft.com/office/drawing/2014/main" id="{BC9D63F2-EEBF-F267-554F-D00847662D40}"/>
                  </a:ext>
                </a:extLst>
              </p:cNvPr>
              <p:cNvSpPr/>
              <p:nvPr/>
            </p:nvSpPr>
            <p:spPr bwMode="auto">
              <a:xfrm>
                <a:off x="1192120" y="2431437"/>
                <a:ext cx="457236" cy="184926"/>
              </a:xfrm>
              <a:prstGeom prst="rect">
                <a:avLst/>
              </a:prstGeom>
              <a:solidFill>
                <a:srgbClr val="FFE600"/>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SSC</a:t>
                </a:r>
              </a:p>
            </p:txBody>
          </p:sp>
          <p:sp>
            <p:nvSpPr>
              <p:cNvPr id="66" name="Rectangle 65">
                <a:extLst>
                  <a:ext uri="{FF2B5EF4-FFF2-40B4-BE49-F238E27FC236}">
                    <a16:creationId xmlns:a16="http://schemas.microsoft.com/office/drawing/2014/main" id="{C9840EC7-1D4B-45BC-C35D-A5AA6AFE744F}"/>
                  </a:ext>
                </a:extLst>
              </p:cNvPr>
              <p:cNvSpPr/>
              <p:nvPr/>
            </p:nvSpPr>
            <p:spPr bwMode="auto">
              <a:xfrm>
                <a:off x="667464" y="2431437"/>
                <a:ext cx="457236" cy="184926"/>
              </a:xfrm>
              <a:prstGeom prst="rect">
                <a:avLst/>
              </a:prstGeom>
              <a:solidFill>
                <a:srgbClr val="FFE600"/>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SSC</a:t>
                </a:r>
              </a:p>
            </p:txBody>
          </p:sp>
          <p:cxnSp>
            <p:nvCxnSpPr>
              <p:cNvPr id="67" name="Straight Connector 66">
                <a:extLst>
                  <a:ext uri="{FF2B5EF4-FFF2-40B4-BE49-F238E27FC236}">
                    <a16:creationId xmlns:a16="http://schemas.microsoft.com/office/drawing/2014/main" id="{D657F097-BF5A-5DD4-4C4C-8C9E4C14CCC0}"/>
                  </a:ext>
                </a:extLst>
              </p:cNvPr>
              <p:cNvCxnSpPr>
                <a:stCxn id="58" idx="2"/>
                <a:endCxn id="66" idx="0"/>
              </p:cNvCxnSpPr>
              <p:nvPr/>
            </p:nvCxnSpPr>
            <p:spPr>
              <a:xfrm>
                <a:off x="896083" y="2372105"/>
                <a:ext cx="0" cy="59332"/>
              </a:xfrm>
              <a:prstGeom prst="line">
                <a:avLst/>
              </a:prstGeom>
              <a:noFill/>
              <a:ln w="25400" cap="flat" cmpd="sng" algn="ctr">
                <a:solidFill>
                  <a:srgbClr val="A5A5A5"/>
                </a:solidFill>
                <a:prstDash val="solid"/>
                <a:tailEnd type="none"/>
              </a:ln>
              <a:effectLst/>
            </p:spPr>
          </p:cxnSp>
          <p:cxnSp>
            <p:nvCxnSpPr>
              <p:cNvPr id="68" name="Straight Connector 67">
                <a:extLst>
                  <a:ext uri="{FF2B5EF4-FFF2-40B4-BE49-F238E27FC236}">
                    <a16:creationId xmlns:a16="http://schemas.microsoft.com/office/drawing/2014/main" id="{7BB18A74-834D-30D3-FDDA-049C8F414ECC}"/>
                  </a:ext>
                </a:extLst>
              </p:cNvPr>
              <p:cNvCxnSpPr>
                <a:stCxn id="59" idx="2"/>
                <a:endCxn id="65" idx="0"/>
              </p:cNvCxnSpPr>
              <p:nvPr/>
            </p:nvCxnSpPr>
            <p:spPr>
              <a:xfrm flipH="1">
                <a:off x="1420738" y="2372105"/>
                <a:ext cx="723" cy="59332"/>
              </a:xfrm>
              <a:prstGeom prst="line">
                <a:avLst/>
              </a:prstGeom>
              <a:noFill/>
              <a:ln w="25400" cap="flat" cmpd="sng" algn="ctr">
                <a:solidFill>
                  <a:srgbClr val="A5A5A5"/>
                </a:solidFill>
                <a:prstDash val="solid"/>
                <a:tailEnd type="none"/>
              </a:ln>
              <a:effectLst/>
            </p:spPr>
          </p:cxnSp>
        </p:grpSp>
        <p:grpSp>
          <p:nvGrpSpPr>
            <p:cNvPr id="16" name="Group 15">
              <a:extLst>
                <a:ext uri="{FF2B5EF4-FFF2-40B4-BE49-F238E27FC236}">
                  <a16:creationId xmlns:a16="http://schemas.microsoft.com/office/drawing/2014/main" id="{A86796C3-C72E-E8EF-413B-E2DABB376E18}"/>
                </a:ext>
              </a:extLst>
            </p:cNvPr>
            <p:cNvGrpSpPr/>
            <p:nvPr/>
          </p:nvGrpSpPr>
          <p:grpSpPr>
            <a:xfrm>
              <a:off x="2281914" y="1447801"/>
              <a:ext cx="1736499" cy="1326451"/>
              <a:chOff x="2333989" y="1326452"/>
              <a:chExt cx="1728000" cy="1340168"/>
            </a:xfrm>
          </p:grpSpPr>
          <p:sp>
            <p:nvSpPr>
              <p:cNvPr id="43" name="Rectangle 42">
                <a:extLst>
                  <a:ext uri="{FF2B5EF4-FFF2-40B4-BE49-F238E27FC236}">
                    <a16:creationId xmlns:a16="http://schemas.microsoft.com/office/drawing/2014/main" id="{56D4DA29-A905-80C7-7089-5DAB4C2C42C8}"/>
                  </a:ext>
                </a:extLst>
              </p:cNvPr>
              <p:cNvSpPr/>
              <p:nvPr/>
            </p:nvSpPr>
            <p:spPr bwMode="auto">
              <a:xfrm>
                <a:off x="2333989" y="1658620"/>
                <a:ext cx="1728000" cy="1008000"/>
              </a:xfrm>
              <a:prstGeom prst="rect">
                <a:avLst/>
              </a:prstGeom>
              <a:noFill/>
              <a:ln w="0">
                <a:solidFill>
                  <a:srgbClr val="7F7E82"/>
                </a:solidFill>
                <a:prstDash val="solid"/>
                <a:round/>
                <a:headEnd/>
                <a:tailEnd/>
              </a:ln>
            </p:spPr>
            <p:txBody>
              <a:bodyPr vert="horz" wrap="square" lIns="91440" tIns="45720" rIns="91440" bIns="45720" numCol="1" rtlCol="0" anchor="t"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endPar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endParaRPr>
              </a:p>
            </p:txBody>
          </p:sp>
          <p:sp>
            <p:nvSpPr>
              <p:cNvPr id="44" name="Rectangle 43">
                <a:extLst>
                  <a:ext uri="{FF2B5EF4-FFF2-40B4-BE49-F238E27FC236}">
                    <a16:creationId xmlns:a16="http://schemas.microsoft.com/office/drawing/2014/main" id="{41092605-54EC-8F1A-E05B-8548001AA95D}"/>
                  </a:ext>
                </a:extLst>
              </p:cNvPr>
              <p:cNvSpPr>
                <a:spLocks/>
              </p:cNvSpPr>
              <p:nvPr/>
            </p:nvSpPr>
            <p:spPr bwMode="auto">
              <a:xfrm>
                <a:off x="2333989" y="1326452"/>
                <a:ext cx="1728000" cy="324000"/>
              </a:xfrm>
              <a:prstGeom prst="rect">
                <a:avLst/>
              </a:prstGeom>
              <a:solidFill>
                <a:srgbClr val="7F7E82"/>
              </a:solidFill>
              <a:ln w="0">
                <a:solidFill>
                  <a:srgbClr val="7F7E82"/>
                </a:solidFill>
                <a:prstDash val="solid"/>
                <a:round/>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105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EYInterstate Light" panose="02000506000000020004" pitchFamily="2" charset="0"/>
                  </a:rPr>
                  <a:t>Divisional SSCs</a:t>
                </a:r>
              </a:p>
            </p:txBody>
          </p:sp>
          <p:sp>
            <p:nvSpPr>
              <p:cNvPr id="45" name="Rectangle 44">
                <a:extLst>
                  <a:ext uri="{FF2B5EF4-FFF2-40B4-BE49-F238E27FC236}">
                    <a16:creationId xmlns:a16="http://schemas.microsoft.com/office/drawing/2014/main" id="{1C888E1D-2B3A-08F9-E2B1-8AD97E5EA152}"/>
                  </a:ext>
                </a:extLst>
              </p:cNvPr>
              <p:cNvSpPr/>
              <p:nvPr/>
            </p:nvSpPr>
            <p:spPr bwMode="auto">
              <a:xfrm>
                <a:off x="2974420" y="1706137"/>
                <a:ext cx="457236" cy="211873"/>
              </a:xfrm>
              <a:prstGeom prst="rect">
                <a:avLst/>
              </a:prstGeom>
              <a:solidFill>
                <a:srgbClr val="FFFFFF">
                  <a:lumMod val="75000"/>
                </a:srgbClr>
              </a:solidFill>
              <a:ln w="0">
                <a:noFill/>
                <a:prstDash val="solid"/>
                <a:round/>
                <a:headEnd/>
                <a:tailEnd/>
              </a:ln>
            </p:spPr>
            <p:txBody>
              <a:bodyPr vert="horz" wrap="square" lIns="91440" tIns="45720" rIns="91440" bIns="45720" numCol="1" rtlCol="0" anchor="t"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CEO</a:t>
                </a:r>
              </a:p>
            </p:txBody>
          </p:sp>
          <p:sp>
            <p:nvSpPr>
              <p:cNvPr id="46" name="Rectangle 45">
                <a:extLst>
                  <a:ext uri="{FF2B5EF4-FFF2-40B4-BE49-F238E27FC236}">
                    <a16:creationId xmlns:a16="http://schemas.microsoft.com/office/drawing/2014/main" id="{02B06AFC-FE99-4989-33BD-0984B46DE5FE}"/>
                  </a:ext>
                </a:extLst>
              </p:cNvPr>
              <p:cNvSpPr/>
              <p:nvPr/>
            </p:nvSpPr>
            <p:spPr bwMode="auto">
              <a:xfrm>
                <a:off x="2449041" y="2048105"/>
                <a:ext cx="457236" cy="324000"/>
              </a:xfrm>
              <a:prstGeom prst="rect">
                <a:avLst/>
              </a:prstGeom>
              <a:solidFill>
                <a:srgbClr val="FFFFFF">
                  <a:lumMod val="9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Business</a:t>
                </a:r>
                <a:b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b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Unit </a:t>
                </a:r>
                <a:r>
                  <a:rPr lang="en-US" sz="700" b="1" kern="0">
                    <a:solidFill>
                      <a:srgbClr val="000000"/>
                    </a:solidFill>
                    <a:latin typeface="Arial" panose="020B0604020202020204" pitchFamily="34" charset="0"/>
                    <a:cs typeface="Arial" panose="020B0604020202020204" pitchFamily="34" charset="0"/>
                    <a:sym typeface="EYInterstate Light" panose="02000506000000020004" pitchFamily="2" charset="0"/>
                  </a:rPr>
                  <a:t>O</a:t>
                </a: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ne</a:t>
                </a:r>
              </a:p>
            </p:txBody>
          </p:sp>
          <p:sp>
            <p:nvSpPr>
              <p:cNvPr id="47" name="Rectangle 46">
                <a:extLst>
                  <a:ext uri="{FF2B5EF4-FFF2-40B4-BE49-F238E27FC236}">
                    <a16:creationId xmlns:a16="http://schemas.microsoft.com/office/drawing/2014/main" id="{7771EA04-5F9C-B751-7988-812209E7C10C}"/>
                  </a:ext>
                </a:extLst>
              </p:cNvPr>
              <p:cNvSpPr/>
              <p:nvPr/>
            </p:nvSpPr>
            <p:spPr bwMode="auto">
              <a:xfrm>
                <a:off x="2974420" y="2048105"/>
                <a:ext cx="457236" cy="324000"/>
              </a:xfrm>
              <a:prstGeom prst="rect">
                <a:avLst/>
              </a:prstGeom>
              <a:solidFill>
                <a:srgbClr val="FFFFFF">
                  <a:lumMod val="9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Business</a:t>
                </a:r>
                <a:b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b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Unit </a:t>
                </a:r>
                <a:r>
                  <a:rPr lang="en-US" sz="700" b="1" kern="0">
                    <a:solidFill>
                      <a:srgbClr val="000000"/>
                    </a:solidFill>
                    <a:latin typeface="Arial" panose="020B0604020202020204" pitchFamily="34" charset="0"/>
                    <a:cs typeface="Arial" panose="020B0604020202020204" pitchFamily="34" charset="0"/>
                    <a:sym typeface="EYInterstate Light" panose="02000506000000020004" pitchFamily="2" charset="0"/>
                  </a:rPr>
                  <a:t>T</a:t>
                </a: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wo</a:t>
                </a:r>
              </a:p>
            </p:txBody>
          </p:sp>
          <p:sp>
            <p:nvSpPr>
              <p:cNvPr id="48" name="Rectangle 47">
                <a:extLst>
                  <a:ext uri="{FF2B5EF4-FFF2-40B4-BE49-F238E27FC236}">
                    <a16:creationId xmlns:a16="http://schemas.microsoft.com/office/drawing/2014/main" id="{55B8A15A-C6C8-2636-6960-E80A907FD121}"/>
                  </a:ext>
                </a:extLst>
              </p:cNvPr>
              <p:cNvSpPr/>
              <p:nvPr/>
            </p:nvSpPr>
            <p:spPr bwMode="auto">
              <a:xfrm>
                <a:off x="3498351" y="2048105"/>
                <a:ext cx="457236" cy="324000"/>
              </a:xfrm>
              <a:prstGeom prst="rect">
                <a:avLst/>
              </a:prstGeom>
              <a:solidFill>
                <a:srgbClr val="FFFFFF">
                  <a:lumMod val="8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Group</a:t>
                </a:r>
                <a:b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b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Function</a:t>
                </a:r>
              </a:p>
            </p:txBody>
          </p:sp>
          <p:cxnSp>
            <p:nvCxnSpPr>
              <p:cNvPr id="49" name="Elbow Connector 1185">
                <a:extLst>
                  <a:ext uri="{FF2B5EF4-FFF2-40B4-BE49-F238E27FC236}">
                    <a16:creationId xmlns:a16="http://schemas.microsoft.com/office/drawing/2014/main" id="{4F0CE18C-C241-4AD9-A5C6-985BA26EA167}"/>
                  </a:ext>
                </a:extLst>
              </p:cNvPr>
              <p:cNvCxnSpPr>
                <a:stCxn id="45" idx="2"/>
                <a:endCxn id="48" idx="0"/>
              </p:cNvCxnSpPr>
              <p:nvPr/>
            </p:nvCxnSpPr>
            <p:spPr>
              <a:xfrm rot="16200000" flipH="1">
                <a:off x="3399956" y="1721092"/>
                <a:ext cx="130095" cy="523931"/>
              </a:xfrm>
              <a:prstGeom prst="bentConnector3">
                <a:avLst>
                  <a:gd name="adj1" fmla="val 50000"/>
                </a:avLst>
              </a:prstGeom>
              <a:noFill/>
              <a:ln w="25400" cap="flat" cmpd="sng" algn="ctr">
                <a:solidFill>
                  <a:srgbClr val="A5A5A5"/>
                </a:solidFill>
                <a:prstDash val="solid"/>
                <a:tailEnd type="none"/>
              </a:ln>
              <a:effectLst/>
            </p:spPr>
          </p:cxnSp>
          <p:cxnSp>
            <p:nvCxnSpPr>
              <p:cNvPr id="50" name="Elbow Connector 1186">
                <a:extLst>
                  <a:ext uri="{FF2B5EF4-FFF2-40B4-BE49-F238E27FC236}">
                    <a16:creationId xmlns:a16="http://schemas.microsoft.com/office/drawing/2014/main" id="{2C7E13EF-5E9D-E27F-ED12-AA8B29679FF8}"/>
                  </a:ext>
                </a:extLst>
              </p:cNvPr>
              <p:cNvCxnSpPr>
                <a:stCxn id="46" idx="0"/>
                <a:endCxn id="45" idx="2"/>
              </p:cNvCxnSpPr>
              <p:nvPr/>
            </p:nvCxnSpPr>
            <p:spPr>
              <a:xfrm rot="5400000" flipH="1" flipV="1">
                <a:off x="2875301" y="1720369"/>
                <a:ext cx="130095" cy="525379"/>
              </a:xfrm>
              <a:prstGeom prst="bentConnector3">
                <a:avLst>
                  <a:gd name="adj1" fmla="val 50000"/>
                </a:avLst>
              </a:prstGeom>
              <a:noFill/>
              <a:ln w="25400" cap="flat" cmpd="sng" algn="ctr">
                <a:solidFill>
                  <a:srgbClr val="A5A5A5"/>
                </a:solidFill>
                <a:prstDash val="solid"/>
                <a:tailEnd type="none"/>
              </a:ln>
              <a:effectLst/>
            </p:spPr>
          </p:cxnSp>
          <p:sp>
            <p:nvSpPr>
              <p:cNvPr id="51" name="Rectangle 50">
                <a:extLst>
                  <a:ext uri="{FF2B5EF4-FFF2-40B4-BE49-F238E27FC236}">
                    <a16:creationId xmlns:a16="http://schemas.microsoft.com/office/drawing/2014/main" id="{90B94108-FB8A-8D29-18DD-CA82CB3A716F}"/>
                  </a:ext>
                </a:extLst>
              </p:cNvPr>
              <p:cNvSpPr/>
              <p:nvPr/>
            </p:nvSpPr>
            <p:spPr bwMode="auto">
              <a:xfrm>
                <a:off x="2974420" y="2431437"/>
                <a:ext cx="457236" cy="184926"/>
              </a:xfrm>
              <a:prstGeom prst="rect">
                <a:avLst/>
              </a:prstGeom>
              <a:solidFill>
                <a:srgbClr val="FFE600"/>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SSC</a:t>
                </a:r>
              </a:p>
            </p:txBody>
          </p:sp>
          <p:sp>
            <p:nvSpPr>
              <p:cNvPr id="52" name="Rectangle 51">
                <a:extLst>
                  <a:ext uri="{FF2B5EF4-FFF2-40B4-BE49-F238E27FC236}">
                    <a16:creationId xmlns:a16="http://schemas.microsoft.com/office/drawing/2014/main" id="{EDDB33FF-7733-6FEF-9769-0BDF1D68E4D4}"/>
                  </a:ext>
                </a:extLst>
              </p:cNvPr>
              <p:cNvSpPr/>
              <p:nvPr/>
            </p:nvSpPr>
            <p:spPr bwMode="auto">
              <a:xfrm>
                <a:off x="2449041" y="2431437"/>
                <a:ext cx="457236" cy="184926"/>
              </a:xfrm>
              <a:prstGeom prst="rect">
                <a:avLst/>
              </a:prstGeom>
              <a:solidFill>
                <a:srgbClr val="FFE600"/>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SSC</a:t>
                </a:r>
              </a:p>
            </p:txBody>
          </p:sp>
          <p:cxnSp>
            <p:nvCxnSpPr>
              <p:cNvPr id="53" name="Straight Connector 52">
                <a:extLst>
                  <a:ext uri="{FF2B5EF4-FFF2-40B4-BE49-F238E27FC236}">
                    <a16:creationId xmlns:a16="http://schemas.microsoft.com/office/drawing/2014/main" id="{29571F00-9E3B-F7F0-ACDF-36F12F890135}"/>
                  </a:ext>
                </a:extLst>
              </p:cNvPr>
              <p:cNvCxnSpPr>
                <a:stCxn id="47" idx="2"/>
                <a:endCxn id="51" idx="0"/>
              </p:cNvCxnSpPr>
              <p:nvPr/>
            </p:nvCxnSpPr>
            <p:spPr>
              <a:xfrm>
                <a:off x="3203038" y="2372105"/>
                <a:ext cx="0" cy="59332"/>
              </a:xfrm>
              <a:prstGeom prst="line">
                <a:avLst/>
              </a:prstGeom>
              <a:noFill/>
              <a:ln w="25400" cap="flat" cmpd="sng" algn="ctr">
                <a:solidFill>
                  <a:srgbClr val="A5A5A5"/>
                </a:solidFill>
                <a:prstDash val="solid"/>
                <a:tailEnd type="none"/>
              </a:ln>
              <a:effectLst/>
            </p:spPr>
          </p:cxnSp>
          <p:cxnSp>
            <p:nvCxnSpPr>
              <p:cNvPr id="54" name="Straight Connector 53">
                <a:extLst>
                  <a:ext uri="{FF2B5EF4-FFF2-40B4-BE49-F238E27FC236}">
                    <a16:creationId xmlns:a16="http://schemas.microsoft.com/office/drawing/2014/main" id="{C4B35D7B-5F60-31AE-2395-12A7F653F728}"/>
                  </a:ext>
                </a:extLst>
              </p:cNvPr>
              <p:cNvCxnSpPr>
                <a:stCxn id="46" idx="2"/>
                <a:endCxn id="52" idx="0"/>
              </p:cNvCxnSpPr>
              <p:nvPr/>
            </p:nvCxnSpPr>
            <p:spPr>
              <a:xfrm>
                <a:off x="2677659" y="2372105"/>
                <a:ext cx="0" cy="59332"/>
              </a:xfrm>
              <a:prstGeom prst="line">
                <a:avLst/>
              </a:prstGeom>
              <a:noFill/>
              <a:ln w="25400" cap="flat" cmpd="sng" algn="ctr">
                <a:solidFill>
                  <a:srgbClr val="A5A5A5"/>
                </a:solidFill>
                <a:prstDash val="solid"/>
                <a:tailEnd type="none"/>
              </a:ln>
              <a:effectLst/>
            </p:spPr>
          </p:cxnSp>
        </p:grpSp>
        <p:grpSp>
          <p:nvGrpSpPr>
            <p:cNvPr id="17" name="Group 16">
              <a:extLst>
                <a:ext uri="{FF2B5EF4-FFF2-40B4-BE49-F238E27FC236}">
                  <a16:creationId xmlns:a16="http://schemas.microsoft.com/office/drawing/2014/main" id="{C7659221-F53C-A910-FACE-69A5519C861D}"/>
                </a:ext>
              </a:extLst>
            </p:cNvPr>
            <p:cNvGrpSpPr/>
            <p:nvPr/>
          </p:nvGrpSpPr>
          <p:grpSpPr>
            <a:xfrm>
              <a:off x="5880799" y="1447801"/>
              <a:ext cx="1736499" cy="1326451"/>
              <a:chOff x="5897143" y="1326452"/>
              <a:chExt cx="1728000" cy="1340168"/>
            </a:xfrm>
          </p:grpSpPr>
          <p:sp>
            <p:nvSpPr>
              <p:cNvPr id="31" name="Rectangle 30">
                <a:extLst>
                  <a:ext uri="{FF2B5EF4-FFF2-40B4-BE49-F238E27FC236}">
                    <a16:creationId xmlns:a16="http://schemas.microsoft.com/office/drawing/2014/main" id="{626254AB-C577-C642-6F2E-2B5A6C1B5C09}"/>
                  </a:ext>
                </a:extLst>
              </p:cNvPr>
              <p:cNvSpPr/>
              <p:nvPr/>
            </p:nvSpPr>
            <p:spPr bwMode="auto">
              <a:xfrm>
                <a:off x="5897143" y="1658620"/>
                <a:ext cx="1728000" cy="1008000"/>
              </a:xfrm>
              <a:prstGeom prst="rect">
                <a:avLst/>
              </a:prstGeom>
              <a:noFill/>
              <a:ln w="0">
                <a:solidFill>
                  <a:srgbClr val="7F7E82"/>
                </a:solidFill>
                <a:prstDash val="solid"/>
                <a:round/>
                <a:headEnd/>
                <a:tailEnd/>
              </a:ln>
            </p:spPr>
            <p:txBody>
              <a:bodyPr vert="horz" wrap="square" lIns="91440" tIns="45720" rIns="91440" bIns="45720" numCol="1" rtlCol="0" anchor="t"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endPar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endParaRPr>
              </a:p>
            </p:txBody>
          </p:sp>
          <p:sp>
            <p:nvSpPr>
              <p:cNvPr id="32" name="Rectangle 31">
                <a:extLst>
                  <a:ext uri="{FF2B5EF4-FFF2-40B4-BE49-F238E27FC236}">
                    <a16:creationId xmlns:a16="http://schemas.microsoft.com/office/drawing/2014/main" id="{4E93B249-3BF0-14F3-A25C-E150E2BF7EF4}"/>
                  </a:ext>
                </a:extLst>
              </p:cNvPr>
              <p:cNvSpPr>
                <a:spLocks/>
              </p:cNvSpPr>
              <p:nvPr/>
            </p:nvSpPr>
            <p:spPr bwMode="auto">
              <a:xfrm>
                <a:off x="5897143" y="1326452"/>
                <a:ext cx="1728000" cy="324000"/>
              </a:xfrm>
              <a:prstGeom prst="rect">
                <a:avLst/>
              </a:prstGeom>
              <a:solidFill>
                <a:srgbClr val="7F7E82"/>
              </a:solidFill>
              <a:ln w="0">
                <a:solidFill>
                  <a:srgbClr val="7F7E82"/>
                </a:solidFill>
                <a:prstDash val="solid"/>
                <a:round/>
                <a:headEnd/>
                <a:tailEnd/>
              </a:ln>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105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EYInterstate Light" panose="02000506000000020004" pitchFamily="2" charset="0"/>
                  </a:rPr>
                  <a:t>Global Business services</a:t>
                </a:r>
              </a:p>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700" b="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EYInterstate Light" panose="02000506000000020004" pitchFamily="2" charset="0"/>
                  </a:rPr>
                  <a:t>Functional steering</a:t>
                </a:r>
              </a:p>
            </p:txBody>
          </p:sp>
          <p:sp>
            <p:nvSpPr>
              <p:cNvPr id="33" name="Rectangle 32">
                <a:extLst>
                  <a:ext uri="{FF2B5EF4-FFF2-40B4-BE49-F238E27FC236}">
                    <a16:creationId xmlns:a16="http://schemas.microsoft.com/office/drawing/2014/main" id="{F37A7FFE-BEC1-1BD7-9583-F80E7FA19785}"/>
                  </a:ext>
                </a:extLst>
              </p:cNvPr>
              <p:cNvSpPr/>
              <p:nvPr/>
            </p:nvSpPr>
            <p:spPr bwMode="auto">
              <a:xfrm>
                <a:off x="6537574" y="1706137"/>
                <a:ext cx="457236" cy="211873"/>
              </a:xfrm>
              <a:prstGeom prst="rect">
                <a:avLst/>
              </a:prstGeom>
              <a:solidFill>
                <a:srgbClr val="FFFFFF">
                  <a:lumMod val="75000"/>
                </a:srgbClr>
              </a:solidFill>
              <a:ln w="0">
                <a:noFill/>
                <a:prstDash val="solid"/>
                <a:round/>
                <a:headEnd/>
                <a:tailEnd/>
              </a:ln>
            </p:spPr>
            <p:txBody>
              <a:bodyPr vert="horz" wrap="square" lIns="91440" tIns="45720" rIns="91440" bIns="45720" numCol="1" rtlCol="0" anchor="t"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CEO</a:t>
                </a:r>
              </a:p>
            </p:txBody>
          </p:sp>
          <p:sp>
            <p:nvSpPr>
              <p:cNvPr id="34" name="Rectangle 33">
                <a:extLst>
                  <a:ext uri="{FF2B5EF4-FFF2-40B4-BE49-F238E27FC236}">
                    <a16:creationId xmlns:a16="http://schemas.microsoft.com/office/drawing/2014/main" id="{33406303-65B3-CEBD-FDF7-9ACEEF9B062F}"/>
                  </a:ext>
                </a:extLst>
              </p:cNvPr>
              <p:cNvSpPr>
                <a:spLocks/>
              </p:cNvSpPr>
              <p:nvPr/>
            </p:nvSpPr>
            <p:spPr bwMode="auto">
              <a:xfrm>
                <a:off x="7061505" y="2048105"/>
                <a:ext cx="457236" cy="324000"/>
              </a:xfrm>
              <a:prstGeom prst="rect">
                <a:avLst/>
              </a:prstGeom>
              <a:solidFill>
                <a:srgbClr val="FFFFFF">
                  <a:lumMod val="8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GBS</a:t>
                </a:r>
              </a:p>
            </p:txBody>
          </p:sp>
          <p:sp>
            <p:nvSpPr>
              <p:cNvPr id="35" name="Rectangle 34">
                <a:extLst>
                  <a:ext uri="{FF2B5EF4-FFF2-40B4-BE49-F238E27FC236}">
                    <a16:creationId xmlns:a16="http://schemas.microsoft.com/office/drawing/2014/main" id="{BDB2E7C5-801A-6E98-E8AF-DFD6CCC7D561}"/>
                  </a:ext>
                </a:extLst>
              </p:cNvPr>
              <p:cNvSpPr>
                <a:spLocks/>
              </p:cNvSpPr>
              <p:nvPr/>
            </p:nvSpPr>
            <p:spPr bwMode="auto">
              <a:xfrm>
                <a:off x="6012195" y="2048105"/>
                <a:ext cx="457236" cy="324000"/>
              </a:xfrm>
              <a:prstGeom prst="rect">
                <a:avLst/>
              </a:prstGeom>
              <a:solidFill>
                <a:srgbClr val="FFFFFF">
                  <a:lumMod val="9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Business Unit</a:t>
                </a:r>
              </a:p>
            </p:txBody>
          </p:sp>
          <p:sp>
            <p:nvSpPr>
              <p:cNvPr id="36" name="Rectangle 35">
                <a:extLst>
                  <a:ext uri="{FF2B5EF4-FFF2-40B4-BE49-F238E27FC236}">
                    <a16:creationId xmlns:a16="http://schemas.microsoft.com/office/drawing/2014/main" id="{41CE431C-9FB8-25C1-45DA-51383F32994D}"/>
                  </a:ext>
                </a:extLst>
              </p:cNvPr>
              <p:cNvSpPr>
                <a:spLocks/>
              </p:cNvSpPr>
              <p:nvPr/>
            </p:nvSpPr>
            <p:spPr bwMode="auto">
              <a:xfrm>
                <a:off x="6537574" y="2048105"/>
                <a:ext cx="457236" cy="324000"/>
              </a:xfrm>
              <a:prstGeom prst="rect">
                <a:avLst/>
              </a:prstGeom>
              <a:solidFill>
                <a:srgbClr val="FFE600"/>
              </a:solidFill>
              <a:ln w="0">
                <a:noFill/>
                <a:prstDash val="solid"/>
                <a:round/>
                <a:headEnd/>
                <a:tailEnd/>
              </a:ln>
            </p:spPr>
            <p:txBody>
              <a:bodyPr vert="horz" wrap="square" lIns="0" tIns="45720" rIns="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Group</a:t>
                </a:r>
                <a:b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b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Functions</a:t>
                </a:r>
              </a:p>
            </p:txBody>
          </p:sp>
          <p:cxnSp>
            <p:nvCxnSpPr>
              <p:cNvPr id="37" name="Straight Connector 36">
                <a:extLst>
                  <a:ext uri="{FF2B5EF4-FFF2-40B4-BE49-F238E27FC236}">
                    <a16:creationId xmlns:a16="http://schemas.microsoft.com/office/drawing/2014/main" id="{A1A55349-6D58-6716-9D30-4C791E7711E3}"/>
                  </a:ext>
                </a:extLst>
              </p:cNvPr>
              <p:cNvCxnSpPr>
                <a:stCxn id="33" idx="2"/>
                <a:endCxn id="36" idx="0"/>
              </p:cNvCxnSpPr>
              <p:nvPr/>
            </p:nvCxnSpPr>
            <p:spPr>
              <a:xfrm>
                <a:off x="6766192" y="1918010"/>
                <a:ext cx="0" cy="130095"/>
              </a:xfrm>
              <a:prstGeom prst="line">
                <a:avLst/>
              </a:prstGeom>
              <a:noFill/>
              <a:ln w="25400" cap="flat" cmpd="sng" algn="ctr">
                <a:solidFill>
                  <a:srgbClr val="A5A5A5"/>
                </a:solidFill>
                <a:prstDash val="solid"/>
                <a:tailEnd type="none"/>
              </a:ln>
              <a:effectLst/>
            </p:spPr>
          </p:cxnSp>
          <p:cxnSp>
            <p:nvCxnSpPr>
              <p:cNvPr id="38" name="Elbow Connector 1199">
                <a:extLst>
                  <a:ext uri="{FF2B5EF4-FFF2-40B4-BE49-F238E27FC236}">
                    <a16:creationId xmlns:a16="http://schemas.microsoft.com/office/drawing/2014/main" id="{B7621DE5-F56E-8469-B7E0-8ACEC39D0868}"/>
                  </a:ext>
                </a:extLst>
              </p:cNvPr>
              <p:cNvCxnSpPr>
                <a:stCxn id="33" idx="2"/>
                <a:endCxn id="34" idx="0"/>
              </p:cNvCxnSpPr>
              <p:nvPr/>
            </p:nvCxnSpPr>
            <p:spPr>
              <a:xfrm rot="16200000" flipH="1">
                <a:off x="6963110" y="1721092"/>
                <a:ext cx="130095" cy="523931"/>
              </a:xfrm>
              <a:prstGeom prst="bentConnector3">
                <a:avLst/>
              </a:prstGeom>
              <a:noFill/>
              <a:ln w="25400" cap="flat" cmpd="sng" algn="ctr">
                <a:solidFill>
                  <a:srgbClr val="A5A5A5"/>
                </a:solidFill>
                <a:prstDash val="solid"/>
                <a:tailEnd type="none"/>
              </a:ln>
              <a:effectLst/>
            </p:spPr>
          </p:cxnSp>
          <p:cxnSp>
            <p:nvCxnSpPr>
              <p:cNvPr id="39" name="Elbow Connector 1200">
                <a:extLst>
                  <a:ext uri="{FF2B5EF4-FFF2-40B4-BE49-F238E27FC236}">
                    <a16:creationId xmlns:a16="http://schemas.microsoft.com/office/drawing/2014/main" id="{21895307-2434-B668-5885-0FF2356E0ABB}"/>
                  </a:ext>
                </a:extLst>
              </p:cNvPr>
              <p:cNvCxnSpPr>
                <a:stCxn id="33" idx="2"/>
                <a:endCxn id="35" idx="0"/>
              </p:cNvCxnSpPr>
              <p:nvPr/>
            </p:nvCxnSpPr>
            <p:spPr>
              <a:xfrm rot="5400000">
                <a:off x="6438456" y="1720368"/>
                <a:ext cx="130095" cy="525379"/>
              </a:xfrm>
              <a:prstGeom prst="bentConnector3">
                <a:avLst/>
              </a:prstGeom>
              <a:noFill/>
              <a:ln w="25400" cap="flat" cmpd="sng" algn="ctr">
                <a:solidFill>
                  <a:srgbClr val="A5A5A5"/>
                </a:solidFill>
                <a:prstDash val="solid"/>
                <a:tailEnd type="none"/>
              </a:ln>
              <a:effectLst/>
            </p:spPr>
          </p:cxnSp>
          <p:sp>
            <p:nvSpPr>
              <p:cNvPr id="40" name="Rectangle 39">
                <a:extLst>
                  <a:ext uri="{FF2B5EF4-FFF2-40B4-BE49-F238E27FC236}">
                    <a16:creationId xmlns:a16="http://schemas.microsoft.com/office/drawing/2014/main" id="{45B93DB3-7E8E-BB7E-6DA7-AD79782E36EC}"/>
                  </a:ext>
                </a:extLst>
              </p:cNvPr>
              <p:cNvSpPr>
                <a:spLocks/>
              </p:cNvSpPr>
              <p:nvPr/>
            </p:nvSpPr>
            <p:spPr bwMode="auto">
              <a:xfrm>
                <a:off x="7061505" y="2431437"/>
                <a:ext cx="457236" cy="184926"/>
              </a:xfrm>
              <a:prstGeom prst="rect">
                <a:avLst/>
              </a:prstGeom>
              <a:solidFill>
                <a:srgbClr val="FFE600"/>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SSC</a:t>
                </a:r>
              </a:p>
            </p:txBody>
          </p:sp>
          <p:cxnSp>
            <p:nvCxnSpPr>
              <p:cNvPr id="41" name="Straight Connector 40">
                <a:extLst>
                  <a:ext uri="{FF2B5EF4-FFF2-40B4-BE49-F238E27FC236}">
                    <a16:creationId xmlns:a16="http://schemas.microsoft.com/office/drawing/2014/main" id="{7C6AFB31-CBE7-95A5-ABCA-87B388113573}"/>
                  </a:ext>
                </a:extLst>
              </p:cNvPr>
              <p:cNvCxnSpPr>
                <a:stCxn id="34" idx="2"/>
                <a:endCxn id="40" idx="0"/>
              </p:cNvCxnSpPr>
              <p:nvPr/>
            </p:nvCxnSpPr>
            <p:spPr>
              <a:xfrm>
                <a:off x="7290123" y="2372105"/>
                <a:ext cx="0" cy="59332"/>
              </a:xfrm>
              <a:prstGeom prst="line">
                <a:avLst/>
              </a:prstGeom>
              <a:noFill/>
              <a:ln w="25400" cap="flat" cmpd="sng" algn="ctr">
                <a:solidFill>
                  <a:srgbClr val="A5A5A5"/>
                </a:solidFill>
                <a:prstDash val="sysDot"/>
                <a:tailEnd type="none"/>
              </a:ln>
              <a:effectLst/>
            </p:spPr>
          </p:cxnSp>
          <p:cxnSp>
            <p:nvCxnSpPr>
              <p:cNvPr id="42" name="Elbow Connector 1203">
                <a:extLst>
                  <a:ext uri="{FF2B5EF4-FFF2-40B4-BE49-F238E27FC236}">
                    <a16:creationId xmlns:a16="http://schemas.microsoft.com/office/drawing/2014/main" id="{5D23AEF9-013E-8B61-FA9B-8164753C035B}"/>
                  </a:ext>
                </a:extLst>
              </p:cNvPr>
              <p:cNvCxnSpPr>
                <a:stCxn id="36" idx="2"/>
                <a:endCxn id="40" idx="1"/>
              </p:cNvCxnSpPr>
              <p:nvPr/>
            </p:nvCxnSpPr>
            <p:spPr>
              <a:xfrm rot="16200000" flipH="1">
                <a:off x="6837951" y="2300345"/>
                <a:ext cx="151795" cy="295313"/>
              </a:xfrm>
              <a:prstGeom prst="bentConnector2">
                <a:avLst/>
              </a:prstGeom>
              <a:noFill/>
              <a:ln w="25400" cap="flat" cmpd="sng" algn="ctr">
                <a:solidFill>
                  <a:srgbClr val="A5A5A5"/>
                </a:solidFill>
                <a:prstDash val="solid"/>
                <a:tailEnd type="none"/>
              </a:ln>
              <a:effectLst/>
            </p:spPr>
          </p:cxnSp>
        </p:grpSp>
        <p:grpSp>
          <p:nvGrpSpPr>
            <p:cNvPr id="18" name="Group 17">
              <a:extLst>
                <a:ext uri="{FF2B5EF4-FFF2-40B4-BE49-F238E27FC236}">
                  <a16:creationId xmlns:a16="http://schemas.microsoft.com/office/drawing/2014/main" id="{1600294A-0FEE-3843-1895-AE293D1A0ED8}"/>
                </a:ext>
              </a:extLst>
            </p:cNvPr>
            <p:cNvGrpSpPr/>
            <p:nvPr/>
          </p:nvGrpSpPr>
          <p:grpSpPr>
            <a:xfrm>
              <a:off x="7680241" y="1447801"/>
              <a:ext cx="1736499" cy="1326451"/>
              <a:chOff x="7714956" y="1326452"/>
              <a:chExt cx="1728000" cy="1340168"/>
            </a:xfrm>
          </p:grpSpPr>
          <p:sp>
            <p:nvSpPr>
              <p:cNvPr id="19" name="Rectangle 18">
                <a:extLst>
                  <a:ext uri="{FF2B5EF4-FFF2-40B4-BE49-F238E27FC236}">
                    <a16:creationId xmlns:a16="http://schemas.microsoft.com/office/drawing/2014/main" id="{6D3CCFF7-3156-B4F0-07E0-9AFB9A635F33}"/>
                  </a:ext>
                </a:extLst>
              </p:cNvPr>
              <p:cNvSpPr/>
              <p:nvPr/>
            </p:nvSpPr>
            <p:spPr bwMode="auto">
              <a:xfrm>
                <a:off x="7714956" y="1658620"/>
                <a:ext cx="1728000" cy="1008000"/>
              </a:xfrm>
              <a:prstGeom prst="rect">
                <a:avLst/>
              </a:prstGeom>
              <a:noFill/>
              <a:ln w="0">
                <a:solidFill>
                  <a:srgbClr val="7F7E82"/>
                </a:solidFill>
                <a:prstDash val="solid"/>
                <a:round/>
                <a:headEnd/>
                <a:tailEnd/>
              </a:ln>
            </p:spPr>
            <p:txBody>
              <a:bodyPr vert="horz" wrap="square" lIns="91440" tIns="45720" rIns="91440" bIns="45720" numCol="1" rtlCol="0" anchor="t"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endPar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endParaRPr>
              </a:p>
            </p:txBody>
          </p:sp>
          <p:sp>
            <p:nvSpPr>
              <p:cNvPr id="20" name="Rectangle 19">
                <a:extLst>
                  <a:ext uri="{FF2B5EF4-FFF2-40B4-BE49-F238E27FC236}">
                    <a16:creationId xmlns:a16="http://schemas.microsoft.com/office/drawing/2014/main" id="{1F392F81-2B67-62AC-2C7C-09EEE49CCA2E}"/>
                  </a:ext>
                </a:extLst>
              </p:cNvPr>
              <p:cNvSpPr>
                <a:spLocks/>
              </p:cNvSpPr>
              <p:nvPr/>
            </p:nvSpPr>
            <p:spPr bwMode="auto">
              <a:xfrm>
                <a:off x="7714956" y="1326452"/>
                <a:ext cx="1728000" cy="324000"/>
              </a:xfrm>
              <a:prstGeom prst="rect">
                <a:avLst/>
              </a:prstGeom>
              <a:solidFill>
                <a:srgbClr val="7F7E82"/>
              </a:solidFill>
              <a:ln w="0">
                <a:solidFill>
                  <a:srgbClr val="7F7E82"/>
                </a:solidFill>
                <a:prstDash val="solid"/>
                <a:round/>
                <a:headEnd/>
                <a:tailEnd/>
              </a:ln>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ct val="0"/>
                  </a:spcBef>
                  <a:spcAft>
                    <a:spcPts val="0"/>
                  </a:spcAft>
                  <a:buClrTx/>
                  <a:buSzTx/>
                  <a:buFontTx/>
                  <a:buNone/>
                  <a:tabLst/>
                  <a:defRPr/>
                </a:pPr>
                <a:r>
                  <a:rPr kumimoji="0" lang="en-US" sz="105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EYInterstate Light" panose="02000506000000020004" pitchFamily="2" charset="0"/>
                  </a:rPr>
                  <a:t>Global Business services</a:t>
                </a:r>
                <a:br>
                  <a:rPr kumimoji="0" lang="en-US" sz="105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EYInterstate Light" panose="02000506000000020004" pitchFamily="2" charset="0"/>
                  </a:rPr>
                </a:br>
                <a:r>
                  <a:rPr kumimoji="0" lang="en-US" sz="700" b="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EYInterstate Light" panose="02000506000000020004" pitchFamily="2" charset="0"/>
                  </a:rPr>
                  <a:t>Central steering</a:t>
                </a:r>
              </a:p>
              <a:p>
                <a:pPr marL="0" marR="0" lvl="0" indent="0" algn="ctr" defTabSz="914400" eaLnBrk="1" fontAlgn="base" latinLnBrk="0" hangingPunct="1">
                  <a:lnSpc>
                    <a:spcPct val="100000"/>
                  </a:lnSpc>
                  <a:spcBef>
                    <a:spcPct val="0"/>
                  </a:spcBef>
                  <a:spcAft>
                    <a:spcPts val="0"/>
                  </a:spcAft>
                  <a:buClrTx/>
                  <a:buSzTx/>
                  <a:buFontTx/>
                  <a:buNone/>
                  <a:tabLst/>
                  <a:defRPr/>
                </a:pPr>
                <a:endParaRPr kumimoji="0" lang="en-US" sz="105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21" name="Rectangle 20">
                <a:extLst>
                  <a:ext uri="{FF2B5EF4-FFF2-40B4-BE49-F238E27FC236}">
                    <a16:creationId xmlns:a16="http://schemas.microsoft.com/office/drawing/2014/main" id="{239E1299-C923-61F2-95AC-F7C8A894E051}"/>
                  </a:ext>
                </a:extLst>
              </p:cNvPr>
              <p:cNvSpPr/>
              <p:nvPr/>
            </p:nvSpPr>
            <p:spPr bwMode="auto">
              <a:xfrm>
                <a:off x="8355387" y="1706137"/>
                <a:ext cx="457236" cy="211873"/>
              </a:xfrm>
              <a:prstGeom prst="rect">
                <a:avLst/>
              </a:prstGeom>
              <a:solidFill>
                <a:srgbClr val="FFFFFF">
                  <a:lumMod val="75000"/>
                </a:srgbClr>
              </a:solidFill>
              <a:ln w="0">
                <a:noFill/>
                <a:prstDash val="solid"/>
                <a:round/>
                <a:headEnd/>
                <a:tailEnd/>
              </a:ln>
            </p:spPr>
            <p:txBody>
              <a:bodyPr vert="horz" wrap="square" lIns="91440" tIns="45720" rIns="91440" bIns="45720" numCol="1" rtlCol="0" anchor="t"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CEO</a:t>
                </a:r>
              </a:p>
            </p:txBody>
          </p:sp>
          <p:sp>
            <p:nvSpPr>
              <p:cNvPr id="22" name="Rectangle 21">
                <a:extLst>
                  <a:ext uri="{FF2B5EF4-FFF2-40B4-BE49-F238E27FC236}">
                    <a16:creationId xmlns:a16="http://schemas.microsoft.com/office/drawing/2014/main" id="{E8A29FEC-C4C5-9ED1-0D8D-3FBCB7BBF737}"/>
                  </a:ext>
                </a:extLst>
              </p:cNvPr>
              <p:cNvSpPr>
                <a:spLocks/>
              </p:cNvSpPr>
              <p:nvPr/>
            </p:nvSpPr>
            <p:spPr bwMode="auto">
              <a:xfrm>
                <a:off x="8879318" y="2048105"/>
                <a:ext cx="457236" cy="324000"/>
              </a:xfrm>
              <a:prstGeom prst="rect">
                <a:avLst/>
              </a:prstGeom>
              <a:solidFill>
                <a:srgbClr val="FFE600"/>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GBS</a:t>
                </a:r>
              </a:p>
            </p:txBody>
          </p:sp>
          <p:sp>
            <p:nvSpPr>
              <p:cNvPr id="23" name="Rectangle 22">
                <a:extLst>
                  <a:ext uri="{FF2B5EF4-FFF2-40B4-BE49-F238E27FC236}">
                    <a16:creationId xmlns:a16="http://schemas.microsoft.com/office/drawing/2014/main" id="{76A23FFA-3A9F-34F3-30B2-9648FF95F068}"/>
                  </a:ext>
                </a:extLst>
              </p:cNvPr>
              <p:cNvSpPr>
                <a:spLocks/>
              </p:cNvSpPr>
              <p:nvPr/>
            </p:nvSpPr>
            <p:spPr bwMode="auto">
              <a:xfrm>
                <a:off x="7830008" y="2048105"/>
                <a:ext cx="457236" cy="324000"/>
              </a:xfrm>
              <a:prstGeom prst="rect">
                <a:avLst/>
              </a:prstGeom>
              <a:solidFill>
                <a:srgbClr val="FFFFFF">
                  <a:lumMod val="95000"/>
                </a:srgbClr>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Business Unit</a:t>
                </a:r>
              </a:p>
            </p:txBody>
          </p:sp>
          <p:sp>
            <p:nvSpPr>
              <p:cNvPr id="24" name="Rectangle 23">
                <a:extLst>
                  <a:ext uri="{FF2B5EF4-FFF2-40B4-BE49-F238E27FC236}">
                    <a16:creationId xmlns:a16="http://schemas.microsoft.com/office/drawing/2014/main" id="{3A04A797-21CB-6C61-2B8B-06847AA3206B}"/>
                  </a:ext>
                </a:extLst>
              </p:cNvPr>
              <p:cNvSpPr>
                <a:spLocks/>
              </p:cNvSpPr>
              <p:nvPr/>
            </p:nvSpPr>
            <p:spPr bwMode="auto">
              <a:xfrm>
                <a:off x="8355387" y="2048105"/>
                <a:ext cx="457236" cy="324000"/>
              </a:xfrm>
              <a:prstGeom prst="rect">
                <a:avLst/>
              </a:prstGeom>
              <a:solidFill>
                <a:srgbClr val="FFFFFF">
                  <a:lumMod val="85000"/>
                </a:srgbClr>
              </a:solidFill>
              <a:ln w="0">
                <a:noFill/>
                <a:prstDash val="solid"/>
                <a:round/>
                <a:headEnd/>
                <a:tailEnd/>
              </a:ln>
            </p:spPr>
            <p:txBody>
              <a:bodyPr vert="horz" wrap="square" lIns="0" tIns="45720" rIns="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Group</a:t>
                </a:r>
                <a:b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b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Functions</a:t>
                </a:r>
              </a:p>
            </p:txBody>
          </p:sp>
          <p:cxnSp>
            <p:nvCxnSpPr>
              <p:cNvPr id="25" name="Straight Connector 24">
                <a:extLst>
                  <a:ext uri="{FF2B5EF4-FFF2-40B4-BE49-F238E27FC236}">
                    <a16:creationId xmlns:a16="http://schemas.microsoft.com/office/drawing/2014/main" id="{62E4BEA3-4B8B-28C9-4A6B-523B5607F906}"/>
                  </a:ext>
                </a:extLst>
              </p:cNvPr>
              <p:cNvCxnSpPr>
                <a:stCxn id="21" idx="2"/>
                <a:endCxn id="24" idx="0"/>
              </p:cNvCxnSpPr>
              <p:nvPr/>
            </p:nvCxnSpPr>
            <p:spPr>
              <a:xfrm>
                <a:off x="8584005" y="1918010"/>
                <a:ext cx="0" cy="130095"/>
              </a:xfrm>
              <a:prstGeom prst="line">
                <a:avLst/>
              </a:prstGeom>
              <a:noFill/>
              <a:ln w="25400" cap="flat" cmpd="sng" algn="ctr">
                <a:solidFill>
                  <a:srgbClr val="A5A5A5"/>
                </a:solidFill>
                <a:prstDash val="solid"/>
                <a:tailEnd type="none"/>
              </a:ln>
              <a:effectLst/>
            </p:spPr>
          </p:cxnSp>
          <p:cxnSp>
            <p:nvCxnSpPr>
              <p:cNvPr id="26" name="Elbow Connector 1212">
                <a:extLst>
                  <a:ext uri="{FF2B5EF4-FFF2-40B4-BE49-F238E27FC236}">
                    <a16:creationId xmlns:a16="http://schemas.microsoft.com/office/drawing/2014/main" id="{75726AA2-4C0F-34AD-2970-578AEFE165F4}"/>
                  </a:ext>
                </a:extLst>
              </p:cNvPr>
              <p:cNvCxnSpPr>
                <a:stCxn id="21" idx="2"/>
                <a:endCxn id="22" idx="0"/>
              </p:cNvCxnSpPr>
              <p:nvPr/>
            </p:nvCxnSpPr>
            <p:spPr>
              <a:xfrm rot="16200000" flipH="1">
                <a:off x="8780923" y="1721092"/>
                <a:ext cx="130095" cy="523931"/>
              </a:xfrm>
              <a:prstGeom prst="bentConnector3">
                <a:avLst/>
              </a:prstGeom>
              <a:noFill/>
              <a:ln w="25400" cap="flat" cmpd="sng" algn="ctr">
                <a:solidFill>
                  <a:srgbClr val="A5A5A5"/>
                </a:solidFill>
                <a:prstDash val="solid"/>
                <a:tailEnd type="none"/>
              </a:ln>
              <a:effectLst/>
            </p:spPr>
          </p:cxnSp>
          <p:cxnSp>
            <p:nvCxnSpPr>
              <p:cNvPr id="27" name="Elbow Connector 1213">
                <a:extLst>
                  <a:ext uri="{FF2B5EF4-FFF2-40B4-BE49-F238E27FC236}">
                    <a16:creationId xmlns:a16="http://schemas.microsoft.com/office/drawing/2014/main" id="{E38247FF-27A7-C459-5F86-5D6736FB5D0E}"/>
                  </a:ext>
                </a:extLst>
              </p:cNvPr>
              <p:cNvCxnSpPr>
                <a:stCxn id="21" idx="2"/>
                <a:endCxn id="23" idx="0"/>
              </p:cNvCxnSpPr>
              <p:nvPr/>
            </p:nvCxnSpPr>
            <p:spPr>
              <a:xfrm rot="5400000">
                <a:off x="8256269" y="1720368"/>
                <a:ext cx="130095" cy="525379"/>
              </a:xfrm>
              <a:prstGeom prst="bentConnector3">
                <a:avLst/>
              </a:prstGeom>
              <a:noFill/>
              <a:ln w="25400" cap="flat" cmpd="sng" algn="ctr">
                <a:solidFill>
                  <a:srgbClr val="A5A5A5"/>
                </a:solidFill>
                <a:prstDash val="solid"/>
                <a:tailEnd type="none"/>
              </a:ln>
              <a:effectLst/>
            </p:spPr>
          </p:cxnSp>
          <p:sp>
            <p:nvSpPr>
              <p:cNvPr id="28" name="Rectangle 27">
                <a:extLst>
                  <a:ext uri="{FF2B5EF4-FFF2-40B4-BE49-F238E27FC236}">
                    <a16:creationId xmlns:a16="http://schemas.microsoft.com/office/drawing/2014/main" id="{CAC7851E-01B2-8527-2A35-B7752AF2E395}"/>
                  </a:ext>
                </a:extLst>
              </p:cNvPr>
              <p:cNvSpPr>
                <a:spLocks/>
              </p:cNvSpPr>
              <p:nvPr/>
            </p:nvSpPr>
            <p:spPr bwMode="auto">
              <a:xfrm>
                <a:off x="8879318" y="2431437"/>
                <a:ext cx="457236" cy="184926"/>
              </a:xfrm>
              <a:prstGeom prst="rect">
                <a:avLst/>
              </a:prstGeom>
              <a:solidFill>
                <a:srgbClr val="FFE600"/>
              </a:solidFill>
              <a:ln w="0">
                <a:noFill/>
                <a:prstDash val="solid"/>
                <a:round/>
                <a:headEnd/>
                <a:tailEnd/>
              </a:ln>
            </p:spPr>
            <p:txBody>
              <a:bodyPr vert="horz" wrap="square" lIns="36000" tIns="45720" rIns="3600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ts val="600"/>
                  </a:spcAft>
                  <a:buClrTx/>
                  <a:buSzTx/>
                  <a:buFontTx/>
                  <a:buNone/>
                  <a:tabLst/>
                  <a:defRPr/>
                </a:pPr>
                <a:r>
                  <a:rPr kumimoji="0" lang="en-US" sz="700" b="1"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EYInterstate Light" panose="02000506000000020004" pitchFamily="2" charset="0"/>
                  </a:rPr>
                  <a:t>SSC</a:t>
                </a:r>
              </a:p>
            </p:txBody>
          </p:sp>
          <p:cxnSp>
            <p:nvCxnSpPr>
              <p:cNvPr id="29" name="Straight Connector 28">
                <a:extLst>
                  <a:ext uri="{FF2B5EF4-FFF2-40B4-BE49-F238E27FC236}">
                    <a16:creationId xmlns:a16="http://schemas.microsoft.com/office/drawing/2014/main" id="{3C7A8DE2-6985-BAF6-5DCC-B33CE651A417}"/>
                  </a:ext>
                </a:extLst>
              </p:cNvPr>
              <p:cNvCxnSpPr>
                <a:stCxn id="22" idx="2"/>
                <a:endCxn id="28" idx="0"/>
              </p:cNvCxnSpPr>
              <p:nvPr/>
            </p:nvCxnSpPr>
            <p:spPr>
              <a:xfrm>
                <a:off x="9107936" y="2372105"/>
                <a:ext cx="0" cy="59332"/>
              </a:xfrm>
              <a:prstGeom prst="line">
                <a:avLst/>
              </a:prstGeom>
              <a:noFill/>
              <a:ln w="25400" cap="flat" cmpd="sng" algn="ctr">
                <a:solidFill>
                  <a:srgbClr val="A5A5A5"/>
                </a:solidFill>
                <a:prstDash val="solid"/>
                <a:tailEnd type="none"/>
              </a:ln>
              <a:effectLst/>
            </p:spPr>
          </p:cxnSp>
          <p:cxnSp>
            <p:nvCxnSpPr>
              <p:cNvPr id="30" name="Elbow Connector 1216">
                <a:extLst>
                  <a:ext uri="{FF2B5EF4-FFF2-40B4-BE49-F238E27FC236}">
                    <a16:creationId xmlns:a16="http://schemas.microsoft.com/office/drawing/2014/main" id="{397CC6FF-2D52-1235-3CC3-18CF03E66242}"/>
                  </a:ext>
                </a:extLst>
              </p:cNvPr>
              <p:cNvCxnSpPr>
                <a:stCxn id="24" idx="2"/>
                <a:endCxn id="28" idx="1"/>
              </p:cNvCxnSpPr>
              <p:nvPr/>
            </p:nvCxnSpPr>
            <p:spPr>
              <a:xfrm rot="16200000" flipH="1">
                <a:off x="8655764" y="2300345"/>
                <a:ext cx="151795" cy="295313"/>
              </a:xfrm>
              <a:prstGeom prst="bentConnector2">
                <a:avLst/>
              </a:prstGeom>
              <a:noFill/>
              <a:ln w="25400" cap="flat" cmpd="sng" algn="ctr">
                <a:solidFill>
                  <a:srgbClr val="A5A5A5"/>
                </a:solidFill>
                <a:prstDash val="sysDot"/>
                <a:tailEnd type="none"/>
              </a:ln>
              <a:effectLst/>
            </p:spPr>
          </p:cxnSp>
        </p:grpSp>
      </p:grpSp>
      <p:sp>
        <p:nvSpPr>
          <p:cNvPr id="79" name="Title 1">
            <a:extLst>
              <a:ext uri="{FF2B5EF4-FFF2-40B4-BE49-F238E27FC236}">
                <a16:creationId xmlns:a16="http://schemas.microsoft.com/office/drawing/2014/main" id="{3BC5197E-9F13-9964-2BF7-9F772C4BB4D5}"/>
              </a:ext>
            </a:extLst>
          </p:cNvPr>
          <p:cNvSpPr txBox="1">
            <a:spLocks/>
          </p:cNvSpPr>
          <p:nvPr/>
        </p:nvSpPr>
        <p:spPr>
          <a:xfrm>
            <a:off x="475684" y="3220295"/>
            <a:ext cx="4846320" cy="2971800"/>
          </a:xfrm>
          <a:prstGeom prst="rect">
            <a:avLst/>
          </a:prstGeom>
        </p:spPr>
        <p:txBody>
          <a:bodyPr vert="horz" lIns="91440" tIns="91440" rIns="91440" bIns="0" rtlCol="0" anchor="t" anchorCtr="0">
            <a:noAutofit/>
          </a:bodyPr>
          <a:lstStyle>
            <a:lvl1pPr algn="l" defTabSz="914284" rtl="0" eaLnBrk="1" latinLnBrk="0" hangingPunct="1">
              <a:lnSpc>
                <a:spcPct val="85000"/>
              </a:lnSpc>
              <a:spcBef>
                <a:spcPct val="0"/>
              </a:spcBef>
              <a:buNone/>
              <a:defRPr sz="3000" b="1" kern="1200">
                <a:solidFill>
                  <a:schemeClr val="bg1"/>
                </a:solidFill>
                <a:latin typeface="EYInterstate Light" panose="02000506000000020004" pitchFamily="2" charset="0"/>
                <a:ea typeface="+mj-ea"/>
                <a:cs typeface="Arial" pitchFamily="34" charset="0"/>
                <a:sym typeface="EYInterstate Light" panose="02000506000000020004" pitchFamily="2" charset="0"/>
              </a:defRPr>
            </a:lvl1pPr>
          </a:lstStyle>
          <a:p>
            <a:pPr marL="0" marR="0" lvl="0" indent="0" algn="l" defTabSz="914284" rtl="0" eaLnBrk="1" fontAlgn="auto" latinLnBrk="0" hangingPunct="1">
              <a:lnSpc>
                <a:spcPct val="100000"/>
              </a:lnSpc>
              <a:spcBef>
                <a:spcPct val="0"/>
              </a:spcBef>
              <a:spcAft>
                <a:spcPts val="0"/>
              </a:spcAft>
              <a:buClrTx/>
              <a:buSzTx/>
              <a:buFontTx/>
              <a:buNone/>
              <a:tabLst/>
              <a:defRPr/>
            </a:pPr>
            <a:r>
              <a:rPr kumimoji="0" lang="en-US" sz="1200" b="1" i="0" u="none" strike="noStrike" kern="1200" cap="none" spc="0" normalizeH="0" baseline="0" noProof="0">
                <a:ln>
                  <a:noFill/>
                </a:ln>
                <a:solidFill>
                  <a:schemeClr val="bg2"/>
                </a:solidFill>
                <a:effectLst/>
                <a:uLnTx/>
                <a:uFillTx/>
                <a:latin typeface="+mn-lt"/>
                <a:sym typeface="EYInterstate Light" panose="02000506000000020004" pitchFamily="2" charset="0"/>
              </a:rPr>
              <a:t>Governance option one: </a:t>
            </a:r>
            <a:br>
              <a:rPr kumimoji="0" lang="en-US" sz="1200" b="0" i="0" u="none" strike="noStrike" kern="1200" cap="none" spc="0" normalizeH="0" baseline="0" noProof="0">
                <a:ln>
                  <a:noFill/>
                </a:ln>
                <a:solidFill>
                  <a:schemeClr val="bg2"/>
                </a:solidFill>
                <a:effectLst/>
                <a:uLnTx/>
                <a:uFillTx/>
                <a:latin typeface="+mn-lt"/>
                <a:sym typeface="EYInterstate Light" panose="02000506000000020004" pitchFamily="2" charset="0"/>
              </a:rPr>
            </a:br>
            <a:r>
              <a:rPr kumimoji="0" lang="en-US" sz="1200" b="0" i="0" u="none" strike="noStrike" kern="1200" cap="none" spc="0" normalizeH="0" baseline="0" noProof="0">
                <a:ln>
                  <a:noFill/>
                </a:ln>
                <a:solidFill>
                  <a:schemeClr val="bg2"/>
                </a:solidFill>
                <a:effectLst/>
                <a:uLnTx/>
                <a:uFillTx/>
                <a:latin typeface="+mn-lt"/>
                <a:sym typeface="EYInterstate Light" panose="02000506000000020004" pitchFamily="2" charset="0"/>
              </a:rPr>
              <a:t>GBS with independent functions based on a harmonized shared services foundation.</a:t>
            </a:r>
          </a:p>
          <a:p>
            <a:pPr marL="0" marR="0" lvl="0" indent="0" algn="l" defTabSz="914284" rtl="0" eaLnBrk="1" fontAlgn="auto" latinLnBrk="0" hangingPunct="1">
              <a:lnSpc>
                <a:spcPct val="100000"/>
              </a:lnSpc>
              <a:spcBef>
                <a:spcPct val="0"/>
              </a:spcBef>
              <a:spcAft>
                <a:spcPts val="0"/>
              </a:spcAft>
              <a:buClrTx/>
              <a:buSzTx/>
              <a:buFontTx/>
              <a:buNone/>
              <a:tabLst/>
              <a:defRPr/>
            </a:pPr>
            <a:endParaRPr kumimoji="0" lang="en-US" sz="1200" b="0" i="0" u="none" strike="noStrike" kern="1200" cap="none" spc="0" normalizeH="0" baseline="0" noProof="0">
              <a:ln>
                <a:noFill/>
              </a:ln>
              <a:solidFill>
                <a:schemeClr val="bg2"/>
              </a:solidFill>
              <a:effectLst/>
              <a:uLnTx/>
              <a:uFillTx/>
              <a:latin typeface="+mn-lt"/>
              <a:sym typeface="EYInterstate Light" panose="02000506000000020004" pitchFamily="2" charset="0"/>
            </a:endParaRPr>
          </a:p>
          <a:p>
            <a:pPr marL="0" marR="0" lvl="0" indent="0" algn="l" defTabSz="914284" rtl="0" eaLnBrk="1" fontAlgn="auto" latinLnBrk="0" hangingPunct="1">
              <a:lnSpc>
                <a:spcPct val="100000"/>
              </a:lnSpc>
              <a:spcBef>
                <a:spcPct val="0"/>
              </a:spcBef>
              <a:spcAft>
                <a:spcPts val="0"/>
              </a:spcAft>
              <a:buClrTx/>
              <a:buSzTx/>
              <a:buFontTx/>
              <a:buNone/>
              <a:tabLst/>
              <a:defRPr/>
            </a:pPr>
            <a:r>
              <a:rPr kumimoji="0" lang="en-IN" sz="1200" b="0" i="0" u="none" strike="noStrike" kern="1200" cap="none" spc="0" normalizeH="0" baseline="0" noProof="0">
                <a:ln>
                  <a:noFill/>
                </a:ln>
                <a:solidFill>
                  <a:schemeClr val="bg2"/>
                </a:solidFill>
                <a:effectLst/>
                <a:uLnTx/>
                <a:uFillTx/>
                <a:latin typeface="+mn-lt"/>
                <a:sym typeface="EYInterstate Light" panose="02000506000000020004" pitchFamily="2" charset="0"/>
              </a:rPr>
              <a:t>Key aspects:</a:t>
            </a:r>
          </a:p>
          <a:p>
            <a:pPr marL="285750" marR="0" lvl="0" indent="-285750" algn="l" defTabSz="914284"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lang="en-IN" sz="1200" b="0">
                <a:solidFill>
                  <a:schemeClr val="bg2"/>
                </a:solidFill>
                <a:latin typeface="+mn-lt"/>
                <a:ea typeface="+mn-ea"/>
              </a:rPr>
              <a:t>One common GBS strategy with a harmonized shared services foundation and a global service delivery model.</a:t>
            </a:r>
          </a:p>
          <a:p>
            <a:pPr marL="285750" marR="0" lvl="0" indent="-285750" algn="l" defTabSz="914284"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lang="en-IN" sz="1200" b="0">
                <a:solidFill>
                  <a:schemeClr val="bg2"/>
                </a:solidFill>
                <a:latin typeface="+mn-lt"/>
                <a:ea typeface="+mn-ea"/>
              </a:rPr>
              <a:t>Global steering board with functional owners and board representatives to leader global strategic priorities and execute GBS strategy.</a:t>
            </a:r>
          </a:p>
          <a:p>
            <a:pPr marL="285750" marR="0" lvl="0" indent="-285750" algn="l" defTabSz="914284"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lang="en-IN" sz="1200" b="0">
                <a:solidFill>
                  <a:schemeClr val="bg2"/>
                </a:solidFill>
                <a:latin typeface="+mn-lt"/>
                <a:ea typeface="+mn-ea"/>
              </a:rPr>
              <a:t>Functional steering by functional owners to remain functional autonomy.</a:t>
            </a:r>
          </a:p>
          <a:p>
            <a:pPr marL="285750" marR="0" lvl="0" indent="-285750" algn="l" defTabSz="914284" rtl="0" eaLnBrk="1" fontAlgn="auto" latinLnBrk="0" hangingPunct="1">
              <a:lnSpc>
                <a:spcPct val="100000"/>
              </a:lnSpc>
              <a:spcBef>
                <a:spcPct val="0"/>
              </a:spcBef>
              <a:spcAft>
                <a:spcPts val="0"/>
              </a:spcAft>
              <a:buClrTx/>
              <a:buSzPct val="70000"/>
              <a:buFont typeface="Arial" panose="020B0604020202020204" pitchFamily="34" charset="0"/>
              <a:buChar char="►"/>
              <a:tabLst/>
              <a:defRPr/>
            </a:pPr>
            <a:r>
              <a:rPr lang="en-IN" sz="1200" b="0">
                <a:solidFill>
                  <a:schemeClr val="bg2"/>
                </a:solidFill>
                <a:latin typeface="+mn-lt"/>
                <a:ea typeface="+mn-ea"/>
              </a:rPr>
              <a:t>GBS organization as foundation (“Global service delivery network”).</a:t>
            </a:r>
            <a:br>
              <a:rPr lang="en-US" sz="1200">
                <a:solidFill>
                  <a:schemeClr val="bg2"/>
                </a:solidFill>
                <a:latin typeface="+mn-lt"/>
                <a:ea typeface="+mn-ea"/>
              </a:rPr>
            </a:br>
            <a:br>
              <a:rPr lang="en-US" sz="1200">
                <a:solidFill>
                  <a:schemeClr val="bg2"/>
                </a:solidFill>
                <a:latin typeface="+mn-lt"/>
                <a:ea typeface="+mn-ea"/>
              </a:rPr>
            </a:br>
            <a:endParaRPr lang="en-US" sz="1200">
              <a:solidFill>
                <a:schemeClr val="bg2"/>
              </a:solidFill>
              <a:latin typeface="+mn-lt"/>
              <a:ea typeface="+mn-ea"/>
            </a:endParaRPr>
          </a:p>
        </p:txBody>
      </p:sp>
      <p:sp>
        <p:nvSpPr>
          <p:cNvPr id="80" name="Title 1">
            <a:extLst>
              <a:ext uri="{FF2B5EF4-FFF2-40B4-BE49-F238E27FC236}">
                <a16:creationId xmlns:a16="http://schemas.microsoft.com/office/drawing/2014/main" id="{5AD31658-C5ED-B871-F577-60CFB61CEF60}"/>
              </a:ext>
            </a:extLst>
          </p:cNvPr>
          <p:cNvSpPr txBox="1">
            <a:spLocks/>
          </p:cNvSpPr>
          <p:nvPr/>
        </p:nvSpPr>
        <p:spPr>
          <a:xfrm>
            <a:off x="5766270" y="3220295"/>
            <a:ext cx="5943600" cy="2971800"/>
          </a:xfrm>
          <a:prstGeom prst="rect">
            <a:avLst/>
          </a:prstGeom>
        </p:spPr>
        <p:txBody>
          <a:bodyPr vert="horz" lIns="91440" tIns="91440" rIns="91440" bIns="0" rtlCol="0" anchor="t" anchorCtr="0">
            <a:noAutofit/>
          </a:bodyPr>
          <a:lstStyle>
            <a:lvl1pPr algn="l" defTabSz="914284" rtl="0" eaLnBrk="1" latinLnBrk="0" hangingPunct="1">
              <a:lnSpc>
                <a:spcPct val="85000"/>
              </a:lnSpc>
              <a:spcBef>
                <a:spcPct val="0"/>
              </a:spcBef>
              <a:buNone/>
              <a:defRPr sz="3000" b="1" kern="1200">
                <a:solidFill>
                  <a:schemeClr val="bg1"/>
                </a:solidFill>
                <a:latin typeface="EYInterstate Light" panose="02000506000000020004" pitchFamily="2" charset="0"/>
                <a:ea typeface="+mj-ea"/>
                <a:cs typeface="Arial" pitchFamily="34" charset="0"/>
                <a:sym typeface="EYInterstate Light" panose="02000506000000020004" pitchFamily="2" charset="0"/>
              </a:defRPr>
            </a:lvl1pPr>
          </a:lstStyle>
          <a:p>
            <a:pPr marL="0" marR="0" lvl="0" indent="0" algn="l" defTabSz="914284" rtl="0" eaLnBrk="1" fontAlgn="auto" latinLnBrk="0" hangingPunct="1">
              <a:lnSpc>
                <a:spcPct val="100000"/>
              </a:lnSpc>
              <a:spcBef>
                <a:spcPct val="0"/>
              </a:spcBef>
              <a:spcAft>
                <a:spcPts val="0"/>
              </a:spcAft>
              <a:buClrTx/>
              <a:buSzTx/>
              <a:buFontTx/>
              <a:buNone/>
              <a:tabLst/>
              <a:defRPr/>
            </a:pPr>
            <a:r>
              <a:rPr kumimoji="0" lang="en-IN" sz="1200" b="1" i="0" u="none" strike="noStrike" kern="1200" cap="none" spc="0" normalizeH="0" baseline="0" noProof="0">
                <a:ln>
                  <a:noFill/>
                </a:ln>
                <a:solidFill>
                  <a:schemeClr val="bg2"/>
                </a:solidFill>
                <a:effectLst/>
                <a:uLnTx/>
                <a:uFillTx/>
                <a:latin typeface="+mn-lt"/>
                <a:sym typeface="EYInterstate Light" panose="02000506000000020004" pitchFamily="2" charset="0"/>
              </a:rPr>
              <a:t>Governance option two: </a:t>
            </a:r>
            <a:br>
              <a:rPr kumimoji="0" lang="en-IN" sz="1200" b="1" i="0" u="none" strike="noStrike" kern="1200" cap="none" spc="0" normalizeH="0" baseline="0" noProof="0">
                <a:ln>
                  <a:noFill/>
                </a:ln>
                <a:solidFill>
                  <a:schemeClr val="bg2"/>
                </a:solidFill>
                <a:effectLst/>
                <a:uLnTx/>
                <a:uFillTx/>
                <a:latin typeface="+mn-lt"/>
                <a:sym typeface="EYInterstate Light" panose="02000506000000020004" pitchFamily="2" charset="0"/>
              </a:rPr>
            </a:br>
            <a:r>
              <a:rPr kumimoji="0" lang="en-IN" sz="1200" b="0" i="0" u="none" strike="noStrike" kern="1200" cap="none" spc="0" normalizeH="0" baseline="0" noProof="0">
                <a:ln>
                  <a:noFill/>
                </a:ln>
                <a:solidFill>
                  <a:schemeClr val="bg2"/>
                </a:solidFill>
                <a:effectLst/>
                <a:uLnTx/>
                <a:uFillTx/>
                <a:latin typeface="+mn-lt"/>
                <a:sym typeface="EYInterstate Light" panose="02000506000000020004" pitchFamily="2" charset="0"/>
              </a:rPr>
              <a:t>Fully integrated end-to-end global business services steered by a single head of </a:t>
            </a:r>
            <a:r>
              <a:rPr lang="en-IN" sz="1200" b="0">
                <a:solidFill>
                  <a:schemeClr val="bg2"/>
                </a:solidFill>
                <a:latin typeface="+mn-lt"/>
              </a:rPr>
              <a:t>GBS.</a:t>
            </a:r>
            <a:endParaRPr kumimoji="0" lang="en-IN" sz="1200" b="0" i="0" u="none" strike="noStrike" kern="1200" cap="none" spc="0" normalizeH="0" baseline="0" noProof="0">
              <a:ln>
                <a:noFill/>
              </a:ln>
              <a:solidFill>
                <a:schemeClr val="bg2"/>
              </a:solidFill>
              <a:effectLst/>
              <a:uLnTx/>
              <a:uFillTx/>
              <a:latin typeface="+mn-lt"/>
              <a:sym typeface="EYInterstate Light" panose="02000506000000020004" pitchFamily="2" charset="0"/>
            </a:endParaRPr>
          </a:p>
          <a:p>
            <a:pPr marL="0" marR="0" lvl="0" indent="0" algn="l" defTabSz="914284" rtl="0" eaLnBrk="1" fontAlgn="auto" latinLnBrk="0" hangingPunct="1">
              <a:lnSpc>
                <a:spcPct val="100000"/>
              </a:lnSpc>
              <a:spcBef>
                <a:spcPct val="0"/>
              </a:spcBef>
              <a:spcAft>
                <a:spcPts val="0"/>
              </a:spcAft>
              <a:buClrTx/>
              <a:buSzTx/>
              <a:buFontTx/>
              <a:buNone/>
              <a:tabLst/>
              <a:defRPr/>
            </a:pPr>
            <a:endParaRPr lang="en-IN" sz="1200" b="0">
              <a:solidFill>
                <a:schemeClr val="bg2"/>
              </a:solidFill>
              <a:latin typeface="+mn-lt"/>
              <a:ea typeface="+mn-ea"/>
            </a:endParaRPr>
          </a:p>
          <a:p>
            <a:pPr marL="0" marR="0" lvl="0" indent="0" algn="l" defTabSz="914284" rtl="0" eaLnBrk="1" fontAlgn="auto" latinLnBrk="0" hangingPunct="1">
              <a:lnSpc>
                <a:spcPct val="100000"/>
              </a:lnSpc>
              <a:spcBef>
                <a:spcPct val="0"/>
              </a:spcBef>
              <a:spcAft>
                <a:spcPts val="0"/>
              </a:spcAft>
              <a:buClrTx/>
              <a:buSzTx/>
              <a:buFontTx/>
              <a:buNone/>
              <a:tabLst/>
              <a:defRPr/>
            </a:pPr>
            <a:r>
              <a:rPr lang="en-IN" sz="1200" b="0">
                <a:solidFill>
                  <a:schemeClr val="bg2"/>
                </a:solidFill>
                <a:latin typeface="+mn-lt"/>
                <a:ea typeface="+mn-ea"/>
              </a:rPr>
              <a:t>Key aspects:</a:t>
            </a:r>
          </a:p>
          <a:p>
            <a:pPr marL="285750" indent="-285750">
              <a:lnSpc>
                <a:spcPct val="100000"/>
              </a:lnSpc>
              <a:buSzPct val="70000"/>
              <a:buFont typeface="Arial" panose="020B0604020202020204" pitchFamily="34" charset="0"/>
              <a:buChar char="►"/>
              <a:defRPr/>
            </a:pPr>
            <a:r>
              <a:rPr lang="en-IN" sz="1200" b="0">
                <a:solidFill>
                  <a:schemeClr val="bg2"/>
                </a:solidFill>
                <a:latin typeface="+mn-lt"/>
                <a:ea typeface="+mn-ea"/>
              </a:rPr>
              <a:t>End-to-end global business services bundled within one organization as a foundation for strong governance.</a:t>
            </a:r>
          </a:p>
          <a:p>
            <a:pPr marL="285750" indent="-285750">
              <a:lnSpc>
                <a:spcPct val="100000"/>
              </a:lnSpc>
              <a:buSzPct val="70000"/>
              <a:buFont typeface="Arial" panose="020B0604020202020204" pitchFamily="34" charset="0"/>
              <a:buChar char="►"/>
              <a:defRPr/>
            </a:pPr>
            <a:r>
              <a:rPr lang="en-IN" sz="1200" b="0">
                <a:solidFill>
                  <a:schemeClr val="bg2"/>
                </a:solidFill>
                <a:latin typeface="+mn-lt"/>
                <a:ea typeface="+mn-ea"/>
              </a:rPr>
              <a:t>One common GBS strategy with global process owners, a global service delivery setup, and a global service management.</a:t>
            </a:r>
          </a:p>
          <a:p>
            <a:pPr marL="285750" indent="-285750">
              <a:lnSpc>
                <a:spcPct val="100000"/>
              </a:lnSpc>
              <a:buSzPct val="70000"/>
              <a:buFont typeface="Arial" panose="020B0604020202020204" pitchFamily="34" charset="0"/>
              <a:buChar char="►"/>
              <a:defRPr/>
            </a:pPr>
            <a:r>
              <a:rPr lang="en-IN" sz="1200" b="0">
                <a:solidFill>
                  <a:schemeClr val="bg2"/>
                </a:solidFill>
                <a:latin typeface="+mn-lt"/>
                <a:ea typeface="+mn-ea"/>
              </a:rPr>
              <a:t>The organization is headed by a single head of global business services, who reports to the C-suite or may be a member of it.</a:t>
            </a:r>
          </a:p>
          <a:p>
            <a:pPr marL="285750" indent="-285750">
              <a:lnSpc>
                <a:spcPct val="100000"/>
              </a:lnSpc>
              <a:buSzPct val="70000"/>
              <a:buFont typeface="Arial" panose="020B0604020202020204" pitchFamily="34" charset="0"/>
              <a:buChar char="►"/>
              <a:defRPr/>
            </a:pPr>
            <a:r>
              <a:rPr lang="en-IN" sz="1200" b="0">
                <a:solidFill>
                  <a:schemeClr val="bg2"/>
                </a:solidFill>
                <a:latin typeface="+mn-lt"/>
                <a:ea typeface="+mn-ea"/>
              </a:rPr>
              <a:t>Single global shared services organization operating through regional </a:t>
            </a:r>
            <a:r>
              <a:rPr lang="en-US" sz="1200" b="0">
                <a:solidFill>
                  <a:schemeClr val="bg2"/>
                </a:solidFill>
                <a:latin typeface="+mn-lt"/>
                <a:ea typeface="+mn-ea"/>
              </a:rPr>
              <a:t>centers</a:t>
            </a:r>
            <a:r>
              <a:rPr lang="en-IN" sz="1200" b="0">
                <a:solidFill>
                  <a:schemeClr val="bg2"/>
                </a:solidFill>
                <a:latin typeface="+mn-lt"/>
                <a:ea typeface="+mn-ea"/>
              </a:rPr>
              <a:t>.</a:t>
            </a:r>
          </a:p>
          <a:p>
            <a:pPr marL="285750" indent="-285750">
              <a:lnSpc>
                <a:spcPct val="100000"/>
              </a:lnSpc>
              <a:buSzPct val="70000"/>
              <a:buFont typeface="Arial" panose="020B0604020202020204" pitchFamily="34" charset="0"/>
              <a:buChar char="►"/>
              <a:defRPr/>
            </a:pPr>
            <a:r>
              <a:rPr lang="en-IN" sz="1200" b="0">
                <a:solidFill>
                  <a:schemeClr val="bg2"/>
                </a:solidFill>
                <a:latin typeface="+mn-lt"/>
                <a:ea typeface="+mn-ea"/>
              </a:rPr>
              <a:t>Full integration of enterprise processes and complete end-to-end process integration throughout the company due to concentrating on service products instead of functions.</a:t>
            </a:r>
            <a:br>
              <a:rPr lang="en-US" sz="1200" b="0">
                <a:solidFill>
                  <a:schemeClr val="bg2"/>
                </a:solidFill>
                <a:latin typeface="+mn-lt"/>
                <a:ea typeface="+mn-ea"/>
              </a:rPr>
            </a:br>
            <a:endParaRPr lang="en-US" sz="1200" b="0">
              <a:solidFill>
                <a:schemeClr val="bg2"/>
              </a:solidFill>
              <a:latin typeface="+mn-lt"/>
              <a:ea typeface="+mn-ea"/>
            </a:endParaRPr>
          </a:p>
        </p:txBody>
      </p:sp>
    </p:spTree>
    <p:extLst>
      <p:ext uri="{BB962C8B-B14F-4D97-AF65-F5344CB8AC3E}">
        <p14:creationId xmlns:p14="http://schemas.microsoft.com/office/powerpoint/2010/main" val="74521894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DAECA6-06B8-AC0D-BDED-2C49CC09DAC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87CAA97-84ED-2053-C951-F4C0A78C2299}"/>
              </a:ext>
            </a:extLst>
          </p:cNvPr>
          <p:cNvSpPr>
            <a:spLocks noGrp="1"/>
          </p:cNvSpPr>
          <p:nvPr>
            <p:ph type="title"/>
          </p:nvPr>
        </p:nvSpPr>
        <p:spPr/>
        <p:txBody>
          <a:bodyPr/>
          <a:lstStyle/>
          <a:p>
            <a:r>
              <a:rPr lang="en-IN"/>
              <a:t>GBS Governance Layers</a:t>
            </a:r>
          </a:p>
        </p:txBody>
      </p:sp>
      <p:sp>
        <p:nvSpPr>
          <p:cNvPr id="5" name="Slide Number Placeholder 4">
            <a:extLst>
              <a:ext uri="{FF2B5EF4-FFF2-40B4-BE49-F238E27FC236}">
                <a16:creationId xmlns:a16="http://schemas.microsoft.com/office/drawing/2014/main" id="{5A527CA6-6A9B-608F-FA31-7A13370BE629}"/>
              </a:ext>
            </a:extLst>
          </p:cNvPr>
          <p:cNvSpPr>
            <a:spLocks noGrp="1"/>
          </p:cNvSpPr>
          <p:nvPr>
            <p:ph type="sldNum" sz="quarter" idx="12"/>
          </p:nvPr>
        </p:nvSpPr>
        <p:spPr/>
        <p:txBody>
          <a:bodyPr/>
          <a:lstStyle/>
          <a:p>
            <a:fld id="{94FCA0F3-9F3A-694B-99BB-0E592A797735}" type="slidenum">
              <a:rPr lang="en-US" smtClean="0"/>
              <a:t>123</a:t>
            </a:fld>
            <a:endParaRPr lang="en-US"/>
          </a:p>
        </p:txBody>
      </p:sp>
      <p:sp>
        <p:nvSpPr>
          <p:cNvPr id="6" name="Date Placeholder 5">
            <a:extLst>
              <a:ext uri="{FF2B5EF4-FFF2-40B4-BE49-F238E27FC236}">
                <a16:creationId xmlns:a16="http://schemas.microsoft.com/office/drawing/2014/main" id="{20334502-5678-06EC-98C6-5AA49B817946}"/>
              </a:ext>
            </a:extLst>
          </p:cNvPr>
          <p:cNvSpPr>
            <a:spLocks noGrp="1"/>
          </p:cNvSpPr>
          <p:nvPr>
            <p:ph type="dt" sz="half" idx="10"/>
          </p:nvPr>
        </p:nvSpPr>
        <p:spPr/>
        <p:txBody>
          <a:bodyPr/>
          <a:lstStyle/>
          <a:p>
            <a:fld id="{D3F50A98-9EC2-477B-86D1-736E8292FAD4}" type="datetime1">
              <a:rPr lang="en-US" smtClean="0"/>
              <a:t>9/19/2025</a:t>
            </a:fld>
            <a:endParaRPr lang="en-US"/>
          </a:p>
        </p:txBody>
      </p:sp>
      <p:sp>
        <p:nvSpPr>
          <p:cNvPr id="10" name="Line 10">
            <a:extLst>
              <a:ext uri="{FF2B5EF4-FFF2-40B4-BE49-F238E27FC236}">
                <a16:creationId xmlns:a16="http://schemas.microsoft.com/office/drawing/2014/main" id="{A9DD3010-9941-B524-C22A-C12080204AA7}"/>
              </a:ext>
            </a:extLst>
          </p:cNvPr>
          <p:cNvSpPr>
            <a:spLocks noChangeShapeType="1"/>
          </p:cNvSpPr>
          <p:nvPr/>
        </p:nvSpPr>
        <p:spPr bwMode="auto">
          <a:xfrm flipV="1">
            <a:off x="481584" y="1007922"/>
            <a:ext cx="11228832" cy="21021"/>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 name="Title 1">
            <a:extLst>
              <a:ext uri="{FF2B5EF4-FFF2-40B4-BE49-F238E27FC236}">
                <a16:creationId xmlns:a16="http://schemas.microsoft.com/office/drawing/2014/main" id="{A8CB1D34-12F1-A42D-7D47-4D28D321B2D6}"/>
              </a:ext>
            </a:extLst>
          </p:cNvPr>
          <p:cNvSpPr txBox="1">
            <a:spLocks/>
          </p:cNvSpPr>
          <p:nvPr/>
        </p:nvSpPr>
        <p:spPr>
          <a:xfrm>
            <a:off x="1654339" y="934430"/>
            <a:ext cx="9311518" cy="363742"/>
          </a:xfrm>
          <a:prstGeom prst="rect">
            <a:avLst/>
          </a:prstGeom>
        </p:spPr>
        <p:txBody>
          <a:bodyPr vert="horz" lIns="0" tIns="0" rIns="0" bIns="0" rtlCol="0" anchor="t" anchorCtr="0">
            <a:noAutofit/>
          </a:bodyPr>
          <a:lstStyle>
            <a:lvl1pPr algn="l" defTabSz="913943" rtl="0" eaLnBrk="1" latinLnBrk="0" hangingPunct="1">
              <a:lnSpc>
                <a:spcPct val="85000"/>
              </a:lnSpc>
              <a:spcBef>
                <a:spcPct val="0"/>
              </a:spcBef>
              <a:buNone/>
              <a:defRPr sz="2399" b="0" kern="1200">
                <a:solidFill>
                  <a:schemeClr val="tx1"/>
                </a:solidFill>
                <a:latin typeface="Arial" panose="020B0604020202020204" pitchFamily="34" charset="0"/>
                <a:ea typeface="+mj-ea"/>
                <a:cs typeface="Arial" pitchFamily="34" charset="0"/>
              </a:defRPr>
            </a:lvl1pPr>
          </a:lstStyle>
          <a:p>
            <a:pPr marL="0" marR="0" lvl="0" indent="0" algn="l" defTabSz="913943" rtl="0" eaLnBrk="1" fontAlgn="auto" latinLnBrk="0" hangingPunct="1">
              <a:lnSpc>
                <a:spcPct val="85000"/>
              </a:lnSpc>
              <a:spcBef>
                <a:spcPct val="0"/>
              </a:spcBef>
              <a:spcAft>
                <a:spcPts val="0"/>
              </a:spcAft>
              <a:buClrTx/>
              <a:buSzTx/>
              <a:buFontTx/>
              <a:buNone/>
              <a:tabLst/>
              <a:defRPr/>
            </a:pPr>
            <a:endParaRPr kumimoji="0" lang="en-IN" sz="1600" b="0" i="0" u="none" strike="noStrike" kern="1200" cap="none" spc="0" normalizeH="0" baseline="0" noProof="0">
              <a:ln>
                <a:noFill/>
              </a:ln>
              <a:solidFill>
                <a:srgbClr val="2E2E38"/>
              </a:solidFill>
              <a:effectLst/>
              <a:uLnTx/>
              <a:uFillTx/>
              <a:latin typeface="Arial" panose="020B0604020202020204" pitchFamily="34" charset="0"/>
              <a:ea typeface="+mj-ea"/>
              <a:cs typeface="Arial" pitchFamily="34" charset="0"/>
            </a:endParaRPr>
          </a:p>
        </p:txBody>
      </p:sp>
      <p:sp>
        <p:nvSpPr>
          <p:cNvPr id="115" name="TextBox 114">
            <a:extLst>
              <a:ext uri="{FF2B5EF4-FFF2-40B4-BE49-F238E27FC236}">
                <a16:creationId xmlns:a16="http://schemas.microsoft.com/office/drawing/2014/main" id="{67CD8B6A-DABA-D885-5393-6A607EB2A487}"/>
              </a:ext>
            </a:extLst>
          </p:cNvPr>
          <p:cNvSpPr txBox="1"/>
          <p:nvPr/>
        </p:nvSpPr>
        <p:spPr>
          <a:xfrm>
            <a:off x="3810000" y="6504841"/>
            <a:ext cx="4572000" cy="182880"/>
          </a:xfrm>
          <a:prstGeom prst="rect">
            <a:avLst/>
          </a:prstGeom>
          <a:noFill/>
        </p:spPr>
        <p:txBody>
          <a:bodyPr wrap="square" lIns="0" tIns="0" rIns="0" bIns="0" rtlCol="0" anchor="ctr" anchorCtr="0">
            <a:noAutofit/>
          </a:bodyPr>
          <a:lstStyle/>
          <a:p>
            <a:pPr marL="0" marR="0" lvl="0" indent="0" algn="l" defTabSz="914400" rtl="0" eaLnBrk="1" fontAlgn="auto" latinLnBrk="0" hangingPunct="1">
              <a:spcBef>
                <a:spcPts val="0"/>
              </a:spcBef>
              <a:buClr>
                <a:srgbClr val="27ACAA"/>
              </a:buClr>
              <a:buSzPct val="70000"/>
              <a:buFontTx/>
              <a:buNone/>
              <a:tabLst/>
              <a:defRPr/>
            </a:pPr>
            <a:r>
              <a:rPr lang="en-IN" sz="800" i="1">
                <a:solidFill>
                  <a:srgbClr val="000000"/>
                </a:solidFill>
                <a:cs typeface="Arial" panose="020B0604020202020204" pitchFamily="34" charset="0"/>
              </a:rPr>
              <a:t>F&amp;F: </a:t>
            </a:r>
            <a:r>
              <a:rPr lang="en-IN" sz="800" b="0" i="1">
                <a:solidFill>
                  <a:srgbClr val="111111"/>
                </a:solidFill>
                <a:effectLst/>
                <a:cs typeface="Arial" panose="020B0604020202020204" pitchFamily="34" charset="0"/>
              </a:rPr>
              <a:t>Full and Final Settlement, GSO: Global Solution Owners, SLA: Service Level Agreement.</a:t>
            </a:r>
            <a:endParaRPr kumimoji="0" lang="en-IN" sz="800" b="0" i="1" u="none" strike="noStrike" kern="1200" cap="none" spc="0" normalizeH="0" baseline="0" noProof="0">
              <a:ln>
                <a:noFill/>
              </a:ln>
              <a:solidFill>
                <a:srgbClr val="000000"/>
              </a:solidFill>
              <a:effectLst/>
              <a:uLnTx/>
              <a:uFillTx/>
              <a:cs typeface="Arial" panose="020B0604020202020204" pitchFamily="34" charset="0"/>
            </a:endParaRPr>
          </a:p>
        </p:txBody>
      </p:sp>
      <p:sp>
        <p:nvSpPr>
          <p:cNvPr id="117" name="TextBox 116">
            <a:extLst>
              <a:ext uri="{FF2B5EF4-FFF2-40B4-BE49-F238E27FC236}">
                <a16:creationId xmlns:a16="http://schemas.microsoft.com/office/drawing/2014/main" id="{F2B8E6E1-DE60-8265-B5C5-C0FDDFE9F441}"/>
              </a:ext>
            </a:extLst>
          </p:cNvPr>
          <p:cNvSpPr txBox="1"/>
          <p:nvPr/>
        </p:nvSpPr>
        <p:spPr>
          <a:xfrm>
            <a:off x="609600" y="1116077"/>
            <a:ext cx="10972800" cy="320040"/>
          </a:xfrm>
          <a:prstGeom prst="rect">
            <a:avLst/>
          </a:prstGeom>
          <a:noFill/>
        </p:spPr>
        <p:txBody>
          <a:bodyPr wrap="square" lIns="91440" tIns="45720" rIns="91440" bIns="45720" rtlCol="0" anchor="ctr" anchorCtr="0">
            <a:noAutofit/>
          </a:bodyPr>
          <a:lstStyle/>
          <a:p>
            <a:pPr marL="0" marR="0" lvl="0" indent="0" algn="l" defTabSz="914400" rtl="0" eaLnBrk="1" fontAlgn="auto" latinLnBrk="0" hangingPunct="1">
              <a:lnSpc>
                <a:spcPct val="100000"/>
              </a:lnSpc>
              <a:spcBef>
                <a:spcPts val="0"/>
              </a:spcBef>
              <a:spcAft>
                <a:spcPts val="600"/>
              </a:spcAft>
              <a:buClr>
                <a:srgbClr val="27ACAA"/>
              </a:buClr>
              <a:buSzPct val="70000"/>
              <a:buFontTx/>
              <a:buNone/>
              <a:tabLst/>
              <a:defRPr/>
            </a:pPr>
            <a:r>
              <a:rPr kumimoji="0" lang="en-IN" sz="1400" b="0" i="0" u="none" strike="noStrike" kern="1200" cap="none" spc="0" normalizeH="0" baseline="0" noProof="0">
                <a:ln>
                  <a:noFill/>
                </a:ln>
                <a:solidFill>
                  <a:srgbClr val="000000"/>
                </a:solidFill>
                <a:effectLst/>
                <a:uLnTx/>
                <a:uFillTx/>
                <a:latin typeface="+mj-lt"/>
                <a:ea typeface="+mn-ea"/>
                <a:cs typeface="Arial" panose="020B0604020202020204" pitchFamily="34" charset="0"/>
              </a:rPr>
              <a:t>GBS governance layers need to have clearly define governance objectives, participants, and frequency of meeting</a:t>
            </a:r>
          </a:p>
        </p:txBody>
      </p:sp>
      <p:sp>
        <p:nvSpPr>
          <p:cNvPr id="3" name="Rectangle 2">
            <a:extLst>
              <a:ext uri="{FF2B5EF4-FFF2-40B4-BE49-F238E27FC236}">
                <a16:creationId xmlns:a16="http://schemas.microsoft.com/office/drawing/2014/main" id="{F92709AD-FDB3-A7B1-BD2B-7624ACE2C32A}"/>
              </a:ext>
            </a:extLst>
          </p:cNvPr>
          <p:cNvSpPr/>
          <p:nvPr/>
        </p:nvSpPr>
        <p:spPr>
          <a:xfrm>
            <a:off x="481584" y="1523251"/>
            <a:ext cx="3200400" cy="320040"/>
          </a:xfrm>
          <a:prstGeom prst="rect">
            <a:avLst/>
          </a:prstGeom>
          <a:solidFill>
            <a:schemeClr val="bg1">
              <a:lumMod val="75000"/>
              <a:lumOff val="25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EYInterstate" panose="02000503020000020004" pitchFamily="2" charset="0"/>
                <a:cs typeface="Arial" panose="020B0604020202020204" pitchFamily="34" charset="0"/>
              </a:rPr>
              <a:t>GBS Governance Layers</a:t>
            </a:r>
          </a:p>
        </p:txBody>
      </p:sp>
      <p:sp>
        <p:nvSpPr>
          <p:cNvPr id="12" name="Rectangle 11">
            <a:extLst>
              <a:ext uri="{FF2B5EF4-FFF2-40B4-BE49-F238E27FC236}">
                <a16:creationId xmlns:a16="http://schemas.microsoft.com/office/drawing/2014/main" id="{990E3DE9-6DDE-E6B7-1F0C-31E79320FD68}"/>
              </a:ext>
            </a:extLst>
          </p:cNvPr>
          <p:cNvSpPr/>
          <p:nvPr/>
        </p:nvSpPr>
        <p:spPr>
          <a:xfrm>
            <a:off x="7595070" y="1523251"/>
            <a:ext cx="4114800" cy="320040"/>
          </a:xfrm>
          <a:prstGeom prst="rect">
            <a:avLst/>
          </a:prstGeom>
          <a:solidFill>
            <a:schemeClr val="bg1">
              <a:lumMod val="75000"/>
              <a:lumOff val="25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EYInterstate" panose="02000503020000020004" pitchFamily="2" charset="0"/>
                <a:cs typeface="Arial" panose="020B0604020202020204" pitchFamily="34" charset="0"/>
              </a:rPr>
              <a:t>Governance Objective</a:t>
            </a:r>
          </a:p>
        </p:txBody>
      </p:sp>
      <p:sp>
        <p:nvSpPr>
          <p:cNvPr id="13" name="Rectangle 12">
            <a:extLst>
              <a:ext uri="{FF2B5EF4-FFF2-40B4-BE49-F238E27FC236}">
                <a16:creationId xmlns:a16="http://schemas.microsoft.com/office/drawing/2014/main" id="{292F540D-9377-5CB1-6FCF-B322C09DEA77}"/>
              </a:ext>
            </a:extLst>
          </p:cNvPr>
          <p:cNvSpPr/>
          <p:nvPr/>
        </p:nvSpPr>
        <p:spPr>
          <a:xfrm>
            <a:off x="3901167" y="1523251"/>
            <a:ext cx="3474720" cy="320040"/>
          </a:xfrm>
          <a:prstGeom prst="rect">
            <a:avLst/>
          </a:prstGeom>
          <a:solidFill>
            <a:schemeClr val="bg1">
              <a:lumMod val="75000"/>
              <a:lumOff val="25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EYInterstate" panose="02000503020000020004" pitchFamily="2" charset="0"/>
                <a:cs typeface="Arial" panose="020B0604020202020204" pitchFamily="34" charset="0"/>
              </a:rPr>
              <a:t>Frequency/Participants</a:t>
            </a:r>
          </a:p>
        </p:txBody>
      </p:sp>
      <p:sp>
        <p:nvSpPr>
          <p:cNvPr id="18" name="Rectangle 95">
            <a:extLst>
              <a:ext uri="{FF2B5EF4-FFF2-40B4-BE49-F238E27FC236}">
                <a16:creationId xmlns:a16="http://schemas.microsoft.com/office/drawing/2014/main" id="{052618CF-F92D-303D-16C3-A538F0947A4D}"/>
              </a:ext>
            </a:extLst>
          </p:cNvPr>
          <p:cNvSpPr>
            <a:spLocks noChangeArrowheads="1"/>
          </p:cNvSpPr>
          <p:nvPr/>
        </p:nvSpPr>
        <p:spPr bwMode="gray">
          <a:xfrm>
            <a:off x="7595070" y="1917022"/>
            <a:ext cx="4114800" cy="1146468"/>
          </a:xfrm>
          <a:prstGeom prst="rect">
            <a:avLst/>
          </a:prstGeom>
          <a:solidFill>
            <a:srgbClr val="646464">
              <a:lumMod val="50000"/>
              <a:alpha val="62000"/>
            </a:srgbClr>
          </a:solidFill>
          <a:ln w="9525">
            <a:noFill/>
            <a:miter lim="800000"/>
            <a:headEnd/>
            <a:tailEnd/>
          </a:ln>
        </p:spPr>
        <p:txBody>
          <a:bodyPr wrap="square" lIns="72000" tIns="72000" rIns="72000" bIns="0">
            <a:noAutofit/>
          </a:bodyPr>
          <a:lstStyle/>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Determine overall strategy and provide management oversight.</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Conduct periodic review of performance.</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Resolve key issues and disputes.</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Approve increases in scope of operations/services.</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Approve cost center expenditure plans.</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Approve functional SLA targets.</a:t>
            </a:r>
          </a:p>
        </p:txBody>
      </p:sp>
      <p:sp>
        <p:nvSpPr>
          <p:cNvPr id="19" name="Rectangle 95">
            <a:extLst>
              <a:ext uri="{FF2B5EF4-FFF2-40B4-BE49-F238E27FC236}">
                <a16:creationId xmlns:a16="http://schemas.microsoft.com/office/drawing/2014/main" id="{40388CDA-3F9A-4107-DEFF-93C07A7FC629}"/>
              </a:ext>
            </a:extLst>
          </p:cNvPr>
          <p:cNvSpPr>
            <a:spLocks noChangeArrowheads="1"/>
          </p:cNvSpPr>
          <p:nvPr/>
        </p:nvSpPr>
        <p:spPr bwMode="gray">
          <a:xfrm>
            <a:off x="7595070" y="3131216"/>
            <a:ext cx="4114800" cy="1234440"/>
          </a:xfrm>
          <a:prstGeom prst="rect">
            <a:avLst/>
          </a:prstGeom>
          <a:solidFill>
            <a:srgbClr val="646464">
              <a:lumMod val="50000"/>
              <a:alpha val="62000"/>
            </a:srgbClr>
          </a:solidFill>
          <a:ln w="9525">
            <a:noFill/>
            <a:miter lim="800000"/>
            <a:headEnd/>
            <a:tailEnd/>
          </a:ln>
        </p:spPr>
        <p:txBody>
          <a:bodyPr wrap="square" lIns="72000" tIns="72000" rIns="72000" bIns="0">
            <a:noAutofit/>
          </a:bodyPr>
          <a:lstStyle/>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Establish functional SLA targets.</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Review functional performance against SLAs.</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Regularly review scope and prepare scope extension proposals for customer </a:t>
            </a:r>
            <a:r>
              <a:rPr lang="en-US" sz="900" kern="0">
                <a:solidFill>
                  <a:srgbClr val="FFFFFF"/>
                </a:solidFill>
              </a:rPr>
              <a:t>board</a:t>
            </a:r>
            <a:r>
              <a:rPr kumimoji="0" lang="en-US" sz="900" b="0" i="0" u="none" strike="noStrike" kern="0" cap="none" spc="0" normalizeH="0" baseline="0" noProof="0">
                <a:ln>
                  <a:noFill/>
                </a:ln>
                <a:solidFill>
                  <a:srgbClr val="FFFFFF"/>
                </a:solidFill>
                <a:effectLst/>
                <a:uLnTx/>
                <a:uFillTx/>
                <a:ea typeface="+mn-ea"/>
                <a:cs typeface="+mn-cs"/>
              </a:rPr>
              <a:t>.</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Identify, develop and leader business process improvement initiatives.</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Identify specific service or process issues.</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GB" sz="900" b="0" i="0" u="none" strike="noStrike" kern="0" cap="none" spc="0" normalizeH="0" baseline="0" noProof="0">
                <a:ln>
                  <a:noFill/>
                </a:ln>
                <a:solidFill>
                  <a:srgbClr val="FFFFFF"/>
                </a:solidFill>
                <a:effectLst/>
                <a:uLnTx/>
                <a:uFillTx/>
                <a:ea typeface="+mn-ea"/>
                <a:cs typeface="+mn-cs"/>
              </a:rPr>
              <a:t>Monitor process compliance.</a:t>
            </a:r>
            <a:endParaRPr kumimoji="0" lang="en-US" sz="900" b="0" i="0" u="none" strike="noStrike" kern="0" cap="none" spc="0" normalizeH="0" baseline="0" noProof="0">
              <a:ln>
                <a:noFill/>
              </a:ln>
              <a:solidFill>
                <a:srgbClr val="FFFFFF"/>
              </a:solidFill>
              <a:effectLst/>
              <a:uLnTx/>
              <a:uFillTx/>
              <a:ea typeface="+mn-ea"/>
              <a:cs typeface="+mn-cs"/>
            </a:endParaRPr>
          </a:p>
        </p:txBody>
      </p:sp>
      <p:sp>
        <p:nvSpPr>
          <p:cNvPr id="20" name="Rectangle 95">
            <a:extLst>
              <a:ext uri="{FF2B5EF4-FFF2-40B4-BE49-F238E27FC236}">
                <a16:creationId xmlns:a16="http://schemas.microsoft.com/office/drawing/2014/main" id="{0E3BE345-FFE2-153A-8DC4-F06D052DA0CB}"/>
              </a:ext>
            </a:extLst>
          </p:cNvPr>
          <p:cNvSpPr>
            <a:spLocks noChangeArrowheads="1"/>
          </p:cNvSpPr>
          <p:nvPr/>
        </p:nvSpPr>
        <p:spPr bwMode="gray">
          <a:xfrm>
            <a:off x="7595070" y="4433382"/>
            <a:ext cx="4114800" cy="960120"/>
          </a:xfrm>
          <a:prstGeom prst="rect">
            <a:avLst/>
          </a:prstGeom>
          <a:solidFill>
            <a:srgbClr val="646464">
              <a:lumMod val="50000"/>
              <a:alpha val="62000"/>
            </a:srgbClr>
          </a:solidFill>
          <a:ln w="9525">
            <a:noFill/>
            <a:miter lim="800000"/>
            <a:headEnd/>
            <a:tailEnd/>
          </a:ln>
        </p:spPr>
        <p:txBody>
          <a:bodyPr wrap="square" lIns="72000" tIns="72000" rIns="72000" bIns="0">
            <a:noAutofit/>
          </a:bodyPr>
          <a:lstStyle/>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Monitor the in-scope process execution.</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GB" sz="900" b="0" i="0" u="none" strike="noStrike" kern="0" cap="none" spc="0" normalizeH="0" baseline="0" noProof="0">
                <a:ln>
                  <a:noFill/>
                </a:ln>
                <a:solidFill>
                  <a:srgbClr val="FFFFFF"/>
                </a:solidFill>
                <a:effectLst/>
                <a:uLnTx/>
                <a:uFillTx/>
                <a:ea typeface="+mn-ea"/>
                <a:cs typeface="+mn-cs"/>
              </a:rPr>
              <a:t>Monitor local/regional performance, service quality and cost.</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GB" sz="900" b="0" i="0" u="none" strike="noStrike" kern="0" cap="none" spc="0" normalizeH="0" baseline="0" noProof="0">
                <a:ln>
                  <a:noFill/>
                </a:ln>
                <a:solidFill>
                  <a:srgbClr val="FFFFFF"/>
                </a:solidFill>
                <a:effectLst/>
                <a:uLnTx/>
                <a:uFillTx/>
                <a:ea typeface="+mn-ea"/>
                <a:cs typeface="+mn-cs"/>
              </a:rPr>
              <a:t>Discuss and manage operational issues.</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Analyze root causes of service issues or below target SLA performance.</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Entry door for new requests (e.g.</a:t>
            </a:r>
            <a:r>
              <a:rPr lang="en-US" sz="900" kern="0">
                <a:solidFill>
                  <a:srgbClr val="FFFFFF"/>
                </a:solidFill>
              </a:rPr>
              <a:t> new</a:t>
            </a:r>
            <a:r>
              <a:rPr kumimoji="0" lang="en-US" sz="900" b="0" i="0" u="none" strike="noStrike" kern="0" cap="none" spc="0" normalizeH="0" baseline="0" noProof="0">
                <a:ln>
                  <a:noFill/>
                </a:ln>
                <a:solidFill>
                  <a:srgbClr val="FFFFFF"/>
                </a:solidFill>
                <a:effectLst/>
                <a:uLnTx/>
                <a:uFillTx/>
                <a:ea typeface="+mn-ea"/>
                <a:cs typeface="+mn-cs"/>
              </a:rPr>
              <a:t> entity).</a:t>
            </a:r>
          </a:p>
        </p:txBody>
      </p:sp>
      <p:sp>
        <p:nvSpPr>
          <p:cNvPr id="21" name="Rectangle 95">
            <a:extLst>
              <a:ext uri="{FF2B5EF4-FFF2-40B4-BE49-F238E27FC236}">
                <a16:creationId xmlns:a16="http://schemas.microsoft.com/office/drawing/2014/main" id="{A24C8D83-A930-B86F-3868-1C4654A1941E}"/>
              </a:ext>
            </a:extLst>
          </p:cNvPr>
          <p:cNvSpPr>
            <a:spLocks noChangeArrowheads="1"/>
          </p:cNvSpPr>
          <p:nvPr/>
        </p:nvSpPr>
        <p:spPr bwMode="gray">
          <a:xfrm>
            <a:off x="7595070" y="5459720"/>
            <a:ext cx="4114800" cy="822960"/>
          </a:xfrm>
          <a:prstGeom prst="rect">
            <a:avLst/>
          </a:prstGeom>
          <a:solidFill>
            <a:srgbClr val="646464">
              <a:lumMod val="50000"/>
              <a:alpha val="62000"/>
            </a:srgbClr>
          </a:solidFill>
          <a:ln w="9525">
            <a:noFill/>
            <a:miter lim="800000"/>
            <a:headEnd/>
            <a:tailEnd/>
          </a:ln>
        </p:spPr>
        <p:txBody>
          <a:bodyPr wrap="square" lIns="72000" tIns="72000" rIns="72000" bIns="0">
            <a:noAutofit/>
          </a:bodyPr>
          <a:lstStyle/>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Service request and delivery.</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Incident management.</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Proactive and reactive problem management.</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Service level management.</a:t>
            </a:r>
          </a:p>
        </p:txBody>
      </p:sp>
      <p:sp>
        <p:nvSpPr>
          <p:cNvPr id="22" name="Rectangle 21">
            <a:extLst>
              <a:ext uri="{FF2B5EF4-FFF2-40B4-BE49-F238E27FC236}">
                <a16:creationId xmlns:a16="http://schemas.microsoft.com/office/drawing/2014/main" id="{2AC38AEA-0FFE-E98C-D413-4C6551228FCB}"/>
              </a:ext>
            </a:extLst>
          </p:cNvPr>
          <p:cNvSpPr/>
          <p:nvPr/>
        </p:nvSpPr>
        <p:spPr>
          <a:xfrm rot="16200000">
            <a:off x="92306" y="2306300"/>
            <a:ext cx="1143000" cy="364441"/>
          </a:xfrm>
          <a:prstGeom prst="rect">
            <a:avLst/>
          </a:prstGeom>
          <a:ln>
            <a:noFill/>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100" b="1" i="0" u="none" strike="noStrike" kern="0" cap="none" spc="0" normalizeH="0" baseline="0" noProof="0">
                <a:ln>
                  <a:noFill/>
                </a:ln>
                <a:solidFill>
                  <a:srgbClr val="2E2E38"/>
                </a:solidFill>
                <a:effectLst/>
                <a:uLnTx/>
                <a:uFillTx/>
                <a:ea typeface="+mn-ea"/>
                <a:cs typeface="Arial" panose="020B0604020202020204" pitchFamily="34" charset="0"/>
              </a:rPr>
              <a:t>Corporate</a:t>
            </a:r>
          </a:p>
        </p:txBody>
      </p:sp>
      <p:sp>
        <p:nvSpPr>
          <p:cNvPr id="23" name="Rectangle 22">
            <a:extLst>
              <a:ext uri="{FF2B5EF4-FFF2-40B4-BE49-F238E27FC236}">
                <a16:creationId xmlns:a16="http://schemas.microsoft.com/office/drawing/2014/main" id="{8149AC37-FD28-36DB-83E9-E591108091EE}"/>
              </a:ext>
            </a:extLst>
          </p:cNvPr>
          <p:cNvSpPr/>
          <p:nvPr/>
        </p:nvSpPr>
        <p:spPr>
          <a:xfrm rot="16200000">
            <a:off x="47731" y="3566215"/>
            <a:ext cx="1232147" cy="364441"/>
          </a:xfrm>
          <a:prstGeom prst="rect">
            <a:avLst/>
          </a:prstGeom>
          <a:ln>
            <a:noFill/>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2E2E38"/>
                </a:solidFill>
                <a:effectLst/>
                <a:uLnTx/>
                <a:uFillTx/>
                <a:ea typeface="+mn-ea"/>
                <a:cs typeface="Arial" panose="020B0604020202020204" pitchFamily="34" charset="0"/>
              </a:rPr>
              <a:t>Functional</a:t>
            </a:r>
            <a:endParaRPr kumimoji="0" lang="de-DE" sz="1100" b="1" i="0" u="none" strike="noStrike" kern="0" cap="none" spc="0" normalizeH="0" baseline="0" noProof="0">
              <a:ln>
                <a:noFill/>
              </a:ln>
              <a:solidFill>
                <a:srgbClr val="2E2E38"/>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19F2B82D-F13B-EEAC-EDCB-8ACB6B504DD5}"/>
              </a:ext>
            </a:extLst>
          </p:cNvPr>
          <p:cNvSpPr/>
          <p:nvPr/>
        </p:nvSpPr>
        <p:spPr>
          <a:xfrm rot="16200000">
            <a:off x="183745" y="4731221"/>
            <a:ext cx="960120" cy="364441"/>
          </a:xfrm>
          <a:prstGeom prst="rect">
            <a:avLst/>
          </a:prstGeom>
          <a:ln>
            <a:noFill/>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srgbClr val="2E2E38"/>
                </a:solidFill>
                <a:effectLst/>
                <a:uLnTx/>
                <a:uFillTx/>
                <a:ea typeface="+mn-ea"/>
                <a:cs typeface="Arial" panose="020B0604020202020204" pitchFamily="34" charset="0"/>
              </a:rPr>
              <a:t>Operational</a:t>
            </a:r>
            <a:endParaRPr kumimoji="0" lang="de-DE" sz="1100" b="1" i="0" u="none" strike="noStrike" kern="0" cap="none" spc="0" normalizeH="0" baseline="0" noProof="0">
              <a:ln>
                <a:noFill/>
              </a:ln>
              <a:solidFill>
                <a:srgbClr val="2E2E38"/>
              </a:solidFill>
              <a:effectLst/>
              <a:uLnTx/>
              <a:uFillTx/>
              <a:ea typeface="+mn-ea"/>
              <a:cs typeface="Arial" panose="020B0604020202020204" pitchFamily="34" charset="0"/>
            </a:endParaRPr>
          </a:p>
        </p:txBody>
      </p:sp>
      <p:sp>
        <p:nvSpPr>
          <p:cNvPr id="120" name="Rectangle 119">
            <a:extLst>
              <a:ext uri="{FF2B5EF4-FFF2-40B4-BE49-F238E27FC236}">
                <a16:creationId xmlns:a16="http://schemas.microsoft.com/office/drawing/2014/main" id="{5773681A-C250-848D-B172-7ED829F80FF9}"/>
              </a:ext>
            </a:extLst>
          </p:cNvPr>
          <p:cNvSpPr/>
          <p:nvPr/>
        </p:nvSpPr>
        <p:spPr>
          <a:xfrm rot="16200000">
            <a:off x="252324" y="5596880"/>
            <a:ext cx="822960" cy="548640"/>
          </a:xfrm>
          <a:prstGeom prst="rect">
            <a:avLst/>
          </a:prstGeom>
          <a:ln>
            <a:noFill/>
          </a:ln>
        </p:spPr>
        <p:txBody>
          <a:bodyPr wrap="square" anchor="ctr">
            <a:noAutofit/>
          </a:bodyPr>
          <a:lstStyle/>
          <a:p>
            <a:pPr algn="ctr"/>
            <a:r>
              <a:rPr lang="en-US" sz="1100" b="1" kern="0">
                <a:solidFill>
                  <a:srgbClr val="2E2E38"/>
                </a:solidFill>
                <a:cs typeface="Arial" panose="020B0604020202020204" pitchFamily="34" charset="0"/>
              </a:rPr>
              <a:t>Service </a:t>
            </a:r>
          </a:p>
          <a:p>
            <a:pPr algn="ctr"/>
            <a:r>
              <a:rPr lang="en-US" sz="1100" b="1" kern="0">
                <a:solidFill>
                  <a:srgbClr val="2E2E38"/>
                </a:solidFill>
                <a:cs typeface="Arial" panose="020B0604020202020204" pitchFamily="34" charset="0"/>
              </a:rPr>
              <a:t>Mgmt.</a:t>
            </a:r>
            <a:endParaRPr lang="de-DE" sz="1100" b="1" kern="0">
              <a:solidFill>
                <a:srgbClr val="2E2E38"/>
              </a:solidFill>
              <a:cs typeface="Arial" panose="020B0604020202020204" pitchFamily="34" charset="0"/>
            </a:endParaRPr>
          </a:p>
        </p:txBody>
      </p:sp>
      <p:sp>
        <p:nvSpPr>
          <p:cNvPr id="25" name="Rectangle 95">
            <a:extLst>
              <a:ext uri="{FF2B5EF4-FFF2-40B4-BE49-F238E27FC236}">
                <a16:creationId xmlns:a16="http://schemas.microsoft.com/office/drawing/2014/main" id="{20FC0655-DD6A-6FFC-9B50-5E0DA53C7C96}"/>
              </a:ext>
            </a:extLst>
          </p:cNvPr>
          <p:cNvSpPr>
            <a:spLocks noChangeArrowheads="1"/>
          </p:cNvSpPr>
          <p:nvPr/>
        </p:nvSpPr>
        <p:spPr bwMode="gray">
          <a:xfrm>
            <a:off x="3901167" y="1915286"/>
            <a:ext cx="3474720" cy="1146468"/>
          </a:xfrm>
          <a:prstGeom prst="rect">
            <a:avLst/>
          </a:prstGeom>
          <a:solidFill>
            <a:srgbClr val="646464">
              <a:lumMod val="50000"/>
              <a:alpha val="62000"/>
            </a:srgbClr>
          </a:solidFill>
          <a:ln w="9525">
            <a:noFill/>
            <a:miter lim="800000"/>
            <a:headEnd/>
            <a:tailEnd/>
          </a:ln>
        </p:spPr>
        <p:txBody>
          <a:bodyPr wrap="square" lIns="72000" tIns="72000" rIns="72000" bIns="0">
            <a:noAutofit/>
          </a:bodyPr>
          <a:lstStyle/>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E.g., quarterly during implementation, semi-annually in steady-state.</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Division/functions: Key representatives to ensure full mandate for strategic oversight.</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GBS: Head of GBS, heads of solution and delivery </a:t>
            </a:r>
            <a:r>
              <a:rPr lang="en-US" sz="900" kern="0">
                <a:solidFill>
                  <a:srgbClr val="FFFFFF"/>
                </a:solidFill>
              </a:rPr>
              <a:t>excellence</a:t>
            </a:r>
            <a:r>
              <a:rPr kumimoji="0" lang="en-US" sz="900" b="0" i="0" u="none" strike="noStrike" kern="0" cap="none" spc="0" normalizeH="0" baseline="0" noProof="0">
                <a:ln>
                  <a:noFill/>
                </a:ln>
                <a:solidFill>
                  <a:srgbClr val="FFFFFF"/>
                </a:solidFill>
                <a:effectLst/>
                <a:uLnTx/>
                <a:uFillTx/>
                <a:ea typeface="+mn-ea"/>
                <a:cs typeface="+mn-cs"/>
              </a:rPr>
              <a:t>, head of customer </a:t>
            </a:r>
            <a:r>
              <a:rPr lang="en-US" sz="900" kern="0">
                <a:solidFill>
                  <a:srgbClr val="FFFFFF"/>
                </a:solidFill>
              </a:rPr>
              <a:t>excellence</a:t>
            </a:r>
            <a:r>
              <a:rPr kumimoji="0" lang="en-US" sz="900" b="0" i="0" u="none" strike="noStrike" kern="0" cap="none" spc="0" normalizeH="0" baseline="0" noProof="0">
                <a:ln>
                  <a:noFill/>
                </a:ln>
                <a:solidFill>
                  <a:srgbClr val="FFFFFF"/>
                </a:solidFill>
                <a:effectLst/>
                <a:uLnTx/>
                <a:uFillTx/>
                <a:ea typeface="+mn-ea"/>
                <a:cs typeface="+mn-cs"/>
              </a:rPr>
              <a:t>, GBS center </a:t>
            </a:r>
            <a:r>
              <a:rPr lang="en-US" sz="900" kern="0">
                <a:solidFill>
                  <a:srgbClr val="FFFFFF"/>
                </a:solidFill>
              </a:rPr>
              <a:t>heads</a:t>
            </a:r>
            <a:r>
              <a:rPr kumimoji="0" lang="en-US" sz="900" b="0" i="0" u="none" strike="noStrike" kern="0" cap="none" spc="0" normalizeH="0" baseline="0" noProof="0">
                <a:ln>
                  <a:noFill/>
                </a:ln>
                <a:solidFill>
                  <a:srgbClr val="FFFFFF"/>
                </a:solidFill>
                <a:effectLst/>
                <a:uLnTx/>
                <a:uFillTx/>
                <a:ea typeface="+mn-ea"/>
                <a:cs typeface="+mn-cs"/>
              </a:rPr>
              <a:t>.</a:t>
            </a:r>
          </a:p>
        </p:txBody>
      </p:sp>
      <p:sp>
        <p:nvSpPr>
          <p:cNvPr id="26" name="Rectangle 95">
            <a:extLst>
              <a:ext uri="{FF2B5EF4-FFF2-40B4-BE49-F238E27FC236}">
                <a16:creationId xmlns:a16="http://schemas.microsoft.com/office/drawing/2014/main" id="{2DC505C4-B40E-7A66-3AE8-66280CA2608C}"/>
              </a:ext>
            </a:extLst>
          </p:cNvPr>
          <p:cNvSpPr>
            <a:spLocks noChangeArrowheads="1"/>
          </p:cNvSpPr>
          <p:nvPr/>
        </p:nvSpPr>
        <p:spPr bwMode="gray">
          <a:xfrm>
            <a:off x="3901167" y="3131215"/>
            <a:ext cx="3474720" cy="1234440"/>
          </a:xfrm>
          <a:prstGeom prst="rect">
            <a:avLst/>
          </a:prstGeom>
          <a:solidFill>
            <a:srgbClr val="646464">
              <a:lumMod val="50000"/>
              <a:alpha val="62000"/>
            </a:srgbClr>
          </a:solidFill>
          <a:ln w="9525">
            <a:noFill/>
            <a:miter lim="800000"/>
            <a:headEnd/>
            <a:tailEnd/>
          </a:ln>
        </p:spPr>
        <p:txBody>
          <a:bodyPr wrap="square" lIns="72000" tIns="72000" rIns="72000" bIns="0">
            <a:noAutofit/>
          </a:bodyPr>
          <a:lstStyle/>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E.g., monthly during implementation, bi-monthly in steady-state.</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Regular participants of </a:t>
            </a:r>
            <a:r>
              <a:rPr lang="en-US" sz="900" kern="0">
                <a:solidFill>
                  <a:srgbClr val="FFFFFF"/>
                </a:solidFill>
              </a:rPr>
              <a:t>Divisional</a:t>
            </a:r>
            <a:r>
              <a:rPr kumimoji="0" lang="en-US" sz="900" b="0" i="0" u="none" strike="noStrike" kern="0" cap="none" spc="0" normalizeH="0" baseline="0" noProof="0">
                <a:ln>
                  <a:noFill/>
                </a:ln>
                <a:solidFill>
                  <a:srgbClr val="FFFFFF"/>
                </a:solidFill>
                <a:effectLst/>
                <a:uLnTx/>
                <a:uFillTx/>
                <a:ea typeface="+mn-ea"/>
                <a:cs typeface="+mn-cs"/>
              </a:rPr>
              <a:t>/</a:t>
            </a:r>
            <a:r>
              <a:rPr lang="en-US" sz="900" kern="0">
                <a:solidFill>
                  <a:srgbClr val="FFFFFF"/>
                </a:solidFill>
              </a:rPr>
              <a:t>functional</a:t>
            </a:r>
            <a:r>
              <a:rPr kumimoji="0" lang="en-US" sz="900" b="0" i="0" u="none" strike="noStrike" kern="0" cap="none" spc="0" normalizeH="0" baseline="0" noProof="0">
                <a:ln>
                  <a:noFill/>
                </a:ln>
                <a:solidFill>
                  <a:srgbClr val="FFFFFF"/>
                </a:solidFill>
                <a:effectLst/>
                <a:uLnTx/>
                <a:uFillTx/>
                <a:ea typeface="+mn-ea"/>
                <a:cs typeface="+mn-cs"/>
              </a:rPr>
              <a:t> </a:t>
            </a:r>
            <a:r>
              <a:rPr lang="en-US" sz="900" kern="0">
                <a:solidFill>
                  <a:srgbClr val="FFFFFF"/>
                </a:solidFill>
              </a:rPr>
              <a:t>committee</a:t>
            </a:r>
            <a:r>
              <a:rPr kumimoji="0" lang="en-US" sz="900" b="0" i="0" u="none" strike="noStrike" kern="0" cap="none" spc="0" normalizeH="0" baseline="0" noProof="0">
                <a:ln>
                  <a:noFill/>
                </a:ln>
                <a:solidFill>
                  <a:srgbClr val="FFFFFF"/>
                </a:solidFill>
                <a:effectLst/>
                <a:uLnTx/>
                <a:uFillTx/>
                <a:ea typeface="+mn-ea"/>
                <a:cs typeface="+mn-cs"/>
              </a:rPr>
              <a:t>.</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GBS: GSO, likely global and/or regional functional </a:t>
            </a:r>
            <a:r>
              <a:rPr lang="en-US" sz="900" kern="0">
                <a:solidFill>
                  <a:srgbClr val="FFFFFF"/>
                </a:solidFill>
              </a:rPr>
              <a:t>delivery</a:t>
            </a:r>
            <a:r>
              <a:rPr kumimoji="0" lang="en-US" sz="900" b="0" i="0" u="none" strike="noStrike" kern="0" cap="none" spc="0" normalizeH="0" baseline="0" noProof="0">
                <a:ln>
                  <a:noFill/>
                </a:ln>
                <a:solidFill>
                  <a:srgbClr val="FFFFFF"/>
                </a:solidFill>
                <a:effectLst/>
                <a:uLnTx/>
                <a:uFillTx/>
                <a:ea typeface="+mn-ea"/>
                <a:cs typeface="+mn-cs"/>
              </a:rPr>
              <a:t> Lead(s) optional head of solution </a:t>
            </a:r>
            <a:r>
              <a:rPr lang="en-US" sz="900" kern="0">
                <a:solidFill>
                  <a:srgbClr val="FFFFFF"/>
                </a:solidFill>
              </a:rPr>
              <a:t>excellence</a:t>
            </a:r>
            <a:r>
              <a:rPr kumimoji="0" lang="en-US" sz="900" b="0" i="0" u="none" strike="noStrike" kern="0" cap="none" spc="0" normalizeH="0" baseline="0" noProof="0">
                <a:ln>
                  <a:noFill/>
                </a:ln>
                <a:solidFill>
                  <a:srgbClr val="FFFFFF"/>
                </a:solidFill>
                <a:effectLst/>
                <a:uLnTx/>
                <a:uFillTx/>
                <a:ea typeface="+mn-ea"/>
                <a:cs typeface="+mn-cs"/>
              </a:rPr>
              <a:t>.</a:t>
            </a:r>
          </a:p>
        </p:txBody>
      </p:sp>
      <p:sp>
        <p:nvSpPr>
          <p:cNvPr id="27" name="Rectangle 95">
            <a:extLst>
              <a:ext uri="{FF2B5EF4-FFF2-40B4-BE49-F238E27FC236}">
                <a16:creationId xmlns:a16="http://schemas.microsoft.com/office/drawing/2014/main" id="{9F7ABE97-15AF-2298-0199-2414F234586B}"/>
              </a:ext>
            </a:extLst>
          </p:cNvPr>
          <p:cNvSpPr>
            <a:spLocks noChangeArrowheads="1"/>
          </p:cNvSpPr>
          <p:nvPr/>
        </p:nvSpPr>
        <p:spPr bwMode="gray">
          <a:xfrm>
            <a:off x="3901167" y="4433381"/>
            <a:ext cx="3474720" cy="960120"/>
          </a:xfrm>
          <a:prstGeom prst="rect">
            <a:avLst/>
          </a:prstGeom>
          <a:solidFill>
            <a:srgbClr val="646464">
              <a:lumMod val="50000"/>
              <a:alpha val="62000"/>
            </a:srgbClr>
          </a:solidFill>
          <a:ln w="9525">
            <a:noFill/>
            <a:miter lim="800000"/>
            <a:headEnd/>
            <a:tailEnd/>
          </a:ln>
        </p:spPr>
        <p:txBody>
          <a:bodyPr wrap="square" lIns="72000" tIns="72000" rIns="72000" bIns="0">
            <a:noAutofit/>
          </a:bodyPr>
          <a:lstStyle/>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Monthly.</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By region or local?</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Division/functions: Regional/local operations/commercial/functional head.</a:t>
            </a:r>
          </a:p>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GBS: Head of DC; functional leader; </a:t>
            </a:r>
            <a:r>
              <a:rPr lang="en-US" sz="900" kern="0">
                <a:solidFill>
                  <a:srgbClr val="FFFFFF"/>
                </a:solidFill>
              </a:rPr>
              <a:t>head</a:t>
            </a:r>
            <a:r>
              <a:rPr kumimoji="0" lang="en-US" sz="900" b="0" i="0" u="none" strike="noStrike" kern="0" cap="none" spc="0" normalizeH="0" baseline="0" noProof="0">
                <a:ln>
                  <a:noFill/>
                </a:ln>
                <a:solidFill>
                  <a:srgbClr val="FFFFFF"/>
                </a:solidFill>
                <a:effectLst/>
                <a:uLnTx/>
                <a:uFillTx/>
                <a:ea typeface="+mn-ea"/>
                <a:cs typeface="+mn-cs"/>
              </a:rPr>
              <a:t> of service </a:t>
            </a:r>
            <a:r>
              <a:rPr lang="en-US" sz="900" kern="0">
                <a:solidFill>
                  <a:srgbClr val="FFFFFF"/>
                </a:solidFill>
              </a:rPr>
              <a:t>mgmt.</a:t>
            </a:r>
            <a:endParaRPr kumimoji="0" lang="en-US" sz="900" b="0" i="0" u="none" strike="noStrike" kern="0" cap="none" spc="0" normalizeH="0" baseline="0" noProof="0">
              <a:ln>
                <a:noFill/>
              </a:ln>
              <a:solidFill>
                <a:srgbClr val="FFFFFF"/>
              </a:solidFill>
              <a:effectLst/>
              <a:uLnTx/>
              <a:uFillTx/>
              <a:ea typeface="+mn-ea"/>
              <a:cs typeface="+mn-cs"/>
            </a:endParaRPr>
          </a:p>
        </p:txBody>
      </p:sp>
      <p:sp>
        <p:nvSpPr>
          <p:cNvPr id="28" name="Rectangle 95">
            <a:extLst>
              <a:ext uri="{FF2B5EF4-FFF2-40B4-BE49-F238E27FC236}">
                <a16:creationId xmlns:a16="http://schemas.microsoft.com/office/drawing/2014/main" id="{DA4EAD85-A1D1-A25F-6D77-A631666BB2D6}"/>
              </a:ext>
            </a:extLst>
          </p:cNvPr>
          <p:cNvSpPr>
            <a:spLocks noChangeArrowheads="1"/>
          </p:cNvSpPr>
          <p:nvPr/>
        </p:nvSpPr>
        <p:spPr bwMode="gray">
          <a:xfrm>
            <a:off x="3901167" y="5459720"/>
            <a:ext cx="3474720" cy="822960"/>
          </a:xfrm>
          <a:prstGeom prst="rect">
            <a:avLst/>
          </a:prstGeom>
          <a:solidFill>
            <a:srgbClr val="646464">
              <a:lumMod val="50000"/>
              <a:alpha val="62000"/>
            </a:srgbClr>
          </a:solidFill>
          <a:ln w="9525">
            <a:noFill/>
            <a:miter lim="800000"/>
            <a:headEnd/>
            <a:tailEnd/>
          </a:ln>
        </p:spPr>
        <p:txBody>
          <a:bodyPr wrap="square" lIns="72000" tIns="72000" rIns="72000" bIns="0">
            <a:noAutofit/>
          </a:bodyPr>
          <a:lstStyle/>
          <a:p>
            <a:pPr marL="182880" marR="0" lvl="1" indent="-182880" algn="l" defTabSz="914400" rtl="0" eaLnBrk="1" fontAlgn="auto" latinLnBrk="0" hangingPunct="1">
              <a:lnSpc>
                <a:spcPct val="100000"/>
              </a:lnSpc>
              <a:spcBef>
                <a:spcPts val="200"/>
              </a:spcBef>
              <a:buClr>
                <a:srgbClr val="FFE600"/>
              </a:buClr>
              <a:buSzPct val="70000"/>
              <a:buFont typeface="Arial" panose="020B0604020202020204" pitchFamily="34" charset="0"/>
              <a:buChar char="►"/>
              <a:tabLst/>
              <a:defRPr/>
            </a:pPr>
            <a:r>
              <a:rPr kumimoji="0" lang="en-US" sz="900" b="0" i="0" u="none" strike="noStrike" kern="0" cap="none" spc="0" normalizeH="0" baseline="0" noProof="0">
                <a:ln>
                  <a:noFill/>
                </a:ln>
                <a:solidFill>
                  <a:srgbClr val="FFFFFF"/>
                </a:solidFill>
                <a:effectLst/>
                <a:uLnTx/>
                <a:uFillTx/>
                <a:ea typeface="+mn-ea"/>
                <a:cs typeface="+mn-cs"/>
              </a:rPr>
              <a:t>Daily, operational.</a:t>
            </a:r>
          </a:p>
        </p:txBody>
      </p:sp>
      <p:sp>
        <p:nvSpPr>
          <p:cNvPr id="34" name="Rounded Rectangle 38">
            <a:extLst>
              <a:ext uri="{FF2B5EF4-FFF2-40B4-BE49-F238E27FC236}">
                <a16:creationId xmlns:a16="http://schemas.microsoft.com/office/drawing/2014/main" id="{7075138B-B226-7A06-B898-DFFA1EB5205C}"/>
              </a:ext>
            </a:extLst>
          </p:cNvPr>
          <p:cNvSpPr/>
          <p:nvPr/>
        </p:nvSpPr>
        <p:spPr bwMode="auto">
          <a:xfrm>
            <a:off x="3133344" y="5596880"/>
            <a:ext cx="548640" cy="548640"/>
          </a:xfrm>
          <a:prstGeom prst="roundRect">
            <a:avLst>
              <a:gd name="adj" fmla="val 16628"/>
            </a:avLst>
          </a:prstGeom>
          <a:solidFill>
            <a:srgbClr val="646464"/>
          </a:solidFill>
          <a:ln w="9525" cap="flat" cmpd="sng" algn="ctr">
            <a:noFill/>
            <a:prstDash val="solid"/>
          </a:ln>
          <a:effectLst/>
        </p:spPr>
        <p:txBody>
          <a:bodyPr lIns="36000" tIns="36576"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t>F&amp;F</a:t>
            </a:r>
          </a:p>
        </p:txBody>
      </p:sp>
      <p:sp>
        <p:nvSpPr>
          <p:cNvPr id="36" name="Rounded Rectangle 37">
            <a:extLst>
              <a:ext uri="{FF2B5EF4-FFF2-40B4-BE49-F238E27FC236}">
                <a16:creationId xmlns:a16="http://schemas.microsoft.com/office/drawing/2014/main" id="{F71478E6-3D00-ADE8-B6F2-D13B01535513}"/>
              </a:ext>
            </a:extLst>
          </p:cNvPr>
          <p:cNvSpPr/>
          <p:nvPr/>
        </p:nvSpPr>
        <p:spPr>
          <a:xfrm>
            <a:off x="1029564" y="5557269"/>
            <a:ext cx="914400" cy="640080"/>
          </a:xfrm>
          <a:prstGeom prst="rect">
            <a:avLst/>
          </a:prstGeom>
          <a:solidFill>
            <a:srgbClr val="FFE600"/>
          </a:solidFill>
          <a:ln w="25400" cap="flat" cmpd="sng" algn="ctr">
            <a:noFill/>
            <a:prstDash val="solid"/>
          </a:ln>
          <a:effectLst/>
        </p:spPr>
        <p:txBody>
          <a:bodyPr vert="horz" lIns="0" tIns="0" rIns="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000000"/>
                </a:solidFill>
                <a:effectLst/>
                <a:uLnTx/>
                <a:uFillTx/>
                <a:ea typeface="+mn-ea"/>
                <a:cs typeface="+mn-cs"/>
              </a:rPr>
              <a:t>Service Management</a:t>
            </a:r>
            <a:br>
              <a:rPr kumimoji="0" lang="en-US" sz="1050" b="1" i="0" u="none" strike="noStrike" kern="0" cap="none" spc="0" normalizeH="0" baseline="0" noProof="0">
                <a:ln>
                  <a:noFill/>
                </a:ln>
                <a:solidFill>
                  <a:srgbClr val="000000"/>
                </a:solidFill>
                <a:effectLst/>
                <a:uLnTx/>
                <a:uFillTx/>
                <a:ea typeface="+mn-ea"/>
                <a:cs typeface="+mn-cs"/>
              </a:rPr>
            </a:br>
            <a:r>
              <a:rPr kumimoji="0" lang="en-US" sz="1050" b="1" i="0" u="none" strike="noStrike" kern="0" cap="none" spc="0" normalizeH="0" baseline="0" noProof="0">
                <a:ln>
                  <a:noFill/>
                </a:ln>
                <a:solidFill>
                  <a:srgbClr val="000000"/>
                </a:solidFill>
                <a:effectLst/>
                <a:uLnTx/>
                <a:uFillTx/>
                <a:ea typeface="+mn-ea"/>
                <a:cs typeface="+mn-cs"/>
              </a:rPr>
              <a:t>Lead</a:t>
            </a:r>
          </a:p>
        </p:txBody>
      </p:sp>
      <p:sp>
        <p:nvSpPr>
          <p:cNvPr id="38" name="Rounded Rectangle 13">
            <a:extLst>
              <a:ext uri="{FF2B5EF4-FFF2-40B4-BE49-F238E27FC236}">
                <a16:creationId xmlns:a16="http://schemas.microsoft.com/office/drawing/2014/main" id="{02E9A1D2-AE55-B513-8748-95B40CD2E0CA}"/>
              </a:ext>
            </a:extLst>
          </p:cNvPr>
          <p:cNvSpPr/>
          <p:nvPr/>
        </p:nvSpPr>
        <p:spPr bwMode="auto">
          <a:xfrm>
            <a:off x="2081454" y="2009074"/>
            <a:ext cx="1600200" cy="640080"/>
          </a:xfrm>
          <a:prstGeom prst="roundRect">
            <a:avLst/>
          </a:prstGeom>
          <a:solidFill>
            <a:srgbClr val="646464"/>
          </a:solidFill>
          <a:ln w="9525" cap="flat" cmpd="sng" algn="ctr">
            <a:noFill/>
            <a:prstDash val="solid"/>
          </a:ln>
          <a:effectLst/>
        </p:spPr>
        <p:txBody>
          <a:bodyPr lIns="36000" tIns="36576"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t>Customer Board</a:t>
            </a:r>
            <a:b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br>
            <a: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t>(representing functions/divisions)</a:t>
            </a:r>
          </a:p>
        </p:txBody>
      </p:sp>
      <p:sp>
        <p:nvSpPr>
          <p:cNvPr id="39" name="Rounded Rectangle 15">
            <a:extLst>
              <a:ext uri="{FF2B5EF4-FFF2-40B4-BE49-F238E27FC236}">
                <a16:creationId xmlns:a16="http://schemas.microsoft.com/office/drawing/2014/main" id="{033C578D-1FEB-4551-4B64-342BF0F77551}"/>
              </a:ext>
            </a:extLst>
          </p:cNvPr>
          <p:cNvSpPr/>
          <p:nvPr/>
        </p:nvSpPr>
        <p:spPr>
          <a:xfrm>
            <a:off x="935668" y="2509289"/>
            <a:ext cx="914400" cy="411480"/>
          </a:xfrm>
          <a:prstGeom prst="rect">
            <a:avLst/>
          </a:prstGeom>
          <a:solidFill>
            <a:srgbClr val="FFE600"/>
          </a:solidFill>
          <a:ln w="25400" cap="flat" cmpd="sng" algn="ctr">
            <a:noFill/>
            <a:prstDash val="solid"/>
          </a:ln>
          <a:effectLst/>
        </p:spPr>
        <p:txBody>
          <a:bodyPr vert="horz" lIns="0" tIns="0" rIns="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000000"/>
                </a:solidFill>
                <a:effectLst/>
                <a:uLnTx/>
                <a:uFillTx/>
                <a:ea typeface="+mn-ea"/>
                <a:cs typeface="+mn-cs"/>
              </a:rPr>
              <a:t>Head of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000000"/>
                </a:solidFill>
                <a:effectLst/>
                <a:uLnTx/>
                <a:uFillTx/>
                <a:ea typeface="+mn-ea"/>
                <a:cs typeface="+mn-cs"/>
              </a:rPr>
              <a:t>GBS</a:t>
            </a:r>
          </a:p>
        </p:txBody>
      </p:sp>
      <p:sp>
        <p:nvSpPr>
          <p:cNvPr id="40" name="Rounded Rectangle 19">
            <a:extLst>
              <a:ext uri="{FF2B5EF4-FFF2-40B4-BE49-F238E27FC236}">
                <a16:creationId xmlns:a16="http://schemas.microsoft.com/office/drawing/2014/main" id="{B1B5434D-6A91-D640-9D24-F8961EE625AD}"/>
              </a:ext>
            </a:extLst>
          </p:cNvPr>
          <p:cNvSpPr/>
          <p:nvPr/>
        </p:nvSpPr>
        <p:spPr>
          <a:xfrm>
            <a:off x="1009774" y="3755939"/>
            <a:ext cx="914400" cy="320040"/>
          </a:xfrm>
          <a:prstGeom prst="rect">
            <a:avLst/>
          </a:prstGeom>
          <a:solidFill>
            <a:srgbClr val="FFE600"/>
          </a:solidFill>
          <a:ln w="25400" cap="flat" cmpd="sng" algn="ctr">
            <a:noFill/>
            <a:prstDash val="solid"/>
          </a:ln>
          <a:effectLst/>
        </p:spPr>
        <p:txBody>
          <a:bodyPr vert="horz" lIns="0" tIns="0" rIns="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000000"/>
                </a:solidFill>
                <a:effectLst/>
                <a:uLnTx/>
                <a:uFillTx/>
                <a:ea typeface="+mn-ea"/>
                <a:cs typeface="+mn-cs"/>
              </a:rPr>
              <a:t>GSO</a:t>
            </a:r>
          </a:p>
        </p:txBody>
      </p:sp>
      <p:sp>
        <p:nvSpPr>
          <p:cNvPr id="41" name="Rounded Rectangle 20">
            <a:extLst>
              <a:ext uri="{FF2B5EF4-FFF2-40B4-BE49-F238E27FC236}">
                <a16:creationId xmlns:a16="http://schemas.microsoft.com/office/drawing/2014/main" id="{CB94163B-DE7B-A429-0E2A-AADAD42A0147}"/>
              </a:ext>
            </a:extLst>
          </p:cNvPr>
          <p:cNvSpPr/>
          <p:nvPr/>
        </p:nvSpPr>
        <p:spPr bwMode="auto">
          <a:xfrm>
            <a:off x="2087923" y="3222655"/>
            <a:ext cx="1600200" cy="640080"/>
          </a:xfrm>
          <a:prstGeom prst="roundRect">
            <a:avLst/>
          </a:prstGeom>
          <a:solidFill>
            <a:srgbClr val="646464"/>
          </a:solidFill>
          <a:ln w="9525" cap="flat" cmpd="sng" algn="ctr">
            <a:noFill/>
            <a:prstDash val="solid"/>
          </a:ln>
          <a:effectLst/>
        </p:spPr>
        <p:txBody>
          <a:bodyPr lIns="36000" tIns="36576"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t>Division/Functional Governance Committee </a:t>
            </a:r>
            <a:b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br>
            <a: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t>(e.g., GHR)</a:t>
            </a:r>
          </a:p>
        </p:txBody>
      </p:sp>
      <p:sp>
        <p:nvSpPr>
          <p:cNvPr id="42" name="Rectangle 41">
            <a:extLst>
              <a:ext uri="{FF2B5EF4-FFF2-40B4-BE49-F238E27FC236}">
                <a16:creationId xmlns:a16="http://schemas.microsoft.com/office/drawing/2014/main" id="{42DA012A-AEAC-77EC-5ACA-CF462CDC7E2C}"/>
              </a:ext>
            </a:extLst>
          </p:cNvPr>
          <p:cNvSpPr/>
          <p:nvPr/>
        </p:nvSpPr>
        <p:spPr>
          <a:xfrm>
            <a:off x="1009774" y="3310019"/>
            <a:ext cx="914400" cy="2308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ysClr val="windowText" lastClr="000000"/>
                </a:solidFill>
                <a:effectLst/>
                <a:uLnTx/>
                <a:uFillTx/>
                <a:ea typeface="+mn-ea"/>
                <a:cs typeface="+mn-cs"/>
              </a:rPr>
              <a:t>Participation</a:t>
            </a:r>
            <a:endParaRPr kumimoji="0" lang="de-DE" sz="900" b="0" i="0" u="none" strike="noStrike" kern="0" cap="none" spc="0" normalizeH="0" baseline="0" noProof="0">
              <a:ln>
                <a:noFill/>
              </a:ln>
              <a:solidFill>
                <a:sysClr val="windowText" lastClr="000000"/>
              </a:solidFill>
              <a:effectLst/>
              <a:uLnTx/>
              <a:uFillTx/>
              <a:ea typeface="+mn-ea"/>
              <a:cs typeface="+mn-cs"/>
            </a:endParaRPr>
          </a:p>
        </p:txBody>
      </p:sp>
      <p:sp>
        <p:nvSpPr>
          <p:cNvPr id="43" name="Rounded Rectangle 24">
            <a:extLst>
              <a:ext uri="{FF2B5EF4-FFF2-40B4-BE49-F238E27FC236}">
                <a16:creationId xmlns:a16="http://schemas.microsoft.com/office/drawing/2014/main" id="{FE7B257D-0BD4-D9BB-A77A-D1E60FA10D7D}"/>
              </a:ext>
            </a:extLst>
          </p:cNvPr>
          <p:cNvSpPr/>
          <p:nvPr/>
        </p:nvSpPr>
        <p:spPr>
          <a:xfrm>
            <a:off x="938124" y="4936507"/>
            <a:ext cx="914400" cy="320040"/>
          </a:xfrm>
          <a:prstGeom prst="rect">
            <a:avLst/>
          </a:prstGeom>
          <a:solidFill>
            <a:srgbClr val="FFE600"/>
          </a:solidFill>
          <a:ln w="25400" cap="flat" cmpd="sng" algn="ctr">
            <a:noFill/>
            <a:prstDash val="solid"/>
          </a:ln>
          <a:effectLst/>
        </p:spPr>
        <p:txBody>
          <a:bodyPr vert="horz" lIns="0" tIns="0" rIns="0" bIns="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000000"/>
                </a:solidFill>
                <a:effectLst/>
                <a:uLnTx/>
                <a:uFillTx/>
                <a:ea typeface="+mn-ea"/>
                <a:cs typeface="+mn-cs"/>
              </a:rPr>
              <a:t>HFD</a:t>
            </a:r>
          </a:p>
        </p:txBody>
      </p:sp>
      <p:sp>
        <p:nvSpPr>
          <p:cNvPr id="44" name="Rounded Rectangle 25">
            <a:extLst>
              <a:ext uri="{FF2B5EF4-FFF2-40B4-BE49-F238E27FC236}">
                <a16:creationId xmlns:a16="http://schemas.microsoft.com/office/drawing/2014/main" id="{CB27003A-D759-82CF-8793-917E3B9B6FED}"/>
              </a:ext>
            </a:extLst>
          </p:cNvPr>
          <p:cNvSpPr/>
          <p:nvPr/>
        </p:nvSpPr>
        <p:spPr bwMode="auto">
          <a:xfrm>
            <a:off x="2087923" y="4524821"/>
            <a:ext cx="1600200" cy="548640"/>
          </a:xfrm>
          <a:prstGeom prst="roundRect">
            <a:avLst/>
          </a:prstGeom>
          <a:solidFill>
            <a:srgbClr val="646464"/>
          </a:solidFill>
          <a:ln w="9525" cap="flat" cmpd="sng" algn="ctr">
            <a:noFill/>
            <a:prstDash val="solid"/>
          </a:ln>
          <a:effectLst/>
        </p:spPr>
        <p:txBody>
          <a:bodyPr lIns="36000" tIns="36576" rIns="36000" bIns="36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t>Operational Lead</a:t>
            </a:r>
            <a:b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br>
            <a:r>
              <a:rPr kumimoji="0" lang="en-US" sz="900" b="1" i="0" u="none" strike="noStrike" kern="0" cap="none" spc="0" normalizeH="0" baseline="0" noProof="0">
                <a:ln>
                  <a:noFill/>
                </a:ln>
                <a:solidFill>
                  <a:srgbClr val="FFFFFF"/>
                </a:solidFill>
                <a:effectLst/>
                <a:uLnTx/>
                <a:uFillTx/>
                <a:ea typeface="+mn-ea"/>
                <a:cs typeface="+mn-cs"/>
                <a:sym typeface="Wingdings" panose="05000000000000000000" pitchFamily="2" charset="2"/>
              </a:rPr>
              <a:t>Division/Function</a:t>
            </a:r>
          </a:p>
        </p:txBody>
      </p:sp>
      <p:cxnSp>
        <p:nvCxnSpPr>
          <p:cNvPr id="52" name="Connector: Elbow 51">
            <a:extLst>
              <a:ext uri="{FF2B5EF4-FFF2-40B4-BE49-F238E27FC236}">
                <a16:creationId xmlns:a16="http://schemas.microsoft.com/office/drawing/2014/main" id="{3371D988-A7E7-107A-03DE-8FF43BF1BA84}"/>
              </a:ext>
            </a:extLst>
          </p:cNvPr>
          <p:cNvCxnSpPr>
            <a:cxnSpLocks/>
            <a:stCxn id="40" idx="3"/>
            <a:endCxn id="41" idx="1"/>
          </p:cNvCxnSpPr>
          <p:nvPr/>
        </p:nvCxnSpPr>
        <p:spPr>
          <a:xfrm flipV="1">
            <a:off x="1924174" y="3542695"/>
            <a:ext cx="163749" cy="373264"/>
          </a:xfrm>
          <a:prstGeom prst="bentConnector3">
            <a:avLst>
              <a:gd name="adj1" fmla="val 50000"/>
            </a:avLst>
          </a:prstGeom>
          <a:ln w="9525">
            <a:solidFill>
              <a:schemeClr val="bg1"/>
            </a:solidFill>
            <a:tailEnd type="none"/>
          </a:ln>
        </p:spPr>
        <p:style>
          <a:lnRef idx="1">
            <a:schemeClr val="accent1"/>
          </a:lnRef>
          <a:fillRef idx="0">
            <a:schemeClr val="accent1"/>
          </a:fillRef>
          <a:effectRef idx="0">
            <a:schemeClr val="accent1"/>
          </a:effectRef>
          <a:fontRef idx="minor">
            <a:schemeClr val="tx1"/>
          </a:fontRef>
        </p:style>
      </p:cxnSp>
      <p:cxnSp>
        <p:nvCxnSpPr>
          <p:cNvPr id="54" name="Connector: Elbow 53">
            <a:extLst>
              <a:ext uri="{FF2B5EF4-FFF2-40B4-BE49-F238E27FC236}">
                <a16:creationId xmlns:a16="http://schemas.microsoft.com/office/drawing/2014/main" id="{B79082A3-5F85-3CA8-444A-8CD1D5298F59}"/>
              </a:ext>
            </a:extLst>
          </p:cNvPr>
          <p:cNvCxnSpPr>
            <a:cxnSpLocks/>
            <a:stCxn id="39" idx="0"/>
            <a:endCxn id="38" idx="1"/>
          </p:cNvCxnSpPr>
          <p:nvPr/>
        </p:nvCxnSpPr>
        <p:spPr>
          <a:xfrm rot="5400000" flipH="1" flipV="1">
            <a:off x="1647074" y="2074909"/>
            <a:ext cx="180175" cy="688586"/>
          </a:xfrm>
          <a:prstGeom prst="bentConnector2">
            <a:avLst/>
          </a:prstGeom>
          <a:ln w="9525">
            <a:solidFill>
              <a:schemeClr val="bg1"/>
            </a:solidFill>
            <a:tailEnd type="none"/>
          </a:ln>
        </p:spPr>
        <p:style>
          <a:lnRef idx="1">
            <a:schemeClr val="accent1"/>
          </a:lnRef>
          <a:fillRef idx="0">
            <a:schemeClr val="accent1"/>
          </a:fillRef>
          <a:effectRef idx="0">
            <a:schemeClr val="accent1"/>
          </a:effectRef>
          <a:fontRef idx="minor">
            <a:schemeClr val="tx1"/>
          </a:fontRef>
        </p:style>
      </p:cxnSp>
      <p:cxnSp>
        <p:nvCxnSpPr>
          <p:cNvPr id="58" name="Connector: Elbow 57">
            <a:extLst>
              <a:ext uri="{FF2B5EF4-FFF2-40B4-BE49-F238E27FC236}">
                <a16:creationId xmlns:a16="http://schemas.microsoft.com/office/drawing/2014/main" id="{6212C882-9BD7-77DD-EB8C-CC88250135D5}"/>
              </a:ext>
            </a:extLst>
          </p:cNvPr>
          <p:cNvCxnSpPr>
            <a:cxnSpLocks/>
            <a:stCxn id="43" idx="0"/>
            <a:endCxn id="44" idx="1"/>
          </p:cNvCxnSpPr>
          <p:nvPr/>
        </p:nvCxnSpPr>
        <p:spPr>
          <a:xfrm rot="5400000" flipH="1" flipV="1">
            <a:off x="1672940" y="4521525"/>
            <a:ext cx="137366" cy="692599"/>
          </a:xfrm>
          <a:prstGeom prst="bentConnector2">
            <a:avLst/>
          </a:prstGeom>
          <a:ln w="9525">
            <a:solidFill>
              <a:schemeClr val="bg1"/>
            </a:solidFill>
            <a:tailEnd type="none"/>
          </a:ln>
        </p:spPr>
        <p:style>
          <a:lnRef idx="1">
            <a:schemeClr val="accent1"/>
          </a:lnRef>
          <a:fillRef idx="0">
            <a:schemeClr val="accent1"/>
          </a:fillRef>
          <a:effectRef idx="0">
            <a:schemeClr val="accent1"/>
          </a:effectRef>
          <a:fontRef idx="minor">
            <a:schemeClr val="tx1"/>
          </a:fontRef>
        </p:style>
      </p:cxnSp>
      <p:cxnSp>
        <p:nvCxnSpPr>
          <p:cNvPr id="61" name="Connector: Elbow 60">
            <a:extLst>
              <a:ext uri="{FF2B5EF4-FFF2-40B4-BE49-F238E27FC236}">
                <a16:creationId xmlns:a16="http://schemas.microsoft.com/office/drawing/2014/main" id="{04464418-A9F6-F971-1C10-56F1B7999746}"/>
              </a:ext>
            </a:extLst>
          </p:cNvPr>
          <p:cNvCxnSpPr>
            <a:cxnSpLocks/>
            <a:stCxn id="40" idx="0"/>
            <a:endCxn id="41" idx="1"/>
          </p:cNvCxnSpPr>
          <p:nvPr/>
        </p:nvCxnSpPr>
        <p:spPr>
          <a:xfrm rot="5400000" flipH="1" flipV="1">
            <a:off x="1670826" y="3338843"/>
            <a:ext cx="213244" cy="620949"/>
          </a:xfrm>
          <a:prstGeom prst="bentConnector2">
            <a:avLst/>
          </a:prstGeom>
          <a:ln w="9525">
            <a:solidFill>
              <a:schemeClr val="bg1"/>
            </a:solidFill>
            <a:prstDash val="lgDash"/>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088F3348-D1ED-8035-2A63-13F20BD1526E}"/>
              </a:ext>
            </a:extLst>
          </p:cNvPr>
          <p:cNvCxnSpPr>
            <a:stCxn id="36" idx="3"/>
            <a:endCxn id="34" idx="1"/>
          </p:cNvCxnSpPr>
          <p:nvPr/>
        </p:nvCxnSpPr>
        <p:spPr>
          <a:xfrm flipV="1">
            <a:off x="1943964" y="5871200"/>
            <a:ext cx="1189380" cy="6109"/>
          </a:xfrm>
          <a:prstGeom prst="line">
            <a:avLst/>
          </a:prstGeom>
          <a:ln w="9525">
            <a:solidFill>
              <a:schemeClr val="bg1"/>
            </a:solidFill>
            <a:tailEnd type="none"/>
          </a:ln>
        </p:spPr>
        <p:style>
          <a:lnRef idx="1">
            <a:schemeClr val="accent1"/>
          </a:lnRef>
          <a:fillRef idx="0">
            <a:schemeClr val="accent1"/>
          </a:fillRef>
          <a:effectRef idx="0">
            <a:schemeClr val="accent1"/>
          </a:effectRef>
          <a:fontRef idx="minor">
            <a:schemeClr val="tx1"/>
          </a:fontRef>
        </p:style>
      </p:cxnSp>
      <p:sp>
        <p:nvSpPr>
          <p:cNvPr id="33" name="Rounded Rectangle 40">
            <a:extLst>
              <a:ext uri="{FF2B5EF4-FFF2-40B4-BE49-F238E27FC236}">
                <a16:creationId xmlns:a16="http://schemas.microsoft.com/office/drawing/2014/main" id="{12983B21-ED81-2B4B-70C2-065476911FE6}"/>
              </a:ext>
            </a:extLst>
          </p:cNvPr>
          <p:cNvSpPr/>
          <p:nvPr/>
        </p:nvSpPr>
        <p:spPr>
          <a:xfrm>
            <a:off x="2081454" y="5557269"/>
            <a:ext cx="914400" cy="640080"/>
          </a:xfrm>
          <a:prstGeom prst="roundRect">
            <a:avLst>
              <a:gd name="adj" fmla="val 13988"/>
            </a:avLst>
          </a:prstGeom>
          <a:solidFill>
            <a:srgbClr val="646464"/>
          </a:solidFill>
          <a:ln w="25400" cap="flat" cmpd="sng" algn="ctr">
            <a:noFill/>
            <a:prstDash val="solid"/>
          </a:ln>
          <a:effectLst/>
        </p:spPr>
        <p:txBody>
          <a:bodyPr vert="horz" lIns="36576" tIns="36576" rIns="36576" bIns="36576"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FFFFFF"/>
                </a:solidFill>
                <a:effectLst/>
                <a:uLnTx/>
                <a:uFillTx/>
                <a:ea typeface="+mn-ea"/>
                <a:cs typeface="+mn-cs"/>
              </a:rPr>
              <a:t>Service Management</a:t>
            </a:r>
            <a:br>
              <a:rPr kumimoji="0" lang="en-US" sz="900" b="1" i="0" u="none" strike="noStrike" kern="0" cap="none" spc="0" normalizeH="0" baseline="0" noProof="0">
                <a:ln>
                  <a:noFill/>
                </a:ln>
                <a:solidFill>
                  <a:srgbClr val="FFFFFF"/>
                </a:solidFill>
                <a:effectLst/>
                <a:uLnTx/>
                <a:uFillTx/>
                <a:ea typeface="+mn-ea"/>
                <a:cs typeface="+mn-cs"/>
              </a:rPr>
            </a:br>
            <a:r>
              <a:rPr kumimoji="0" lang="en-US" sz="900" b="1" i="0" u="none" strike="noStrike" kern="0" cap="none" spc="0" normalizeH="0" baseline="0" noProof="0">
                <a:ln>
                  <a:noFill/>
                </a:ln>
                <a:solidFill>
                  <a:srgbClr val="FFFFFF"/>
                </a:solidFill>
                <a:effectLst/>
                <a:uLnTx/>
                <a:uFillTx/>
                <a:ea typeface="+mn-ea"/>
                <a:cs typeface="+mn-cs"/>
              </a:rPr>
              <a:t>Channels</a:t>
            </a:r>
          </a:p>
        </p:txBody>
      </p:sp>
      <p:sp>
        <p:nvSpPr>
          <p:cNvPr id="7" name="Rectangle 6">
            <a:extLst>
              <a:ext uri="{FF2B5EF4-FFF2-40B4-BE49-F238E27FC236}">
                <a16:creationId xmlns:a16="http://schemas.microsoft.com/office/drawing/2014/main" id="{B710F14E-6292-211F-8206-A6E7428DD24C}"/>
              </a:ext>
            </a:extLst>
          </p:cNvPr>
          <p:cNvSpPr/>
          <p:nvPr/>
        </p:nvSpPr>
        <p:spPr>
          <a:xfrm>
            <a:off x="9530255" y="323194"/>
            <a:ext cx="2052145" cy="462568"/>
          </a:xfrm>
          <a:prstGeom prst="rect">
            <a:avLst/>
          </a:prstGeom>
          <a:solidFill>
            <a:schemeClr val="tx1">
              <a:lumMod val="50000"/>
            </a:schemeClr>
          </a:solidFill>
          <a:ln w="12700" cap="flat" cmpd="sng" algn="ctr">
            <a:solidFill>
              <a:srgbClr val="747480"/>
            </a:solidFill>
            <a:prstDash val="solid"/>
            <a:miter lim="800000"/>
            <a:headEnd type="none" w="med" len="med"/>
            <a:tailEnd type="none" w="med" len="med"/>
          </a:ln>
          <a:effectLst/>
        </p:spPr>
        <p:txBody>
          <a:bodyPr lIns="108000" tIns="108000" rIns="108000" bIns="108000" rtlCol="0" anchor="t" anchorCtr="0"/>
          <a:lstStyle/>
          <a:p>
            <a:pPr marR="0" algn="l" defTabSz="914400" eaLnBrk="1" fontAlgn="auto" latinLnBrk="0" hangingPunct="1">
              <a:lnSpc>
                <a:spcPct val="90000"/>
              </a:lnSpc>
              <a:spcBef>
                <a:spcPts val="400"/>
              </a:spcBef>
              <a:spcAft>
                <a:spcPts val="400"/>
              </a:spcAft>
              <a:buClr>
                <a:srgbClr val="FFE600"/>
              </a:buClr>
              <a:buSzTx/>
              <a:tabLst/>
            </a:pPr>
            <a:r>
              <a:rPr lang="en-US" sz="2000" kern="0" dirty="0">
                <a:latin typeface="EYInterstate Light"/>
              </a:rPr>
              <a:t>Baldev </a:t>
            </a:r>
            <a:endParaRPr kumimoji="0" lang="en-IN" sz="2000" b="0" i="0" u="none" strike="noStrike" kern="0" cap="none" spc="0" normalizeH="0" baseline="0" noProof="0" dirty="0">
              <a:ln>
                <a:noFill/>
              </a:ln>
              <a:effectLst/>
              <a:uLnTx/>
              <a:uFillTx/>
              <a:latin typeface="EYInterstate Light"/>
              <a:ea typeface="+mn-ea"/>
              <a:cs typeface="+mn-cs"/>
            </a:endParaRPr>
          </a:p>
        </p:txBody>
      </p:sp>
    </p:spTree>
    <p:extLst>
      <p:ext uri="{BB962C8B-B14F-4D97-AF65-F5344CB8AC3E}">
        <p14:creationId xmlns:p14="http://schemas.microsoft.com/office/powerpoint/2010/main" val="1968228704"/>
      </p:ext>
    </p:extLst>
  </p:cSld>
  <p:clrMapOvr>
    <a:masterClrMapping/>
  </p:clrMapOvr>
  <p:extLst>
    <p:ext uri="{6950BFC3-D8DA-4A85-94F7-54DA5524770B}">
      <p188:commentRel xmlns:p188="http://schemas.microsoft.com/office/powerpoint/2018/8/main" r:id="rId2"/>
    </p:ext>
  </p:extLs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E0450A-F474-5F19-425B-EE65F5A5BD50}"/>
              </a:ext>
            </a:extLst>
          </p:cNvPr>
          <p:cNvSpPr>
            <a:spLocks noGrp="1"/>
          </p:cNvSpPr>
          <p:nvPr>
            <p:ph type="title"/>
          </p:nvPr>
        </p:nvSpPr>
        <p:spPr/>
        <p:txBody>
          <a:bodyPr/>
          <a:lstStyle/>
          <a:p>
            <a:r>
              <a:rPr lang="en-IN"/>
              <a:t>Close Calendar</a:t>
            </a:r>
          </a:p>
        </p:txBody>
      </p:sp>
      <p:sp>
        <p:nvSpPr>
          <p:cNvPr id="5" name="Slide Number Placeholder 4">
            <a:extLst>
              <a:ext uri="{FF2B5EF4-FFF2-40B4-BE49-F238E27FC236}">
                <a16:creationId xmlns:a16="http://schemas.microsoft.com/office/drawing/2014/main" id="{EFF5A8C3-02E6-6EBF-4CD9-D8AB834A0BC6}"/>
              </a:ext>
            </a:extLst>
          </p:cNvPr>
          <p:cNvSpPr>
            <a:spLocks noGrp="1"/>
          </p:cNvSpPr>
          <p:nvPr>
            <p:ph type="sldNum" sz="quarter" idx="12"/>
          </p:nvPr>
        </p:nvSpPr>
        <p:spPr/>
        <p:txBody>
          <a:bodyPr/>
          <a:lstStyle/>
          <a:p>
            <a:fld id="{94FCA0F3-9F3A-694B-99BB-0E592A797735}" type="slidenum">
              <a:rPr lang="en-US" smtClean="0"/>
              <a:t>124</a:t>
            </a:fld>
            <a:endParaRPr lang="en-US"/>
          </a:p>
        </p:txBody>
      </p:sp>
      <p:sp>
        <p:nvSpPr>
          <p:cNvPr id="6" name="Date Placeholder 5">
            <a:extLst>
              <a:ext uri="{FF2B5EF4-FFF2-40B4-BE49-F238E27FC236}">
                <a16:creationId xmlns:a16="http://schemas.microsoft.com/office/drawing/2014/main" id="{7FA401D8-E082-9AED-E54D-D07667B503F2}"/>
              </a:ext>
            </a:extLst>
          </p:cNvPr>
          <p:cNvSpPr>
            <a:spLocks noGrp="1"/>
          </p:cNvSpPr>
          <p:nvPr>
            <p:ph type="dt" sz="half" idx="10"/>
          </p:nvPr>
        </p:nvSpPr>
        <p:spPr/>
        <p:txBody>
          <a:bodyPr/>
          <a:lstStyle/>
          <a:p>
            <a:fld id="{345C9E22-11CE-425B-9864-64378F237137}" type="datetime1">
              <a:rPr lang="en-US" smtClean="0"/>
              <a:t>9/19/2025</a:t>
            </a:fld>
            <a:endParaRPr lang="en-US"/>
          </a:p>
        </p:txBody>
      </p:sp>
      <p:sp>
        <p:nvSpPr>
          <p:cNvPr id="7" name="SmartArt Placeholder 6">
            <a:extLst>
              <a:ext uri="{FF2B5EF4-FFF2-40B4-BE49-F238E27FC236}">
                <a16:creationId xmlns:a16="http://schemas.microsoft.com/office/drawing/2014/main" id="{808E2FBB-1BE2-25B3-C3E8-1D602EA1F377}"/>
              </a:ext>
            </a:extLst>
          </p:cNvPr>
          <p:cNvSpPr>
            <a:spLocks noGrp="1"/>
          </p:cNvSpPr>
          <p:nvPr>
            <p:ph type="dgm" sz="quarter" idx="17"/>
          </p:nvPr>
        </p:nvSpPr>
        <p:spPr/>
        <p:txBody>
          <a:bodyPr/>
          <a:lstStyle/>
          <a:p>
            <a:endParaRPr lang="en-IN"/>
          </a:p>
        </p:txBody>
      </p:sp>
      <p:pic>
        <p:nvPicPr>
          <p:cNvPr id="9" name="Picture 8">
            <a:extLst>
              <a:ext uri="{FF2B5EF4-FFF2-40B4-BE49-F238E27FC236}">
                <a16:creationId xmlns:a16="http://schemas.microsoft.com/office/drawing/2014/main" id="{4AA5E453-412D-2264-1CA0-B96A59AE9A66}"/>
              </a:ext>
            </a:extLst>
          </p:cNvPr>
          <p:cNvPicPr>
            <a:picLocks noChangeAspect="1"/>
          </p:cNvPicPr>
          <p:nvPr/>
        </p:nvPicPr>
        <p:blipFill>
          <a:blip r:embed="rId2"/>
          <a:stretch>
            <a:fillRect/>
          </a:stretch>
        </p:blipFill>
        <p:spPr>
          <a:xfrm>
            <a:off x="3066894" y="1292115"/>
            <a:ext cx="6058211" cy="4273770"/>
          </a:xfrm>
          <a:prstGeom prst="rect">
            <a:avLst/>
          </a:prstGeom>
        </p:spPr>
      </p:pic>
    </p:spTree>
    <p:extLst>
      <p:ext uri="{BB962C8B-B14F-4D97-AF65-F5344CB8AC3E}">
        <p14:creationId xmlns:p14="http://schemas.microsoft.com/office/powerpoint/2010/main" val="74615009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4E7CA4-E10C-B50A-1160-746ED339B213}"/>
              </a:ext>
            </a:extLst>
          </p:cNvPr>
          <p:cNvSpPr>
            <a:spLocks noGrp="1"/>
          </p:cNvSpPr>
          <p:nvPr>
            <p:ph type="title"/>
          </p:nvPr>
        </p:nvSpPr>
        <p:spPr/>
        <p:txBody>
          <a:bodyPr/>
          <a:lstStyle/>
          <a:p>
            <a:r>
              <a:rPr lang="en-US"/>
              <a:t>Case Study#1</a:t>
            </a:r>
            <a:br>
              <a:rPr lang="en-US"/>
            </a:br>
            <a:r>
              <a:rPr lang="en-US" b="0"/>
              <a:t>Manual journal entry (MJE) analysis</a:t>
            </a:r>
            <a:br>
              <a:rPr lang="en-US" b="0"/>
            </a:br>
            <a:br>
              <a:rPr lang="en-US" b="0"/>
            </a:br>
            <a:br>
              <a:rPr lang="en-US"/>
            </a:br>
            <a:endParaRPr lang="en-IN"/>
          </a:p>
        </p:txBody>
      </p:sp>
      <p:sp>
        <p:nvSpPr>
          <p:cNvPr id="5" name="Slide Number Placeholder 4">
            <a:extLst>
              <a:ext uri="{FF2B5EF4-FFF2-40B4-BE49-F238E27FC236}">
                <a16:creationId xmlns:a16="http://schemas.microsoft.com/office/drawing/2014/main" id="{0ECBA020-B64A-FA6F-55D1-D7BA23EBAAF7}"/>
              </a:ext>
            </a:extLst>
          </p:cNvPr>
          <p:cNvSpPr>
            <a:spLocks noGrp="1"/>
          </p:cNvSpPr>
          <p:nvPr>
            <p:ph type="sldNum" sz="quarter" idx="12"/>
          </p:nvPr>
        </p:nvSpPr>
        <p:spPr/>
        <p:txBody>
          <a:bodyPr/>
          <a:lstStyle/>
          <a:p>
            <a:fld id="{94FCA0F3-9F3A-694B-99BB-0E592A797735}" type="slidenum">
              <a:rPr lang="en-US" smtClean="0"/>
              <a:t>125</a:t>
            </a:fld>
            <a:endParaRPr lang="en-US"/>
          </a:p>
        </p:txBody>
      </p:sp>
      <p:sp>
        <p:nvSpPr>
          <p:cNvPr id="6" name="Date Placeholder 5">
            <a:extLst>
              <a:ext uri="{FF2B5EF4-FFF2-40B4-BE49-F238E27FC236}">
                <a16:creationId xmlns:a16="http://schemas.microsoft.com/office/drawing/2014/main" id="{A524B052-80C3-8D37-917C-A72A33BE081B}"/>
              </a:ext>
            </a:extLst>
          </p:cNvPr>
          <p:cNvSpPr>
            <a:spLocks noGrp="1"/>
          </p:cNvSpPr>
          <p:nvPr>
            <p:ph type="dt" sz="half" idx="10"/>
          </p:nvPr>
        </p:nvSpPr>
        <p:spPr/>
        <p:txBody>
          <a:bodyPr/>
          <a:lstStyle/>
          <a:p>
            <a:fld id="{6089188B-B64B-4D6A-A910-7CA0894DEEFA}" type="datetime1">
              <a:rPr lang="en-US" smtClean="0"/>
              <a:t>9/19/2025</a:t>
            </a:fld>
            <a:endParaRPr lang="en-US"/>
          </a:p>
        </p:txBody>
      </p:sp>
      <p:sp>
        <p:nvSpPr>
          <p:cNvPr id="8" name="SmartArt Placeholder 7">
            <a:extLst>
              <a:ext uri="{FF2B5EF4-FFF2-40B4-BE49-F238E27FC236}">
                <a16:creationId xmlns:a16="http://schemas.microsoft.com/office/drawing/2014/main" id="{DEB2EC9A-8225-7974-EE4F-228A31AD3374}"/>
              </a:ext>
            </a:extLst>
          </p:cNvPr>
          <p:cNvSpPr>
            <a:spLocks noGrp="1"/>
          </p:cNvSpPr>
          <p:nvPr>
            <p:ph type="dgm" sz="quarter" idx="17"/>
          </p:nvPr>
        </p:nvSpPr>
        <p:spPr/>
        <p:txBody>
          <a:bodyPr/>
          <a:lstStyle/>
          <a:p>
            <a:endParaRPr lang="en-IN"/>
          </a:p>
        </p:txBody>
      </p:sp>
      <p:pic>
        <p:nvPicPr>
          <p:cNvPr id="9" name="Picture 8">
            <a:extLst>
              <a:ext uri="{FF2B5EF4-FFF2-40B4-BE49-F238E27FC236}">
                <a16:creationId xmlns:a16="http://schemas.microsoft.com/office/drawing/2014/main" id="{EF951C90-2D3D-CF83-339D-F19ADD78ED64}"/>
              </a:ext>
            </a:extLst>
          </p:cNvPr>
          <p:cNvPicPr>
            <a:picLocks noChangeAspect="1"/>
          </p:cNvPicPr>
          <p:nvPr/>
        </p:nvPicPr>
        <p:blipFill>
          <a:blip r:embed="rId2"/>
          <a:stretch>
            <a:fillRect/>
          </a:stretch>
        </p:blipFill>
        <p:spPr>
          <a:xfrm>
            <a:off x="1004381" y="1897581"/>
            <a:ext cx="3155789" cy="1701863"/>
          </a:xfrm>
          <a:prstGeom prst="rect">
            <a:avLst/>
          </a:prstGeom>
          <a:ln>
            <a:solidFill>
              <a:srgbClr val="808080"/>
            </a:solidFill>
          </a:ln>
        </p:spPr>
      </p:pic>
      <p:sp>
        <p:nvSpPr>
          <p:cNvPr id="10" name="TextBox 9">
            <a:extLst>
              <a:ext uri="{FF2B5EF4-FFF2-40B4-BE49-F238E27FC236}">
                <a16:creationId xmlns:a16="http://schemas.microsoft.com/office/drawing/2014/main" id="{EF036E60-63EF-763B-DEE9-79859AD64AF2}"/>
              </a:ext>
            </a:extLst>
          </p:cNvPr>
          <p:cNvSpPr txBox="1"/>
          <p:nvPr/>
        </p:nvSpPr>
        <p:spPr>
          <a:xfrm>
            <a:off x="1544037" y="5987683"/>
            <a:ext cx="1729408" cy="341111"/>
          </a:xfrm>
          <a:prstGeom prst="rect">
            <a:avLst/>
          </a:prstGeom>
          <a:solidFill>
            <a:srgbClr val="FFE600"/>
          </a:solidFill>
          <a:ln>
            <a:noFill/>
          </a:ln>
        </p:spPr>
        <p:txBody>
          <a:bodyPr wrap="square" rtlCol="0" anchor="ctr">
            <a:noAutofit/>
          </a:bodyPr>
          <a:lstStyle/>
          <a:p>
            <a:pPr algn="ctr">
              <a:spcAft>
                <a:spcPts val="300"/>
              </a:spcAft>
            </a:pPr>
            <a:r>
              <a:rPr lang="en-IN" sz="1200" b="1">
                <a:solidFill>
                  <a:srgbClr val="646464"/>
                </a:solidFill>
                <a:latin typeface="Arial"/>
              </a:rPr>
              <a:t>MJE by close day</a:t>
            </a:r>
          </a:p>
        </p:txBody>
      </p:sp>
      <p:pic>
        <p:nvPicPr>
          <p:cNvPr id="11" name="Picture 10">
            <a:extLst>
              <a:ext uri="{FF2B5EF4-FFF2-40B4-BE49-F238E27FC236}">
                <a16:creationId xmlns:a16="http://schemas.microsoft.com/office/drawing/2014/main" id="{69EF8211-D041-CE23-F322-C3B3BAC55861}"/>
              </a:ext>
            </a:extLst>
          </p:cNvPr>
          <p:cNvPicPr>
            <a:picLocks noChangeAspect="1"/>
          </p:cNvPicPr>
          <p:nvPr/>
        </p:nvPicPr>
        <p:blipFill>
          <a:blip r:embed="rId3"/>
          <a:stretch>
            <a:fillRect/>
          </a:stretch>
        </p:blipFill>
        <p:spPr>
          <a:xfrm>
            <a:off x="5446534" y="1897581"/>
            <a:ext cx="2085612" cy="1722416"/>
          </a:xfrm>
          <a:prstGeom prst="rect">
            <a:avLst/>
          </a:prstGeom>
          <a:ln>
            <a:solidFill>
              <a:srgbClr val="808080"/>
            </a:solidFill>
          </a:ln>
        </p:spPr>
      </p:pic>
      <p:sp>
        <p:nvSpPr>
          <p:cNvPr id="12" name="TextBox 11">
            <a:extLst>
              <a:ext uri="{FF2B5EF4-FFF2-40B4-BE49-F238E27FC236}">
                <a16:creationId xmlns:a16="http://schemas.microsoft.com/office/drawing/2014/main" id="{44D799D4-3F13-0EF3-7605-EB9ED71193DC}"/>
              </a:ext>
            </a:extLst>
          </p:cNvPr>
          <p:cNvSpPr txBox="1"/>
          <p:nvPr/>
        </p:nvSpPr>
        <p:spPr>
          <a:xfrm>
            <a:off x="5586913" y="3693243"/>
            <a:ext cx="1729408" cy="341111"/>
          </a:xfrm>
          <a:prstGeom prst="rect">
            <a:avLst/>
          </a:prstGeom>
          <a:solidFill>
            <a:srgbClr val="FFE600"/>
          </a:solidFill>
          <a:ln>
            <a:noFill/>
          </a:ln>
        </p:spPr>
        <p:txBody>
          <a:bodyPr wrap="square" rtlCol="0" anchor="ctr">
            <a:noAutofit/>
          </a:bodyPr>
          <a:lstStyle/>
          <a:p>
            <a:pPr algn="ctr">
              <a:spcAft>
                <a:spcPts val="300"/>
              </a:spcAft>
            </a:pPr>
            <a:r>
              <a:rPr lang="en-IN" sz="1200" b="1">
                <a:solidFill>
                  <a:srgbClr val="646464"/>
                </a:solidFill>
                <a:latin typeface="Arial"/>
              </a:rPr>
              <a:t>MJE’s by team</a:t>
            </a:r>
          </a:p>
        </p:txBody>
      </p:sp>
      <p:pic>
        <p:nvPicPr>
          <p:cNvPr id="13" name="Picture 12">
            <a:extLst>
              <a:ext uri="{FF2B5EF4-FFF2-40B4-BE49-F238E27FC236}">
                <a16:creationId xmlns:a16="http://schemas.microsoft.com/office/drawing/2014/main" id="{EF0950BC-7A1A-FA87-B582-ED50EF4CF6C7}"/>
              </a:ext>
            </a:extLst>
          </p:cNvPr>
          <p:cNvPicPr>
            <a:picLocks noChangeAspect="1"/>
          </p:cNvPicPr>
          <p:nvPr/>
        </p:nvPicPr>
        <p:blipFill>
          <a:blip r:embed="rId4"/>
          <a:stretch>
            <a:fillRect/>
          </a:stretch>
        </p:blipFill>
        <p:spPr>
          <a:xfrm>
            <a:off x="993220" y="4323160"/>
            <a:ext cx="2825730" cy="1569850"/>
          </a:xfrm>
          <a:prstGeom prst="rect">
            <a:avLst/>
          </a:prstGeom>
          <a:ln>
            <a:solidFill>
              <a:srgbClr val="808080"/>
            </a:solidFill>
          </a:ln>
        </p:spPr>
      </p:pic>
      <p:sp>
        <p:nvSpPr>
          <p:cNvPr id="14" name="TextBox 13">
            <a:extLst>
              <a:ext uri="{FF2B5EF4-FFF2-40B4-BE49-F238E27FC236}">
                <a16:creationId xmlns:a16="http://schemas.microsoft.com/office/drawing/2014/main" id="{A06899AF-41D9-37F6-35CF-86D45B36DD32}"/>
              </a:ext>
            </a:extLst>
          </p:cNvPr>
          <p:cNvSpPr txBox="1"/>
          <p:nvPr/>
        </p:nvSpPr>
        <p:spPr>
          <a:xfrm>
            <a:off x="1544037" y="3692856"/>
            <a:ext cx="1729408" cy="341111"/>
          </a:xfrm>
          <a:prstGeom prst="rect">
            <a:avLst/>
          </a:prstGeom>
          <a:solidFill>
            <a:srgbClr val="FFE600"/>
          </a:solidFill>
          <a:ln>
            <a:noFill/>
          </a:ln>
        </p:spPr>
        <p:txBody>
          <a:bodyPr wrap="square" rtlCol="0" anchor="ctr">
            <a:noAutofit/>
          </a:bodyPr>
          <a:lstStyle/>
          <a:p>
            <a:pPr algn="ctr">
              <a:spcAft>
                <a:spcPts val="300"/>
              </a:spcAft>
            </a:pPr>
            <a:r>
              <a:rPr lang="en-IN" sz="1200" b="1">
                <a:solidFill>
                  <a:srgbClr val="646464"/>
                </a:solidFill>
                <a:latin typeface="Arial"/>
              </a:rPr>
              <a:t>Overall MJE %</a:t>
            </a:r>
          </a:p>
        </p:txBody>
      </p:sp>
      <p:pic>
        <p:nvPicPr>
          <p:cNvPr id="15" name="Picture 14">
            <a:extLst>
              <a:ext uri="{FF2B5EF4-FFF2-40B4-BE49-F238E27FC236}">
                <a16:creationId xmlns:a16="http://schemas.microsoft.com/office/drawing/2014/main" id="{8C99C5D3-6940-E063-EC8B-C454B1EA0F93}"/>
              </a:ext>
            </a:extLst>
          </p:cNvPr>
          <p:cNvPicPr>
            <a:picLocks noChangeAspect="1"/>
          </p:cNvPicPr>
          <p:nvPr/>
        </p:nvPicPr>
        <p:blipFill>
          <a:blip r:embed="rId5"/>
          <a:stretch>
            <a:fillRect/>
          </a:stretch>
        </p:blipFill>
        <p:spPr>
          <a:xfrm>
            <a:off x="4976077" y="4402162"/>
            <a:ext cx="2940074" cy="1490848"/>
          </a:xfrm>
          <a:prstGeom prst="rect">
            <a:avLst/>
          </a:prstGeom>
          <a:ln>
            <a:solidFill>
              <a:srgbClr val="808080"/>
            </a:solidFill>
          </a:ln>
        </p:spPr>
      </p:pic>
      <p:sp>
        <p:nvSpPr>
          <p:cNvPr id="16" name="TextBox 15">
            <a:extLst>
              <a:ext uri="{FF2B5EF4-FFF2-40B4-BE49-F238E27FC236}">
                <a16:creationId xmlns:a16="http://schemas.microsoft.com/office/drawing/2014/main" id="{BDF22D29-BDD8-777D-9A3D-1B5669A855D2}"/>
              </a:ext>
            </a:extLst>
          </p:cNvPr>
          <p:cNvSpPr txBox="1"/>
          <p:nvPr/>
        </p:nvSpPr>
        <p:spPr>
          <a:xfrm>
            <a:off x="5586913" y="5993504"/>
            <a:ext cx="1916045" cy="338328"/>
          </a:xfrm>
          <a:prstGeom prst="rect">
            <a:avLst/>
          </a:prstGeom>
          <a:solidFill>
            <a:srgbClr val="FFE600"/>
          </a:solidFill>
          <a:ln>
            <a:noFill/>
          </a:ln>
        </p:spPr>
        <p:txBody>
          <a:bodyPr wrap="square" rtlCol="0" anchor="ctr">
            <a:noAutofit/>
          </a:bodyPr>
          <a:lstStyle/>
          <a:p>
            <a:pPr algn="ctr">
              <a:spcAft>
                <a:spcPts val="300"/>
              </a:spcAft>
            </a:pPr>
            <a:r>
              <a:rPr lang="en-IN" sz="1200" b="1">
                <a:solidFill>
                  <a:srgbClr val="646464"/>
                </a:solidFill>
                <a:latin typeface="Arial"/>
              </a:rPr>
              <a:t>MJE threshold analysis</a:t>
            </a:r>
          </a:p>
        </p:txBody>
      </p:sp>
      <p:sp>
        <p:nvSpPr>
          <p:cNvPr id="17" name="Rectangle 3">
            <a:extLst>
              <a:ext uri="{FF2B5EF4-FFF2-40B4-BE49-F238E27FC236}">
                <a16:creationId xmlns:a16="http://schemas.microsoft.com/office/drawing/2014/main" id="{65567951-E77F-B0DB-E21A-702DB8AB9440}"/>
              </a:ext>
            </a:extLst>
          </p:cNvPr>
          <p:cNvSpPr>
            <a:spLocks noChangeArrowheads="1"/>
          </p:cNvSpPr>
          <p:nvPr/>
        </p:nvSpPr>
        <p:spPr bwMode="auto">
          <a:xfrm>
            <a:off x="8684125" y="1897581"/>
            <a:ext cx="2847766" cy="4111639"/>
          </a:xfrm>
          <a:prstGeom prst="rect">
            <a:avLst/>
          </a:prstGeom>
          <a:solidFill>
            <a:srgbClr val="FFE600">
              <a:lumMod val="20000"/>
              <a:lumOff val="80000"/>
            </a:srgbClr>
          </a:solidFill>
          <a:ln w="6350">
            <a:solidFill>
              <a:srgbClr val="646464">
                <a:lumMod val="20000"/>
                <a:lumOff val="80000"/>
              </a:srgbClr>
            </a:solidFill>
            <a:miter lim="800000"/>
            <a:headEnd/>
            <a:tailEnd/>
          </a:ln>
          <a:effectLst/>
        </p:spPr>
        <p:txBody>
          <a:bodyPr lIns="92059" tIns="91440" rIns="92059" bIns="46031" anchor="t"/>
          <a:lstStyle/>
          <a:p>
            <a:pPr marL="177800" marR="0" lvl="0" indent="-177800"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IN" sz="1200" b="0" i="0" u="none" strike="noStrike" kern="0" cap="none" spc="0" normalizeH="0" baseline="0" noProof="0">
                <a:ln>
                  <a:noFill/>
                </a:ln>
                <a:solidFill>
                  <a:srgbClr val="646464"/>
                </a:solidFill>
                <a:effectLst/>
                <a:uLnTx/>
                <a:uFillTx/>
              </a:rPr>
              <a:t>Overall MJE % is low but volume is high</a:t>
            </a:r>
            <a:endParaRPr kumimoji="0" lang="en-US" sz="1200" b="0" i="0" u="none" strike="noStrike" kern="0" cap="none" spc="0" normalizeH="0" baseline="0" noProof="0">
              <a:ln>
                <a:noFill/>
              </a:ln>
              <a:solidFill>
                <a:srgbClr val="000000"/>
              </a:solidFill>
              <a:effectLst/>
              <a:uLnTx/>
              <a:uFillTx/>
            </a:endParaRPr>
          </a:p>
          <a:p>
            <a:pPr marL="177800" marR="0" lvl="0" indent="-177800"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IN" sz="1200" b="0" i="0" u="none" strike="noStrike" kern="0" cap="none" spc="0" normalizeH="0" baseline="0" noProof="0">
                <a:ln>
                  <a:noFill/>
                </a:ln>
                <a:solidFill>
                  <a:srgbClr val="646464"/>
                </a:solidFill>
                <a:effectLst/>
                <a:uLnTx/>
                <a:uFillTx/>
              </a:rPr>
              <a:t>97% are made by the R2R team; PERSON A processes the most MJEs at 50%; others range from 3%–6%</a:t>
            </a:r>
            <a:endParaRPr kumimoji="0" lang="en-IN" sz="1200" b="0" i="0" u="none" strike="noStrike" kern="0" cap="none" spc="0" normalizeH="0" baseline="0" noProof="0">
              <a:ln>
                <a:noFill/>
              </a:ln>
              <a:solidFill>
                <a:srgbClr val="646464"/>
              </a:solidFill>
              <a:effectLst/>
              <a:uLnTx/>
              <a:uFillTx/>
              <a:cs typeface="Arial"/>
            </a:endParaRPr>
          </a:p>
          <a:p>
            <a:pPr marL="177800" marR="0" lvl="0" indent="-177800"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IN" sz="1200" b="0" i="0" u="none" strike="noStrike" kern="0" cap="none" spc="0" normalizeH="0" baseline="0" noProof="0">
                <a:ln>
                  <a:noFill/>
                </a:ln>
                <a:solidFill>
                  <a:srgbClr val="646464"/>
                </a:solidFill>
                <a:effectLst/>
                <a:uLnTx/>
                <a:uFillTx/>
              </a:rPr>
              <a:t>Opportunities exist to begin activities earlier in the close cycle to create a more level loaded profile</a:t>
            </a:r>
            <a:endParaRPr kumimoji="0" lang="en-IN" sz="1200" b="0" i="0" u="none" strike="noStrike" kern="0" cap="none" spc="0" normalizeH="0" baseline="0" noProof="0">
              <a:ln>
                <a:noFill/>
              </a:ln>
              <a:solidFill>
                <a:srgbClr val="646464"/>
              </a:solidFill>
              <a:effectLst/>
              <a:uLnTx/>
              <a:uFillTx/>
              <a:cs typeface="Arial"/>
            </a:endParaRPr>
          </a:p>
          <a:p>
            <a:pPr marL="177800" marR="0" lvl="0" indent="-177800"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IN" sz="1200" b="0" i="0" u="none" strike="noStrike" kern="0" cap="none" spc="0" normalizeH="0" baseline="0" noProof="0">
                <a:ln>
                  <a:noFill/>
                </a:ln>
                <a:solidFill>
                  <a:srgbClr val="646464"/>
                </a:solidFill>
                <a:effectLst/>
                <a:uLnTx/>
                <a:uFillTx/>
              </a:rPr>
              <a:t>More consistency needed in how entries are made and defined in SAP to drive visibility in 45% unknown bucket</a:t>
            </a:r>
          </a:p>
          <a:p>
            <a:pPr marL="177800" marR="0" lvl="0" indent="-177800"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IN" sz="1200" b="0" i="0" u="none" strike="noStrike" kern="0" cap="none" spc="0" normalizeH="0" baseline="0" noProof="0">
                <a:ln>
                  <a:noFill/>
                </a:ln>
                <a:solidFill>
                  <a:srgbClr val="646464"/>
                </a:solidFill>
                <a:effectLst/>
                <a:uLnTx/>
                <a:uFillTx/>
              </a:rPr>
              <a:t>IBS and Re-classes were the two largest known categories of entries; ripe opportunity to simplify</a:t>
            </a:r>
            <a:endParaRPr kumimoji="0" lang="en-IN" sz="1200" b="0" i="0" u="none" strike="noStrike" kern="0" cap="none" spc="0" normalizeH="0" baseline="0" noProof="0">
              <a:ln>
                <a:noFill/>
              </a:ln>
              <a:solidFill>
                <a:srgbClr val="646464"/>
              </a:solidFill>
              <a:effectLst/>
              <a:uLnTx/>
              <a:uFillTx/>
              <a:cs typeface="Arial"/>
            </a:endParaRPr>
          </a:p>
          <a:p>
            <a:pPr marL="177800" marR="0" lvl="0" indent="-177800"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r>
              <a:rPr kumimoji="0" lang="en-IN" sz="1200" b="0" i="0" u="none" strike="noStrike" kern="0" cap="none" spc="0" normalizeH="0" baseline="0" noProof="0">
                <a:ln>
                  <a:noFill/>
                </a:ln>
                <a:solidFill>
                  <a:srgbClr val="646464"/>
                </a:solidFill>
                <a:effectLst/>
                <a:uLnTx/>
                <a:uFillTx/>
              </a:rPr>
              <a:t>Approximately 30% of manual journal entries being made are $500 or less; implementing thresholds will reduce volume</a:t>
            </a:r>
            <a:endParaRPr kumimoji="0" lang="en-IN" sz="1200" b="0" i="0" u="none" strike="noStrike" kern="0" cap="none" spc="0" normalizeH="0" baseline="0" noProof="0">
              <a:ln>
                <a:noFill/>
              </a:ln>
              <a:solidFill>
                <a:srgbClr val="646464"/>
              </a:solidFill>
              <a:effectLst/>
              <a:uLnTx/>
              <a:uFillTx/>
              <a:cs typeface="Arial"/>
            </a:endParaRPr>
          </a:p>
          <a:p>
            <a:pPr marL="356235" marR="0" lvl="0" indent="-356235" defTabSz="914400" eaLnBrk="1" fontAlgn="auto" latinLnBrk="0" hangingPunct="1">
              <a:lnSpc>
                <a:spcPct val="100000"/>
              </a:lnSpc>
              <a:spcBef>
                <a:spcPts val="0"/>
              </a:spcBef>
              <a:spcAft>
                <a:spcPts val="600"/>
              </a:spcAft>
              <a:buClr>
                <a:srgbClr val="FFE600"/>
              </a:buClr>
              <a:buSzPct val="70000"/>
              <a:buFont typeface="Arial" pitchFamily="34" charset="0"/>
              <a:buChar char="►"/>
              <a:tabLst/>
              <a:defRPr/>
            </a:pPr>
            <a:endParaRPr kumimoji="0" lang="en-US" sz="1200" b="0" i="0" u="none" strike="noStrike" kern="0" cap="none" spc="0" normalizeH="0" baseline="0" noProof="0">
              <a:ln>
                <a:noFill/>
              </a:ln>
              <a:solidFill>
                <a:srgbClr val="646464"/>
              </a:solidFill>
              <a:effectLst/>
              <a:uLnTx/>
              <a:uFillTx/>
            </a:endParaRPr>
          </a:p>
          <a:p>
            <a:pPr marL="0" marR="0" lvl="0" indent="0" defTabSz="914400" eaLnBrk="0" fontAlgn="base" latinLnBrk="0" hangingPunct="0">
              <a:lnSpc>
                <a:spcPct val="100000"/>
              </a:lnSpc>
              <a:spcBef>
                <a:spcPct val="40000"/>
              </a:spcBef>
              <a:spcAft>
                <a:spcPct val="0"/>
              </a:spcAft>
              <a:buClr>
                <a:srgbClr val="FFC000"/>
              </a:buClr>
              <a:buSzTx/>
              <a:buFontTx/>
              <a:buNone/>
              <a:tabLst/>
              <a:defRPr/>
            </a:pPr>
            <a:endParaRPr kumimoji="0" lang="en-US" sz="1200" b="1" i="0" u="none" strike="noStrike" kern="0" cap="none" spc="0" normalizeH="0" baseline="0" noProof="0">
              <a:ln>
                <a:noFill/>
              </a:ln>
              <a:solidFill>
                <a:srgbClr val="646464"/>
              </a:solidFill>
              <a:effectLst/>
              <a:uLnTx/>
              <a:uFillTx/>
              <a:cs typeface="Arial" pitchFamily="34" charset="0"/>
            </a:endParaRPr>
          </a:p>
        </p:txBody>
      </p:sp>
      <p:sp>
        <p:nvSpPr>
          <p:cNvPr id="18" name="Rectangle 5">
            <a:extLst>
              <a:ext uri="{FF2B5EF4-FFF2-40B4-BE49-F238E27FC236}">
                <a16:creationId xmlns:a16="http://schemas.microsoft.com/office/drawing/2014/main" id="{B8C9A357-21CB-DC0B-B8DA-35703C4CC6B4}"/>
              </a:ext>
            </a:extLst>
          </p:cNvPr>
          <p:cNvSpPr>
            <a:spLocks noChangeArrowheads="1"/>
          </p:cNvSpPr>
          <p:nvPr/>
        </p:nvSpPr>
        <p:spPr bwMode="auto">
          <a:xfrm>
            <a:off x="8684125" y="1387457"/>
            <a:ext cx="2847766" cy="300631"/>
          </a:xfrm>
          <a:prstGeom prst="rect">
            <a:avLst/>
          </a:prstGeom>
          <a:solidFill>
            <a:srgbClr val="FFE600"/>
          </a:solidFill>
          <a:ln w="6350">
            <a:solidFill>
              <a:srgbClr val="000000"/>
            </a:solidFill>
            <a:miter lim="800000"/>
            <a:headEnd/>
            <a:tailEnd/>
          </a:ln>
        </p:spPr>
        <p:txBody>
          <a:bodyPr wrap="none" lIns="45712" tIns="45712" rIns="45712" bIns="45712" anchor="ct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400" b="1" i="0" u="sng" strike="noStrike" kern="0" cap="none" spc="0" normalizeH="0" baseline="0" noProof="0">
                <a:ln>
                  <a:noFill/>
                </a:ln>
                <a:solidFill>
                  <a:srgbClr val="000000"/>
                </a:solidFill>
                <a:effectLst/>
                <a:uLnTx/>
                <a:uFillTx/>
              </a:rPr>
              <a:t>Discoveries</a:t>
            </a:r>
          </a:p>
        </p:txBody>
      </p:sp>
      <p:sp>
        <p:nvSpPr>
          <p:cNvPr id="19" name="Rectangle 18">
            <a:extLst>
              <a:ext uri="{FF2B5EF4-FFF2-40B4-BE49-F238E27FC236}">
                <a16:creationId xmlns:a16="http://schemas.microsoft.com/office/drawing/2014/main" id="{D95C9267-F3F5-532E-9C90-2FB4784715DD}"/>
              </a:ext>
            </a:extLst>
          </p:cNvPr>
          <p:cNvSpPr/>
          <p:nvPr/>
        </p:nvSpPr>
        <p:spPr>
          <a:xfrm>
            <a:off x="521044" y="1280949"/>
            <a:ext cx="7928555" cy="523220"/>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rPr>
              <a:t>EY was tasked with helping a large tech company to achieve a long term goal of getting to a one (1) day close.</a:t>
            </a:r>
          </a:p>
        </p:txBody>
      </p:sp>
    </p:spTree>
    <p:extLst>
      <p:ext uri="{BB962C8B-B14F-4D97-AF65-F5344CB8AC3E}">
        <p14:creationId xmlns:p14="http://schemas.microsoft.com/office/powerpoint/2010/main" val="120984876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08F219-76E6-F8C0-C39B-5EF9EDD3CB11}"/>
              </a:ext>
            </a:extLst>
          </p:cNvPr>
          <p:cNvSpPr>
            <a:spLocks noGrp="1"/>
          </p:cNvSpPr>
          <p:nvPr>
            <p:ph type="title"/>
          </p:nvPr>
        </p:nvSpPr>
        <p:spPr/>
        <p:txBody>
          <a:bodyPr/>
          <a:lstStyle/>
          <a:p>
            <a:r>
              <a:rPr lang="en-US"/>
              <a:t>Case Study #2</a:t>
            </a:r>
            <a:br>
              <a:rPr lang="en-US"/>
            </a:br>
            <a:r>
              <a:rPr lang="en-US" b="0"/>
              <a:t>Record to Report Assessment</a:t>
            </a:r>
            <a:br>
              <a:rPr lang="en-US" b="0"/>
            </a:br>
            <a:endParaRPr lang="en-IN"/>
          </a:p>
        </p:txBody>
      </p:sp>
      <p:sp>
        <p:nvSpPr>
          <p:cNvPr id="5" name="Slide Number Placeholder 4">
            <a:extLst>
              <a:ext uri="{FF2B5EF4-FFF2-40B4-BE49-F238E27FC236}">
                <a16:creationId xmlns:a16="http://schemas.microsoft.com/office/drawing/2014/main" id="{1B4B0A9A-C006-6FA1-3C10-CC13CE2A1564}"/>
              </a:ext>
            </a:extLst>
          </p:cNvPr>
          <p:cNvSpPr>
            <a:spLocks noGrp="1"/>
          </p:cNvSpPr>
          <p:nvPr>
            <p:ph type="sldNum" sz="quarter" idx="12"/>
          </p:nvPr>
        </p:nvSpPr>
        <p:spPr/>
        <p:txBody>
          <a:bodyPr/>
          <a:lstStyle/>
          <a:p>
            <a:fld id="{94FCA0F3-9F3A-694B-99BB-0E592A797735}" type="slidenum">
              <a:rPr lang="en-US" smtClean="0"/>
              <a:t>126</a:t>
            </a:fld>
            <a:endParaRPr lang="en-US"/>
          </a:p>
        </p:txBody>
      </p:sp>
      <p:sp>
        <p:nvSpPr>
          <p:cNvPr id="6" name="Date Placeholder 5">
            <a:extLst>
              <a:ext uri="{FF2B5EF4-FFF2-40B4-BE49-F238E27FC236}">
                <a16:creationId xmlns:a16="http://schemas.microsoft.com/office/drawing/2014/main" id="{71D9C278-BCD2-79BD-D1B3-77648453C918}"/>
              </a:ext>
            </a:extLst>
          </p:cNvPr>
          <p:cNvSpPr>
            <a:spLocks noGrp="1"/>
          </p:cNvSpPr>
          <p:nvPr>
            <p:ph type="dt" sz="half" idx="10"/>
          </p:nvPr>
        </p:nvSpPr>
        <p:spPr/>
        <p:txBody>
          <a:bodyPr/>
          <a:lstStyle/>
          <a:p>
            <a:fld id="{EA022EAD-944C-4545-BC41-28C58A6B2C36}" type="datetime1">
              <a:rPr lang="en-US" smtClean="0"/>
              <a:t>9/19/2025</a:t>
            </a:fld>
            <a:endParaRPr lang="en-US"/>
          </a:p>
        </p:txBody>
      </p:sp>
      <p:sp>
        <p:nvSpPr>
          <p:cNvPr id="8" name="SmartArt Placeholder 7">
            <a:extLst>
              <a:ext uri="{FF2B5EF4-FFF2-40B4-BE49-F238E27FC236}">
                <a16:creationId xmlns:a16="http://schemas.microsoft.com/office/drawing/2014/main" id="{48298632-0A5C-787D-B0B9-3AC8731EB80B}"/>
              </a:ext>
            </a:extLst>
          </p:cNvPr>
          <p:cNvSpPr>
            <a:spLocks noGrp="1"/>
          </p:cNvSpPr>
          <p:nvPr>
            <p:ph type="dgm" sz="quarter" idx="17"/>
          </p:nvPr>
        </p:nvSpPr>
        <p:spPr/>
        <p:txBody>
          <a:bodyPr/>
          <a:lstStyle/>
          <a:p>
            <a:endParaRPr lang="en-IN"/>
          </a:p>
        </p:txBody>
      </p:sp>
      <p:graphicFrame>
        <p:nvGraphicFramePr>
          <p:cNvPr id="9" name="Group 30">
            <a:extLst>
              <a:ext uri="{FF2B5EF4-FFF2-40B4-BE49-F238E27FC236}">
                <a16:creationId xmlns:a16="http://schemas.microsoft.com/office/drawing/2014/main" id="{57ECAEA9-53EA-D8DA-0B33-DC31B80D3FE5}"/>
              </a:ext>
            </a:extLst>
          </p:cNvPr>
          <p:cNvGraphicFramePr>
            <a:graphicFrameLocks noGrp="1"/>
          </p:cNvGraphicFramePr>
          <p:nvPr>
            <p:extLst>
              <p:ext uri="{D42A27DB-BD31-4B8C-83A1-F6EECF244321}">
                <p14:modId xmlns:p14="http://schemas.microsoft.com/office/powerpoint/2010/main" val="3516695588"/>
              </p:ext>
            </p:extLst>
          </p:nvPr>
        </p:nvGraphicFramePr>
        <p:xfrm>
          <a:off x="521044" y="1906725"/>
          <a:ext cx="7928555" cy="4260487"/>
        </p:xfrm>
        <a:graphic>
          <a:graphicData uri="http://schemas.openxmlformats.org/drawingml/2006/table">
            <a:tbl>
              <a:tblPr/>
              <a:tblGrid>
                <a:gridCol w="963853">
                  <a:extLst>
                    <a:ext uri="{9D8B030D-6E8A-4147-A177-3AD203B41FA5}">
                      <a16:colId xmlns:a16="http://schemas.microsoft.com/office/drawing/2014/main" val="20000"/>
                    </a:ext>
                  </a:extLst>
                </a:gridCol>
                <a:gridCol w="6964702">
                  <a:extLst>
                    <a:ext uri="{9D8B030D-6E8A-4147-A177-3AD203B41FA5}">
                      <a16:colId xmlns:a16="http://schemas.microsoft.com/office/drawing/2014/main" val="20001"/>
                    </a:ext>
                  </a:extLst>
                </a:gridCol>
              </a:tblGrid>
              <a:tr h="113357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873125" rtl="0" eaLnBrk="1" fontAlgn="base" latinLnBrk="0" hangingPunct="1">
                        <a:lnSpc>
                          <a:spcPct val="100000"/>
                        </a:lnSpc>
                        <a:spcBef>
                          <a:spcPct val="0"/>
                        </a:spcBef>
                        <a:spcAft>
                          <a:spcPct val="40000"/>
                        </a:spcAft>
                        <a:buClr>
                          <a:srgbClr val="FFD200"/>
                        </a:buClr>
                        <a:buSzPct val="75000"/>
                        <a:buFont typeface="Arial Unicode MS" pitchFamily="34" charset="-128"/>
                        <a:buNone/>
                        <a:tabLst/>
                      </a:pPr>
                      <a:r>
                        <a:rPr kumimoji="0" lang="en-US" sz="1050" b="1" i="0" u="none" strike="noStrike" cap="none" normalizeH="0" baseline="0">
                          <a:ln>
                            <a:noFill/>
                          </a:ln>
                          <a:solidFill>
                            <a:schemeClr val="accent1">
                              <a:lumMod val="50000"/>
                            </a:schemeClr>
                          </a:solidFill>
                          <a:effectLst/>
                          <a:latin typeface="EYInterstate Light" panose="02000506000000020004" pitchFamily="2" charset="0"/>
                          <a:cs typeface="Arial" charset="0"/>
                        </a:rPr>
                        <a:t>Business Need</a:t>
                      </a:r>
                    </a:p>
                  </a:txBody>
                  <a:tcPr marL="0" marR="27921" marT="47384" marB="47384" horzOverflow="overflow">
                    <a:lnL>
                      <a:noFill/>
                    </a:lnL>
                    <a:lnR w="9525" cap="flat" cmpd="sng" algn="ctr">
                      <a:solidFill>
                        <a:srgbClr val="C893C7"/>
                      </a:solidFill>
                      <a:prstDash val="solid"/>
                      <a:round/>
                      <a:headEnd type="none" w="med" len="med"/>
                      <a:tailEnd type="none" w="med" len="med"/>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4763" marR="0" lvl="0" indent="-4763" algn="l" defTabSz="873125" rtl="0" eaLnBrk="1" fontAlgn="base" latinLnBrk="0" hangingPunct="1">
                        <a:lnSpc>
                          <a:spcPct val="100000"/>
                        </a:lnSpc>
                        <a:spcBef>
                          <a:spcPct val="0"/>
                        </a:spcBef>
                        <a:spcAft>
                          <a:spcPct val="40000"/>
                        </a:spcAft>
                        <a:buClr>
                          <a:schemeClr val="tx1"/>
                        </a:buClr>
                        <a:buSzPct val="75000"/>
                        <a:buFont typeface="Arial" pitchFamily="34" charset="0"/>
                        <a:buNone/>
                        <a:tabLst>
                          <a:tab pos="323850" algn="l"/>
                        </a:tabLst>
                        <a:defRPr/>
                      </a:pPr>
                      <a:r>
                        <a:rPr lang="en-US" sz="1050" kern="1200">
                          <a:solidFill>
                            <a:srgbClr val="000000"/>
                          </a:solidFill>
                          <a:latin typeface="EYInterstate Light" panose="02000506000000020004" pitchFamily="2" charset="0"/>
                          <a:ea typeface="+mn-ea"/>
                          <a:cs typeface="+mn-cs"/>
                          <a:sym typeface="EYInterstate" pitchFamily="2" charset="0"/>
                        </a:rPr>
                        <a:t>This</a:t>
                      </a:r>
                      <a:r>
                        <a:rPr lang="en-US" sz="1050" kern="1200" baseline="0">
                          <a:solidFill>
                            <a:srgbClr val="000000"/>
                          </a:solidFill>
                          <a:latin typeface="EYInterstate Light" panose="02000506000000020004" pitchFamily="2" charset="0"/>
                          <a:ea typeface="+mn-ea"/>
                          <a:cs typeface="+mn-cs"/>
                          <a:sym typeface="EYInterstate" pitchFamily="2" charset="0"/>
                        </a:rPr>
                        <a:t> global diversified healthcare client’s North American operations included three finance centers in the US, in addition to their corporate office.  A previous finance benchmarking exercise identified that the finance centers were highly inefficient and leveraged disparate, manual processes – indicating there were  significant opportunities to reduce costs as compared to their peers.  Consolidating the finance centers represented one way to reduce costs and the client sought an objective assessment to better understand and capture the potential benefits in a business case and an improvement roadmap, which would be used to determine next steps.   </a:t>
                      </a:r>
                      <a:endParaRPr lang="en-US" sz="1050" kern="1200">
                        <a:solidFill>
                          <a:srgbClr val="000000"/>
                        </a:solidFill>
                        <a:latin typeface="EYInterstate Light" panose="02000506000000020004" pitchFamily="2" charset="0"/>
                        <a:ea typeface="+mn-ea"/>
                        <a:cs typeface="+mn-cs"/>
                        <a:sym typeface="EYInterstate" pitchFamily="2" charset="0"/>
                      </a:endParaRPr>
                    </a:p>
                  </a:txBody>
                  <a:tcPr marL="45720" marR="45720" horzOverflow="overflow">
                    <a:lnL w="9525" cap="flat" cmpd="sng" algn="ctr">
                      <a:solidFill>
                        <a:srgbClr val="C893C7"/>
                      </a:solidFill>
                      <a:prstDash val="solid"/>
                      <a:round/>
                      <a:headEnd type="none" w="med" len="med"/>
                      <a:tailEnd type="none" w="med" len="med"/>
                    </a:lnL>
                    <a:lnR>
                      <a:noFill/>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13357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873125" rtl="0" eaLnBrk="1" fontAlgn="base" latinLnBrk="0" hangingPunct="1">
                        <a:lnSpc>
                          <a:spcPct val="100000"/>
                        </a:lnSpc>
                        <a:spcBef>
                          <a:spcPct val="0"/>
                        </a:spcBef>
                        <a:spcAft>
                          <a:spcPct val="40000"/>
                        </a:spcAft>
                        <a:buClr>
                          <a:srgbClr val="FFD200"/>
                        </a:buClr>
                        <a:buSzPct val="75000"/>
                        <a:buFont typeface="Arial Unicode MS" pitchFamily="34" charset="-128"/>
                        <a:buNone/>
                        <a:tabLst/>
                      </a:pPr>
                      <a:r>
                        <a:rPr kumimoji="0" lang="en-US" sz="1050" b="1" i="0" u="none" strike="noStrike" cap="none" normalizeH="0" baseline="0">
                          <a:ln>
                            <a:noFill/>
                          </a:ln>
                          <a:solidFill>
                            <a:schemeClr val="accent1">
                              <a:lumMod val="50000"/>
                            </a:schemeClr>
                          </a:solidFill>
                          <a:effectLst/>
                          <a:latin typeface="EYInterstate Light" panose="02000506000000020004" pitchFamily="2" charset="0"/>
                          <a:cs typeface="Arial" charset="0"/>
                        </a:rPr>
                        <a:t>Engagement Summary and Objectives</a:t>
                      </a:r>
                    </a:p>
                  </a:txBody>
                  <a:tcPr marL="0" marR="27921" marT="47384" marB="47384" horzOverflow="overflow">
                    <a:lnL>
                      <a:noFill/>
                    </a:lnL>
                    <a:lnR w="9525" cap="flat" cmpd="sng" algn="ctr">
                      <a:solidFill>
                        <a:srgbClr val="C893C7"/>
                      </a:solidFill>
                      <a:prstDash val="solid"/>
                      <a:round/>
                      <a:headEnd type="none" w="med" len="med"/>
                      <a:tailEnd type="none" w="med" len="med"/>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4763" marR="0" lvl="0" indent="-4763" algn="l" defTabSz="873125" rtl="0" eaLnBrk="1" fontAlgn="base" latinLnBrk="0" hangingPunct="1">
                        <a:lnSpc>
                          <a:spcPct val="100000"/>
                        </a:lnSpc>
                        <a:spcBef>
                          <a:spcPct val="0"/>
                        </a:spcBef>
                        <a:spcAft>
                          <a:spcPct val="40000"/>
                        </a:spcAft>
                        <a:buClr>
                          <a:schemeClr val="tx1"/>
                        </a:buClr>
                        <a:buSzPct val="75000"/>
                        <a:buFont typeface="Arial" pitchFamily="34" charset="0"/>
                        <a:buNone/>
                        <a:tabLst>
                          <a:tab pos="323850" algn="l"/>
                        </a:tabLst>
                        <a:defRPr/>
                      </a:pPr>
                      <a:r>
                        <a:rPr kumimoji="0" lang="en-US" sz="1050" b="0" i="0" u="none" strike="noStrike" kern="1200" cap="none" normalizeH="0" baseline="0">
                          <a:ln>
                            <a:noFill/>
                          </a:ln>
                          <a:solidFill>
                            <a:srgbClr val="000000"/>
                          </a:solidFill>
                          <a:effectLst/>
                          <a:latin typeface="EYInterstate Light" panose="02000506000000020004" pitchFamily="2" charset="0"/>
                          <a:ea typeface="+mn-ea"/>
                          <a:cs typeface="Arial" pitchFamily="34" charset="0"/>
                          <a:sym typeface="EYInterstate" pitchFamily="2" charset="0"/>
                        </a:rPr>
                        <a:t>EY was engaged to assess the client’s Record to Report (R2R) processes across the client’s US finance centers.  The scope of the assessment included general accounting, intercompany, fixed and leased assets, inventory, financial close and consolidations, etc.  The output from the assessment was a detailed business case, as well as an implementation roadmap that sequenced key activities for transitioning from current to future state.  Once completed with the assessment, the EY team anticipates being further engaged to assess the client’s other business, as well as to assist with implementing the recommended initiatives.</a:t>
                      </a:r>
                    </a:p>
                  </a:txBody>
                  <a:tcPr marL="45720" marR="45720" horzOverflow="overflow">
                    <a:lnL w="9525" cap="flat" cmpd="sng" algn="ctr">
                      <a:solidFill>
                        <a:srgbClr val="C893C7"/>
                      </a:solidFill>
                      <a:prstDash val="solid"/>
                      <a:round/>
                      <a:headEnd type="none" w="med" len="med"/>
                      <a:tailEnd type="none" w="med" len="med"/>
                    </a:lnL>
                    <a:lnR>
                      <a:noFill/>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993347">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873125" rtl="0" eaLnBrk="1" fontAlgn="base" latinLnBrk="0" hangingPunct="1">
                        <a:lnSpc>
                          <a:spcPct val="100000"/>
                        </a:lnSpc>
                        <a:spcBef>
                          <a:spcPct val="0"/>
                        </a:spcBef>
                        <a:spcAft>
                          <a:spcPct val="40000"/>
                        </a:spcAft>
                        <a:buClr>
                          <a:srgbClr val="FFD200"/>
                        </a:buClr>
                        <a:buSzPct val="75000"/>
                        <a:buFont typeface="Arial Unicode MS" pitchFamily="34" charset="-128"/>
                        <a:buNone/>
                        <a:tabLst/>
                      </a:pPr>
                      <a:r>
                        <a:rPr kumimoji="0" lang="en-US" sz="1050" b="1" i="0" u="none" strike="noStrike" cap="none" normalizeH="0" baseline="0">
                          <a:ln>
                            <a:noFill/>
                          </a:ln>
                          <a:solidFill>
                            <a:schemeClr val="accent1">
                              <a:lumMod val="50000"/>
                            </a:schemeClr>
                          </a:solidFill>
                          <a:effectLst/>
                          <a:latin typeface="EYInterstate Light" panose="02000506000000020004" pitchFamily="2" charset="0"/>
                          <a:cs typeface="Arial" charset="0"/>
                        </a:rPr>
                        <a:t>EY Role</a:t>
                      </a:r>
                    </a:p>
                  </a:txBody>
                  <a:tcPr marL="0" marR="27921" marT="47384" marB="47384" horzOverflow="overflow">
                    <a:lnL>
                      <a:noFill/>
                    </a:lnL>
                    <a:lnR w="9525" cap="flat" cmpd="sng" algn="ctr">
                      <a:solidFill>
                        <a:srgbClr val="C893C7"/>
                      </a:solidFill>
                      <a:prstDash val="solid"/>
                      <a:round/>
                      <a:headEnd type="none" w="med" len="med"/>
                      <a:tailEnd type="none" w="med" len="med"/>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233363" marR="0" lvl="0" indent="-1158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50">
                          <a:solidFill>
                            <a:srgbClr val="000000"/>
                          </a:solidFill>
                          <a:latin typeface="EYInterstate Light" panose="02000506000000020004" pitchFamily="2" charset="0"/>
                        </a:rPr>
                        <a:t>Performed process owner interviews and documented current state process</a:t>
                      </a:r>
                      <a:r>
                        <a:rPr lang="en-US" sz="1050" baseline="0">
                          <a:solidFill>
                            <a:srgbClr val="000000"/>
                          </a:solidFill>
                          <a:latin typeface="EYInterstate Light" panose="02000506000000020004" pitchFamily="2" charset="0"/>
                        </a:rPr>
                        <a:t> flows </a:t>
                      </a:r>
                      <a:r>
                        <a:rPr lang="en-US" sz="1050">
                          <a:solidFill>
                            <a:srgbClr val="000000"/>
                          </a:solidFill>
                          <a:latin typeface="EYInterstate Light" panose="02000506000000020004" pitchFamily="2" charset="0"/>
                        </a:rPr>
                        <a:t>for each in-scope</a:t>
                      </a:r>
                      <a:r>
                        <a:rPr lang="en-US" sz="1050" baseline="0">
                          <a:solidFill>
                            <a:srgbClr val="000000"/>
                          </a:solidFill>
                          <a:latin typeface="EYInterstate Light" panose="02000506000000020004" pitchFamily="2" charset="0"/>
                        </a:rPr>
                        <a:t> location</a:t>
                      </a:r>
                    </a:p>
                    <a:p>
                      <a:pPr marL="233363" marR="0" lvl="0" indent="-1158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50" baseline="0">
                          <a:solidFill>
                            <a:srgbClr val="000000"/>
                          </a:solidFill>
                          <a:latin typeface="EYInterstate Light" panose="02000506000000020004" pitchFamily="2" charset="0"/>
                        </a:rPr>
                        <a:t>Identified gaps between processes and developed a plan to standardize processes across the sites</a:t>
                      </a:r>
                    </a:p>
                    <a:p>
                      <a:pPr marL="233363" marR="0" lvl="0" indent="-1158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50" baseline="0">
                          <a:solidFill>
                            <a:srgbClr val="000000"/>
                          </a:solidFill>
                          <a:latin typeface="EYInterstate Light" panose="02000506000000020004" pitchFamily="2" charset="0"/>
                        </a:rPr>
                        <a:t>Conducted a survey to evaluate how FTEs spend their time (and how many) across the R2R processes</a:t>
                      </a:r>
                    </a:p>
                    <a:p>
                      <a:pPr marL="233363" marR="0" lvl="0" indent="-1158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50" baseline="0">
                          <a:solidFill>
                            <a:srgbClr val="000000"/>
                          </a:solidFill>
                          <a:latin typeface="EYInterstate Light" panose="02000506000000020004" pitchFamily="2" charset="0"/>
                        </a:rPr>
                        <a:t>Leveraged the results of the survey to benchmark against EY Benchmarking information for Finance and IT</a:t>
                      </a:r>
                    </a:p>
                    <a:p>
                      <a:pPr marL="233363" marR="0" lvl="0" indent="-1158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50" baseline="0">
                          <a:solidFill>
                            <a:srgbClr val="000000"/>
                          </a:solidFill>
                          <a:latin typeface="EYInterstate Light" panose="02000506000000020004" pitchFamily="2" charset="0"/>
                        </a:rPr>
                        <a:t>Conducted a second FTE survey to assess how much time is spent on certain close activities in order to identify dependencies and efficiency opportunities</a:t>
                      </a:r>
                    </a:p>
                    <a:p>
                      <a:pPr marL="233363" marR="0" lvl="0" indent="-1158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50" baseline="0">
                          <a:solidFill>
                            <a:srgbClr val="000000"/>
                          </a:solidFill>
                          <a:latin typeface="EYInterstate Light" panose="02000506000000020004" pitchFamily="2" charset="0"/>
                        </a:rPr>
                        <a:t>Developed comprehensive business case that summarized all inputs and highlighting the costs, benefits and level of effort in moving forward with select scenarios (e.g., consolidating finance centers, moving to shared services, implementing new technology or processes)</a:t>
                      </a:r>
                    </a:p>
                    <a:p>
                      <a:pPr marL="233363" marR="0" lvl="0" indent="-1158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50" baseline="0">
                          <a:solidFill>
                            <a:srgbClr val="000000"/>
                          </a:solidFill>
                          <a:latin typeface="EYInterstate Light" panose="02000506000000020004" pitchFamily="2" charset="0"/>
                        </a:rPr>
                        <a:t>Developed a roadmap that prioritizes key initiatives (both quick wins and longer term) required to transition from current to desired future state</a:t>
                      </a:r>
                      <a:endParaRPr lang="en-US" sz="1050">
                        <a:solidFill>
                          <a:srgbClr val="000000"/>
                        </a:solidFill>
                        <a:latin typeface="EYInterstate Light" panose="02000506000000020004" pitchFamily="2" charset="0"/>
                      </a:endParaRPr>
                    </a:p>
                  </a:txBody>
                  <a:tcPr marL="45720" marR="45720" horzOverflow="overflow">
                    <a:lnL w="9525" cap="flat" cmpd="sng" algn="ctr">
                      <a:solidFill>
                        <a:srgbClr val="C893C7"/>
                      </a:solidFill>
                      <a:prstDash val="solid"/>
                      <a:round/>
                      <a:headEnd type="none" w="med" len="med"/>
                      <a:tailEnd type="none" w="med" len="med"/>
                    </a:lnL>
                    <a:lnR>
                      <a:noFill/>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10" name="Rectangle 3">
            <a:extLst>
              <a:ext uri="{FF2B5EF4-FFF2-40B4-BE49-F238E27FC236}">
                <a16:creationId xmlns:a16="http://schemas.microsoft.com/office/drawing/2014/main" id="{5F63C1E6-6D8B-58DA-4968-9C7A040632DF}"/>
              </a:ext>
            </a:extLst>
          </p:cNvPr>
          <p:cNvSpPr>
            <a:spLocks noChangeArrowheads="1"/>
          </p:cNvSpPr>
          <p:nvPr/>
        </p:nvSpPr>
        <p:spPr bwMode="auto">
          <a:xfrm>
            <a:off x="8684125" y="1906725"/>
            <a:ext cx="2847766" cy="3796543"/>
          </a:xfrm>
          <a:prstGeom prst="rect">
            <a:avLst/>
          </a:prstGeom>
          <a:solidFill>
            <a:srgbClr val="FFE600">
              <a:lumMod val="20000"/>
              <a:lumOff val="80000"/>
            </a:srgbClr>
          </a:solidFill>
          <a:ln w="6350">
            <a:solidFill>
              <a:srgbClr val="646464">
                <a:lumMod val="20000"/>
                <a:lumOff val="80000"/>
              </a:srgbClr>
            </a:solidFill>
            <a:miter lim="800000"/>
            <a:headEnd/>
            <a:tailEnd/>
          </a:ln>
          <a:effectLst/>
        </p:spPr>
        <p:txBody>
          <a:bodyPr lIns="92059" tIns="91440" rIns="92059" bIns="46031" anchor="t"/>
          <a:lstStyle/>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endParaRPr kumimoji="0" lang="en-US" sz="1200" b="0" i="0" u="none" strike="noStrike" kern="0" cap="none" spc="0" normalizeH="0" baseline="0" noProof="0">
              <a:ln>
                <a:noFill/>
              </a:ln>
              <a:solidFill>
                <a:srgbClr val="646464"/>
              </a:solidFill>
              <a:effectLst/>
              <a:uLnTx/>
              <a:uFillTx/>
            </a:endParaRPr>
          </a:p>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r>
              <a:rPr kumimoji="0" lang="en-US" sz="1200" b="0" i="0" u="none" strike="noStrike" kern="0" cap="none" spc="0" normalizeH="0" baseline="0" noProof="0">
                <a:ln>
                  <a:noFill/>
                </a:ln>
                <a:solidFill>
                  <a:srgbClr val="646464"/>
                </a:solidFill>
                <a:effectLst/>
                <a:uLnTx/>
                <a:uFillTx/>
              </a:rPr>
              <a:t>Objective point of view on how their cost of finance compares with peers</a:t>
            </a:r>
          </a:p>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r>
              <a:rPr kumimoji="0" lang="en-US" sz="1200" b="0" i="0" u="none" strike="noStrike" kern="0" cap="none" spc="0" normalizeH="0" baseline="0" noProof="0">
                <a:ln>
                  <a:noFill/>
                </a:ln>
                <a:solidFill>
                  <a:srgbClr val="646464"/>
                </a:solidFill>
                <a:effectLst/>
                <a:uLnTx/>
                <a:uFillTx/>
              </a:rPr>
              <a:t>Clear picture of current state finance processes, including gaps, and a path forward for standardization</a:t>
            </a:r>
          </a:p>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r>
              <a:rPr kumimoji="0" lang="en-US" sz="1200" b="0" i="0" u="none" strike="noStrike" kern="0" cap="none" spc="0" normalizeH="0" baseline="0" noProof="0">
                <a:ln>
                  <a:noFill/>
                </a:ln>
                <a:solidFill>
                  <a:srgbClr val="646464"/>
                </a:solidFill>
                <a:effectLst/>
                <a:uLnTx/>
                <a:uFillTx/>
              </a:rPr>
              <a:t>A detailed business case providing scenario and sensitivity analysis which captures the cost benefit of moving forward with recommendations</a:t>
            </a:r>
          </a:p>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r>
              <a:rPr kumimoji="0" lang="en-US" sz="1200" b="0" i="0" u="none" strike="noStrike" kern="0" cap="none" spc="0" normalizeH="0" baseline="0" noProof="0">
                <a:ln>
                  <a:noFill/>
                </a:ln>
                <a:solidFill>
                  <a:srgbClr val="646464"/>
                </a:solidFill>
                <a:effectLst/>
                <a:uLnTx/>
                <a:uFillTx/>
              </a:rPr>
              <a:t>An actionable roadmap to implement their future state vision once a path is selected</a:t>
            </a:r>
          </a:p>
          <a:p>
            <a:pPr marL="0" marR="0" lvl="0" indent="0" defTabSz="914400" eaLnBrk="0" fontAlgn="base" latinLnBrk="0" hangingPunct="0">
              <a:lnSpc>
                <a:spcPct val="100000"/>
              </a:lnSpc>
              <a:spcBef>
                <a:spcPct val="40000"/>
              </a:spcBef>
              <a:spcAft>
                <a:spcPts val="1200"/>
              </a:spcAft>
              <a:buClr>
                <a:srgbClr val="FFC000"/>
              </a:buClr>
              <a:buSzTx/>
              <a:buFontTx/>
              <a:buNone/>
              <a:tabLst/>
              <a:defRPr/>
            </a:pPr>
            <a:endParaRPr kumimoji="0" lang="en-US" sz="1200" b="1" i="0" u="none" strike="noStrike" kern="0" cap="none" spc="0" normalizeH="0" baseline="0" noProof="0">
              <a:ln>
                <a:noFill/>
              </a:ln>
              <a:solidFill>
                <a:srgbClr val="646464"/>
              </a:solidFill>
              <a:effectLst/>
              <a:uLnTx/>
              <a:uFillTx/>
              <a:cs typeface="Arial" pitchFamily="34" charset="0"/>
            </a:endParaRPr>
          </a:p>
        </p:txBody>
      </p:sp>
      <p:sp>
        <p:nvSpPr>
          <p:cNvPr id="11" name="Rectangle 5">
            <a:extLst>
              <a:ext uri="{FF2B5EF4-FFF2-40B4-BE49-F238E27FC236}">
                <a16:creationId xmlns:a16="http://schemas.microsoft.com/office/drawing/2014/main" id="{B0FDA4CA-6124-6169-86E4-8985EC83B0B1}"/>
              </a:ext>
            </a:extLst>
          </p:cNvPr>
          <p:cNvSpPr>
            <a:spLocks noChangeArrowheads="1"/>
          </p:cNvSpPr>
          <p:nvPr/>
        </p:nvSpPr>
        <p:spPr bwMode="auto">
          <a:xfrm>
            <a:off x="8684125" y="1396601"/>
            <a:ext cx="2847766" cy="300631"/>
          </a:xfrm>
          <a:prstGeom prst="rect">
            <a:avLst/>
          </a:prstGeom>
          <a:solidFill>
            <a:srgbClr val="FFE600"/>
          </a:solidFill>
          <a:ln w="6350">
            <a:solidFill>
              <a:srgbClr val="000000"/>
            </a:solidFill>
            <a:miter lim="800000"/>
            <a:headEnd/>
            <a:tailEnd/>
          </a:ln>
        </p:spPr>
        <p:txBody>
          <a:bodyPr wrap="none" lIns="45712" tIns="45712" rIns="45712" bIns="45712" anchor="ct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400" b="1" i="0" u="sng" strike="noStrike" kern="0" cap="none" spc="0" normalizeH="0" baseline="0" noProof="0">
                <a:ln>
                  <a:noFill/>
                </a:ln>
                <a:solidFill>
                  <a:srgbClr val="000000"/>
                </a:solidFill>
                <a:effectLst/>
                <a:uLnTx/>
                <a:uFillTx/>
              </a:rPr>
              <a:t>Value Delivered</a:t>
            </a:r>
          </a:p>
        </p:txBody>
      </p:sp>
      <p:sp>
        <p:nvSpPr>
          <p:cNvPr id="12" name="Rectangle 11">
            <a:extLst>
              <a:ext uri="{FF2B5EF4-FFF2-40B4-BE49-F238E27FC236}">
                <a16:creationId xmlns:a16="http://schemas.microsoft.com/office/drawing/2014/main" id="{4D0AD2A4-6A10-9A9E-2208-3C911F6C2504}"/>
              </a:ext>
            </a:extLst>
          </p:cNvPr>
          <p:cNvSpPr/>
          <p:nvPr/>
        </p:nvSpPr>
        <p:spPr>
          <a:xfrm>
            <a:off x="521044" y="1290093"/>
            <a:ext cx="7928555" cy="523220"/>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rPr>
              <a:t>EY was tasked with helping a Global Diversified Healthcare Company to </a:t>
            </a:r>
            <a:r>
              <a:rPr kumimoji="0" lang="en-US" sz="1400" b="0" i="0" u="none" strike="noStrike" kern="0" cap="none" spc="0" normalizeH="0" baseline="0" noProof="0">
                <a:ln>
                  <a:noFill/>
                </a:ln>
                <a:solidFill>
                  <a:srgbClr val="000000"/>
                </a:solidFill>
                <a:effectLst/>
                <a:uLnTx/>
                <a:uFillTx/>
                <a:cs typeface="Arial" pitchFamily="34" charset="0"/>
                <a:sym typeface="EYInterstate" pitchFamily="2" charset="0"/>
              </a:rPr>
              <a:t>assess the client’s Record to Report (R2R) processes across the client’s US finance centers</a:t>
            </a:r>
            <a:endParaRPr kumimoji="0" lang="en-US" sz="1400" b="0" i="0" u="none" strike="noStrike" kern="0" cap="none" spc="0" normalizeH="0" baseline="0" noProof="0">
              <a:ln>
                <a:noFill/>
              </a:ln>
              <a:solidFill>
                <a:srgbClr val="000000"/>
              </a:solidFill>
              <a:effectLst/>
              <a:uLnTx/>
              <a:uFillTx/>
            </a:endParaRPr>
          </a:p>
        </p:txBody>
      </p:sp>
    </p:spTree>
    <p:extLst>
      <p:ext uri="{BB962C8B-B14F-4D97-AF65-F5344CB8AC3E}">
        <p14:creationId xmlns:p14="http://schemas.microsoft.com/office/powerpoint/2010/main" val="2327675099"/>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E86128-EDEF-1CFA-A201-3C11C1D2E24B}"/>
              </a:ext>
            </a:extLst>
          </p:cNvPr>
          <p:cNvSpPr>
            <a:spLocks noGrp="1"/>
          </p:cNvSpPr>
          <p:nvPr>
            <p:ph type="title"/>
          </p:nvPr>
        </p:nvSpPr>
        <p:spPr/>
        <p:txBody>
          <a:bodyPr/>
          <a:lstStyle/>
          <a:p>
            <a:r>
              <a:rPr lang="en-US"/>
              <a:t>Case Study #3</a:t>
            </a:r>
            <a:br>
              <a:rPr lang="en-US"/>
            </a:br>
            <a:r>
              <a:rPr lang="en-US" b="0"/>
              <a:t>Close Optimization</a:t>
            </a:r>
            <a:br>
              <a:rPr lang="en-US" b="0"/>
            </a:br>
            <a:endParaRPr lang="en-IN"/>
          </a:p>
        </p:txBody>
      </p:sp>
      <p:sp>
        <p:nvSpPr>
          <p:cNvPr id="5" name="Slide Number Placeholder 4">
            <a:extLst>
              <a:ext uri="{FF2B5EF4-FFF2-40B4-BE49-F238E27FC236}">
                <a16:creationId xmlns:a16="http://schemas.microsoft.com/office/drawing/2014/main" id="{484BA588-77FD-4611-4BCE-807CFE9D05F3}"/>
              </a:ext>
            </a:extLst>
          </p:cNvPr>
          <p:cNvSpPr>
            <a:spLocks noGrp="1"/>
          </p:cNvSpPr>
          <p:nvPr>
            <p:ph type="sldNum" sz="quarter" idx="12"/>
          </p:nvPr>
        </p:nvSpPr>
        <p:spPr/>
        <p:txBody>
          <a:bodyPr/>
          <a:lstStyle/>
          <a:p>
            <a:fld id="{94FCA0F3-9F3A-694B-99BB-0E592A797735}" type="slidenum">
              <a:rPr lang="en-US" smtClean="0"/>
              <a:t>127</a:t>
            </a:fld>
            <a:endParaRPr lang="en-US"/>
          </a:p>
        </p:txBody>
      </p:sp>
      <p:sp>
        <p:nvSpPr>
          <p:cNvPr id="6" name="Date Placeholder 5">
            <a:extLst>
              <a:ext uri="{FF2B5EF4-FFF2-40B4-BE49-F238E27FC236}">
                <a16:creationId xmlns:a16="http://schemas.microsoft.com/office/drawing/2014/main" id="{C6044EAB-D3F8-0636-34CE-DA874CA6C06E}"/>
              </a:ext>
            </a:extLst>
          </p:cNvPr>
          <p:cNvSpPr>
            <a:spLocks noGrp="1"/>
          </p:cNvSpPr>
          <p:nvPr>
            <p:ph type="dt" sz="half" idx="10"/>
          </p:nvPr>
        </p:nvSpPr>
        <p:spPr/>
        <p:txBody>
          <a:bodyPr/>
          <a:lstStyle/>
          <a:p>
            <a:fld id="{A54BBF1B-D7D3-4CBC-AB58-6CDFA6A5658A}" type="datetime1">
              <a:rPr lang="en-US" smtClean="0"/>
              <a:t>9/19/2025</a:t>
            </a:fld>
            <a:endParaRPr lang="en-US"/>
          </a:p>
        </p:txBody>
      </p:sp>
      <p:sp>
        <p:nvSpPr>
          <p:cNvPr id="8" name="SmartArt Placeholder 7">
            <a:extLst>
              <a:ext uri="{FF2B5EF4-FFF2-40B4-BE49-F238E27FC236}">
                <a16:creationId xmlns:a16="http://schemas.microsoft.com/office/drawing/2014/main" id="{E3A1AF0D-5FD0-0FEB-A0B6-7927E66F4246}"/>
              </a:ext>
            </a:extLst>
          </p:cNvPr>
          <p:cNvSpPr>
            <a:spLocks noGrp="1"/>
          </p:cNvSpPr>
          <p:nvPr>
            <p:ph type="dgm" sz="quarter" idx="17"/>
          </p:nvPr>
        </p:nvSpPr>
        <p:spPr/>
        <p:txBody>
          <a:bodyPr/>
          <a:lstStyle/>
          <a:p>
            <a:endParaRPr lang="en-IN"/>
          </a:p>
        </p:txBody>
      </p:sp>
      <p:graphicFrame>
        <p:nvGraphicFramePr>
          <p:cNvPr id="9" name="Group 30">
            <a:extLst>
              <a:ext uri="{FF2B5EF4-FFF2-40B4-BE49-F238E27FC236}">
                <a16:creationId xmlns:a16="http://schemas.microsoft.com/office/drawing/2014/main" id="{90B77911-7B3E-5328-CB72-92D4D222096A}"/>
              </a:ext>
            </a:extLst>
          </p:cNvPr>
          <p:cNvGraphicFramePr>
            <a:graphicFrameLocks noGrp="1"/>
          </p:cNvGraphicFramePr>
          <p:nvPr>
            <p:extLst>
              <p:ext uri="{D42A27DB-BD31-4B8C-83A1-F6EECF244321}">
                <p14:modId xmlns:p14="http://schemas.microsoft.com/office/powerpoint/2010/main" val="3529183187"/>
              </p:ext>
            </p:extLst>
          </p:nvPr>
        </p:nvGraphicFramePr>
        <p:xfrm>
          <a:off x="622257" y="1305161"/>
          <a:ext cx="7987336" cy="5022039"/>
        </p:xfrm>
        <a:graphic>
          <a:graphicData uri="http://schemas.openxmlformats.org/drawingml/2006/table">
            <a:tbl>
              <a:tblPr/>
              <a:tblGrid>
                <a:gridCol w="970999">
                  <a:extLst>
                    <a:ext uri="{9D8B030D-6E8A-4147-A177-3AD203B41FA5}">
                      <a16:colId xmlns:a16="http://schemas.microsoft.com/office/drawing/2014/main" val="20000"/>
                    </a:ext>
                  </a:extLst>
                </a:gridCol>
                <a:gridCol w="7016337">
                  <a:extLst>
                    <a:ext uri="{9D8B030D-6E8A-4147-A177-3AD203B41FA5}">
                      <a16:colId xmlns:a16="http://schemas.microsoft.com/office/drawing/2014/main" val="20001"/>
                    </a:ext>
                  </a:extLst>
                </a:gridCol>
              </a:tblGrid>
              <a:tr h="1318719">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873125" rtl="0" eaLnBrk="1" fontAlgn="base" latinLnBrk="0" hangingPunct="1">
                        <a:lnSpc>
                          <a:spcPct val="100000"/>
                        </a:lnSpc>
                        <a:spcBef>
                          <a:spcPct val="0"/>
                        </a:spcBef>
                        <a:spcAft>
                          <a:spcPct val="40000"/>
                        </a:spcAft>
                        <a:buClr>
                          <a:srgbClr val="FFD200"/>
                        </a:buClr>
                        <a:buSzPct val="75000"/>
                        <a:buFont typeface="Arial Unicode MS" pitchFamily="34" charset="-128"/>
                        <a:buNone/>
                        <a:tabLst/>
                      </a:pPr>
                      <a:r>
                        <a:rPr kumimoji="0" lang="en-US" sz="1050" b="1" i="0" u="none" strike="noStrike" cap="none" normalizeH="0" baseline="0">
                          <a:ln>
                            <a:noFill/>
                          </a:ln>
                          <a:solidFill>
                            <a:schemeClr val="accent1">
                              <a:lumMod val="50000"/>
                            </a:schemeClr>
                          </a:solidFill>
                          <a:effectLst/>
                          <a:latin typeface="EYInterstate Light" panose="02000506000000020004" pitchFamily="2" charset="0"/>
                          <a:cs typeface="Arial" charset="0"/>
                        </a:rPr>
                        <a:t>Business Need</a:t>
                      </a:r>
                    </a:p>
                  </a:txBody>
                  <a:tcPr marL="0" marR="27921" marT="47384" marB="47384" horzOverflow="overflow">
                    <a:lnL>
                      <a:noFill/>
                    </a:lnL>
                    <a:lnR w="9525" cap="flat" cmpd="sng" algn="ctr">
                      <a:solidFill>
                        <a:srgbClr val="C893C7"/>
                      </a:solidFill>
                      <a:prstDash val="solid"/>
                      <a:round/>
                      <a:headEnd type="none" w="med" len="med"/>
                      <a:tailEnd type="none" w="med" len="med"/>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12713" lvl="1" indent="-112713" eaLnBrk="0" fontAlgn="base" hangingPunct="0">
                        <a:spcBef>
                          <a:spcPts val="300"/>
                        </a:spcBef>
                        <a:spcAft>
                          <a:spcPct val="0"/>
                        </a:spcAft>
                        <a:buClrTx/>
                        <a:buSzPct val="100000"/>
                        <a:buFont typeface="Arial" panose="020B0604020202020204" pitchFamily="34" charset="0"/>
                        <a:buChar char="•"/>
                        <a:defRPr/>
                      </a:pPr>
                      <a:r>
                        <a:rPr lang="en-US" sz="1050" kern="0">
                          <a:solidFill>
                            <a:schemeClr val="bg1"/>
                          </a:solidFill>
                          <a:latin typeface="EYInterstate Light" panose="02000506000000020004" pitchFamily="2" charset="0"/>
                          <a:cs typeface="Arial" pitchFamily="34" charset="0"/>
                        </a:rPr>
                        <a:t>Migrate from unsupported close management tool</a:t>
                      </a:r>
                    </a:p>
                    <a:p>
                      <a:pPr marL="112713" lvl="1" indent="-112713" eaLnBrk="0" fontAlgn="base" hangingPunct="0">
                        <a:spcBef>
                          <a:spcPts val="300"/>
                        </a:spcBef>
                        <a:spcAft>
                          <a:spcPct val="0"/>
                        </a:spcAft>
                        <a:buClrTx/>
                        <a:buSzPct val="100000"/>
                        <a:buFont typeface="Arial" panose="020B0604020202020204" pitchFamily="34" charset="0"/>
                        <a:buChar char="•"/>
                        <a:defRPr/>
                      </a:pPr>
                      <a:r>
                        <a:rPr lang="en-US" sz="1050" kern="0">
                          <a:solidFill>
                            <a:schemeClr val="bg1"/>
                          </a:solidFill>
                          <a:latin typeface="EYInterstate Light" panose="02000506000000020004" pitchFamily="2" charset="0"/>
                          <a:cs typeface="Arial" pitchFamily="34" charset="0"/>
                        </a:rPr>
                        <a:t>Define task parameters/ granularity. Develop review workflow and support repository around month-end tasks</a:t>
                      </a:r>
                    </a:p>
                    <a:p>
                      <a:pPr marL="112713" lvl="1" indent="-112713" eaLnBrk="0" fontAlgn="base" hangingPunct="0">
                        <a:spcBef>
                          <a:spcPct val="40000"/>
                        </a:spcBef>
                        <a:spcAft>
                          <a:spcPct val="0"/>
                        </a:spcAft>
                        <a:buClrTx/>
                        <a:buSzPct val="100000"/>
                        <a:buFont typeface="Arial" panose="020B0604020202020204" pitchFamily="34" charset="0"/>
                        <a:buChar char="•"/>
                        <a:defRPr/>
                      </a:pPr>
                      <a:r>
                        <a:rPr lang="en-US" sz="1050" kern="0">
                          <a:solidFill>
                            <a:schemeClr val="bg1"/>
                          </a:solidFill>
                          <a:latin typeface="EYInterstate Light" panose="02000506000000020004" pitchFamily="2" charset="0"/>
                          <a:cs typeface="Arial" pitchFamily="34" charset="0"/>
                        </a:rPr>
                        <a:t>Reconciliation processes were manually intensive and decentralized</a:t>
                      </a:r>
                    </a:p>
                    <a:p>
                      <a:pPr marL="112713" lvl="1" indent="-112713" eaLnBrk="0" fontAlgn="base" hangingPunct="0">
                        <a:spcBef>
                          <a:spcPts val="300"/>
                        </a:spcBef>
                        <a:spcAft>
                          <a:spcPct val="0"/>
                        </a:spcAft>
                        <a:buClrTx/>
                        <a:buSzPct val="100000"/>
                        <a:buFont typeface="Arial" panose="020B0604020202020204" pitchFamily="34" charset="0"/>
                        <a:buChar char="•"/>
                        <a:defRPr/>
                      </a:pPr>
                      <a:r>
                        <a:rPr lang="en-US" sz="1050" kern="0">
                          <a:solidFill>
                            <a:schemeClr val="bg1"/>
                          </a:solidFill>
                          <a:latin typeface="EYInterstate Light" panose="02000506000000020004" pitchFamily="2" charset="0"/>
                          <a:cs typeface="Arial" pitchFamily="34" charset="0"/>
                        </a:rPr>
                        <a:t>Account ownership unclear, out of balance amounts remained stagnant due to lack of visibility</a:t>
                      </a:r>
                    </a:p>
                    <a:p>
                      <a:pPr marL="112713" lvl="1" indent="-112713" eaLnBrk="0" fontAlgn="base" hangingPunct="0">
                        <a:spcBef>
                          <a:spcPts val="300"/>
                        </a:spcBef>
                        <a:spcAft>
                          <a:spcPct val="0"/>
                        </a:spcAft>
                        <a:buClrTx/>
                        <a:buSzPct val="100000"/>
                        <a:buFont typeface="Arial" panose="020B0604020202020204" pitchFamily="34" charset="0"/>
                        <a:buChar char="•"/>
                        <a:defRPr/>
                      </a:pPr>
                      <a:r>
                        <a:rPr lang="en-US" sz="1050" kern="0">
                          <a:solidFill>
                            <a:schemeClr val="bg1"/>
                          </a:solidFill>
                          <a:latin typeface="EYInterstate Light" panose="02000506000000020004" pitchFamily="2" charset="0"/>
                          <a:cs typeface="Arial" pitchFamily="34" charset="0"/>
                        </a:rPr>
                        <a:t>Reconciliation policy not set, lacking procedures &amp; support </a:t>
                      </a:r>
                    </a:p>
                    <a:p>
                      <a:pPr marL="112713" lvl="1" indent="-112713" eaLnBrk="0" fontAlgn="base" hangingPunct="0">
                        <a:spcBef>
                          <a:spcPct val="40000"/>
                        </a:spcBef>
                        <a:spcAft>
                          <a:spcPct val="0"/>
                        </a:spcAft>
                        <a:buClrTx/>
                        <a:buSzPct val="100000"/>
                        <a:buFont typeface="Arial" panose="020B0604020202020204" pitchFamily="34" charset="0"/>
                        <a:buChar char="•"/>
                        <a:defRPr/>
                      </a:pPr>
                      <a:r>
                        <a:rPr lang="en-US" sz="1050" kern="0">
                          <a:solidFill>
                            <a:schemeClr val="bg1"/>
                          </a:solidFill>
                          <a:latin typeface="EYInterstate Light" panose="02000506000000020004" pitchFamily="2" charset="0"/>
                          <a:cs typeface="Arial" pitchFamily="34" charset="0"/>
                        </a:rPr>
                        <a:t>Lack of controls around inactive account population prevented reporting for process tracking </a:t>
                      </a:r>
                    </a:p>
                  </a:txBody>
                  <a:tcPr marL="45720" marR="45720" horzOverflow="overflow">
                    <a:lnL w="9525" cap="flat" cmpd="sng" algn="ctr">
                      <a:solidFill>
                        <a:srgbClr val="C893C7"/>
                      </a:solidFill>
                      <a:prstDash val="solid"/>
                      <a:round/>
                      <a:headEnd type="none" w="med" len="med"/>
                      <a:tailEnd type="none" w="med" len="med"/>
                    </a:lnL>
                    <a:lnR>
                      <a:noFill/>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161558">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873125" rtl="0" eaLnBrk="1" fontAlgn="base" latinLnBrk="0" hangingPunct="1">
                        <a:lnSpc>
                          <a:spcPct val="100000"/>
                        </a:lnSpc>
                        <a:spcBef>
                          <a:spcPct val="0"/>
                        </a:spcBef>
                        <a:spcAft>
                          <a:spcPct val="40000"/>
                        </a:spcAft>
                        <a:buClr>
                          <a:srgbClr val="FFD200"/>
                        </a:buClr>
                        <a:buSzPct val="75000"/>
                        <a:buFont typeface="Arial Unicode MS" pitchFamily="34" charset="-128"/>
                        <a:buNone/>
                        <a:tabLst/>
                      </a:pPr>
                      <a:r>
                        <a:rPr kumimoji="0" lang="en-US" sz="1050" b="1" i="0" u="none" strike="noStrike" cap="none" normalizeH="0" baseline="0">
                          <a:ln>
                            <a:noFill/>
                          </a:ln>
                          <a:solidFill>
                            <a:schemeClr val="accent1">
                              <a:lumMod val="50000"/>
                            </a:schemeClr>
                          </a:solidFill>
                          <a:effectLst/>
                          <a:latin typeface="EYInterstate Light" panose="02000506000000020004" pitchFamily="2" charset="0"/>
                          <a:cs typeface="Arial" charset="0"/>
                        </a:rPr>
                        <a:t>Engagement Summary and Objectives</a:t>
                      </a:r>
                    </a:p>
                  </a:txBody>
                  <a:tcPr marL="0" marR="27921" marT="47384" marB="47384" horzOverflow="overflow">
                    <a:lnL>
                      <a:noFill/>
                    </a:lnL>
                    <a:lnR w="9525" cap="flat" cmpd="sng" algn="ctr">
                      <a:solidFill>
                        <a:srgbClr val="C893C7"/>
                      </a:solidFill>
                      <a:prstDash val="solid"/>
                      <a:round/>
                      <a:headEnd type="none" w="med" len="med"/>
                      <a:tailEnd type="none" w="med" len="med"/>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Develop financial close task definitions to operationalize close management tool </a:t>
                      </a:r>
                    </a:p>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Enable standardization, visibility, reporting, consistency and set process efficiencies across account reconciliation processes</a:t>
                      </a:r>
                    </a:p>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Create a framework of controls, ownership and workflow around account balances and associated clearing process</a:t>
                      </a:r>
                    </a:p>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Tool Implemented: BlackLine Task and Reconciliations Modules</a:t>
                      </a:r>
                    </a:p>
                  </a:txBody>
                  <a:tcPr marL="45720" marR="45720" horzOverflow="overflow">
                    <a:lnL w="9525" cap="flat" cmpd="sng" algn="ctr">
                      <a:solidFill>
                        <a:srgbClr val="C893C7"/>
                      </a:solidFill>
                      <a:prstDash val="solid"/>
                      <a:round/>
                      <a:headEnd type="none" w="med" len="med"/>
                      <a:tailEnd type="none" w="med" len="med"/>
                    </a:lnL>
                    <a:lnR>
                      <a:noFill/>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168201">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873125" rtl="0" eaLnBrk="1" fontAlgn="base" latinLnBrk="0" hangingPunct="1">
                        <a:lnSpc>
                          <a:spcPct val="100000"/>
                        </a:lnSpc>
                        <a:spcBef>
                          <a:spcPct val="0"/>
                        </a:spcBef>
                        <a:spcAft>
                          <a:spcPct val="40000"/>
                        </a:spcAft>
                        <a:buClr>
                          <a:srgbClr val="FFD200"/>
                        </a:buClr>
                        <a:buSzPct val="75000"/>
                        <a:buFont typeface="Arial Unicode MS" pitchFamily="34" charset="-128"/>
                        <a:buNone/>
                        <a:tabLst/>
                      </a:pPr>
                      <a:r>
                        <a:rPr kumimoji="0" lang="en-US" sz="1050" b="1" i="0" u="none" strike="noStrike" cap="none" normalizeH="0" baseline="0">
                          <a:ln>
                            <a:noFill/>
                          </a:ln>
                          <a:solidFill>
                            <a:schemeClr val="accent1">
                              <a:lumMod val="50000"/>
                            </a:schemeClr>
                          </a:solidFill>
                          <a:effectLst/>
                          <a:latin typeface="EYInterstate Light" panose="02000506000000020004" pitchFamily="2" charset="0"/>
                          <a:cs typeface="Arial" charset="0"/>
                        </a:rPr>
                        <a:t>EY Role</a:t>
                      </a:r>
                    </a:p>
                  </a:txBody>
                  <a:tcPr marL="0" marR="27921" marT="47384" marB="47384" horzOverflow="overflow">
                    <a:lnL>
                      <a:noFill/>
                    </a:lnL>
                    <a:lnR w="9525" cap="flat" cmpd="sng" algn="ctr">
                      <a:solidFill>
                        <a:srgbClr val="C893C7"/>
                      </a:solidFill>
                      <a:prstDash val="solid"/>
                      <a:round/>
                      <a:headEnd type="none" w="med" len="med"/>
                      <a:tailEnd type="none" w="med" len="med"/>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Configured, implemented and operationalized Task and Reconciliation BlackLine modules</a:t>
                      </a:r>
                    </a:p>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Implemented operational model, including account and entity governance and controls across the distributed organization </a:t>
                      </a:r>
                    </a:p>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Set and aligned account reconciliation standards and policies to industry standards</a:t>
                      </a:r>
                    </a:p>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Developed and provided training and change management to user base, managers and BlackLine admins</a:t>
                      </a:r>
                    </a:p>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Aligned reconciliation templates and reporting categories to accounting hierarchy for transparency and efficiency</a:t>
                      </a:r>
                    </a:p>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Automated feed of General Ledger to BlackLine reconciliation tool and enabled auto-certification policy</a:t>
                      </a:r>
                    </a:p>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Identified and configured automated solution for complex intercompany and variable interest / equity reconciliations </a:t>
                      </a:r>
                    </a:p>
                    <a:p>
                      <a:pPr marL="112713" lvl="1" indent="-112713" algn="l" defTabSz="914400" rtl="0" eaLnBrk="0" fontAlgn="base" latinLnBrk="0" hangingPunct="0">
                        <a:spcBef>
                          <a:spcPct val="40000"/>
                        </a:spcBef>
                        <a:spcAft>
                          <a:spcPct val="0"/>
                        </a:spcAft>
                        <a:buClrTx/>
                        <a:buSzPct val="100000"/>
                        <a:buFont typeface="Arial" panose="020B0604020202020204" pitchFamily="34" charset="0"/>
                        <a:buChar char="•"/>
                        <a:defRPr/>
                      </a:pPr>
                      <a:r>
                        <a:rPr lang="en-US" sz="1050" kern="0" dirty="0">
                          <a:solidFill>
                            <a:schemeClr val="bg1"/>
                          </a:solidFill>
                          <a:latin typeface="EYInterstate Light" panose="02000506000000020004" pitchFamily="2" charset="0"/>
                          <a:ea typeface="+mn-ea"/>
                          <a:cs typeface="Arial" pitchFamily="34" charset="0"/>
                        </a:rPr>
                        <a:t>Developed an organizational hierarchy within the tool to enable real time reporting around status, close process tracking and out of balance clearing at multi-tiered organizational view</a:t>
                      </a:r>
                    </a:p>
                  </a:txBody>
                  <a:tcPr marL="45720" marR="45720" horzOverflow="overflow">
                    <a:lnL w="9525" cap="flat" cmpd="sng" algn="ctr">
                      <a:solidFill>
                        <a:srgbClr val="C893C7"/>
                      </a:solidFill>
                      <a:prstDash val="solid"/>
                      <a:round/>
                      <a:headEnd type="none" w="med" len="med"/>
                      <a:tailEnd type="none" w="med" len="med"/>
                    </a:lnL>
                    <a:lnR>
                      <a:noFill/>
                    </a:lnR>
                    <a:lnT w="6350" cap="flat" cmpd="sng" algn="ctr">
                      <a:solidFill>
                        <a:srgbClr val="91278F"/>
                      </a:solidFill>
                      <a:prstDash val="solid"/>
                      <a:round/>
                      <a:headEnd type="none" w="med" len="med"/>
                      <a:tailEnd type="none" w="med" len="med"/>
                    </a:lnT>
                    <a:lnB w="6350" cap="flat" cmpd="sng" algn="ctr">
                      <a:solidFill>
                        <a:srgbClr val="91278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10" name="Rectangle 3">
            <a:extLst>
              <a:ext uri="{FF2B5EF4-FFF2-40B4-BE49-F238E27FC236}">
                <a16:creationId xmlns:a16="http://schemas.microsoft.com/office/drawing/2014/main" id="{0DD140C5-E550-97B3-9EA8-DFDF44A8B3EE}"/>
              </a:ext>
            </a:extLst>
          </p:cNvPr>
          <p:cNvSpPr>
            <a:spLocks noChangeArrowheads="1"/>
          </p:cNvSpPr>
          <p:nvPr/>
        </p:nvSpPr>
        <p:spPr bwMode="auto">
          <a:xfrm>
            <a:off x="8684125" y="1728457"/>
            <a:ext cx="2847766" cy="4535978"/>
          </a:xfrm>
          <a:prstGeom prst="rect">
            <a:avLst/>
          </a:prstGeom>
          <a:solidFill>
            <a:srgbClr val="FFE600">
              <a:lumMod val="20000"/>
              <a:lumOff val="80000"/>
            </a:srgbClr>
          </a:solidFill>
          <a:ln w="6350">
            <a:solidFill>
              <a:srgbClr val="646464">
                <a:lumMod val="20000"/>
                <a:lumOff val="80000"/>
              </a:srgbClr>
            </a:solidFill>
            <a:miter lim="800000"/>
            <a:headEnd/>
            <a:tailEnd/>
          </a:ln>
          <a:effectLst/>
        </p:spPr>
        <p:txBody>
          <a:bodyPr lIns="92059" tIns="91440" rIns="92059" bIns="46031" anchor="t"/>
          <a:lstStyle/>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r>
              <a:rPr kumimoji="0" lang="en-US" sz="1200" b="0" i="0" u="none" strike="noStrike" kern="0" cap="none" spc="0" normalizeH="0" baseline="0" noProof="0" dirty="0">
                <a:ln>
                  <a:noFill/>
                </a:ln>
                <a:solidFill>
                  <a:srgbClr val="646464"/>
                </a:solidFill>
                <a:effectLst/>
                <a:uLnTx/>
                <a:uFillTx/>
              </a:rPr>
              <a:t>Configured, implemented and operationalized Task and Reconciliation BlackLine modules</a:t>
            </a:r>
          </a:p>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r>
              <a:rPr kumimoji="0" lang="en-US" sz="1200" b="0" i="0" u="none" strike="noStrike" kern="0" cap="none" spc="0" normalizeH="0" baseline="0" noProof="0" dirty="0">
                <a:ln>
                  <a:noFill/>
                </a:ln>
                <a:solidFill>
                  <a:srgbClr val="646464"/>
                </a:solidFill>
                <a:effectLst/>
                <a:uLnTx/>
                <a:uFillTx/>
              </a:rPr>
              <a:t>Implemented operational model for account governance &amp; controls across the distributed organization </a:t>
            </a:r>
          </a:p>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r>
              <a:rPr kumimoji="0" lang="en-US" sz="1200" b="0" i="0" u="none" strike="noStrike" kern="0" cap="none" spc="0" normalizeH="0" baseline="0" noProof="0" dirty="0">
                <a:ln>
                  <a:noFill/>
                </a:ln>
                <a:solidFill>
                  <a:srgbClr val="646464"/>
                </a:solidFill>
                <a:effectLst/>
                <a:uLnTx/>
                <a:uFillTx/>
              </a:rPr>
              <a:t>Developed training framework and change management to user base and BlackLine admins</a:t>
            </a:r>
          </a:p>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r>
              <a:rPr kumimoji="0" lang="en-US" sz="1200" b="0" i="0" u="none" strike="noStrike" kern="0" cap="none" spc="0" normalizeH="0" baseline="0" noProof="0" dirty="0">
                <a:ln>
                  <a:noFill/>
                </a:ln>
                <a:solidFill>
                  <a:srgbClr val="646464"/>
                </a:solidFill>
                <a:effectLst/>
                <a:uLnTx/>
                <a:uFillTx/>
              </a:rPr>
              <a:t>Aligned recon templates and reporting categories to account hierarchy for transparency and efficiency</a:t>
            </a:r>
          </a:p>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r>
              <a:rPr kumimoji="0" lang="en-US" sz="1200" b="0" i="0" u="none" strike="noStrike" kern="0" cap="none" spc="0" normalizeH="0" baseline="0" noProof="0" dirty="0">
                <a:ln>
                  <a:noFill/>
                </a:ln>
                <a:solidFill>
                  <a:srgbClr val="646464"/>
                </a:solidFill>
                <a:effectLst/>
                <a:uLnTx/>
                <a:uFillTx/>
              </a:rPr>
              <a:t>Automated GL feed to BlackLine reconciliation tool and enabled auto-certification policy</a:t>
            </a:r>
          </a:p>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r>
              <a:rPr kumimoji="0" lang="en-US" sz="1200" b="0" i="0" u="none" strike="noStrike" kern="0" cap="none" spc="0" normalizeH="0" baseline="0" noProof="0" dirty="0">
                <a:ln>
                  <a:noFill/>
                </a:ln>
                <a:solidFill>
                  <a:srgbClr val="646464"/>
                </a:solidFill>
                <a:effectLst/>
                <a:uLnTx/>
                <a:uFillTx/>
              </a:rPr>
              <a:t>Identified and configured automated solution for complex intercompany and variable interest recons</a:t>
            </a:r>
          </a:p>
          <a:p>
            <a:pPr marL="177800" marR="0" lvl="0" indent="-177800" defTabSz="914400" eaLnBrk="1" fontAlgn="auto" latinLnBrk="0" hangingPunct="1">
              <a:lnSpc>
                <a:spcPct val="100000"/>
              </a:lnSpc>
              <a:spcBef>
                <a:spcPts val="0"/>
              </a:spcBef>
              <a:spcAft>
                <a:spcPts val="1200"/>
              </a:spcAft>
              <a:buClr>
                <a:srgbClr val="FFE600"/>
              </a:buClr>
              <a:buSzPct val="70000"/>
              <a:buFont typeface="Arial" pitchFamily="34" charset="0"/>
              <a:buChar char="►"/>
              <a:tabLst/>
              <a:defRPr/>
            </a:pPr>
            <a:endParaRPr kumimoji="0" lang="en-US" sz="1200" b="0" i="0" u="none" strike="noStrike" kern="0" cap="none" spc="0" normalizeH="0" baseline="0" noProof="0" dirty="0">
              <a:ln>
                <a:noFill/>
              </a:ln>
              <a:solidFill>
                <a:srgbClr val="646464"/>
              </a:solidFill>
              <a:effectLst/>
              <a:uLnTx/>
              <a:uFillTx/>
            </a:endParaRPr>
          </a:p>
          <a:p>
            <a:pPr marL="0" marR="0" lvl="0" indent="0" defTabSz="914400" eaLnBrk="0" fontAlgn="base" latinLnBrk="0" hangingPunct="0">
              <a:lnSpc>
                <a:spcPct val="100000"/>
              </a:lnSpc>
              <a:spcBef>
                <a:spcPct val="40000"/>
              </a:spcBef>
              <a:spcAft>
                <a:spcPts val="1200"/>
              </a:spcAft>
              <a:buClr>
                <a:srgbClr val="FFC000"/>
              </a:buClr>
              <a:buSzTx/>
              <a:buFontTx/>
              <a:buNone/>
              <a:tabLst/>
              <a:defRPr/>
            </a:pPr>
            <a:endParaRPr kumimoji="0" lang="en-US" sz="1200" b="1" i="0" u="none" strike="noStrike" kern="0" cap="none" spc="0" normalizeH="0" baseline="0" noProof="0" dirty="0">
              <a:ln>
                <a:noFill/>
              </a:ln>
              <a:solidFill>
                <a:srgbClr val="646464"/>
              </a:solidFill>
              <a:effectLst/>
              <a:uLnTx/>
              <a:uFillTx/>
              <a:cs typeface="Arial" pitchFamily="34" charset="0"/>
            </a:endParaRPr>
          </a:p>
        </p:txBody>
      </p:sp>
      <p:sp>
        <p:nvSpPr>
          <p:cNvPr id="11" name="Rectangle 5">
            <a:extLst>
              <a:ext uri="{FF2B5EF4-FFF2-40B4-BE49-F238E27FC236}">
                <a16:creationId xmlns:a16="http://schemas.microsoft.com/office/drawing/2014/main" id="{CA05C4D4-7CFA-A3CE-EF64-FEAE944A9124}"/>
              </a:ext>
            </a:extLst>
          </p:cNvPr>
          <p:cNvSpPr>
            <a:spLocks noChangeArrowheads="1"/>
          </p:cNvSpPr>
          <p:nvPr/>
        </p:nvSpPr>
        <p:spPr bwMode="auto">
          <a:xfrm>
            <a:off x="8684125" y="1305161"/>
            <a:ext cx="2847766" cy="300631"/>
          </a:xfrm>
          <a:prstGeom prst="rect">
            <a:avLst/>
          </a:prstGeom>
          <a:solidFill>
            <a:srgbClr val="FFE600"/>
          </a:solidFill>
          <a:ln w="6350">
            <a:solidFill>
              <a:srgbClr val="000000"/>
            </a:solidFill>
            <a:miter lim="800000"/>
            <a:headEnd/>
            <a:tailEnd/>
          </a:ln>
        </p:spPr>
        <p:txBody>
          <a:bodyPr wrap="none" lIns="45712" tIns="45712" rIns="45712" bIns="45712" anchor="ct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400" b="1" i="0" u="sng" strike="noStrike" kern="0" cap="none" spc="0" normalizeH="0" baseline="0" noProof="0">
                <a:ln>
                  <a:noFill/>
                </a:ln>
                <a:solidFill>
                  <a:srgbClr val="000000"/>
                </a:solidFill>
                <a:effectLst/>
                <a:uLnTx/>
                <a:uFillTx/>
              </a:rPr>
              <a:t>Value Delivered</a:t>
            </a:r>
          </a:p>
        </p:txBody>
      </p:sp>
    </p:spTree>
    <p:extLst>
      <p:ext uri="{BB962C8B-B14F-4D97-AF65-F5344CB8AC3E}">
        <p14:creationId xmlns:p14="http://schemas.microsoft.com/office/powerpoint/2010/main" val="2012484052"/>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3310BD-1EBD-E89A-FAFB-AB02650634E4}"/>
              </a:ext>
            </a:extLst>
          </p:cNvPr>
          <p:cNvSpPr>
            <a:spLocks noGrp="1"/>
          </p:cNvSpPr>
          <p:nvPr>
            <p:ph type="title"/>
          </p:nvPr>
        </p:nvSpPr>
        <p:spPr/>
        <p:txBody>
          <a:bodyPr/>
          <a:lstStyle/>
          <a:p>
            <a:r>
              <a:rPr lang="en-US"/>
              <a:t>Top 20 US Pharma Company – Fast Close Project</a:t>
            </a:r>
            <a:endParaRPr lang="en-IN"/>
          </a:p>
        </p:txBody>
      </p:sp>
      <p:sp>
        <p:nvSpPr>
          <p:cNvPr id="5" name="Slide Number Placeholder 4">
            <a:extLst>
              <a:ext uri="{FF2B5EF4-FFF2-40B4-BE49-F238E27FC236}">
                <a16:creationId xmlns:a16="http://schemas.microsoft.com/office/drawing/2014/main" id="{22726CE0-DB29-AADE-711D-B32F03464F84}"/>
              </a:ext>
            </a:extLst>
          </p:cNvPr>
          <p:cNvSpPr>
            <a:spLocks noGrp="1"/>
          </p:cNvSpPr>
          <p:nvPr>
            <p:ph type="sldNum" sz="quarter" idx="12"/>
          </p:nvPr>
        </p:nvSpPr>
        <p:spPr/>
        <p:txBody>
          <a:bodyPr/>
          <a:lstStyle/>
          <a:p>
            <a:fld id="{94FCA0F3-9F3A-694B-99BB-0E592A797735}" type="slidenum">
              <a:rPr lang="en-US" smtClean="0"/>
              <a:t>128</a:t>
            </a:fld>
            <a:endParaRPr lang="en-US"/>
          </a:p>
        </p:txBody>
      </p:sp>
      <p:sp>
        <p:nvSpPr>
          <p:cNvPr id="6" name="Date Placeholder 5">
            <a:extLst>
              <a:ext uri="{FF2B5EF4-FFF2-40B4-BE49-F238E27FC236}">
                <a16:creationId xmlns:a16="http://schemas.microsoft.com/office/drawing/2014/main" id="{33F6493C-47BC-C0F8-6B49-A9DCE08523D9}"/>
              </a:ext>
            </a:extLst>
          </p:cNvPr>
          <p:cNvSpPr>
            <a:spLocks noGrp="1"/>
          </p:cNvSpPr>
          <p:nvPr>
            <p:ph type="dt" sz="half" idx="10"/>
          </p:nvPr>
        </p:nvSpPr>
        <p:spPr/>
        <p:txBody>
          <a:bodyPr/>
          <a:lstStyle/>
          <a:p>
            <a:fld id="{E4DBDF3C-C008-449E-AD82-C1762AB1893E}" type="datetime1">
              <a:rPr lang="en-US" smtClean="0"/>
              <a:t>9/19/2025</a:t>
            </a:fld>
            <a:endParaRPr lang="en-US"/>
          </a:p>
        </p:txBody>
      </p:sp>
      <p:sp>
        <p:nvSpPr>
          <p:cNvPr id="8" name="SmartArt Placeholder 7">
            <a:extLst>
              <a:ext uri="{FF2B5EF4-FFF2-40B4-BE49-F238E27FC236}">
                <a16:creationId xmlns:a16="http://schemas.microsoft.com/office/drawing/2014/main" id="{A1D0B93B-DA5F-D314-A929-B4BB27669C44}"/>
              </a:ext>
            </a:extLst>
          </p:cNvPr>
          <p:cNvSpPr>
            <a:spLocks noGrp="1"/>
          </p:cNvSpPr>
          <p:nvPr>
            <p:ph type="dgm" sz="quarter" idx="17"/>
          </p:nvPr>
        </p:nvSpPr>
        <p:spPr/>
        <p:txBody>
          <a:bodyPr/>
          <a:lstStyle/>
          <a:p>
            <a:endParaRPr lang="en-IN"/>
          </a:p>
        </p:txBody>
      </p:sp>
      <p:sp>
        <p:nvSpPr>
          <p:cNvPr id="9" name="Text Placeholder 3">
            <a:extLst>
              <a:ext uri="{FF2B5EF4-FFF2-40B4-BE49-F238E27FC236}">
                <a16:creationId xmlns:a16="http://schemas.microsoft.com/office/drawing/2014/main" id="{BCFE3330-FBF6-1554-3CB6-6CB1C657E3C7}"/>
              </a:ext>
            </a:extLst>
          </p:cNvPr>
          <p:cNvSpPr txBox="1">
            <a:spLocks/>
          </p:cNvSpPr>
          <p:nvPr/>
        </p:nvSpPr>
        <p:spPr>
          <a:xfrm>
            <a:off x="4157839" y="1717587"/>
            <a:ext cx="3576356" cy="4664303"/>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ea typeface="Times New Roman"/>
                <a:cs typeface="Times New Roman"/>
              </a:rPr>
              <a:t>What we have done</a:t>
            </a:r>
          </a:p>
          <a:p>
            <a:pPr marL="0" indent="0" defTabSz="828476">
              <a:spcBef>
                <a:spcPts val="0"/>
              </a:spcBef>
              <a:spcAft>
                <a:spcPts val="300"/>
              </a:spcAft>
              <a:buClr>
                <a:srgbClr val="FFE600"/>
              </a:buClr>
              <a:buFont typeface="Arial" pitchFamily="34" charset="0"/>
              <a:buNone/>
              <a:tabLst>
                <a:tab pos="293732" algn="l"/>
              </a:tabLst>
              <a:defRPr/>
            </a:pPr>
            <a:r>
              <a:rPr lang="en-US" sz="1000" b="1" i="1" dirty="0">
                <a:solidFill>
                  <a:srgbClr val="646464"/>
                </a:solidFill>
                <a:latin typeface="EYInterstate Light" panose="02000506000000020004" pitchFamily="2" charset="0"/>
              </a:rPr>
              <a:t>Identified and designed processes to improve the financial statement close process</a:t>
            </a:r>
          </a:p>
          <a:p>
            <a:pPr marL="177800" indent="-177800" defTabSz="828476">
              <a:spcBef>
                <a:spcPts val="0"/>
              </a:spcBef>
              <a:spcAft>
                <a:spcPts val="300"/>
              </a:spcAft>
              <a:buClr>
                <a:srgbClr val="FFE600"/>
              </a:buClr>
              <a:tabLst>
                <a:tab pos="293732" algn="l"/>
              </a:tabLst>
              <a:defRPr/>
            </a:pPr>
            <a:r>
              <a:rPr lang="en-US" sz="1000" dirty="0">
                <a:solidFill>
                  <a:srgbClr val="646464"/>
                </a:solidFill>
                <a:latin typeface="EYInterstate Light" panose="02000506000000020004" pitchFamily="2" charset="0"/>
              </a:rPr>
              <a:t>Held 30 interviews with key close process stakeholders, collecting 125 process challenges and mapped them to 13 key improvement initiatives</a:t>
            </a:r>
          </a:p>
          <a:p>
            <a:pPr marL="177800" indent="-177800" defTabSz="828476">
              <a:spcBef>
                <a:spcPts val="0"/>
              </a:spcBef>
              <a:spcAft>
                <a:spcPts val="300"/>
              </a:spcAft>
              <a:buClr>
                <a:srgbClr val="FFE600"/>
              </a:buClr>
              <a:tabLst>
                <a:tab pos="293732" algn="l"/>
              </a:tabLst>
              <a:defRPr/>
            </a:pPr>
            <a:r>
              <a:rPr lang="en-US" sz="1000" dirty="0">
                <a:solidFill>
                  <a:srgbClr val="646464"/>
                </a:solidFill>
                <a:latin typeface="EYInterstate Light" panose="02000506000000020004" pitchFamily="2" charset="0"/>
              </a:rPr>
              <a:t>Built dependency-driven critical path summaries, detailing the current state close and the acceleration required to reach desired future state</a:t>
            </a:r>
          </a:p>
          <a:p>
            <a:pPr marL="0" indent="0" defTabSz="828476">
              <a:spcBef>
                <a:spcPts val="0"/>
              </a:spcBef>
              <a:spcAft>
                <a:spcPts val="300"/>
              </a:spcAft>
              <a:buClr>
                <a:srgbClr val="FFE600"/>
              </a:buClr>
              <a:buFont typeface="Arial" pitchFamily="34" charset="0"/>
              <a:buNone/>
              <a:tabLst>
                <a:tab pos="293732" algn="l"/>
              </a:tabLst>
              <a:defRPr/>
            </a:pPr>
            <a:r>
              <a:rPr lang="en-US" sz="1000" b="1" i="1" dirty="0">
                <a:solidFill>
                  <a:srgbClr val="646464"/>
                </a:solidFill>
                <a:latin typeface="EYInterstate Light" panose="02000506000000020004" pitchFamily="2" charset="0"/>
              </a:rPr>
              <a:t>Assessed and provided recommendations to standardize the close process globally</a:t>
            </a:r>
          </a:p>
          <a:p>
            <a:pPr marL="177800" indent="-177800" defTabSz="828476">
              <a:spcBef>
                <a:spcPts val="0"/>
              </a:spcBef>
              <a:spcAft>
                <a:spcPts val="300"/>
              </a:spcAft>
              <a:buClr>
                <a:srgbClr val="FFE600"/>
              </a:buClr>
              <a:tabLst>
                <a:tab pos="293732" algn="l"/>
              </a:tabLst>
              <a:defRPr/>
            </a:pPr>
            <a:r>
              <a:rPr lang="en-US" sz="1000" dirty="0">
                <a:solidFill>
                  <a:srgbClr val="646464"/>
                </a:solidFill>
                <a:latin typeface="EYInterstate Light" panose="02000506000000020004" pitchFamily="2" charset="0"/>
              </a:rPr>
              <a:t>Compiled close checklists into a global close tracking tool for monitoring key close activities, including owners and due dates for each activity</a:t>
            </a:r>
          </a:p>
          <a:p>
            <a:pPr marL="177800" indent="-177800" defTabSz="828476">
              <a:spcBef>
                <a:spcPts val="0"/>
              </a:spcBef>
              <a:spcAft>
                <a:spcPts val="300"/>
              </a:spcAft>
              <a:buClr>
                <a:srgbClr val="FFE600"/>
              </a:buClr>
              <a:tabLst>
                <a:tab pos="293732" algn="l"/>
              </a:tabLst>
              <a:defRPr/>
            </a:pPr>
            <a:r>
              <a:rPr lang="en-US" sz="1000" dirty="0">
                <a:solidFill>
                  <a:srgbClr val="646464"/>
                </a:solidFill>
                <a:latin typeface="EYInterstate Light" panose="02000506000000020004" pitchFamily="2" charset="0"/>
              </a:rPr>
              <a:t>Analyzed MJE’s using SOX, PwC and SAP reporting data and tested thresholds for overall MJE dataset. Recommended changes in current thresholds, which resulted in 35% reduction in overall entries and immaterial P&amp;L impact</a:t>
            </a:r>
          </a:p>
          <a:p>
            <a:pPr marL="0" indent="0" defTabSz="828476">
              <a:spcBef>
                <a:spcPts val="0"/>
              </a:spcBef>
              <a:spcAft>
                <a:spcPts val="300"/>
              </a:spcAft>
              <a:buClr>
                <a:srgbClr val="FFE600"/>
              </a:buClr>
              <a:buFont typeface="Arial" pitchFamily="34" charset="0"/>
              <a:buNone/>
              <a:tabLst>
                <a:tab pos="293732" algn="l"/>
              </a:tabLst>
              <a:defRPr/>
            </a:pPr>
            <a:r>
              <a:rPr lang="en-US" sz="1000" b="1" i="1" dirty="0">
                <a:solidFill>
                  <a:srgbClr val="646464"/>
                </a:solidFill>
                <a:latin typeface="EYInterstate Light" panose="02000506000000020004" pitchFamily="2" charset="0"/>
              </a:rPr>
              <a:t>Evaluated and recommended the use of automation to increase the efficiency and accuracy of closing activities</a:t>
            </a:r>
          </a:p>
          <a:p>
            <a:pPr marL="177800" indent="-177800" defTabSz="828476">
              <a:spcBef>
                <a:spcPts val="0"/>
              </a:spcBef>
              <a:spcAft>
                <a:spcPts val="300"/>
              </a:spcAft>
              <a:buClr>
                <a:srgbClr val="FFE600"/>
              </a:buClr>
              <a:tabLst>
                <a:tab pos="293732" algn="l"/>
              </a:tabLst>
              <a:defRPr/>
            </a:pPr>
            <a:r>
              <a:rPr lang="en-US" sz="1000" dirty="0">
                <a:solidFill>
                  <a:srgbClr val="646464"/>
                </a:solidFill>
                <a:latin typeface="EYInterstate Light" panose="02000506000000020004" pitchFamily="2" charset="0"/>
              </a:rPr>
              <a:t>Recommended implementation of BlackLine JE module for further streamlining of MJE and as governance for new MJE threshold policies</a:t>
            </a:r>
          </a:p>
          <a:p>
            <a:pPr marL="177800" indent="-177800" defTabSz="828476">
              <a:spcBef>
                <a:spcPts val="0"/>
              </a:spcBef>
              <a:spcAft>
                <a:spcPts val="300"/>
              </a:spcAft>
              <a:buClr>
                <a:srgbClr val="FFE600"/>
              </a:buClr>
              <a:tabLst>
                <a:tab pos="293732" algn="l"/>
              </a:tabLst>
              <a:defRPr/>
            </a:pPr>
            <a:r>
              <a:rPr lang="en-US" sz="1000" dirty="0">
                <a:solidFill>
                  <a:srgbClr val="646464"/>
                </a:solidFill>
                <a:latin typeface="EYInterstate Light" panose="02000506000000020004" pitchFamily="2" charset="0"/>
              </a:rPr>
              <a:t>Recommended implementation of RPA bots for selected processes to reduce manual effort and improve efficiency of calculation and reporting steps</a:t>
            </a:r>
          </a:p>
          <a:p>
            <a:pPr marL="0" indent="0" defTabSz="828476">
              <a:spcBef>
                <a:spcPts val="0"/>
              </a:spcBef>
              <a:spcAft>
                <a:spcPts val="300"/>
              </a:spcAft>
              <a:buClr>
                <a:srgbClr val="FFE600"/>
              </a:buClr>
              <a:buFont typeface="Arial" pitchFamily="34" charset="0"/>
              <a:buNone/>
              <a:tabLst>
                <a:tab pos="293732" algn="l"/>
              </a:tabLst>
              <a:defRPr/>
            </a:pPr>
            <a:endParaRPr lang="en-US" sz="1000" dirty="0">
              <a:solidFill>
                <a:srgbClr val="646464"/>
              </a:solidFill>
              <a:latin typeface="EYInterstate Light" panose="02000506000000020004" pitchFamily="2" charset="0"/>
            </a:endParaRPr>
          </a:p>
          <a:p>
            <a:pPr marL="0" indent="0" defTabSz="828476">
              <a:spcBef>
                <a:spcPts val="0"/>
              </a:spcBef>
              <a:spcAft>
                <a:spcPts val="300"/>
              </a:spcAft>
              <a:buClr>
                <a:srgbClr val="FFE600"/>
              </a:buClr>
              <a:buFont typeface="Arial" pitchFamily="34" charset="0"/>
              <a:buNone/>
              <a:tabLst>
                <a:tab pos="293732" algn="l"/>
              </a:tabLst>
              <a:defRPr/>
            </a:pPr>
            <a:endParaRPr lang="en-US" sz="1000" dirty="0">
              <a:solidFill>
                <a:srgbClr val="646464"/>
              </a:solidFill>
              <a:latin typeface="EYInterstate Light" panose="02000506000000020004" pitchFamily="2" charset="0"/>
            </a:endParaRPr>
          </a:p>
        </p:txBody>
      </p:sp>
      <p:sp>
        <p:nvSpPr>
          <p:cNvPr id="10" name="Text Placeholder 4">
            <a:extLst>
              <a:ext uri="{FF2B5EF4-FFF2-40B4-BE49-F238E27FC236}">
                <a16:creationId xmlns:a16="http://schemas.microsoft.com/office/drawing/2014/main" id="{4189C7FB-6B72-31E0-C5F2-98024CA1DBCE}"/>
              </a:ext>
            </a:extLst>
          </p:cNvPr>
          <p:cNvSpPr txBox="1">
            <a:spLocks/>
          </p:cNvSpPr>
          <p:nvPr/>
        </p:nvSpPr>
        <p:spPr>
          <a:xfrm>
            <a:off x="7936306" y="1717587"/>
            <a:ext cx="3600000" cy="1339607"/>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ea typeface="Times New Roman"/>
                <a:cs typeface="Times New Roman"/>
              </a:rPr>
              <a:t>Value for the client</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Provided a clear, actionable path to reach a 4 day close in 2019 and 3 day close in 2020 (prelim, pre-tax, non-GAAP consolidated P&amp;L)</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Developed an initiative roadmap focused on minimizing non-value added activities, and replacing them with robust processes enhanced through automation</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Calculated and socialized optimal thresholds for MJEs globally, including validation with international accounting leads</a:t>
            </a:r>
          </a:p>
          <a:p>
            <a:pPr marL="0" indent="0" defTabSz="828476">
              <a:spcBef>
                <a:spcPts val="0"/>
              </a:spcBef>
              <a:spcAft>
                <a:spcPts val="300"/>
              </a:spcAft>
              <a:buClr>
                <a:srgbClr val="FFE600"/>
              </a:buClr>
              <a:buFont typeface="Arial" pitchFamily="34" charset="0"/>
              <a:buNone/>
              <a:tabLst>
                <a:tab pos="293732" algn="l"/>
              </a:tabLst>
              <a:defRPr/>
            </a:pPr>
            <a:endParaRPr lang="en-US" sz="1000">
              <a:solidFill>
                <a:srgbClr val="646464"/>
              </a:solidFill>
              <a:latin typeface="EYInterstate Light" panose="02000506000000020004" pitchFamily="2" charset="0"/>
            </a:endParaRPr>
          </a:p>
        </p:txBody>
      </p:sp>
      <p:sp>
        <p:nvSpPr>
          <p:cNvPr id="11" name="Text Placeholder 3">
            <a:extLst>
              <a:ext uri="{FF2B5EF4-FFF2-40B4-BE49-F238E27FC236}">
                <a16:creationId xmlns:a16="http://schemas.microsoft.com/office/drawing/2014/main" id="{AF23D116-181F-E319-922A-3D679601DC7B}"/>
              </a:ext>
            </a:extLst>
          </p:cNvPr>
          <p:cNvSpPr txBox="1">
            <a:spLocks/>
          </p:cNvSpPr>
          <p:nvPr/>
        </p:nvSpPr>
        <p:spPr>
          <a:xfrm>
            <a:off x="590550" y="4807583"/>
            <a:ext cx="3538085" cy="669512"/>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ea typeface="Times New Roman"/>
                <a:cs typeface="Times New Roman"/>
              </a:rPr>
              <a:t>The challenge</a:t>
            </a:r>
            <a:endParaRPr lang="en-US" sz="1000">
              <a:solidFill>
                <a:srgbClr val="646464"/>
              </a:solidFill>
              <a:latin typeface="EYInterstate Light" panose="02000506000000020004" pitchFamily="2" charset="0"/>
            </a:endParaRP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The client had an aggressive timeline for the reduction of the financial statement close process from a 5 day close to 4 days by end of 2019 and then to 3 days by the end of 2020</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The client was in the final stages of integrating an acquisition and As-Is processes were not fully standardized at the inception of the acceleration effort</a:t>
            </a:r>
          </a:p>
        </p:txBody>
      </p:sp>
      <p:sp>
        <p:nvSpPr>
          <p:cNvPr id="12" name="TextBox 11">
            <a:extLst>
              <a:ext uri="{FF2B5EF4-FFF2-40B4-BE49-F238E27FC236}">
                <a16:creationId xmlns:a16="http://schemas.microsoft.com/office/drawing/2014/main" id="{0CF95A79-2B47-84E8-03C6-ED66990EEDD7}"/>
              </a:ext>
            </a:extLst>
          </p:cNvPr>
          <p:cNvSpPr txBox="1">
            <a:spLocks/>
          </p:cNvSpPr>
          <p:nvPr/>
        </p:nvSpPr>
        <p:spPr>
          <a:xfrm>
            <a:off x="713264" y="2312316"/>
            <a:ext cx="1421343" cy="576000"/>
          </a:xfrm>
          <a:prstGeom prst="rect">
            <a:avLst/>
          </a:prstGeom>
          <a:noFill/>
        </p:spPr>
        <p:txBody>
          <a:bodyPr wrap="square" lIns="0" tIns="0" rIns="0" bIns="0" rtlCol="0" anchor="t">
            <a:noAutofit/>
          </a:bodyPr>
          <a:lstStyle/>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r>
              <a:rPr kumimoji="0" lang="en-US" sz="1200" b="1" i="0" u="none" strike="noStrike" kern="0" cap="none" spc="0" normalizeH="0" baseline="0" noProof="0">
                <a:ln>
                  <a:noFill/>
                </a:ln>
                <a:solidFill>
                  <a:srgbClr val="646464"/>
                </a:solidFill>
                <a:effectLst/>
                <a:uLnTx/>
                <a:uFillTx/>
              </a:rPr>
              <a:t>John Hatcher</a:t>
            </a:r>
            <a:endParaRPr kumimoji="0" lang="en-US" sz="1000" b="1" i="0" u="none" strike="noStrike" kern="0" cap="none" spc="0" normalizeH="0" baseline="0" noProof="0">
              <a:ln>
                <a:noFill/>
              </a:ln>
              <a:solidFill>
                <a:srgbClr val="646464"/>
              </a:solidFill>
              <a:effectLst/>
              <a:uLnTx/>
              <a:uFillTx/>
            </a:endParaRPr>
          </a:p>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r>
              <a:rPr kumimoji="0" lang="en-US" sz="1000" b="0" i="0" u="none" strike="noStrike" kern="0" cap="none" spc="0" normalizeH="0" baseline="0" noProof="0">
                <a:ln>
                  <a:noFill/>
                </a:ln>
                <a:solidFill>
                  <a:srgbClr val="646464"/>
                </a:solidFill>
                <a:effectLst/>
                <a:uLnTx/>
                <a:uFillTx/>
              </a:rPr>
              <a:t>Executive Director </a:t>
            </a:r>
            <a:br>
              <a:rPr kumimoji="0" lang="en-US" sz="1000" b="0" i="0" u="none" strike="noStrike" kern="0" cap="none" spc="0" normalizeH="0" baseline="0" noProof="0">
                <a:ln>
                  <a:noFill/>
                </a:ln>
                <a:solidFill>
                  <a:srgbClr val="646464"/>
                </a:solidFill>
                <a:effectLst/>
                <a:uLnTx/>
                <a:uFillTx/>
              </a:rPr>
            </a:br>
            <a:r>
              <a:rPr kumimoji="0" lang="en-US" sz="1000" b="0" i="0" u="none" strike="noStrike" kern="0" cap="none" spc="0" normalizeH="0" baseline="0" noProof="0">
                <a:ln>
                  <a:noFill/>
                </a:ln>
                <a:solidFill>
                  <a:srgbClr val="646464"/>
                </a:solidFill>
                <a:effectLst/>
                <a:uLnTx/>
                <a:uFillTx/>
              </a:rPr>
              <a:t>US Engagement Lead</a:t>
            </a:r>
          </a:p>
        </p:txBody>
      </p:sp>
      <p:cxnSp>
        <p:nvCxnSpPr>
          <p:cNvPr id="13" name="Straight Connector 12">
            <a:extLst>
              <a:ext uri="{FF2B5EF4-FFF2-40B4-BE49-F238E27FC236}">
                <a16:creationId xmlns:a16="http://schemas.microsoft.com/office/drawing/2014/main" id="{037DB141-2F30-0DEC-44E7-9ED43928751D}"/>
              </a:ext>
            </a:extLst>
          </p:cNvPr>
          <p:cNvCxnSpPr>
            <a:cxnSpLocks/>
          </p:cNvCxnSpPr>
          <p:nvPr/>
        </p:nvCxnSpPr>
        <p:spPr>
          <a:xfrm>
            <a:off x="7936306" y="1507896"/>
            <a:ext cx="3600000" cy="0"/>
          </a:xfrm>
          <a:prstGeom prst="line">
            <a:avLst/>
          </a:prstGeom>
          <a:noFill/>
          <a:ln w="12700" cap="flat" cmpd="sng" algn="ctr">
            <a:gradFill flip="none" rotWithShape="1">
              <a:gsLst>
                <a:gs pos="0">
                  <a:srgbClr val="FFFFFF"/>
                </a:gs>
                <a:gs pos="53000">
                  <a:srgbClr val="FFE600"/>
                </a:gs>
              </a:gsLst>
              <a:lin ang="10800000" scaled="1"/>
              <a:tileRect/>
            </a:gradFill>
            <a:prstDash val="solid"/>
            <a:tailEnd type="none"/>
          </a:ln>
          <a:effectLst/>
        </p:spPr>
      </p:cxnSp>
      <p:sp>
        <p:nvSpPr>
          <p:cNvPr id="14" name="TextBox 13">
            <a:extLst>
              <a:ext uri="{FF2B5EF4-FFF2-40B4-BE49-F238E27FC236}">
                <a16:creationId xmlns:a16="http://schemas.microsoft.com/office/drawing/2014/main" id="{4CDE2707-DEB9-274A-B1A8-402786B61F98}"/>
              </a:ext>
            </a:extLst>
          </p:cNvPr>
          <p:cNvSpPr txBox="1">
            <a:spLocks/>
          </p:cNvSpPr>
          <p:nvPr/>
        </p:nvSpPr>
        <p:spPr>
          <a:xfrm>
            <a:off x="609601" y="2974651"/>
            <a:ext cx="3276389" cy="756000"/>
          </a:xfrm>
          <a:prstGeom prst="rect">
            <a:avLst/>
          </a:prstGeom>
          <a:noFill/>
        </p:spPr>
        <p:txBody>
          <a:bodyPr wrap="square" lIns="0" tIns="0" rIns="0" bIns="0" rtlCol="0">
            <a:noAutofit/>
          </a:bodyPr>
          <a:lstStyle/>
          <a:p>
            <a:pPr marL="0" marR="0" lvl="0" indent="0" defTabSz="828476" eaLnBrk="1" fontAlgn="base" latinLnBrk="0" hangingPunct="1">
              <a:lnSpc>
                <a:spcPct val="100000"/>
              </a:lnSpc>
              <a:spcBef>
                <a:spcPts val="0"/>
              </a:spcBef>
              <a:spcAft>
                <a:spcPts val="300"/>
              </a:spcAft>
              <a:buClr>
                <a:srgbClr val="FFE600"/>
              </a:buClr>
              <a:buSzPct val="70000"/>
              <a:buFontTx/>
              <a:buNone/>
              <a:tabLst>
                <a:tab pos="293732" algn="l"/>
              </a:tabLst>
              <a:defRPr/>
            </a:pPr>
            <a:r>
              <a:rPr kumimoji="0" lang="en-US" sz="1000" b="0" i="1" u="none" strike="noStrike" kern="0" cap="none" spc="0" normalizeH="0" baseline="0" noProof="0">
                <a:ln>
                  <a:noFill/>
                </a:ln>
                <a:solidFill>
                  <a:srgbClr val="646464"/>
                </a:solidFill>
                <a:effectLst/>
                <a:uLnTx/>
                <a:uFillTx/>
              </a:rPr>
              <a:t>“With this credential we demonstrated that EY understands the key facets of the financial statement close processes and provide clients with actionable improvement initiative to increase efficiency and effectiveness of the overall process.” John Hatcher</a:t>
            </a:r>
          </a:p>
        </p:txBody>
      </p:sp>
      <p:cxnSp>
        <p:nvCxnSpPr>
          <p:cNvPr id="15" name="Straight Connector 14">
            <a:extLst>
              <a:ext uri="{FF2B5EF4-FFF2-40B4-BE49-F238E27FC236}">
                <a16:creationId xmlns:a16="http://schemas.microsoft.com/office/drawing/2014/main" id="{B597E5E0-42B9-5586-37E3-B19936B26245}"/>
              </a:ext>
            </a:extLst>
          </p:cNvPr>
          <p:cNvCxnSpPr>
            <a:cxnSpLocks/>
          </p:cNvCxnSpPr>
          <p:nvPr/>
        </p:nvCxnSpPr>
        <p:spPr>
          <a:xfrm>
            <a:off x="590550" y="3833962"/>
            <a:ext cx="3455988" cy="0"/>
          </a:xfrm>
          <a:prstGeom prst="line">
            <a:avLst/>
          </a:prstGeom>
          <a:noFill/>
          <a:ln w="12700" cap="flat" cmpd="sng" algn="ctr">
            <a:gradFill flip="none" rotWithShape="1">
              <a:gsLst>
                <a:gs pos="0">
                  <a:srgbClr val="FFFFFF"/>
                </a:gs>
                <a:gs pos="53000">
                  <a:srgbClr val="FFE600"/>
                </a:gs>
              </a:gsLst>
              <a:lin ang="10800000" scaled="1"/>
              <a:tileRect/>
            </a:gradFill>
            <a:prstDash val="solid"/>
            <a:tailEnd type="none"/>
          </a:ln>
          <a:effectLst/>
        </p:spPr>
      </p:cxnSp>
      <p:sp>
        <p:nvSpPr>
          <p:cNvPr id="16" name="Text Placeholder 3">
            <a:extLst>
              <a:ext uri="{FF2B5EF4-FFF2-40B4-BE49-F238E27FC236}">
                <a16:creationId xmlns:a16="http://schemas.microsoft.com/office/drawing/2014/main" id="{E535CC62-DAD8-6CB7-A0FD-FFCBD72A0A42}"/>
              </a:ext>
            </a:extLst>
          </p:cNvPr>
          <p:cNvSpPr txBox="1">
            <a:spLocks/>
          </p:cNvSpPr>
          <p:nvPr/>
        </p:nvSpPr>
        <p:spPr>
          <a:xfrm>
            <a:off x="590550" y="3877023"/>
            <a:ext cx="3538085" cy="828391"/>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cs typeface="Times New Roman"/>
              </a:rPr>
              <a:t>Objective</a:t>
            </a:r>
            <a:endParaRPr lang="en-US" sz="1000">
              <a:solidFill>
                <a:srgbClr val="646464"/>
              </a:solidFill>
              <a:latin typeface="EYInterstate Light" panose="02000506000000020004" pitchFamily="2" charset="0"/>
            </a:endParaRP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Accelerate the financial close process from 5 to 4 days in 2019 and to 3 days in first quarter 2020, through standardization of processes, deployment of leading-practice tools and increased governance</a:t>
            </a:r>
          </a:p>
        </p:txBody>
      </p:sp>
      <p:sp>
        <p:nvSpPr>
          <p:cNvPr id="17" name="Rectangle 436">
            <a:extLst>
              <a:ext uri="{FF2B5EF4-FFF2-40B4-BE49-F238E27FC236}">
                <a16:creationId xmlns:a16="http://schemas.microsoft.com/office/drawing/2014/main" id="{19D1C2B7-292C-11D7-569F-B03C4657DB51}"/>
              </a:ext>
            </a:extLst>
          </p:cNvPr>
          <p:cNvSpPr/>
          <p:nvPr/>
        </p:nvSpPr>
        <p:spPr>
          <a:xfrm>
            <a:off x="7936306" y="3684523"/>
            <a:ext cx="2637079" cy="1833590"/>
          </a:xfrm>
          <a:prstGeom prst="rect">
            <a:avLst/>
          </a:prstGeom>
          <a:noFill/>
          <a:ln w="9525" cap="flat" cmpd="sng" algn="ctr">
            <a:noFill/>
            <a:prstDash val="solid"/>
          </a:ln>
          <a:effectLst/>
        </p:spPr>
        <p:txBody>
          <a:bodyPr rot="0" spcFirstLastPara="0" vertOverflow="overflow" horzOverflow="overflow" vert="horz" wrap="square" lIns="90000" tIns="0" rIns="0" bIns="0" numCol="1" spcCol="0" rtlCol="0" fromWordArt="0" anchor="t" anchorCtr="0" forceAA="0" compatLnSpc="1">
            <a:prstTxWarp prst="textNoShape">
              <a:avLst/>
            </a:prstTxWarp>
            <a:noAutofit/>
          </a:bodyPr>
          <a:lstStyle/>
          <a:p>
            <a:pPr marL="0" marR="0" lvl="0" indent="0" defTabSz="837866" eaLnBrk="1" fontAlgn="auto" latinLnBrk="0" hangingPunct="1">
              <a:lnSpc>
                <a:spcPts val="877"/>
              </a:lnSpc>
              <a:spcBef>
                <a:spcPts val="0"/>
              </a:spcBef>
              <a:spcAft>
                <a:spcPts val="1052"/>
              </a:spcAft>
              <a:buClr>
                <a:srgbClr val="FFE600"/>
              </a:buClr>
              <a:buSzPct val="70000"/>
              <a:buFont typeface="Arial" charset="0"/>
              <a:buNone/>
              <a:tabLst/>
              <a:defRPr/>
            </a:pPr>
            <a:r>
              <a:rPr kumimoji="0" lang="en-US" sz="1200" b="1" i="0" u="none" strike="noStrike" kern="0" cap="none" spc="0" normalizeH="0" baseline="0" noProof="0">
                <a:ln>
                  <a:noFill/>
                </a:ln>
                <a:solidFill>
                  <a:srgbClr val="646464"/>
                </a:solidFill>
                <a:effectLst/>
                <a:uLnTx/>
                <a:uFillTx/>
                <a:cs typeface="Arial" panose="020B0604020202020204" pitchFamily="34" charset="0"/>
                <a:sym typeface="EYInterstate Light" panose="02000506000000020004" pitchFamily="2" charset="0"/>
              </a:rPr>
              <a:t>Scope</a:t>
            </a:r>
            <a:endParaRPr kumimoji="0" lang="en-US" sz="1000" b="1" i="0" u="none" strike="noStrike" kern="0" cap="none" spc="0" normalizeH="0" baseline="0" noProof="0">
              <a:ln>
                <a:noFill/>
              </a:ln>
              <a:solidFill>
                <a:srgbClr val="646464"/>
              </a:solidFill>
              <a:effectLst/>
              <a:uLnTx/>
              <a:uFillTx/>
              <a:cs typeface="Arial" panose="020B0604020202020204" pitchFamily="34" charset="0"/>
              <a:sym typeface="EYInterstate Light" panose="02000506000000020004" pitchFamily="2" charset="0"/>
            </a:endParaRPr>
          </a:p>
          <a:p>
            <a:pPr marL="0" marR="0" lvl="0" indent="0" defTabSz="837866" eaLnBrk="1" fontAlgn="base" latinLnBrk="0" hangingPunct="1">
              <a:lnSpc>
                <a:spcPts val="877"/>
              </a:lnSpc>
              <a:spcBef>
                <a:spcPct val="0"/>
              </a:spcBef>
              <a:spcAft>
                <a:spcPts val="1025"/>
              </a:spcAft>
              <a:buClr>
                <a:srgbClr val="FFE600"/>
              </a:buClr>
              <a:buSzPct val="70000"/>
              <a:buFontTx/>
              <a:buNone/>
              <a:tabLst/>
              <a:defRPr/>
            </a:pPr>
            <a:r>
              <a:rPr kumimoji="0" lang="en-US" sz="1000" b="0" i="0" u="none" strike="noStrike" kern="0" cap="none" spc="0" normalizeH="0" baseline="0" noProof="0">
                <a:ln>
                  <a:noFill/>
                </a:ln>
                <a:solidFill>
                  <a:srgbClr val="646464"/>
                </a:solidFill>
                <a:effectLst/>
                <a:uLnTx/>
                <a:uFillTx/>
                <a:sym typeface="EYInterstate Light" panose="02000506000000020004" pitchFamily="2" charset="0"/>
              </a:rPr>
              <a:t>Financial Close Process &amp; Controls </a:t>
            </a:r>
          </a:p>
          <a:p>
            <a:pPr marL="0" marR="0" lvl="0" indent="0" defTabSz="837866" eaLnBrk="1" fontAlgn="base" latinLnBrk="0" hangingPunct="1">
              <a:lnSpc>
                <a:spcPts val="877"/>
              </a:lnSpc>
              <a:spcBef>
                <a:spcPct val="0"/>
              </a:spcBef>
              <a:spcAft>
                <a:spcPts val="1025"/>
              </a:spcAft>
              <a:buClr>
                <a:srgbClr val="FFE600"/>
              </a:buClr>
              <a:buSzPct val="70000"/>
              <a:buFont typeface="Arial" charset="0"/>
              <a:buNone/>
              <a:tabLst/>
              <a:defRPr/>
            </a:pPr>
            <a:r>
              <a:rPr kumimoji="0" lang="en-US" sz="1000" b="0" i="0" u="none" strike="noStrike" kern="0" cap="none" spc="0" normalizeH="0" baseline="0" noProof="0">
                <a:ln>
                  <a:noFill/>
                </a:ln>
                <a:solidFill>
                  <a:srgbClr val="646464"/>
                </a:solidFill>
                <a:effectLst/>
                <a:uLnTx/>
                <a:uFillTx/>
                <a:sym typeface="EYInterstate Light" panose="02000506000000020004" pitchFamily="2" charset="0"/>
              </a:rPr>
              <a:t>MJE Assessment &amp; Rationalization</a:t>
            </a:r>
          </a:p>
          <a:p>
            <a:pPr marL="0" marR="0" lvl="0" indent="0" defTabSz="837866" eaLnBrk="1" fontAlgn="base" latinLnBrk="0" hangingPunct="1">
              <a:lnSpc>
                <a:spcPts val="877"/>
              </a:lnSpc>
              <a:spcBef>
                <a:spcPct val="0"/>
              </a:spcBef>
              <a:spcAft>
                <a:spcPts val="1025"/>
              </a:spcAft>
              <a:buClr>
                <a:srgbClr val="FFE600"/>
              </a:buClr>
              <a:buSzPct val="70000"/>
              <a:buFont typeface="Arial" charset="0"/>
              <a:buNone/>
              <a:tabLst/>
              <a:defRPr/>
            </a:pPr>
            <a:r>
              <a:rPr kumimoji="0" lang="en-US" sz="1000" b="0" i="0" u="none" strike="noStrike" kern="0" cap="none" spc="0" normalizeH="0" baseline="0" noProof="0">
                <a:ln>
                  <a:noFill/>
                </a:ln>
                <a:solidFill>
                  <a:srgbClr val="646464"/>
                </a:solidFill>
                <a:effectLst/>
                <a:uLnTx/>
                <a:uFillTx/>
                <a:sym typeface="EYInterstate Light" panose="02000506000000020004" pitchFamily="2" charset="0"/>
              </a:rPr>
              <a:t>Global Process Alignment</a:t>
            </a:r>
          </a:p>
          <a:p>
            <a:pPr marL="0" marR="0" lvl="0" indent="0" defTabSz="837866" eaLnBrk="1" fontAlgn="base" latinLnBrk="0" hangingPunct="1">
              <a:lnSpc>
                <a:spcPts val="877"/>
              </a:lnSpc>
              <a:spcBef>
                <a:spcPct val="0"/>
              </a:spcBef>
              <a:spcAft>
                <a:spcPts val="1025"/>
              </a:spcAft>
              <a:buClr>
                <a:srgbClr val="FFE600"/>
              </a:buClr>
              <a:buSzPct val="70000"/>
              <a:buFont typeface="Arial" charset="0"/>
              <a:buNone/>
              <a:tabLst/>
              <a:defRPr/>
            </a:pPr>
            <a:r>
              <a:rPr kumimoji="0" lang="en-US" sz="1000" b="0" i="0" u="none" strike="noStrike" kern="0" cap="none" spc="0" normalizeH="0" baseline="0" noProof="0">
                <a:ln>
                  <a:noFill/>
                </a:ln>
                <a:solidFill>
                  <a:srgbClr val="646464"/>
                </a:solidFill>
                <a:effectLst/>
                <a:uLnTx/>
                <a:uFillTx/>
                <a:sym typeface="EYInterstate Light" panose="02000506000000020004" pitchFamily="2" charset="0"/>
              </a:rPr>
              <a:t>Technology Enablement Assessment</a:t>
            </a:r>
          </a:p>
        </p:txBody>
      </p:sp>
      <p:pic>
        <p:nvPicPr>
          <p:cNvPr id="18" name="Picture 17">
            <a:extLst>
              <a:ext uri="{FF2B5EF4-FFF2-40B4-BE49-F238E27FC236}">
                <a16:creationId xmlns:a16="http://schemas.microsoft.com/office/drawing/2014/main" id="{C9A8252D-067C-9431-5C8A-01C399EE3E91}"/>
              </a:ext>
            </a:extLst>
          </p:cNvPr>
          <p:cNvPicPr>
            <a:picLocks noChangeAspect="1"/>
          </p:cNvPicPr>
          <p:nvPr/>
        </p:nvPicPr>
        <p:blipFill rotWithShape="1">
          <a:blip r:embed="rId2">
            <a:extLst>
              <a:ext uri="{28A0092B-C50C-407E-A947-70E740481C1C}">
                <a14:useLocalDpi xmlns:a14="http://schemas.microsoft.com/office/drawing/2010/main" val="0"/>
              </a:ext>
            </a:extLst>
          </a:blip>
          <a:srcRect l="265" r="-265"/>
          <a:stretch/>
        </p:blipFill>
        <p:spPr>
          <a:xfrm>
            <a:off x="1027936" y="1433467"/>
            <a:ext cx="792000" cy="792000"/>
          </a:xfrm>
          <a:prstGeom prst="ellipse">
            <a:avLst/>
          </a:prstGeom>
          <a:ln>
            <a:noFill/>
          </a:ln>
        </p:spPr>
      </p:pic>
      <p:grpSp>
        <p:nvGrpSpPr>
          <p:cNvPr id="19" name="Group 18">
            <a:extLst>
              <a:ext uri="{FF2B5EF4-FFF2-40B4-BE49-F238E27FC236}">
                <a16:creationId xmlns:a16="http://schemas.microsoft.com/office/drawing/2014/main" id="{FE1A09BA-FC0A-ED4D-274D-BC218C686CF2}"/>
              </a:ext>
            </a:extLst>
          </p:cNvPr>
          <p:cNvGrpSpPr>
            <a:grpSpLocks/>
          </p:cNvGrpSpPr>
          <p:nvPr/>
        </p:nvGrpSpPr>
        <p:grpSpPr>
          <a:xfrm>
            <a:off x="8240041" y="4993042"/>
            <a:ext cx="894843" cy="894843"/>
            <a:chOff x="9715174" y="5433421"/>
            <a:chExt cx="894843" cy="894843"/>
          </a:xfrm>
        </p:grpSpPr>
        <p:sp>
          <p:nvSpPr>
            <p:cNvPr id="20" name="Oval 1">
              <a:extLst>
                <a:ext uri="{FF2B5EF4-FFF2-40B4-BE49-F238E27FC236}">
                  <a16:creationId xmlns:a16="http://schemas.microsoft.com/office/drawing/2014/main" id="{7EC84D2A-E140-84EA-9BB4-5091A13A04A3}"/>
                </a:ext>
              </a:extLst>
            </p:cNvPr>
            <p:cNvSpPr>
              <a:spLocks/>
            </p:cNvSpPr>
            <p:nvPr/>
          </p:nvSpPr>
          <p:spPr bwMode="gray">
            <a:xfrm rot="10800000">
              <a:off x="9715174" y="5433421"/>
              <a:ext cx="894843" cy="894843"/>
            </a:xfrm>
            <a:prstGeom prst="ellipse">
              <a:avLst/>
            </a:prstGeom>
            <a:solidFill>
              <a:srgbClr val="FFE600">
                <a:lumMod val="40000"/>
                <a:lumOff val="60000"/>
                <a:alpha val="48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21" name="Oval 1">
              <a:extLst>
                <a:ext uri="{FF2B5EF4-FFF2-40B4-BE49-F238E27FC236}">
                  <a16:creationId xmlns:a16="http://schemas.microsoft.com/office/drawing/2014/main" id="{8D4DB1DE-5F9E-C47B-8BA5-9A36E256E6BF}"/>
                </a:ext>
              </a:extLst>
            </p:cNvPr>
            <p:cNvSpPr>
              <a:spLocks noChangeAspect="1"/>
            </p:cNvSpPr>
            <p:nvPr/>
          </p:nvSpPr>
          <p:spPr bwMode="gray">
            <a:xfrm rot="10800000">
              <a:off x="9767927" y="5486175"/>
              <a:ext cx="789337" cy="789336"/>
            </a:xfrm>
            <a:prstGeom prst="ellipse">
              <a:avLst/>
            </a:prstGeom>
            <a:solidFill>
              <a:srgbClr val="FFE600">
                <a:lumMod val="60000"/>
                <a:lumOff val="400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22" name="Oval 1">
              <a:extLst>
                <a:ext uri="{FF2B5EF4-FFF2-40B4-BE49-F238E27FC236}">
                  <a16:creationId xmlns:a16="http://schemas.microsoft.com/office/drawing/2014/main" id="{488BE142-44E9-2AE1-F516-5F93B1A1A9A9}"/>
                </a:ext>
              </a:extLst>
            </p:cNvPr>
            <p:cNvSpPr>
              <a:spLocks/>
            </p:cNvSpPr>
            <p:nvPr/>
          </p:nvSpPr>
          <p:spPr bwMode="gray">
            <a:xfrm rot="10800000">
              <a:off x="9818674" y="5536920"/>
              <a:ext cx="687844" cy="687846"/>
            </a:xfrm>
            <a:prstGeom prst="ellipse">
              <a:avLst/>
            </a:prstGeom>
            <a:solidFill>
              <a:srgbClr val="FFE6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pic>
          <p:nvPicPr>
            <p:cNvPr id="23" name="Graphic 22" descr="Robot">
              <a:extLst>
                <a:ext uri="{FF2B5EF4-FFF2-40B4-BE49-F238E27FC236}">
                  <a16:creationId xmlns:a16="http://schemas.microsoft.com/office/drawing/2014/main" id="{95F5E743-8E89-C549-A5C7-BE6173F25E8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69649" y="5582601"/>
              <a:ext cx="585891" cy="585891"/>
            </a:xfrm>
            <a:prstGeom prst="rect">
              <a:avLst/>
            </a:prstGeom>
          </p:spPr>
        </p:pic>
      </p:grpSp>
      <p:sp>
        <p:nvSpPr>
          <p:cNvPr id="24" name="TextBox 23">
            <a:extLst>
              <a:ext uri="{FF2B5EF4-FFF2-40B4-BE49-F238E27FC236}">
                <a16:creationId xmlns:a16="http://schemas.microsoft.com/office/drawing/2014/main" id="{0E55D55F-49C1-C03E-456F-67D50F3C0029}"/>
              </a:ext>
            </a:extLst>
          </p:cNvPr>
          <p:cNvSpPr txBox="1">
            <a:spLocks/>
          </p:cNvSpPr>
          <p:nvPr/>
        </p:nvSpPr>
        <p:spPr>
          <a:xfrm>
            <a:off x="8240735" y="5941983"/>
            <a:ext cx="893456" cy="352276"/>
          </a:xfrm>
          <a:prstGeom prst="rect">
            <a:avLst/>
          </a:prstGeom>
          <a:noFill/>
        </p:spPr>
        <p:txBody>
          <a:bodyPr wrap="square" lIns="0" tIns="36576" rIns="0" bIns="0" rtlCol="0">
            <a:spAutoFit/>
          </a:bodyPr>
          <a:lstStyle/>
          <a:p>
            <a:pPr algn="ctr">
              <a:lnSpc>
                <a:spcPct val="85000"/>
              </a:lnSpc>
              <a:spcAft>
                <a:spcPts val="600"/>
              </a:spcAft>
              <a:buClr>
                <a:srgbClr val="FFE600"/>
              </a:buClr>
              <a:buSzPct val="70000"/>
            </a:pPr>
            <a:r>
              <a:rPr lang="en-US" sz="1200" b="1">
                <a:solidFill>
                  <a:srgbClr val="646464"/>
                </a:solidFill>
                <a:latin typeface="EY interstate light"/>
              </a:rPr>
              <a:t>Increased Automation</a:t>
            </a:r>
          </a:p>
        </p:txBody>
      </p:sp>
      <p:sp>
        <p:nvSpPr>
          <p:cNvPr id="25" name="TextBox 24">
            <a:extLst>
              <a:ext uri="{FF2B5EF4-FFF2-40B4-BE49-F238E27FC236}">
                <a16:creationId xmlns:a16="http://schemas.microsoft.com/office/drawing/2014/main" id="{48BD2226-C3F3-4B41-0F87-BB769FBB854B}"/>
              </a:ext>
            </a:extLst>
          </p:cNvPr>
          <p:cNvSpPr txBox="1">
            <a:spLocks/>
          </p:cNvSpPr>
          <p:nvPr/>
        </p:nvSpPr>
        <p:spPr>
          <a:xfrm>
            <a:off x="9513037" y="5941983"/>
            <a:ext cx="893456" cy="352276"/>
          </a:xfrm>
          <a:prstGeom prst="rect">
            <a:avLst/>
          </a:prstGeom>
          <a:noFill/>
        </p:spPr>
        <p:txBody>
          <a:bodyPr wrap="square" lIns="0" tIns="36576" rIns="0" bIns="0" rtlCol="0">
            <a:spAutoFit/>
          </a:bodyPr>
          <a:lstStyle/>
          <a:p>
            <a:pPr algn="ctr">
              <a:lnSpc>
                <a:spcPct val="85000"/>
              </a:lnSpc>
              <a:spcAft>
                <a:spcPts val="600"/>
              </a:spcAft>
              <a:buClr>
                <a:srgbClr val="FFE600"/>
              </a:buClr>
              <a:buSzPct val="70000"/>
            </a:pPr>
            <a:r>
              <a:rPr lang="en-US" sz="1200" b="1">
                <a:solidFill>
                  <a:srgbClr val="646464"/>
                </a:solidFill>
                <a:latin typeface="EY interstate light"/>
              </a:rPr>
              <a:t>Global Close Calendar</a:t>
            </a:r>
          </a:p>
        </p:txBody>
      </p:sp>
      <p:grpSp>
        <p:nvGrpSpPr>
          <p:cNvPr id="26" name="Group 25">
            <a:extLst>
              <a:ext uri="{FF2B5EF4-FFF2-40B4-BE49-F238E27FC236}">
                <a16:creationId xmlns:a16="http://schemas.microsoft.com/office/drawing/2014/main" id="{F92561DB-B77F-BEB0-C371-A9BFE4824970}"/>
              </a:ext>
            </a:extLst>
          </p:cNvPr>
          <p:cNvGrpSpPr>
            <a:grpSpLocks/>
          </p:cNvGrpSpPr>
          <p:nvPr/>
        </p:nvGrpSpPr>
        <p:grpSpPr>
          <a:xfrm>
            <a:off x="10784644" y="5027790"/>
            <a:ext cx="894843" cy="894843"/>
            <a:chOff x="6346145" y="5310709"/>
            <a:chExt cx="894843" cy="894843"/>
          </a:xfrm>
        </p:grpSpPr>
        <p:sp>
          <p:nvSpPr>
            <p:cNvPr id="27" name="Oval 1">
              <a:extLst>
                <a:ext uri="{FF2B5EF4-FFF2-40B4-BE49-F238E27FC236}">
                  <a16:creationId xmlns:a16="http://schemas.microsoft.com/office/drawing/2014/main" id="{ACF0370C-A2FD-9913-FA25-7AA0CCA8F25B}"/>
                </a:ext>
              </a:extLst>
            </p:cNvPr>
            <p:cNvSpPr>
              <a:spLocks/>
            </p:cNvSpPr>
            <p:nvPr/>
          </p:nvSpPr>
          <p:spPr bwMode="gray">
            <a:xfrm rot="10800000">
              <a:off x="6346145" y="5310709"/>
              <a:ext cx="894843" cy="894843"/>
            </a:xfrm>
            <a:prstGeom prst="ellipse">
              <a:avLst/>
            </a:prstGeom>
            <a:solidFill>
              <a:srgbClr val="FFE600">
                <a:lumMod val="40000"/>
                <a:lumOff val="60000"/>
                <a:alpha val="48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grpSp>
          <p:nvGrpSpPr>
            <p:cNvPr id="28" name="Group 27">
              <a:extLst>
                <a:ext uri="{FF2B5EF4-FFF2-40B4-BE49-F238E27FC236}">
                  <a16:creationId xmlns:a16="http://schemas.microsoft.com/office/drawing/2014/main" id="{5831A685-1099-754B-9D7C-F2DACFAAFB8E}"/>
                </a:ext>
              </a:extLst>
            </p:cNvPr>
            <p:cNvGrpSpPr/>
            <p:nvPr/>
          </p:nvGrpSpPr>
          <p:grpSpPr>
            <a:xfrm>
              <a:off x="6398898" y="5363463"/>
              <a:ext cx="789337" cy="789336"/>
              <a:chOff x="6398898" y="5363463"/>
              <a:chExt cx="789337" cy="789336"/>
            </a:xfrm>
          </p:grpSpPr>
          <p:sp>
            <p:nvSpPr>
              <p:cNvPr id="29" name="Oval 1">
                <a:extLst>
                  <a:ext uri="{FF2B5EF4-FFF2-40B4-BE49-F238E27FC236}">
                    <a16:creationId xmlns:a16="http://schemas.microsoft.com/office/drawing/2014/main" id="{F1B7B9C4-06CE-667C-22F6-8F66D74E1331}"/>
                  </a:ext>
                </a:extLst>
              </p:cNvPr>
              <p:cNvSpPr>
                <a:spLocks noChangeAspect="1"/>
              </p:cNvSpPr>
              <p:nvPr/>
            </p:nvSpPr>
            <p:spPr bwMode="gray">
              <a:xfrm rot="10800000">
                <a:off x="6398898" y="5363463"/>
                <a:ext cx="789337" cy="789336"/>
              </a:xfrm>
              <a:prstGeom prst="ellipse">
                <a:avLst/>
              </a:prstGeom>
              <a:solidFill>
                <a:srgbClr val="FFE600">
                  <a:lumMod val="60000"/>
                  <a:lumOff val="400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30" name="Oval 1">
                <a:extLst>
                  <a:ext uri="{FF2B5EF4-FFF2-40B4-BE49-F238E27FC236}">
                    <a16:creationId xmlns:a16="http://schemas.microsoft.com/office/drawing/2014/main" id="{C6173C6A-9C85-5244-ED9B-2CD0556DCB32}"/>
                  </a:ext>
                </a:extLst>
              </p:cNvPr>
              <p:cNvSpPr>
                <a:spLocks/>
              </p:cNvSpPr>
              <p:nvPr/>
            </p:nvSpPr>
            <p:spPr bwMode="gray">
              <a:xfrm rot="10800000">
                <a:off x="6449645" y="5414208"/>
                <a:ext cx="687844" cy="687846"/>
              </a:xfrm>
              <a:prstGeom prst="ellipse">
                <a:avLst/>
              </a:prstGeom>
              <a:solidFill>
                <a:srgbClr val="FFE6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pic>
            <p:nvPicPr>
              <p:cNvPr id="31" name="Graphic 30" descr="Monthly calendar">
                <a:extLst>
                  <a:ext uri="{FF2B5EF4-FFF2-40B4-BE49-F238E27FC236}">
                    <a16:creationId xmlns:a16="http://schemas.microsoft.com/office/drawing/2014/main" id="{09761395-87B6-4F66-5574-7C9670085084}"/>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513799" y="5472196"/>
                <a:ext cx="553119" cy="553119"/>
              </a:xfrm>
              <a:prstGeom prst="rect">
                <a:avLst/>
              </a:prstGeom>
            </p:spPr>
          </p:pic>
        </p:grpSp>
      </p:grpSp>
      <p:sp>
        <p:nvSpPr>
          <p:cNvPr id="32" name="TextBox 31">
            <a:extLst>
              <a:ext uri="{FF2B5EF4-FFF2-40B4-BE49-F238E27FC236}">
                <a16:creationId xmlns:a16="http://schemas.microsoft.com/office/drawing/2014/main" id="{435F8DA4-738F-6F96-6533-CB4201D001C7}"/>
              </a:ext>
            </a:extLst>
          </p:cNvPr>
          <p:cNvSpPr txBox="1">
            <a:spLocks/>
          </p:cNvSpPr>
          <p:nvPr/>
        </p:nvSpPr>
        <p:spPr>
          <a:xfrm>
            <a:off x="10785338" y="6020466"/>
            <a:ext cx="893456" cy="195310"/>
          </a:xfrm>
          <a:prstGeom prst="rect">
            <a:avLst/>
          </a:prstGeom>
          <a:noFill/>
        </p:spPr>
        <p:txBody>
          <a:bodyPr wrap="square" lIns="0" tIns="36576" rIns="0" bIns="0" rtlCol="0">
            <a:spAutoFit/>
          </a:bodyPr>
          <a:lstStyle/>
          <a:p>
            <a:pPr algn="ctr">
              <a:lnSpc>
                <a:spcPct val="85000"/>
              </a:lnSpc>
              <a:spcAft>
                <a:spcPts val="600"/>
              </a:spcAft>
              <a:buClr>
                <a:srgbClr val="FFE600"/>
              </a:buClr>
              <a:buSzPct val="70000"/>
            </a:pPr>
            <a:r>
              <a:rPr lang="en-US" sz="1200" b="1">
                <a:solidFill>
                  <a:srgbClr val="646464"/>
                </a:solidFill>
                <a:latin typeface="EY interstate light"/>
              </a:rPr>
              <a:t>Faster Close</a:t>
            </a:r>
          </a:p>
        </p:txBody>
      </p:sp>
      <p:grpSp>
        <p:nvGrpSpPr>
          <p:cNvPr id="33" name="Group 32">
            <a:extLst>
              <a:ext uri="{FF2B5EF4-FFF2-40B4-BE49-F238E27FC236}">
                <a16:creationId xmlns:a16="http://schemas.microsoft.com/office/drawing/2014/main" id="{8D925658-66A0-5462-F2E5-494503C0C4E1}"/>
              </a:ext>
            </a:extLst>
          </p:cNvPr>
          <p:cNvGrpSpPr>
            <a:grpSpLocks/>
          </p:cNvGrpSpPr>
          <p:nvPr/>
        </p:nvGrpSpPr>
        <p:grpSpPr>
          <a:xfrm>
            <a:off x="9512343" y="4999288"/>
            <a:ext cx="894843" cy="894843"/>
            <a:chOff x="6096000" y="5213847"/>
            <a:chExt cx="894843" cy="894843"/>
          </a:xfrm>
        </p:grpSpPr>
        <p:sp>
          <p:nvSpPr>
            <p:cNvPr id="34" name="Oval 1">
              <a:extLst>
                <a:ext uri="{FF2B5EF4-FFF2-40B4-BE49-F238E27FC236}">
                  <a16:creationId xmlns:a16="http://schemas.microsoft.com/office/drawing/2014/main" id="{7D4FADC9-1E8F-FFF1-A046-AED8FFCE4C5A}"/>
                </a:ext>
              </a:extLst>
            </p:cNvPr>
            <p:cNvSpPr>
              <a:spLocks/>
            </p:cNvSpPr>
            <p:nvPr/>
          </p:nvSpPr>
          <p:spPr bwMode="gray">
            <a:xfrm rot="10800000">
              <a:off x="6096000" y="5213847"/>
              <a:ext cx="894843" cy="894843"/>
            </a:xfrm>
            <a:prstGeom prst="ellipse">
              <a:avLst/>
            </a:prstGeom>
            <a:solidFill>
              <a:srgbClr val="FFE600">
                <a:lumMod val="40000"/>
                <a:lumOff val="60000"/>
                <a:alpha val="48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35" name="Oval 1">
              <a:extLst>
                <a:ext uri="{FF2B5EF4-FFF2-40B4-BE49-F238E27FC236}">
                  <a16:creationId xmlns:a16="http://schemas.microsoft.com/office/drawing/2014/main" id="{7495E013-E776-CC86-D30A-3CE471C5B247}"/>
                </a:ext>
              </a:extLst>
            </p:cNvPr>
            <p:cNvSpPr>
              <a:spLocks noChangeAspect="1"/>
            </p:cNvSpPr>
            <p:nvPr/>
          </p:nvSpPr>
          <p:spPr bwMode="gray">
            <a:xfrm rot="10800000">
              <a:off x="6148753" y="5266601"/>
              <a:ext cx="789337" cy="789336"/>
            </a:xfrm>
            <a:prstGeom prst="ellipse">
              <a:avLst/>
            </a:prstGeom>
            <a:solidFill>
              <a:srgbClr val="FFE600">
                <a:lumMod val="60000"/>
                <a:lumOff val="400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36" name="Oval 1">
              <a:extLst>
                <a:ext uri="{FF2B5EF4-FFF2-40B4-BE49-F238E27FC236}">
                  <a16:creationId xmlns:a16="http://schemas.microsoft.com/office/drawing/2014/main" id="{7FF42323-BC75-E980-8418-309826FA4646}"/>
                </a:ext>
              </a:extLst>
            </p:cNvPr>
            <p:cNvSpPr>
              <a:spLocks/>
            </p:cNvSpPr>
            <p:nvPr/>
          </p:nvSpPr>
          <p:spPr bwMode="gray">
            <a:xfrm rot="10800000">
              <a:off x="6199500" y="5317346"/>
              <a:ext cx="687844" cy="687846"/>
            </a:xfrm>
            <a:prstGeom prst="ellipse">
              <a:avLst/>
            </a:prstGeom>
            <a:solidFill>
              <a:srgbClr val="FFE6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pic>
          <p:nvPicPr>
            <p:cNvPr id="37" name="Graphic 36" descr="Earth globe Africa and Europe">
              <a:extLst>
                <a:ext uri="{FF2B5EF4-FFF2-40B4-BE49-F238E27FC236}">
                  <a16:creationId xmlns:a16="http://schemas.microsoft.com/office/drawing/2014/main" id="{92272B2C-C0A1-E743-37E6-C3B84C58C77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210324" y="5315781"/>
              <a:ext cx="687137" cy="687137"/>
            </a:xfrm>
            <a:prstGeom prst="rect">
              <a:avLst/>
            </a:prstGeom>
          </p:spPr>
        </p:pic>
      </p:grpSp>
      <p:pic>
        <p:nvPicPr>
          <p:cNvPr id="38" name="Picture 37">
            <a:extLst>
              <a:ext uri="{FF2B5EF4-FFF2-40B4-BE49-F238E27FC236}">
                <a16:creationId xmlns:a16="http://schemas.microsoft.com/office/drawing/2014/main" id="{9E12C561-D7AB-9320-A463-CA0A5CB3AC8D}"/>
              </a:ext>
            </a:extLst>
          </p:cNvPr>
          <p:cNvPicPr>
            <a:picLocks noChangeAspect="1"/>
          </p:cNvPicPr>
          <p:nvPr/>
        </p:nvPicPr>
        <p:blipFill rotWithShape="1">
          <a:blip r:embed="rId9" cstate="print">
            <a:extLst>
              <a:ext uri="{BEBA8EAE-BF5A-486C-A8C5-ECC9F3942E4B}">
                <a14:imgProps xmlns:a14="http://schemas.microsoft.com/office/drawing/2010/main">
                  <a14:imgLayer r:embed="rId10">
                    <a14:imgEffect>
                      <a14:colorTemperature colorTemp="4700"/>
                    </a14:imgEffect>
                    <a14:imgEffect>
                      <a14:saturation sat="0"/>
                    </a14:imgEffect>
                  </a14:imgLayer>
                </a14:imgProps>
              </a:ext>
              <a:ext uri="{28A0092B-C50C-407E-A947-70E740481C1C}">
                <a14:useLocalDpi xmlns:a14="http://schemas.microsoft.com/office/drawing/2010/main" val="0"/>
              </a:ext>
            </a:extLst>
          </a:blip>
          <a:srcRect l="-1" r="1716" b="13515"/>
          <a:stretch/>
        </p:blipFill>
        <p:spPr>
          <a:xfrm>
            <a:off x="2656605" y="1433467"/>
            <a:ext cx="792000" cy="792000"/>
          </a:xfrm>
          <a:prstGeom prst="ellipse">
            <a:avLst/>
          </a:prstGeom>
        </p:spPr>
      </p:pic>
      <p:sp>
        <p:nvSpPr>
          <p:cNvPr id="39" name="TextBox 38">
            <a:extLst>
              <a:ext uri="{FF2B5EF4-FFF2-40B4-BE49-F238E27FC236}">
                <a16:creationId xmlns:a16="http://schemas.microsoft.com/office/drawing/2014/main" id="{156E4C8B-4CFE-32C9-C00C-C037533E6167}"/>
              </a:ext>
            </a:extLst>
          </p:cNvPr>
          <p:cNvSpPr txBox="1">
            <a:spLocks/>
          </p:cNvSpPr>
          <p:nvPr/>
        </p:nvSpPr>
        <p:spPr>
          <a:xfrm>
            <a:off x="2206605" y="2312316"/>
            <a:ext cx="1692000" cy="576000"/>
          </a:xfrm>
          <a:prstGeom prst="rect">
            <a:avLst/>
          </a:prstGeom>
          <a:noFill/>
        </p:spPr>
        <p:txBody>
          <a:bodyPr wrap="square" lIns="0" tIns="0" rIns="0" bIns="0" rtlCol="0" anchor="t">
            <a:noAutofit/>
          </a:bodyPr>
          <a:lstStyle/>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r>
              <a:rPr kumimoji="0" lang="en-US" sz="1200" b="1" i="0" u="none" strike="noStrike" kern="0" cap="none" spc="0" normalizeH="0" baseline="0" noProof="0">
                <a:ln>
                  <a:noFill/>
                </a:ln>
                <a:solidFill>
                  <a:srgbClr val="646464"/>
                </a:solidFill>
                <a:effectLst/>
                <a:uLnTx/>
                <a:uFillTx/>
              </a:rPr>
              <a:t>Heidi </a:t>
            </a:r>
            <a:r>
              <a:rPr kumimoji="0" lang="en-US" sz="1200" b="1" i="0" u="none" strike="noStrike" kern="0" cap="none" spc="0" normalizeH="0" baseline="0" noProof="0" err="1">
                <a:ln>
                  <a:noFill/>
                </a:ln>
                <a:solidFill>
                  <a:srgbClr val="646464"/>
                </a:solidFill>
                <a:effectLst/>
                <a:uLnTx/>
                <a:uFillTx/>
              </a:rPr>
              <a:t>Taradash-Destino</a:t>
            </a:r>
            <a:endParaRPr kumimoji="0" lang="en-US" sz="1200" b="1" i="0" u="none" strike="noStrike" kern="0" cap="none" spc="0" normalizeH="0" baseline="0" noProof="0">
              <a:ln>
                <a:noFill/>
              </a:ln>
              <a:solidFill>
                <a:srgbClr val="646464"/>
              </a:solidFill>
              <a:effectLst/>
              <a:uLnTx/>
              <a:uFillTx/>
            </a:endParaRPr>
          </a:p>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r>
              <a:rPr kumimoji="0" lang="en-US" sz="1000" b="0" i="0" u="none" strike="noStrike" kern="0" cap="none" spc="0" normalizeH="0" baseline="0" noProof="0">
                <a:ln>
                  <a:noFill/>
                </a:ln>
                <a:solidFill>
                  <a:srgbClr val="646464"/>
                </a:solidFill>
                <a:effectLst/>
                <a:uLnTx/>
                <a:uFillTx/>
              </a:rPr>
              <a:t>Senior Manager</a:t>
            </a:r>
            <a:br>
              <a:rPr kumimoji="0" lang="en-US" sz="1000" b="0" i="0" u="none" strike="noStrike" kern="0" cap="none" spc="0" normalizeH="0" baseline="0" noProof="0">
                <a:ln>
                  <a:noFill/>
                </a:ln>
                <a:solidFill>
                  <a:srgbClr val="646464"/>
                </a:solidFill>
                <a:effectLst/>
                <a:uLnTx/>
                <a:uFillTx/>
              </a:rPr>
            </a:br>
            <a:r>
              <a:rPr kumimoji="0" lang="en-US" sz="1000" b="0" i="0" u="none" strike="noStrike" kern="0" cap="none" spc="0" normalizeH="0" baseline="0" noProof="0">
                <a:ln>
                  <a:noFill/>
                </a:ln>
                <a:solidFill>
                  <a:srgbClr val="646464"/>
                </a:solidFill>
                <a:effectLst/>
                <a:uLnTx/>
                <a:uFillTx/>
              </a:rPr>
              <a:t>Project Manager</a:t>
            </a:r>
          </a:p>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endParaRPr kumimoji="0" lang="en-US" sz="1200" b="1" i="0" u="none" strike="noStrike" kern="0" cap="none" spc="0" normalizeH="0" baseline="0" noProof="0">
              <a:ln>
                <a:noFill/>
              </a:ln>
              <a:solidFill>
                <a:srgbClr val="646464"/>
              </a:solidFill>
              <a:effectLst/>
              <a:uLnTx/>
              <a:uFillTx/>
            </a:endParaRPr>
          </a:p>
        </p:txBody>
      </p:sp>
      <p:grpSp>
        <p:nvGrpSpPr>
          <p:cNvPr id="40" name="Group 39">
            <a:extLst>
              <a:ext uri="{FF2B5EF4-FFF2-40B4-BE49-F238E27FC236}">
                <a16:creationId xmlns:a16="http://schemas.microsoft.com/office/drawing/2014/main" id="{EF204957-F93E-E3A9-5D64-A66E5FE713F2}"/>
              </a:ext>
            </a:extLst>
          </p:cNvPr>
          <p:cNvGrpSpPr>
            <a:grpSpLocks/>
          </p:cNvGrpSpPr>
          <p:nvPr/>
        </p:nvGrpSpPr>
        <p:grpSpPr>
          <a:xfrm>
            <a:off x="11120247" y="3810762"/>
            <a:ext cx="223638" cy="1061457"/>
            <a:chOff x="11057159" y="3728466"/>
            <a:chExt cx="223638" cy="1061457"/>
          </a:xfrm>
        </p:grpSpPr>
        <p:grpSp>
          <p:nvGrpSpPr>
            <p:cNvPr id="41" name="Group 40">
              <a:extLst>
                <a:ext uri="{FF2B5EF4-FFF2-40B4-BE49-F238E27FC236}">
                  <a16:creationId xmlns:a16="http://schemas.microsoft.com/office/drawing/2014/main" id="{26595753-1086-6104-0DAC-3A28B725CFE2}"/>
                </a:ext>
              </a:extLst>
            </p:cNvPr>
            <p:cNvGrpSpPr/>
            <p:nvPr/>
          </p:nvGrpSpPr>
          <p:grpSpPr>
            <a:xfrm>
              <a:off x="11057159" y="3728466"/>
              <a:ext cx="223638" cy="338554"/>
              <a:chOff x="9708197" y="3187677"/>
              <a:chExt cx="223638" cy="338554"/>
            </a:xfrm>
          </p:grpSpPr>
          <p:sp>
            <p:nvSpPr>
              <p:cNvPr id="51" name="Rectangle 50">
                <a:extLst>
                  <a:ext uri="{FF2B5EF4-FFF2-40B4-BE49-F238E27FC236}">
                    <a16:creationId xmlns:a16="http://schemas.microsoft.com/office/drawing/2014/main" id="{2151C00D-5B67-CA9A-AA9A-50A4378AC270}"/>
                  </a:ext>
                </a:extLst>
              </p:cNvPr>
              <p:cNvSpPr/>
              <p:nvPr/>
            </p:nvSpPr>
            <p:spPr>
              <a:xfrm>
                <a:off x="9729802" y="3244492"/>
                <a:ext cx="180000" cy="180000"/>
              </a:xfrm>
              <a:prstGeom prst="rect">
                <a:avLst/>
              </a:prstGeom>
              <a:solidFill>
                <a:srgbClr val="FFFFFF"/>
              </a:solidFill>
              <a:ln w="3175" cap="flat" cmpd="sng" algn="ctr">
                <a:solidFill>
                  <a:srgbClr val="808080"/>
                </a:solidFill>
                <a:prstDash val="solid"/>
              </a:ln>
              <a:effectLst/>
            </p:spPr>
            <p:txBody>
              <a:bodyPr rot="0" spcFirstLastPara="0" vertOverflow="overflow" horzOverflow="overflow" vert="horz" wrap="square" lIns="53650" tIns="53650" rIns="53650" bIns="53650" numCol="1" spcCol="0" rtlCol="0" fromWordArt="0" anchor="ctr" anchorCtr="0" forceAA="0" compatLnSpc="1">
                <a:prstTxWarp prst="textNoShape">
                  <a:avLst/>
                </a:prstTxWarp>
                <a:noAutofit/>
              </a:bodyPr>
              <a:lstStyle/>
              <a:p>
                <a:pPr marL="0" marR="0" lvl="0" indent="0" algn="ctr" defTabSz="837866" eaLnBrk="1" fontAlgn="auto" latinLnBrk="0" hangingPunct="1">
                  <a:lnSpc>
                    <a:spcPct val="100000"/>
                  </a:lnSpc>
                  <a:spcBef>
                    <a:spcPts val="0"/>
                  </a:spcBef>
                  <a:spcAft>
                    <a:spcPts val="0"/>
                  </a:spcAft>
                  <a:buClr>
                    <a:srgbClr val="FFE600"/>
                  </a:buClr>
                  <a:buSzPct val="80000"/>
                  <a:buFont typeface="Arial" charset="0"/>
                  <a:buNone/>
                  <a:tabLst/>
                  <a:defRPr/>
                </a:pPr>
                <a:r>
                  <a:rPr kumimoji="0" lang="en-US" sz="1600" b="0" i="0" u="none" strike="noStrike" kern="0" cap="none" spc="0" normalizeH="0" baseline="0" noProof="0">
                    <a:ln>
                      <a:noFill/>
                    </a:ln>
                    <a:solidFill>
                      <a:srgbClr val="2C973E"/>
                    </a:solidFill>
                    <a:effectLst/>
                    <a:uLnTx/>
                    <a:uFillTx/>
                    <a:sym typeface="EYInterstate Light" panose="02000506000000020004" pitchFamily="2" charset="0"/>
                  </a:rPr>
                  <a:t></a:t>
                </a:r>
              </a:p>
            </p:txBody>
          </p:sp>
          <p:sp>
            <p:nvSpPr>
              <p:cNvPr id="52" name="Rectangle 51">
                <a:extLst>
                  <a:ext uri="{FF2B5EF4-FFF2-40B4-BE49-F238E27FC236}">
                    <a16:creationId xmlns:a16="http://schemas.microsoft.com/office/drawing/2014/main" id="{0226F839-7A3E-1855-1A52-3DA6DE9BF994}"/>
                  </a:ext>
                </a:extLst>
              </p:cNvPr>
              <p:cNvSpPr/>
              <p:nvPr/>
            </p:nvSpPr>
            <p:spPr>
              <a:xfrm>
                <a:off x="9708197" y="3187677"/>
                <a:ext cx="223638" cy="338554"/>
              </a:xfrm>
              <a:prstGeom prst="rect">
                <a:avLst/>
              </a:prstGeom>
            </p:spPr>
            <p:txBody>
              <a:bodyPr wrap="square">
                <a:spAutoFit/>
              </a:bodyPr>
              <a:lstStyle/>
              <a:p>
                <a:pPr marL="0" marR="0" lvl="0" indent="0" algn="ctr" defTabSz="914400" eaLnBrk="1" fontAlgn="base" latinLnBrk="0" hangingPunct="1">
                  <a:lnSpc>
                    <a:spcPct val="100000"/>
                  </a:lnSpc>
                  <a:spcBef>
                    <a:spcPct val="0"/>
                  </a:spcBef>
                  <a:spcAft>
                    <a:spcPct val="50000"/>
                  </a:spcAft>
                  <a:buClr>
                    <a:srgbClr val="FFE600"/>
                  </a:buClr>
                  <a:buSzPct val="80000"/>
                  <a:buFontTx/>
                  <a:buNone/>
                  <a:tabLst/>
                  <a:defRPr/>
                </a:pPr>
                <a:r>
                  <a:rPr kumimoji="0" lang="en-US" sz="1600" b="0" i="0" u="none" strike="noStrike" kern="0" cap="none" spc="0" normalizeH="0" baseline="0" noProof="0">
                    <a:ln>
                      <a:noFill/>
                    </a:ln>
                    <a:solidFill>
                      <a:srgbClr val="2C973E"/>
                    </a:solidFill>
                    <a:effectLst/>
                    <a:uLnTx/>
                    <a:uFillTx/>
                    <a:sym typeface="Wingdings" panose="05000000000000000000" pitchFamily="2" charset="2"/>
                  </a:rPr>
                  <a:t></a:t>
                </a:r>
                <a:endParaRPr kumimoji="0" lang="en-US" sz="1600" b="0" i="0" u="none" strike="noStrike" kern="0" cap="none" spc="0" normalizeH="0" baseline="0" noProof="0">
                  <a:ln>
                    <a:noFill/>
                  </a:ln>
                  <a:solidFill>
                    <a:srgbClr val="2C973E"/>
                  </a:solidFill>
                  <a:effectLst/>
                  <a:uLnTx/>
                  <a:uFillTx/>
                </a:endParaRPr>
              </a:p>
            </p:txBody>
          </p:sp>
        </p:grpSp>
        <p:grpSp>
          <p:nvGrpSpPr>
            <p:cNvPr id="42" name="Group 41">
              <a:extLst>
                <a:ext uri="{FF2B5EF4-FFF2-40B4-BE49-F238E27FC236}">
                  <a16:creationId xmlns:a16="http://schemas.microsoft.com/office/drawing/2014/main" id="{A5F87E35-7D47-6E6F-C15D-7750C519E13D}"/>
                </a:ext>
              </a:extLst>
            </p:cNvPr>
            <p:cNvGrpSpPr/>
            <p:nvPr/>
          </p:nvGrpSpPr>
          <p:grpSpPr>
            <a:xfrm>
              <a:off x="11057159" y="3969434"/>
              <a:ext cx="223638" cy="338554"/>
              <a:chOff x="9708197" y="3187677"/>
              <a:chExt cx="223638" cy="338554"/>
            </a:xfrm>
          </p:grpSpPr>
          <p:sp>
            <p:nvSpPr>
              <p:cNvPr id="49" name="Rectangle 48">
                <a:extLst>
                  <a:ext uri="{FF2B5EF4-FFF2-40B4-BE49-F238E27FC236}">
                    <a16:creationId xmlns:a16="http://schemas.microsoft.com/office/drawing/2014/main" id="{C0065246-719A-4197-7BCC-895BDF45B9E4}"/>
                  </a:ext>
                </a:extLst>
              </p:cNvPr>
              <p:cNvSpPr/>
              <p:nvPr/>
            </p:nvSpPr>
            <p:spPr>
              <a:xfrm>
                <a:off x="9729802" y="3244492"/>
                <a:ext cx="180000" cy="180000"/>
              </a:xfrm>
              <a:prstGeom prst="rect">
                <a:avLst/>
              </a:prstGeom>
              <a:solidFill>
                <a:srgbClr val="FFFFFF"/>
              </a:solidFill>
              <a:ln w="3175" cap="flat" cmpd="sng" algn="ctr">
                <a:solidFill>
                  <a:srgbClr val="808080"/>
                </a:solidFill>
                <a:prstDash val="solid"/>
              </a:ln>
              <a:effectLst/>
            </p:spPr>
            <p:txBody>
              <a:bodyPr rot="0" spcFirstLastPara="0" vertOverflow="overflow" horzOverflow="overflow" vert="horz" wrap="square" lIns="53650" tIns="53650" rIns="53650" bIns="53650" numCol="1" spcCol="0" rtlCol="0" fromWordArt="0" anchor="ctr" anchorCtr="0" forceAA="0" compatLnSpc="1">
                <a:prstTxWarp prst="textNoShape">
                  <a:avLst/>
                </a:prstTxWarp>
                <a:noAutofit/>
              </a:bodyPr>
              <a:lstStyle/>
              <a:p>
                <a:pPr marL="0" marR="0" lvl="0" indent="0" algn="ctr" defTabSz="837866" eaLnBrk="1" fontAlgn="auto" latinLnBrk="0" hangingPunct="1">
                  <a:lnSpc>
                    <a:spcPct val="100000"/>
                  </a:lnSpc>
                  <a:spcBef>
                    <a:spcPts val="0"/>
                  </a:spcBef>
                  <a:spcAft>
                    <a:spcPts val="0"/>
                  </a:spcAft>
                  <a:buClr>
                    <a:srgbClr val="FFE600"/>
                  </a:buClr>
                  <a:buSzPct val="80000"/>
                  <a:buFont typeface="Arial" charset="0"/>
                  <a:buNone/>
                  <a:tabLst/>
                  <a:defRPr/>
                </a:pPr>
                <a:r>
                  <a:rPr kumimoji="0" lang="en-US" sz="1600" b="0" i="0" u="none" strike="noStrike" kern="0" cap="none" spc="0" normalizeH="0" baseline="0" noProof="0">
                    <a:ln>
                      <a:noFill/>
                    </a:ln>
                    <a:solidFill>
                      <a:srgbClr val="2C973E"/>
                    </a:solidFill>
                    <a:effectLst/>
                    <a:uLnTx/>
                    <a:uFillTx/>
                    <a:sym typeface="EYInterstate Light" panose="02000506000000020004" pitchFamily="2" charset="0"/>
                  </a:rPr>
                  <a:t></a:t>
                </a:r>
              </a:p>
            </p:txBody>
          </p:sp>
          <p:sp>
            <p:nvSpPr>
              <p:cNvPr id="50" name="Rectangle 49">
                <a:extLst>
                  <a:ext uri="{FF2B5EF4-FFF2-40B4-BE49-F238E27FC236}">
                    <a16:creationId xmlns:a16="http://schemas.microsoft.com/office/drawing/2014/main" id="{3394515A-C0BE-5E1C-7170-BC0BE37BE3DB}"/>
                  </a:ext>
                </a:extLst>
              </p:cNvPr>
              <p:cNvSpPr/>
              <p:nvPr/>
            </p:nvSpPr>
            <p:spPr>
              <a:xfrm>
                <a:off x="9708197" y="3187677"/>
                <a:ext cx="223638" cy="338554"/>
              </a:xfrm>
              <a:prstGeom prst="rect">
                <a:avLst/>
              </a:prstGeom>
            </p:spPr>
            <p:txBody>
              <a:bodyPr wrap="square">
                <a:spAutoFit/>
              </a:bodyPr>
              <a:lstStyle/>
              <a:p>
                <a:pPr marL="0" marR="0" lvl="0" indent="0" algn="ctr" defTabSz="914400" eaLnBrk="1" fontAlgn="base" latinLnBrk="0" hangingPunct="1">
                  <a:lnSpc>
                    <a:spcPct val="100000"/>
                  </a:lnSpc>
                  <a:spcBef>
                    <a:spcPct val="0"/>
                  </a:spcBef>
                  <a:spcAft>
                    <a:spcPct val="50000"/>
                  </a:spcAft>
                  <a:buClr>
                    <a:srgbClr val="FFE600"/>
                  </a:buClr>
                  <a:buSzPct val="80000"/>
                  <a:buFontTx/>
                  <a:buNone/>
                  <a:tabLst/>
                  <a:defRPr/>
                </a:pPr>
                <a:r>
                  <a:rPr kumimoji="0" lang="en-US" sz="1600" b="0" i="0" u="none" strike="noStrike" kern="0" cap="none" spc="0" normalizeH="0" baseline="0" noProof="0">
                    <a:ln>
                      <a:noFill/>
                    </a:ln>
                    <a:solidFill>
                      <a:srgbClr val="2C973E"/>
                    </a:solidFill>
                    <a:effectLst/>
                    <a:uLnTx/>
                    <a:uFillTx/>
                    <a:sym typeface="Wingdings" panose="05000000000000000000" pitchFamily="2" charset="2"/>
                  </a:rPr>
                  <a:t></a:t>
                </a:r>
                <a:endParaRPr kumimoji="0" lang="en-US" sz="1600" b="0" i="0" u="none" strike="noStrike" kern="0" cap="none" spc="0" normalizeH="0" baseline="0" noProof="0">
                  <a:ln>
                    <a:noFill/>
                  </a:ln>
                  <a:solidFill>
                    <a:srgbClr val="2C973E"/>
                  </a:solidFill>
                  <a:effectLst/>
                  <a:uLnTx/>
                  <a:uFillTx/>
                </a:endParaRPr>
              </a:p>
            </p:txBody>
          </p:sp>
        </p:grpSp>
        <p:grpSp>
          <p:nvGrpSpPr>
            <p:cNvPr id="43" name="Group 42">
              <a:extLst>
                <a:ext uri="{FF2B5EF4-FFF2-40B4-BE49-F238E27FC236}">
                  <a16:creationId xmlns:a16="http://schemas.microsoft.com/office/drawing/2014/main" id="{9B68C90F-D537-7C40-1DAD-64E3ABF33CD1}"/>
                </a:ext>
              </a:extLst>
            </p:cNvPr>
            <p:cNvGrpSpPr/>
            <p:nvPr/>
          </p:nvGrpSpPr>
          <p:grpSpPr>
            <a:xfrm>
              <a:off x="11057159" y="4210402"/>
              <a:ext cx="223638" cy="338554"/>
              <a:chOff x="9708197" y="3187677"/>
              <a:chExt cx="223638" cy="338554"/>
            </a:xfrm>
          </p:grpSpPr>
          <p:sp>
            <p:nvSpPr>
              <p:cNvPr id="47" name="Rectangle 46">
                <a:extLst>
                  <a:ext uri="{FF2B5EF4-FFF2-40B4-BE49-F238E27FC236}">
                    <a16:creationId xmlns:a16="http://schemas.microsoft.com/office/drawing/2014/main" id="{7933231E-B6B2-B33B-3ED8-C929C9D0E43A}"/>
                  </a:ext>
                </a:extLst>
              </p:cNvPr>
              <p:cNvSpPr/>
              <p:nvPr/>
            </p:nvSpPr>
            <p:spPr>
              <a:xfrm>
                <a:off x="9729802" y="3244492"/>
                <a:ext cx="180000" cy="180000"/>
              </a:xfrm>
              <a:prstGeom prst="rect">
                <a:avLst/>
              </a:prstGeom>
              <a:solidFill>
                <a:srgbClr val="FFFFFF"/>
              </a:solidFill>
              <a:ln w="3175" cap="flat" cmpd="sng" algn="ctr">
                <a:solidFill>
                  <a:srgbClr val="808080"/>
                </a:solidFill>
                <a:prstDash val="solid"/>
              </a:ln>
              <a:effectLst/>
            </p:spPr>
            <p:txBody>
              <a:bodyPr rot="0" spcFirstLastPara="0" vertOverflow="overflow" horzOverflow="overflow" vert="horz" wrap="square" lIns="53650" tIns="53650" rIns="53650" bIns="53650" numCol="1" spcCol="0" rtlCol="0" fromWordArt="0" anchor="ctr" anchorCtr="0" forceAA="0" compatLnSpc="1">
                <a:prstTxWarp prst="textNoShape">
                  <a:avLst/>
                </a:prstTxWarp>
                <a:noAutofit/>
              </a:bodyPr>
              <a:lstStyle/>
              <a:p>
                <a:pPr marL="0" marR="0" lvl="0" indent="0" algn="ctr" defTabSz="837866" eaLnBrk="1" fontAlgn="auto" latinLnBrk="0" hangingPunct="1">
                  <a:lnSpc>
                    <a:spcPct val="100000"/>
                  </a:lnSpc>
                  <a:spcBef>
                    <a:spcPts val="0"/>
                  </a:spcBef>
                  <a:spcAft>
                    <a:spcPts val="0"/>
                  </a:spcAft>
                  <a:buClr>
                    <a:srgbClr val="FFE600"/>
                  </a:buClr>
                  <a:buSzPct val="80000"/>
                  <a:buFont typeface="Arial" charset="0"/>
                  <a:buNone/>
                  <a:tabLst/>
                  <a:defRPr/>
                </a:pPr>
                <a:r>
                  <a:rPr kumimoji="0" lang="en-US" sz="1600" b="0" i="0" u="none" strike="noStrike" kern="0" cap="none" spc="0" normalizeH="0" baseline="0" noProof="0">
                    <a:ln>
                      <a:noFill/>
                    </a:ln>
                    <a:solidFill>
                      <a:srgbClr val="2C973E"/>
                    </a:solidFill>
                    <a:effectLst/>
                    <a:uLnTx/>
                    <a:uFillTx/>
                    <a:sym typeface="EYInterstate Light" panose="02000506000000020004" pitchFamily="2" charset="0"/>
                  </a:rPr>
                  <a:t></a:t>
                </a:r>
              </a:p>
            </p:txBody>
          </p:sp>
          <p:sp>
            <p:nvSpPr>
              <p:cNvPr id="48" name="Rectangle 47">
                <a:extLst>
                  <a:ext uri="{FF2B5EF4-FFF2-40B4-BE49-F238E27FC236}">
                    <a16:creationId xmlns:a16="http://schemas.microsoft.com/office/drawing/2014/main" id="{B8A2C651-EA40-F6CB-9307-AE1E8416979C}"/>
                  </a:ext>
                </a:extLst>
              </p:cNvPr>
              <p:cNvSpPr/>
              <p:nvPr/>
            </p:nvSpPr>
            <p:spPr>
              <a:xfrm>
                <a:off x="9708197" y="3187677"/>
                <a:ext cx="223638" cy="338554"/>
              </a:xfrm>
              <a:prstGeom prst="rect">
                <a:avLst/>
              </a:prstGeom>
            </p:spPr>
            <p:txBody>
              <a:bodyPr wrap="square">
                <a:spAutoFit/>
              </a:bodyPr>
              <a:lstStyle/>
              <a:p>
                <a:pPr marL="0" marR="0" lvl="0" indent="0" algn="ctr" defTabSz="914400" eaLnBrk="1" fontAlgn="base" latinLnBrk="0" hangingPunct="1">
                  <a:lnSpc>
                    <a:spcPct val="100000"/>
                  </a:lnSpc>
                  <a:spcBef>
                    <a:spcPct val="0"/>
                  </a:spcBef>
                  <a:spcAft>
                    <a:spcPct val="50000"/>
                  </a:spcAft>
                  <a:buClr>
                    <a:srgbClr val="FFE600"/>
                  </a:buClr>
                  <a:buSzPct val="80000"/>
                  <a:buFontTx/>
                  <a:buNone/>
                  <a:tabLst/>
                  <a:defRPr/>
                </a:pPr>
                <a:r>
                  <a:rPr kumimoji="0" lang="en-US" sz="1600" b="0" i="0" u="none" strike="noStrike" kern="0" cap="none" spc="0" normalizeH="0" baseline="0" noProof="0">
                    <a:ln>
                      <a:noFill/>
                    </a:ln>
                    <a:solidFill>
                      <a:srgbClr val="2C973E"/>
                    </a:solidFill>
                    <a:effectLst/>
                    <a:uLnTx/>
                    <a:uFillTx/>
                    <a:sym typeface="Wingdings" panose="05000000000000000000" pitchFamily="2" charset="2"/>
                  </a:rPr>
                  <a:t></a:t>
                </a:r>
                <a:endParaRPr kumimoji="0" lang="en-US" sz="1600" b="0" i="0" u="none" strike="noStrike" kern="0" cap="none" spc="0" normalizeH="0" baseline="0" noProof="0">
                  <a:ln>
                    <a:noFill/>
                  </a:ln>
                  <a:solidFill>
                    <a:srgbClr val="2C973E"/>
                  </a:solidFill>
                  <a:effectLst/>
                  <a:uLnTx/>
                  <a:uFillTx/>
                </a:endParaRPr>
              </a:p>
            </p:txBody>
          </p:sp>
        </p:grpSp>
        <p:grpSp>
          <p:nvGrpSpPr>
            <p:cNvPr id="44" name="Group 43">
              <a:extLst>
                <a:ext uri="{FF2B5EF4-FFF2-40B4-BE49-F238E27FC236}">
                  <a16:creationId xmlns:a16="http://schemas.microsoft.com/office/drawing/2014/main" id="{BA257C4B-6BF4-1B0C-1682-C67FBD22864E}"/>
                </a:ext>
              </a:extLst>
            </p:cNvPr>
            <p:cNvGrpSpPr/>
            <p:nvPr/>
          </p:nvGrpSpPr>
          <p:grpSpPr>
            <a:xfrm>
              <a:off x="11057159" y="4451369"/>
              <a:ext cx="223638" cy="338554"/>
              <a:chOff x="9708197" y="3187677"/>
              <a:chExt cx="223638" cy="338554"/>
            </a:xfrm>
          </p:grpSpPr>
          <p:sp>
            <p:nvSpPr>
              <p:cNvPr id="45" name="Rectangle 44">
                <a:extLst>
                  <a:ext uri="{FF2B5EF4-FFF2-40B4-BE49-F238E27FC236}">
                    <a16:creationId xmlns:a16="http://schemas.microsoft.com/office/drawing/2014/main" id="{1B322123-9946-D24A-C3B0-D02E6A301390}"/>
                  </a:ext>
                </a:extLst>
              </p:cNvPr>
              <p:cNvSpPr/>
              <p:nvPr/>
            </p:nvSpPr>
            <p:spPr>
              <a:xfrm>
                <a:off x="9729802" y="3244492"/>
                <a:ext cx="180000" cy="180000"/>
              </a:xfrm>
              <a:prstGeom prst="rect">
                <a:avLst/>
              </a:prstGeom>
              <a:solidFill>
                <a:srgbClr val="FFFFFF"/>
              </a:solidFill>
              <a:ln w="3175" cap="flat" cmpd="sng" algn="ctr">
                <a:solidFill>
                  <a:srgbClr val="808080"/>
                </a:solidFill>
                <a:prstDash val="solid"/>
              </a:ln>
              <a:effectLst/>
            </p:spPr>
            <p:txBody>
              <a:bodyPr rot="0" spcFirstLastPara="0" vertOverflow="overflow" horzOverflow="overflow" vert="horz" wrap="square" lIns="53650" tIns="53650" rIns="53650" bIns="53650" numCol="1" spcCol="0" rtlCol="0" fromWordArt="0" anchor="ctr" anchorCtr="0" forceAA="0" compatLnSpc="1">
                <a:prstTxWarp prst="textNoShape">
                  <a:avLst/>
                </a:prstTxWarp>
                <a:noAutofit/>
              </a:bodyPr>
              <a:lstStyle/>
              <a:p>
                <a:pPr marL="0" marR="0" lvl="0" indent="0" algn="ctr" defTabSz="837866" eaLnBrk="1" fontAlgn="auto" latinLnBrk="0" hangingPunct="1">
                  <a:lnSpc>
                    <a:spcPct val="100000"/>
                  </a:lnSpc>
                  <a:spcBef>
                    <a:spcPts val="0"/>
                  </a:spcBef>
                  <a:spcAft>
                    <a:spcPts val="0"/>
                  </a:spcAft>
                  <a:buClr>
                    <a:srgbClr val="FFE600"/>
                  </a:buClr>
                  <a:buSzPct val="80000"/>
                  <a:buFont typeface="Arial" charset="0"/>
                  <a:buNone/>
                  <a:tabLst/>
                  <a:defRPr/>
                </a:pPr>
                <a:r>
                  <a:rPr kumimoji="0" lang="en-US" sz="1600" b="0" i="0" u="none" strike="noStrike" kern="0" cap="none" spc="0" normalizeH="0" baseline="0" noProof="0">
                    <a:ln>
                      <a:noFill/>
                    </a:ln>
                    <a:solidFill>
                      <a:srgbClr val="2C973E"/>
                    </a:solidFill>
                    <a:effectLst/>
                    <a:uLnTx/>
                    <a:uFillTx/>
                    <a:sym typeface="EYInterstate Light" panose="02000506000000020004" pitchFamily="2" charset="0"/>
                  </a:rPr>
                  <a:t></a:t>
                </a:r>
              </a:p>
            </p:txBody>
          </p:sp>
          <p:sp>
            <p:nvSpPr>
              <p:cNvPr id="46" name="Rectangle 45">
                <a:extLst>
                  <a:ext uri="{FF2B5EF4-FFF2-40B4-BE49-F238E27FC236}">
                    <a16:creationId xmlns:a16="http://schemas.microsoft.com/office/drawing/2014/main" id="{1B2A5811-4735-56B7-4EA4-1260F0B542E2}"/>
                  </a:ext>
                </a:extLst>
              </p:cNvPr>
              <p:cNvSpPr/>
              <p:nvPr/>
            </p:nvSpPr>
            <p:spPr>
              <a:xfrm>
                <a:off x="9708197" y="3187677"/>
                <a:ext cx="223638" cy="338554"/>
              </a:xfrm>
              <a:prstGeom prst="rect">
                <a:avLst/>
              </a:prstGeom>
            </p:spPr>
            <p:txBody>
              <a:bodyPr wrap="square">
                <a:spAutoFit/>
              </a:bodyPr>
              <a:lstStyle/>
              <a:p>
                <a:pPr marL="0" marR="0" lvl="0" indent="0" algn="ctr" defTabSz="914400" eaLnBrk="1" fontAlgn="base" latinLnBrk="0" hangingPunct="1">
                  <a:lnSpc>
                    <a:spcPct val="100000"/>
                  </a:lnSpc>
                  <a:spcBef>
                    <a:spcPct val="0"/>
                  </a:spcBef>
                  <a:spcAft>
                    <a:spcPct val="50000"/>
                  </a:spcAft>
                  <a:buClr>
                    <a:srgbClr val="FFE600"/>
                  </a:buClr>
                  <a:buSzPct val="80000"/>
                  <a:buFontTx/>
                  <a:buNone/>
                  <a:tabLst/>
                  <a:defRPr/>
                </a:pPr>
                <a:r>
                  <a:rPr kumimoji="0" lang="en-US" sz="1600" b="0" i="0" u="none" strike="noStrike" kern="0" cap="none" spc="0" normalizeH="0" baseline="0" noProof="0">
                    <a:ln>
                      <a:noFill/>
                    </a:ln>
                    <a:solidFill>
                      <a:srgbClr val="2C973E"/>
                    </a:solidFill>
                    <a:effectLst/>
                    <a:uLnTx/>
                    <a:uFillTx/>
                    <a:sym typeface="Wingdings" panose="05000000000000000000" pitchFamily="2" charset="2"/>
                  </a:rPr>
                  <a:t></a:t>
                </a:r>
                <a:endParaRPr kumimoji="0" lang="en-US" sz="1600" b="0" i="0" u="none" strike="noStrike" kern="0" cap="none" spc="0" normalizeH="0" baseline="0" noProof="0">
                  <a:ln>
                    <a:noFill/>
                  </a:ln>
                  <a:solidFill>
                    <a:srgbClr val="2C973E"/>
                  </a:solidFill>
                  <a:effectLst/>
                  <a:uLnTx/>
                  <a:uFillTx/>
                </a:endParaRPr>
              </a:p>
            </p:txBody>
          </p:sp>
        </p:grpSp>
      </p:grpSp>
    </p:spTree>
    <p:extLst>
      <p:ext uri="{BB962C8B-B14F-4D97-AF65-F5344CB8AC3E}">
        <p14:creationId xmlns:p14="http://schemas.microsoft.com/office/powerpoint/2010/main" val="428723562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A79D8A-4224-582E-8681-6C9656839EF9}"/>
              </a:ext>
            </a:extLst>
          </p:cNvPr>
          <p:cNvSpPr>
            <a:spLocks noGrp="1"/>
          </p:cNvSpPr>
          <p:nvPr>
            <p:ph type="title"/>
          </p:nvPr>
        </p:nvSpPr>
        <p:spPr/>
        <p:txBody>
          <a:bodyPr/>
          <a:lstStyle/>
          <a:p>
            <a:r>
              <a:rPr lang="en-US"/>
              <a:t>FTSE 100 Global Pharma Company – Fast Close Project</a:t>
            </a:r>
            <a:endParaRPr lang="en-IN"/>
          </a:p>
        </p:txBody>
      </p:sp>
      <p:sp>
        <p:nvSpPr>
          <p:cNvPr id="5" name="Slide Number Placeholder 4">
            <a:extLst>
              <a:ext uri="{FF2B5EF4-FFF2-40B4-BE49-F238E27FC236}">
                <a16:creationId xmlns:a16="http://schemas.microsoft.com/office/drawing/2014/main" id="{599DF875-92B9-DB39-E1DF-53475D4DB2F8}"/>
              </a:ext>
            </a:extLst>
          </p:cNvPr>
          <p:cNvSpPr>
            <a:spLocks noGrp="1"/>
          </p:cNvSpPr>
          <p:nvPr>
            <p:ph type="sldNum" sz="quarter" idx="12"/>
          </p:nvPr>
        </p:nvSpPr>
        <p:spPr/>
        <p:txBody>
          <a:bodyPr/>
          <a:lstStyle/>
          <a:p>
            <a:fld id="{94FCA0F3-9F3A-694B-99BB-0E592A797735}" type="slidenum">
              <a:rPr lang="en-US" smtClean="0"/>
              <a:t>129</a:t>
            </a:fld>
            <a:endParaRPr lang="en-US"/>
          </a:p>
        </p:txBody>
      </p:sp>
      <p:sp>
        <p:nvSpPr>
          <p:cNvPr id="6" name="Date Placeholder 5">
            <a:extLst>
              <a:ext uri="{FF2B5EF4-FFF2-40B4-BE49-F238E27FC236}">
                <a16:creationId xmlns:a16="http://schemas.microsoft.com/office/drawing/2014/main" id="{F553D6B9-54F5-1497-0DAC-B58EFA7BCC9E}"/>
              </a:ext>
            </a:extLst>
          </p:cNvPr>
          <p:cNvSpPr>
            <a:spLocks noGrp="1"/>
          </p:cNvSpPr>
          <p:nvPr>
            <p:ph type="dt" sz="half" idx="10"/>
          </p:nvPr>
        </p:nvSpPr>
        <p:spPr/>
        <p:txBody>
          <a:bodyPr/>
          <a:lstStyle/>
          <a:p>
            <a:fld id="{3EB3720F-A01D-4B74-90E2-58628E1AFDF2}" type="datetime1">
              <a:rPr lang="en-US" smtClean="0"/>
              <a:t>9/19/2025</a:t>
            </a:fld>
            <a:endParaRPr lang="en-US"/>
          </a:p>
        </p:txBody>
      </p:sp>
      <p:sp>
        <p:nvSpPr>
          <p:cNvPr id="8" name="SmartArt Placeholder 7">
            <a:extLst>
              <a:ext uri="{FF2B5EF4-FFF2-40B4-BE49-F238E27FC236}">
                <a16:creationId xmlns:a16="http://schemas.microsoft.com/office/drawing/2014/main" id="{6E527808-4A9A-A1B4-E086-660009AF1398}"/>
              </a:ext>
            </a:extLst>
          </p:cNvPr>
          <p:cNvSpPr>
            <a:spLocks noGrp="1"/>
          </p:cNvSpPr>
          <p:nvPr>
            <p:ph type="dgm" sz="quarter" idx="17"/>
          </p:nvPr>
        </p:nvSpPr>
        <p:spPr/>
        <p:txBody>
          <a:bodyPr/>
          <a:lstStyle/>
          <a:p>
            <a:endParaRPr lang="en-IN"/>
          </a:p>
        </p:txBody>
      </p:sp>
      <p:sp>
        <p:nvSpPr>
          <p:cNvPr id="9" name="Text Placeholder 3">
            <a:extLst>
              <a:ext uri="{FF2B5EF4-FFF2-40B4-BE49-F238E27FC236}">
                <a16:creationId xmlns:a16="http://schemas.microsoft.com/office/drawing/2014/main" id="{E0230580-8CD7-CCEF-E007-BC5493375F9F}"/>
              </a:ext>
            </a:extLst>
          </p:cNvPr>
          <p:cNvSpPr txBox="1">
            <a:spLocks/>
          </p:cNvSpPr>
          <p:nvPr/>
        </p:nvSpPr>
        <p:spPr>
          <a:xfrm>
            <a:off x="4157839" y="1653579"/>
            <a:ext cx="3576356" cy="4533201"/>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ea typeface="Times New Roman"/>
                <a:cs typeface="Times New Roman"/>
              </a:rPr>
              <a:t>What we have done</a:t>
            </a:r>
          </a:p>
          <a:p>
            <a:pPr marL="0" lvl="1" indent="0" defTabSz="412758">
              <a:spcBef>
                <a:spcPts val="0"/>
              </a:spcBef>
              <a:spcAft>
                <a:spcPts val="300"/>
              </a:spcAft>
              <a:buClr>
                <a:srgbClr val="FFD200"/>
              </a:buClr>
              <a:buFont typeface="Arial" pitchFamily="34" charset="0"/>
              <a:buNone/>
              <a:defRPr/>
            </a:pPr>
            <a:r>
              <a:rPr lang="en-US" sz="1000" b="1" i="1" kern="0">
                <a:solidFill>
                  <a:srgbClr val="000000">
                    <a:lumMod val="65000"/>
                    <a:lumOff val="35000"/>
                  </a:srgbClr>
                </a:solidFill>
                <a:latin typeface="EYInterstate Light" panose="02000506000000020004" pitchFamily="2" charset="0"/>
              </a:rPr>
              <a:t>Design the future state global close calendar</a:t>
            </a:r>
          </a:p>
          <a:p>
            <a:pPr marL="180000" lvl="1" indent="-180000">
              <a:spcBef>
                <a:spcPts val="0"/>
              </a:spcBef>
              <a:spcAft>
                <a:spcPts val="600"/>
              </a:spcAft>
              <a:buClr>
                <a:srgbClr val="FFE600"/>
              </a:buClr>
              <a:defRPr/>
            </a:pPr>
            <a:r>
              <a:rPr lang="en-US" sz="1000" kern="0">
                <a:solidFill>
                  <a:srgbClr val="000000">
                    <a:lumMod val="65000"/>
                    <a:lumOff val="35000"/>
                  </a:srgbClr>
                </a:solidFill>
                <a:latin typeface="EYInterstate Light" panose="02000506000000020004" pitchFamily="2" charset="0"/>
              </a:rPr>
              <a:t>Defined a harmonized close calendar for all countries and functions (R&amp;D, IT, Sales, etc.) based on leading practice and the art of the possible for the client</a:t>
            </a:r>
          </a:p>
          <a:p>
            <a:pPr marL="180000" lvl="1" indent="-180000">
              <a:spcBef>
                <a:spcPts val="0"/>
              </a:spcBef>
              <a:spcAft>
                <a:spcPts val="600"/>
              </a:spcAft>
              <a:buClr>
                <a:srgbClr val="FFE600"/>
              </a:buClr>
              <a:defRPr/>
            </a:pPr>
            <a:r>
              <a:rPr lang="en-US" sz="1000" kern="0">
                <a:solidFill>
                  <a:srgbClr val="000000">
                    <a:lumMod val="65000"/>
                    <a:lumOff val="35000"/>
                  </a:srgbClr>
                </a:solidFill>
                <a:latin typeface="EYInterstate Light" panose="02000506000000020004" pitchFamily="2" charset="0"/>
              </a:rPr>
              <a:t>Designed the future state process through a series of regional workshops with functional teams</a:t>
            </a:r>
          </a:p>
          <a:p>
            <a:pPr marL="0" lvl="1" indent="0" defTabSz="412758">
              <a:spcBef>
                <a:spcPts val="0"/>
              </a:spcBef>
              <a:buClr>
                <a:srgbClr val="FFD200"/>
              </a:buClr>
              <a:buFont typeface="Arial" pitchFamily="34" charset="0"/>
              <a:buNone/>
              <a:defRPr/>
            </a:pPr>
            <a:endParaRPr lang="en-US" sz="1000" kern="0">
              <a:solidFill>
                <a:srgbClr val="000000">
                  <a:lumMod val="65000"/>
                  <a:lumOff val="35000"/>
                </a:srgbClr>
              </a:solidFill>
              <a:latin typeface="EYInterstate Light" panose="02000506000000020004" pitchFamily="2" charset="0"/>
            </a:endParaRPr>
          </a:p>
          <a:p>
            <a:pPr marL="0" lvl="1" indent="0" defTabSz="412758">
              <a:spcBef>
                <a:spcPts val="0"/>
              </a:spcBef>
              <a:spcAft>
                <a:spcPts val="300"/>
              </a:spcAft>
              <a:buClr>
                <a:srgbClr val="FFD200"/>
              </a:buClr>
              <a:buFont typeface="Arial" pitchFamily="34" charset="0"/>
              <a:buNone/>
              <a:defRPr/>
            </a:pPr>
            <a:r>
              <a:rPr lang="en-US" sz="1000" b="1" i="1" kern="0">
                <a:solidFill>
                  <a:srgbClr val="000000">
                    <a:lumMod val="65000"/>
                    <a:lumOff val="35000"/>
                  </a:srgbClr>
                </a:solidFill>
                <a:latin typeface="EYInterstate Light" panose="02000506000000020004" pitchFamily="2" charset="0"/>
              </a:rPr>
              <a:t>Implement the future state calendar </a:t>
            </a:r>
          </a:p>
          <a:p>
            <a:pPr marL="180000" lvl="1" indent="-180000">
              <a:spcBef>
                <a:spcPts val="0"/>
              </a:spcBef>
              <a:spcAft>
                <a:spcPts val="600"/>
              </a:spcAft>
              <a:buClr>
                <a:srgbClr val="FFE600"/>
              </a:buClr>
              <a:defRPr/>
            </a:pPr>
            <a:r>
              <a:rPr lang="en-US" sz="1000" kern="0">
                <a:solidFill>
                  <a:srgbClr val="000000">
                    <a:lumMod val="65000"/>
                    <a:lumOff val="35000"/>
                  </a:srgbClr>
                </a:solidFill>
                <a:latin typeface="EYInterstate Light" panose="02000506000000020004" pitchFamily="2" charset="0"/>
              </a:rPr>
              <a:t>Conducted gap assessment per country with a remedial action plan to close the gaps</a:t>
            </a:r>
          </a:p>
          <a:p>
            <a:pPr marL="180000" lvl="1" indent="-180000">
              <a:spcBef>
                <a:spcPts val="0"/>
              </a:spcBef>
              <a:spcAft>
                <a:spcPts val="600"/>
              </a:spcAft>
              <a:buClr>
                <a:srgbClr val="FFE600"/>
              </a:buClr>
              <a:defRPr/>
            </a:pPr>
            <a:r>
              <a:rPr lang="en-US" sz="1000" kern="0">
                <a:solidFill>
                  <a:srgbClr val="000000">
                    <a:lumMod val="65000"/>
                    <a:lumOff val="35000"/>
                  </a:srgbClr>
                </a:solidFill>
                <a:latin typeface="EYInterstate Light" panose="02000506000000020004" pitchFamily="2" charset="0"/>
              </a:rPr>
              <a:t>Managed the remedial actions and drove compliance leveraging our global network of professionals</a:t>
            </a:r>
          </a:p>
          <a:p>
            <a:pPr marL="0" lvl="1" indent="0" defTabSz="412758">
              <a:spcBef>
                <a:spcPts val="0"/>
              </a:spcBef>
              <a:buClr>
                <a:srgbClr val="FFD200"/>
              </a:buClr>
              <a:buFont typeface="Arial" pitchFamily="34" charset="0"/>
              <a:buNone/>
              <a:defRPr/>
            </a:pPr>
            <a:endParaRPr lang="en-US" sz="1000" kern="0">
              <a:solidFill>
                <a:srgbClr val="000000">
                  <a:lumMod val="65000"/>
                  <a:lumOff val="35000"/>
                </a:srgbClr>
              </a:solidFill>
              <a:latin typeface="EYInterstate Light" panose="02000506000000020004" pitchFamily="2" charset="0"/>
            </a:endParaRPr>
          </a:p>
          <a:p>
            <a:pPr marL="0" lvl="1" indent="0" defTabSz="412758">
              <a:spcBef>
                <a:spcPts val="0"/>
              </a:spcBef>
              <a:spcAft>
                <a:spcPts val="300"/>
              </a:spcAft>
              <a:buClr>
                <a:srgbClr val="FFD200"/>
              </a:buClr>
              <a:buFont typeface="Arial" pitchFamily="34" charset="0"/>
              <a:buNone/>
              <a:defRPr/>
            </a:pPr>
            <a:r>
              <a:rPr lang="en-US" sz="1000" b="1" i="1" kern="0">
                <a:solidFill>
                  <a:srgbClr val="000000">
                    <a:lumMod val="65000"/>
                    <a:lumOff val="35000"/>
                  </a:srgbClr>
                </a:solidFill>
                <a:latin typeface="EYInterstate Light" panose="02000506000000020004" pitchFamily="2" charset="0"/>
              </a:rPr>
              <a:t>Set up a governance framework</a:t>
            </a:r>
          </a:p>
          <a:p>
            <a:pPr marL="180000" lvl="1" indent="-180000">
              <a:spcBef>
                <a:spcPts val="0"/>
              </a:spcBef>
              <a:spcAft>
                <a:spcPts val="600"/>
              </a:spcAft>
              <a:buClr>
                <a:srgbClr val="FFE600"/>
              </a:buClr>
              <a:defRPr/>
            </a:pPr>
            <a:r>
              <a:rPr lang="en-US" sz="1000" kern="0">
                <a:solidFill>
                  <a:srgbClr val="000000">
                    <a:lumMod val="65000"/>
                    <a:lumOff val="35000"/>
                  </a:srgbClr>
                </a:solidFill>
                <a:latin typeface="EYInterstate Light" panose="02000506000000020004" pitchFamily="2" charset="0"/>
              </a:rPr>
              <a:t>Deployed a robust governance structure to challenge any possible exceptions raised and leveraged local experts from across our service lines to stress test any country legal / regulatory requirements – this minimized the exceptions that were put in place</a:t>
            </a:r>
          </a:p>
          <a:p>
            <a:pPr marL="180000" lvl="1" indent="-180000">
              <a:spcBef>
                <a:spcPts val="0"/>
              </a:spcBef>
              <a:spcAft>
                <a:spcPts val="600"/>
              </a:spcAft>
              <a:buClr>
                <a:srgbClr val="FFE600"/>
              </a:buClr>
              <a:defRPr/>
            </a:pPr>
            <a:r>
              <a:rPr lang="en-US" sz="1000" kern="0">
                <a:solidFill>
                  <a:srgbClr val="000000">
                    <a:lumMod val="65000"/>
                    <a:lumOff val="35000"/>
                  </a:srgbClr>
                </a:solidFill>
                <a:latin typeface="EYInterstate Light" panose="02000506000000020004" pitchFamily="2" charset="0"/>
              </a:rPr>
              <a:t>Implemented a global close calendar dashboard which tracked the compliance of all countries</a:t>
            </a:r>
          </a:p>
        </p:txBody>
      </p:sp>
      <p:sp>
        <p:nvSpPr>
          <p:cNvPr id="10" name="Text Placeholder 3">
            <a:extLst>
              <a:ext uri="{FF2B5EF4-FFF2-40B4-BE49-F238E27FC236}">
                <a16:creationId xmlns:a16="http://schemas.microsoft.com/office/drawing/2014/main" id="{014449D1-004C-A49F-549A-80A4BF5F4A16}"/>
              </a:ext>
            </a:extLst>
          </p:cNvPr>
          <p:cNvSpPr txBox="1">
            <a:spLocks/>
          </p:cNvSpPr>
          <p:nvPr/>
        </p:nvSpPr>
        <p:spPr>
          <a:xfrm>
            <a:off x="549501" y="3813015"/>
            <a:ext cx="3276389" cy="1358872"/>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ea typeface="Times New Roman"/>
                <a:cs typeface="Times New Roman"/>
              </a:rPr>
              <a:t>Objective</a:t>
            </a:r>
            <a:endParaRPr lang="en-US" sz="1000" b="1" kern="1600" spc="-27" noProof="1">
              <a:solidFill>
                <a:srgbClr val="646464"/>
              </a:solidFill>
              <a:latin typeface="EYInterstate Light" panose="02000506000000020004" pitchFamily="2" charset="0"/>
              <a:ea typeface="Times New Roman"/>
              <a:cs typeface="Times New Roman"/>
            </a:endParaRPr>
          </a:p>
          <a:p>
            <a:pPr marL="180000" indent="-180000">
              <a:spcBef>
                <a:spcPts val="0"/>
              </a:spcBef>
              <a:spcAft>
                <a:spcPts val="600"/>
              </a:spcAft>
              <a:buClr>
                <a:srgbClr val="FFE600"/>
              </a:buClr>
              <a:defRPr/>
            </a:pPr>
            <a:r>
              <a:rPr lang="en-US" sz="1000" kern="0">
                <a:solidFill>
                  <a:srgbClr val="000000">
                    <a:lumMod val="65000"/>
                    <a:lumOff val="35000"/>
                  </a:srgbClr>
                </a:solidFill>
                <a:latin typeface="EYInterstate Light" panose="02000506000000020004" pitchFamily="2" charset="0"/>
              </a:rPr>
              <a:t>A FTSE 100 global pharmaceutical company needed support to achieve scalable and sustainable Record To Report process excellence</a:t>
            </a:r>
          </a:p>
          <a:p>
            <a:pPr marL="180000" indent="-180000">
              <a:spcBef>
                <a:spcPts val="0"/>
              </a:spcBef>
              <a:spcAft>
                <a:spcPts val="600"/>
              </a:spcAft>
              <a:buClr>
                <a:srgbClr val="FFE600"/>
              </a:buClr>
              <a:defRPr/>
            </a:pPr>
            <a:r>
              <a:rPr lang="en-US" sz="1000" kern="0">
                <a:solidFill>
                  <a:srgbClr val="000000">
                    <a:lumMod val="65000"/>
                    <a:lumOff val="35000"/>
                  </a:srgbClr>
                </a:solidFill>
                <a:latin typeface="EYInterstate Light" panose="02000506000000020004" pitchFamily="2" charset="0"/>
              </a:rPr>
              <a:t>A key enabler was to design and implement a standardized global close calendar, to enable and deploy automation technology for a faster close</a:t>
            </a:r>
          </a:p>
        </p:txBody>
      </p:sp>
      <p:sp>
        <p:nvSpPr>
          <p:cNvPr id="11" name="TextBox 10">
            <a:extLst>
              <a:ext uri="{FF2B5EF4-FFF2-40B4-BE49-F238E27FC236}">
                <a16:creationId xmlns:a16="http://schemas.microsoft.com/office/drawing/2014/main" id="{A5246F03-C5FA-7818-C81F-E4EE6202D453}"/>
              </a:ext>
            </a:extLst>
          </p:cNvPr>
          <p:cNvSpPr txBox="1">
            <a:spLocks/>
          </p:cNvSpPr>
          <p:nvPr/>
        </p:nvSpPr>
        <p:spPr>
          <a:xfrm>
            <a:off x="1491796" y="2161459"/>
            <a:ext cx="1512000" cy="612000"/>
          </a:xfrm>
          <a:prstGeom prst="rect">
            <a:avLst/>
          </a:prstGeom>
          <a:noFill/>
        </p:spPr>
        <p:txBody>
          <a:bodyPr wrap="square" lIns="0" tIns="0" rIns="0" bIns="0" rtlCol="0" anchor="t">
            <a:noAutofit/>
          </a:bodyPr>
          <a:lstStyle/>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r>
              <a:rPr kumimoji="0" lang="en-US" sz="1200" b="1" i="0" u="none" strike="noStrike" kern="0" cap="none" spc="0" normalizeH="0" baseline="0" noProof="0">
                <a:ln>
                  <a:noFill/>
                </a:ln>
                <a:solidFill>
                  <a:srgbClr val="646464"/>
                </a:solidFill>
                <a:effectLst/>
                <a:uLnTx/>
                <a:uFillTx/>
              </a:rPr>
              <a:t>Ben Castell</a:t>
            </a:r>
          </a:p>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r>
              <a:rPr kumimoji="0" lang="en-US" sz="1000" b="0" i="0" u="none" strike="noStrike" kern="0" cap="none" spc="0" normalizeH="0" baseline="0" noProof="0">
                <a:ln>
                  <a:noFill/>
                </a:ln>
                <a:solidFill>
                  <a:srgbClr val="646464"/>
                </a:solidFill>
                <a:effectLst/>
                <a:uLnTx/>
                <a:uFillTx/>
              </a:rPr>
              <a:t>Partner</a:t>
            </a:r>
            <a:br>
              <a:rPr kumimoji="0" lang="en-US" sz="1000" b="0" i="0" u="none" strike="noStrike" kern="0" cap="none" spc="0" normalizeH="0" baseline="0" noProof="0">
                <a:ln>
                  <a:noFill/>
                </a:ln>
                <a:solidFill>
                  <a:srgbClr val="646464"/>
                </a:solidFill>
                <a:effectLst/>
                <a:uLnTx/>
                <a:uFillTx/>
              </a:rPr>
            </a:br>
            <a:r>
              <a:rPr kumimoji="0" lang="en-US" sz="1000" b="0" i="0" u="none" strike="noStrike" kern="0" cap="none" spc="0" normalizeH="0" baseline="0" noProof="0">
                <a:ln>
                  <a:noFill/>
                </a:ln>
                <a:solidFill>
                  <a:srgbClr val="646464"/>
                </a:solidFill>
                <a:effectLst/>
                <a:uLnTx/>
                <a:uFillTx/>
              </a:rPr>
              <a:t>Senior Advisory Partner</a:t>
            </a:r>
          </a:p>
        </p:txBody>
      </p:sp>
      <p:sp>
        <p:nvSpPr>
          <p:cNvPr id="12" name="TextBox 11">
            <a:extLst>
              <a:ext uri="{FF2B5EF4-FFF2-40B4-BE49-F238E27FC236}">
                <a16:creationId xmlns:a16="http://schemas.microsoft.com/office/drawing/2014/main" id="{E395A9EF-33C3-7B9E-C083-3BD0D79C3546}"/>
              </a:ext>
            </a:extLst>
          </p:cNvPr>
          <p:cNvSpPr txBox="1">
            <a:spLocks/>
          </p:cNvSpPr>
          <p:nvPr/>
        </p:nvSpPr>
        <p:spPr>
          <a:xfrm>
            <a:off x="609601" y="2910643"/>
            <a:ext cx="3276389" cy="756000"/>
          </a:xfrm>
          <a:prstGeom prst="rect">
            <a:avLst/>
          </a:prstGeom>
          <a:noFill/>
        </p:spPr>
        <p:txBody>
          <a:bodyPr wrap="square" lIns="0" tIns="0" rIns="0" bIns="0" rtlCol="0">
            <a:noAutofit/>
          </a:bodyPr>
          <a:lstStyle/>
          <a:p>
            <a:pPr marL="0" marR="0" lvl="0" indent="0" defTabSz="828476" eaLnBrk="1" fontAlgn="base" latinLnBrk="0" hangingPunct="1">
              <a:lnSpc>
                <a:spcPct val="100000"/>
              </a:lnSpc>
              <a:spcBef>
                <a:spcPts val="0"/>
              </a:spcBef>
              <a:spcAft>
                <a:spcPts val="300"/>
              </a:spcAft>
              <a:buClr>
                <a:srgbClr val="FFE600"/>
              </a:buClr>
              <a:buSzPct val="70000"/>
              <a:buFontTx/>
              <a:buNone/>
              <a:tabLst>
                <a:tab pos="293732" algn="l"/>
              </a:tabLst>
              <a:defRPr/>
            </a:pPr>
            <a:r>
              <a:rPr kumimoji="0" lang="en-US" sz="1000" b="0" i="1" u="none" strike="noStrike" kern="0" cap="none" spc="0" normalizeH="0" baseline="0" noProof="0">
                <a:ln>
                  <a:noFill/>
                </a:ln>
                <a:solidFill>
                  <a:srgbClr val="646464"/>
                </a:solidFill>
                <a:effectLst/>
                <a:uLnTx/>
                <a:uFillTx/>
              </a:rPr>
              <a:t>“For [CLIENT]’s Fast Close project we can leverage experience and material from this project to speed up project results and reduce involvement of the [CLIENT] team.” Ben Castell</a:t>
            </a:r>
          </a:p>
        </p:txBody>
      </p:sp>
      <p:cxnSp>
        <p:nvCxnSpPr>
          <p:cNvPr id="13" name="Straight Connector 12">
            <a:extLst>
              <a:ext uri="{FF2B5EF4-FFF2-40B4-BE49-F238E27FC236}">
                <a16:creationId xmlns:a16="http://schemas.microsoft.com/office/drawing/2014/main" id="{F08F484D-E6DF-A874-8A55-2209DAD8E6F9}"/>
              </a:ext>
            </a:extLst>
          </p:cNvPr>
          <p:cNvCxnSpPr>
            <a:cxnSpLocks/>
          </p:cNvCxnSpPr>
          <p:nvPr/>
        </p:nvCxnSpPr>
        <p:spPr>
          <a:xfrm>
            <a:off x="7936306" y="1443888"/>
            <a:ext cx="3600000" cy="0"/>
          </a:xfrm>
          <a:prstGeom prst="line">
            <a:avLst/>
          </a:prstGeom>
          <a:noFill/>
          <a:ln w="12700" cap="flat" cmpd="sng" algn="ctr">
            <a:gradFill flip="none" rotWithShape="1">
              <a:gsLst>
                <a:gs pos="0">
                  <a:srgbClr val="FFFFFF"/>
                </a:gs>
                <a:gs pos="53000">
                  <a:srgbClr val="FFE600"/>
                </a:gs>
              </a:gsLst>
              <a:lin ang="10800000" scaled="1"/>
              <a:tileRect/>
            </a:gradFill>
            <a:prstDash val="solid"/>
            <a:tailEnd type="none"/>
          </a:ln>
          <a:effectLst/>
        </p:spPr>
      </p:cxnSp>
      <p:pic>
        <p:nvPicPr>
          <p:cNvPr id="14" name="Picture 13">
            <a:extLst>
              <a:ext uri="{FF2B5EF4-FFF2-40B4-BE49-F238E27FC236}">
                <a16:creationId xmlns:a16="http://schemas.microsoft.com/office/drawing/2014/main" id="{96BBF568-37F9-0C27-2904-FD830C35C49B}"/>
              </a:ext>
            </a:extLst>
          </p:cNvPr>
          <p:cNvPicPr>
            <a:picLocks noChangeAspect="1"/>
          </p:cNvPicPr>
          <p:nvPr/>
        </p:nvPicPr>
        <p:blipFill>
          <a:blip r:embed="rId2" cstate="print">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tretch>
            <a:fillRect/>
          </a:stretch>
        </p:blipFill>
        <p:spPr>
          <a:xfrm>
            <a:off x="1851795" y="1369459"/>
            <a:ext cx="792000" cy="792000"/>
          </a:xfrm>
          <a:prstGeom prst="ellipse">
            <a:avLst/>
          </a:prstGeom>
        </p:spPr>
      </p:pic>
      <p:sp>
        <p:nvSpPr>
          <p:cNvPr id="15" name="Text Placeholder 3">
            <a:extLst>
              <a:ext uri="{FF2B5EF4-FFF2-40B4-BE49-F238E27FC236}">
                <a16:creationId xmlns:a16="http://schemas.microsoft.com/office/drawing/2014/main" id="{AEEE4FE6-7F71-2EB6-3835-D4BB347F2C9F}"/>
              </a:ext>
            </a:extLst>
          </p:cNvPr>
          <p:cNvSpPr txBox="1">
            <a:spLocks/>
          </p:cNvSpPr>
          <p:nvPr/>
        </p:nvSpPr>
        <p:spPr>
          <a:xfrm>
            <a:off x="549501" y="5221961"/>
            <a:ext cx="3538085" cy="1008000"/>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ea typeface="Times New Roman"/>
                <a:cs typeface="Times New Roman"/>
              </a:rPr>
              <a:t>The challenge</a:t>
            </a:r>
            <a:endParaRPr lang="en-US" sz="1000">
              <a:solidFill>
                <a:srgbClr val="646464"/>
              </a:solidFill>
              <a:latin typeface="EYInterstate Light" panose="02000506000000020004" pitchFamily="2" charset="0"/>
            </a:endParaRP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Every country worked with a different timetable (e.g., when they closed subledgers)</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The headquarter had only limited control and visibility on the Record to Report process</a:t>
            </a:r>
          </a:p>
        </p:txBody>
      </p:sp>
      <p:sp>
        <p:nvSpPr>
          <p:cNvPr id="16" name="Text Placeholder 4">
            <a:extLst>
              <a:ext uri="{FF2B5EF4-FFF2-40B4-BE49-F238E27FC236}">
                <a16:creationId xmlns:a16="http://schemas.microsoft.com/office/drawing/2014/main" id="{F9C57054-5365-A3AB-7204-4BE7212DF192}"/>
              </a:ext>
            </a:extLst>
          </p:cNvPr>
          <p:cNvSpPr txBox="1">
            <a:spLocks/>
          </p:cNvSpPr>
          <p:nvPr/>
        </p:nvSpPr>
        <p:spPr>
          <a:xfrm>
            <a:off x="7936306" y="1662276"/>
            <a:ext cx="3600000" cy="1685823"/>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ea typeface="Times New Roman"/>
                <a:cs typeface="Times New Roman"/>
              </a:rPr>
              <a:t>Value for the client</a:t>
            </a:r>
          </a:p>
          <a:p>
            <a:pPr marL="0" indent="0">
              <a:spcBef>
                <a:spcPts val="0"/>
              </a:spcBef>
              <a:spcAft>
                <a:spcPts val="300"/>
              </a:spcAft>
              <a:buClr>
                <a:srgbClr val="FFD200"/>
              </a:buClr>
              <a:buSzPct val="75000"/>
              <a:buFont typeface="Arial" pitchFamily="34" charset="0"/>
              <a:buNone/>
              <a:defRPr/>
            </a:pPr>
            <a:r>
              <a:rPr lang="en-US" sz="1000" kern="0">
                <a:solidFill>
                  <a:srgbClr val="000000">
                    <a:lumMod val="65000"/>
                    <a:lumOff val="35000"/>
                  </a:srgbClr>
                </a:solidFill>
                <a:latin typeface="EYInterstate Light" panose="02000506000000020004" pitchFamily="2" charset="0"/>
              </a:rPr>
              <a:t>Standardization enabled:</a:t>
            </a:r>
          </a:p>
          <a:p>
            <a:pPr marL="266700" indent="-266700">
              <a:spcBef>
                <a:spcPts val="0"/>
              </a:spcBef>
              <a:spcAft>
                <a:spcPts val="600"/>
              </a:spcAft>
              <a:buClr>
                <a:srgbClr val="FFD200"/>
              </a:buClr>
              <a:buSzPct val="75000"/>
              <a:defRPr/>
            </a:pPr>
            <a:r>
              <a:rPr lang="en-US" sz="1000" kern="0">
                <a:solidFill>
                  <a:srgbClr val="000000">
                    <a:lumMod val="65000"/>
                    <a:lumOff val="35000"/>
                  </a:srgbClr>
                </a:solidFill>
                <a:latin typeface="EYInterstate Light" panose="02000506000000020004" pitchFamily="2" charset="0"/>
              </a:rPr>
              <a:t>Accounting automation technology to be deployed thereafter, reducing the level of manual work</a:t>
            </a:r>
          </a:p>
          <a:p>
            <a:pPr marL="266700" indent="-266700">
              <a:spcBef>
                <a:spcPts val="0"/>
              </a:spcBef>
              <a:spcAft>
                <a:spcPts val="600"/>
              </a:spcAft>
              <a:buClr>
                <a:srgbClr val="FFD200"/>
              </a:buClr>
              <a:buSzPct val="75000"/>
              <a:defRPr/>
            </a:pPr>
            <a:r>
              <a:rPr lang="en-US" sz="1000" kern="0">
                <a:solidFill>
                  <a:srgbClr val="000000">
                    <a:lumMod val="65000"/>
                    <a:lumOff val="35000"/>
                  </a:srgbClr>
                </a:solidFill>
                <a:latin typeface="EYInterstate Light" panose="02000506000000020004" pitchFamily="2" charset="0"/>
              </a:rPr>
              <a:t>Results to be reported faster</a:t>
            </a:r>
          </a:p>
          <a:p>
            <a:pPr marL="266700" indent="-266700">
              <a:spcBef>
                <a:spcPts val="0"/>
              </a:spcBef>
              <a:spcAft>
                <a:spcPts val="600"/>
              </a:spcAft>
              <a:buClr>
                <a:srgbClr val="FFD200"/>
              </a:buClr>
              <a:buSzPct val="75000"/>
              <a:defRPr/>
            </a:pPr>
            <a:r>
              <a:rPr lang="en-US" sz="1000" kern="0">
                <a:solidFill>
                  <a:srgbClr val="000000">
                    <a:lumMod val="65000"/>
                    <a:lumOff val="35000"/>
                  </a:srgbClr>
                </a:solidFill>
                <a:latin typeface="EYInterstate Light" panose="02000506000000020004" pitchFamily="2" charset="0"/>
              </a:rPr>
              <a:t>Greater control and visibility by central finance</a:t>
            </a:r>
          </a:p>
          <a:p>
            <a:pPr marL="266700" indent="-266700">
              <a:spcBef>
                <a:spcPts val="0"/>
              </a:spcBef>
              <a:spcAft>
                <a:spcPts val="600"/>
              </a:spcAft>
              <a:buClr>
                <a:srgbClr val="FFD200"/>
              </a:buClr>
              <a:buSzPct val="75000"/>
              <a:defRPr/>
            </a:pPr>
            <a:r>
              <a:rPr lang="en-US" sz="1000" kern="0">
                <a:solidFill>
                  <a:srgbClr val="000000">
                    <a:lumMod val="65000"/>
                    <a:lumOff val="35000"/>
                  </a:srgbClr>
                </a:solidFill>
                <a:latin typeface="EYInterstate Light" panose="02000506000000020004" pitchFamily="2" charset="0"/>
              </a:rPr>
              <a:t>Greater willingness to share good practice across the company</a:t>
            </a:r>
          </a:p>
          <a:p>
            <a:pPr marL="266700" indent="-266700">
              <a:spcBef>
                <a:spcPts val="0"/>
              </a:spcBef>
              <a:spcAft>
                <a:spcPts val="600"/>
              </a:spcAft>
              <a:buClr>
                <a:srgbClr val="FFD200"/>
              </a:buClr>
              <a:buSzPct val="75000"/>
              <a:defRPr/>
            </a:pPr>
            <a:endParaRPr lang="en-US" sz="1000" kern="0">
              <a:solidFill>
                <a:srgbClr val="000000">
                  <a:lumMod val="65000"/>
                  <a:lumOff val="35000"/>
                </a:srgbClr>
              </a:solidFill>
              <a:latin typeface="EYInterstate Light" panose="02000506000000020004" pitchFamily="2" charset="0"/>
            </a:endParaRPr>
          </a:p>
          <a:p>
            <a:pPr marL="266700" indent="-266700">
              <a:spcBef>
                <a:spcPts val="0"/>
              </a:spcBef>
              <a:spcAft>
                <a:spcPts val="600"/>
              </a:spcAft>
              <a:buClr>
                <a:srgbClr val="FFD200"/>
              </a:buClr>
              <a:buSzPct val="75000"/>
              <a:defRPr/>
            </a:pPr>
            <a:endParaRPr lang="en-US" sz="1000" kern="0">
              <a:solidFill>
                <a:srgbClr val="000000">
                  <a:lumMod val="65000"/>
                  <a:lumOff val="35000"/>
                </a:srgbClr>
              </a:solidFill>
              <a:latin typeface="EYInterstate Light" panose="02000506000000020004" pitchFamily="2" charset="0"/>
            </a:endParaRPr>
          </a:p>
          <a:p>
            <a:pPr marL="266700" indent="-266700">
              <a:spcBef>
                <a:spcPts val="0"/>
              </a:spcBef>
              <a:spcAft>
                <a:spcPts val="600"/>
              </a:spcAft>
              <a:buClr>
                <a:srgbClr val="FFD200"/>
              </a:buClr>
              <a:buSzPct val="75000"/>
              <a:defRPr/>
            </a:pPr>
            <a:endParaRPr lang="en-US" sz="1000" kern="0">
              <a:solidFill>
                <a:srgbClr val="000000">
                  <a:lumMod val="65000"/>
                  <a:lumOff val="35000"/>
                </a:srgbClr>
              </a:solidFill>
              <a:latin typeface="EYInterstate Light" panose="02000506000000020004" pitchFamily="2" charset="0"/>
            </a:endParaRPr>
          </a:p>
          <a:p>
            <a:pPr marL="266700" indent="-266700">
              <a:spcBef>
                <a:spcPts val="0"/>
              </a:spcBef>
              <a:spcAft>
                <a:spcPts val="600"/>
              </a:spcAft>
              <a:buClr>
                <a:srgbClr val="FFD200"/>
              </a:buClr>
              <a:buSzPct val="75000"/>
              <a:defRPr/>
            </a:pPr>
            <a:endParaRPr lang="en-US" sz="1000" kern="0">
              <a:solidFill>
                <a:srgbClr val="000000">
                  <a:lumMod val="65000"/>
                  <a:lumOff val="35000"/>
                </a:srgbClr>
              </a:solidFill>
              <a:latin typeface="EYInterstate Light" panose="02000506000000020004" pitchFamily="2" charset="0"/>
            </a:endParaRPr>
          </a:p>
          <a:p>
            <a:pPr marL="266700" indent="-266700">
              <a:spcBef>
                <a:spcPts val="0"/>
              </a:spcBef>
              <a:spcAft>
                <a:spcPts val="600"/>
              </a:spcAft>
              <a:buClr>
                <a:srgbClr val="FFD200"/>
              </a:buClr>
              <a:buSzPct val="75000"/>
              <a:defRPr/>
            </a:pPr>
            <a:endParaRPr lang="en-US" sz="1000" kern="0">
              <a:solidFill>
                <a:srgbClr val="000000">
                  <a:lumMod val="65000"/>
                  <a:lumOff val="35000"/>
                </a:srgbClr>
              </a:solidFill>
              <a:latin typeface="EYInterstate Light" panose="02000506000000020004" pitchFamily="2" charset="0"/>
            </a:endParaRPr>
          </a:p>
          <a:p>
            <a:pPr marL="266700" indent="-266700">
              <a:spcBef>
                <a:spcPts val="0"/>
              </a:spcBef>
              <a:spcAft>
                <a:spcPts val="600"/>
              </a:spcAft>
              <a:buClr>
                <a:srgbClr val="FFD200"/>
              </a:buClr>
              <a:buSzPct val="75000"/>
              <a:defRPr/>
            </a:pPr>
            <a:endParaRPr lang="en-US" sz="1000" kern="0">
              <a:solidFill>
                <a:srgbClr val="000000">
                  <a:lumMod val="65000"/>
                  <a:lumOff val="35000"/>
                </a:srgbClr>
              </a:solidFill>
              <a:latin typeface="EYInterstate Light" panose="02000506000000020004" pitchFamily="2" charset="0"/>
            </a:endParaRPr>
          </a:p>
          <a:p>
            <a:pPr marL="266700" indent="-266700">
              <a:spcBef>
                <a:spcPts val="0"/>
              </a:spcBef>
              <a:spcAft>
                <a:spcPts val="600"/>
              </a:spcAft>
              <a:buClr>
                <a:srgbClr val="FFD200"/>
              </a:buClr>
              <a:buSzPct val="75000"/>
              <a:defRPr/>
            </a:pPr>
            <a:endParaRPr lang="en-US" sz="1000" kern="0">
              <a:solidFill>
                <a:srgbClr val="000000">
                  <a:lumMod val="65000"/>
                  <a:lumOff val="35000"/>
                </a:srgbClr>
              </a:solidFill>
              <a:latin typeface="EYInterstate Light" panose="02000506000000020004" pitchFamily="2" charset="0"/>
            </a:endParaRPr>
          </a:p>
          <a:p>
            <a:pPr marL="266700" indent="-266700">
              <a:spcBef>
                <a:spcPts val="0"/>
              </a:spcBef>
              <a:spcAft>
                <a:spcPts val="600"/>
              </a:spcAft>
              <a:buClr>
                <a:srgbClr val="FFD200"/>
              </a:buClr>
              <a:buSzPct val="75000"/>
              <a:defRPr/>
            </a:pPr>
            <a:endParaRPr lang="en-US" sz="1000" kern="0">
              <a:solidFill>
                <a:srgbClr val="000000">
                  <a:lumMod val="65000"/>
                  <a:lumOff val="35000"/>
                </a:srgbClr>
              </a:solidFill>
              <a:latin typeface="EYInterstate Light" panose="02000506000000020004" pitchFamily="2" charset="0"/>
            </a:endParaRPr>
          </a:p>
          <a:p>
            <a:pPr marL="266700" indent="-266700">
              <a:spcBef>
                <a:spcPts val="0"/>
              </a:spcBef>
              <a:spcAft>
                <a:spcPts val="600"/>
              </a:spcAft>
              <a:buClr>
                <a:srgbClr val="FFD200"/>
              </a:buClr>
              <a:buSzPct val="75000"/>
              <a:defRPr/>
            </a:pPr>
            <a:endParaRPr lang="en-US" sz="1000" kern="0">
              <a:solidFill>
                <a:srgbClr val="000000">
                  <a:lumMod val="65000"/>
                  <a:lumOff val="35000"/>
                </a:srgbClr>
              </a:solidFill>
              <a:latin typeface="EYInterstate Light" panose="02000506000000020004" pitchFamily="2" charset="0"/>
            </a:endParaRPr>
          </a:p>
          <a:p>
            <a:pPr marL="0" lvl="1" indent="0">
              <a:spcBef>
                <a:spcPts val="0"/>
              </a:spcBef>
              <a:buClr>
                <a:srgbClr val="FFD200"/>
              </a:buClr>
              <a:buFont typeface="Arial" pitchFamily="34" charset="0"/>
              <a:buNone/>
              <a:defRPr/>
            </a:pPr>
            <a:r>
              <a:rPr lang="en-US" sz="1000" kern="0">
                <a:solidFill>
                  <a:srgbClr val="000000">
                    <a:lumMod val="65000"/>
                    <a:lumOff val="35000"/>
                  </a:srgbClr>
                </a:solidFill>
                <a:latin typeface="EYInterstate Light" panose="02000506000000020004" pitchFamily="2" charset="0"/>
              </a:rPr>
              <a:t>Note: The programme won a “CFO award” at the client – a prestigious internal award that is given by their CFO to a team or project that has significantly contributed to their success</a:t>
            </a:r>
          </a:p>
          <a:p>
            <a:pPr marL="266700" indent="-266700">
              <a:spcBef>
                <a:spcPts val="0"/>
              </a:spcBef>
              <a:buClr>
                <a:srgbClr val="FFD200"/>
              </a:buClr>
              <a:buSzPct val="75000"/>
              <a:defRPr/>
            </a:pPr>
            <a:endParaRPr lang="en-US" sz="1000" kern="0">
              <a:solidFill>
                <a:srgbClr val="000000">
                  <a:lumMod val="65000"/>
                  <a:lumOff val="35000"/>
                </a:srgbClr>
              </a:solidFill>
              <a:latin typeface="Arial"/>
            </a:endParaRPr>
          </a:p>
          <a:p>
            <a:pPr marL="266700" indent="-266700">
              <a:spcBef>
                <a:spcPts val="0"/>
              </a:spcBef>
              <a:spcAft>
                <a:spcPts val="600"/>
              </a:spcAft>
              <a:buClr>
                <a:srgbClr val="FFD200"/>
              </a:buClr>
              <a:buSzPct val="75000"/>
              <a:defRPr/>
            </a:pPr>
            <a:endParaRPr lang="en-GB" sz="1000" kern="0">
              <a:solidFill>
                <a:srgbClr val="000000">
                  <a:lumMod val="65000"/>
                  <a:lumOff val="35000"/>
                </a:srgbClr>
              </a:solidFill>
              <a:latin typeface="EYInterstate Light" panose="02000506000000020004" pitchFamily="2" charset="0"/>
            </a:endParaRPr>
          </a:p>
        </p:txBody>
      </p:sp>
      <p:grpSp>
        <p:nvGrpSpPr>
          <p:cNvPr id="17" name="Group 16">
            <a:extLst>
              <a:ext uri="{FF2B5EF4-FFF2-40B4-BE49-F238E27FC236}">
                <a16:creationId xmlns:a16="http://schemas.microsoft.com/office/drawing/2014/main" id="{0EB260A3-A6AF-B725-02A9-67249F3DB419}"/>
              </a:ext>
            </a:extLst>
          </p:cNvPr>
          <p:cNvGrpSpPr/>
          <p:nvPr/>
        </p:nvGrpSpPr>
        <p:grpSpPr>
          <a:xfrm>
            <a:off x="8142953" y="3666643"/>
            <a:ext cx="3439446" cy="1301217"/>
            <a:chOff x="8142953" y="3548199"/>
            <a:chExt cx="3439446" cy="1301217"/>
          </a:xfrm>
        </p:grpSpPr>
        <p:grpSp>
          <p:nvGrpSpPr>
            <p:cNvPr id="18" name="Group 17">
              <a:extLst>
                <a:ext uri="{FF2B5EF4-FFF2-40B4-BE49-F238E27FC236}">
                  <a16:creationId xmlns:a16="http://schemas.microsoft.com/office/drawing/2014/main" id="{C5CE774C-F0EC-4CAF-432A-D1133F8AC666}"/>
                </a:ext>
              </a:extLst>
            </p:cNvPr>
            <p:cNvGrpSpPr>
              <a:grpSpLocks/>
            </p:cNvGrpSpPr>
            <p:nvPr/>
          </p:nvGrpSpPr>
          <p:grpSpPr>
            <a:xfrm>
              <a:off x="8142953" y="3548199"/>
              <a:ext cx="894843" cy="894843"/>
              <a:chOff x="9715174" y="5433421"/>
              <a:chExt cx="894843" cy="894843"/>
            </a:xfrm>
          </p:grpSpPr>
          <p:sp>
            <p:nvSpPr>
              <p:cNvPr id="33" name="Oval 1">
                <a:extLst>
                  <a:ext uri="{FF2B5EF4-FFF2-40B4-BE49-F238E27FC236}">
                    <a16:creationId xmlns:a16="http://schemas.microsoft.com/office/drawing/2014/main" id="{E577AB1C-0694-EE55-DB0E-8F99E9B87027}"/>
                  </a:ext>
                </a:extLst>
              </p:cNvPr>
              <p:cNvSpPr>
                <a:spLocks/>
              </p:cNvSpPr>
              <p:nvPr/>
            </p:nvSpPr>
            <p:spPr bwMode="gray">
              <a:xfrm rot="10800000">
                <a:off x="9715174" y="5433421"/>
                <a:ext cx="894843" cy="894843"/>
              </a:xfrm>
              <a:prstGeom prst="ellipse">
                <a:avLst/>
              </a:prstGeom>
              <a:solidFill>
                <a:srgbClr val="FFE600">
                  <a:lumMod val="40000"/>
                  <a:lumOff val="60000"/>
                  <a:alpha val="48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34" name="Oval 1">
                <a:extLst>
                  <a:ext uri="{FF2B5EF4-FFF2-40B4-BE49-F238E27FC236}">
                    <a16:creationId xmlns:a16="http://schemas.microsoft.com/office/drawing/2014/main" id="{F036370D-998E-5F74-6DC1-B04C7014D82B}"/>
                  </a:ext>
                </a:extLst>
              </p:cNvPr>
              <p:cNvSpPr>
                <a:spLocks noChangeAspect="1"/>
              </p:cNvSpPr>
              <p:nvPr/>
            </p:nvSpPr>
            <p:spPr bwMode="gray">
              <a:xfrm rot="10800000">
                <a:off x="9767927" y="5486175"/>
                <a:ext cx="789337" cy="789336"/>
              </a:xfrm>
              <a:prstGeom prst="ellipse">
                <a:avLst/>
              </a:prstGeom>
              <a:solidFill>
                <a:srgbClr val="FFE600">
                  <a:lumMod val="60000"/>
                  <a:lumOff val="400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35" name="Oval 1">
                <a:extLst>
                  <a:ext uri="{FF2B5EF4-FFF2-40B4-BE49-F238E27FC236}">
                    <a16:creationId xmlns:a16="http://schemas.microsoft.com/office/drawing/2014/main" id="{BD951A2A-BC1F-B91F-52D8-77C6F6CCCB02}"/>
                  </a:ext>
                </a:extLst>
              </p:cNvPr>
              <p:cNvSpPr>
                <a:spLocks/>
              </p:cNvSpPr>
              <p:nvPr/>
            </p:nvSpPr>
            <p:spPr bwMode="gray">
              <a:xfrm rot="10800000">
                <a:off x="9818674" y="5536920"/>
                <a:ext cx="687844" cy="687846"/>
              </a:xfrm>
              <a:prstGeom prst="ellipse">
                <a:avLst/>
              </a:prstGeom>
              <a:solidFill>
                <a:srgbClr val="FFE6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pic>
            <p:nvPicPr>
              <p:cNvPr id="36" name="Graphic 35" descr="Robot">
                <a:extLst>
                  <a:ext uri="{FF2B5EF4-FFF2-40B4-BE49-F238E27FC236}">
                    <a16:creationId xmlns:a16="http://schemas.microsoft.com/office/drawing/2014/main" id="{22194F6A-D097-267E-5818-5A8FE1AAC243}"/>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69649" y="5582601"/>
                <a:ext cx="585891" cy="585891"/>
              </a:xfrm>
              <a:prstGeom prst="rect">
                <a:avLst/>
              </a:prstGeom>
            </p:spPr>
          </p:pic>
        </p:grpSp>
        <p:sp>
          <p:nvSpPr>
            <p:cNvPr id="19" name="TextBox 18">
              <a:extLst>
                <a:ext uri="{FF2B5EF4-FFF2-40B4-BE49-F238E27FC236}">
                  <a16:creationId xmlns:a16="http://schemas.microsoft.com/office/drawing/2014/main" id="{E19C63AC-D351-58AE-ECC8-B7A4B39BFE73}"/>
                </a:ext>
              </a:extLst>
            </p:cNvPr>
            <p:cNvSpPr txBox="1">
              <a:spLocks/>
            </p:cNvSpPr>
            <p:nvPr/>
          </p:nvSpPr>
          <p:spPr>
            <a:xfrm>
              <a:off x="8143647" y="4497140"/>
              <a:ext cx="893456" cy="352276"/>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FFE600"/>
                </a:buClr>
                <a:buSzPct val="70000"/>
                <a:buFontTx/>
                <a:buNone/>
                <a:tabLst/>
                <a:defRPr/>
              </a:pPr>
              <a:r>
                <a:rPr kumimoji="0" lang="en-US" sz="1200" b="1" i="0" u="none" strike="noStrike" kern="0" cap="none" spc="0" normalizeH="0" baseline="0" noProof="0">
                  <a:ln>
                    <a:noFill/>
                  </a:ln>
                  <a:solidFill>
                    <a:srgbClr val="646464"/>
                  </a:solidFill>
                  <a:effectLst/>
                  <a:uLnTx/>
                  <a:uFillTx/>
                  <a:latin typeface="EY interstate light"/>
                </a:rPr>
                <a:t>Increased Automation</a:t>
              </a:r>
            </a:p>
          </p:txBody>
        </p:sp>
        <p:sp>
          <p:nvSpPr>
            <p:cNvPr id="20" name="TextBox 19">
              <a:extLst>
                <a:ext uri="{FF2B5EF4-FFF2-40B4-BE49-F238E27FC236}">
                  <a16:creationId xmlns:a16="http://schemas.microsoft.com/office/drawing/2014/main" id="{B1387D33-B39F-BBBC-5F7F-17FE1F3A6B08}"/>
                </a:ext>
              </a:extLst>
            </p:cNvPr>
            <p:cNvSpPr txBox="1">
              <a:spLocks/>
            </p:cNvSpPr>
            <p:nvPr/>
          </p:nvSpPr>
          <p:spPr>
            <a:xfrm>
              <a:off x="9415949" y="4497140"/>
              <a:ext cx="893456" cy="352276"/>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FFE600"/>
                </a:buClr>
                <a:buSzPct val="70000"/>
                <a:buFontTx/>
                <a:buNone/>
                <a:tabLst/>
                <a:defRPr/>
              </a:pPr>
              <a:r>
                <a:rPr kumimoji="0" lang="en-US" sz="1200" b="1" i="0" u="none" strike="noStrike" kern="0" cap="none" spc="0" normalizeH="0" baseline="0" noProof="0">
                  <a:ln>
                    <a:noFill/>
                  </a:ln>
                  <a:solidFill>
                    <a:srgbClr val="646464"/>
                  </a:solidFill>
                  <a:effectLst/>
                  <a:uLnTx/>
                  <a:uFillTx/>
                  <a:latin typeface="EY interstate light"/>
                </a:rPr>
                <a:t>Global Close Calendar</a:t>
              </a:r>
            </a:p>
          </p:txBody>
        </p:sp>
        <p:grpSp>
          <p:nvGrpSpPr>
            <p:cNvPr id="21" name="Group 20">
              <a:extLst>
                <a:ext uri="{FF2B5EF4-FFF2-40B4-BE49-F238E27FC236}">
                  <a16:creationId xmlns:a16="http://schemas.microsoft.com/office/drawing/2014/main" id="{6D450B58-8E46-DBB3-CD12-4CC34F774CE4}"/>
                </a:ext>
              </a:extLst>
            </p:cNvPr>
            <p:cNvGrpSpPr>
              <a:grpSpLocks/>
            </p:cNvGrpSpPr>
            <p:nvPr/>
          </p:nvGrpSpPr>
          <p:grpSpPr>
            <a:xfrm>
              <a:off x="10687556" y="3582947"/>
              <a:ext cx="894843" cy="894843"/>
              <a:chOff x="6346145" y="5310709"/>
              <a:chExt cx="894843" cy="894843"/>
            </a:xfrm>
          </p:grpSpPr>
          <p:sp>
            <p:nvSpPr>
              <p:cNvPr id="28" name="Oval 1">
                <a:extLst>
                  <a:ext uri="{FF2B5EF4-FFF2-40B4-BE49-F238E27FC236}">
                    <a16:creationId xmlns:a16="http://schemas.microsoft.com/office/drawing/2014/main" id="{2C4C2CD9-566A-11AD-854B-C723DA8B3F80}"/>
                  </a:ext>
                </a:extLst>
              </p:cNvPr>
              <p:cNvSpPr>
                <a:spLocks/>
              </p:cNvSpPr>
              <p:nvPr/>
            </p:nvSpPr>
            <p:spPr bwMode="gray">
              <a:xfrm rot="10800000">
                <a:off x="6346145" y="5310709"/>
                <a:ext cx="894843" cy="894843"/>
              </a:xfrm>
              <a:prstGeom prst="ellipse">
                <a:avLst/>
              </a:prstGeom>
              <a:solidFill>
                <a:srgbClr val="FFE600">
                  <a:lumMod val="40000"/>
                  <a:lumOff val="60000"/>
                  <a:alpha val="48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grpSp>
            <p:nvGrpSpPr>
              <p:cNvPr id="29" name="Group 28">
                <a:extLst>
                  <a:ext uri="{FF2B5EF4-FFF2-40B4-BE49-F238E27FC236}">
                    <a16:creationId xmlns:a16="http://schemas.microsoft.com/office/drawing/2014/main" id="{435396CC-7044-E872-7FCA-53088330778B}"/>
                  </a:ext>
                </a:extLst>
              </p:cNvPr>
              <p:cNvGrpSpPr/>
              <p:nvPr/>
            </p:nvGrpSpPr>
            <p:grpSpPr>
              <a:xfrm>
                <a:off x="6398898" y="5363463"/>
                <a:ext cx="789337" cy="789336"/>
                <a:chOff x="6398898" y="5363463"/>
                <a:chExt cx="789337" cy="789336"/>
              </a:xfrm>
            </p:grpSpPr>
            <p:sp>
              <p:nvSpPr>
                <p:cNvPr id="30" name="Oval 1">
                  <a:extLst>
                    <a:ext uri="{FF2B5EF4-FFF2-40B4-BE49-F238E27FC236}">
                      <a16:creationId xmlns:a16="http://schemas.microsoft.com/office/drawing/2014/main" id="{D0ADC41F-90DD-FC28-4377-10B7DE495894}"/>
                    </a:ext>
                  </a:extLst>
                </p:cNvPr>
                <p:cNvSpPr>
                  <a:spLocks noChangeAspect="1"/>
                </p:cNvSpPr>
                <p:nvPr/>
              </p:nvSpPr>
              <p:spPr bwMode="gray">
                <a:xfrm rot="10800000">
                  <a:off x="6398898" y="5363463"/>
                  <a:ext cx="789337" cy="789336"/>
                </a:xfrm>
                <a:prstGeom prst="ellipse">
                  <a:avLst/>
                </a:prstGeom>
                <a:solidFill>
                  <a:srgbClr val="FFE600">
                    <a:lumMod val="60000"/>
                    <a:lumOff val="400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31" name="Oval 1">
                  <a:extLst>
                    <a:ext uri="{FF2B5EF4-FFF2-40B4-BE49-F238E27FC236}">
                      <a16:creationId xmlns:a16="http://schemas.microsoft.com/office/drawing/2014/main" id="{21C2D127-0FB6-40B9-AB30-BF4ECC71A9D5}"/>
                    </a:ext>
                  </a:extLst>
                </p:cNvPr>
                <p:cNvSpPr>
                  <a:spLocks/>
                </p:cNvSpPr>
                <p:nvPr/>
              </p:nvSpPr>
              <p:spPr bwMode="gray">
                <a:xfrm rot="10800000">
                  <a:off x="6449645" y="5414208"/>
                  <a:ext cx="687844" cy="687846"/>
                </a:xfrm>
                <a:prstGeom prst="ellipse">
                  <a:avLst/>
                </a:prstGeom>
                <a:solidFill>
                  <a:srgbClr val="FFE6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pic>
              <p:nvPicPr>
                <p:cNvPr id="32" name="Graphic 31" descr="Monthly calendar">
                  <a:extLst>
                    <a:ext uri="{FF2B5EF4-FFF2-40B4-BE49-F238E27FC236}">
                      <a16:creationId xmlns:a16="http://schemas.microsoft.com/office/drawing/2014/main" id="{99D4D97E-7AD6-4F64-8A33-248A68CAA05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13799" y="5472196"/>
                  <a:ext cx="553119" cy="553119"/>
                </a:xfrm>
                <a:prstGeom prst="rect">
                  <a:avLst/>
                </a:prstGeom>
              </p:spPr>
            </p:pic>
          </p:grpSp>
        </p:grpSp>
        <p:sp>
          <p:nvSpPr>
            <p:cNvPr id="22" name="TextBox 21">
              <a:extLst>
                <a:ext uri="{FF2B5EF4-FFF2-40B4-BE49-F238E27FC236}">
                  <a16:creationId xmlns:a16="http://schemas.microsoft.com/office/drawing/2014/main" id="{37A8ED5D-6004-77EA-7843-2565BB2AA2A2}"/>
                </a:ext>
              </a:extLst>
            </p:cNvPr>
            <p:cNvSpPr txBox="1">
              <a:spLocks/>
            </p:cNvSpPr>
            <p:nvPr/>
          </p:nvSpPr>
          <p:spPr>
            <a:xfrm>
              <a:off x="10688250" y="4575623"/>
              <a:ext cx="893456" cy="195310"/>
            </a:xfrm>
            <a:prstGeom prst="rect">
              <a:avLst/>
            </a:prstGeom>
            <a:noFill/>
          </p:spPr>
          <p:txBody>
            <a:bodyPr wrap="square" lIns="0" tIns="36576" rIns="0" bIns="0" rtlCol="0">
              <a:spAutoFit/>
            </a:bodyPr>
            <a:lstStyle/>
            <a:p>
              <a:pPr marL="0" marR="0" lvl="0" indent="0" algn="ctr" defTabSz="914400" eaLnBrk="1" fontAlgn="auto" latinLnBrk="0" hangingPunct="1">
                <a:lnSpc>
                  <a:spcPct val="85000"/>
                </a:lnSpc>
                <a:spcBef>
                  <a:spcPts val="0"/>
                </a:spcBef>
                <a:spcAft>
                  <a:spcPts val="600"/>
                </a:spcAft>
                <a:buClr>
                  <a:srgbClr val="FFE600"/>
                </a:buClr>
                <a:buSzPct val="70000"/>
                <a:buFontTx/>
                <a:buNone/>
                <a:tabLst/>
                <a:defRPr/>
              </a:pPr>
              <a:r>
                <a:rPr kumimoji="0" lang="en-US" sz="1200" b="1" i="0" u="none" strike="noStrike" kern="0" cap="none" spc="0" normalizeH="0" baseline="0" noProof="0">
                  <a:ln>
                    <a:noFill/>
                  </a:ln>
                  <a:solidFill>
                    <a:srgbClr val="646464"/>
                  </a:solidFill>
                  <a:effectLst/>
                  <a:uLnTx/>
                  <a:uFillTx/>
                  <a:latin typeface="EY interstate light"/>
                </a:rPr>
                <a:t>Faster Close</a:t>
              </a:r>
            </a:p>
          </p:txBody>
        </p:sp>
        <p:grpSp>
          <p:nvGrpSpPr>
            <p:cNvPr id="23" name="Group 22">
              <a:extLst>
                <a:ext uri="{FF2B5EF4-FFF2-40B4-BE49-F238E27FC236}">
                  <a16:creationId xmlns:a16="http://schemas.microsoft.com/office/drawing/2014/main" id="{B56EF9C2-4A73-854F-1512-181CFD58C077}"/>
                </a:ext>
              </a:extLst>
            </p:cNvPr>
            <p:cNvGrpSpPr>
              <a:grpSpLocks/>
            </p:cNvGrpSpPr>
            <p:nvPr/>
          </p:nvGrpSpPr>
          <p:grpSpPr>
            <a:xfrm>
              <a:off x="9415255" y="3554445"/>
              <a:ext cx="894843" cy="894843"/>
              <a:chOff x="6096000" y="5213847"/>
              <a:chExt cx="894843" cy="894843"/>
            </a:xfrm>
          </p:grpSpPr>
          <p:sp>
            <p:nvSpPr>
              <p:cNvPr id="24" name="Oval 1">
                <a:extLst>
                  <a:ext uri="{FF2B5EF4-FFF2-40B4-BE49-F238E27FC236}">
                    <a16:creationId xmlns:a16="http://schemas.microsoft.com/office/drawing/2014/main" id="{F2C69839-5761-142A-CCDB-534C5A5C1699}"/>
                  </a:ext>
                </a:extLst>
              </p:cNvPr>
              <p:cNvSpPr>
                <a:spLocks/>
              </p:cNvSpPr>
              <p:nvPr/>
            </p:nvSpPr>
            <p:spPr bwMode="gray">
              <a:xfrm rot="10800000">
                <a:off x="6096000" y="5213847"/>
                <a:ext cx="894843" cy="894843"/>
              </a:xfrm>
              <a:prstGeom prst="ellipse">
                <a:avLst/>
              </a:prstGeom>
              <a:solidFill>
                <a:srgbClr val="FFE600">
                  <a:lumMod val="40000"/>
                  <a:lumOff val="60000"/>
                  <a:alpha val="48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25" name="Oval 1">
                <a:extLst>
                  <a:ext uri="{FF2B5EF4-FFF2-40B4-BE49-F238E27FC236}">
                    <a16:creationId xmlns:a16="http://schemas.microsoft.com/office/drawing/2014/main" id="{15A79D09-EFC8-C513-871E-BB5A9D953ED8}"/>
                  </a:ext>
                </a:extLst>
              </p:cNvPr>
              <p:cNvSpPr>
                <a:spLocks noChangeAspect="1"/>
              </p:cNvSpPr>
              <p:nvPr/>
            </p:nvSpPr>
            <p:spPr bwMode="gray">
              <a:xfrm rot="10800000">
                <a:off x="6148753" y="5266601"/>
                <a:ext cx="789337" cy="789336"/>
              </a:xfrm>
              <a:prstGeom prst="ellipse">
                <a:avLst/>
              </a:prstGeom>
              <a:solidFill>
                <a:srgbClr val="FFE600">
                  <a:lumMod val="60000"/>
                  <a:lumOff val="400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26" name="Oval 1">
                <a:extLst>
                  <a:ext uri="{FF2B5EF4-FFF2-40B4-BE49-F238E27FC236}">
                    <a16:creationId xmlns:a16="http://schemas.microsoft.com/office/drawing/2014/main" id="{A25EF17F-C9D5-F064-3305-FBE75D6326BD}"/>
                  </a:ext>
                </a:extLst>
              </p:cNvPr>
              <p:cNvSpPr>
                <a:spLocks/>
              </p:cNvSpPr>
              <p:nvPr/>
            </p:nvSpPr>
            <p:spPr bwMode="gray">
              <a:xfrm rot="10800000">
                <a:off x="6199500" y="5317346"/>
                <a:ext cx="687844" cy="687846"/>
              </a:xfrm>
              <a:prstGeom prst="ellipse">
                <a:avLst/>
              </a:prstGeom>
              <a:solidFill>
                <a:srgbClr val="FFE6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pic>
            <p:nvPicPr>
              <p:cNvPr id="27" name="Graphic 26" descr="Earth globe Africa and Europe">
                <a:extLst>
                  <a:ext uri="{FF2B5EF4-FFF2-40B4-BE49-F238E27FC236}">
                    <a16:creationId xmlns:a16="http://schemas.microsoft.com/office/drawing/2014/main" id="{1BE0EC4A-8156-688B-FD60-764A5A1DF26B}"/>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210324" y="5315781"/>
                <a:ext cx="687137" cy="687137"/>
              </a:xfrm>
              <a:prstGeom prst="rect">
                <a:avLst/>
              </a:prstGeom>
            </p:spPr>
          </p:pic>
        </p:grpSp>
      </p:grpSp>
      <p:cxnSp>
        <p:nvCxnSpPr>
          <p:cNvPr id="37" name="Straight Connector 36">
            <a:extLst>
              <a:ext uri="{FF2B5EF4-FFF2-40B4-BE49-F238E27FC236}">
                <a16:creationId xmlns:a16="http://schemas.microsoft.com/office/drawing/2014/main" id="{41C6A6BD-0552-948B-7E12-A987F5169F7B}"/>
              </a:ext>
            </a:extLst>
          </p:cNvPr>
          <p:cNvCxnSpPr>
            <a:cxnSpLocks/>
          </p:cNvCxnSpPr>
          <p:nvPr/>
        </p:nvCxnSpPr>
        <p:spPr>
          <a:xfrm>
            <a:off x="590550" y="3769954"/>
            <a:ext cx="3455988" cy="0"/>
          </a:xfrm>
          <a:prstGeom prst="line">
            <a:avLst/>
          </a:prstGeom>
          <a:noFill/>
          <a:ln w="12700" cap="flat" cmpd="sng" algn="ctr">
            <a:gradFill flip="none" rotWithShape="1">
              <a:gsLst>
                <a:gs pos="0">
                  <a:srgbClr val="FFFFFF"/>
                </a:gs>
                <a:gs pos="53000">
                  <a:srgbClr val="FFE600"/>
                </a:gs>
              </a:gsLst>
              <a:lin ang="10800000" scaled="1"/>
              <a:tileRect/>
            </a:gradFill>
            <a:prstDash val="solid"/>
            <a:tailEnd type="none"/>
          </a:ln>
          <a:effectLst/>
        </p:spPr>
      </p:cxnSp>
    </p:spTree>
    <p:extLst>
      <p:ext uri="{BB962C8B-B14F-4D97-AF65-F5344CB8AC3E}">
        <p14:creationId xmlns:p14="http://schemas.microsoft.com/office/powerpoint/2010/main" val="1995546262"/>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47EB99-EACB-067C-68BC-066554FE8025}"/>
              </a:ext>
            </a:extLst>
          </p:cNvPr>
          <p:cNvSpPr>
            <a:spLocks noGrp="1"/>
          </p:cNvSpPr>
          <p:nvPr>
            <p:ph type="title"/>
          </p:nvPr>
        </p:nvSpPr>
        <p:spPr/>
        <p:txBody>
          <a:bodyPr/>
          <a:lstStyle/>
          <a:p>
            <a:r>
              <a:rPr lang="en-US"/>
              <a:t>Finance integration of multinational Swiss group into global life sciences company</a:t>
            </a:r>
            <a:endParaRPr lang="en-IN"/>
          </a:p>
        </p:txBody>
      </p:sp>
      <p:sp>
        <p:nvSpPr>
          <p:cNvPr id="5" name="Slide Number Placeholder 4">
            <a:extLst>
              <a:ext uri="{FF2B5EF4-FFF2-40B4-BE49-F238E27FC236}">
                <a16:creationId xmlns:a16="http://schemas.microsoft.com/office/drawing/2014/main" id="{DCD2D5D8-1F4C-7983-00C5-9EF965CB0275}"/>
              </a:ext>
            </a:extLst>
          </p:cNvPr>
          <p:cNvSpPr>
            <a:spLocks noGrp="1"/>
          </p:cNvSpPr>
          <p:nvPr>
            <p:ph type="sldNum" sz="quarter" idx="12"/>
          </p:nvPr>
        </p:nvSpPr>
        <p:spPr/>
        <p:txBody>
          <a:bodyPr/>
          <a:lstStyle/>
          <a:p>
            <a:fld id="{94FCA0F3-9F3A-694B-99BB-0E592A797735}" type="slidenum">
              <a:rPr lang="en-US" smtClean="0"/>
              <a:t>130</a:t>
            </a:fld>
            <a:endParaRPr lang="en-US"/>
          </a:p>
        </p:txBody>
      </p:sp>
      <p:sp>
        <p:nvSpPr>
          <p:cNvPr id="6" name="Date Placeholder 5">
            <a:extLst>
              <a:ext uri="{FF2B5EF4-FFF2-40B4-BE49-F238E27FC236}">
                <a16:creationId xmlns:a16="http://schemas.microsoft.com/office/drawing/2014/main" id="{7126AADE-D0AF-D649-5B2E-53DDE9F689F3}"/>
              </a:ext>
            </a:extLst>
          </p:cNvPr>
          <p:cNvSpPr>
            <a:spLocks noGrp="1"/>
          </p:cNvSpPr>
          <p:nvPr>
            <p:ph type="dt" sz="half" idx="10"/>
          </p:nvPr>
        </p:nvSpPr>
        <p:spPr/>
        <p:txBody>
          <a:bodyPr/>
          <a:lstStyle/>
          <a:p>
            <a:fld id="{F8F5309D-E8B3-4272-8512-A7770A38D511}" type="datetime1">
              <a:rPr lang="en-US" smtClean="0"/>
              <a:t>9/19/2025</a:t>
            </a:fld>
            <a:endParaRPr lang="en-US"/>
          </a:p>
        </p:txBody>
      </p:sp>
      <p:sp>
        <p:nvSpPr>
          <p:cNvPr id="8" name="SmartArt Placeholder 7">
            <a:extLst>
              <a:ext uri="{FF2B5EF4-FFF2-40B4-BE49-F238E27FC236}">
                <a16:creationId xmlns:a16="http://schemas.microsoft.com/office/drawing/2014/main" id="{ACBE1C81-357F-3F0D-FA44-CAC38DFCC333}"/>
              </a:ext>
            </a:extLst>
          </p:cNvPr>
          <p:cNvSpPr>
            <a:spLocks noGrp="1"/>
          </p:cNvSpPr>
          <p:nvPr>
            <p:ph type="dgm" sz="quarter" idx="17"/>
          </p:nvPr>
        </p:nvSpPr>
        <p:spPr/>
        <p:txBody>
          <a:bodyPr/>
          <a:lstStyle/>
          <a:p>
            <a:endParaRPr lang="en-IN"/>
          </a:p>
        </p:txBody>
      </p:sp>
      <p:sp>
        <p:nvSpPr>
          <p:cNvPr id="9" name="Text Placeholder 3">
            <a:extLst>
              <a:ext uri="{FF2B5EF4-FFF2-40B4-BE49-F238E27FC236}">
                <a16:creationId xmlns:a16="http://schemas.microsoft.com/office/drawing/2014/main" id="{4299FE49-5134-E06C-CA55-129EF36A50DF}"/>
              </a:ext>
            </a:extLst>
          </p:cNvPr>
          <p:cNvSpPr txBox="1">
            <a:spLocks/>
          </p:cNvSpPr>
          <p:nvPr/>
        </p:nvSpPr>
        <p:spPr>
          <a:xfrm>
            <a:off x="4075226" y="1690155"/>
            <a:ext cx="3774203" cy="4664303"/>
          </a:xfrm>
          <a:prstGeom prst="rect">
            <a:avLst/>
          </a:prstGeom>
          <a:noFill/>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ea typeface="Times New Roman"/>
                <a:cs typeface="Times New Roman"/>
              </a:rPr>
              <a:t>What we have done</a:t>
            </a:r>
          </a:p>
          <a:p>
            <a:pPr marL="0" indent="0" defTabSz="828476">
              <a:spcBef>
                <a:spcPts val="0"/>
              </a:spcBef>
              <a:spcAft>
                <a:spcPts val="300"/>
              </a:spcAft>
              <a:buClr>
                <a:srgbClr val="FFE600"/>
              </a:buClr>
              <a:buFont typeface="Arial" pitchFamily="34" charset="0"/>
              <a:buNone/>
              <a:tabLst>
                <a:tab pos="293732" algn="l"/>
              </a:tabLst>
              <a:defRPr/>
            </a:pPr>
            <a:r>
              <a:rPr lang="en-US" sz="1000" b="1" i="1">
                <a:solidFill>
                  <a:srgbClr val="646464"/>
                </a:solidFill>
                <a:latin typeface="EYInterstate Light" panose="02000506000000020004" pitchFamily="2" charset="0"/>
              </a:rPr>
              <a:t>Finance integration support on new chart of account and currency conversion   </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Assistance for all currency conversion and technical accounting related matters under US GAAP considering SEC requirements</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ERP architecture design. Complete Finance Conceptual Design and Integration including technical implementation. Design and Implementation of Organizational Structure and reporting requirements into SAP (Functional Area, Cost centers, Profit Centers, etc.)</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Chart of Account design, incl. account determination and P2P process design (indirect/direct)</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Design and Integration of end-to-end process values flows from SD, FI to MM into BI for commercial and R&amp;D entities</a:t>
            </a:r>
          </a:p>
          <a:p>
            <a:pPr marL="0" indent="0" defTabSz="828476">
              <a:spcBef>
                <a:spcPts val="0"/>
              </a:spcBef>
              <a:spcAft>
                <a:spcPts val="300"/>
              </a:spcAft>
              <a:buClr>
                <a:srgbClr val="FFE600"/>
              </a:buClr>
              <a:buFont typeface="Arial" pitchFamily="34" charset="0"/>
              <a:buNone/>
              <a:tabLst>
                <a:tab pos="293732" algn="l"/>
              </a:tabLst>
              <a:defRPr/>
            </a:pPr>
            <a:r>
              <a:rPr lang="en-US" sz="1000" b="1" i="1">
                <a:solidFill>
                  <a:srgbClr val="646464"/>
                </a:solidFill>
                <a:latin typeface="EYInterstate Light" panose="02000506000000020004" pitchFamily="2" charset="0"/>
              </a:rPr>
              <a:t>Overall project support on PMO, data conversion and migration </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Data migration support including object list, concept &amp; protocol, project plan and compliance documentation</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In charge of the overall project plan including resource planning for the finance integration</a:t>
            </a:r>
            <a:endParaRPr lang="en-US" sz="500" b="1" i="1">
              <a:solidFill>
                <a:srgbClr val="646464"/>
              </a:solidFill>
              <a:latin typeface="EYInterstate Light" panose="02000506000000020004" pitchFamily="2" charset="0"/>
            </a:endParaRPr>
          </a:p>
          <a:p>
            <a:pPr marL="0" indent="0" defTabSz="828476">
              <a:spcBef>
                <a:spcPts val="0"/>
              </a:spcBef>
              <a:spcAft>
                <a:spcPts val="300"/>
              </a:spcAft>
              <a:buClr>
                <a:srgbClr val="FFE600"/>
              </a:buClr>
              <a:buFont typeface="Arial" pitchFamily="34" charset="0"/>
              <a:buNone/>
              <a:tabLst>
                <a:tab pos="293732" algn="l"/>
              </a:tabLst>
              <a:defRPr/>
            </a:pPr>
            <a:r>
              <a:rPr lang="en-US" sz="1000" b="1" i="1">
                <a:solidFill>
                  <a:srgbClr val="646464"/>
                </a:solidFill>
                <a:latin typeface="EYInterstate Light" panose="02000506000000020004" pitchFamily="2" charset="0"/>
              </a:rPr>
              <a:t>Compliance support on project and migration matters</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Deployment of a robust governance structure to challenge any possible exceptions raised</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Developing a finance compliance plan and business logic concepts together with the client as well as designing a data migration concept</a:t>
            </a:r>
          </a:p>
          <a:p>
            <a:pPr marL="177800" indent="-177800" defTabSz="828476">
              <a:spcBef>
                <a:spcPts val="0"/>
              </a:spcBef>
              <a:spcAft>
                <a:spcPts val="300"/>
              </a:spcAft>
              <a:buClr>
                <a:srgbClr val="FFE600"/>
              </a:buClr>
              <a:tabLst>
                <a:tab pos="293732" algn="l"/>
              </a:tabLst>
              <a:defRPr/>
            </a:pPr>
            <a:endParaRPr lang="en-US" sz="1000">
              <a:solidFill>
                <a:srgbClr val="646464"/>
              </a:solidFill>
              <a:latin typeface="EYInterstate Light" panose="02000506000000020004" pitchFamily="2" charset="0"/>
            </a:endParaRPr>
          </a:p>
          <a:p>
            <a:pPr marL="0" indent="0" defTabSz="828476">
              <a:spcBef>
                <a:spcPts val="0"/>
              </a:spcBef>
              <a:spcAft>
                <a:spcPts val="300"/>
              </a:spcAft>
              <a:buClr>
                <a:srgbClr val="FFE600"/>
              </a:buClr>
              <a:buFont typeface="Arial" pitchFamily="34" charset="0"/>
              <a:buNone/>
              <a:tabLst>
                <a:tab pos="293732" algn="l"/>
              </a:tabLst>
              <a:defRPr/>
            </a:pPr>
            <a:endParaRPr lang="en-US" sz="1000">
              <a:solidFill>
                <a:srgbClr val="646464"/>
              </a:solidFill>
              <a:latin typeface="EYInterstate Light" panose="02000506000000020004" pitchFamily="2" charset="0"/>
            </a:endParaRPr>
          </a:p>
          <a:p>
            <a:pPr marL="0" indent="0" defTabSz="828476">
              <a:spcBef>
                <a:spcPts val="0"/>
              </a:spcBef>
              <a:spcAft>
                <a:spcPts val="300"/>
              </a:spcAft>
              <a:buClr>
                <a:srgbClr val="FFE600"/>
              </a:buClr>
              <a:buFont typeface="Arial" pitchFamily="34" charset="0"/>
              <a:buNone/>
              <a:tabLst>
                <a:tab pos="293732" algn="l"/>
              </a:tabLst>
              <a:defRPr/>
            </a:pPr>
            <a:endParaRPr lang="en-US" sz="1000">
              <a:solidFill>
                <a:srgbClr val="646464"/>
              </a:solidFill>
              <a:latin typeface="EYInterstate Light" panose="02000506000000020004" pitchFamily="2" charset="0"/>
            </a:endParaRPr>
          </a:p>
        </p:txBody>
      </p:sp>
      <p:sp>
        <p:nvSpPr>
          <p:cNvPr id="10" name="Text Placeholder 4">
            <a:extLst>
              <a:ext uri="{FF2B5EF4-FFF2-40B4-BE49-F238E27FC236}">
                <a16:creationId xmlns:a16="http://schemas.microsoft.com/office/drawing/2014/main" id="{24378238-3720-D633-BAA0-2BB93E56B472}"/>
              </a:ext>
            </a:extLst>
          </p:cNvPr>
          <p:cNvSpPr txBox="1">
            <a:spLocks/>
          </p:cNvSpPr>
          <p:nvPr/>
        </p:nvSpPr>
        <p:spPr>
          <a:xfrm>
            <a:off x="7936306" y="1690155"/>
            <a:ext cx="3600000" cy="1339607"/>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ea typeface="Times New Roman"/>
                <a:cs typeface="Times New Roman"/>
              </a:rPr>
              <a:t>Value for the client</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Successful finance integration of operations into the global life sciences company, incl. a harmonized financial reporting structure, close processes and internal controls (SOX)</a:t>
            </a: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On-time migration and deployment of SAP</a:t>
            </a:r>
          </a:p>
        </p:txBody>
      </p:sp>
      <p:sp>
        <p:nvSpPr>
          <p:cNvPr id="11" name="Text Placeholder 3">
            <a:extLst>
              <a:ext uri="{FF2B5EF4-FFF2-40B4-BE49-F238E27FC236}">
                <a16:creationId xmlns:a16="http://schemas.microsoft.com/office/drawing/2014/main" id="{700BB8A1-2DF3-570B-471F-98F25AACFCB2}"/>
              </a:ext>
            </a:extLst>
          </p:cNvPr>
          <p:cNvSpPr txBox="1">
            <a:spLocks/>
          </p:cNvSpPr>
          <p:nvPr/>
        </p:nvSpPr>
        <p:spPr>
          <a:xfrm>
            <a:off x="569854" y="4867478"/>
            <a:ext cx="3538085" cy="669512"/>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ea typeface="Times New Roman"/>
                <a:cs typeface="Times New Roman"/>
              </a:rPr>
              <a:t>The challenge</a:t>
            </a:r>
            <a:endParaRPr lang="en-US" sz="1000">
              <a:solidFill>
                <a:srgbClr val="646464"/>
              </a:solidFill>
              <a:latin typeface="EYInterstate Light" panose="02000506000000020004" pitchFamily="2" charset="0"/>
            </a:endParaRP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The project lasted close to two years with the main challenges around the fact that the acquired group had a completely different financial reporting structure and setup, both from an accounting and tax perspective</a:t>
            </a:r>
          </a:p>
        </p:txBody>
      </p:sp>
      <p:sp>
        <p:nvSpPr>
          <p:cNvPr id="12" name="TextBox 11">
            <a:extLst>
              <a:ext uri="{FF2B5EF4-FFF2-40B4-BE49-F238E27FC236}">
                <a16:creationId xmlns:a16="http://schemas.microsoft.com/office/drawing/2014/main" id="{55BF1AF7-7BE3-51F2-8809-ADB763342A9E}"/>
              </a:ext>
            </a:extLst>
          </p:cNvPr>
          <p:cNvSpPr txBox="1">
            <a:spLocks/>
          </p:cNvSpPr>
          <p:nvPr/>
        </p:nvSpPr>
        <p:spPr>
          <a:xfrm>
            <a:off x="415936" y="2284884"/>
            <a:ext cx="2016000" cy="576000"/>
          </a:xfrm>
          <a:prstGeom prst="rect">
            <a:avLst/>
          </a:prstGeom>
          <a:noFill/>
        </p:spPr>
        <p:txBody>
          <a:bodyPr wrap="square" lIns="0" tIns="0" rIns="0" bIns="0" rtlCol="0" anchor="t">
            <a:noAutofit/>
          </a:bodyPr>
          <a:lstStyle/>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r>
              <a:rPr kumimoji="0" lang="en-US" sz="1200" b="1" i="0" u="none" strike="noStrike" kern="0" cap="none" spc="0" normalizeH="0" baseline="0" noProof="0">
                <a:ln>
                  <a:noFill/>
                </a:ln>
                <a:solidFill>
                  <a:srgbClr val="646464"/>
                </a:solidFill>
                <a:effectLst/>
                <a:uLnTx/>
                <a:uFillTx/>
              </a:rPr>
              <a:t>Frederik Schmachtenberg</a:t>
            </a:r>
          </a:p>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r>
              <a:rPr kumimoji="0" lang="en-US" sz="1000" b="0" i="0" u="none" strike="noStrike" kern="0" cap="none" spc="0" normalizeH="0" baseline="0" noProof="0">
                <a:ln>
                  <a:noFill/>
                </a:ln>
                <a:solidFill>
                  <a:srgbClr val="646464"/>
                </a:solidFill>
                <a:effectLst/>
                <a:uLnTx/>
                <a:uFillTx/>
              </a:rPr>
              <a:t>Partner</a:t>
            </a:r>
            <a:br>
              <a:rPr kumimoji="0" lang="en-US" sz="1000" b="0" i="0" u="none" strike="noStrike" kern="0" cap="none" spc="0" normalizeH="0" baseline="0" noProof="0">
                <a:ln>
                  <a:noFill/>
                </a:ln>
                <a:solidFill>
                  <a:srgbClr val="646464"/>
                </a:solidFill>
                <a:effectLst/>
                <a:uLnTx/>
                <a:uFillTx/>
              </a:rPr>
            </a:br>
            <a:r>
              <a:rPr kumimoji="0" lang="en-US" sz="1000" b="0" i="0" u="none" strike="noStrike" kern="0" cap="none" spc="0" normalizeH="0" baseline="0" noProof="0">
                <a:ln>
                  <a:noFill/>
                </a:ln>
                <a:solidFill>
                  <a:srgbClr val="646464"/>
                </a:solidFill>
                <a:effectLst/>
                <a:uLnTx/>
                <a:uFillTx/>
              </a:rPr>
              <a:t>Engagement Partner</a:t>
            </a:r>
          </a:p>
        </p:txBody>
      </p:sp>
      <p:pic>
        <p:nvPicPr>
          <p:cNvPr id="13" name="Picture 12">
            <a:extLst>
              <a:ext uri="{FF2B5EF4-FFF2-40B4-BE49-F238E27FC236}">
                <a16:creationId xmlns:a16="http://schemas.microsoft.com/office/drawing/2014/main" id="{622759BA-C2F4-8BCA-F8A8-F047260845B7}"/>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12540" b="12540"/>
          <a:stretch/>
        </p:blipFill>
        <p:spPr>
          <a:xfrm>
            <a:off x="1027936" y="1406035"/>
            <a:ext cx="792000" cy="792000"/>
          </a:xfrm>
          <a:prstGeom prst="ellipse">
            <a:avLst/>
          </a:prstGeom>
        </p:spPr>
      </p:pic>
      <p:sp>
        <p:nvSpPr>
          <p:cNvPr id="14" name="TextBox 13">
            <a:extLst>
              <a:ext uri="{FF2B5EF4-FFF2-40B4-BE49-F238E27FC236}">
                <a16:creationId xmlns:a16="http://schemas.microsoft.com/office/drawing/2014/main" id="{10404589-917C-39F8-E302-2DDDBDF7B8B3}"/>
              </a:ext>
            </a:extLst>
          </p:cNvPr>
          <p:cNvSpPr txBox="1">
            <a:spLocks/>
          </p:cNvSpPr>
          <p:nvPr/>
        </p:nvSpPr>
        <p:spPr>
          <a:xfrm>
            <a:off x="609601" y="2965507"/>
            <a:ext cx="3276389" cy="756000"/>
          </a:xfrm>
          <a:prstGeom prst="rect">
            <a:avLst/>
          </a:prstGeom>
          <a:noFill/>
        </p:spPr>
        <p:txBody>
          <a:bodyPr wrap="square" lIns="0" tIns="0" rIns="0" bIns="0" rtlCol="0">
            <a:noAutofit/>
          </a:bodyPr>
          <a:lstStyle/>
          <a:p>
            <a:pPr marL="0" marR="0" lvl="0" indent="0" defTabSz="828476" eaLnBrk="1" fontAlgn="base" latinLnBrk="0" hangingPunct="1">
              <a:lnSpc>
                <a:spcPct val="100000"/>
              </a:lnSpc>
              <a:spcBef>
                <a:spcPts val="0"/>
              </a:spcBef>
              <a:spcAft>
                <a:spcPts val="300"/>
              </a:spcAft>
              <a:buClr>
                <a:srgbClr val="FFE600"/>
              </a:buClr>
              <a:buSzPct val="70000"/>
              <a:buFontTx/>
              <a:buNone/>
              <a:tabLst>
                <a:tab pos="293732" algn="l"/>
              </a:tabLst>
              <a:defRPr/>
            </a:pPr>
            <a:r>
              <a:rPr kumimoji="0" lang="en-US" sz="1000" b="0" i="1" u="none" strike="noStrike" kern="0" cap="none" spc="0" normalizeH="0" baseline="0" noProof="0">
                <a:ln>
                  <a:noFill/>
                </a:ln>
                <a:solidFill>
                  <a:srgbClr val="646464"/>
                </a:solidFill>
                <a:effectLst/>
                <a:uLnTx/>
                <a:uFillTx/>
              </a:rPr>
              <a:t>“Each project on top of ongoing merger and integration initiatives adds more complexity. With this credential we have demonstrated that EY successfully manages Finance transformation and integration projects at the same time.” Frederik Schmachtenberg</a:t>
            </a:r>
          </a:p>
        </p:txBody>
      </p:sp>
      <p:sp>
        <p:nvSpPr>
          <p:cNvPr id="15" name="Text Placeholder 3">
            <a:extLst>
              <a:ext uri="{FF2B5EF4-FFF2-40B4-BE49-F238E27FC236}">
                <a16:creationId xmlns:a16="http://schemas.microsoft.com/office/drawing/2014/main" id="{C9D73222-BBCF-1DBD-5A3E-38BCAE8BCACA}"/>
              </a:ext>
            </a:extLst>
          </p:cNvPr>
          <p:cNvSpPr txBox="1">
            <a:spLocks/>
          </p:cNvSpPr>
          <p:nvPr/>
        </p:nvSpPr>
        <p:spPr>
          <a:xfrm>
            <a:off x="590550" y="3849591"/>
            <a:ext cx="3538085" cy="828391"/>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EY interstate ligh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EY interstate ligh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EY interstate ligh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EY interstate ligh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544"/>
              </a:spcAft>
              <a:buClrTx/>
              <a:buSzTx/>
              <a:buFont typeface="Arial" pitchFamily="34" charset="0"/>
              <a:buNone/>
            </a:pPr>
            <a:r>
              <a:rPr lang="en-US" sz="1200" b="1" kern="1600" spc="-27" noProof="1">
                <a:solidFill>
                  <a:srgbClr val="646464"/>
                </a:solidFill>
                <a:latin typeface="EYInterstate Light" panose="02000506000000020004" pitchFamily="2" charset="0"/>
                <a:cs typeface="Times New Roman"/>
              </a:rPr>
              <a:t>Objective</a:t>
            </a:r>
            <a:endParaRPr lang="en-US" sz="1000">
              <a:solidFill>
                <a:srgbClr val="646464"/>
              </a:solidFill>
              <a:latin typeface="EYInterstate Light" panose="02000506000000020004" pitchFamily="2" charset="0"/>
            </a:endParaRPr>
          </a:p>
          <a:p>
            <a:pPr marL="177800" indent="-177800" defTabSz="828476">
              <a:spcBef>
                <a:spcPts val="0"/>
              </a:spcBef>
              <a:spcAft>
                <a:spcPts val="300"/>
              </a:spcAft>
              <a:buClr>
                <a:srgbClr val="FFE600"/>
              </a:buClr>
              <a:tabLst>
                <a:tab pos="293732" algn="l"/>
              </a:tabLst>
              <a:defRPr/>
            </a:pPr>
            <a:r>
              <a:rPr lang="en-US" sz="1000">
                <a:solidFill>
                  <a:srgbClr val="646464"/>
                </a:solidFill>
                <a:latin typeface="EYInterstate Light" panose="02000506000000020004" pitchFamily="2" charset="0"/>
              </a:rPr>
              <a:t>Integration of the USD 30 billion acquisition into a global life sciences company, both from a financial reporting and internal control (SOX) perspective</a:t>
            </a:r>
          </a:p>
        </p:txBody>
      </p:sp>
      <p:grpSp>
        <p:nvGrpSpPr>
          <p:cNvPr id="16" name="Group 15">
            <a:extLst>
              <a:ext uri="{FF2B5EF4-FFF2-40B4-BE49-F238E27FC236}">
                <a16:creationId xmlns:a16="http://schemas.microsoft.com/office/drawing/2014/main" id="{1B0E4B67-76CD-824B-D5E6-6E0B7D6CC1CB}"/>
              </a:ext>
            </a:extLst>
          </p:cNvPr>
          <p:cNvGrpSpPr>
            <a:grpSpLocks/>
          </p:cNvGrpSpPr>
          <p:nvPr/>
        </p:nvGrpSpPr>
        <p:grpSpPr>
          <a:xfrm>
            <a:off x="8043808" y="4832794"/>
            <a:ext cx="1015573" cy="1015572"/>
            <a:chOff x="9699191" y="5360801"/>
            <a:chExt cx="937986" cy="937985"/>
          </a:xfrm>
        </p:grpSpPr>
        <p:sp>
          <p:nvSpPr>
            <p:cNvPr id="17" name="Oval 1">
              <a:extLst>
                <a:ext uri="{FF2B5EF4-FFF2-40B4-BE49-F238E27FC236}">
                  <a16:creationId xmlns:a16="http://schemas.microsoft.com/office/drawing/2014/main" id="{746C437D-C17F-6096-6565-561FBB5816BE}"/>
                </a:ext>
              </a:extLst>
            </p:cNvPr>
            <p:cNvSpPr>
              <a:spLocks/>
            </p:cNvSpPr>
            <p:nvPr/>
          </p:nvSpPr>
          <p:spPr bwMode="gray">
            <a:xfrm rot="10800000">
              <a:off x="9699191" y="5360801"/>
              <a:ext cx="937986" cy="937985"/>
            </a:xfrm>
            <a:prstGeom prst="ellipse">
              <a:avLst/>
            </a:prstGeom>
            <a:solidFill>
              <a:srgbClr val="FFE600">
                <a:lumMod val="20000"/>
                <a:lumOff val="80000"/>
                <a:alpha val="3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18" name="Oval 1">
              <a:extLst>
                <a:ext uri="{FF2B5EF4-FFF2-40B4-BE49-F238E27FC236}">
                  <a16:creationId xmlns:a16="http://schemas.microsoft.com/office/drawing/2014/main" id="{67F299C5-3983-4F96-226B-AC1DCA2C4ABF}"/>
                </a:ext>
              </a:extLst>
            </p:cNvPr>
            <p:cNvSpPr>
              <a:spLocks/>
            </p:cNvSpPr>
            <p:nvPr/>
          </p:nvSpPr>
          <p:spPr bwMode="gray">
            <a:xfrm rot="10800000">
              <a:off x="9758287" y="5438407"/>
              <a:ext cx="826479" cy="826479"/>
            </a:xfrm>
            <a:prstGeom prst="ellipse">
              <a:avLst/>
            </a:prstGeom>
            <a:solidFill>
              <a:srgbClr val="FFE600">
                <a:lumMod val="40000"/>
                <a:lumOff val="60000"/>
                <a:alpha val="48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19" name="Oval 1">
              <a:extLst>
                <a:ext uri="{FF2B5EF4-FFF2-40B4-BE49-F238E27FC236}">
                  <a16:creationId xmlns:a16="http://schemas.microsoft.com/office/drawing/2014/main" id="{8F3B2B27-B67D-643E-6F5B-10D2D4B158B3}"/>
                </a:ext>
              </a:extLst>
            </p:cNvPr>
            <p:cNvSpPr>
              <a:spLocks noChangeAspect="1"/>
            </p:cNvSpPr>
            <p:nvPr/>
          </p:nvSpPr>
          <p:spPr bwMode="gray">
            <a:xfrm rot="10800000">
              <a:off x="9807010" y="5487130"/>
              <a:ext cx="729034" cy="729033"/>
            </a:xfrm>
            <a:prstGeom prst="ellipse">
              <a:avLst/>
            </a:prstGeom>
            <a:solidFill>
              <a:srgbClr val="FFE600">
                <a:lumMod val="60000"/>
                <a:lumOff val="400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20" name="Oval 1">
              <a:extLst>
                <a:ext uri="{FF2B5EF4-FFF2-40B4-BE49-F238E27FC236}">
                  <a16:creationId xmlns:a16="http://schemas.microsoft.com/office/drawing/2014/main" id="{F5606B11-1FFE-9096-227C-933E8BE8FC72}"/>
                </a:ext>
              </a:extLst>
            </p:cNvPr>
            <p:cNvSpPr>
              <a:spLocks/>
            </p:cNvSpPr>
            <p:nvPr/>
          </p:nvSpPr>
          <p:spPr bwMode="gray">
            <a:xfrm rot="10800000">
              <a:off x="9853880" y="5533999"/>
              <a:ext cx="635295" cy="635296"/>
            </a:xfrm>
            <a:prstGeom prst="ellipse">
              <a:avLst/>
            </a:prstGeom>
            <a:solidFill>
              <a:srgbClr val="FFE6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21" name="Freeform 59">
              <a:extLst>
                <a:ext uri="{FF2B5EF4-FFF2-40B4-BE49-F238E27FC236}">
                  <a16:creationId xmlns:a16="http://schemas.microsoft.com/office/drawing/2014/main" id="{BFA34CCA-2360-A251-0589-56E0EB03EFDC}"/>
                </a:ext>
              </a:extLst>
            </p:cNvPr>
            <p:cNvSpPr>
              <a:spLocks noChangeAspect="1" noEditPoints="1"/>
            </p:cNvSpPr>
            <p:nvPr/>
          </p:nvSpPr>
          <p:spPr bwMode="auto">
            <a:xfrm>
              <a:off x="9941950" y="5669422"/>
              <a:ext cx="468258" cy="387917"/>
            </a:xfrm>
            <a:custGeom>
              <a:avLst/>
              <a:gdLst>
                <a:gd name="T0" fmla="*/ 2147483647 w 6108"/>
                <a:gd name="T1" fmla="*/ 2147483647 h 4763"/>
                <a:gd name="T2" fmla="*/ 2147483647 w 6108"/>
                <a:gd name="T3" fmla="*/ 2147483647 h 4763"/>
                <a:gd name="T4" fmla="*/ 2147483647 w 6108"/>
                <a:gd name="T5" fmla="*/ 2147483647 h 4763"/>
                <a:gd name="T6" fmla="*/ 2147483647 w 6108"/>
                <a:gd name="T7" fmla="*/ 2147483647 h 4763"/>
                <a:gd name="T8" fmla="*/ 2147483647 w 6108"/>
                <a:gd name="T9" fmla="*/ 2147483647 h 4763"/>
                <a:gd name="T10" fmla="*/ 2147483647 w 6108"/>
                <a:gd name="T11" fmla="*/ 2147483647 h 4763"/>
                <a:gd name="T12" fmla="*/ 2147483647 w 6108"/>
                <a:gd name="T13" fmla="*/ 2147483647 h 4763"/>
                <a:gd name="T14" fmla="*/ 2147483647 w 6108"/>
                <a:gd name="T15" fmla="*/ 2147483647 h 4763"/>
                <a:gd name="T16" fmla="*/ 2147483647 w 6108"/>
                <a:gd name="T17" fmla="*/ 2147483647 h 4763"/>
                <a:gd name="T18" fmla="*/ 2147483647 w 6108"/>
                <a:gd name="T19" fmla="*/ 2147483647 h 4763"/>
                <a:gd name="T20" fmla="*/ 2147483647 w 6108"/>
                <a:gd name="T21" fmla="*/ 2147483647 h 4763"/>
                <a:gd name="T22" fmla="*/ 2147483647 w 6108"/>
                <a:gd name="T23" fmla="*/ 2147483647 h 4763"/>
                <a:gd name="T24" fmla="*/ 2147483647 w 6108"/>
                <a:gd name="T25" fmla="*/ 2147483647 h 4763"/>
                <a:gd name="T26" fmla="*/ 2147483647 w 6108"/>
                <a:gd name="T27" fmla="*/ 2147483647 h 4763"/>
                <a:gd name="T28" fmla="*/ 2147483647 w 6108"/>
                <a:gd name="T29" fmla="*/ 2147483647 h 4763"/>
                <a:gd name="T30" fmla="*/ 2147483647 w 6108"/>
                <a:gd name="T31" fmla="*/ 2147483647 h 4763"/>
                <a:gd name="T32" fmla="*/ 2147483647 w 6108"/>
                <a:gd name="T33" fmla="*/ 2147483647 h 4763"/>
                <a:gd name="T34" fmla="*/ 2147483647 w 6108"/>
                <a:gd name="T35" fmla="*/ 2147483647 h 4763"/>
                <a:gd name="T36" fmla="*/ 2147483647 w 6108"/>
                <a:gd name="T37" fmla="*/ 2147483647 h 4763"/>
                <a:gd name="T38" fmla="*/ 2147483647 w 6108"/>
                <a:gd name="T39" fmla="*/ 2147483647 h 4763"/>
                <a:gd name="T40" fmla="*/ 2147483647 w 6108"/>
                <a:gd name="T41" fmla="*/ 2147483647 h 4763"/>
                <a:gd name="T42" fmla="*/ 2147483647 w 6108"/>
                <a:gd name="T43" fmla="*/ 2147483647 h 4763"/>
                <a:gd name="T44" fmla="*/ 2147483647 w 6108"/>
                <a:gd name="T45" fmla="*/ 2147483647 h 4763"/>
                <a:gd name="T46" fmla="*/ 2147483647 w 6108"/>
                <a:gd name="T47" fmla="*/ 2147483647 h 4763"/>
                <a:gd name="T48" fmla="*/ 2147483647 w 6108"/>
                <a:gd name="T49" fmla="*/ 2147483647 h 4763"/>
                <a:gd name="T50" fmla="*/ 2147483647 w 6108"/>
                <a:gd name="T51" fmla="*/ 2147483647 h 4763"/>
                <a:gd name="T52" fmla="*/ 2147483647 w 6108"/>
                <a:gd name="T53" fmla="*/ 2147483647 h 4763"/>
                <a:gd name="T54" fmla="*/ 2147483647 w 6108"/>
                <a:gd name="T55" fmla="*/ 2147483647 h 4763"/>
                <a:gd name="T56" fmla="*/ 2147483647 w 6108"/>
                <a:gd name="T57" fmla="*/ 2147483647 h 4763"/>
                <a:gd name="T58" fmla="*/ 2147483647 w 6108"/>
                <a:gd name="T59" fmla="*/ 2147483647 h 4763"/>
                <a:gd name="T60" fmla="*/ 2147483647 w 6108"/>
                <a:gd name="T61" fmla="*/ 2147483647 h 4763"/>
                <a:gd name="T62" fmla="*/ 2147483647 w 6108"/>
                <a:gd name="T63" fmla="*/ 2147483647 h 4763"/>
                <a:gd name="T64" fmla="*/ 2147483647 w 6108"/>
                <a:gd name="T65" fmla="*/ 2147483647 h 4763"/>
                <a:gd name="T66" fmla="*/ 2147483647 w 6108"/>
                <a:gd name="T67" fmla="*/ 2147483647 h 4763"/>
                <a:gd name="T68" fmla="*/ 2147483647 w 6108"/>
                <a:gd name="T69" fmla="*/ 2147483647 h 4763"/>
                <a:gd name="T70" fmla="*/ 2147483647 w 6108"/>
                <a:gd name="T71" fmla="*/ 2147483647 h 4763"/>
                <a:gd name="T72" fmla="*/ 2147483647 w 6108"/>
                <a:gd name="T73" fmla="*/ 2147483647 h 4763"/>
                <a:gd name="T74" fmla="*/ 2147483647 w 6108"/>
                <a:gd name="T75" fmla="*/ 2147483647 h 4763"/>
                <a:gd name="T76" fmla="*/ 2147483647 w 6108"/>
                <a:gd name="T77" fmla="*/ 2147483647 h 4763"/>
                <a:gd name="T78" fmla="*/ 2147483647 w 6108"/>
                <a:gd name="T79" fmla="*/ 2147483647 h 4763"/>
                <a:gd name="T80" fmla="*/ 2147483647 w 6108"/>
                <a:gd name="T81" fmla="*/ 2147483647 h 4763"/>
                <a:gd name="T82" fmla="*/ 2147483647 w 6108"/>
                <a:gd name="T83" fmla="*/ 2147483647 h 4763"/>
                <a:gd name="T84" fmla="*/ 2147483647 w 6108"/>
                <a:gd name="T85" fmla="*/ 2147483647 h 4763"/>
                <a:gd name="T86" fmla="*/ 2147483647 w 6108"/>
                <a:gd name="T87" fmla="*/ 2147483647 h 4763"/>
                <a:gd name="T88" fmla="*/ 2147483647 w 6108"/>
                <a:gd name="T89" fmla="*/ 2147483647 h 4763"/>
                <a:gd name="T90" fmla="*/ 2147483647 w 6108"/>
                <a:gd name="T91" fmla="*/ 2147483647 h 4763"/>
                <a:gd name="T92" fmla="*/ 2147483647 w 6108"/>
                <a:gd name="T93" fmla="*/ 2147483647 h 4763"/>
                <a:gd name="T94" fmla="*/ 2147483647 w 6108"/>
                <a:gd name="T95" fmla="*/ 2147483647 h 4763"/>
                <a:gd name="T96" fmla="*/ 0 w 6108"/>
                <a:gd name="T97" fmla="*/ 2147483647 h 4763"/>
                <a:gd name="T98" fmla="*/ 2147483647 w 6108"/>
                <a:gd name="T99" fmla="*/ 2147483647 h 4763"/>
                <a:gd name="T100" fmla="*/ 2147483647 w 6108"/>
                <a:gd name="T101" fmla="*/ 2147483647 h 4763"/>
                <a:gd name="T102" fmla="*/ 2147483647 w 6108"/>
                <a:gd name="T103" fmla="*/ 2147483647 h 4763"/>
                <a:gd name="T104" fmla="*/ 2147483647 w 6108"/>
                <a:gd name="T105" fmla="*/ 2147483647 h 4763"/>
                <a:gd name="T106" fmla="*/ 2147483647 w 6108"/>
                <a:gd name="T107" fmla="*/ 2147483647 h 4763"/>
                <a:gd name="T108" fmla="*/ 2147483647 w 6108"/>
                <a:gd name="T109" fmla="*/ 2147483647 h 4763"/>
                <a:gd name="T110" fmla="*/ 2147483647 w 6108"/>
                <a:gd name="T111" fmla="*/ 2147483647 h 4763"/>
                <a:gd name="T112" fmla="*/ 2147483647 w 6108"/>
                <a:gd name="T113" fmla="*/ 2147483647 h 4763"/>
                <a:gd name="T114" fmla="*/ 2147483647 w 6108"/>
                <a:gd name="T115" fmla="*/ 2147483647 h 4763"/>
                <a:gd name="T116" fmla="*/ 2147483647 w 6108"/>
                <a:gd name="T117" fmla="*/ 2147483647 h 4763"/>
                <a:gd name="T118" fmla="*/ 2147483647 w 6108"/>
                <a:gd name="T119" fmla="*/ 2147483647 h 4763"/>
                <a:gd name="T120" fmla="*/ 2147483647 w 6108"/>
                <a:gd name="T121" fmla="*/ 2147483647 h 4763"/>
                <a:gd name="T122" fmla="*/ 2147483647 w 6108"/>
                <a:gd name="T123" fmla="*/ 2147483647 h 4763"/>
                <a:gd name="T124" fmla="*/ 2147483647 w 6108"/>
                <a:gd name="T125" fmla="*/ 2147483647 h 47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108"/>
                <a:gd name="T190" fmla="*/ 0 h 4763"/>
                <a:gd name="T191" fmla="*/ 6108 w 6108"/>
                <a:gd name="T192" fmla="*/ 4763 h 47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108" h="4763">
                  <a:moveTo>
                    <a:pt x="5345" y="3296"/>
                  </a:moveTo>
                  <a:lnTo>
                    <a:pt x="5345" y="3296"/>
                  </a:lnTo>
                  <a:lnTo>
                    <a:pt x="5298" y="3312"/>
                  </a:lnTo>
                  <a:lnTo>
                    <a:pt x="5246" y="3326"/>
                  </a:lnTo>
                  <a:lnTo>
                    <a:pt x="5195" y="3340"/>
                  </a:lnTo>
                  <a:lnTo>
                    <a:pt x="5140" y="3352"/>
                  </a:lnTo>
                  <a:lnTo>
                    <a:pt x="5083" y="3363"/>
                  </a:lnTo>
                  <a:lnTo>
                    <a:pt x="5026" y="3372"/>
                  </a:lnTo>
                  <a:lnTo>
                    <a:pt x="4966" y="3381"/>
                  </a:lnTo>
                  <a:lnTo>
                    <a:pt x="4905" y="3388"/>
                  </a:lnTo>
                  <a:lnTo>
                    <a:pt x="4844" y="3393"/>
                  </a:lnTo>
                  <a:lnTo>
                    <a:pt x="4782" y="3399"/>
                  </a:lnTo>
                  <a:lnTo>
                    <a:pt x="4720" y="3402"/>
                  </a:lnTo>
                  <a:lnTo>
                    <a:pt x="4657" y="3404"/>
                  </a:lnTo>
                  <a:lnTo>
                    <a:pt x="4595" y="3405"/>
                  </a:lnTo>
                  <a:lnTo>
                    <a:pt x="4531" y="3405"/>
                  </a:lnTo>
                  <a:lnTo>
                    <a:pt x="4468" y="3404"/>
                  </a:lnTo>
                  <a:lnTo>
                    <a:pt x="4404" y="3401"/>
                  </a:lnTo>
                  <a:lnTo>
                    <a:pt x="4344" y="3398"/>
                  </a:lnTo>
                  <a:lnTo>
                    <a:pt x="4281" y="3393"/>
                  </a:lnTo>
                  <a:lnTo>
                    <a:pt x="4220" y="3387"/>
                  </a:lnTo>
                  <a:lnTo>
                    <a:pt x="4161" y="3379"/>
                  </a:lnTo>
                  <a:lnTo>
                    <a:pt x="4103" y="3372"/>
                  </a:lnTo>
                  <a:lnTo>
                    <a:pt x="4047" y="3363"/>
                  </a:lnTo>
                  <a:lnTo>
                    <a:pt x="3990" y="3352"/>
                  </a:lnTo>
                  <a:lnTo>
                    <a:pt x="3937" y="3341"/>
                  </a:lnTo>
                  <a:lnTo>
                    <a:pt x="3885" y="3328"/>
                  </a:lnTo>
                  <a:lnTo>
                    <a:pt x="3837" y="3314"/>
                  </a:lnTo>
                  <a:lnTo>
                    <a:pt x="3789" y="3300"/>
                  </a:lnTo>
                  <a:lnTo>
                    <a:pt x="3745" y="3283"/>
                  </a:lnTo>
                  <a:lnTo>
                    <a:pt x="3704" y="3267"/>
                  </a:lnTo>
                  <a:lnTo>
                    <a:pt x="3664" y="3250"/>
                  </a:lnTo>
                  <a:lnTo>
                    <a:pt x="3629" y="3230"/>
                  </a:lnTo>
                  <a:lnTo>
                    <a:pt x="3598" y="3210"/>
                  </a:lnTo>
                  <a:lnTo>
                    <a:pt x="3179" y="3396"/>
                  </a:lnTo>
                  <a:lnTo>
                    <a:pt x="3145" y="3387"/>
                  </a:lnTo>
                  <a:lnTo>
                    <a:pt x="3112" y="3376"/>
                  </a:lnTo>
                  <a:lnTo>
                    <a:pt x="3078" y="3364"/>
                  </a:lnTo>
                  <a:lnTo>
                    <a:pt x="3045" y="3350"/>
                  </a:lnTo>
                  <a:lnTo>
                    <a:pt x="3013" y="3337"/>
                  </a:lnTo>
                  <a:lnTo>
                    <a:pt x="2982" y="3320"/>
                  </a:lnTo>
                  <a:lnTo>
                    <a:pt x="2952" y="3305"/>
                  </a:lnTo>
                  <a:lnTo>
                    <a:pt x="2926" y="3288"/>
                  </a:lnTo>
                  <a:lnTo>
                    <a:pt x="2902" y="3271"/>
                  </a:lnTo>
                  <a:lnTo>
                    <a:pt x="2880" y="3253"/>
                  </a:lnTo>
                  <a:lnTo>
                    <a:pt x="2862" y="3236"/>
                  </a:lnTo>
                  <a:lnTo>
                    <a:pt x="2848" y="3218"/>
                  </a:lnTo>
                  <a:lnTo>
                    <a:pt x="2842" y="3209"/>
                  </a:lnTo>
                  <a:lnTo>
                    <a:pt x="2838" y="3201"/>
                  </a:lnTo>
                  <a:lnTo>
                    <a:pt x="2835" y="3192"/>
                  </a:lnTo>
                  <a:lnTo>
                    <a:pt x="2833" y="3183"/>
                  </a:lnTo>
                  <a:lnTo>
                    <a:pt x="2832" y="3175"/>
                  </a:lnTo>
                  <a:lnTo>
                    <a:pt x="2832" y="3168"/>
                  </a:lnTo>
                  <a:lnTo>
                    <a:pt x="2835" y="3159"/>
                  </a:lnTo>
                  <a:lnTo>
                    <a:pt x="2838" y="3151"/>
                  </a:lnTo>
                  <a:lnTo>
                    <a:pt x="2844" y="3139"/>
                  </a:lnTo>
                  <a:lnTo>
                    <a:pt x="2852" y="3127"/>
                  </a:lnTo>
                  <a:lnTo>
                    <a:pt x="2862" y="3116"/>
                  </a:lnTo>
                  <a:lnTo>
                    <a:pt x="2873" y="3104"/>
                  </a:lnTo>
                  <a:lnTo>
                    <a:pt x="2897" y="3081"/>
                  </a:lnTo>
                  <a:lnTo>
                    <a:pt x="2928" y="3058"/>
                  </a:lnTo>
                  <a:lnTo>
                    <a:pt x="2961" y="3035"/>
                  </a:lnTo>
                  <a:lnTo>
                    <a:pt x="2999" y="3014"/>
                  </a:lnTo>
                  <a:lnTo>
                    <a:pt x="3040" y="2994"/>
                  </a:lnTo>
                  <a:lnTo>
                    <a:pt x="3083" y="2974"/>
                  </a:lnTo>
                  <a:lnTo>
                    <a:pt x="3129" y="2955"/>
                  </a:lnTo>
                  <a:lnTo>
                    <a:pt x="3177" y="2938"/>
                  </a:lnTo>
                  <a:lnTo>
                    <a:pt x="3226" y="2921"/>
                  </a:lnTo>
                  <a:lnTo>
                    <a:pt x="3276" y="2906"/>
                  </a:lnTo>
                  <a:lnTo>
                    <a:pt x="3328" y="2892"/>
                  </a:lnTo>
                  <a:lnTo>
                    <a:pt x="3378" y="2880"/>
                  </a:lnTo>
                  <a:lnTo>
                    <a:pt x="3429" y="2871"/>
                  </a:lnTo>
                  <a:lnTo>
                    <a:pt x="3479" y="2862"/>
                  </a:lnTo>
                  <a:lnTo>
                    <a:pt x="3479" y="2799"/>
                  </a:lnTo>
                  <a:lnTo>
                    <a:pt x="3392" y="2816"/>
                  </a:lnTo>
                  <a:lnTo>
                    <a:pt x="3308" y="2836"/>
                  </a:lnTo>
                  <a:lnTo>
                    <a:pt x="3267" y="2848"/>
                  </a:lnTo>
                  <a:lnTo>
                    <a:pt x="3228" y="2859"/>
                  </a:lnTo>
                  <a:lnTo>
                    <a:pt x="3189" y="2872"/>
                  </a:lnTo>
                  <a:lnTo>
                    <a:pt x="3151" y="2885"/>
                  </a:lnTo>
                  <a:lnTo>
                    <a:pt x="3115" y="2900"/>
                  </a:lnTo>
                  <a:lnTo>
                    <a:pt x="3078" y="2914"/>
                  </a:lnTo>
                  <a:lnTo>
                    <a:pt x="3045" y="2929"/>
                  </a:lnTo>
                  <a:lnTo>
                    <a:pt x="3011" y="2945"/>
                  </a:lnTo>
                  <a:lnTo>
                    <a:pt x="2979" y="2962"/>
                  </a:lnTo>
                  <a:lnTo>
                    <a:pt x="2949" y="2980"/>
                  </a:lnTo>
                  <a:lnTo>
                    <a:pt x="2920" y="2999"/>
                  </a:lnTo>
                  <a:lnTo>
                    <a:pt x="2894" y="3019"/>
                  </a:lnTo>
                  <a:lnTo>
                    <a:pt x="2870" y="3038"/>
                  </a:lnTo>
                  <a:lnTo>
                    <a:pt x="2850" y="3057"/>
                  </a:lnTo>
                  <a:lnTo>
                    <a:pt x="2832" y="3075"/>
                  </a:lnTo>
                  <a:lnTo>
                    <a:pt x="2817" y="3093"/>
                  </a:lnTo>
                  <a:lnTo>
                    <a:pt x="2803" y="3111"/>
                  </a:lnTo>
                  <a:lnTo>
                    <a:pt x="2792" y="3130"/>
                  </a:lnTo>
                  <a:lnTo>
                    <a:pt x="2785" y="3146"/>
                  </a:lnTo>
                  <a:lnTo>
                    <a:pt x="2778" y="3165"/>
                  </a:lnTo>
                  <a:lnTo>
                    <a:pt x="2775" y="3181"/>
                  </a:lnTo>
                  <a:lnTo>
                    <a:pt x="2774" y="3198"/>
                  </a:lnTo>
                  <a:lnTo>
                    <a:pt x="2775" y="3215"/>
                  </a:lnTo>
                  <a:lnTo>
                    <a:pt x="2777" y="3230"/>
                  </a:lnTo>
                  <a:lnTo>
                    <a:pt x="2783" y="3245"/>
                  </a:lnTo>
                  <a:lnTo>
                    <a:pt x="2789" y="3259"/>
                  </a:lnTo>
                  <a:lnTo>
                    <a:pt x="2798" y="3273"/>
                  </a:lnTo>
                  <a:lnTo>
                    <a:pt x="2807" y="3286"/>
                  </a:lnTo>
                  <a:lnTo>
                    <a:pt x="2824" y="3303"/>
                  </a:lnTo>
                  <a:lnTo>
                    <a:pt x="2844" y="3320"/>
                  </a:lnTo>
                  <a:lnTo>
                    <a:pt x="2868" y="3337"/>
                  </a:lnTo>
                  <a:lnTo>
                    <a:pt x="2897" y="3355"/>
                  </a:lnTo>
                  <a:lnTo>
                    <a:pt x="2929" y="3373"/>
                  </a:lnTo>
                  <a:lnTo>
                    <a:pt x="2964" y="3390"/>
                  </a:lnTo>
                  <a:lnTo>
                    <a:pt x="3002" y="3408"/>
                  </a:lnTo>
                  <a:lnTo>
                    <a:pt x="3045" y="3426"/>
                  </a:lnTo>
                  <a:lnTo>
                    <a:pt x="3091" y="3443"/>
                  </a:lnTo>
                  <a:lnTo>
                    <a:pt x="3139" y="3460"/>
                  </a:lnTo>
                  <a:lnTo>
                    <a:pt x="3191" y="3477"/>
                  </a:lnTo>
                  <a:lnTo>
                    <a:pt x="3244" y="3492"/>
                  </a:lnTo>
                  <a:lnTo>
                    <a:pt x="3302" y="3507"/>
                  </a:lnTo>
                  <a:lnTo>
                    <a:pt x="3363" y="3522"/>
                  </a:lnTo>
                  <a:lnTo>
                    <a:pt x="3425" y="3536"/>
                  </a:lnTo>
                  <a:lnTo>
                    <a:pt x="3491" y="3548"/>
                  </a:lnTo>
                  <a:lnTo>
                    <a:pt x="3564" y="3560"/>
                  </a:lnTo>
                  <a:lnTo>
                    <a:pt x="3639" y="3571"/>
                  </a:lnTo>
                  <a:lnTo>
                    <a:pt x="3712" y="3579"/>
                  </a:lnTo>
                  <a:lnTo>
                    <a:pt x="3785" y="3585"/>
                  </a:lnTo>
                  <a:lnTo>
                    <a:pt x="3858" y="3589"/>
                  </a:lnTo>
                  <a:lnTo>
                    <a:pt x="3931" y="3592"/>
                  </a:lnTo>
                  <a:lnTo>
                    <a:pt x="4004" y="3594"/>
                  </a:lnTo>
                  <a:lnTo>
                    <a:pt x="4076" y="3594"/>
                  </a:lnTo>
                  <a:lnTo>
                    <a:pt x="4147" y="3592"/>
                  </a:lnTo>
                  <a:lnTo>
                    <a:pt x="4219" y="3589"/>
                  </a:lnTo>
                  <a:lnTo>
                    <a:pt x="4289" y="3585"/>
                  </a:lnTo>
                  <a:lnTo>
                    <a:pt x="4357" y="3580"/>
                  </a:lnTo>
                  <a:lnTo>
                    <a:pt x="4426" y="3573"/>
                  </a:lnTo>
                  <a:lnTo>
                    <a:pt x="4493" y="3565"/>
                  </a:lnTo>
                  <a:lnTo>
                    <a:pt x="4557" y="3556"/>
                  </a:lnTo>
                  <a:lnTo>
                    <a:pt x="4621" y="3545"/>
                  </a:lnTo>
                  <a:lnTo>
                    <a:pt x="4683" y="3535"/>
                  </a:lnTo>
                  <a:lnTo>
                    <a:pt x="4744" y="3522"/>
                  </a:lnTo>
                  <a:lnTo>
                    <a:pt x="4803" y="3509"/>
                  </a:lnTo>
                  <a:lnTo>
                    <a:pt x="4860" y="3495"/>
                  </a:lnTo>
                  <a:lnTo>
                    <a:pt x="4914" y="3481"/>
                  </a:lnTo>
                  <a:lnTo>
                    <a:pt x="4966" y="3466"/>
                  </a:lnTo>
                  <a:lnTo>
                    <a:pt x="5016" y="3451"/>
                  </a:lnTo>
                  <a:lnTo>
                    <a:pt x="5065" y="3434"/>
                  </a:lnTo>
                  <a:lnTo>
                    <a:pt x="5109" y="3417"/>
                  </a:lnTo>
                  <a:lnTo>
                    <a:pt x="5152" y="3401"/>
                  </a:lnTo>
                  <a:lnTo>
                    <a:pt x="5193" y="3384"/>
                  </a:lnTo>
                  <a:lnTo>
                    <a:pt x="5230" y="3367"/>
                  </a:lnTo>
                  <a:lnTo>
                    <a:pt x="5263" y="3349"/>
                  </a:lnTo>
                  <a:lnTo>
                    <a:pt x="5293" y="3332"/>
                  </a:lnTo>
                  <a:lnTo>
                    <a:pt x="5321" y="3314"/>
                  </a:lnTo>
                  <a:lnTo>
                    <a:pt x="5345" y="3296"/>
                  </a:lnTo>
                  <a:close/>
                  <a:moveTo>
                    <a:pt x="5635" y="4522"/>
                  </a:moveTo>
                  <a:lnTo>
                    <a:pt x="5635" y="4142"/>
                  </a:lnTo>
                  <a:lnTo>
                    <a:pt x="5587" y="4159"/>
                  </a:lnTo>
                  <a:lnTo>
                    <a:pt x="5539" y="4174"/>
                  </a:lnTo>
                  <a:lnTo>
                    <a:pt x="5488" y="4189"/>
                  </a:lnTo>
                  <a:lnTo>
                    <a:pt x="5435" y="4203"/>
                  </a:lnTo>
                  <a:lnTo>
                    <a:pt x="5382" y="4215"/>
                  </a:lnTo>
                  <a:lnTo>
                    <a:pt x="5324" y="4227"/>
                  </a:lnTo>
                  <a:lnTo>
                    <a:pt x="5266" y="4236"/>
                  </a:lnTo>
                  <a:lnTo>
                    <a:pt x="5207" y="4247"/>
                  </a:lnTo>
                  <a:lnTo>
                    <a:pt x="5207" y="4614"/>
                  </a:lnTo>
                  <a:lnTo>
                    <a:pt x="5263" y="4606"/>
                  </a:lnTo>
                  <a:lnTo>
                    <a:pt x="5321" y="4597"/>
                  </a:lnTo>
                  <a:lnTo>
                    <a:pt x="5376" y="4588"/>
                  </a:lnTo>
                  <a:lnTo>
                    <a:pt x="5431" y="4577"/>
                  </a:lnTo>
                  <a:lnTo>
                    <a:pt x="5484" y="4565"/>
                  </a:lnTo>
                  <a:lnTo>
                    <a:pt x="5536" y="4553"/>
                  </a:lnTo>
                  <a:lnTo>
                    <a:pt x="5586" y="4538"/>
                  </a:lnTo>
                  <a:lnTo>
                    <a:pt x="5635" y="4522"/>
                  </a:lnTo>
                  <a:close/>
                  <a:moveTo>
                    <a:pt x="5146" y="4620"/>
                  </a:moveTo>
                  <a:lnTo>
                    <a:pt x="5146" y="4255"/>
                  </a:lnTo>
                  <a:lnTo>
                    <a:pt x="5044" y="4265"/>
                  </a:lnTo>
                  <a:lnTo>
                    <a:pt x="4939" y="4273"/>
                  </a:lnTo>
                  <a:lnTo>
                    <a:pt x="4829" y="4277"/>
                  </a:lnTo>
                  <a:lnTo>
                    <a:pt x="4716" y="4277"/>
                  </a:lnTo>
                  <a:lnTo>
                    <a:pt x="4716" y="4640"/>
                  </a:lnTo>
                  <a:lnTo>
                    <a:pt x="4823" y="4638"/>
                  </a:lnTo>
                  <a:lnTo>
                    <a:pt x="4930" y="4635"/>
                  </a:lnTo>
                  <a:lnTo>
                    <a:pt x="5038" y="4629"/>
                  </a:lnTo>
                  <a:lnTo>
                    <a:pt x="5146" y="4620"/>
                  </a:lnTo>
                  <a:close/>
                  <a:moveTo>
                    <a:pt x="4656" y="4640"/>
                  </a:moveTo>
                  <a:lnTo>
                    <a:pt x="4656" y="4276"/>
                  </a:lnTo>
                  <a:lnTo>
                    <a:pt x="4552" y="4273"/>
                  </a:lnTo>
                  <a:lnTo>
                    <a:pt x="4446" y="4265"/>
                  </a:lnTo>
                  <a:lnTo>
                    <a:pt x="4337" y="4255"/>
                  </a:lnTo>
                  <a:lnTo>
                    <a:pt x="4228" y="4241"/>
                  </a:lnTo>
                  <a:lnTo>
                    <a:pt x="4228" y="4615"/>
                  </a:lnTo>
                  <a:lnTo>
                    <a:pt x="4321" y="4624"/>
                  </a:lnTo>
                  <a:lnTo>
                    <a:pt x="4424" y="4631"/>
                  </a:lnTo>
                  <a:lnTo>
                    <a:pt x="4537" y="4637"/>
                  </a:lnTo>
                  <a:lnTo>
                    <a:pt x="4656" y="4640"/>
                  </a:lnTo>
                  <a:close/>
                  <a:moveTo>
                    <a:pt x="4167" y="4608"/>
                  </a:moveTo>
                  <a:lnTo>
                    <a:pt x="4167" y="4233"/>
                  </a:lnTo>
                  <a:lnTo>
                    <a:pt x="4085" y="4220"/>
                  </a:lnTo>
                  <a:lnTo>
                    <a:pt x="4001" y="4204"/>
                  </a:lnTo>
                  <a:lnTo>
                    <a:pt x="3872" y="4180"/>
                  </a:lnTo>
                  <a:lnTo>
                    <a:pt x="3805" y="4166"/>
                  </a:lnTo>
                  <a:lnTo>
                    <a:pt x="3739" y="4153"/>
                  </a:lnTo>
                  <a:lnTo>
                    <a:pt x="3739" y="4513"/>
                  </a:lnTo>
                  <a:lnTo>
                    <a:pt x="3776" y="4526"/>
                  </a:lnTo>
                  <a:lnTo>
                    <a:pt x="3815" y="4536"/>
                  </a:lnTo>
                  <a:lnTo>
                    <a:pt x="3900" y="4559"/>
                  </a:lnTo>
                  <a:lnTo>
                    <a:pt x="3995" y="4579"/>
                  </a:lnTo>
                  <a:lnTo>
                    <a:pt x="4097" y="4599"/>
                  </a:lnTo>
                  <a:lnTo>
                    <a:pt x="4167" y="4608"/>
                  </a:lnTo>
                  <a:close/>
                  <a:moveTo>
                    <a:pt x="3678" y="4492"/>
                  </a:moveTo>
                  <a:lnTo>
                    <a:pt x="3678" y="4147"/>
                  </a:lnTo>
                  <a:lnTo>
                    <a:pt x="3605" y="4137"/>
                  </a:lnTo>
                  <a:lnTo>
                    <a:pt x="3534" y="4128"/>
                  </a:lnTo>
                  <a:lnTo>
                    <a:pt x="3462" y="4116"/>
                  </a:lnTo>
                  <a:lnTo>
                    <a:pt x="3394" y="4104"/>
                  </a:lnTo>
                  <a:lnTo>
                    <a:pt x="3394" y="4294"/>
                  </a:lnTo>
                  <a:lnTo>
                    <a:pt x="3400" y="4305"/>
                  </a:lnTo>
                  <a:lnTo>
                    <a:pt x="3407" y="4317"/>
                  </a:lnTo>
                  <a:lnTo>
                    <a:pt x="3416" y="4329"/>
                  </a:lnTo>
                  <a:lnTo>
                    <a:pt x="3427" y="4341"/>
                  </a:lnTo>
                  <a:lnTo>
                    <a:pt x="3438" y="4354"/>
                  </a:lnTo>
                  <a:lnTo>
                    <a:pt x="3451" y="4366"/>
                  </a:lnTo>
                  <a:lnTo>
                    <a:pt x="3467" y="4379"/>
                  </a:lnTo>
                  <a:lnTo>
                    <a:pt x="3483" y="4392"/>
                  </a:lnTo>
                  <a:lnTo>
                    <a:pt x="3502" y="4404"/>
                  </a:lnTo>
                  <a:lnTo>
                    <a:pt x="3521" y="4417"/>
                  </a:lnTo>
                  <a:lnTo>
                    <a:pt x="3567" y="4442"/>
                  </a:lnTo>
                  <a:lnTo>
                    <a:pt x="3619" y="4468"/>
                  </a:lnTo>
                  <a:lnTo>
                    <a:pt x="3678" y="4492"/>
                  </a:lnTo>
                  <a:close/>
                  <a:moveTo>
                    <a:pt x="5695" y="4118"/>
                  </a:moveTo>
                  <a:lnTo>
                    <a:pt x="5695" y="4500"/>
                  </a:lnTo>
                  <a:lnTo>
                    <a:pt x="5741" y="4480"/>
                  </a:lnTo>
                  <a:lnTo>
                    <a:pt x="5784" y="4457"/>
                  </a:lnTo>
                  <a:lnTo>
                    <a:pt x="5823" y="4434"/>
                  </a:lnTo>
                  <a:lnTo>
                    <a:pt x="5860" y="4408"/>
                  </a:lnTo>
                  <a:lnTo>
                    <a:pt x="5893" y="4382"/>
                  </a:lnTo>
                  <a:lnTo>
                    <a:pt x="5910" y="4369"/>
                  </a:lnTo>
                  <a:lnTo>
                    <a:pt x="5924" y="4354"/>
                  </a:lnTo>
                  <a:lnTo>
                    <a:pt x="5937" y="4338"/>
                  </a:lnTo>
                  <a:lnTo>
                    <a:pt x="5950" y="4323"/>
                  </a:lnTo>
                  <a:lnTo>
                    <a:pt x="5962" y="4306"/>
                  </a:lnTo>
                  <a:lnTo>
                    <a:pt x="5973" y="4290"/>
                  </a:lnTo>
                  <a:lnTo>
                    <a:pt x="5985" y="3912"/>
                  </a:lnTo>
                  <a:lnTo>
                    <a:pt x="5962" y="3941"/>
                  </a:lnTo>
                  <a:lnTo>
                    <a:pt x="5934" y="3968"/>
                  </a:lnTo>
                  <a:lnTo>
                    <a:pt x="5904" y="3996"/>
                  </a:lnTo>
                  <a:lnTo>
                    <a:pt x="5869" y="4022"/>
                  </a:lnTo>
                  <a:lnTo>
                    <a:pt x="5831" y="4048"/>
                  </a:lnTo>
                  <a:lnTo>
                    <a:pt x="5788" y="4072"/>
                  </a:lnTo>
                  <a:lnTo>
                    <a:pt x="5744" y="4095"/>
                  </a:lnTo>
                  <a:lnTo>
                    <a:pt x="5695" y="4118"/>
                  </a:lnTo>
                  <a:close/>
                  <a:moveTo>
                    <a:pt x="5977" y="3769"/>
                  </a:moveTo>
                  <a:lnTo>
                    <a:pt x="5977" y="3769"/>
                  </a:lnTo>
                  <a:lnTo>
                    <a:pt x="5977" y="3755"/>
                  </a:lnTo>
                  <a:lnTo>
                    <a:pt x="5976" y="3742"/>
                  </a:lnTo>
                  <a:lnTo>
                    <a:pt x="5973" y="3728"/>
                  </a:lnTo>
                  <a:lnTo>
                    <a:pt x="5968" y="3714"/>
                  </a:lnTo>
                  <a:lnTo>
                    <a:pt x="5962" y="3702"/>
                  </a:lnTo>
                  <a:lnTo>
                    <a:pt x="5956" y="3688"/>
                  </a:lnTo>
                  <a:lnTo>
                    <a:pt x="5947" y="3676"/>
                  </a:lnTo>
                  <a:lnTo>
                    <a:pt x="5939" y="3662"/>
                  </a:lnTo>
                  <a:lnTo>
                    <a:pt x="5918" y="3638"/>
                  </a:lnTo>
                  <a:lnTo>
                    <a:pt x="5893" y="3615"/>
                  </a:lnTo>
                  <a:lnTo>
                    <a:pt x="5864" y="3591"/>
                  </a:lnTo>
                  <a:lnTo>
                    <a:pt x="5832" y="3570"/>
                  </a:lnTo>
                  <a:lnTo>
                    <a:pt x="5799" y="3548"/>
                  </a:lnTo>
                  <a:lnTo>
                    <a:pt x="5761" y="3528"/>
                  </a:lnTo>
                  <a:lnTo>
                    <a:pt x="5721" y="3510"/>
                  </a:lnTo>
                  <a:lnTo>
                    <a:pt x="5680" y="3492"/>
                  </a:lnTo>
                  <a:lnTo>
                    <a:pt x="5636" y="3475"/>
                  </a:lnTo>
                  <a:lnTo>
                    <a:pt x="5590" y="3462"/>
                  </a:lnTo>
                  <a:lnTo>
                    <a:pt x="5543" y="3448"/>
                  </a:lnTo>
                  <a:lnTo>
                    <a:pt x="5496" y="3436"/>
                  </a:lnTo>
                  <a:lnTo>
                    <a:pt x="5496" y="3679"/>
                  </a:lnTo>
                  <a:lnTo>
                    <a:pt x="5494" y="3690"/>
                  </a:lnTo>
                  <a:lnTo>
                    <a:pt x="5493" y="3700"/>
                  </a:lnTo>
                  <a:lnTo>
                    <a:pt x="5490" y="3710"/>
                  </a:lnTo>
                  <a:lnTo>
                    <a:pt x="5485" y="3719"/>
                  </a:lnTo>
                  <a:lnTo>
                    <a:pt x="5475" y="3737"/>
                  </a:lnTo>
                  <a:lnTo>
                    <a:pt x="5458" y="3757"/>
                  </a:lnTo>
                  <a:lnTo>
                    <a:pt x="5434" y="3783"/>
                  </a:lnTo>
                  <a:lnTo>
                    <a:pt x="5409" y="3807"/>
                  </a:lnTo>
                  <a:lnTo>
                    <a:pt x="5383" y="3831"/>
                  </a:lnTo>
                  <a:lnTo>
                    <a:pt x="5354" y="3854"/>
                  </a:lnTo>
                  <a:lnTo>
                    <a:pt x="5324" y="3877"/>
                  </a:lnTo>
                  <a:lnTo>
                    <a:pt x="5292" y="3897"/>
                  </a:lnTo>
                  <a:lnTo>
                    <a:pt x="5260" y="3918"/>
                  </a:lnTo>
                  <a:lnTo>
                    <a:pt x="5225" y="3936"/>
                  </a:lnTo>
                  <a:lnTo>
                    <a:pt x="5188" y="3955"/>
                  </a:lnTo>
                  <a:lnTo>
                    <a:pt x="5150" y="3971"/>
                  </a:lnTo>
                  <a:lnTo>
                    <a:pt x="5112" y="3988"/>
                  </a:lnTo>
                  <a:lnTo>
                    <a:pt x="5073" y="4003"/>
                  </a:lnTo>
                  <a:lnTo>
                    <a:pt x="5030" y="4019"/>
                  </a:lnTo>
                  <a:lnTo>
                    <a:pt x="4987" y="4032"/>
                  </a:lnTo>
                  <a:lnTo>
                    <a:pt x="4943" y="4045"/>
                  </a:lnTo>
                  <a:lnTo>
                    <a:pt x="4899" y="4057"/>
                  </a:lnTo>
                  <a:lnTo>
                    <a:pt x="4852" y="4067"/>
                  </a:lnTo>
                  <a:lnTo>
                    <a:pt x="4805" y="4078"/>
                  </a:lnTo>
                  <a:lnTo>
                    <a:pt x="4758" y="4087"/>
                  </a:lnTo>
                  <a:lnTo>
                    <a:pt x="4707" y="4096"/>
                  </a:lnTo>
                  <a:lnTo>
                    <a:pt x="4607" y="4111"/>
                  </a:lnTo>
                  <a:lnTo>
                    <a:pt x="4502" y="4124"/>
                  </a:lnTo>
                  <a:lnTo>
                    <a:pt x="4395" y="4133"/>
                  </a:lnTo>
                  <a:lnTo>
                    <a:pt x="4284" y="4139"/>
                  </a:lnTo>
                  <a:lnTo>
                    <a:pt x="4171" y="4142"/>
                  </a:lnTo>
                  <a:lnTo>
                    <a:pt x="4057" y="4142"/>
                  </a:lnTo>
                  <a:lnTo>
                    <a:pt x="4164" y="4160"/>
                  </a:lnTo>
                  <a:lnTo>
                    <a:pt x="4267" y="4174"/>
                  </a:lnTo>
                  <a:lnTo>
                    <a:pt x="4369" y="4186"/>
                  </a:lnTo>
                  <a:lnTo>
                    <a:pt x="4468" y="4194"/>
                  </a:lnTo>
                  <a:lnTo>
                    <a:pt x="4564" y="4200"/>
                  </a:lnTo>
                  <a:lnTo>
                    <a:pt x="4659" y="4203"/>
                  </a:lnTo>
                  <a:lnTo>
                    <a:pt x="4750" y="4203"/>
                  </a:lnTo>
                  <a:lnTo>
                    <a:pt x="4840" y="4201"/>
                  </a:lnTo>
                  <a:lnTo>
                    <a:pt x="4925" y="4197"/>
                  </a:lnTo>
                  <a:lnTo>
                    <a:pt x="5009" y="4189"/>
                  </a:lnTo>
                  <a:lnTo>
                    <a:pt x="5089" y="4180"/>
                  </a:lnTo>
                  <a:lnTo>
                    <a:pt x="5167" y="4171"/>
                  </a:lnTo>
                  <a:lnTo>
                    <a:pt x="5242" y="4157"/>
                  </a:lnTo>
                  <a:lnTo>
                    <a:pt x="5313" y="4143"/>
                  </a:lnTo>
                  <a:lnTo>
                    <a:pt x="5380" y="4128"/>
                  </a:lnTo>
                  <a:lnTo>
                    <a:pt x="5446" y="4111"/>
                  </a:lnTo>
                  <a:lnTo>
                    <a:pt x="5508" y="4093"/>
                  </a:lnTo>
                  <a:lnTo>
                    <a:pt x="5566" y="4073"/>
                  </a:lnTo>
                  <a:lnTo>
                    <a:pt x="5621" y="4054"/>
                  </a:lnTo>
                  <a:lnTo>
                    <a:pt x="5671" y="4032"/>
                  </a:lnTo>
                  <a:lnTo>
                    <a:pt x="5718" y="4011"/>
                  </a:lnTo>
                  <a:lnTo>
                    <a:pt x="5762" y="3990"/>
                  </a:lnTo>
                  <a:lnTo>
                    <a:pt x="5802" y="3967"/>
                  </a:lnTo>
                  <a:lnTo>
                    <a:pt x="5839" y="3944"/>
                  </a:lnTo>
                  <a:lnTo>
                    <a:pt x="5871" y="3921"/>
                  </a:lnTo>
                  <a:lnTo>
                    <a:pt x="5898" y="3898"/>
                  </a:lnTo>
                  <a:lnTo>
                    <a:pt x="5922" y="3876"/>
                  </a:lnTo>
                  <a:lnTo>
                    <a:pt x="5942" y="3853"/>
                  </a:lnTo>
                  <a:lnTo>
                    <a:pt x="5957" y="3831"/>
                  </a:lnTo>
                  <a:lnTo>
                    <a:pt x="5968" y="3809"/>
                  </a:lnTo>
                  <a:lnTo>
                    <a:pt x="5973" y="3799"/>
                  </a:lnTo>
                  <a:lnTo>
                    <a:pt x="5976" y="3789"/>
                  </a:lnTo>
                  <a:lnTo>
                    <a:pt x="5977" y="3778"/>
                  </a:lnTo>
                  <a:lnTo>
                    <a:pt x="5977" y="3769"/>
                  </a:lnTo>
                  <a:close/>
                  <a:moveTo>
                    <a:pt x="3782" y="3165"/>
                  </a:moveTo>
                  <a:lnTo>
                    <a:pt x="3782" y="2895"/>
                  </a:lnTo>
                  <a:lnTo>
                    <a:pt x="3727" y="2872"/>
                  </a:lnTo>
                  <a:lnTo>
                    <a:pt x="3680" y="2850"/>
                  </a:lnTo>
                  <a:lnTo>
                    <a:pt x="3657" y="2837"/>
                  </a:lnTo>
                  <a:lnTo>
                    <a:pt x="3637" y="2824"/>
                  </a:lnTo>
                  <a:lnTo>
                    <a:pt x="3617" y="2812"/>
                  </a:lnTo>
                  <a:lnTo>
                    <a:pt x="3601" y="2798"/>
                  </a:lnTo>
                  <a:lnTo>
                    <a:pt x="3601" y="3035"/>
                  </a:lnTo>
                  <a:lnTo>
                    <a:pt x="3610" y="3051"/>
                  </a:lnTo>
                  <a:lnTo>
                    <a:pt x="3622" y="3066"/>
                  </a:lnTo>
                  <a:lnTo>
                    <a:pt x="3639" y="3081"/>
                  </a:lnTo>
                  <a:lnTo>
                    <a:pt x="3658" y="3098"/>
                  </a:lnTo>
                  <a:lnTo>
                    <a:pt x="3683" y="3114"/>
                  </a:lnTo>
                  <a:lnTo>
                    <a:pt x="3712" y="3131"/>
                  </a:lnTo>
                  <a:lnTo>
                    <a:pt x="3745" y="3148"/>
                  </a:lnTo>
                  <a:lnTo>
                    <a:pt x="3782" y="3165"/>
                  </a:lnTo>
                  <a:close/>
                  <a:moveTo>
                    <a:pt x="5522" y="2742"/>
                  </a:moveTo>
                  <a:lnTo>
                    <a:pt x="5522" y="2742"/>
                  </a:lnTo>
                  <a:lnTo>
                    <a:pt x="5531" y="2732"/>
                  </a:lnTo>
                  <a:lnTo>
                    <a:pt x="5539" y="2725"/>
                  </a:lnTo>
                  <a:lnTo>
                    <a:pt x="5546" y="2716"/>
                  </a:lnTo>
                  <a:lnTo>
                    <a:pt x="5552" y="2705"/>
                  </a:lnTo>
                  <a:lnTo>
                    <a:pt x="5557" y="2696"/>
                  </a:lnTo>
                  <a:lnTo>
                    <a:pt x="5561" y="2685"/>
                  </a:lnTo>
                  <a:lnTo>
                    <a:pt x="5564" y="2675"/>
                  </a:lnTo>
                  <a:lnTo>
                    <a:pt x="5566" y="2662"/>
                  </a:lnTo>
                  <a:lnTo>
                    <a:pt x="5566" y="2650"/>
                  </a:lnTo>
                  <a:lnTo>
                    <a:pt x="5566" y="2640"/>
                  </a:lnTo>
                  <a:lnTo>
                    <a:pt x="5564" y="2627"/>
                  </a:lnTo>
                  <a:lnTo>
                    <a:pt x="5561" y="2614"/>
                  </a:lnTo>
                  <a:lnTo>
                    <a:pt x="5558" y="2601"/>
                  </a:lnTo>
                  <a:lnTo>
                    <a:pt x="5554" y="2589"/>
                  </a:lnTo>
                  <a:lnTo>
                    <a:pt x="5542" y="2563"/>
                  </a:lnTo>
                  <a:lnTo>
                    <a:pt x="5525" y="2538"/>
                  </a:lnTo>
                  <a:lnTo>
                    <a:pt x="5505" y="2512"/>
                  </a:lnTo>
                  <a:lnTo>
                    <a:pt x="5481" y="2486"/>
                  </a:lnTo>
                  <a:lnTo>
                    <a:pt x="5452" y="2461"/>
                  </a:lnTo>
                  <a:lnTo>
                    <a:pt x="5420" y="2439"/>
                  </a:lnTo>
                  <a:lnTo>
                    <a:pt x="5383" y="2417"/>
                  </a:lnTo>
                  <a:lnTo>
                    <a:pt x="5342" y="2396"/>
                  </a:lnTo>
                  <a:lnTo>
                    <a:pt x="5298" y="2379"/>
                  </a:lnTo>
                  <a:lnTo>
                    <a:pt x="5262" y="2366"/>
                  </a:lnTo>
                  <a:lnTo>
                    <a:pt x="5222" y="2355"/>
                  </a:lnTo>
                  <a:lnTo>
                    <a:pt x="5179" y="2343"/>
                  </a:lnTo>
                  <a:lnTo>
                    <a:pt x="5135" y="2332"/>
                  </a:lnTo>
                  <a:lnTo>
                    <a:pt x="5089" y="2323"/>
                  </a:lnTo>
                  <a:lnTo>
                    <a:pt x="5041" y="2315"/>
                  </a:lnTo>
                  <a:lnTo>
                    <a:pt x="4992" y="2306"/>
                  </a:lnTo>
                  <a:lnTo>
                    <a:pt x="4940" y="2300"/>
                  </a:lnTo>
                  <a:lnTo>
                    <a:pt x="4889" y="2294"/>
                  </a:lnTo>
                  <a:lnTo>
                    <a:pt x="4834" y="2289"/>
                  </a:lnTo>
                  <a:lnTo>
                    <a:pt x="4779" y="2285"/>
                  </a:lnTo>
                  <a:lnTo>
                    <a:pt x="4724" y="2282"/>
                  </a:lnTo>
                  <a:lnTo>
                    <a:pt x="4668" y="2280"/>
                  </a:lnTo>
                  <a:lnTo>
                    <a:pt x="4610" y="2280"/>
                  </a:lnTo>
                  <a:lnTo>
                    <a:pt x="4552" y="2280"/>
                  </a:lnTo>
                  <a:lnTo>
                    <a:pt x="4496" y="2282"/>
                  </a:lnTo>
                  <a:lnTo>
                    <a:pt x="4438" y="2283"/>
                  </a:lnTo>
                  <a:lnTo>
                    <a:pt x="4380" y="2288"/>
                  </a:lnTo>
                  <a:lnTo>
                    <a:pt x="4322" y="2292"/>
                  </a:lnTo>
                  <a:lnTo>
                    <a:pt x="4266" y="2299"/>
                  </a:lnTo>
                  <a:lnTo>
                    <a:pt x="4210" y="2306"/>
                  </a:lnTo>
                  <a:lnTo>
                    <a:pt x="4153" y="2315"/>
                  </a:lnTo>
                  <a:lnTo>
                    <a:pt x="4098" y="2324"/>
                  </a:lnTo>
                  <a:lnTo>
                    <a:pt x="4045" y="2337"/>
                  </a:lnTo>
                  <a:lnTo>
                    <a:pt x="3992" y="2349"/>
                  </a:lnTo>
                  <a:lnTo>
                    <a:pt x="3940" y="2364"/>
                  </a:lnTo>
                  <a:lnTo>
                    <a:pt x="3891" y="2379"/>
                  </a:lnTo>
                  <a:lnTo>
                    <a:pt x="3843" y="2396"/>
                  </a:lnTo>
                  <a:lnTo>
                    <a:pt x="3797" y="2414"/>
                  </a:lnTo>
                  <a:lnTo>
                    <a:pt x="3753" y="2434"/>
                  </a:lnTo>
                  <a:lnTo>
                    <a:pt x="3710" y="2455"/>
                  </a:lnTo>
                  <a:lnTo>
                    <a:pt x="3671" y="2480"/>
                  </a:lnTo>
                  <a:lnTo>
                    <a:pt x="3642" y="2498"/>
                  </a:lnTo>
                  <a:lnTo>
                    <a:pt x="3619" y="2519"/>
                  </a:lnTo>
                  <a:lnTo>
                    <a:pt x="3599" y="2539"/>
                  </a:lnTo>
                  <a:lnTo>
                    <a:pt x="3585" y="2559"/>
                  </a:lnTo>
                  <a:lnTo>
                    <a:pt x="3575" y="2579"/>
                  </a:lnTo>
                  <a:lnTo>
                    <a:pt x="3569" y="2598"/>
                  </a:lnTo>
                  <a:lnTo>
                    <a:pt x="3566" y="2617"/>
                  </a:lnTo>
                  <a:lnTo>
                    <a:pt x="3566" y="2636"/>
                  </a:lnTo>
                  <a:lnTo>
                    <a:pt x="3569" y="2653"/>
                  </a:lnTo>
                  <a:lnTo>
                    <a:pt x="3575" y="2670"/>
                  </a:lnTo>
                  <a:lnTo>
                    <a:pt x="3581" y="2687"/>
                  </a:lnTo>
                  <a:lnTo>
                    <a:pt x="3590" y="2700"/>
                  </a:lnTo>
                  <a:lnTo>
                    <a:pt x="3601" y="2714"/>
                  </a:lnTo>
                  <a:lnTo>
                    <a:pt x="3613" y="2725"/>
                  </a:lnTo>
                  <a:lnTo>
                    <a:pt x="3625" y="2735"/>
                  </a:lnTo>
                  <a:lnTo>
                    <a:pt x="3637" y="2745"/>
                  </a:lnTo>
                  <a:lnTo>
                    <a:pt x="3672" y="2763"/>
                  </a:lnTo>
                  <a:lnTo>
                    <a:pt x="3713" y="2784"/>
                  </a:lnTo>
                  <a:lnTo>
                    <a:pt x="3763" y="2807"/>
                  </a:lnTo>
                  <a:lnTo>
                    <a:pt x="3820" y="2831"/>
                  </a:lnTo>
                  <a:lnTo>
                    <a:pt x="3884" y="2854"/>
                  </a:lnTo>
                  <a:lnTo>
                    <a:pt x="3920" y="2866"/>
                  </a:lnTo>
                  <a:lnTo>
                    <a:pt x="3957" y="2877"/>
                  </a:lnTo>
                  <a:lnTo>
                    <a:pt x="3996" y="2888"/>
                  </a:lnTo>
                  <a:lnTo>
                    <a:pt x="4037" y="2897"/>
                  </a:lnTo>
                  <a:lnTo>
                    <a:pt x="4080" y="2906"/>
                  </a:lnTo>
                  <a:lnTo>
                    <a:pt x="4126" y="2915"/>
                  </a:lnTo>
                  <a:lnTo>
                    <a:pt x="4182" y="2924"/>
                  </a:lnTo>
                  <a:lnTo>
                    <a:pt x="4238" y="2933"/>
                  </a:lnTo>
                  <a:lnTo>
                    <a:pt x="4295" y="2939"/>
                  </a:lnTo>
                  <a:lnTo>
                    <a:pt x="4350" y="2945"/>
                  </a:lnTo>
                  <a:lnTo>
                    <a:pt x="4406" y="2950"/>
                  </a:lnTo>
                  <a:lnTo>
                    <a:pt x="4461" y="2953"/>
                  </a:lnTo>
                  <a:lnTo>
                    <a:pt x="4514" y="2955"/>
                  </a:lnTo>
                  <a:lnTo>
                    <a:pt x="4569" y="2956"/>
                  </a:lnTo>
                  <a:lnTo>
                    <a:pt x="4622" y="2956"/>
                  </a:lnTo>
                  <a:lnTo>
                    <a:pt x="4674" y="2955"/>
                  </a:lnTo>
                  <a:lnTo>
                    <a:pt x="4726" y="2953"/>
                  </a:lnTo>
                  <a:lnTo>
                    <a:pt x="4777" y="2950"/>
                  </a:lnTo>
                  <a:lnTo>
                    <a:pt x="4828" y="2945"/>
                  </a:lnTo>
                  <a:lnTo>
                    <a:pt x="4876" y="2941"/>
                  </a:lnTo>
                  <a:lnTo>
                    <a:pt x="4925" y="2935"/>
                  </a:lnTo>
                  <a:lnTo>
                    <a:pt x="4972" y="2929"/>
                  </a:lnTo>
                  <a:lnTo>
                    <a:pt x="5018" y="2921"/>
                  </a:lnTo>
                  <a:lnTo>
                    <a:pt x="5064" y="2914"/>
                  </a:lnTo>
                  <a:lnTo>
                    <a:pt x="5106" y="2904"/>
                  </a:lnTo>
                  <a:lnTo>
                    <a:pt x="5149" y="2895"/>
                  </a:lnTo>
                  <a:lnTo>
                    <a:pt x="5188" y="2885"/>
                  </a:lnTo>
                  <a:lnTo>
                    <a:pt x="5228" y="2874"/>
                  </a:lnTo>
                  <a:lnTo>
                    <a:pt x="5266" y="2863"/>
                  </a:lnTo>
                  <a:lnTo>
                    <a:pt x="5301" y="2851"/>
                  </a:lnTo>
                  <a:lnTo>
                    <a:pt x="5336" y="2839"/>
                  </a:lnTo>
                  <a:lnTo>
                    <a:pt x="5368" y="2825"/>
                  </a:lnTo>
                  <a:lnTo>
                    <a:pt x="5399" y="2813"/>
                  </a:lnTo>
                  <a:lnTo>
                    <a:pt x="5427" y="2799"/>
                  </a:lnTo>
                  <a:lnTo>
                    <a:pt x="5455" y="2784"/>
                  </a:lnTo>
                  <a:lnTo>
                    <a:pt x="5479" y="2770"/>
                  </a:lnTo>
                  <a:lnTo>
                    <a:pt x="5502" y="2755"/>
                  </a:lnTo>
                  <a:lnTo>
                    <a:pt x="5522" y="2742"/>
                  </a:lnTo>
                  <a:close/>
                  <a:moveTo>
                    <a:pt x="3843" y="2918"/>
                  </a:moveTo>
                  <a:lnTo>
                    <a:pt x="3843" y="3188"/>
                  </a:lnTo>
                  <a:lnTo>
                    <a:pt x="3904" y="3207"/>
                  </a:lnTo>
                  <a:lnTo>
                    <a:pt x="3971" y="3226"/>
                  </a:lnTo>
                  <a:lnTo>
                    <a:pt x="4047" y="3242"/>
                  </a:lnTo>
                  <a:lnTo>
                    <a:pt x="4130" y="3259"/>
                  </a:lnTo>
                  <a:lnTo>
                    <a:pt x="4158" y="3264"/>
                  </a:lnTo>
                  <a:lnTo>
                    <a:pt x="4158" y="2993"/>
                  </a:lnTo>
                  <a:lnTo>
                    <a:pt x="4114" y="2985"/>
                  </a:lnTo>
                  <a:lnTo>
                    <a:pt x="4037" y="2970"/>
                  </a:lnTo>
                  <a:lnTo>
                    <a:pt x="3967" y="2953"/>
                  </a:lnTo>
                  <a:lnTo>
                    <a:pt x="3904" y="2936"/>
                  </a:lnTo>
                  <a:lnTo>
                    <a:pt x="3843" y="2918"/>
                  </a:lnTo>
                  <a:close/>
                  <a:moveTo>
                    <a:pt x="5348" y="2909"/>
                  </a:moveTo>
                  <a:lnTo>
                    <a:pt x="5348" y="3189"/>
                  </a:lnTo>
                  <a:lnTo>
                    <a:pt x="5386" y="3174"/>
                  </a:lnTo>
                  <a:lnTo>
                    <a:pt x="5423" y="3154"/>
                  </a:lnTo>
                  <a:lnTo>
                    <a:pt x="5458" y="3133"/>
                  </a:lnTo>
                  <a:lnTo>
                    <a:pt x="5490" y="3111"/>
                  </a:lnTo>
                  <a:lnTo>
                    <a:pt x="5517" y="3089"/>
                  </a:lnTo>
                  <a:lnTo>
                    <a:pt x="5539" y="3067"/>
                  </a:lnTo>
                  <a:lnTo>
                    <a:pt x="5546" y="3057"/>
                  </a:lnTo>
                  <a:lnTo>
                    <a:pt x="5552" y="3047"/>
                  </a:lnTo>
                  <a:lnTo>
                    <a:pt x="5557" y="3040"/>
                  </a:lnTo>
                  <a:lnTo>
                    <a:pt x="5558" y="3032"/>
                  </a:lnTo>
                  <a:lnTo>
                    <a:pt x="5563" y="2939"/>
                  </a:lnTo>
                  <a:lnTo>
                    <a:pt x="5568" y="2795"/>
                  </a:lnTo>
                  <a:lnTo>
                    <a:pt x="5546" y="2810"/>
                  </a:lnTo>
                  <a:lnTo>
                    <a:pt x="5523" y="2825"/>
                  </a:lnTo>
                  <a:lnTo>
                    <a:pt x="5499" y="2840"/>
                  </a:lnTo>
                  <a:lnTo>
                    <a:pt x="5472" y="2856"/>
                  </a:lnTo>
                  <a:lnTo>
                    <a:pt x="5444" y="2869"/>
                  </a:lnTo>
                  <a:lnTo>
                    <a:pt x="5414" y="2883"/>
                  </a:lnTo>
                  <a:lnTo>
                    <a:pt x="5382" y="2897"/>
                  </a:lnTo>
                  <a:lnTo>
                    <a:pt x="5348" y="2909"/>
                  </a:lnTo>
                  <a:close/>
                  <a:moveTo>
                    <a:pt x="5287" y="3210"/>
                  </a:moveTo>
                  <a:lnTo>
                    <a:pt x="5287" y="2930"/>
                  </a:lnTo>
                  <a:lnTo>
                    <a:pt x="5216" y="2952"/>
                  </a:lnTo>
                  <a:lnTo>
                    <a:pt x="5138" y="2970"/>
                  </a:lnTo>
                  <a:lnTo>
                    <a:pt x="5058" y="2987"/>
                  </a:lnTo>
                  <a:lnTo>
                    <a:pt x="4972" y="3000"/>
                  </a:lnTo>
                  <a:lnTo>
                    <a:pt x="4972" y="3271"/>
                  </a:lnTo>
                  <a:lnTo>
                    <a:pt x="5056" y="3261"/>
                  </a:lnTo>
                  <a:lnTo>
                    <a:pt x="5137" y="3247"/>
                  </a:lnTo>
                  <a:lnTo>
                    <a:pt x="5176" y="3239"/>
                  </a:lnTo>
                  <a:lnTo>
                    <a:pt x="5214" y="3230"/>
                  </a:lnTo>
                  <a:lnTo>
                    <a:pt x="5252" y="3221"/>
                  </a:lnTo>
                  <a:lnTo>
                    <a:pt x="5287" y="3210"/>
                  </a:lnTo>
                  <a:close/>
                  <a:moveTo>
                    <a:pt x="4596" y="3026"/>
                  </a:moveTo>
                  <a:lnTo>
                    <a:pt x="4596" y="3288"/>
                  </a:lnTo>
                  <a:lnTo>
                    <a:pt x="4672" y="3288"/>
                  </a:lnTo>
                  <a:lnTo>
                    <a:pt x="4752" y="3286"/>
                  </a:lnTo>
                  <a:lnTo>
                    <a:pt x="4832" y="3282"/>
                  </a:lnTo>
                  <a:lnTo>
                    <a:pt x="4911" y="3277"/>
                  </a:lnTo>
                  <a:lnTo>
                    <a:pt x="4911" y="3008"/>
                  </a:lnTo>
                  <a:lnTo>
                    <a:pt x="4835" y="3016"/>
                  </a:lnTo>
                  <a:lnTo>
                    <a:pt x="4758" y="3022"/>
                  </a:lnTo>
                  <a:lnTo>
                    <a:pt x="4677" y="3025"/>
                  </a:lnTo>
                  <a:lnTo>
                    <a:pt x="4596" y="3026"/>
                  </a:lnTo>
                  <a:close/>
                  <a:moveTo>
                    <a:pt x="4535" y="3288"/>
                  </a:moveTo>
                  <a:lnTo>
                    <a:pt x="4535" y="3026"/>
                  </a:lnTo>
                  <a:lnTo>
                    <a:pt x="4458" y="3023"/>
                  </a:lnTo>
                  <a:lnTo>
                    <a:pt x="4379" y="3019"/>
                  </a:lnTo>
                  <a:lnTo>
                    <a:pt x="4299" y="3011"/>
                  </a:lnTo>
                  <a:lnTo>
                    <a:pt x="4219" y="3000"/>
                  </a:lnTo>
                  <a:lnTo>
                    <a:pt x="4219" y="3270"/>
                  </a:lnTo>
                  <a:lnTo>
                    <a:pt x="4283" y="3276"/>
                  </a:lnTo>
                  <a:lnTo>
                    <a:pt x="4359" y="3280"/>
                  </a:lnTo>
                  <a:lnTo>
                    <a:pt x="4442" y="3285"/>
                  </a:lnTo>
                  <a:lnTo>
                    <a:pt x="4535" y="3288"/>
                  </a:lnTo>
                  <a:close/>
                  <a:moveTo>
                    <a:pt x="5385" y="3341"/>
                  </a:moveTo>
                  <a:lnTo>
                    <a:pt x="5385" y="3341"/>
                  </a:lnTo>
                  <a:lnTo>
                    <a:pt x="5356" y="3364"/>
                  </a:lnTo>
                  <a:lnTo>
                    <a:pt x="5325" y="3388"/>
                  </a:lnTo>
                  <a:lnTo>
                    <a:pt x="5290" y="3411"/>
                  </a:lnTo>
                  <a:lnTo>
                    <a:pt x="5252" y="3434"/>
                  </a:lnTo>
                  <a:lnTo>
                    <a:pt x="5210" y="3455"/>
                  </a:lnTo>
                  <a:lnTo>
                    <a:pt x="5166" y="3477"/>
                  </a:lnTo>
                  <a:lnTo>
                    <a:pt x="5118" y="3497"/>
                  </a:lnTo>
                  <a:lnTo>
                    <a:pt x="5068" y="3515"/>
                  </a:lnTo>
                  <a:lnTo>
                    <a:pt x="5068" y="3903"/>
                  </a:lnTo>
                  <a:lnTo>
                    <a:pt x="5117" y="3883"/>
                  </a:lnTo>
                  <a:lnTo>
                    <a:pt x="5163" y="3862"/>
                  </a:lnTo>
                  <a:lnTo>
                    <a:pt x="5207" y="3839"/>
                  </a:lnTo>
                  <a:lnTo>
                    <a:pt x="5248" y="3815"/>
                  </a:lnTo>
                  <a:lnTo>
                    <a:pt x="5287" y="3789"/>
                  </a:lnTo>
                  <a:lnTo>
                    <a:pt x="5322" y="3760"/>
                  </a:lnTo>
                  <a:lnTo>
                    <a:pt x="5339" y="3745"/>
                  </a:lnTo>
                  <a:lnTo>
                    <a:pt x="5356" y="3729"/>
                  </a:lnTo>
                  <a:lnTo>
                    <a:pt x="5370" y="3713"/>
                  </a:lnTo>
                  <a:lnTo>
                    <a:pt x="5385" y="3696"/>
                  </a:lnTo>
                  <a:lnTo>
                    <a:pt x="5386" y="3653"/>
                  </a:lnTo>
                  <a:lnTo>
                    <a:pt x="5388" y="3608"/>
                  </a:lnTo>
                  <a:lnTo>
                    <a:pt x="5386" y="3513"/>
                  </a:lnTo>
                  <a:lnTo>
                    <a:pt x="5385" y="3420"/>
                  </a:lnTo>
                  <a:lnTo>
                    <a:pt x="5385" y="3341"/>
                  </a:lnTo>
                  <a:close/>
                  <a:moveTo>
                    <a:pt x="5007" y="3924"/>
                  </a:moveTo>
                  <a:lnTo>
                    <a:pt x="5007" y="3536"/>
                  </a:lnTo>
                  <a:lnTo>
                    <a:pt x="4959" y="3551"/>
                  </a:lnTo>
                  <a:lnTo>
                    <a:pt x="4910" y="3565"/>
                  </a:lnTo>
                  <a:lnTo>
                    <a:pt x="4858" y="3577"/>
                  </a:lnTo>
                  <a:lnTo>
                    <a:pt x="4805" y="3589"/>
                  </a:lnTo>
                  <a:lnTo>
                    <a:pt x="4752" y="3602"/>
                  </a:lnTo>
                  <a:lnTo>
                    <a:pt x="4695" y="3612"/>
                  </a:lnTo>
                  <a:lnTo>
                    <a:pt x="4637" y="3621"/>
                  </a:lnTo>
                  <a:lnTo>
                    <a:pt x="4579" y="3630"/>
                  </a:lnTo>
                  <a:lnTo>
                    <a:pt x="4579" y="4011"/>
                  </a:lnTo>
                  <a:lnTo>
                    <a:pt x="4636" y="4005"/>
                  </a:lnTo>
                  <a:lnTo>
                    <a:pt x="4691" y="3996"/>
                  </a:lnTo>
                  <a:lnTo>
                    <a:pt x="4745" y="3988"/>
                  </a:lnTo>
                  <a:lnTo>
                    <a:pt x="4800" y="3978"/>
                  </a:lnTo>
                  <a:lnTo>
                    <a:pt x="4854" y="3965"/>
                  </a:lnTo>
                  <a:lnTo>
                    <a:pt x="4907" y="3953"/>
                  </a:lnTo>
                  <a:lnTo>
                    <a:pt x="4957" y="3939"/>
                  </a:lnTo>
                  <a:lnTo>
                    <a:pt x="5007" y="3924"/>
                  </a:lnTo>
                  <a:close/>
                  <a:moveTo>
                    <a:pt x="4519" y="4017"/>
                  </a:moveTo>
                  <a:lnTo>
                    <a:pt x="4519" y="3638"/>
                  </a:lnTo>
                  <a:lnTo>
                    <a:pt x="4415" y="3649"/>
                  </a:lnTo>
                  <a:lnTo>
                    <a:pt x="4308" y="3656"/>
                  </a:lnTo>
                  <a:lnTo>
                    <a:pt x="4200" y="3661"/>
                  </a:lnTo>
                  <a:lnTo>
                    <a:pt x="4089" y="3662"/>
                  </a:lnTo>
                  <a:lnTo>
                    <a:pt x="4089" y="4035"/>
                  </a:lnTo>
                  <a:lnTo>
                    <a:pt x="4194" y="4035"/>
                  </a:lnTo>
                  <a:lnTo>
                    <a:pt x="4301" y="4032"/>
                  </a:lnTo>
                  <a:lnTo>
                    <a:pt x="4409" y="4026"/>
                  </a:lnTo>
                  <a:lnTo>
                    <a:pt x="4519" y="4017"/>
                  </a:lnTo>
                  <a:close/>
                  <a:moveTo>
                    <a:pt x="4028" y="4035"/>
                  </a:moveTo>
                  <a:lnTo>
                    <a:pt x="4028" y="3662"/>
                  </a:lnTo>
                  <a:lnTo>
                    <a:pt x="3923" y="3658"/>
                  </a:lnTo>
                  <a:lnTo>
                    <a:pt x="3817" y="3652"/>
                  </a:lnTo>
                  <a:lnTo>
                    <a:pt x="3709" y="3641"/>
                  </a:lnTo>
                  <a:lnTo>
                    <a:pt x="3601" y="3627"/>
                  </a:lnTo>
                  <a:lnTo>
                    <a:pt x="3601" y="4011"/>
                  </a:lnTo>
                  <a:lnTo>
                    <a:pt x="3689" y="4019"/>
                  </a:lnTo>
                  <a:lnTo>
                    <a:pt x="3791" y="4026"/>
                  </a:lnTo>
                  <a:lnTo>
                    <a:pt x="3905" y="4031"/>
                  </a:lnTo>
                  <a:lnTo>
                    <a:pt x="4028" y="4035"/>
                  </a:lnTo>
                  <a:close/>
                  <a:moveTo>
                    <a:pt x="3540" y="4003"/>
                  </a:moveTo>
                  <a:lnTo>
                    <a:pt x="3540" y="3618"/>
                  </a:lnTo>
                  <a:lnTo>
                    <a:pt x="3480" y="3608"/>
                  </a:lnTo>
                  <a:lnTo>
                    <a:pt x="3377" y="3588"/>
                  </a:lnTo>
                  <a:lnTo>
                    <a:pt x="3281" y="3565"/>
                  </a:lnTo>
                  <a:lnTo>
                    <a:pt x="3193" y="3542"/>
                  </a:lnTo>
                  <a:lnTo>
                    <a:pt x="3151" y="3528"/>
                  </a:lnTo>
                  <a:lnTo>
                    <a:pt x="3112" y="3516"/>
                  </a:lnTo>
                  <a:lnTo>
                    <a:pt x="3112" y="3909"/>
                  </a:lnTo>
                  <a:lnTo>
                    <a:pt x="3151" y="3921"/>
                  </a:lnTo>
                  <a:lnTo>
                    <a:pt x="3193" y="3935"/>
                  </a:lnTo>
                  <a:lnTo>
                    <a:pt x="3237" y="3947"/>
                  </a:lnTo>
                  <a:lnTo>
                    <a:pt x="3284" y="3958"/>
                  </a:lnTo>
                  <a:lnTo>
                    <a:pt x="3333" y="3970"/>
                  </a:lnTo>
                  <a:lnTo>
                    <a:pt x="3384" y="3979"/>
                  </a:lnTo>
                  <a:lnTo>
                    <a:pt x="3439" y="3990"/>
                  </a:lnTo>
                  <a:lnTo>
                    <a:pt x="3497" y="3997"/>
                  </a:lnTo>
                  <a:lnTo>
                    <a:pt x="3540" y="4003"/>
                  </a:lnTo>
                  <a:close/>
                  <a:moveTo>
                    <a:pt x="3051" y="3885"/>
                  </a:moveTo>
                  <a:lnTo>
                    <a:pt x="3051" y="3493"/>
                  </a:lnTo>
                  <a:lnTo>
                    <a:pt x="3010" y="3477"/>
                  </a:lnTo>
                  <a:lnTo>
                    <a:pt x="2970" y="3460"/>
                  </a:lnTo>
                  <a:lnTo>
                    <a:pt x="2935" y="3442"/>
                  </a:lnTo>
                  <a:lnTo>
                    <a:pt x="2902" y="3423"/>
                  </a:lnTo>
                  <a:lnTo>
                    <a:pt x="2870" y="3405"/>
                  </a:lnTo>
                  <a:lnTo>
                    <a:pt x="2842" y="3387"/>
                  </a:lnTo>
                  <a:lnTo>
                    <a:pt x="2817" y="3367"/>
                  </a:lnTo>
                  <a:lnTo>
                    <a:pt x="2794" y="3347"/>
                  </a:lnTo>
                  <a:lnTo>
                    <a:pt x="2794" y="3694"/>
                  </a:lnTo>
                  <a:lnTo>
                    <a:pt x="2798" y="3705"/>
                  </a:lnTo>
                  <a:lnTo>
                    <a:pt x="2806" y="3716"/>
                  </a:lnTo>
                  <a:lnTo>
                    <a:pt x="2813" y="3728"/>
                  </a:lnTo>
                  <a:lnTo>
                    <a:pt x="2824" y="3739"/>
                  </a:lnTo>
                  <a:lnTo>
                    <a:pt x="2847" y="3763"/>
                  </a:lnTo>
                  <a:lnTo>
                    <a:pt x="2876" y="3787"/>
                  </a:lnTo>
                  <a:lnTo>
                    <a:pt x="2911" y="3813"/>
                  </a:lnTo>
                  <a:lnTo>
                    <a:pt x="2950" y="3837"/>
                  </a:lnTo>
                  <a:lnTo>
                    <a:pt x="2998" y="3862"/>
                  </a:lnTo>
                  <a:lnTo>
                    <a:pt x="3051" y="3885"/>
                  </a:lnTo>
                  <a:close/>
                  <a:moveTo>
                    <a:pt x="3086" y="1569"/>
                  </a:moveTo>
                  <a:lnTo>
                    <a:pt x="3610" y="1368"/>
                  </a:lnTo>
                  <a:lnTo>
                    <a:pt x="2028" y="521"/>
                  </a:lnTo>
                  <a:lnTo>
                    <a:pt x="1469" y="714"/>
                  </a:lnTo>
                  <a:lnTo>
                    <a:pt x="3086" y="1569"/>
                  </a:lnTo>
                  <a:close/>
                  <a:moveTo>
                    <a:pt x="3637" y="2407"/>
                  </a:moveTo>
                  <a:lnTo>
                    <a:pt x="3655" y="1464"/>
                  </a:lnTo>
                  <a:lnTo>
                    <a:pt x="3098" y="1677"/>
                  </a:lnTo>
                  <a:lnTo>
                    <a:pt x="3098" y="2789"/>
                  </a:lnTo>
                  <a:lnTo>
                    <a:pt x="3139" y="2773"/>
                  </a:lnTo>
                  <a:lnTo>
                    <a:pt x="3177" y="2758"/>
                  </a:lnTo>
                  <a:lnTo>
                    <a:pt x="3252" y="2734"/>
                  </a:lnTo>
                  <a:lnTo>
                    <a:pt x="3319" y="2714"/>
                  </a:lnTo>
                  <a:lnTo>
                    <a:pt x="3375" y="2699"/>
                  </a:lnTo>
                  <a:lnTo>
                    <a:pt x="3427" y="2688"/>
                  </a:lnTo>
                  <a:lnTo>
                    <a:pt x="3479" y="2678"/>
                  </a:lnTo>
                  <a:lnTo>
                    <a:pt x="3479" y="2665"/>
                  </a:lnTo>
                  <a:lnTo>
                    <a:pt x="3476" y="2646"/>
                  </a:lnTo>
                  <a:lnTo>
                    <a:pt x="3476" y="2626"/>
                  </a:lnTo>
                  <a:lnTo>
                    <a:pt x="3477" y="2606"/>
                  </a:lnTo>
                  <a:lnTo>
                    <a:pt x="3480" y="2588"/>
                  </a:lnTo>
                  <a:lnTo>
                    <a:pt x="3486" y="2569"/>
                  </a:lnTo>
                  <a:lnTo>
                    <a:pt x="3494" y="2553"/>
                  </a:lnTo>
                  <a:lnTo>
                    <a:pt x="3502" y="2536"/>
                  </a:lnTo>
                  <a:lnTo>
                    <a:pt x="3512" y="2519"/>
                  </a:lnTo>
                  <a:lnTo>
                    <a:pt x="3524" y="2503"/>
                  </a:lnTo>
                  <a:lnTo>
                    <a:pt x="3537" y="2487"/>
                  </a:lnTo>
                  <a:lnTo>
                    <a:pt x="3552" y="2474"/>
                  </a:lnTo>
                  <a:lnTo>
                    <a:pt x="3567" y="2458"/>
                  </a:lnTo>
                  <a:lnTo>
                    <a:pt x="3582" y="2445"/>
                  </a:lnTo>
                  <a:lnTo>
                    <a:pt x="3601" y="2431"/>
                  </a:lnTo>
                  <a:lnTo>
                    <a:pt x="3637" y="2407"/>
                  </a:lnTo>
                  <a:close/>
                  <a:moveTo>
                    <a:pt x="2209" y="478"/>
                  </a:moveTo>
                  <a:lnTo>
                    <a:pt x="3629" y="0"/>
                  </a:lnTo>
                  <a:lnTo>
                    <a:pt x="5089" y="746"/>
                  </a:lnTo>
                  <a:lnTo>
                    <a:pt x="5089" y="999"/>
                  </a:lnTo>
                  <a:lnTo>
                    <a:pt x="3777" y="1467"/>
                  </a:lnTo>
                  <a:lnTo>
                    <a:pt x="3774" y="1639"/>
                  </a:lnTo>
                  <a:lnTo>
                    <a:pt x="5019" y="1195"/>
                  </a:lnTo>
                  <a:lnTo>
                    <a:pt x="5019" y="1308"/>
                  </a:lnTo>
                  <a:lnTo>
                    <a:pt x="3771" y="1752"/>
                  </a:lnTo>
                  <a:lnTo>
                    <a:pt x="3768" y="1906"/>
                  </a:lnTo>
                  <a:lnTo>
                    <a:pt x="5112" y="1426"/>
                  </a:lnTo>
                  <a:lnTo>
                    <a:pt x="5112" y="1539"/>
                  </a:lnTo>
                  <a:lnTo>
                    <a:pt x="3766" y="2018"/>
                  </a:lnTo>
                  <a:lnTo>
                    <a:pt x="3763" y="2172"/>
                  </a:lnTo>
                  <a:lnTo>
                    <a:pt x="5016" y="1725"/>
                  </a:lnTo>
                  <a:lnTo>
                    <a:pt x="5016" y="1837"/>
                  </a:lnTo>
                  <a:lnTo>
                    <a:pt x="3762" y="2285"/>
                  </a:lnTo>
                  <a:lnTo>
                    <a:pt x="3760" y="2344"/>
                  </a:lnTo>
                  <a:lnTo>
                    <a:pt x="3798" y="2327"/>
                  </a:lnTo>
                  <a:lnTo>
                    <a:pt x="3837" y="2314"/>
                  </a:lnTo>
                  <a:lnTo>
                    <a:pt x="3875" y="2302"/>
                  </a:lnTo>
                  <a:lnTo>
                    <a:pt x="3911" y="2291"/>
                  </a:lnTo>
                  <a:lnTo>
                    <a:pt x="3977" y="2273"/>
                  </a:lnTo>
                  <a:lnTo>
                    <a:pt x="4031" y="2259"/>
                  </a:lnTo>
                  <a:lnTo>
                    <a:pt x="4074" y="2251"/>
                  </a:lnTo>
                  <a:lnTo>
                    <a:pt x="4118" y="2242"/>
                  </a:lnTo>
                  <a:lnTo>
                    <a:pt x="4208" y="2230"/>
                  </a:lnTo>
                  <a:lnTo>
                    <a:pt x="4299" y="2219"/>
                  </a:lnTo>
                  <a:lnTo>
                    <a:pt x="4392" y="2212"/>
                  </a:lnTo>
                  <a:lnTo>
                    <a:pt x="5112" y="1955"/>
                  </a:lnTo>
                  <a:lnTo>
                    <a:pt x="5112" y="2067"/>
                  </a:lnTo>
                  <a:lnTo>
                    <a:pt x="4721" y="2207"/>
                  </a:lnTo>
                  <a:lnTo>
                    <a:pt x="4808" y="2212"/>
                  </a:lnTo>
                  <a:lnTo>
                    <a:pt x="4893" y="2218"/>
                  </a:lnTo>
                  <a:lnTo>
                    <a:pt x="4977" y="2227"/>
                  </a:lnTo>
                  <a:lnTo>
                    <a:pt x="5058" y="2238"/>
                  </a:lnTo>
                  <a:lnTo>
                    <a:pt x="5134" y="2251"/>
                  </a:lnTo>
                  <a:lnTo>
                    <a:pt x="5207" y="2267"/>
                  </a:lnTo>
                  <a:lnTo>
                    <a:pt x="5275" y="2283"/>
                  </a:lnTo>
                  <a:lnTo>
                    <a:pt x="5338" y="2303"/>
                  </a:lnTo>
                  <a:lnTo>
                    <a:pt x="5374" y="2317"/>
                  </a:lnTo>
                  <a:lnTo>
                    <a:pt x="5409" y="2331"/>
                  </a:lnTo>
                  <a:lnTo>
                    <a:pt x="5444" y="2346"/>
                  </a:lnTo>
                  <a:lnTo>
                    <a:pt x="5476" y="2362"/>
                  </a:lnTo>
                  <a:lnTo>
                    <a:pt x="5508" y="2381"/>
                  </a:lnTo>
                  <a:lnTo>
                    <a:pt x="5537" y="2401"/>
                  </a:lnTo>
                  <a:lnTo>
                    <a:pt x="5564" y="2420"/>
                  </a:lnTo>
                  <a:lnTo>
                    <a:pt x="5590" y="2442"/>
                  </a:lnTo>
                  <a:lnTo>
                    <a:pt x="5613" y="2463"/>
                  </a:lnTo>
                  <a:lnTo>
                    <a:pt x="5633" y="2487"/>
                  </a:lnTo>
                  <a:lnTo>
                    <a:pt x="5650" y="2512"/>
                  </a:lnTo>
                  <a:lnTo>
                    <a:pt x="5665" y="2536"/>
                  </a:lnTo>
                  <a:lnTo>
                    <a:pt x="5676" y="2562"/>
                  </a:lnTo>
                  <a:lnTo>
                    <a:pt x="5685" y="2589"/>
                  </a:lnTo>
                  <a:lnTo>
                    <a:pt x="5688" y="2603"/>
                  </a:lnTo>
                  <a:lnTo>
                    <a:pt x="5689" y="2617"/>
                  </a:lnTo>
                  <a:lnTo>
                    <a:pt x="5691" y="2632"/>
                  </a:lnTo>
                  <a:lnTo>
                    <a:pt x="5691" y="2646"/>
                  </a:lnTo>
                  <a:lnTo>
                    <a:pt x="5671" y="3023"/>
                  </a:lnTo>
                  <a:lnTo>
                    <a:pt x="5671" y="3034"/>
                  </a:lnTo>
                  <a:lnTo>
                    <a:pt x="5668" y="3044"/>
                  </a:lnTo>
                  <a:lnTo>
                    <a:pt x="5663" y="3057"/>
                  </a:lnTo>
                  <a:lnTo>
                    <a:pt x="5657" y="3069"/>
                  </a:lnTo>
                  <a:lnTo>
                    <a:pt x="5650" y="3082"/>
                  </a:lnTo>
                  <a:lnTo>
                    <a:pt x="5641" y="3096"/>
                  </a:lnTo>
                  <a:lnTo>
                    <a:pt x="5619" y="3125"/>
                  </a:lnTo>
                  <a:lnTo>
                    <a:pt x="5592" y="3154"/>
                  </a:lnTo>
                  <a:lnTo>
                    <a:pt x="5563" y="3181"/>
                  </a:lnTo>
                  <a:lnTo>
                    <a:pt x="5546" y="3195"/>
                  </a:lnTo>
                  <a:lnTo>
                    <a:pt x="5531" y="3207"/>
                  </a:lnTo>
                  <a:lnTo>
                    <a:pt x="5513" y="3219"/>
                  </a:lnTo>
                  <a:lnTo>
                    <a:pt x="5496" y="3230"/>
                  </a:lnTo>
                  <a:lnTo>
                    <a:pt x="5496" y="3328"/>
                  </a:lnTo>
                  <a:lnTo>
                    <a:pt x="5543" y="3338"/>
                  </a:lnTo>
                  <a:lnTo>
                    <a:pt x="5592" y="3352"/>
                  </a:lnTo>
                  <a:lnTo>
                    <a:pt x="5642" y="3369"/>
                  </a:lnTo>
                  <a:lnTo>
                    <a:pt x="5694" y="3387"/>
                  </a:lnTo>
                  <a:lnTo>
                    <a:pt x="5744" y="3408"/>
                  </a:lnTo>
                  <a:lnTo>
                    <a:pt x="5796" y="3430"/>
                  </a:lnTo>
                  <a:lnTo>
                    <a:pt x="5845" y="3455"/>
                  </a:lnTo>
                  <a:lnTo>
                    <a:pt x="5892" y="3483"/>
                  </a:lnTo>
                  <a:lnTo>
                    <a:pt x="5915" y="3497"/>
                  </a:lnTo>
                  <a:lnTo>
                    <a:pt x="5937" y="3512"/>
                  </a:lnTo>
                  <a:lnTo>
                    <a:pt x="5957" y="3527"/>
                  </a:lnTo>
                  <a:lnTo>
                    <a:pt x="5977" y="3544"/>
                  </a:lnTo>
                  <a:lnTo>
                    <a:pt x="5997" y="3559"/>
                  </a:lnTo>
                  <a:lnTo>
                    <a:pt x="6015" y="3577"/>
                  </a:lnTo>
                  <a:lnTo>
                    <a:pt x="6030" y="3594"/>
                  </a:lnTo>
                  <a:lnTo>
                    <a:pt x="6046" y="3612"/>
                  </a:lnTo>
                  <a:lnTo>
                    <a:pt x="6059" y="3632"/>
                  </a:lnTo>
                  <a:lnTo>
                    <a:pt x="6071" y="3652"/>
                  </a:lnTo>
                  <a:lnTo>
                    <a:pt x="6082" y="3672"/>
                  </a:lnTo>
                  <a:lnTo>
                    <a:pt x="6091" y="3691"/>
                  </a:lnTo>
                  <a:lnTo>
                    <a:pt x="6099" y="3713"/>
                  </a:lnTo>
                  <a:lnTo>
                    <a:pt x="6103" y="3734"/>
                  </a:lnTo>
                  <a:lnTo>
                    <a:pt x="6106" y="3757"/>
                  </a:lnTo>
                  <a:lnTo>
                    <a:pt x="6108" y="3780"/>
                  </a:lnTo>
                  <a:lnTo>
                    <a:pt x="6093" y="4291"/>
                  </a:lnTo>
                  <a:lnTo>
                    <a:pt x="6091" y="4303"/>
                  </a:lnTo>
                  <a:lnTo>
                    <a:pt x="6088" y="4315"/>
                  </a:lnTo>
                  <a:lnTo>
                    <a:pt x="6085" y="4326"/>
                  </a:lnTo>
                  <a:lnTo>
                    <a:pt x="6081" y="4338"/>
                  </a:lnTo>
                  <a:lnTo>
                    <a:pt x="6070" y="4358"/>
                  </a:lnTo>
                  <a:lnTo>
                    <a:pt x="6059" y="4373"/>
                  </a:lnTo>
                  <a:lnTo>
                    <a:pt x="6038" y="4399"/>
                  </a:lnTo>
                  <a:lnTo>
                    <a:pt x="6015" y="4425"/>
                  </a:lnTo>
                  <a:lnTo>
                    <a:pt x="5989" y="4449"/>
                  </a:lnTo>
                  <a:lnTo>
                    <a:pt x="5962" y="4472"/>
                  </a:lnTo>
                  <a:lnTo>
                    <a:pt x="5931" y="4495"/>
                  </a:lnTo>
                  <a:lnTo>
                    <a:pt x="5899" y="4516"/>
                  </a:lnTo>
                  <a:lnTo>
                    <a:pt x="5866" y="4536"/>
                  </a:lnTo>
                  <a:lnTo>
                    <a:pt x="5829" y="4556"/>
                  </a:lnTo>
                  <a:lnTo>
                    <a:pt x="5791" y="4574"/>
                  </a:lnTo>
                  <a:lnTo>
                    <a:pt x="5750" y="4593"/>
                  </a:lnTo>
                  <a:lnTo>
                    <a:pt x="5709" y="4609"/>
                  </a:lnTo>
                  <a:lnTo>
                    <a:pt x="5666" y="4624"/>
                  </a:lnTo>
                  <a:lnTo>
                    <a:pt x="5621" y="4640"/>
                  </a:lnTo>
                  <a:lnTo>
                    <a:pt x="5575" y="4655"/>
                  </a:lnTo>
                  <a:lnTo>
                    <a:pt x="5526" y="4667"/>
                  </a:lnTo>
                  <a:lnTo>
                    <a:pt x="5478" y="4679"/>
                  </a:lnTo>
                  <a:lnTo>
                    <a:pt x="5427" y="4691"/>
                  </a:lnTo>
                  <a:lnTo>
                    <a:pt x="5376" y="4702"/>
                  </a:lnTo>
                  <a:lnTo>
                    <a:pt x="5324" y="4711"/>
                  </a:lnTo>
                  <a:lnTo>
                    <a:pt x="5271" y="4720"/>
                  </a:lnTo>
                  <a:lnTo>
                    <a:pt x="5216" y="4728"/>
                  </a:lnTo>
                  <a:lnTo>
                    <a:pt x="5161" y="4736"/>
                  </a:lnTo>
                  <a:lnTo>
                    <a:pt x="5105" y="4742"/>
                  </a:lnTo>
                  <a:lnTo>
                    <a:pt x="5048" y="4748"/>
                  </a:lnTo>
                  <a:lnTo>
                    <a:pt x="4934" y="4755"/>
                  </a:lnTo>
                  <a:lnTo>
                    <a:pt x="4818" y="4761"/>
                  </a:lnTo>
                  <a:lnTo>
                    <a:pt x="4703" y="4763"/>
                  </a:lnTo>
                  <a:lnTo>
                    <a:pt x="4586" y="4761"/>
                  </a:lnTo>
                  <a:lnTo>
                    <a:pt x="4470" y="4755"/>
                  </a:lnTo>
                  <a:lnTo>
                    <a:pt x="4356" y="4748"/>
                  </a:lnTo>
                  <a:lnTo>
                    <a:pt x="4243" y="4737"/>
                  </a:lnTo>
                  <a:lnTo>
                    <a:pt x="4133" y="4722"/>
                  </a:lnTo>
                  <a:lnTo>
                    <a:pt x="4079" y="4714"/>
                  </a:lnTo>
                  <a:lnTo>
                    <a:pt x="4027" y="4705"/>
                  </a:lnTo>
                  <a:lnTo>
                    <a:pt x="3975" y="4695"/>
                  </a:lnTo>
                  <a:lnTo>
                    <a:pt x="3923" y="4684"/>
                  </a:lnTo>
                  <a:lnTo>
                    <a:pt x="3875" y="4673"/>
                  </a:lnTo>
                  <a:lnTo>
                    <a:pt x="3826" y="4661"/>
                  </a:lnTo>
                  <a:lnTo>
                    <a:pt x="3779" y="4647"/>
                  </a:lnTo>
                  <a:lnTo>
                    <a:pt x="3733" y="4634"/>
                  </a:lnTo>
                  <a:lnTo>
                    <a:pt x="3689" y="4620"/>
                  </a:lnTo>
                  <a:lnTo>
                    <a:pt x="3648" y="4605"/>
                  </a:lnTo>
                  <a:lnTo>
                    <a:pt x="3607" y="4588"/>
                  </a:lnTo>
                  <a:lnTo>
                    <a:pt x="3567" y="4573"/>
                  </a:lnTo>
                  <a:lnTo>
                    <a:pt x="3531" y="4554"/>
                  </a:lnTo>
                  <a:lnTo>
                    <a:pt x="3496" y="4536"/>
                  </a:lnTo>
                  <a:lnTo>
                    <a:pt x="3464" y="4518"/>
                  </a:lnTo>
                  <a:lnTo>
                    <a:pt x="3432" y="4498"/>
                  </a:lnTo>
                  <a:lnTo>
                    <a:pt x="3403" y="4478"/>
                  </a:lnTo>
                  <a:lnTo>
                    <a:pt x="3377" y="4457"/>
                  </a:lnTo>
                  <a:lnTo>
                    <a:pt x="3352" y="4436"/>
                  </a:lnTo>
                  <a:lnTo>
                    <a:pt x="3331" y="4413"/>
                  </a:lnTo>
                  <a:lnTo>
                    <a:pt x="3313" y="4390"/>
                  </a:lnTo>
                  <a:lnTo>
                    <a:pt x="3296" y="4366"/>
                  </a:lnTo>
                  <a:lnTo>
                    <a:pt x="3282" y="4341"/>
                  </a:lnTo>
                  <a:lnTo>
                    <a:pt x="3272" y="4317"/>
                  </a:lnTo>
                  <a:lnTo>
                    <a:pt x="3272" y="4076"/>
                  </a:lnTo>
                  <a:lnTo>
                    <a:pt x="3215" y="4063"/>
                  </a:lnTo>
                  <a:lnTo>
                    <a:pt x="3161" y="4046"/>
                  </a:lnTo>
                  <a:lnTo>
                    <a:pt x="3107" y="4029"/>
                  </a:lnTo>
                  <a:lnTo>
                    <a:pt x="3057" y="4013"/>
                  </a:lnTo>
                  <a:lnTo>
                    <a:pt x="3008" y="3993"/>
                  </a:lnTo>
                  <a:lnTo>
                    <a:pt x="2963" y="3973"/>
                  </a:lnTo>
                  <a:lnTo>
                    <a:pt x="2920" y="3952"/>
                  </a:lnTo>
                  <a:lnTo>
                    <a:pt x="2879" y="3930"/>
                  </a:lnTo>
                  <a:lnTo>
                    <a:pt x="2841" y="3908"/>
                  </a:lnTo>
                  <a:lnTo>
                    <a:pt x="2807" y="3883"/>
                  </a:lnTo>
                  <a:lnTo>
                    <a:pt x="2775" y="3857"/>
                  </a:lnTo>
                  <a:lnTo>
                    <a:pt x="2748" y="3831"/>
                  </a:lnTo>
                  <a:lnTo>
                    <a:pt x="2724" y="3804"/>
                  </a:lnTo>
                  <a:lnTo>
                    <a:pt x="2702" y="3777"/>
                  </a:lnTo>
                  <a:lnTo>
                    <a:pt x="2693" y="3761"/>
                  </a:lnTo>
                  <a:lnTo>
                    <a:pt x="2686" y="3746"/>
                  </a:lnTo>
                  <a:lnTo>
                    <a:pt x="2678" y="3732"/>
                  </a:lnTo>
                  <a:lnTo>
                    <a:pt x="2672" y="3717"/>
                  </a:lnTo>
                  <a:lnTo>
                    <a:pt x="2672" y="3207"/>
                  </a:lnTo>
                  <a:lnTo>
                    <a:pt x="2672" y="3201"/>
                  </a:lnTo>
                  <a:lnTo>
                    <a:pt x="1559" y="3599"/>
                  </a:lnTo>
                  <a:lnTo>
                    <a:pt x="88" y="2824"/>
                  </a:lnTo>
                  <a:lnTo>
                    <a:pt x="88" y="2703"/>
                  </a:lnTo>
                  <a:lnTo>
                    <a:pt x="1568" y="3483"/>
                  </a:lnTo>
                  <a:lnTo>
                    <a:pt x="2707" y="3076"/>
                  </a:lnTo>
                  <a:lnTo>
                    <a:pt x="2718" y="3060"/>
                  </a:lnTo>
                  <a:lnTo>
                    <a:pt x="2730" y="3043"/>
                  </a:lnTo>
                  <a:lnTo>
                    <a:pt x="2742" y="3026"/>
                  </a:lnTo>
                  <a:lnTo>
                    <a:pt x="2756" y="3009"/>
                  </a:lnTo>
                  <a:lnTo>
                    <a:pt x="2771" y="2994"/>
                  </a:lnTo>
                  <a:lnTo>
                    <a:pt x="2786" y="2979"/>
                  </a:lnTo>
                  <a:lnTo>
                    <a:pt x="2820" y="2950"/>
                  </a:lnTo>
                  <a:lnTo>
                    <a:pt x="2856" y="2921"/>
                  </a:lnTo>
                  <a:lnTo>
                    <a:pt x="2894" y="2895"/>
                  </a:lnTo>
                  <a:lnTo>
                    <a:pt x="2935" y="2869"/>
                  </a:lnTo>
                  <a:lnTo>
                    <a:pt x="2976" y="2847"/>
                  </a:lnTo>
                  <a:lnTo>
                    <a:pt x="2976" y="2828"/>
                  </a:lnTo>
                  <a:lnTo>
                    <a:pt x="1559" y="3334"/>
                  </a:lnTo>
                  <a:lnTo>
                    <a:pt x="0" y="2513"/>
                  </a:lnTo>
                  <a:lnTo>
                    <a:pt x="0" y="2393"/>
                  </a:lnTo>
                  <a:lnTo>
                    <a:pt x="1568" y="3218"/>
                  </a:lnTo>
                  <a:lnTo>
                    <a:pt x="2976" y="2716"/>
                  </a:lnTo>
                  <a:lnTo>
                    <a:pt x="2976" y="2565"/>
                  </a:lnTo>
                  <a:lnTo>
                    <a:pt x="1571" y="3066"/>
                  </a:lnTo>
                  <a:lnTo>
                    <a:pt x="1571" y="2953"/>
                  </a:lnTo>
                  <a:lnTo>
                    <a:pt x="2976" y="2452"/>
                  </a:lnTo>
                  <a:lnTo>
                    <a:pt x="2976" y="2300"/>
                  </a:lnTo>
                  <a:lnTo>
                    <a:pt x="1559" y="2805"/>
                  </a:lnTo>
                  <a:lnTo>
                    <a:pt x="0" y="1985"/>
                  </a:lnTo>
                  <a:lnTo>
                    <a:pt x="0" y="1865"/>
                  </a:lnTo>
                  <a:lnTo>
                    <a:pt x="1568" y="2690"/>
                  </a:lnTo>
                  <a:lnTo>
                    <a:pt x="2976" y="2187"/>
                  </a:lnTo>
                  <a:lnTo>
                    <a:pt x="2976" y="2037"/>
                  </a:lnTo>
                  <a:lnTo>
                    <a:pt x="1685" y="2496"/>
                  </a:lnTo>
                  <a:lnTo>
                    <a:pt x="1685" y="2384"/>
                  </a:lnTo>
                  <a:lnTo>
                    <a:pt x="2976" y="1924"/>
                  </a:lnTo>
                  <a:lnTo>
                    <a:pt x="2976" y="1754"/>
                  </a:lnTo>
                  <a:lnTo>
                    <a:pt x="1542" y="2268"/>
                  </a:lnTo>
                  <a:lnTo>
                    <a:pt x="20" y="1457"/>
                  </a:lnTo>
                  <a:lnTo>
                    <a:pt x="20" y="1216"/>
                  </a:lnTo>
                  <a:lnTo>
                    <a:pt x="1183" y="825"/>
                  </a:lnTo>
                  <a:lnTo>
                    <a:pt x="1183" y="682"/>
                  </a:lnTo>
                  <a:lnTo>
                    <a:pt x="2039" y="388"/>
                  </a:lnTo>
                  <a:lnTo>
                    <a:pt x="2209" y="478"/>
                  </a:lnTo>
                  <a:close/>
                  <a:moveTo>
                    <a:pt x="3333" y="1082"/>
                  </a:moveTo>
                  <a:lnTo>
                    <a:pt x="3333" y="1082"/>
                  </a:lnTo>
                  <a:lnTo>
                    <a:pt x="3349" y="1067"/>
                  </a:lnTo>
                  <a:lnTo>
                    <a:pt x="3365" y="1052"/>
                  </a:lnTo>
                  <a:lnTo>
                    <a:pt x="3378" y="1038"/>
                  </a:lnTo>
                  <a:lnTo>
                    <a:pt x="3390" y="1024"/>
                  </a:lnTo>
                  <a:lnTo>
                    <a:pt x="3401" y="1011"/>
                  </a:lnTo>
                  <a:lnTo>
                    <a:pt x="3409" y="999"/>
                  </a:lnTo>
                  <a:lnTo>
                    <a:pt x="3416" y="986"/>
                  </a:lnTo>
                  <a:lnTo>
                    <a:pt x="3422" y="974"/>
                  </a:lnTo>
                  <a:lnTo>
                    <a:pt x="3427" y="962"/>
                  </a:lnTo>
                  <a:lnTo>
                    <a:pt x="3430" y="951"/>
                  </a:lnTo>
                  <a:lnTo>
                    <a:pt x="3432" y="941"/>
                  </a:lnTo>
                  <a:lnTo>
                    <a:pt x="3433" y="932"/>
                  </a:lnTo>
                  <a:lnTo>
                    <a:pt x="3433" y="922"/>
                  </a:lnTo>
                  <a:lnTo>
                    <a:pt x="3433" y="913"/>
                  </a:lnTo>
                  <a:lnTo>
                    <a:pt x="3430" y="906"/>
                  </a:lnTo>
                  <a:lnTo>
                    <a:pt x="3429" y="898"/>
                  </a:lnTo>
                  <a:lnTo>
                    <a:pt x="3424" y="889"/>
                  </a:lnTo>
                  <a:lnTo>
                    <a:pt x="3418" y="880"/>
                  </a:lnTo>
                  <a:lnTo>
                    <a:pt x="3410" y="871"/>
                  </a:lnTo>
                  <a:lnTo>
                    <a:pt x="3403" y="863"/>
                  </a:lnTo>
                  <a:lnTo>
                    <a:pt x="3392" y="854"/>
                  </a:lnTo>
                  <a:lnTo>
                    <a:pt x="3381" y="846"/>
                  </a:lnTo>
                  <a:lnTo>
                    <a:pt x="3355" y="830"/>
                  </a:lnTo>
                  <a:lnTo>
                    <a:pt x="3325" y="816"/>
                  </a:lnTo>
                  <a:lnTo>
                    <a:pt x="3291" y="802"/>
                  </a:lnTo>
                  <a:lnTo>
                    <a:pt x="3252" y="790"/>
                  </a:lnTo>
                  <a:lnTo>
                    <a:pt x="3209" y="779"/>
                  </a:lnTo>
                  <a:lnTo>
                    <a:pt x="3162" y="770"/>
                  </a:lnTo>
                  <a:lnTo>
                    <a:pt x="3110" y="763"/>
                  </a:lnTo>
                  <a:lnTo>
                    <a:pt x="3056" y="757"/>
                  </a:lnTo>
                  <a:lnTo>
                    <a:pt x="2996" y="752"/>
                  </a:lnTo>
                  <a:lnTo>
                    <a:pt x="2935" y="750"/>
                  </a:lnTo>
                  <a:lnTo>
                    <a:pt x="2870" y="750"/>
                  </a:lnTo>
                  <a:lnTo>
                    <a:pt x="2801" y="753"/>
                  </a:lnTo>
                  <a:lnTo>
                    <a:pt x="2730" y="758"/>
                  </a:lnTo>
                  <a:lnTo>
                    <a:pt x="3333" y="1082"/>
                  </a:lnTo>
                  <a:close/>
                  <a:moveTo>
                    <a:pt x="2546" y="659"/>
                  </a:moveTo>
                  <a:lnTo>
                    <a:pt x="2546" y="659"/>
                  </a:lnTo>
                  <a:lnTo>
                    <a:pt x="2631" y="648"/>
                  </a:lnTo>
                  <a:lnTo>
                    <a:pt x="2716" y="639"/>
                  </a:lnTo>
                  <a:lnTo>
                    <a:pt x="2800" y="633"/>
                  </a:lnTo>
                  <a:lnTo>
                    <a:pt x="2882" y="629"/>
                  </a:lnTo>
                  <a:lnTo>
                    <a:pt x="2961" y="629"/>
                  </a:lnTo>
                  <a:lnTo>
                    <a:pt x="3037" y="632"/>
                  </a:lnTo>
                  <a:lnTo>
                    <a:pt x="3110" y="638"/>
                  </a:lnTo>
                  <a:lnTo>
                    <a:pt x="3145" y="642"/>
                  </a:lnTo>
                  <a:lnTo>
                    <a:pt x="3180" y="647"/>
                  </a:lnTo>
                  <a:lnTo>
                    <a:pt x="3214" y="653"/>
                  </a:lnTo>
                  <a:lnTo>
                    <a:pt x="3246" y="659"/>
                  </a:lnTo>
                  <a:lnTo>
                    <a:pt x="3276" y="667"/>
                  </a:lnTo>
                  <a:lnTo>
                    <a:pt x="3305" y="676"/>
                  </a:lnTo>
                  <a:lnTo>
                    <a:pt x="3334" y="685"/>
                  </a:lnTo>
                  <a:lnTo>
                    <a:pt x="3360" y="696"/>
                  </a:lnTo>
                  <a:lnTo>
                    <a:pt x="3386" y="706"/>
                  </a:lnTo>
                  <a:lnTo>
                    <a:pt x="3410" y="718"/>
                  </a:lnTo>
                  <a:lnTo>
                    <a:pt x="3433" y="732"/>
                  </a:lnTo>
                  <a:lnTo>
                    <a:pt x="3453" y="746"/>
                  </a:lnTo>
                  <a:lnTo>
                    <a:pt x="3473" y="761"/>
                  </a:lnTo>
                  <a:lnTo>
                    <a:pt x="3489" y="776"/>
                  </a:lnTo>
                  <a:lnTo>
                    <a:pt x="3505" y="795"/>
                  </a:lnTo>
                  <a:lnTo>
                    <a:pt x="3518" y="811"/>
                  </a:lnTo>
                  <a:lnTo>
                    <a:pt x="3531" y="831"/>
                  </a:lnTo>
                  <a:lnTo>
                    <a:pt x="3540" y="851"/>
                  </a:lnTo>
                  <a:lnTo>
                    <a:pt x="3547" y="871"/>
                  </a:lnTo>
                  <a:lnTo>
                    <a:pt x="3553" y="890"/>
                  </a:lnTo>
                  <a:lnTo>
                    <a:pt x="3556" y="910"/>
                  </a:lnTo>
                  <a:lnTo>
                    <a:pt x="3558" y="930"/>
                  </a:lnTo>
                  <a:lnTo>
                    <a:pt x="3558" y="950"/>
                  </a:lnTo>
                  <a:lnTo>
                    <a:pt x="3556" y="968"/>
                  </a:lnTo>
                  <a:lnTo>
                    <a:pt x="3552" y="988"/>
                  </a:lnTo>
                  <a:lnTo>
                    <a:pt x="3546" y="1006"/>
                  </a:lnTo>
                  <a:lnTo>
                    <a:pt x="3540" y="1024"/>
                  </a:lnTo>
                  <a:lnTo>
                    <a:pt x="3531" y="1043"/>
                  </a:lnTo>
                  <a:lnTo>
                    <a:pt x="3520" y="1059"/>
                  </a:lnTo>
                  <a:lnTo>
                    <a:pt x="3509" y="1078"/>
                  </a:lnTo>
                  <a:lnTo>
                    <a:pt x="3496" y="1094"/>
                  </a:lnTo>
                  <a:lnTo>
                    <a:pt x="3482" y="1111"/>
                  </a:lnTo>
                  <a:lnTo>
                    <a:pt x="3467" y="1128"/>
                  </a:lnTo>
                  <a:lnTo>
                    <a:pt x="3450" y="1145"/>
                  </a:lnTo>
                  <a:lnTo>
                    <a:pt x="3652" y="1254"/>
                  </a:lnTo>
                  <a:lnTo>
                    <a:pt x="4767" y="855"/>
                  </a:lnTo>
                  <a:lnTo>
                    <a:pt x="3610" y="263"/>
                  </a:lnTo>
                  <a:lnTo>
                    <a:pt x="2503" y="636"/>
                  </a:lnTo>
                  <a:lnTo>
                    <a:pt x="2546" y="659"/>
                  </a:lnTo>
                  <a:close/>
                  <a:moveTo>
                    <a:pt x="1790" y="1021"/>
                  </a:moveTo>
                  <a:lnTo>
                    <a:pt x="1790" y="1021"/>
                  </a:lnTo>
                  <a:lnTo>
                    <a:pt x="1734" y="1053"/>
                  </a:lnTo>
                  <a:lnTo>
                    <a:pt x="1685" y="1087"/>
                  </a:lnTo>
                  <a:lnTo>
                    <a:pt x="1662" y="1102"/>
                  </a:lnTo>
                  <a:lnTo>
                    <a:pt x="1641" y="1119"/>
                  </a:lnTo>
                  <a:lnTo>
                    <a:pt x="1623" y="1136"/>
                  </a:lnTo>
                  <a:lnTo>
                    <a:pt x="1605" y="1151"/>
                  </a:lnTo>
                  <a:lnTo>
                    <a:pt x="1589" y="1168"/>
                  </a:lnTo>
                  <a:lnTo>
                    <a:pt x="1574" y="1184"/>
                  </a:lnTo>
                  <a:lnTo>
                    <a:pt x="1562" y="1200"/>
                  </a:lnTo>
                  <a:lnTo>
                    <a:pt x="1551" y="1215"/>
                  </a:lnTo>
                  <a:lnTo>
                    <a:pt x="1544" y="1230"/>
                  </a:lnTo>
                  <a:lnTo>
                    <a:pt x="1536" y="1245"/>
                  </a:lnTo>
                  <a:lnTo>
                    <a:pt x="1532" y="1260"/>
                  </a:lnTo>
                  <a:lnTo>
                    <a:pt x="1529" y="1276"/>
                  </a:lnTo>
                  <a:lnTo>
                    <a:pt x="1529" y="1286"/>
                  </a:lnTo>
                  <a:lnTo>
                    <a:pt x="1530" y="1298"/>
                  </a:lnTo>
                  <a:lnTo>
                    <a:pt x="1533" y="1311"/>
                  </a:lnTo>
                  <a:lnTo>
                    <a:pt x="1538" y="1323"/>
                  </a:lnTo>
                  <a:lnTo>
                    <a:pt x="1545" y="1335"/>
                  </a:lnTo>
                  <a:lnTo>
                    <a:pt x="1554" y="1347"/>
                  </a:lnTo>
                  <a:lnTo>
                    <a:pt x="1567" y="1358"/>
                  </a:lnTo>
                  <a:lnTo>
                    <a:pt x="1582" y="1370"/>
                  </a:lnTo>
                  <a:lnTo>
                    <a:pt x="1599" y="1382"/>
                  </a:lnTo>
                  <a:lnTo>
                    <a:pt x="1618" y="1393"/>
                  </a:lnTo>
                  <a:lnTo>
                    <a:pt x="1641" y="1403"/>
                  </a:lnTo>
                  <a:lnTo>
                    <a:pt x="1667" y="1414"/>
                  </a:lnTo>
                  <a:lnTo>
                    <a:pt x="1696" y="1423"/>
                  </a:lnTo>
                  <a:lnTo>
                    <a:pt x="1728" y="1432"/>
                  </a:lnTo>
                  <a:lnTo>
                    <a:pt x="1764" y="1440"/>
                  </a:lnTo>
                  <a:lnTo>
                    <a:pt x="1804" y="1448"/>
                  </a:lnTo>
                  <a:lnTo>
                    <a:pt x="1842" y="1452"/>
                  </a:lnTo>
                  <a:lnTo>
                    <a:pt x="1882" y="1457"/>
                  </a:lnTo>
                  <a:lnTo>
                    <a:pt x="1923" y="1460"/>
                  </a:lnTo>
                  <a:lnTo>
                    <a:pt x="1965" y="1463"/>
                  </a:lnTo>
                  <a:lnTo>
                    <a:pt x="2008" y="1464"/>
                  </a:lnTo>
                  <a:lnTo>
                    <a:pt x="2052" y="1464"/>
                  </a:lnTo>
                  <a:lnTo>
                    <a:pt x="2098" y="1463"/>
                  </a:lnTo>
                  <a:lnTo>
                    <a:pt x="2144" y="1461"/>
                  </a:lnTo>
                  <a:lnTo>
                    <a:pt x="2191" y="1458"/>
                  </a:lnTo>
                  <a:lnTo>
                    <a:pt x="2238" y="1455"/>
                  </a:lnTo>
                  <a:lnTo>
                    <a:pt x="2335" y="1445"/>
                  </a:lnTo>
                  <a:lnTo>
                    <a:pt x="2433" y="1431"/>
                  </a:lnTo>
                  <a:lnTo>
                    <a:pt x="2530" y="1413"/>
                  </a:lnTo>
                  <a:lnTo>
                    <a:pt x="1790" y="1021"/>
                  </a:lnTo>
                  <a:close/>
                  <a:moveTo>
                    <a:pt x="1408" y="1260"/>
                  </a:moveTo>
                  <a:lnTo>
                    <a:pt x="1408" y="1260"/>
                  </a:lnTo>
                  <a:lnTo>
                    <a:pt x="1411" y="1239"/>
                  </a:lnTo>
                  <a:lnTo>
                    <a:pt x="1417" y="1219"/>
                  </a:lnTo>
                  <a:lnTo>
                    <a:pt x="1423" y="1198"/>
                  </a:lnTo>
                  <a:lnTo>
                    <a:pt x="1433" y="1178"/>
                  </a:lnTo>
                  <a:lnTo>
                    <a:pt x="1443" y="1158"/>
                  </a:lnTo>
                  <a:lnTo>
                    <a:pt x="1455" y="1139"/>
                  </a:lnTo>
                  <a:lnTo>
                    <a:pt x="1471" y="1119"/>
                  </a:lnTo>
                  <a:lnTo>
                    <a:pt x="1486" y="1099"/>
                  </a:lnTo>
                  <a:lnTo>
                    <a:pt x="1503" y="1079"/>
                  </a:lnTo>
                  <a:lnTo>
                    <a:pt x="1521" y="1061"/>
                  </a:lnTo>
                  <a:lnTo>
                    <a:pt x="1542" y="1043"/>
                  </a:lnTo>
                  <a:lnTo>
                    <a:pt x="1564" y="1024"/>
                  </a:lnTo>
                  <a:lnTo>
                    <a:pt x="1586" y="1006"/>
                  </a:lnTo>
                  <a:lnTo>
                    <a:pt x="1611" y="988"/>
                  </a:lnTo>
                  <a:lnTo>
                    <a:pt x="1635" y="971"/>
                  </a:lnTo>
                  <a:lnTo>
                    <a:pt x="1662" y="953"/>
                  </a:lnTo>
                  <a:lnTo>
                    <a:pt x="1623" y="933"/>
                  </a:lnTo>
                  <a:lnTo>
                    <a:pt x="356" y="1359"/>
                  </a:lnTo>
                  <a:lnTo>
                    <a:pt x="1562" y="2002"/>
                  </a:lnTo>
                  <a:lnTo>
                    <a:pt x="2803" y="1557"/>
                  </a:lnTo>
                  <a:lnTo>
                    <a:pt x="2695" y="1499"/>
                  </a:lnTo>
                  <a:lnTo>
                    <a:pt x="2634" y="1515"/>
                  </a:lnTo>
                  <a:lnTo>
                    <a:pt x="2573" y="1528"/>
                  </a:lnTo>
                  <a:lnTo>
                    <a:pt x="2514" y="1539"/>
                  </a:lnTo>
                  <a:lnTo>
                    <a:pt x="2454" y="1550"/>
                  </a:lnTo>
                  <a:lnTo>
                    <a:pt x="2395" y="1559"/>
                  </a:lnTo>
                  <a:lnTo>
                    <a:pt x="2337" y="1566"/>
                  </a:lnTo>
                  <a:lnTo>
                    <a:pt x="2281" y="1574"/>
                  </a:lnTo>
                  <a:lnTo>
                    <a:pt x="2224" y="1579"/>
                  </a:lnTo>
                  <a:lnTo>
                    <a:pt x="2169" y="1582"/>
                  </a:lnTo>
                  <a:lnTo>
                    <a:pt x="2116" y="1585"/>
                  </a:lnTo>
                  <a:lnTo>
                    <a:pt x="2064" y="1586"/>
                  </a:lnTo>
                  <a:lnTo>
                    <a:pt x="2014" y="1586"/>
                  </a:lnTo>
                  <a:lnTo>
                    <a:pt x="1964" y="1585"/>
                  </a:lnTo>
                  <a:lnTo>
                    <a:pt x="1917" y="1582"/>
                  </a:lnTo>
                  <a:lnTo>
                    <a:pt x="1871" y="1579"/>
                  </a:lnTo>
                  <a:lnTo>
                    <a:pt x="1827" y="1574"/>
                  </a:lnTo>
                  <a:lnTo>
                    <a:pt x="1784" y="1568"/>
                  </a:lnTo>
                  <a:lnTo>
                    <a:pt x="1746" y="1560"/>
                  </a:lnTo>
                  <a:lnTo>
                    <a:pt x="1708" y="1551"/>
                  </a:lnTo>
                  <a:lnTo>
                    <a:pt x="1672" y="1542"/>
                  </a:lnTo>
                  <a:lnTo>
                    <a:pt x="1635" y="1531"/>
                  </a:lnTo>
                  <a:lnTo>
                    <a:pt x="1602" y="1518"/>
                  </a:lnTo>
                  <a:lnTo>
                    <a:pt x="1570" y="1504"/>
                  </a:lnTo>
                  <a:lnTo>
                    <a:pt x="1539" y="1487"/>
                  </a:lnTo>
                  <a:lnTo>
                    <a:pt x="1510" y="1469"/>
                  </a:lnTo>
                  <a:lnTo>
                    <a:pt x="1486" y="1451"/>
                  </a:lnTo>
                  <a:lnTo>
                    <a:pt x="1463" y="1429"/>
                  </a:lnTo>
                  <a:lnTo>
                    <a:pt x="1454" y="1417"/>
                  </a:lnTo>
                  <a:lnTo>
                    <a:pt x="1445" y="1405"/>
                  </a:lnTo>
                  <a:lnTo>
                    <a:pt x="1436" y="1393"/>
                  </a:lnTo>
                  <a:lnTo>
                    <a:pt x="1428" y="1381"/>
                  </a:lnTo>
                  <a:lnTo>
                    <a:pt x="1422" y="1367"/>
                  </a:lnTo>
                  <a:lnTo>
                    <a:pt x="1417" y="1353"/>
                  </a:lnTo>
                  <a:lnTo>
                    <a:pt x="1413" y="1340"/>
                  </a:lnTo>
                  <a:lnTo>
                    <a:pt x="1410" y="1324"/>
                  </a:lnTo>
                  <a:lnTo>
                    <a:pt x="1407" y="1309"/>
                  </a:lnTo>
                  <a:lnTo>
                    <a:pt x="1407" y="1294"/>
                  </a:lnTo>
                  <a:lnTo>
                    <a:pt x="1407" y="1277"/>
                  </a:lnTo>
                  <a:lnTo>
                    <a:pt x="1408" y="1260"/>
                  </a:lnTo>
                  <a:close/>
                  <a:moveTo>
                    <a:pt x="4044" y="2813"/>
                  </a:moveTo>
                  <a:lnTo>
                    <a:pt x="4044" y="2813"/>
                  </a:lnTo>
                  <a:lnTo>
                    <a:pt x="3992" y="2802"/>
                  </a:lnTo>
                  <a:lnTo>
                    <a:pt x="3945" y="2790"/>
                  </a:lnTo>
                  <a:lnTo>
                    <a:pt x="3899" y="2778"/>
                  </a:lnTo>
                  <a:lnTo>
                    <a:pt x="3859" y="2766"/>
                  </a:lnTo>
                  <a:lnTo>
                    <a:pt x="3821" y="2752"/>
                  </a:lnTo>
                  <a:lnTo>
                    <a:pt x="3788" y="2740"/>
                  </a:lnTo>
                  <a:lnTo>
                    <a:pt x="3759" y="2726"/>
                  </a:lnTo>
                  <a:lnTo>
                    <a:pt x="3731" y="2714"/>
                  </a:lnTo>
                  <a:lnTo>
                    <a:pt x="3709" y="2700"/>
                  </a:lnTo>
                  <a:lnTo>
                    <a:pt x="3690" y="2687"/>
                  </a:lnTo>
                  <a:lnTo>
                    <a:pt x="3674" y="2673"/>
                  </a:lnTo>
                  <a:lnTo>
                    <a:pt x="3661" y="2659"/>
                  </a:lnTo>
                  <a:lnTo>
                    <a:pt x="3652" y="2646"/>
                  </a:lnTo>
                  <a:lnTo>
                    <a:pt x="3648" y="2632"/>
                  </a:lnTo>
                  <a:lnTo>
                    <a:pt x="3645" y="2618"/>
                  </a:lnTo>
                  <a:lnTo>
                    <a:pt x="3646" y="2605"/>
                  </a:lnTo>
                  <a:lnTo>
                    <a:pt x="3649" y="2591"/>
                  </a:lnTo>
                  <a:lnTo>
                    <a:pt x="3657" y="2577"/>
                  </a:lnTo>
                  <a:lnTo>
                    <a:pt x="3668" y="2562"/>
                  </a:lnTo>
                  <a:lnTo>
                    <a:pt x="3681" y="2548"/>
                  </a:lnTo>
                  <a:lnTo>
                    <a:pt x="3698" y="2536"/>
                  </a:lnTo>
                  <a:lnTo>
                    <a:pt x="3718" y="2522"/>
                  </a:lnTo>
                  <a:lnTo>
                    <a:pt x="3741" y="2509"/>
                  </a:lnTo>
                  <a:lnTo>
                    <a:pt x="3766" y="2495"/>
                  </a:lnTo>
                  <a:lnTo>
                    <a:pt x="3795" y="2483"/>
                  </a:lnTo>
                  <a:lnTo>
                    <a:pt x="3827" y="2469"/>
                  </a:lnTo>
                  <a:lnTo>
                    <a:pt x="3861" y="2457"/>
                  </a:lnTo>
                  <a:lnTo>
                    <a:pt x="3899" y="2445"/>
                  </a:lnTo>
                  <a:lnTo>
                    <a:pt x="3939" y="2432"/>
                  </a:lnTo>
                  <a:lnTo>
                    <a:pt x="3981" y="2420"/>
                  </a:lnTo>
                  <a:lnTo>
                    <a:pt x="4027" y="2408"/>
                  </a:lnTo>
                  <a:lnTo>
                    <a:pt x="4076" y="2397"/>
                  </a:lnTo>
                  <a:lnTo>
                    <a:pt x="4133" y="2385"/>
                  </a:lnTo>
                  <a:lnTo>
                    <a:pt x="4193" y="2375"/>
                  </a:lnTo>
                  <a:lnTo>
                    <a:pt x="4254" y="2366"/>
                  </a:lnTo>
                  <a:lnTo>
                    <a:pt x="4315" y="2358"/>
                  </a:lnTo>
                  <a:lnTo>
                    <a:pt x="4377" y="2352"/>
                  </a:lnTo>
                  <a:lnTo>
                    <a:pt x="4438" y="2347"/>
                  </a:lnTo>
                  <a:lnTo>
                    <a:pt x="4500" y="2344"/>
                  </a:lnTo>
                  <a:lnTo>
                    <a:pt x="4563" y="2343"/>
                  </a:lnTo>
                  <a:lnTo>
                    <a:pt x="4624" y="2343"/>
                  </a:lnTo>
                  <a:lnTo>
                    <a:pt x="4685" y="2343"/>
                  </a:lnTo>
                  <a:lnTo>
                    <a:pt x="4745" y="2346"/>
                  </a:lnTo>
                  <a:lnTo>
                    <a:pt x="4805" y="2349"/>
                  </a:lnTo>
                  <a:lnTo>
                    <a:pt x="4864" y="2353"/>
                  </a:lnTo>
                  <a:lnTo>
                    <a:pt x="4921" y="2359"/>
                  </a:lnTo>
                  <a:lnTo>
                    <a:pt x="4977" y="2366"/>
                  </a:lnTo>
                  <a:lnTo>
                    <a:pt x="5032" y="2375"/>
                  </a:lnTo>
                  <a:lnTo>
                    <a:pt x="4044" y="2813"/>
                  </a:lnTo>
                  <a:close/>
                  <a:moveTo>
                    <a:pt x="2672" y="3466"/>
                  </a:moveTo>
                  <a:lnTo>
                    <a:pt x="1559" y="3862"/>
                  </a:lnTo>
                  <a:lnTo>
                    <a:pt x="0" y="3041"/>
                  </a:lnTo>
                  <a:lnTo>
                    <a:pt x="0" y="2921"/>
                  </a:lnTo>
                  <a:lnTo>
                    <a:pt x="1568" y="3748"/>
                  </a:lnTo>
                  <a:lnTo>
                    <a:pt x="2672" y="3353"/>
                  </a:lnTo>
                  <a:lnTo>
                    <a:pt x="2672" y="3466"/>
                  </a:lnTo>
                  <a:close/>
                  <a:moveTo>
                    <a:pt x="1544" y="2533"/>
                  </a:moveTo>
                  <a:lnTo>
                    <a:pt x="76" y="1761"/>
                  </a:lnTo>
                  <a:lnTo>
                    <a:pt x="76" y="1641"/>
                  </a:lnTo>
                  <a:lnTo>
                    <a:pt x="1544" y="2413"/>
                  </a:lnTo>
                  <a:lnTo>
                    <a:pt x="1544" y="2533"/>
                  </a:lnTo>
                  <a:close/>
                  <a:moveTo>
                    <a:pt x="1430" y="3002"/>
                  </a:moveTo>
                  <a:lnTo>
                    <a:pt x="88" y="2295"/>
                  </a:lnTo>
                  <a:lnTo>
                    <a:pt x="88" y="2175"/>
                  </a:lnTo>
                  <a:lnTo>
                    <a:pt x="1430" y="2882"/>
                  </a:lnTo>
                  <a:lnTo>
                    <a:pt x="1430" y="3002"/>
                  </a:lnTo>
                  <a:close/>
                </a:path>
              </a:pathLst>
            </a:custGeom>
            <a:solidFill>
              <a:srgbClr val="646464"/>
            </a:solidFill>
            <a:ln w="9525">
              <a:noFill/>
              <a:round/>
              <a:headEnd/>
              <a:tailEnd/>
            </a:ln>
          </p:spPr>
          <p:txBody>
            <a:bodyPr vert="horz" wrap="square" lIns="91440" tIns="45720" rIns="91440" bIns="45720" anchor="t"/>
            <a:lstStyle/>
            <a:p>
              <a:pPr marL="0" marR="0" lvl="0" indent="0" defTabSz="914077"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grpSp>
      <p:sp>
        <p:nvSpPr>
          <p:cNvPr id="22" name="Oval 1">
            <a:extLst>
              <a:ext uri="{FF2B5EF4-FFF2-40B4-BE49-F238E27FC236}">
                <a16:creationId xmlns:a16="http://schemas.microsoft.com/office/drawing/2014/main" id="{C29C6A83-AE0F-F8C3-477A-579E697A4ED2}"/>
              </a:ext>
            </a:extLst>
          </p:cNvPr>
          <p:cNvSpPr>
            <a:spLocks/>
          </p:cNvSpPr>
          <p:nvPr/>
        </p:nvSpPr>
        <p:spPr bwMode="gray">
          <a:xfrm rot="10800000">
            <a:off x="9307268" y="4803851"/>
            <a:ext cx="1015573" cy="1015572"/>
          </a:xfrm>
          <a:prstGeom prst="ellipse">
            <a:avLst/>
          </a:prstGeom>
          <a:solidFill>
            <a:srgbClr val="FFE600">
              <a:lumMod val="20000"/>
              <a:lumOff val="80000"/>
              <a:alpha val="3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23" name="Oval 1">
            <a:extLst>
              <a:ext uri="{FF2B5EF4-FFF2-40B4-BE49-F238E27FC236}">
                <a16:creationId xmlns:a16="http://schemas.microsoft.com/office/drawing/2014/main" id="{64D2DA4A-2584-37FC-5530-385CF680E31F}"/>
              </a:ext>
            </a:extLst>
          </p:cNvPr>
          <p:cNvSpPr>
            <a:spLocks/>
          </p:cNvSpPr>
          <p:nvPr/>
        </p:nvSpPr>
        <p:spPr bwMode="gray">
          <a:xfrm rot="10800000">
            <a:off x="10433775" y="4829625"/>
            <a:ext cx="1015573" cy="1015572"/>
          </a:xfrm>
          <a:prstGeom prst="ellipse">
            <a:avLst/>
          </a:prstGeom>
          <a:solidFill>
            <a:srgbClr val="FFE600">
              <a:lumMod val="20000"/>
              <a:lumOff val="80000"/>
              <a:alpha val="3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24" name="Oval 1">
            <a:extLst>
              <a:ext uri="{FF2B5EF4-FFF2-40B4-BE49-F238E27FC236}">
                <a16:creationId xmlns:a16="http://schemas.microsoft.com/office/drawing/2014/main" id="{97540248-B273-5F42-B043-0B80C5DA2A07}"/>
              </a:ext>
            </a:extLst>
          </p:cNvPr>
          <p:cNvSpPr>
            <a:spLocks/>
          </p:cNvSpPr>
          <p:nvPr/>
        </p:nvSpPr>
        <p:spPr bwMode="gray">
          <a:xfrm rot="10800000">
            <a:off x="10569930" y="4900076"/>
            <a:ext cx="894843" cy="894843"/>
          </a:xfrm>
          <a:prstGeom prst="ellipse">
            <a:avLst/>
          </a:prstGeom>
          <a:solidFill>
            <a:srgbClr val="FFE600">
              <a:lumMod val="40000"/>
              <a:lumOff val="60000"/>
              <a:alpha val="48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25" name="Oval 1">
            <a:extLst>
              <a:ext uri="{FF2B5EF4-FFF2-40B4-BE49-F238E27FC236}">
                <a16:creationId xmlns:a16="http://schemas.microsoft.com/office/drawing/2014/main" id="{163BBA02-ADAF-00D1-EE69-A1885B59EADD}"/>
              </a:ext>
            </a:extLst>
          </p:cNvPr>
          <p:cNvSpPr>
            <a:spLocks noChangeAspect="1"/>
          </p:cNvSpPr>
          <p:nvPr/>
        </p:nvSpPr>
        <p:spPr bwMode="gray">
          <a:xfrm rot="10800000">
            <a:off x="10622683" y="4952830"/>
            <a:ext cx="789337" cy="789336"/>
          </a:xfrm>
          <a:prstGeom prst="ellipse">
            <a:avLst/>
          </a:prstGeom>
          <a:solidFill>
            <a:srgbClr val="FFE600">
              <a:lumMod val="60000"/>
              <a:lumOff val="400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26" name="Oval 1">
            <a:extLst>
              <a:ext uri="{FF2B5EF4-FFF2-40B4-BE49-F238E27FC236}">
                <a16:creationId xmlns:a16="http://schemas.microsoft.com/office/drawing/2014/main" id="{0F0E64A7-A216-4DDD-D203-F8960D004313}"/>
              </a:ext>
            </a:extLst>
          </p:cNvPr>
          <p:cNvSpPr>
            <a:spLocks/>
          </p:cNvSpPr>
          <p:nvPr/>
        </p:nvSpPr>
        <p:spPr bwMode="gray">
          <a:xfrm rot="10800000">
            <a:off x="10673430" y="5003575"/>
            <a:ext cx="687844" cy="687846"/>
          </a:xfrm>
          <a:prstGeom prst="ellipse">
            <a:avLst/>
          </a:prstGeom>
          <a:solidFill>
            <a:srgbClr val="FFE600">
              <a:alpha val="71000"/>
            </a:srgbClr>
          </a:solidFill>
          <a:ln w="9525">
            <a:noFill/>
            <a:round/>
            <a:headEnd type="triangle" w="med" len="med"/>
            <a:tailEnd type="triangle" w="med" len="med"/>
          </a:ln>
          <a:effectLst/>
        </p:spPr>
        <p:txBody>
          <a:bodyPr wrap="none" lIns="0" tIns="0" rIns="0" bIns="0" anchor="ctr"/>
          <a:lstStyle/>
          <a:p>
            <a:pPr defTabSz="1180708">
              <a:lnSpc>
                <a:spcPct val="90000"/>
              </a:lnSpc>
              <a:spcAft>
                <a:spcPts val="1000"/>
              </a:spcAft>
            </a:pPr>
            <a:endParaRPr lang="en-US" sz="1400" kern="0" noProof="1">
              <a:solidFill>
                <a:prstClr val="black"/>
              </a:solidFill>
              <a:latin typeface="EYInterstate" panose="02000503020000020004" pitchFamily="2" charset="0"/>
            </a:endParaRPr>
          </a:p>
        </p:txBody>
      </p:sp>
      <p:sp>
        <p:nvSpPr>
          <p:cNvPr id="27" name="TextBox 26">
            <a:extLst>
              <a:ext uri="{FF2B5EF4-FFF2-40B4-BE49-F238E27FC236}">
                <a16:creationId xmlns:a16="http://schemas.microsoft.com/office/drawing/2014/main" id="{8BA2AC0A-6B8F-0EA0-F7E0-88884BA3528B}"/>
              </a:ext>
            </a:extLst>
          </p:cNvPr>
          <p:cNvSpPr txBox="1">
            <a:spLocks/>
          </p:cNvSpPr>
          <p:nvPr/>
        </p:nvSpPr>
        <p:spPr>
          <a:xfrm>
            <a:off x="8110020" y="5816695"/>
            <a:ext cx="893456" cy="352276"/>
          </a:xfrm>
          <a:prstGeom prst="rect">
            <a:avLst/>
          </a:prstGeom>
          <a:noFill/>
        </p:spPr>
        <p:txBody>
          <a:bodyPr wrap="square" lIns="0" tIns="36576" rIns="0" bIns="0" rtlCol="0">
            <a:spAutoFit/>
          </a:bodyPr>
          <a:lstStyle/>
          <a:p>
            <a:pPr algn="ctr">
              <a:lnSpc>
                <a:spcPct val="85000"/>
              </a:lnSpc>
              <a:spcAft>
                <a:spcPts val="600"/>
              </a:spcAft>
              <a:buClr>
                <a:srgbClr val="FFE600"/>
              </a:buClr>
              <a:buSzPct val="70000"/>
            </a:pPr>
            <a:r>
              <a:rPr lang="en-US" sz="1200" b="1">
                <a:solidFill>
                  <a:srgbClr val="646464"/>
                </a:solidFill>
                <a:latin typeface="EY interstate light"/>
              </a:rPr>
              <a:t>$30 Bn. acquisition</a:t>
            </a:r>
          </a:p>
        </p:txBody>
      </p:sp>
      <p:sp>
        <p:nvSpPr>
          <p:cNvPr id="28" name="TextBox 27">
            <a:extLst>
              <a:ext uri="{FF2B5EF4-FFF2-40B4-BE49-F238E27FC236}">
                <a16:creationId xmlns:a16="http://schemas.microsoft.com/office/drawing/2014/main" id="{56932201-B257-5276-EC38-BC4131D10C8C}"/>
              </a:ext>
            </a:extLst>
          </p:cNvPr>
          <p:cNvSpPr txBox="1">
            <a:spLocks/>
          </p:cNvSpPr>
          <p:nvPr/>
        </p:nvSpPr>
        <p:spPr>
          <a:xfrm>
            <a:off x="10442803" y="5816695"/>
            <a:ext cx="1225686" cy="352276"/>
          </a:xfrm>
          <a:prstGeom prst="rect">
            <a:avLst/>
          </a:prstGeom>
          <a:noFill/>
        </p:spPr>
        <p:txBody>
          <a:bodyPr wrap="square" lIns="0" tIns="36576" rIns="0" bIns="0" rtlCol="0">
            <a:spAutoFit/>
          </a:bodyPr>
          <a:lstStyle/>
          <a:p>
            <a:pPr algn="ctr">
              <a:lnSpc>
                <a:spcPct val="85000"/>
              </a:lnSpc>
              <a:spcAft>
                <a:spcPts val="600"/>
              </a:spcAft>
              <a:buClr>
                <a:srgbClr val="FFE600"/>
              </a:buClr>
              <a:buSzPct val="70000"/>
            </a:pPr>
            <a:r>
              <a:rPr lang="en-US" sz="1200" b="1">
                <a:solidFill>
                  <a:srgbClr val="646464"/>
                </a:solidFill>
                <a:latin typeface="EY interstate light"/>
              </a:rPr>
              <a:t>Financial reporting structure </a:t>
            </a:r>
          </a:p>
        </p:txBody>
      </p:sp>
      <p:sp>
        <p:nvSpPr>
          <p:cNvPr id="29" name="TextBox 28">
            <a:extLst>
              <a:ext uri="{FF2B5EF4-FFF2-40B4-BE49-F238E27FC236}">
                <a16:creationId xmlns:a16="http://schemas.microsoft.com/office/drawing/2014/main" id="{89C63B70-DF69-C18B-8FE4-5C5D0AE55304}"/>
              </a:ext>
            </a:extLst>
          </p:cNvPr>
          <p:cNvSpPr txBox="1">
            <a:spLocks/>
          </p:cNvSpPr>
          <p:nvPr/>
        </p:nvSpPr>
        <p:spPr>
          <a:xfrm>
            <a:off x="9347493" y="5895178"/>
            <a:ext cx="893456" cy="195310"/>
          </a:xfrm>
          <a:prstGeom prst="rect">
            <a:avLst/>
          </a:prstGeom>
          <a:noFill/>
        </p:spPr>
        <p:txBody>
          <a:bodyPr wrap="square" lIns="0" tIns="36576" rIns="0" bIns="0" rtlCol="0">
            <a:spAutoFit/>
          </a:bodyPr>
          <a:lstStyle/>
          <a:p>
            <a:pPr algn="ctr">
              <a:lnSpc>
                <a:spcPct val="85000"/>
              </a:lnSpc>
              <a:spcAft>
                <a:spcPts val="600"/>
              </a:spcAft>
              <a:buClr>
                <a:srgbClr val="FFE600"/>
              </a:buClr>
              <a:buSzPct val="70000"/>
            </a:pPr>
            <a:r>
              <a:rPr lang="en-US" sz="1200" b="1">
                <a:solidFill>
                  <a:srgbClr val="646464"/>
                </a:solidFill>
                <a:latin typeface="EY interstate light"/>
              </a:rPr>
              <a:t>2 Years</a:t>
            </a:r>
            <a:endParaRPr lang="en-US" sz="1600" b="1">
              <a:solidFill>
                <a:srgbClr val="646464"/>
              </a:solidFill>
              <a:latin typeface="EY interstate light"/>
            </a:endParaRPr>
          </a:p>
        </p:txBody>
      </p:sp>
      <p:sp>
        <p:nvSpPr>
          <p:cNvPr id="30" name="Rectangle 436">
            <a:extLst>
              <a:ext uri="{FF2B5EF4-FFF2-40B4-BE49-F238E27FC236}">
                <a16:creationId xmlns:a16="http://schemas.microsoft.com/office/drawing/2014/main" id="{997E96FF-DCE5-CF57-2C1B-02101CD94527}"/>
              </a:ext>
            </a:extLst>
          </p:cNvPr>
          <p:cNvSpPr/>
          <p:nvPr/>
        </p:nvSpPr>
        <p:spPr>
          <a:xfrm>
            <a:off x="7936306" y="3029762"/>
            <a:ext cx="1550429" cy="1833590"/>
          </a:xfrm>
          <a:prstGeom prst="rect">
            <a:avLst/>
          </a:prstGeom>
          <a:noFill/>
          <a:ln w="9525" cap="flat" cmpd="sng" algn="ctr">
            <a:noFill/>
            <a:prstDash val="solid"/>
          </a:ln>
          <a:effectLst/>
        </p:spPr>
        <p:txBody>
          <a:bodyPr rot="0" spcFirstLastPara="0" vertOverflow="overflow" horzOverflow="overflow" vert="horz" wrap="square" lIns="90000" tIns="0" rIns="0" bIns="0" numCol="1" spcCol="0" rtlCol="0" fromWordArt="0" anchor="t" anchorCtr="0" forceAA="0" compatLnSpc="1">
            <a:prstTxWarp prst="textNoShape">
              <a:avLst/>
            </a:prstTxWarp>
            <a:noAutofit/>
          </a:bodyPr>
          <a:lstStyle/>
          <a:p>
            <a:pPr marL="0" marR="0" lvl="0" indent="0" defTabSz="837866" eaLnBrk="1" fontAlgn="auto" latinLnBrk="0" hangingPunct="1">
              <a:lnSpc>
                <a:spcPts val="877"/>
              </a:lnSpc>
              <a:spcBef>
                <a:spcPts val="0"/>
              </a:spcBef>
              <a:spcAft>
                <a:spcPts val="1052"/>
              </a:spcAft>
              <a:buClr>
                <a:srgbClr val="FFE600"/>
              </a:buClr>
              <a:buSzPct val="70000"/>
              <a:buFont typeface="Arial" charset="0"/>
              <a:buNone/>
              <a:tabLst/>
              <a:defRPr/>
            </a:pPr>
            <a:r>
              <a:rPr kumimoji="0" lang="en-US" sz="1200" b="1" i="0" u="none" strike="noStrike" kern="0" cap="none" spc="0" normalizeH="0" baseline="0" noProof="0">
                <a:ln>
                  <a:noFill/>
                </a:ln>
                <a:solidFill>
                  <a:srgbClr val="646464"/>
                </a:solidFill>
                <a:effectLst/>
                <a:uLnTx/>
                <a:uFillTx/>
                <a:cs typeface="Arial" panose="020B0604020202020204" pitchFamily="34" charset="0"/>
                <a:sym typeface="EYInterstate Light" panose="02000506000000020004" pitchFamily="2" charset="0"/>
              </a:rPr>
              <a:t>Scope</a:t>
            </a:r>
          </a:p>
          <a:p>
            <a:pPr marL="0" marR="0" lvl="0" indent="0" defTabSz="837866" eaLnBrk="1" fontAlgn="base" latinLnBrk="0" hangingPunct="1">
              <a:lnSpc>
                <a:spcPts val="877"/>
              </a:lnSpc>
              <a:spcBef>
                <a:spcPct val="0"/>
              </a:spcBef>
              <a:spcAft>
                <a:spcPts val="1025"/>
              </a:spcAft>
              <a:buClr>
                <a:srgbClr val="FFE600"/>
              </a:buClr>
              <a:buSzPct val="70000"/>
              <a:buFontTx/>
              <a:buNone/>
              <a:tabLst/>
              <a:defRPr/>
            </a:pPr>
            <a:r>
              <a:rPr kumimoji="0" lang="en-US" sz="1000" b="0" i="0" u="none" strike="noStrike" kern="0" cap="none" spc="0" normalizeH="0" baseline="0" noProof="0">
                <a:ln>
                  <a:noFill/>
                </a:ln>
                <a:solidFill>
                  <a:srgbClr val="646464"/>
                </a:solidFill>
                <a:effectLst/>
                <a:uLnTx/>
                <a:uFillTx/>
                <a:sym typeface="EYInterstate Light" panose="02000506000000020004" pitchFamily="2" charset="0"/>
              </a:rPr>
              <a:t>Design and Integration of E2E process flows from SD, FI to MM into BI</a:t>
            </a:r>
          </a:p>
          <a:p>
            <a:pPr marL="0" marR="0" lvl="0" indent="0" defTabSz="837866" eaLnBrk="1" fontAlgn="base" latinLnBrk="0" hangingPunct="1">
              <a:lnSpc>
                <a:spcPts val="877"/>
              </a:lnSpc>
              <a:spcBef>
                <a:spcPct val="0"/>
              </a:spcBef>
              <a:spcAft>
                <a:spcPts val="1025"/>
              </a:spcAft>
              <a:buClr>
                <a:srgbClr val="FFE600"/>
              </a:buClr>
              <a:buSzPct val="70000"/>
              <a:buFont typeface="Arial" charset="0"/>
              <a:buNone/>
              <a:tabLst/>
              <a:defRPr/>
            </a:pPr>
            <a:r>
              <a:rPr kumimoji="0" lang="en-US" sz="1000" b="0" i="0" u="none" strike="noStrike" kern="0" cap="none" spc="0" normalizeH="0" baseline="0" noProof="0">
                <a:ln>
                  <a:noFill/>
                </a:ln>
                <a:solidFill>
                  <a:srgbClr val="646464"/>
                </a:solidFill>
                <a:effectLst/>
                <a:uLnTx/>
                <a:uFillTx/>
                <a:sym typeface="EYInterstate Light" panose="02000506000000020004" pitchFamily="2" charset="0"/>
              </a:rPr>
              <a:t>Chart of Account design</a:t>
            </a:r>
          </a:p>
          <a:p>
            <a:pPr marL="0" marR="0" lvl="0" indent="0" defTabSz="837866" eaLnBrk="1" fontAlgn="base" latinLnBrk="0" hangingPunct="1">
              <a:lnSpc>
                <a:spcPts val="877"/>
              </a:lnSpc>
              <a:spcBef>
                <a:spcPct val="0"/>
              </a:spcBef>
              <a:spcAft>
                <a:spcPts val="1025"/>
              </a:spcAft>
              <a:buClr>
                <a:srgbClr val="FFE600"/>
              </a:buClr>
              <a:buSzPct val="70000"/>
              <a:buFontTx/>
              <a:buNone/>
              <a:tabLst/>
              <a:defRPr/>
            </a:pPr>
            <a:r>
              <a:rPr kumimoji="0" lang="en-US" sz="1000" b="0" i="0" u="none" strike="noStrike" kern="0" cap="none" spc="0" normalizeH="0" baseline="0" noProof="0">
                <a:ln>
                  <a:noFill/>
                </a:ln>
                <a:solidFill>
                  <a:srgbClr val="646464"/>
                </a:solidFill>
                <a:effectLst/>
                <a:uLnTx/>
                <a:uFillTx/>
                <a:sym typeface="EYInterstate Light" panose="02000506000000020004" pitchFamily="2" charset="0"/>
              </a:rPr>
              <a:t>Functional Currency Assessment</a:t>
            </a:r>
          </a:p>
          <a:p>
            <a:pPr marL="0" marR="0" lvl="0" indent="0" defTabSz="837866" eaLnBrk="1" fontAlgn="base" latinLnBrk="0" hangingPunct="1">
              <a:lnSpc>
                <a:spcPts val="877"/>
              </a:lnSpc>
              <a:spcBef>
                <a:spcPct val="0"/>
              </a:spcBef>
              <a:spcAft>
                <a:spcPts val="1025"/>
              </a:spcAft>
              <a:buClr>
                <a:srgbClr val="FFE600"/>
              </a:buClr>
              <a:buSzPct val="70000"/>
              <a:buFont typeface="Arial" charset="0"/>
              <a:buNone/>
              <a:tabLst/>
              <a:defRPr/>
            </a:pPr>
            <a:r>
              <a:rPr kumimoji="0" lang="en-US" sz="1000" b="0" i="0" u="none" strike="noStrike" kern="0" cap="none" spc="0" normalizeH="0" baseline="0" noProof="0">
                <a:ln>
                  <a:noFill/>
                </a:ln>
                <a:solidFill>
                  <a:srgbClr val="646464"/>
                </a:solidFill>
                <a:effectLst/>
                <a:uLnTx/>
                <a:uFillTx/>
                <a:sym typeface="EYInterstate Light" panose="02000506000000020004" pitchFamily="2" charset="0"/>
              </a:rPr>
              <a:t>Financial Close Process &amp; SOX Controls </a:t>
            </a:r>
          </a:p>
        </p:txBody>
      </p:sp>
      <p:grpSp>
        <p:nvGrpSpPr>
          <p:cNvPr id="31" name="Group 30">
            <a:extLst>
              <a:ext uri="{FF2B5EF4-FFF2-40B4-BE49-F238E27FC236}">
                <a16:creationId xmlns:a16="http://schemas.microsoft.com/office/drawing/2014/main" id="{8753DCAF-6B12-A410-1D53-5FA1281A798F}"/>
              </a:ext>
            </a:extLst>
          </p:cNvPr>
          <p:cNvGrpSpPr>
            <a:grpSpLocks/>
          </p:cNvGrpSpPr>
          <p:nvPr/>
        </p:nvGrpSpPr>
        <p:grpSpPr>
          <a:xfrm>
            <a:off x="9761022" y="3312042"/>
            <a:ext cx="223638" cy="338554"/>
            <a:chOff x="9708197" y="3187677"/>
            <a:chExt cx="223638" cy="338554"/>
          </a:xfrm>
        </p:grpSpPr>
        <p:sp>
          <p:nvSpPr>
            <p:cNvPr id="32" name="Rectangle 31">
              <a:extLst>
                <a:ext uri="{FF2B5EF4-FFF2-40B4-BE49-F238E27FC236}">
                  <a16:creationId xmlns:a16="http://schemas.microsoft.com/office/drawing/2014/main" id="{51E84BF7-D6E9-B4D9-7C81-F07FA885246A}"/>
                </a:ext>
              </a:extLst>
            </p:cNvPr>
            <p:cNvSpPr/>
            <p:nvPr/>
          </p:nvSpPr>
          <p:spPr>
            <a:xfrm>
              <a:off x="9729802" y="3244492"/>
              <a:ext cx="180000" cy="180000"/>
            </a:xfrm>
            <a:prstGeom prst="rect">
              <a:avLst/>
            </a:prstGeom>
            <a:solidFill>
              <a:srgbClr val="FFFFFF"/>
            </a:solidFill>
            <a:ln w="3175" cap="flat" cmpd="sng" algn="ctr">
              <a:solidFill>
                <a:srgbClr val="808080"/>
              </a:solidFill>
              <a:prstDash val="solid"/>
            </a:ln>
            <a:effectLst/>
          </p:spPr>
          <p:txBody>
            <a:bodyPr rot="0" spcFirstLastPara="0" vertOverflow="overflow" horzOverflow="overflow" vert="horz" wrap="square" lIns="53650" tIns="53650" rIns="53650" bIns="53650" numCol="1" spcCol="0" rtlCol="0" fromWordArt="0" anchor="ctr" anchorCtr="0" forceAA="0" compatLnSpc="1">
              <a:prstTxWarp prst="textNoShape">
                <a:avLst/>
              </a:prstTxWarp>
              <a:noAutofit/>
            </a:bodyPr>
            <a:lstStyle/>
            <a:p>
              <a:pPr marL="0" marR="0" lvl="0" indent="0" algn="ctr" defTabSz="837866" eaLnBrk="1" fontAlgn="auto" latinLnBrk="0" hangingPunct="1">
                <a:lnSpc>
                  <a:spcPct val="100000"/>
                </a:lnSpc>
                <a:spcBef>
                  <a:spcPts val="0"/>
                </a:spcBef>
                <a:spcAft>
                  <a:spcPts val="0"/>
                </a:spcAft>
                <a:buClr>
                  <a:srgbClr val="FFE600"/>
                </a:buClr>
                <a:buSzPct val="80000"/>
                <a:buFont typeface="Arial" charset="0"/>
                <a:buNone/>
                <a:tabLst/>
                <a:defRPr/>
              </a:pPr>
              <a:r>
                <a:rPr kumimoji="0" lang="en-US" sz="1600" b="0" i="0" u="none" strike="noStrike" kern="0" cap="none" spc="0" normalizeH="0" baseline="0" noProof="0">
                  <a:ln>
                    <a:noFill/>
                  </a:ln>
                  <a:solidFill>
                    <a:srgbClr val="2C973E"/>
                  </a:solidFill>
                  <a:effectLst/>
                  <a:uLnTx/>
                  <a:uFillTx/>
                  <a:sym typeface="EYInterstate Light" panose="02000506000000020004" pitchFamily="2" charset="0"/>
                </a:rPr>
                <a:t></a:t>
              </a:r>
            </a:p>
          </p:txBody>
        </p:sp>
        <p:sp>
          <p:nvSpPr>
            <p:cNvPr id="33" name="Rectangle 32">
              <a:extLst>
                <a:ext uri="{FF2B5EF4-FFF2-40B4-BE49-F238E27FC236}">
                  <a16:creationId xmlns:a16="http://schemas.microsoft.com/office/drawing/2014/main" id="{C52E8C14-C2A3-7D10-FEC9-C0BE42122D46}"/>
                </a:ext>
              </a:extLst>
            </p:cNvPr>
            <p:cNvSpPr/>
            <p:nvPr/>
          </p:nvSpPr>
          <p:spPr>
            <a:xfrm>
              <a:off x="9708197" y="3187677"/>
              <a:ext cx="223638" cy="338554"/>
            </a:xfrm>
            <a:prstGeom prst="rect">
              <a:avLst/>
            </a:prstGeom>
          </p:spPr>
          <p:txBody>
            <a:bodyPr wrap="square">
              <a:spAutoFit/>
            </a:bodyPr>
            <a:lstStyle/>
            <a:p>
              <a:pPr marL="0" marR="0" lvl="0" indent="0" algn="ctr" defTabSz="914400" eaLnBrk="1" fontAlgn="base" latinLnBrk="0" hangingPunct="1">
                <a:lnSpc>
                  <a:spcPct val="100000"/>
                </a:lnSpc>
                <a:spcBef>
                  <a:spcPct val="0"/>
                </a:spcBef>
                <a:spcAft>
                  <a:spcPct val="50000"/>
                </a:spcAft>
                <a:buClr>
                  <a:srgbClr val="FFE600"/>
                </a:buClr>
                <a:buSzPct val="80000"/>
                <a:buFontTx/>
                <a:buNone/>
                <a:tabLst/>
                <a:defRPr/>
              </a:pPr>
              <a:r>
                <a:rPr kumimoji="0" lang="en-US" sz="1600" b="0" i="0" u="none" strike="noStrike" kern="0" cap="none" spc="0" normalizeH="0" baseline="0" noProof="0">
                  <a:ln>
                    <a:noFill/>
                  </a:ln>
                  <a:solidFill>
                    <a:srgbClr val="2C973E"/>
                  </a:solidFill>
                  <a:effectLst/>
                  <a:uLnTx/>
                  <a:uFillTx/>
                  <a:sym typeface="Wingdings" panose="05000000000000000000" pitchFamily="2" charset="2"/>
                </a:rPr>
                <a:t></a:t>
              </a:r>
              <a:endParaRPr kumimoji="0" lang="en-US" sz="1600" b="0" i="0" u="none" strike="noStrike" kern="0" cap="none" spc="0" normalizeH="0" baseline="0" noProof="0">
                <a:ln>
                  <a:noFill/>
                </a:ln>
                <a:solidFill>
                  <a:srgbClr val="2C973E"/>
                </a:solidFill>
                <a:effectLst/>
                <a:uLnTx/>
                <a:uFillTx/>
              </a:endParaRPr>
            </a:p>
          </p:txBody>
        </p:sp>
      </p:grpSp>
      <p:grpSp>
        <p:nvGrpSpPr>
          <p:cNvPr id="34" name="Group 33">
            <a:extLst>
              <a:ext uri="{FF2B5EF4-FFF2-40B4-BE49-F238E27FC236}">
                <a16:creationId xmlns:a16="http://schemas.microsoft.com/office/drawing/2014/main" id="{84E78EE8-77C6-608F-FB0C-C5E93665C58F}"/>
              </a:ext>
            </a:extLst>
          </p:cNvPr>
          <p:cNvGrpSpPr/>
          <p:nvPr/>
        </p:nvGrpSpPr>
        <p:grpSpPr>
          <a:xfrm>
            <a:off x="9371252" y="4887876"/>
            <a:ext cx="894843" cy="894843"/>
            <a:chOff x="9371252" y="4671087"/>
            <a:chExt cx="894843" cy="894843"/>
          </a:xfrm>
        </p:grpSpPr>
        <p:sp>
          <p:nvSpPr>
            <p:cNvPr id="35" name="Oval 1">
              <a:extLst>
                <a:ext uri="{FF2B5EF4-FFF2-40B4-BE49-F238E27FC236}">
                  <a16:creationId xmlns:a16="http://schemas.microsoft.com/office/drawing/2014/main" id="{5B7D1DEA-64AB-693A-3793-1FBCE6DC67B7}"/>
                </a:ext>
              </a:extLst>
            </p:cNvPr>
            <p:cNvSpPr>
              <a:spLocks/>
            </p:cNvSpPr>
            <p:nvPr/>
          </p:nvSpPr>
          <p:spPr bwMode="gray">
            <a:xfrm rot="10800000">
              <a:off x="9371252" y="4671087"/>
              <a:ext cx="894843" cy="894843"/>
            </a:xfrm>
            <a:prstGeom prst="ellipse">
              <a:avLst/>
            </a:prstGeom>
            <a:solidFill>
              <a:srgbClr val="FFE600">
                <a:lumMod val="40000"/>
                <a:lumOff val="60000"/>
                <a:alpha val="48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36" name="Oval 1">
              <a:extLst>
                <a:ext uri="{FF2B5EF4-FFF2-40B4-BE49-F238E27FC236}">
                  <a16:creationId xmlns:a16="http://schemas.microsoft.com/office/drawing/2014/main" id="{CDC67D09-E453-05EB-C7BA-743CCDF9230F}"/>
                </a:ext>
              </a:extLst>
            </p:cNvPr>
            <p:cNvSpPr>
              <a:spLocks noChangeAspect="1"/>
            </p:cNvSpPr>
            <p:nvPr/>
          </p:nvSpPr>
          <p:spPr bwMode="gray">
            <a:xfrm rot="10800000">
              <a:off x="9424005" y="4723841"/>
              <a:ext cx="789337" cy="789336"/>
            </a:xfrm>
            <a:prstGeom prst="ellipse">
              <a:avLst/>
            </a:prstGeom>
            <a:solidFill>
              <a:srgbClr val="FFE600">
                <a:lumMod val="60000"/>
                <a:lumOff val="400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sp>
          <p:nvSpPr>
            <p:cNvPr id="37" name="Oval 1">
              <a:extLst>
                <a:ext uri="{FF2B5EF4-FFF2-40B4-BE49-F238E27FC236}">
                  <a16:creationId xmlns:a16="http://schemas.microsoft.com/office/drawing/2014/main" id="{D37AD5E9-7EB3-A6D3-4A89-26AD7A0F9B84}"/>
                </a:ext>
              </a:extLst>
            </p:cNvPr>
            <p:cNvSpPr>
              <a:spLocks/>
            </p:cNvSpPr>
            <p:nvPr/>
          </p:nvSpPr>
          <p:spPr bwMode="gray">
            <a:xfrm rot="10800000">
              <a:off x="9474752" y="4774586"/>
              <a:ext cx="687844" cy="687846"/>
            </a:xfrm>
            <a:prstGeom prst="ellipse">
              <a:avLst/>
            </a:prstGeom>
            <a:solidFill>
              <a:srgbClr val="FFE600">
                <a:alpha val="71000"/>
              </a:srgbClr>
            </a:solidFill>
            <a:ln w="9525">
              <a:noFill/>
              <a:round/>
              <a:headEnd type="triangle" w="med" len="med"/>
              <a:tailEnd type="triangle" w="med" len="med"/>
            </a:ln>
            <a:effectLst/>
          </p:spPr>
          <p:txBody>
            <a:bodyPr wrap="none" lIns="0" tIns="0" rIns="0" bIns="0" anchor="ctr"/>
            <a:lstStyle/>
            <a:p>
              <a:pPr marL="0" marR="0" lvl="0" indent="0" defTabSz="1180708" eaLnBrk="1" fontAlgn="auto" latinLnBrk="0" hangingPunct="1">
                <a:lnSpc>
                  <a:spcPct val="90000"/>
                </a:lnSpc>
                <a:spcBef>
                  <a:spcPts val="0"/>
                </a:spcBef>
                <a:spcAft>
                  <a:spcPts val="1000"/>
                </a:spcAft>
                <a:buClrTx/>
                <a:buSzTx/>
                <a:buFontTx/>
                <a:buNone/>
                <a:tabLst/>
                <a:defRPr/>
              </a:pPr>
              <a:endParaRPr kumimoji="0" lang="en-US" sz="1400" b="0" i="0" u="none" strike="noStrike" kern="0" cap="none" spc="0" normalizeH="0" baseline="0" noProof="1">
                <a:ln>
                  <a:noFill/>
                </a:ln>
                <a:solidFill>
                  <a:prstClr val="black"/>
                </a:solidFill>
                <a:effectLst/>
                <a:uLnTx/>
                <a:uFillTx/>
                <a:latin typeface="EYInterstate" panose="02000503020000020004" pitchFamily="2" charset="0"/>
              </a:endParaRPr>
            </a:p>
          </p:txBody>
        </p:sp>
        <p:pic>
          <p:nvPicPr>
            <p:cNvPr id="38" name="Graphic 19" descr="Clock">
              <a:extLst>
                <a:ext uri="{FF2B5EF4-FFF2-40B4-BE49-F238E27FC236}">
                  <a16:creationId xmlns:a16="http://schemas.microsoft.com/office/drawing/2014/main" id="{8DABF733-61FA-6F1F-45CB-0E031D2E883C}"/>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34995" y="4821188"/>
              <a:ext cx="612233" cy="612233"/>
            </a:xfrm>
            <a:prstGeom prst="rect">
              <a:avLst/>
            </a:prstGeom>
          </p:spPr>
        </p:pic>
      </p:grpSp>
      <p:pic>
        <p:nvPicPr>
          <p:cNvPr id="39" name="Graphic 738" descr="Document">
            <a:extLst>
              <a:ext uri="{FF2B5EF4-FFF2-40B4-BE49-F238E27FC236}">
                <a16:creationId xmlns:a16="http://schemas.microsoft.com/office/drawing/2014/main" id="{119BFECD-7832-BB8B-000D-B8E669D17C0B}"/>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791465" y="5074338"/>
            <a:ext cx="521919" cy="521919"/>
          </a:xfrm>
          <a:prstGeom prst="rect">
            <a:avLst/>
          </a:prstGeom>
        </p:spPr>
      </p:pic>
      <p:grpSp>
        <p:nvGrpSpPr>
          <p:cNvPr id="40" name="Group 39">
            <a:extLst>
              <a:ext uri="{FF2B5EF4-FFF2-40B4-BE49-F238E27FC236}">
                <a16:creationId xmlns:a16="http://schemas.microsoft.com/office/drawing/2014/main" id="{2A62B7A6-379D-03BD-B07B-C070D363C077}"/>
              </a:ext>
            </a:extLst>
          </p:cNvPr>
          <p:cNvGrpSpPr/>
          <p:nvPr/>
        </p:nvGrpSpPr>
        <p:grpSpPr>
          <a:xfrm>
            <a:off x="10266087" y="3434060"/>
            <a:ext cx="1179035" cy="940471"/>
            <a:chOff x="10011008" y="3020666"/>
            <a:chExt cx="1841821" cy="1469150"/>
          </a:xfrm>
        </p:grpSpPr>
        <p:pic>
          <p:nvPicPr>
            <p:cNvPr id="41" name="Graphic 748" descr="Arrow Clockwise curve">
              <a:extLst>
                <a:ext uri="{FF2B5EF4-FFF2-40B4-BE49-F238E27FC236}">
                  <a16:creationId xmlns:a16="http://schemas.microsoft.com/office/drawing/2014/main" id="{E4DA35D9-F257-4E7C-007E-34166DA3CAC9}"/>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13500000">
              <a:off x="10938429" y="3507802"/>
              <a:ext cx="914400" cy="914400"/>
            </a:xfrm>
            <a:prstGeom prst="rect">
              <a:avLst/>
            </a:prstGeom>
          </p:spPr>
        </p:pic>
        <p:grpSp>
          <p:nvGrpSpPr>
            <p:cNvPr id="42" name="Group 41">
              <a:extLst>
                <a:ext uri="{FF2B5EF4-FFF2-40B4-BE49-F238E27FC236}">
                  <a16:creationId xmlns:a16="http://schemas.microsoft.com/office/drawing/2014/main" id="{68D66505-BE91-6031-3B56-626ED9DE7D38}"/>
                </a:ext>
              </a:extLst>
            </p:cNvPr>
            <p:cNvGrpSpPr/>
            <p:nvPr/>
          </p:nvGrpSpPr>
          <p:grpSpPr>
            <a:xfrm>
              <a:off x="10011008" y="3020666"/>
              <a:ext cx="1660325" cy="1469150"/>
              <a:chOff x="10053907" y="2966116"/>
              <a:chExt cx="1660325" cy="1469150"/>
            </a:xfrm>
          </p:grpSpPr>
          <p:pic>
            <p:nvPicPr>
              <p:cNvPr id="43" name="Graphic 740" descr="Building">
                <a:extLst>
                  <a:ext uri="{FF2B5EF4-FFF2-40B4-BE49-F238E27FC236}">
                    <a16:creationId xmlns:a16="http://schemas.microsoft.com/office/drawing/2014/main" id="{763FF669-3383-64EC-0B9F-66E167B35956}"/>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1109807" y="2967371"/>
                <a:ext cx="604425" cy="604425"/>
              </a:xfrm>
              <a:prstGeom prst="rect">
                <a:avLst/>
              </a:prstGeom>
            </p:spPr>
          </p:pic>
          <p:pic>
            <p:nvPicPr>
              <p:cNvPr id="44" name="Graphic 741" descr="Building">
                <a:extLst>
                  <a:ext uri="{FF2B5EF4-FFF2-40B4-BE49-F238E27FC236}">
                    <a16:creationId xmlns:a16="http://schemas.microsoft.com/office/drawing/2014/main" id="{CAF6C100-3425-78FD-0085-ECF1195368D0}"/>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0628518" y="3830841"/>
                <a:ext cx="604425" cy="604425"/>
              </a:xfrm>
              <a:prstGeom prst="rect">
                <a:avLst/>
              </a:prstGeom>
            </p:spPr>
          </p:pic>
          <p:pic>
            <p:nvPicPr>
              <p:cNvPr id="45" name="Graphic 742" descr="Building">
                <a:extLst>
                  <a:ext uri="{FF2B5EF4-FFF2-40B4-BE49-F238E27FC236}">
                    <a16:creationId xmlns:a16="http://schemas.microsoft.com/office/drawing/2014/main" id="{C91306B6-81F3-78AF-083E-5B0159E38ECC}"/>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0147228" y="2966116"/>
                <a:ext cx="604425" cy="604425"/>
              </a:xfrm>
              <a:prstGeom prst="rect">
                <a:avLst/>
              </a:prstGeom>
            </p:spPr>
          </p:pic>
          <p:pic>
            <p:nvPicPr>
              <p:cNvPr id="46" name="Graphic 744" descr="Back RTL">
                <a:extLst>
                  <a:ext uri="{FF2B5EF4-FFF2-40B4-BE49-F238E27FC236}">
                    <a16:creationId xmlns:a16="http://schemas.microsoft.com/office/drawing/2014/main" id="{99958DD3-4744-7493-A370-07ADA604CEBD}"/>
                  </a:ext>
                </a:extLst>
              </p:cNvPr>
              <p:cNvPicPr>
                <a:picLocks/>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5400000">
                <a:off x="10464751" y="3297477"/>
                <a:ext cx="662400" cy="442800"/>
              </a:xfrm>
              <a:prstGeom prst="rect">
                <a:avLst/>
              </a:prstGeom>
            </p:spPr>
          </p:pic>
          <p:pic>
            <p:nvPicPr>
              <p:cNvPr id="47" name="Graphic 746" descr="Back">
                <a:extLst>
                  <a:ext uri="{FF2B5EF4-FFF2-40B4-BE49-F238E27FC236}">
                    <a16:creationId xmlns:a16="http://schemas.microsoft.com/office/drawing/2014/main" id="{80EF1D35-0371-4F0A-F16D-DF6835B19692}"/>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6200000">
                <a:off x="10754909" y="3298445"/>
                <a:ext cx="663013" cy="441477"/>
              </a:xfrm>
              <a:prstGeom prst="rect">
                <a:avLst/>
              </a:prstGeom>
            </p:spPr>
          </p:pic>
          <p:pic>
            <p:nvPicPr>
              <p:cNvPr id="48" name="Graphic 750" descr="Arrow Counterclockwise curve">
                <a:extLst>
                  <a:ext uri="{FF2B5EF4-FFF2-40B4-BE49-F238E27FC236}">
                    <a16:creationId xmlns:a16="http://schemas.microsoft.com/office/drawing/2014/main" id="{0393C634-87FA-3387-0BB5-E4AE0CE7F677}"/>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10053907" y="3450568"/>
                <a:ext cx="914400" cy="914400"/>
              </a:xfrm>
              <a:prstGeom prst="rect">
                <a:avLst/>
              </a:prstGeom>
            </p:spPr>
          </p:pic>
        </p:grpSp>
      </p:grpSp>
      <p:pic>
        <p:nvPicPr>
          <p:cNvPr id="49" name="Picture 48">
            <a:extLst>
              <a:ext uri="{FF2B5EF4-FFF2-40B4-BE49-F238E27FC236}">
                <a16:creationId xmlns:a16="http://schemas.microsoft.com/office/drawing/2014/main" id="{77AAE491-22F4-4755-E328-F7A2F4B95F41}"/>
              </a:ext>
            </a:extLst>
          </p:cNvPr>
          <p:cNvPicPr>
            <a:picLocks noChangeAspect="1"/>
          </p:cNvPicPr>
          <p:nvPr/>
        </p:nvPicPr>
        <p:blipFill rotWithShape="1">
          <a:blip r:embed="rId17" cstate="print">
            <a:extLst>
              <a:ext uri="{BEBA8EAE-BF5A-486C-A8C5-ECC9F3942E4B}">
                <a14:imgProps xmlns:a14="http://schemas.microsoft.com/office/drawing/2010/main">
                  <a14:imgLayer r:embed="rId18">
                    <a14:imgEffect>
                      <a14:saturation sat="0"/>
                    </a14:imgEffect>
                  </a14:imgLayer>
                </a14:imgProps>
              </a:ext>
              <a:ext uri="{28A0092B-C50C-407E-A947-70E740481C1C}">
                <a14:useLocalDpi xmlns:a14="http://schemas.microsoft.com/office/drawing/2010/main" val="0"/>
              </a:ext>
            </a:extLst>
          </a:blip>
          <a:srcRect l="185" t="5060" r="-185" b="28198"/>
          <a:stretch/>
        </p:blipFill>
        <p:spPr>
          <a:xfrm>
            <a:off x="2656605" y="1406035"/>
            <a:ext cx="792000" cy="792000"/>
          </a:xfrm>
          <a:prstGeom prst="ellipse">
            <a:avLst/>
          </a:prstGeom>
        </p:spPr>
      </p:pic>
      <p:sp>
        <p:nvSpPr>
          <p:cNvPr id="50" name="TextBox 49">
            <a:extLst>
              <a:ext uri="{FF2B5EF4-FFF2-40B4-BE49-F238E27FC236}">
                <a16:creationId xmlns:a16="http://schemas.microsoft.com/office/drawing/2014/main" id="{26F6A083-0B04-308F-EB4E-346A05C218EA}"/>
              </a:ext>
            </a:extLst>
          </p:cNvPr>
          <p:cNvSpPr txBox="1">
            <a:spLocks/>
          </p:cNvSpPr>
          <p:nvPr/>
        </p:nvSpPr>
        <p:spPr>
          <a:xfrm>
            <a:off x="2112635" y="2284884"/>
            <a:ext cx="2016000" cy="576000"/>
          </a:xfrm>
          <a:prstGeom prst="rect">
            <a:avLst/>
          </a:prstGeom>
          <a:noFill/>
        </p:spPr>
        <p:txBody>
          <a:bodyPr wrap="square" lIns="0" tIns="0" rIns="0" bIns="0" rtlCol="0" anchor="t">
            <a:noAutofit/>
          </a:bodyPr>
          <a:lstStyle/>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r>
              <a:rPr kumimoji="0" lang="en-US" sz="1200" b="1" i="0" u="none" strike="noStrike" kern="0" cap="none" spc="0" normalizeH="0" baseline="0" noProof="0">
                <a:ln>
                  <a:noFill/>
                </a:ln>
                <a:solidFill>
                  <a:srgbClr val="646464"/>
                </a:solidFill>
                <a:effectLst/>
                <a:uLnTx/>
                <a:uFillTx/>
              </a:rPr>
              <a:t>Markus Wüest</a:t>
            </a:r>
          </a:p>
          <a:p>
            <a:pPr marL="0" marR="0" lvl="3" indent="0" algn="ctr" defTabSz="862120" eaLnBrk="1" fontAlgn="auto" latinLnBrk="0" hangingPunct="1">
              <a:lnSpc>
                <a:spcPct val="100000"/>
              </a:lnSpc>
              <a:spcBef>
                <a:spcPts val="0"/>
              </a:spcBef>
              <a:spcAft>
                <a:spcPts val="363"/>
              </a:spcAft>
              <a:buClr>
                <a:srgbClr val="646464">
                  <a:lumMod val="50000"/>
                </a:srgbClr>
              </a:buClr>
              <a:buSzPct val="75000"/>
              <a:buFontTx/>
              <a:buNone/>
              <a:tabLst>
                <a:tab pos="173993" algn="l"/>
                <a:tab pos="357387" algn="l"/>
              </a:tabLst>
              <a:defRPr/>
            </a:pPr>
            <a:r>
              <a:rPr kumimoji="0" lang="en-US" sz="1000" b="0" i="0" u="none" strike="noStrike" kern="0" cap="none" spc="0" normalizeH="0" baseline="0" noProof="0">
                <a:ln>
                  <a:noFill/>
                </a:ln>
                <a:solidFill>
                  <a:srgbClr val="646464"/>
                </a:solidFill>
                <a:effectLst/>
                <a:uLnTx/>
                <a:uFillTx/>
              </a:rPr>
              <a:t>Senior Manager</a:t>
            </a:r>
            <a:br>
              <a:rPr kumimoji="0" lang="en-US" sz="1000" b="0" i="0" u="none" strike="noStrike" kern="0" cap="none" spc="0" normalizeH="0" baseline="0" noProof="0">
                <a:ln>
                  <a:noFill/>
                </a:ln>
                <a:solidFill>
                  <a:srgbClr val="646464"/>
                </a:solidFill>
                <a:effectLst/>
                <a:uLnTx/>
                <a:uFillTx/>
              </a:rPr>
            </a:br>
            <a:r>
              <a:rPr kumimoji="0" lang="en-US" sz="1000" b="0" i="0" u="none" strike="noStrike" kern="0" cap="none" spc="0" normalizeH="0" baseline="0" noProof="0">
                <a:ln>
                  <a:noFill/>
                </a:ln>
                <a:solidFill>
                  <a:srgbClr val="646464"/>
                </a:solidFill>
                <a:effectLst/>
                <a:uLnTx/>
                <a:uFillTx/>
              </a:rPr>
              <a:t>Engagement Manager</a:t>
            </a:r>
          </a:p>
        </p:txBody>
      </p:sp>
      <p:cxnSp>
        <p:nvCxnSpPr>
          <p:cNvPr id="51" name="Straight Connector 50">
            <a:extLst>
              <a:ext uri="{FF2B5EF4-FFF2-40B4-BE49-F238E27FC236}">
                <a16:creationId xmlns:a16="http://schemas.microsoft.com/office/drawing/2014/main" id="{4DB5D7EF-C34D-4115-D4DA-F2543C6DB519}"/>
              </a:ext>
            </a:extLst>
          </p:cNvPr>
          <p:cNvCxnSpPr>
            <a:cxnSpLocks/>
          </p:cNvCxnSpPr>
          <p:nvPr/>
        </p:nvCxnSpPr>
        <p:spPr>
          <a:xfrm>
            <a:off x="590550" y="3806530"/>
            <a:ext cx="3455988" cy="0"/>
          </a:xfrm>
          <a:prstGeom prst="line">
            <a:avLst/>
          </a:prstGeom>
          <a:noFill/>
          <a:ln w="12700" cap="flat" cmpd="sng" algn="ctr">
            <a:gradFill flip="none" rotWithShape="1">
              <a:gsLst>
                <a:gs pos="0">
                  <a:srgbClr val="FFFFFF"/>
                </a:gs>
                <a:gs pos="53000">
                  <a:srgbClr val="FFE600"/>
                </a:gs>
              </a:gsLst>
              <a:lin ang="10800000" scaled="1"/>
              <a:tileRect/>
            </a:gradFill>
            <a:prstDash val="solid"/>
            <a:tailEnd type="none"/>
          </a:ln>
          <a:effectLst/>
        </p:spPr>
      </p:cxnSp>
      <p:cxnSp>
        <p:nvCxnSpPr>
          <p:cNvPr id="52" name="Straight Connector 51">
            <a:extLst>
              <a:ext uri="{FF2B5EF4-FFF2-40B4-BE49-F238E27FC236}">
                <a16:creationId xmlns:a16="http://schemas.microsoft.com/office/drawing/2014/main" id="{D22C690A-1717-E99E-5140-C75068699FB5}"/>
              </a:ext>
            </a:extLst>
          </p:cNvPr>
          <p:cNvCxnSpPr>
            <a:cxnSpLocks/>
          </p:cNvCxnSpPr>
          <p:nvPr/>
        </p:nvCxnSpPr>
        <p:spPr>
          <a:xfrm>
            <a:off x="7936306" y="1480464"/>
            <a:ext cx="3600000" cy="0"/>
          </a:xfrm>
          <a:prstGeom prst="line">
            <a:avLst/>
          </a:prstGeom>
          <a:noFill/>
          <a:ln w="12700" cap="flat" cmpd="sng" algn="ctr">
            <a:gradFill flip="none" rotWithShape="1">
              <a:gsLst>
                <a:gs pos="0">
                  <a:srgbClr val="FFFFFF"/>
                </a:gs>
                <a:gs pos="53000">
                  <a:srgbClr val="FFE600"/>
                </a:gs>
              </a:gsLst>
              <a:lin ang="10800000" scaled="1"/>
              <a:tileRect/>
            </a:gradFill>
            <a:prstDash val="solid"/>
            <a:tailEnd type="none"/>
          </a:ln>
          <a:effectLst/>
        </p:spPr>
      </p:cxnSp>
      <p:grpSp>
        <p:nvGrpSpPr>
          <p:cNvPr id="53" name="Group 52">
            <a:extLst>
              <a:ext uri="{FF2B5EF4-FFF2-40B4-BE49-F238E27FC236}">
                <a16:creationId xmlns:a16="http://schemas.microsoft.com/office/drawing/2014/main" id="{5F9B92E0-76EA-6965-D368-3E0B4AC81C11}"/>
              </a:ext>
            </a:extLst>
          </p:cNvPr>
          <p:cNvGrpSpPr>
            <a:grpSpLocks/>
          </p:cNvGrpSpPr>
          <p:nvPr/>
        </p:nvGrpSpPr>
        <p:grpSpPr>
          <a:xfrm>
            <a:off x="9761022" y="3637253"/>
            <a:ext cx="223638" cy="338554"/>
            <a:chOff x="9708197" y="3187677"/>
            <a:chExt cx="223638" cy="338554"/>
          </a:xfrm>
        </p:grpSpPr>
        <p:sp>
          <p:nvSpPr>
            <p:cNvPr id="54" name="Rectangle 53">
              <a:extLst>
                <a:ext uri="{FF2B5EF4-FFF2-40B4-BE49-F238E27FC236}">
                  <a16:creationId xmlns:a16="http://schemas.microsoft.com/office/drawing/2014/main" id="{2791FA6D-CE4D-94B1-779F-93CDB89BB9A0}"/>
                </a:ext>
              </a:extLst>
            </p:cNvPr>
            <p:cNvSpPr/>
            <p:nvPr/>
          </p:nvSpPr>
          <p:spPr>
            <a:xfrm>
              <a:off x="9729802" y="3244492"/>
              <a:ext cx="180000" cy="180000"/>
            </a:xfrm>
            <a:prstGeom prst="rect">
              <a:avLst/>
            </a:prstGeom>
            <a:solidFill>
              <a:srgbClr val="FFFFFF"/>
            </a:solidFill>
            <a:ln w="3175" cap="flat" cmpd="sng" algn="ctr">
              <a:solidFill>
                <a:srgbClr val="808080"/>
              </a:solidFill>
              <a:prstDash val="solid"/>
            </a:ln>
            <a:effectLst/>
          </p:spPr>
          <p:txBody>
            <a:bodyPr rot="0" spcFirstLastPara="0" vertOverflow="overflow" horzOverflow="overflow" vert="horz" wrap="square" lIns="53650" tIns="53650" rIns="53650" bIns="53650" numCol="1" spcCol="0" rtlCol="0" fromWordArt="0" anchor="ctr" anchorCtr="0" forceAA="0" compatLnSpc="1">
              <a:prstTxWarp prst="textNoShape">
                <a:avLst/>
              </a:prstTxWarp>
              <a:noAutofit/>
            </a:bodyPr>
            <a:lstStyle/>
            <a:p>
              <a:pPr marL="0" marR="0" lvl="0" indent="0" algn="ctr" defTabSz="837866" eaLnBrk="1" fontAlgn="auto" latinLnBrk="0" hangingPunct="1">
                <a:lnSpc>
                  <a:spcPct val="100000"/>
                </a:lnSpc>
                <a:spcBef>
                  <a:spcPts val="0"/>
                </a:spcBef>
                <a:spcAft>
                  <a:spcPts val="0"/>
                </a:spcAft>
                <a:buClr>
                  <a:srgbClr val="FFE600"/>
                </a:buClr>
                <a:buSzPct val="80000"/>
                <a:buFont typeface="Arial" charset="0"/>
                <a:buNone/>
                <a:tabLst/>
                <a:defRPr/>
              </a:pPr>
              <a:r>
                <a:rPr kumimoji="0" lang="en-US" sz="1600" b="0" i="0" u="none" strike="noStrike" kern="0" cap="none" spc="0" normalizeH="0" baseline="0" noProof="0">
                  <a:ln>
                    <a:noFill/>
                  </a:ln>
                  <a:solidFill>
                    <a:srgbClr val="2C973E"/>
                  </a:solidFill>
                  <a:effectLst/>
                  <a:uLnTx/>
                  <a:uFillTx/>
                  <a:sym typeface="EYInterstate Light" panose="02000506000000020004" pitchFamily="2" charset="0"/>
                </a:rPr>
                <a:t></a:t>
              </a:r>
            </a:p>
          </p:txBody>
        </p:sp>
        <p:sp>
          <p:nvSpPr>
            <p:cNvPr id="55" name="Rectangle 54">
              <a:extLst>
                <a:ext uri="{FF2B5EF4-FFF2-40B4-BE49-F238E27FC236}">
                  <a16:creationId xmlns:a16="http://schemas.microsoft.com/office/drawing/2014/main" id="{5FE5D911-D284-F095-B9F4-3C62B5B67331}"/>
                </a:ext>
              </a:extLst>
            </p:cNvPr>
            <p:cNvSpPr/>
            <p:nvPr/>
          </p:nvSpPr>
          <p:spPr>
            <a:xfrm>
              <a:off x="9708197" y="3187677"/>
              <a:ext cx="223638" cy="338554"/>
            </a:xfrm>
            <a:prstGeom prst="rect">
              <a:avLst/>
            </a:prstGeom>
          </p:spPr>
          <p:txBody>
            <a:bodyPr wrap="square">
              <a:spAutoFit/>
            </a:bodyPr>
            <a:lstStyle/>
            <a:p>
              <a:pPr marL="0" marR="0" lvl="0" indent="0" algn="ctr" defTabSz="914400" eaLnBrk="1" fontAlgn="base" latinLnBrk="0" hangingPunct="1">
                <a:lnSpc>
                  <a:spcPct val="100000"/>
                </a:lnSpc>
                <a:spcBef>
                  <a:spcPct val="0"/>
                </a:spcBef>
                <a:spcAft>
                  <a:spcPct val="50000"/>
                </a:spcAft>
                <a:buClr>
                  <a:srgbClr val="FFE600"/>
                </a:buClr>
                <a:buSzPct val="80000"/>
                <a:buFontTx/>
                <a:buNone/>
                <a:tabLst/>
                <a:defRPr/>
              </a:pPr>
              <a:r>
                <a:rPr kumimoji="0" lang="en-US" sz="1600" b="0" i="0" u="none" strike="noStrike" kern="0" cap="none" spc="0" normalizeH="0" baseline="0" noProof="0">
                  <a:ln>
                    <a:noFill/>
                  </a:ln>
                  <a:solidFill>
                    <a:srgbClr val="2C973E"/>
                  </a:solidFill>
                  <a:effectLst/>
                  <a:uLnTx/>
                  <a:uFillTx/>
                  <a:sym typeface="Wingdings" panose="05000000000000000000" pitchFamily="2" charset="2"/>
                </a:rPr>
                <a:t></a:t>
              </a:r>
              <a:endParaRPr kumimoji="0" lang="en-US" sz="1600" b="0" i="0" u="none" strike="noStrike" kern="0" cap="none" spc="0" normalizeH="0" baseline="0" noProof="0">
                <a:ln>
                  <a:noFill/>
                </a:ln>
                <a:solidFill>
                  <a:srgbClr val="2C973E"/>
                </a:solidFill>
                <a:effectLst/>
                <a:uLnTx/>
                <a:uFillTx/>
              </a:endParaRPr>
            </a:p>
          </p:txBody>
        </p:sp>
      </p:grpSp>
      <p:grpSp>
        <p:nvGrpSpPr>
          <p:cNvPr id="56" name="Group 55">
            <a:extLst>
              <a:ext uri="{FF2B5EF4-FFF2-40B4-BE49-F238E27FC236}">
                <a16:creationId xmlns:a16="http://schemas.microsoft.com/office/drawing/2014/main" id="{63A534CF-57F8-47B6-3817-F0A54F609203}"/>
              </a:ext>
            </a:extLst>
          </p:cNvPr>
          <p:cNvGrpSpPr>
            <a:grpSpLocks/>
          </p:cNvGrpSpPr>
          <p:nvPr/>
        </p:nvGrpSpPr>
        <p:grpSpPr>
          <a:xfrm>
            <a:off x="9761022" y="3938399"/>
            <a:ext cx="223638" cy="338554"/>
            <a:chOff x="9708197" y="3187677"/>
            <a:chExt cx="223638" cy="338554"/>
          </a:xfrm>
        </p:grpSpPr>
        <p:sp>
          <p:nvSpPr>
            <p:cNvPr id="57" name="Rectangle 56">
              <a:extLst>
                <a:ext uri="{FF2B5EF4-FFF2-40B4-BE49-F238E27FC236}">
                  <a16:creationId xmlns:a16="http://schemas.microsoft.com/office/drawing/2014/main" id="{7071B261-BC30-8FF2-D395-CC16CD5F2339}"/>
                </a:ext>
              </a:extLst>
            </p:cNvPr>
            <p:cNvSpPr/>
            <p:nvPr/>
          </p:nvSpPr>
          <p:spPr>
            <a:xfrm>
              <a:off x="9729802" y="3244492"/>
              <a:ext cx="180000" cy="180000"/>
            </a:xfrm>
            <a:prstGeom prst="rect">
              <a:avLst/>
            </a:prstGeom>
            <a:solidFill>
              <a:srgbClr val="FFFFFF"/>
            </a:solidFill>
            <a:ln w="3175" cap="flat" cmpd="sng" algn="ctr">
              <a:solidFill>
                <a:srgbClr val="808080"/>
              </a:solidFill>
              <a:prstDash val="solid"/>
            </a:ln>
            <a:effectLst/>
          </p:spPr>
          <p:txBody>
            <a:bodyPr rot="0" spcFirstLastPara="0" vertOverflow="overflow" horzOverflow="overflow" vert="horz" wrap="square" lIns="53650" tIns="53650" rIns="53650" bIns="53650" numCol="1" spcCol="0" rtlCol="0" fromWordArt="0" anchor="ctr" anchorCtr="0" forceAA="0" compatLnSpc="1">
              <a:prstTxWarp prst="textNoShape">
                <a:avLst/>
              </a:prstTxWarp>
              <a:noAutofit/>
            </a:bodyPr>
            <a:lstStyle/>
            <a:p>
              <a:pPr marL="0" marR="0" lvl="0" indent="0" algn="ctr" defTabSz="837866" eaLnBrk="1" fontAlgn="auto" latinLnBrk="0" hangingPunct="1">
                <a:lnSpc>
                  <a:spcPct val="100000"/>
                </a:lnSpc>
                <a:spcBef>
                  <a:spcPts val="0"/>
                </a:spcBef>
                <a:spcAft>
                  <a:spcPts val="0"/>
                </a:spcAft>
                <a:buClr>
                  <a:srgbClr val="FFE600"/>
                </a:buClr>
                <a:buSzPct val="80000"/>
                <a:buFont typeface="Arial" charset="0"/>
                <a:buNone/>
                <a:tabLst/>
                <a:defRPr/>
              </a:pPr>
              <a:r>
                <a:rPr kumimoji="0" lang="en-US" sz="1600" b="0" i="0" u="none" strike="noStrike" kern="0" cap="none" spc="0" normalizeH="0" baseline="0" noProof="0">
                  <a:ln>
                    <a:noFill/>
                  </a:ln>
                  <a:solidFill>
                    <a:srgbClr val="2C973E"/>
                  </a:solidFill>
                  <a:effectLst/>
                  <a:uLnTx/>
                  <a:uFillTx/>
                  <a:sym typeface="EYInterstate Light" panose="02000506000000020004" pitchFamily="2" charset="0"/>
                </a:rPr>
                <a:t></a:t>
              </a:r>
            </a:p>
          </p:txBody>
        </p:sp>
        <p:sp>
          <p:nvSpPr>
            <p:cNvPr id="58" name="Rectangle 57">
              <a:extLst>
                <a:ext uri="{FF2B5EF4-FFF2-40B4-BE49-F238E27FC236}">
                  <a16:creationId xmlns:a16="http://schemas.microsoft.com/office/drawing/2014/main" id="{EF056C59-3E40-19DF-B1A6-6936CE1A3899}"/>
                </a:ext>
              </a:extLst>
            </p:cNvPr>
            <p:cNvSpPr/>
            <p:nvPr/>
          </p:nvSpPr>
          <p:spPr>
            <a:xfrm>
              <a:off x="9708197" y="3187677"/>
              <a:ext cx="223638" cy="338554"/>
            </a:xfrm>
            <a:prstGeom prst="rect">
              <a:avLst/>
            </a:prstGeom>
          </p:spPr>
          <p:txBody>
            <a:bodyPr wrap="square">
              <a:spAutoFit/>
            </a:bodyPr>
            <a:lstStyle/>
            <a:p>
              <a:pPr marL="0" marR="0" lvl="0" indent="0" algn="ctr" defTabSz="914400" eaLnBrk="1" fontAlgn="base" latinLnBrk="0" hangingPunct="1">
                <a:lnSpc>
                  <a:spcPct val="100000"/>
                </a:lnSpc>
                <a:spcBef>
                  <a:spcPct val="0"/>
                </a:spcBef>
                <a:spcAft>
                  <a:spcPct val="50000"/>
                </a:spcAft>
                <a:buClr>
                  <a:srgbClr val="FFE600"/>
                </a:buClr>
                <a:buSzPct val="80000"/>
                <a:buFontTx/>
                <a:buNone/>
                <a:tabLst/>
                <a:defRPr/>
              </a:pPr>
              <a:r>
                <a:rPr kumimoji="0" lang="en-US" sz="1600" b="0" i="0" u="none" strike="noStrike" kern="0" cap="none" spc="0" normalizeH="0" baseline="0" noProof="0">
                  <a:ln>
                    <a:noFill/>
                  </a:ln>
                  <a:solidFill>
                    <a:srgbClr val="2C973E"/>
                  </a:solidFill>
                  <a:effectLst/>
                  <a:uLnTx/>
                  <a:uFillTx/>
                  <a:sym typeface="Wingdings" panose="05000000000000000000" pitchFamily="2" charset="2"/>
                </a:rPr>
                <a:t></a:t>
              </a:r>
              <a:endParaRPr kumimoji="0" lang="en-US" sz="1600" b="0" i="0" u="none" strike="noStrike" kern="0" cap="none" spc="0" normalizeH="0" baseline="0" noProof="0">
                <a:ln>
                  <a:noFill/>
                </a:ln>
                <a:solidFill>
                  <a:srgbClr val="2C973E"/>
                </a:solidFill>
                <a:effectLst/>
                <a:uLnTx/>
                <a:uFillTx/>
              </a:endParaRPr>
            </a:p>
          </p:txBody>
        </p:sp>
      </p:grpSp>
      <p:grpSp>
        <p:nvGrpSpPr>
          <p:cNvPr id="59" name="Group 58">
            <a:extLst>
              <a:ext uri="{FF2B5EF4-FFF2-40B4-BE49-F238E27FC236}">
                <a16:creationId xmlns:a16="http://schemas.microsoft.com/office/drawing/2014/main" id="{C5EE22FE-7A99-7054-AA98-688EC92EA1B5}"/>
              </a:ext>
            </a:extLst>
          </p:cNvPr>
          <p:cNvGrpSpPr>
            <a:grpSpLocks/>
          </p:cNvGrpSpPr>
          <p:nvPr/>
        </p:nvGrpSpPr>
        <p:grpSpPr>
          <a:xfrm>
            <a:off x="9761022" y="4276953"/>
            <a:ext cx="223638" cy="338554"/>
            <a:chOff x="9708197" y="3187677"/>
            <a:chExt cx="223638" cy="338554"/>
          </a:xfrm>
        </p:grpSpPr>
        <p:sp>
          <p:nvSpPr>
            <p:cNvPr id="60" name="Rectangle 59">
              <a:extLst>
                <a:ext uri="{FF2B5EF4-FFF2-40B4-BE49-F238E27FC236}">
                  <a16:creationId xmlns:a16="http://schemas.microsoft.com/office/drawing/2014/main" id="{5788FDE9-4654-AEE7-04BA-2C4698000236}"/>
                </a:ext>
              </a:extLst>
            </p:cNvPr>
            <p:cNvSpPr/>
            <p:nvPr/>
          </p:nvSpPr>
          <p:spPr>
            <a:xfrm>
              <a:off x="9729802" y="3244492"/>
              <a:ext cx="180000" cy="180000"/>
            </a:xfrm>
            <a:prstGeom prst="rect">
              <a:avLst/>
            </a:prstGeom>
            <a:solidFill>
              <a:srgbClr val="FFFFFF"/>
            </a:solidFill>
            <a:ln w="3175" cap="flat" cmpd="sng" algn="ctr">
              <a:solidFill>
                <a:srgbClr val="808080"/>
              </a:solidFill>
              <a:prstDash val="solid"/>
            </a:ln>
            <a:effectLst/>
          </p:spPr>
          <p:txBody>
            <a:bodyPr rot="0" spcFirstLastPara="0" vertOverflow="overflow" horzOverflow="overflow" vert="horz" wrap="square" lIns="53650" tIns="53650" rIns="53650" bIns="53650" numCol="1" spcCol="0" rtlCol="0" fromWordArt="0" anchor="ctr" anchorCtr="0" forceAA="0" compatLnSpc="1">
              <a:prstTxWarp prst="textNoShape">
                <a:avLst/>
              </a:prstTxWarp>
              <a:noAutofit/>
            </a:bodyPr>
            <a:lstStyle/>
            <a:p>
              <a:pPr marL="0" marR="0" lvl="0" indent="0" algn="ctr" defTabSz="837866" eaLnBrk="1" fontAlgn="auto" latinLnBrk="0" hangingPunct="1">
                <a:lnSpc>
                  <a:spcPct val="100000"/>
                </a:lnSpc>
                <a:spcBef>
                  <a:spcPts val="0"/>
                </a:spcBef>
                <a:spcAft>
                  <a:spcPts val="0"/>
                </a:spcAft>
                <a:buClr>
                  <a:srgbClr val="FFE600"/>
                </a:buClr>
                <a:buSzPct val="80000"/>
                <a:buFont typeface="Arial" charset="0"/>
                <a:buNone/>
                <a:tabLst/>
                <a:defRPr/>
              </a:pPr>
              <a:r>
                <a:rPr kumimoji="0" lang="en-US" sz="1600" b="0" i="0" u="none" strike="noStrike" kern="0" cap="none" spc="0" normalizeH="0" baseline="0" noProof="0">
                  <a:ln>
                    <a:noFill/>
                  </a:ln>
                  <a:solidFill>
                    <a:srgbClr val="2C973E"/>
                  </a:solidFill>
                  <a:effectLst/>
                  <a:uLnTx/>
                  <a:uFillTx/>
                  <a:sym typeface="EYInterstate Light" panose="02000506000000020004" pitchFamily="2" charset="0"/>
                </a:rPr>
                <a:t></a:t>
              </a:r>
            </a:p>
          </p:txBody>
        </p:sp>
        <p:sp>
          <p:nvSpPr>
            <p:cNvPr id="61" name="Rectangle 60">
              <a:extLst>
                <a:ext uri="{FF2B5EF4-FFF2-40B4-BE49-F238E27FC236}">
                  <a16:creationId xmlns:a16="http://schemas.microsoft.com/office/drawing/2014/main" id="{BDFC0917-B813-C6C0-2B2D-B85296F59B77}"/>
                </a:ext>
              </a:extLst>
            </p:cNvPr>
            <p:cNvSpPr/>
            <p:nvPr/>
          </p:nvSpPr>
          <p:spPr>
            <a:xfrm>
              <a:off x="9708197" y="3187677"/>
              <a:ext cx="223638" cy="338554"/>
            </a:xfrm>
            <a:prstGeom prst="rect">
              <a:avLst/>
            </a:prstGeom>
          </p:spPr>
          <p:txBody>
            <a:bodyPr wrap="square">
              <a:spAutoFit/>
            </a:bodyPr>
            <a:lstStyle/>
            <a:p>
              <a:pPr marL="0" marR="0" lvl="0" indent="0" algn="ctr" defTabSz="914400" eaLnBrk="1" fontAlgn="base" latinLnBrk="0" hangingPunct="1">
                <a:lnSpc>
                  <a:spcPct val="100000"/>
                </a:lnSpc>
                <a:spcBef>
                  <a:spcPct val="0"/>
                </a:spcBef>
                <a:spcAft>
                  <a:spcPct val="50000"/>
                </a:spcAft>
                <a:buClr>
                  <a:srgbClr val="FFE600"/>
                </a:buClr>
                <a:buSzPct val="80000"/>
                <a:buFontTx/>
                <a:buNone/>
                <a:tabLst/>
                <a:defRPr/>
              </a:pPr>
              <a:r>
                <a:rPr kumimoji="0" lang="en-US" sz="1600" b="0" i="0" u="none" strike="noStrike" kern="0" cap="none" spc="0" normalizeH="0" baseline="0" noProof="0">
                  <a:ln>
                    <a:noFill/>
                  </a:ln>
                  <a:solidFill>
                    <a:srgbClr val="2C973E"/>
                  </a:solidFill>
                  <a:effectLst/>
                  <a:uLnTx/>
                  <a:uFillTx/>
                  <a:sym typeface="Wingdings" panose="05000000000000000000" pitchFamily="2" charset="2"/>
                </a:rPr>
                <a:t></a:t>
              </a:r>
              <a:endParaRPr kumimoji="0" lang="en-US" sz="1600" b="0" i="0" u="none" strike="noStrike" kern="0" cap="none" spc="0" normalizeH="0" baseline="0" noProof="0">
                <a:ln>
                  <a:noFill/>
                </a:ln>
                <a:solidFill>
                  <a:srgbClr val="2C973E"/>
                </a:solidFill>
                <a:effectLst/>
                <a:uLnTx/>
                <a:uFillTx/>
              </a:endParaRPr>
            </a:p>
          </p:txBody>
        </p:sp>
      </p:grpSp>
    </p:spTree>
    <p:extLst>
      <p:ext uri="{BB962C8B-B14F-4D97-AF65-F5344CB8AC3E}">
        <p14:creationId xmlns:p14="http://schemas.microsoft.com/office/powerpoint/2010/main" val="108892445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F0C3FC-A0C3-7A48-7129-32A678DA8484}"/>
              </a:ext>
            </a:extLst>
          </p:cNvPr>
          <p:cNvSpPr>
            <a:spLocks noGrp="1"/>
          </p:cNvSpPr>
          <p:nvPr>
            <p:ph type="title"/>
          </p:nvPr>
        </p:nvSpPr>
        <p:spPr/>
        <p:txBody>
          <a:bodyPr/>
          <a:lstStyle/>
          <a:p>
            <a:r>
              <a:rPr lang="en-US"/>
              <a:t>Finance Process Standardization &amp; Documentation</a:t>
            </a:r>
            <a:endParaRPr lang="en-IN"/>
          </a:p>
        </p:txBody>
      </p:sp>
      <p:sp>
        <p:nvSpPr>
          <p:cNvPr id="5" name="Slide Number Placeholder 4">
            <a:extLst>
              <a:ext uri="{FF2B5EF4-FFF2-40B4-BE49-F238E27FC236}">
                <a16:creationId xmlns:a16="http://schemas.microsoft.com/office/drawing/2014/main" id="{768A3E76-41B7-45DF-40E5-33A631AA9DBA}"/>
              </a:ext>
            </a:extLst>
          </p:cNvPr>
          <p:cNvSpPr>
            <a:spLocks noGrp="1"/>
          </p:cNvSpPr>
          <p:nvPr>
            <p:ph type="sldNum" sz="quarter" idx="12"/>
          </p:nvPr>
        </p:nvSpPr>
        <p:spPr/>
        <p:txBody>
          <a:bodyPr/>
          <a:lstStyle/>
          <a:p>
            <a:fld id="{94FCA0F3-9F3A-694B-99BB-0E592A797735}" type="slidenum">
              <a:rPr lang="en-US" smtClean="0"/>
              <a:t>131</a:t>
            </a:fld>
            <a:endParaRPr lang="en-US"/>
          </a:p>
        </p:txBody>
      </p:sp>
      <p:sp>
        <p:nvSpPr>
          <p:cNvPr id="6" name="Date Placeholder 5">
            <a:extLst>
              <a:ext uri="{FF2B5EF4-FFF2-40B4-BE49-F238E27FC236}">
                <a16:creationId xmlns:a16="http://schemas.microsoft.com/office/drawing/2014/main" id="{D2BC7C12-7FCC-AADF-0108-DC9B0F756F01}"/>
              </a:ext>
            </a:extLst>
          </p:cNvPr>
          <p:cNvSpPr>
            <a:spLocks noGrp="1"/>
          </p:cNvSpPr>
          <p:nvPr>
            <p:ph type="dt" sz="half" idx="10"/>
          </p:nvPr>
        </p:nvSpPr>
        <p:spPr/>
        <p:txBody>
          <a:bodyPr/>
          <a:lstStyle/>
          <a:p>
            <a:fld id="{456761D2-4E1E-4195-8489-8CE7F64EDAAD}" type="datetime1">
              <a:rPr lang="en-US" smtClean="0"/>
              <a:t>9/19/2025</a:t>
            </a:fld>
            <a:endParaRPr lang="en-US"/>
          </a:p>
        </p:txBody>
      </p:sp>
      <p:grpSp>
        <p:nvGrpSpPr>
          <p:cNvPr id="10" name="Group 9">
            <a:extLst>
              <a:ext uri="{FF2B5EF4-FFF2-40B4-BE49-F238E27FC236}">
                <a16:creationId xmlns:a16="http://schemas.microsoft.com/office/drawing/2014/main" id="{C9AF3DE6-524F-9DD0-8DBF-43DD7E063956}"/>
              </a:ext>
            </a:extLst>
          </p:cNvPr>
          <p:cNvGrpSpPr/>
          <p:nvPr/>
        </p:nvGrpSpPr>
        <p:grpSpPr>
          <a:xfrm>
            <a:off x="615282" y="1127584"/>
            <a:ext cx="11024698" cy="4973193"/>
            <a:chOff x="579622" y="1119633"/>
            <a:chExt cx="11024698" cy="4973193"/>
          </a:xfrm>
        </p:grpSpPr>
        <p:grpSp>
          <p:nvGrpSpPr>
            <p:cNvPr id="11" name="Group 10">
              <a:extLst>
                <a:ext uri="{FF2B5EF4-FFF2-40B4-BE49-F238E27FC236}">
                  <a16:creationId xmlns:a16="http://schemas.microsoft.com/office/drawing/2014/main" id="{54075B7D-6B3A-EF07-AFFE-830F7D98FF09}"/>
                </a:ext>
              </a:extLst>
            </p:cNvPr>
            <p:cNvGrpSpPr/>
            <p:nvPr/>
          </p:nvGrpSpPr>
          <p:grpSpPr>
            <a:xfrm>
              <a:off x="609597" y="2103472"/>
              <a:ext cx="10994723" cy="3989354"/>
              <a:chOff x="609597" y="1588213"/>
              <a:chExt cx="10310096" cy="4818960"/>
            </a:xfrm>
          </p:grpSpPr>
          <p:grpSp>
            <p:nvGrpSpPr>
              <p:cNvPr id="23" name="Group 22">
                <a:extLst>
                  <a:ext uri="{FF2B5EF4-FFF2-40B4-BE49-F238E27FC236}">
                    <a16:creationId xmlns:a16="http://schemas.microsoft.com/office/drawing/2014/main" id="{8C8CDA91-CB74-13DA-EEF8-1C86503CCF09}"/>
                  </a:ext>
                </a:extLst>
              </p:cNvPr>
              <p:cNvGrpSpPr/>
              <p:nvPr/>
            </p:nvGrpSpPr>
            <p:grpSpPr>
              <a:xfrm>
                <a:off x="609597" y="1599262"/>
                <a:ext cx="3699337" cy="4807910"/>
                <a:chOff x="609597" y="1599262"/>
                <a:chExt cx="3699337" cy="4807910"/>
              </a:xfrm>
            </p:grpSpPr>
            <p:grpSp>
              <p:nvGrpSpPr>
                <p:cNvPr id="34" name="Group 33">
                  <a:extLst>
                    <a:ext uri="{FF2B5EF4-FFF2-40B4-BE49-F238E27FC236}">
                      <a16:creationId xmlns:a16="http://schemas.microsoft.com/office/drawing/2014/main" id="{85154995-9F0F-F822-0FB3-CE8BAEA5EA3D}"/>
                    </a:ext>
                  </a:extLst>
                </p:cNvPr>
                <p:cNvGrpSpPr/>
                <p:nvPr/>
              </p:nvGrpSpPr>
              <p:grpSpPr>
                <a:xfrm>
                  <a:off x="609597" y="1599262"/>
                  <a:ext cx="3699315" cy="365690"/>
                  <a:chOff x="609600" y="1127125"/>
                  <a:chExt cx="3785711" cy="365690"/>
                </a:xfrm>
              </p:grpSpPr>
              <p:sp>
                <p:nvSpPr>
                  <p:cNvPr id="36" name="Rectangle 35">
                    <a:extLst>
                      <a:ext uri="{FF2B5EF4-FFF2-40B4-BE49-F238E27FC236}">
                        <a16:creationId xmlns:a16="http://schemas.microsoft.com/office/drawing/2014/main" id="{E3EAB5A9-4009-4395-FFB6-82B0DA1184B0}"/>
                      </a:ext>
                    </a:extLst>
                  </p:cNvPr>
                  <p:cNvSpPr/>
                  <p:nvPr/>
                </p:nvSpPr>
                <p:spPr>
                  <a:xfrm>
                    <a:off x="609600" y="1127125"/>
                    <a:ext cx="76200" cy="365690"/>
                  </a:xfrm>
                  <a:prstGeom prst="rect">
                    <a:avLst/>
                  </a:prstGeom>
                  <a:solidFill>
                    <a:srgbClr val="FFE600"/>
                  </a:solidFill>
                  <a:ln w="9525" cap="flat" cmpd="sng" algn="ctr">
                    <a:no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rgbClr val="2E2E38"/>
                      </a:solidFill>
                      <a:effectLst/>
                      <a:uLnTx/>
                      <a:uFillTx/>
                      <a:latin typeface="Arial"/>
                    </a:endParaRPr>
                  </a:p>
                </p:txBody>
              </p:sp>
              <p:sp>
                <p:nvSpPr>
                  <p:cNvPr id="37" name="Rectangle 36">
                    <a:extLst>
                      <a:ext uri="{FF2B5EF4-FFF2-40B4-BE49-F238E27FC236}">
                        <a16:creationId xmlns:a16="http://schemas.microsoft.com/office/drawing/2014/main" id="{4C53AB41-ACBE-764F-ECB0-EEAE5D6EF3B0}"/>
                      </a:ext>
                    </a:extLst>
                  </p:cNvPr>
                  <p:cNvSpPr/>
                  <p:nvPr/>
                </p:nvSpPr>
                <p:spPr>
                  <a:xfrm>
                    <a:off x="716278" y="1127125"/>
                    <a:ext cx="3679033" cy="365689"/>
                  </a:xfrm>
                  <a:prstGeom prst="rect">
                    <a:avLst/>
                  </a:prstGeom>
                  <a:solidFill>
                    <a:srgbClr val="747480"/>
                  </a:solidFill>
                  <a:ln w="9525" cap="flat" cmpd="sng" algn="ctr">
                    <a:noFill/>
                    <a:prstDash val="solid"/>
                  </a:ln>
                  <a:effectLst/>
                </p:spPr>
                <p:txBody>
                  <a:bodyPr rtlCol="0" anchor="ctr" anchorCtr="0"/>
                  <a:lstStyle/>
                  <a:p>
                    <a:pPr marL="0" marR="0" lvl="0" indent="0" defTabSz="914400" eaLnBrk="1" fontAlgn="auto" latinLnBrk="0" hangingPunct="1">
                      <a:lnSpc>
                        <a:spcPct val="100000"/>
                      </a:lnSpc>
                      <a:spcBef>
                        <a:spcPts val="0"/>
                      </a:spcBef>
                      <a:spcAft>
                        <a:spcPts val="0"/>
                      </a:spcAft>
                      <a:buClrTx/>
                      <a:buSzTx/>
                      <a:buFontTx/>
                      <a:buNone/>
                      <a:tabLst/>
                      <a:defRPr/>
                    </a:pPr>
                    <a:r>
                      <a:rPr kumimoji="0" lang="en-IN" sz="1200" b="1" i="0" u="none" strike="noStrike" kern="0" cap="none" spc="0" normalizeH="0" baseline="0" noProof="0">
                        <a:ln>
                          <a:noFill/>
                        </a:ln>
                        <a:solidFill>
                          <a:prstClr val="white"/>
                        </a:solidFill>
                        <a:effectLst/>
                        <a:uLnTx/>
                        <a:uFillTx/>
                      </a:rPr>
                      <a:t>1. Business background:</a:t>
                    </a:r>
                  </a:p>
                </p:txBody>
              </p:sp>
            </p:grpSp>
            <p:sp>
              <p:nvSpPr>
                <p:cNvPr id="35" name="Rectangle 34">
                  <a:extLst>
                    <a:ext uri="{FF2B5EF4-FFF2-40B4-BE49-F238E27FC236}">
                      <a16:creationId xmlns:a16="http://schemas.microsoft.com/office/drawing/2014/main" id="{5698CFC0-EDD1-AF29-1E0E-76E39C91E4E5}"/>
                    </a:ext>
                  </a:extLst>
                </p:cNvPr>
                <p:cNvSpPr/>
                <p:nvPr/>
              </p:nvSpPr>
              <p:spPr>
                <a:xfrm>
                  <a:off x="609601" y="2013355"/>
                  <a:ext cx="3699333" cy="4393817"/>
                </a:xfrm>
                <a:prstGeom prst="rect">
                  <a:avLst/>
                </a:prstGeom>
                <a:noFill/>
                <a:ln w="6350" cap="flat" cmpd="sng" algn="ctr">
                  <a:solidFill>
                    <a:srgbClr val="FFFFFF"/>
                  </a:solidFill>
                  <a:prstDash val="dash"/>
                </a:ln>
                <a:effectLst/>
              </p:spPr>
              <p:txBody>
                <a:bodyPr lIns="228600" tIns="137160" rtlCol="0" anchor="t" anchorCtr="0"/>
                <a:lstStyle/>
                <a:p>
                  <a:pPr marL="171450" marR="0" lvl="1" indent="-171450" defTabSz="1042138" eaLnBrk="1" fontAlgn="ctr" latinLnBrk="0" hangingPunct="1">
                    <a:lnSpc>
                      <a:spcPct val="100000"/>
                    </a:lnSpc>
                    <a:spcBef>
                      <a:spcPts val="0"/>
                    </a:spcBef>
                    <a:spcAft>
                      <a:spcPts val="300"/>
                    </a:spcAft>
                    <a:buClr>
                      <a:srgbClr val="FFE600"/>
                    </a:buClr>
                    <a:buSzPct val="100000"/>
                    <a:buFont typeface="EYInterstate Light" panose="02000506000000020004" pitchFamily="2" charset="0"/>
                    <a:buChar char="•"/>
                    <a:tabLst/>
                    <a:defRPr/>
                  </a:pPr>
                  <a:endParaRPr kumimoji="0" lang="en-IN" sz="950" b="0" i="0" u="none" strike="noStrike" kern="0" cap="none" spc="0" normalizeH="0" baseline="0" noProof="0">
                    <a:ln>
                      <a:noFill/>
                    </a:ln>
                    <a:solidFill>
                      <a:prstClr val="white"/>
                    </a:solidFill>
                    <a:effectLst/>
                    <a:uLnTx/>
                    <a:uFillTx/>
                    <a:latin typeface="Arial"/>
                  </a:endParaRPr>
                </a:p>
              </p:txBody>
            </p:sp>
          </p:grpSp>
          <p:grpSp>
            <p:nvGrpSpPr>
              <p:cNvPr id="24" name="Group 23">
                <a:extLst>
                  <a:ext uri="{FF2B5EF4-FFF2-40B4-BE49-F238E27FC236}">
                    <a16:creationId xmlns:a16="http://schemas.microsoft.com/office/drawing/2014/main" id="{76C3E41A-4269-3D88-AFE6-B515FB781E60}"/>
                  </a:ext>
                </a:extLst>
              </p:cNvPr>
              <p:cNvGrpSpPr/>
              <p:nvPr/>
            </p:nvGrpSpPr>
            <p:grpSpPr>
              <a:xfrm>
                <a:off x="4427543" y="1599263"/>
                <a:ext cx="3474814" cy="4807910"/>
                <a:chOff x="942663" y="1587695"/>
                <a:chExt cx="3474814" cy="4807910"/>
              </a:xfrm>
            </p:grpSpPr>
            <p:grpSp>
              <p:nvGrpSpPr>
                <p:cNvPr id="30" name="Group 29">
                  <a:extLst>
                    <a:ext uri="{FF2B5EF4-FFF2-40B4-BE49-F238E27FC236}">
                      <a16:creationId xmlns:a16="http://schemas.microsoft.com/office/drawing/2014/main" id="{FD95A0FA-DCC2-5DED-6F58-B2D50DB7E1C3}"/>
                    </a:ext>
                  </a:extLst>
                </p:cNvPr>
                <p:cNvGrpSpPr/>
                <p:nvPr/>
              </p:nvGrpSpPr>
              <p:grpSpPr>
                <a:xfrm>
                  <a:off x="942663" y="1587695"/>
                  <a:ext cx="3474814" cy="371177"/>
                  <a:chOff x="950426" y="1115558"/>
                  <a:chExt cx="3555967" cy="371177"/>
                </a:xfrm>
              </p:grpSpPr>
              <p:sp>
                <p:nvSpPr>
                  <p:cNvPr id="32" name="Rectangle 31">
                    <a:extLst>
                      <a:ext uri="{FF2B5EF4-FFF2-40B4-BE49-F238E27FC236}">
                        <a16:creationId xmlns:a16="http://schemas.microsoft.com/office/drawing/2014/main" id="{02809DBB-55A2-5A9F-83A1-622281BA8F5E}"/>
                      </a:ext>
                    </a:extLst>
                  </p:cNvPr>
                  <p:cNvSpPr/>
                  <p:nvPr/>
                </p:nvSpPr>
                <p:spPr>
                  <a:xfrm>
                    <a:off x="950426" y="1121043"/>
                    <a:ext cx="76200" cy="365692"/>
                  </a:xfrm>
                  <a:prstGeom prst="rect">
                    <a:avLst/>
                  </a:prstGeom>
                  <a:solidFill>
                    <a:srgbClr val="FFE600"/>
                  </a:solidFill>
                  <a:ln w="9525" cap="flat" cmpd="sng" algn="ctr">
                    <a:no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rgbClr val="2E2E38"/>
                      </a:solidFill>
                      <a:effectLst/>
                      <a:uLnTx/>
                      <a:uFillTx/>
                      <a:latin typeface="Arial"/>
                    </a:endParaRPr>
                  </a:p>
                </p:txBody>
              </p:sp>
              <p:sp>
                <p:nvSpPr>
                  <p:cNvPr id="33" name="Rectangle 32">
                    <a:extLst>
                      <a:ext uri="{FF2B5EF4-FFF2-40B4-BE49-F238E27FC236}">
                        <a16:creationId xmlns:a16="http://schemas.microsoft.com/office/drawing/2014/main" id="{D7F6D4E3-5921-C939-B4BF-D6BD072C8F7C}"/>
                      </a:ext>
                    </a:extLst>
                  </p:cNvPr>
                  <p:cNvSpPr/>
                  <p:nvPr/>
                </p:nvSpPr>
                <p:spPr>
                  <a:xfrm>
                    <a:off x="1049181" y="1115558"/>
                    <a:ext cx="3457212" cy="371177"/>
                  </a:xfrm>
                  <a:prstGeom prst="rect">
                    <a:avLst/>
                  </a:prstGeom>
                  <a:solidFill>
                    <a:srgbClr val="747480"/>
                  </a:solidFill>
                  <a:ln w="9525" cap="flat" cmpd="sng" algn="ctr">
                    <a:noFill/>
                    <a:prstDash val="solid"/>
                  </a:ln>
                  <a:effectLst/>
                </p:spPr>
                <p:txBody>
                  <a:bodyPr rtlCol="0" anchor="ctr" anchorCtr="0"/>
                  <a:lstStyle/>
                  <a:p>
                    <a:pPr marL="0" marR="0" lvl="0" indent="0" defTabSz="914400" eaLnBrk="1" fontAlgn="auto" latinLnBrk="0" hangingPunct="1">
                      <a:lnSpc>
                        <a:spcPct val="100000"/>
                      </a:lnSpc>
                      <a:spcBef>
                        <a:spcPts val="0"/>
                      </a:spcBef>
                      <a:spcAft>
                        <a:spcPts val="0"/>
                      </a:spcAft>
                      <a:buClrTx/>
                      <a:buSzTx/>
                      <a:buFontTx/>
                      <a:buNone/>
                      <a:tabLst/>
                      <a:defRPr/>
                    </a:pPr>
                    <a:r>
                      <a:rPr kumimoji="0" lang="en-IN" sz="1200" b="1" i="0" u="none" strike="noStrike" kern="0" cap="none" spc="0" normalizeH="0" baseline="0" noProof="0">
                        <a:ln>
                          <a:noFill/>
                        </a:ln>
                        <a:solidFill>
                          <a:prstClr val="white"/>
                        </a:solidFill>
                        <a:effectLst/>
                        <a:uLnTx/>
                        <a:uFillTx/>
                      </a:rPr>
                      <a:t>2. Solution:</a:t>
                    </a:r>
                  </a:p>
                </p:txBody>
              </p:sp>
            </p:grpSp>
            <p:sp>
              <p:nvSpPr>
                <p:cNvPr id="31" name="Rectangle 30">
                  <a:extLst>
                    <a:ext uri="{FF2B5EF4-FFF2-40B4-BE49-F238E27FC236}">
                      <a16:creationId xmlns:a16="http://schemas.microsoft.com/office/drawing/2014/main" id="{0D4CC7C9-38CB-C8A3-857C-D31AFA95435C}"/>
                    </a:ext>
                  </a:extLst>
                </p:cNvPr>
                <p:cNvSpPr/>
                <p:nvPr/>
              </p:nvSpPr>
              <p:spPr>
                <a:xfrm>
                  <a:off x="967702" y="2001789"/>
                  <a:ext cx="3441359" cy="4393816"/>
                </a:xfrm>
                <a:prstGeom prst="rect">
                  <a:avLst/>
                </a:prstGeom>
                <a:noFill/>
                <a:ln w="6350" cap="flat" cmpd="sng" algn="ctr">
                  <a:solidFill>
                    <a:srgbClr val="FFFFFF"/>
                  </a:solidFill>
                  <a:prstDash val="dash"/>
                </a:ln>
                <a:effectLst/>
              </p:spPr>
              <p:txBody>
                <a:bodyPr lIns="228600" tIns="137160" rtlCol="0" anchor="t" anchorCtr="0"/>
                <a:lstStyle/>
                <a:p>
                  <a:pPr marL="0" marR="0" lvl="1" indent="0" defTabSz="1042138" eaLnBrk="1" fontAlgn="ctr" latinLnBrk="0" hangingPunct="1">
                    <a:lnSpc>
                      <a:spcPct val="100000"/>
                    </a:lnSpc>
                    <a:spcBef>
                      <a:spcPts val="0"/>
                    </a:spcBef>
                    <a:spcAft>
                      <a:spcPts val="300"/>
                    </a:spcAft>
                    <a:buClr>
                      <a:srgbClr val="FFE600"/>
                    </a:buClr>
                    <a:buSzPct val="100000"/>
                    <a:buFontTx/>
                    <a:buNone/>
                    <a:tabLst/>
                    <a:defRPr/>
                  </a:pPr>
                  <a:r>
                    <a:rPr kumimoji="0" lang="en-IN" sz="950" b="1" i="0" u="none" strike="noStrike" kern="0" cap="none" spc="0" normalizeH="0" baseline="0" noProof="0">
                      <a:ln>
                        <a:noFill/>
                      </a:ln>
                      <a:solidFill>
                        <a:schemeClr val="bg1"/>
                      </a:solidFill>
                      <a:effectLst/>
                      <a:uLnTx/>
                      <a:uFillTx/>
                    </a:rPr>
                    <a:t>Scope:</a:t>
                  </a:r>
                  <a:endParaRPr kumimoji="0" lang="en-GB" altLang="fr-FR" sz="950" b="1" i="0" u="none" strike="noStrike" kern="0" cap="none" spc="0" normalizeH="0" baseline="0" noProof="0">
                    <a:ln>
                      <a:noFill/>
                    </a:ln>
                    <a:solidFill>
                      <a:schemeClr val="bg1"/>
                    </a:solidFill>
                    <a:effectLst/>
                    <a:uLnTx/>
                    <a:uFillTx/>
                  </a:endParaRP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US" sz="950" b="0" i="0" u="none" strike="noStrike" kern="0" cap="none" spc="0" normalizeH="0" baseline="0" noProof="0">
                      <a:ln>
                        <a:noFill/>
                      </a:ln>
                      <a:solidFill>
                        <a:schemeClr val="bg1"/>
                      </a:solidFill>
                      <a:effectLst/>
                      <a:uLnTx/>
                      <a:uFillTx/>
                    </a:rPr>
                    <a:t>EY was engaged to perform a four-week review of Amber Oil’s existing Finance processes. Amber Oil will be implementing Oracle Fusion Cloud in 2022 and there was a requirement to document the ‘As-Is’ Finance processes in advance of this migration. We documented ‘As-Is’ process flows for the areas in scope below including identifying key pain points and challenges in the process with suggested opportunities for improvement / automation. </a:t>
                  </a:r>
                </a:p>
                <a:p>
                  <a:pPr marL="0" marR="0" lvl="1" indent="0" defTabSz="1042138" eaLnBrk="1" fontAlgn="ctr" latinLnBrk="0" hangingPunct="1">
                    <a:lnSpc>
                      <a:spcPct val="100000"/>
                    </a:lnSpc>
                    <a:spcBef>
                      <a:spcPts val="200"/>
                    </a:spcBef>
                    <a:spcAft>
                      <a:spcPts val="300"/>
                    </a:spcAft>
                    <a:buClr>
                      <a:srgbClr val="FFE600"/>
                    </a:buClr>
                    <a:buSzPct val="100000"/>
                    <a:buFontTx/>
                    <a:buNone/>
                    <a:tabLst>
                      <a:tab pos="88768" algn="l"/>
                    </a:tabLst>
                    <a:defRPr/>
                  </a:pPr>
                  <a:endParaRPr kumimoji="0" lang="en-US" sz="950" b="1" i="0" u="none" strike="noStrike" kern="0" cap="none" spc="0" normalizeH="0" baseline="0" noProof="0">
                    <a:ln>
                      <a:noFill/>
                    </a:ln>
                    <a:solidFill>
                      <a:schemeClr val="bg1"/>
                    </a:solidFill>
                    <a:effectLst/>
                    <a:uLnTx/>
                    <a:uFillTx/>
                  </a:endParaRPr>
                </a:p>
                <a:p>
                  <a:pPr marL="0" marR="0" lvl="1" indent="0" defTabSz="1042138" eaLnBrk="1" fontAlgn="ctr" latinLnBrk="0" hangingPunct="1">
                    <a:lnSpc>
                      <a:spcPct val="100000"/>
                    </a:lnSpc>
                    <a:spcBef>
                      <a:spcPts val="200"/>
                    </a:spcBef>
                    <a:spcAft>
                      <a:spcPts val="300"/>
                    </a:spcAft>
                    <a:buClr>
                      <a:srgbClr val="FFE600"/>
                    </a:buClr>
                    <a:buSzPct val="100000"/>
                    <a:buFontTx/>
                    <a:buNone/>
                    <a:tabLst>
                      <a:tab pos="88768" algn="l"/>
                    </a:tabLst>
                    <a:defRPr/>
                  </a:pPr>
                  <a:r>
                    <a:rPr kumimoji="0" lang="en-IE" sz="950" b="1" i="0" u="none" strike="noStrike" kern="0" cap="none" spc="0" normalizeH="0" baseline="0" noProof="0">
                      <a:ln>
                        <a:noFill/>
                      </a:ln>
                      <a:solidFill>
                        <a:schemeClr val="bg1"/>
                      </a:solidFill>
                      <a:effectLst/>
                      <a:uLnTx/>
                      <a:uFillTx/>
                    </a:rPr>
                    <a:t>The main finance processes included in the review were:</a:t>
                  </a:r>
                </a:p>
                <a:p>
                  <a:pPr marL="0" marR="0" lvl="1" indent="0" defTabSz="1042138" eaLnBrk="1" fontAlgn="ctr" latinLnBrk="0" hangingPunct="1">
                    <a:lnSpc>
                      <a:spcPct val="100000"/>
                    </a:lnSpc>
                    <a:spcBef>
                      <a:spcPts val="200"/>
                    </a:spcBef>
                    <a:spcAft>
                      <a:spcPts val="300"/>
                    </a:spcAft>
                    <a:buClr>
                      <a:srgbClr val="FFE600"/>
                    </a:buClr>
                    <a:buSzPct val="100000"/>
                    <a:buFontTx/>
                    <a:buNone/>
                    <a:tabLst>
                      <a:tab pos="88768" algn="l"/>
                    </a:tabLst>
                    <a:defRPr/>
                  </a:pPr>
                  <a:endParaRPr kumimoji="0" lang="en-GB" altLang="fr-FR" sz="950" b="1" i="0" u="none" strike="noStrike" kern="0" cap="none" spc="0" normalizeH="0" baseline="0" noProof="0">
                    <a:ln>
                      <a:noFill/>
                    </a:ln>
                    <a:solidFill>
                      <a:schemeClr val="bg1"/>
                    </a:solidFill>
                    <a:effectLst/>
                    <a:uLnTx/>
                    <a:uFillTx/>
                  </a:endParaRP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altLang="fr-FR" sz="950" b="0" i="0" u="none" strike="noStrike" kern="0" cap="none" spc="0" normalizeH="0" baseline="0" noProof="0">
                      <a:ln>
                        <a:noFill/>
                      </a:ln>
                      <a:solidFill>
                        <a:schemeClr val="bg1"/>
                      </a:solidFill>
                      <a:effectLst/>
                      <a:uLnTx/>
                      <a:uFillTx/>
                    </a:rPr>
                    <a:t>General Ledger Process </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altLang="fr-FR" sz="950" b="0" i="0" u="none" strike="noStrike" kern="0" cap="none" spc="0" normalizeH="0" baseline="0" noProof="0">
                      <a:ln>
                        <a:noFill/>
                      </a:ln>
                      <a:solidFill>
                        <a:schemeClr val="bg1"/>
                      </a:solidFill>
                      <a:effectLst/>
                      <a:uLnTx/>
                      <a:uFillTx/>
                    </a:rPr>
                    <a:t>Account Receivables</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altLang="fr-FR" sz="950" b="0" i="0" u="none" strike="noStrike" kern="0" cap="none" spc="0" normalizeH="0" baseline="0" noProof="0">
                      <a:ln>
                        <a:noFill/>
                      </a:ln>
                      <a:solidFill>
                        <a:schemeClr val="bg1"/>
                      </a:solidFill>
                      <a:effectLst/>
                      <a:uLnTx/>
                      <a:uFillTx/>
                    </a:rPr>
                    <a:t>Account Payables</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altLang="fr-FR" sz="950" b="0" i="0" u="none" strike="noStrike" kern="0" cap="none" spc="0" normalizeH="0" baseline="0" noProof="0">
                      <a:ln>
                        <a:noFill/>
                      </a:ln>
                      <a:solidFill>
                        <a:schemeClr val="bg1"/>
                      </a:solidFill>
                      <a:effectLst/>
                      <a:uLnTx/>
                      <a:uFillTx/>
                    </a:rPr>
                    <a:t>Cash Management (Bank Accounts) </a:t>
                  </a:r>
                </a:p>
                <a:p>
                  <a:pPr marL="0" marR="0" lvl="1" indent="0" defTabSz="1042138" eaLnBrk="1" fontAlgn="ctr" latinLnBrk="0" hangingPunct="1">
                    <a:lnSpc>
                      <a:spcPct val="100000"/>
                    </a:lnSpc>
                    <a:spcBef>
                      <a:spcPts val="0"/>
                    </a:spcBef>
                    <a:spcAft>
                      <a:spcPts val="600"/>
                    </a:spcAft>
                    <a:buClr>
                      <a:srgbClr val="FFE600"/>
                    </a:buClr>
                    <a:buSzPct val="100000"/>
                    <a:buFontTx/>
                    <a:buNone/>
                    <a:tabLst/>
                    <a:defRPr/>
                  </a:pPr>
                  <a:endParaRPr kumimoji="0" lang="en-IN" sz="950" b="0" i="0" u="none" strike="noStrike" kern="0" cap="none" spc="0" normalizeH="0" baseline="0" noProof="0">
                    <a:ln>
                      <a:noFill/>
                    </a:ln>
                    <a:solidFill>
                      <a:schemeClr val="bg1"/>
                    </a:solidFill>
                    <a:effectLst/>
                    <a:uLnTx/>
                    <a:uFillTx/>
                    <a:latin typeface="Arial"/>
                  </a:endParaRPr>
                </a:p>
              </p:txBody>
            </p:sp>
          </p:grpSp>
          <p:grpSp>
            <p:nvGrpSpPr>
              <p:cNvPr id="25" name="Group 24">
                <a:extLst>
                  <a:ext uri="{FF2B5EF4-FFF2-40B4-BE49-F238E27FC236}">
                    <a16:creationId xmlns:a16="http://schemas.microsoft.com/office/drawing/2014/main" id="{CF6BDD7C-A2A4-C9B5-4C3D-40FD76A986EF}"/>
                  </a:ext>
                </a:extLst>
              </p:cNvPr>
              <p:cNvGrpSpPr/>
              <p:nvPr/>
            </p:nvGrpSpPr>
            <p:grpSpPr>
              <a:xfrm>
                <a:off x="8042172" y="1588213"/>
                <a:ext cx="2877521" cy="4818959"/>
                <a:chOff x="1072412" y="1588212"/>
                <a:chExt cx="2877521" cy="4818959"/>
              </a:xfrm>
            </p:grpSpPr>
            <p:grpSp>
              <p:nvGrpSpPr>
                <p:cNvPr id="26" name="Group 25">
                  <a:extLst>
                    <a:ext uri="{FF2B5EF4-FFF2-40B4-BE49-F238E27FC236}">
                      <a16:creationId xmlns:a16="http://schemas.microsoft.com/office/drawing/2014/main" id="{8594D3E3-23B2-7F76-EDC6-8723756B1E86}"/>
                    </a:ext>
                  </a:extLst>
                </p:cNvPr>
                <p:cNvGrpSpPr/>
                <p:nvPr/>
              </p:nvGrpSpPr>
              <p:grpSpPr>
                <a:xfrm>
                  <a:off x="1081347" y="1588212"/>
                  <a:ext cx="2868586" cy="376740"/>
                  <a:chOff x="1092379" y="1116075"/>
                  <a:chExt cx="2935580" cy="376740"/>
                </a:xfrm>
              </p:grpSpPr>
              <p:sp>
                <p:nvSpPr>
                  <p:cNvPr id="28" name="Rectangle 27">
                    <a:extLst>
                      <a:ext uri="{FF2B5EF4-FFF2-40B4-BE49-F238E27FC236}">
                        <a16:creationId xmlns:a16="http://schemas.microsoft.com/office/drawing/2014/main" id="{F74D623D-3E87-4354-F767-9E35DD10AF25}"/>
                      </a:ext>
                    </a:extLst>
                  </p:cNvPr>
                  <p:cNvSpPr/>
                  <p:nvPr/>
                </p:nvSpPr>
                <p:spPr>
                  <a:xfrm>
                    <a:off x="1092379" y="1127125"/>
                    <a:ext cx="76200" cy="365690"/>
                  </a:xfrm>
                  <a:prstGeom prst="rect">
                    <a:avLst/>
                  </a:prstGeom>
                  <a:solidFill>
                    <a:srgbClr val="FFE600"/>
                  </a:solidFill>
                  <a:ln w="9525" cap="flat" cmpd="sng" algn="ctr">
                    <a:no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rgbClr val="2E2E38"/>
                      </a:solidFill>
                      <a:effectLst/>
                      <a:uLnTx/>
                      <a:uFillTx/>
                      <a:latin typeface="Arial"/>
                    </a:endParaRPr>
                  </a:p>
                </p:txBody>
              </p:sp>
              <p:sp>
                <p:nvSpPr>
                  <p:cNvPr id="29" name="Rectangle 28">
                    <a:extLst>
                      <a:ext uri="{FF2B5EF4-FFF2-40B4-BE49-F238E27FC236}">
                        <a16:creationId xmlns:a16="http://schemas.microsoft.com/office/drawing/2014/main" id="{CA01E57A-D0D7-E084-E5A2-0B528960827A}"/>
                      </a:ext>
                    </a:extLst>
                  </p:cNvPr>
                  <p:cNvSpPr/>
                  <p:nvPr/>
                </p:nvSpPr>
                <p:spPr>
                  <a:xfrm>
                    <a:off x="1208198" y="1116075"/>
                    <a:ext cx="2819761" cy="365690"/>
                  </a:xfrm>
                  <a:prstGeom prst="rect">
                    <a:avLst/>
                  </a:prstGeom>
                  <a:solidFill>
                    <a:srgbClr val="747480"/>
                  </a:solidFill>
                  <a:ln w="9525" cap="flat" cmpd="sng" algn="ctr">
                    <a:noFill/>
                    <a:prstDash val="solid"/>
                  </a:ln>
                  <a:effectLst/>
                </p:spPr>
                <p:txBody>
                  <a:bodyPr rtlCol="0" anchor="ctr" anchorCtr="0"/>
                  <a:lstStyle/>
                  <a:p>
                    <a:pPr marL="0" marR="0" lvl="0" indent="0" defTabSz="914400" eaLnBrk="1" fontAlgn="auto" latinLnBrk="0" hangingPunct="1">
                      <a:lnSpc>
                        <a:spcPct val="100000"/>
                      </a:lnSpc>
                      <a:spcBef>
                        <a:spcPts val="0"/>
                      </a:spcBef>
                      <a:spcAft>
                        <a:spcPts val="0"/>
                      </a:spcAft>
                      <a:buClrTx/>
                      <a:buSzTx/>
                      <a:buFontTx/>
                      <a:buNone/>
                      <a:tabLst/>
                      <a:defRPr/>
                    </a:pPr>
                    <a:r>
                      <a:rPr kumimoji="0" lang="en-IN" sz="1200" b="1" i="0" u="none" strike="noStrike" kern="0" cap="none" spc="0" normalizeH="0" baseline="0" noProof="0">
                        <a:ln>
                          <a:noFill/>
                        </a:ln>
                        <a:solidFill>
                          <a:prstClr val="white"/>
                        </a:solidFill>
                        <a:effectLst/>
                        <a:uLnTx/>
                        <a:uFillTx/>
                      </a:rPr>
                      <a:t>3. Value Delivered:</a:t>
                    </a:r>
                  </a:p>
                </p:txBody>
              </p:sp>
            </p:grpSp>
            <p:sp>
              <p:nvSpPr>
                <p:cNvPr id="27" name="Rectangle 26">
                  <a:extLst>
                    <a:ext uri="{FF2B5EF4-FFF2-40B4-BE49-F238E27FC236}">
                      <a16:creationId xmlns:a16="http://schemas.microsoft.com/office/drawing/2014/main" id="{D659128C-13B6-B256-D977-8C5D4A0B3FBD}"/>
                    </a:ext>
                  </a:extLst>
                </p:cNvPr>
                <p:cNvSpPr/>
                <p:nvPr/>
              </p:nvSpPr>
              <p:spPr>
                <a:xfrm>
                  <a:off x="1072412" y="2013354"/>
                  <a:ext cx="2859942" cy="4393817"/>
                </a:xfrm>
                <a:prstGeom prst="rect">
                  <a:avLst/>
                </a:prstGeom>
                <a:noFill/>
                <a:ln w="6350" cap="flat" cmpd="sng" algn="ctr">
                  <a:solidFill>
                    <a:srgbClr val="FFFFFF"/>
                  </a:solidFill>
                  <a:prstDash val="dash"/>
                </a:ln>
                <a:effectLst/>
              </p:spPr>
              <p:txBody>
                <a:bodyPr lIns="228600" tIns="137160" rtlCol="0" anchor="t" anchorCtr="0"/>
                <a:lstStyle/>
                <a:p>
                  <a:pPr marL="0" marR="0" lvl="1" indent="0" defTabSz="1042138" eaLnBrk="1" fontAlgn="ctr" latinLnBrk="0" hangingPunct="1">
                    <a:lnSpc>
                      <a:spcPct val="100000"/>
                    </a:lnSpc>
                    <a:spcBef>
                      <a:spcPts val="0"/>
                    </a:spcBef>
                    <a:spcAft>
                      <a:spcPts val="600"/>
                    </a:spcAft>
                    <a:buClr>
                      <a:srgbClr val="FFE600"/>
                    </a:buClr>
                    <a:buSzPct val="100000"/>
                    <a:buFontTx/>
                    <a:buNone/>
                    <a:tabLst/>
                    <a:defRPr/>
                  </a:pPr>
                  <a:endParaRPr kumimoji="0" lang="en-IN" sz="950" b="0" i="0" u="none" strike="noStrike" kern="0" cap="none" spc="0" normalizeH="0" baseline="0" noProof="0">
                    <a:ln>
                      <a:noFill/>
                    </a:ln>
                    <a:solidFill>
                      <a:prstClr val="white"/>
                    </a:solidFill>
                    <a:effectLst/>
                    <a:uLnTx/>
                    <a:uFillTx/>
                    <a:latin typeface="Arial"/>
                  </a:endParaRPr>
                </a:p>
                <a:p>
                  <a:pPr marL="0" marR="0" lvl="1" indent="0" defTabSz="1042138" eaLnBrk="1" fontAlgn="ctr" latinLnBrk="0" hangingPunct="1">
                    <a:lnSpc>
                      <a:spcPct val="100000"/>
                    </a:lnSpc>
                    <a:spcBef>
                      <a:spcPts val="0"/>
                    </a:spcBef>
                    <a:spcAft>
                      <a:spcPts val="600"/>
                    </a:spcAft>
                    <a:buClr>
                      <a:srgbClr val="FFE600"/>
                    </a:buClr>
                    <a:buSzPct val="100000"/>
                    <a:buFontTx/>
                    <a:buNone/>
                    <a:tabLst/>
                    <a:defRPr/>
                  </a:pPr>
                  <a:endParaRPr kumimoji="0" lang="en-IN" sz="950" b="0" i="0" u="none" strike="noStrike" kern="0" cap="none" spc="0" normalizeH="0" baseline="0" noProof="0">
                    <a:ln>
                      <a:noFill/>
                    </a:ln>
                    <a:solidFill>
                      <a:prstClr val="white"/>
                    </a:solidFill>
                    <a:effectLst/>
                    <a:uLnTx/>
                    <a:uFillTx/>
                    <a:latin typeface="Arial"/>
                  </a:endParaRPr>
                </a:p>
              </p:txBody>
            </p:sp>
          </p:grpSp>
        </p:grpSp>
        <p:sp>
          <p:nvSpPr>
            <p:cNvPr id="12" name="Rectangle 11">
              <a:extLst>
                <a:ext uri="{FF2B5EF4-FFF2-40B4-BE49-F238E27FC236}">
                  <a16:creationId xmlns:a16="http://schemas.microsoft.com/office/drawing/2014/main" id="{3913EC2F-F1C9-6BD7-65A3-5B726DEFE6B7}"/>
                </a:ext>
              </a:extLst>
            </p:cNvPr>
            <p:cNvSpPr/>
            <p:nvPr/>
          </p:nvSpPr>
          <p:spPr>
            <a:xfrm>
              <a:off x="3538013" y="1564266"/>
              <a:ext cx="100926" cy="61478"/>
            </a:xfrm>
            <a:prstGeom prst="rect">
              <a:avLst/>
            </a:prstGeom>
            <a:solidFill>
              <a:srgbClr val="333333"/>
            </a:solidFill>
            <a:ln w="9525" cap="flat" cmpd="sng" algn="ctr">
              <a:no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2E2E38"/>
                </a:solidFill>
                <a:effectLst/>
                <a:uLnTx/>
                <a:uFillTx/>
                <a:latin typeface="Arial"/>
              </a:endParaRPr>
            </a:p>
          </p:txBody>
        </p:sp>
        <p:sp>
          <p:nvSpPr>
            <p:cNvPr id="13" name="Rectangle 12">
              <a:extLst>
                <a:ext uri="{FF2B5EF4-FFF2-40B4-BE49-F238E27FC236}">
                  <a16:creationId xmlns:a16="http://schemas.microsoft.com/office/drawing/2014/main" id="{9E2DBD0E-B480-376D-B55E-0DC25ED6371C}"/>
                </a:ext>
              </a:extLst>
            </p:cNvPr>
            <p:cNvSpPr/>
            <p:nvPr/>
          </p:nvSpPr>
          <p:spPr>
            <a:xfrm>
              <a:off x="581240" y="2479637"/>
              <a:ext cx="4099834" cy="3600986"/>
            </a:xfrm>
            <a:prstGeom prst="rect">
              <a:avLst/>
            </a:prstGeom>
          </p:spPr>
          <p:txBody>
            <a:bodyPr wrap="square">
              <a:spAutoFit/>
            </a:bodyPr>
            <a:lstStyle/>
            <a:p>
              <a:pPr marL="0" marR="0" lvl="1" indent="0" defTabSz="1042138" eaLnBrk="1" fontAlgn="ctr" latinLnBrk="0" hangingPunct="1">
                <a:lnSpc>
                  <a:spcPct val="100000"/>
                </a:lnSpc>
                <a:spcBef>
                  <a:spcPts val="0"/>
                </a:spcBef>
                <a:spcAft>
                  <a:spcPts val="600"/>
                </a:spcAft>
                <a:buClr>
                  <a:srgbClr val="FFE600"/>
                </a:buClr>
                <a:buSzPct val="100000"/>
                <a:buFontTx/>
                <a:buNone/>
                <a:tabLst/>
                <a:defRPr/>
              </a:pPr>
              <a:r>
                <a:rPr kumimoji="0" lang="en-IN" sz="950" b="1" i="0" u="none" strike="noStrike" kern="0" cap="none" spc="0" normalizeH="0" baseline="0" noProof="0">
                  <a:ln>
                    <a:noFill/>
                  </a:ln>
                  <a:solidFill>
                    <a:schemeClr val="bg1"/>
                  </a:solidFill>
                  <a:effectLst/>
                  <a:uLnTx/>
                  <a:uFillTx/>
                </a:rPr>
                <a:t>Client background and problem statement:</a:t>
              </a:r>
            </a:p>
            <a:p>
              <a:pPr marL="0" marR="0" lvl="1" indent="0" defTabSz="1042138" eaLnBrk="1" fontAlgn="ctr" latinLnBrk="0" hangingPunct="1">
                <a:lnSpc>
                  <a:spcPct val="100000"/>
                </a:lnSpc>
                <a:spcBef>
                  <a:spcPts val="0"/>
                </a:spcBef>
                <a:spcAft>
                  <a:spcPts val="600"/>
                </a:spcAft>
                <a:buClr>
                  <a:srgbClr val="FFE600"/>
                </a:buClr>
                <a:buSzPct val="100000"/>
                <a:buFontTx/>
                <a:buNone/>
                <a:tabLst/>
                <a:defRPr/>
              </a:pPr>
              <a:r>
                <a:rPr kumimoji="0" lang="en-IN" sz="950" b="0" i="0" u="none" strike="noStrike" kern="0" cap="none" spc="0" normalizeH="0" baseline="0" noProof="0">
                  <a:ln>
                    <a:noFill/>
                  </a:ln>
                  <a:solidFill>
                    <a:schemeClr val="bg1"/>
                  </a:solidFill>
                  <a:effectLst/>
                  <a:uLnTx/>
                  <a:uFillTx/>
                </a:rPr>
                <a:t>Amber Oil is a Fuel Company part of the </a:t>
              </a:r>
              <a:r>
                <a:rPr kumimoji="0" lang="en-IN" sz="950" b="0" i="0" u="none" strike="noStrike" kern="0" cap="none" spc="0" normalizeH="0" baseline="0" noProof="0" err="1">
                  <a:ln>
                    <a:noFill/>
                  </a:ln>
                  <a:solidFill>
                    <a:schemeClr val="bg1"/>
                  </a:solidFill>
                  <a:effectLst/>
                  <a:uLnTx/>
                  <a:uFillTx/>
                </a:rPr>
                <a:t>Greenergy</a:t>
              </a:r>
              <a:r>
                <a:rPr kumimoji="0" lang="en-IN" sz="950" b="0" i="0" u="none" strike="noStrike" kern="0" cap="none" spc="0" normalizeH="0" baseline="0" noProof="0">
                  <a:ln>
                    <a:noFill/>
                  </a:ln>
                  <a:solidFill>
                    <a:schemeClr val="bg1"/>
                  </a:solidFill>
                  <a:effectLst/>
                  <a:uLnTx/>
                  <a:uFillTx/>
                </a:rPr>
                <a:t> group which offers oil and fuel for various types of clients at competitive pricing.</a:t>
              </a:r>
            </a:p>
            <a:p>
              <a:pPr marL="0" marR="0" lvl="0" indent="0" defTabSz="914400" eaLnBrk="1" fontAlgn="auto" latinLnBrk="0" hangingPunct="0">
                <a:lnSpc>
                  <a:spcPts val="1400"/>
                </a:lnSpc>
                <a:spcBef>
                  <a:spcPts val="0"/>
                </a:spcBef>
                <a:spcAft>
                  <a:spcPts val="0"/>
                </a:spcAft>
                <a:buClrTx/>
                <a:buSzTx/>
                <a:buFontTx/>
                <a:buNone/>
                <a:tabLst/>
                <a:defRPr/>
              </a:pPr>
              <a:r>
                <a:rPr kumimoji="0" lang="en-US" sz="950" b="0" i="0" u="none" strike="noStrike" kern="0" cap="none" spc="0" normalizeH="0" baseline="0" noProof="0">
                  <a:ln>
                    <a:noFill/>
                  </a:ln>
                  <a:solidFill>
                    <a:schemeClr val="bg1"/>
                  </a:solidFill>
                  <a:effectLst/>
                  <a:uLnTx/>
                  <a:uFillTx/>
                </a:rPr>
                <a:t>Amber Oil will be implementing Oracle Fusion Cloud in 2022 and there was a requirement to document the ‘As-Is’ Finance processes in advance of this migration. </a:t>
              </a:r>
              <a:endParaRPr kumimoji="0" lang="en-IE" sz="950" b="0" i="0" u="none" strike="noStrike" kern="0" cap="none" spc="0" normalizeH="0" baseline="0" noProof="0">
                <a:ln>
                  <a:noFill/>
                </a:ln>
                <a:solidFill>
                  <a:schemeClr val="bg1"/>
                </a:solidFill>
                <a:effectLst/>
                <a:uLnTx/>
                <a:uFillTx/>
              </a:endParaRPr>
            </a:p>
            <a:p>
              <a:pPr marL="0" marR="0" lvl="0" indent="0" defTabSz="914400" eaLnBrk="1" fontAlgn="auto" latinLnBrk="0" hangingPunct="0">
                <a:lnSpc>
                  <a:spcPts val="1400"/>
                </a:lnSpc>
                <a:spcBef>
                  <a:spcPts val="0"/>
                </a:spcBef>
                <a:spcAft>
                  <a:spcPts val="0"/>
                </a:spcAft>
                <a:buClrTx/>
                <a:buSzTx/>
                <a:buFontTx/>
                <a:buNone/>
                <a:tabLst/>
                <a:defRPr/>
              </a:pPr>
              <a:endParaRPr kumimoji="0" lang="en-IN" sz="950" b="1" i="0" u="none" strike="noStrike" kern="0" cap="none" spc="0" normalizeH="0" baseline="0" noProof="0">
                <a:ln>
                  <a:noFill/>
                </a:ln>
                <a:solidFill>
                  <a:schemeClr val="bg1"/>
                </a:solidFill>
                <a:effectLst/>
                <a:uLnTx/>
                <a:uFillTx/>
              </a:endParaRPr>
            </a:p>
            <a:p>
              <a:pPr marL="0" marR="0" lvl="1" indent="0" defTabSz="1042138" eaLnBrk="1" fontAlgn="ctr" latinLnBrk="0" hangingPunct="1">
                <a:lnSpc>
                  <a:spcPct val="100000"/>
                </a:lnSpc>
                <a:spcBef>
                  <a:spcPts val="0"/>
                </a:spcBef>
                <a:spcAft>
                  <a:spcPts val="300"/>
                </a:spcAft>
                <a:buClr>
                  <a:srgbClr val="FFE600"/>
                </a:buClr>
                <a:buSzPct val="100000"/>
                <a:buFontTx/>
                <a:buNone/>
                <a:tabLst/>
                <a:defRPr/>
              </a:pPr>
              <a:r>
                <a:rPr kumimoji="0" lang="en-IN" sz="950" b="1" i="0" u="none" strike="noStrike" kern="0" cap="none" spc="0" normalizeH="0" baseline="0" noProof="0">
                  <a:ln>
                    <a:noFill/>
                  </a:ln>
                  <a:solidFill>
                    <a:schemeClr val="bg1"/>
                  </a:solidFill>
                  <a:effectLst/>
                  <a:uLnTx/>
                  <a:uFillTx/>
                </a:rPr>
                <a:t>EY role: </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US" sz="950" b="0" i="0" u="none" strike="noStrike" kern="0" cap="none" spc="0" normalizeH="0" baseline="0" noProof="0">
                  <a:ln>
                    <a:noFill/>
                  </a:ln>
                  <a:solidFill>
                    <a:schemeClr val="bg1"/>
                  </a:solidFill>
                  <a:effectLst/>
                  <a:uLnTx/>
                  <a:uFillTx/>
                </a:rPr>
                <a:t>EY was engaged by Amber Oil to perform a four-week review of Amber Oil’s current Finance processes</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sz="950" b="0" i="0" u="none" strike="noStrike" kern="0" cap="none" spc="0" normalizeH="0" baseline="0" noProof="0">
                  <a:ln>
                    <a:noFill/>
                  </a:ln>
                  <a:solidFill>
                    <a:schemeClr val="bg1"/>
                  </a:solidFill>
                  <a:effectLst/>
                  <a:uLnTx/>
                  <a:uFillTx/>
                </a:rPr>
                <a:t>Collect and analyse documentation on the current Finance processes across Fuel (Commercial and Consumer) and Retail business of Amber Oil </a:t>
              </a:r>
              <a:endParaRPr kumimoji="0" lang="en-IE" sz="950" b="0" i="0" u="none" strike="noStrike" kern="0" cap="none" spc="0" normalizeH="0" baseline="0" noProof="0">
                <a:ln>
                  <a:noFill/>
                </a:ln>
                <a:solidFill>
                  <a:schemeClr val="bg1"/>
                </a:solidFill>
                <a:effectLst/>
                <a:uLnTx/>
                <a:uFillTx/>
              </a:endParaRP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US" sz="950" b="0" i="0" u="none" strike="noStrike" kern="0" cap="none" spc="0" normalizeH="0" baseline="0" noProof="0">
                  <a:ln>
                    <a:noFill/>
                  </a:ln>
                  <a:solidFill>
                    <a:schemeClr val="bg1"/>
                  </a:solidFill>
                  <a:effectLst/>
                  <a:uLnTx/>
                  <a:uFillTx/>
                </a:rPr>
                <a:t>Carry out workshops and in-person reviews / work shadowing for each Finance Process Area (Payables, Receivables, Assets, Cash Management, General Ledger) </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US" sz="950" b="0" i="0" u="none" strike="noStrike" kern="0" cap="none" spc="0" normalizeH="0" baseline="0" noProof="0">
                  <a:ln>
                    <a:noFill/>
                  </a:ln>
                  <a:solidFill>
                    <a:schemeClr val="bg1"/>
                  </a:solidFill>
                  <a:effectLst/>
                  <a:uLnTx/>
                  <a:uFillTx/>
                </a:rPr>
                <a:t>Document ‘as is’ processes (Process Maps) and outline data sources</a:t>
              </a:r>
              <a:r>
                <a:rPr kumimoji="0" lang="en-IE" sz="950" b="0" i="0" u="none" strike="noStrike" kern="0" cap="none" spc="0" normalizeH="0" baseline="0" noProof="0">
                  <a:ln>
                    <a:noFill/>
                  </a:ln>
                  <a:solidFill>
                    <a:schemeClr val="bg1"/>
                  </a:solidFill>
                  <a:effectLst/>
                  <a:uLnTx/>
                  <a:uFillTx/>
                </a:rPr>
                <a:t>, anomalies, challenges and improvement opportunities. </a:t>
              </a:r>
            </a:p>
          </p:txBody>
        </p:sp>
        <p:sp>
          <p:nvSpPr>
            <p:cNvPr id="14" name="Rectangle 13">
              <a:extLst>
                <a:ext uri="{FF2B5EF4-FFF2-40B4-BE49-F238E27FC236}">
                  <a16:creationId xmlns:a16="http://schemas.microsoft.com/office/drawing/2014/main" id="{F368654C-EB47-FE47-BD7D-840CEC75ACE6}"/>
                </a:ext>
              </a:extLst>
            </p:cNvPr>
            <p:cNvSpPr/>
            <p:nvPr/>
          </p:nvSpPr>
          <p:spPr>
            <a:xfrm>
              <a:off x="594086" y="1295400"/>
              <a:ext cx="2927913" cy="667590"/>
            </a:xfrm>
            <a:prstGeom prst="rect">
              <a:avLst/>
            </a:prstGeom>
            <a:noFill/>
            <a:ln w="6350" cap="flat" cmpd="sng" algn="ctr">
              <a:solidFill>
                <a:srgbClr val="333333"/>
              </a:solidFill>
              <a:prstDash val="dash"/>
            </a:ln>
            <a:effectLst/>
          </p:spPr>
          <p:txBody>
            <a:bodyPr lIns="91440" tIns="45720" rIns="91440" bIns="45720" rtlCol="0" anchor="ctr" anchorCtr="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550" b="0" i="0" u="none" strike="noStrike" kern="0" cap="none" spc="0" normalizeH="0" baseline="0" noProof="0">
                <a:ln>
                  <a:noFill/>
                </a:ln>
                <a:solidFill>
                  <a:prstClr val="white"/>
                </a:solidFill>
                <a:effectLst/>
                <a:uLnTx/>
                <a:uFillTx/>
                <a:latin typeface="Arial"/>
              </a:endParaRPr>
            </a:p>
          </p:txBody>
        </p:sp>
        <p:sp>
          <p:nvSpPr>
            <p:cNvPr id="15" name="Rectangle 14">
              <a:extLst>
                <a:ext uri="{FF2B5EF4-FFF2-40B4-BE49-F238E27FC236}">
                  <a16:creationId xmlns:a16="http://schemas.microsoft.com/office/drawing/2014/main" id="{2367F87C-058B-D120-62AF-0998F1CEFC75}"/>
                </a:ext>
              </a:extLst>
            </p:cNvPr>
            <p:cNvSpPr/>
            <p:nvPr/>
          </p:nvSpPr>
          <p:spPr>
            <a:xfrm>
              <a:off x="8530835" y="2499252"/>
              <a:ext cx="3049853" cy="3290644"/>
            </a:xfrm>
            <a:prstGeom prst="rect">
              <a:avLst/>
            </a:prstGeom>
          </p:spPr>
          <p:txBody>
            <a:bodyPr wrap="square">
              <a:spAutoFit/>
            </a:bodyPr>
            <a:lstStyle/>
            <a:p>
              <a:pPr marL="0" marR="0" lvl="1" indent="0" defTabSz="1042138" eaLnBrk="1" fontAlgn="ctr" latinLnBrk="0" hangingPunct="1">
                <a:lnSpc>
                  <a:spcPct val="100000"/>
                </a:lnSpc>
                <a:spcBef>
                  <a:spcPts val="0"/>
                </a:spcBef>
                <a:spcAft>
                  <a:spcPts val="0"/>
                </a:spcAft>
                <a:buClr>
                  <a:srgbClr val="FFE600"/>
                </a:buClr>
                <a:buSzPct val="100000"/>
                <a:buFontTx/>
                <a:buNone/>
                <a:tabLst/>
                <a:defRPr/>
              </a:pPr>
              <a:r>
                <a:rPr kumimoji="0" lang="en-IN" sz="950" b="1" i="0" u="none" strike="noStrike" kern="0" cap="none" spc="0" normalizeH="0" baseline="0" noProof="0">
                  <a:ln>
                    <a:noFill/>
                  </a:ln>
                  <a:solidFill>
                    <a:schemeClr val="bg1"/>
                  </a:solidFill>
                  <a:effectLst/>
                  <a:uLnTx/>
                  <a:uFillTx/>
                </a:rPr>
                <a:t>Value delivered: </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altLang="fr-FR" sz="950" b="0" i="0" u="none" strike="noStrike" kern="0" cap="none" spc="0" normalizeH="0" baseline="0" noProof="0">
                  <a:ln>
                    <a:noFill/>
                  </a:ln>
                  <a:solidFill>
                    <a:schemeClr val="bg1"/>
                  </a:solidFill>
                  <a:effectLst/>
                  <a:uLnTx/>
                  <a:uFillTx/>
                </a:rPr>
                <a:t>Identified key challenges and improvement areas in the current Finance Processes, Systems and Resourcing.</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altLang="fr-FR" sz="950" b="0" i="0" u="none" strike="noStrike" kern="0" cap="none" spc="0" normalizeH="0" baseline="0" noProof="0">
                  <a:ln>
                    <a:noFill/>
                  </a:ln>
                  <a:solidFill>
                    <a:schemeClr val="bg1"/>
                  </a:solidFill>
                  <a:effectLst/>
                  <a:uLnTx/>
                  <a:uFillTx/>
                </a:rPr>
                <a:t>Identified areas based from the EY Operating Model to identify key improvements in the overall performance of the Function. </a:t>
              </a:r>
            </a:p>
            <a:p>
              <a:pPr marL="0" marR="0" lvl="1" indent="0" defTabSz="1042138" eaLnBrk="1" fontAlgn="ctr" latinLnBrk="0" hangingPunct="1">
                <a:lnSpc>
                  <a:spcPct val="100000"/>
                </a:lnSpc>
                <a:spcBef>
                  <a:spcPts val="200"/>
                </a:spcBef>
                <a:spcAft>
                  <a:spcPts val="300"/>
                </a:spcAft>
                <a:buClr>
                  <a:srgbClr val="FFE600"/>
                </a:buClr>
                <a:buSzPct val="100000"/>
                <a:buFontTx/>
                <a:buNone/>
                <a:tabLst>
                  <a:tab pos="88768" algn="l"/>
                </a:tabLst>
                <a:defRPr/>
              </a:pPr>
              <a:r>
                <a:rPr kumimoji="0" lang="en-GB" altLang="fr-FR" sz="950" b="1" i="0" u="none" strike="noStrike" kern="0" cap="none" spc="0" normalizeH="0" baseline="0" noProof="0">
                  <a:ln>
                    <a:noFill/>
                  </a:ln>
                  <a:solidFill>
                    <a:schemeClr val="bg1"/>
                  </a:solidFill>
                  <a:effectLst/>
                  <a:uLnTx/>
                  <a:uFillTx/>
                </a:rPr>
                <a:t>The key improvement areas identified in the Operating Model included:</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altLang="fr-FR" sz="950" b="0" i="0" u="none" strike="noStrike" kern="0" cap="none" spc="0" normalizeH="0" baseline="0" noProof="0">
                  <a:ln>
                    <a:noFill/>
                  </a:ln>
                  <a:solidFill>
                    <a:schemeClr val="bg1"/>
                  </a:solidFill>
                  <a:effectLst/>
                  <a:uLnTx/>
                  <a:uFillTx/>
                </a:rPr>
                <a:t>Services, Governance and Policies </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altLang="fr-FR" sz="950" b="0" i="0" u="none" strike="noStrike" kern="0" cap="none" spc="0" normalizeH="0" baseline="0" noProof="0">
                  <a:ln>
                    <a:noFill/>
                  </a:ln>
                  <a:solidFill>
                    <a:schemeClr val="bg1"/>
                  </a:solidFill>
                  <a:effectLst/>
                  <a:uLnTx/>
                  <a:uFillTx/>
                </a:rPr>
                <a:t>Processes</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altLang="fr-FR" sz="950" b="0" i="0" u="none" strike="noStrike" kern="0" cap="none" spc="0" normalizeH="0" baseline="0" noProof="0">
                  <a:ln>
                    <a:noFill/>
                  </a:ln>
                  <a:solidFill>
                    <a:schemeClr val="bg1"/>
                  </a:solidFill>
                  <a:effectLst/>
                  <a:uLnTx/>
                  <a:uFillTx/>
                </a:rPr>
                <a:t>Cash Management (Bank Accounts) </a:t>
              </a:r>
            </a:p>
            <a:p>
              <a:pPr marL="170730" marR="0" lvl="1" indent="-170730" defTabSz="914400" eaLnBrk="1" fontAlgn="ctr" latinLnBrk="0" hangingPunct="1">
                <a:lnSpc>
                  <a:spcPts val="14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GB" altLang="fr-FR" sz="950" b="0" i="0" u="none" strike="noStrike" kern="0" cap="none" spc="0" normalizeH="0" baseline="0" noProof="0">
                  <a:ln>
                    <a:noFill/>
                  </a:ln>
                  <a:solidFill>
                    <a:schemeClr val="bg1"/>
                  </a:solidFill>
                  <a:effectLst/>
                  <a:uLnTx/>
                  <a:uFillTx/>
                </a:rPr>
                <a:t>General Ledger Process </a:t>
              </a:r>
              <a:endParaRPr kumimoji="0" lang="en-IN" sz="950" b="0" i="0" u="none" strike="noStrike" kern="0" cap="none" spc="0" normalizeH="0" baseline="0" noProof="0">
                <a:ln>
                  <a:noFill/>
                </a:ln>
                <a:solidFill>
                  <a:schemeClr val="bg1"/>
                </a:solidFill>
                <a:effectLst/>
                <a:uLnTx/>
                <a:uFillTx/>
              </a:endParaRPr>
            </a:p>
            <a:p>
              <a:pPr marL="0" marR="0" lvl="1" indent="0" defTabSz="1042138" eaLnBrk="1" fontAlgn="ctr" latinLnBrk="0" hangingPunct="1">
                <a:lnSpc>
                  <a:spcPct val="100000"/>
                </a:lnSpc>
                <a:spcBef>
                  <a:spcPts val="200"/>
                </a:spcBef>
                <a:spcAft>
                  <a:spcPts val="300"/>
                </a:spcAft>
                <a:buClr>
                  <a:srgbClr val="FFE600"/>
                </a:buClr>
                <a:buSzPct val="100000"/>
                <a:buFontTx/>
                <a:buNone/>
                <a:tabLst>
                  <a:tab pos="88768" algn="l"/>
                </a:tabLst>
                <a:defRPr/>
              </a:pPr>
              <a:endParaRPr kumimoji="0" lang="en-IN" sz="950" b="1" i="0" u="none" strike="noStrike" kern="0" cap="none" spc="0" normalizeH="0" baseline="0" noProof="0">
                <a:ln>
                  <a:noFill/>
                </a:ln>
                <a:solidFill>
                  <a:schemeClr val="bg1"/>
                </a:solidFill>
                <a:effectLst/>
                <a:uLnTx/>
                <a:uFillTx/>
              </a:endParaRPr>
            </a:p>
            <a:p>
              <a:pPr marL="0" marR="0" lvl="1" indent="0" defTabSz="1042138" eaLnBrk="1" fontAlgn="ctr" latinLnBrk="0" hangingPunct="1">
                <a:lnSpc>
                  <a:spcPct val="100000"/>
                </a:lnSpc>
                <a:spcBef>
                  <a:spcPts val="200"/>
                </a:spcBef>
                <a:spcAft>
                  <a:spcPts val="300"/>
                </a:spcAft>
                <a:buClr>
                  <a:srgbClr val="FFE600"/>
                </a:buClr>
                <a:buSzPct val="100000"/>
                <a:buFontTx/>
                <a:buNone/>
                <a:tabLst>
                  <a:tab pos="88768" algn="l"/>
                </a:tabLst>
                <a:defRPr/>
              </a:pPr>
              <a:r>
                <a:rPr kumimoji="0" lang="en-IN" sz="950" b="1" i="0" u="none" strike="noStrike" kern="0" cap="none" spc="0" normalizeH="0" baseline="0" noProof="0">
                  <a:ln>
                    <a:noFill/>
                  </a:ln>
                  <a:solidFill>
                    <a:schemeClr val="bg1"/>
                  </a:solidFill>
                  <a:effectLst/>
                  <a:uLnTx/>
                  <a:uFillTx/>
                </a:rPr>
                <a:t>Key Outputs:</a:t>
              </a:r>
            </a:p>
            <a:p>
              <a:pPr marL="0" marR="0" lvl="1" indent="0" defTabSz="1042138" eaLnBrk="1" fontAlgn="ctr" latinLnBrk="0" hangingPunct="1">
                <a:lnSpc>
                  <a:spcPct val="100000"/>
                </a:lnSpc>
                <a:spcBef>
                  <a:spcPts val="200"/>
                </a:spcBef>
                <a:spcAft>
                  <a:spcPts val="300"/>
                </a:spcAft>
                <a:buClr>
                  <a:srgbClr val="FFE600"/>
                </a:buClr>
                <a:buSzPct val="100000"/>
                <a:buFontTx/>
                <a:buNone/>
                <a:tabLst>
                  <a:tab pos="88768" algn="l"/>
                </a:tabLst>
                <a:defRPr/>
              </a:pPr>
              <a:endParaRPr kumimoji="0" lang="en-GB" altLang="fr-FR" sz="950" b="0" i="0" u="none" strike="noStrike" kern="0" cap="none" spc="0" normalizeH="0" baseline="0" noProof="0">
                <a:ln>
                  <a:noFill/>
                </a:ln>
                <a:solidFill>
                  <a:schemeClr val="bg1"/>
                </a:solidFill>
                <a:effectLst/>
                <a:uLnTx/>
                <a:uFillTx/>
              </a:endParaRPr>
            </a:p>
          </p:txBody>
        </p:sp>
        <p:grpSp>
          <p:nvGrpSpPr>
            <p:cNvPr id="16" name="Group 15">
              <a:extLst>
                <a:ext uri="{FF2B5EF4-FFF2-40B4-BE49-F238E27FC236}">
                  <a16:creationId xmlns:a16="http://schemas.microsoft.com/office/drawing/2014/main" id="{8C9698C8-09A0-3173-5173-5256C3BD1CC1}"/>
                </a:ext>
              </a:extLst>
            </p:cNvPr>
            <p:cNvGrpSpPr/>
            <p:nvPr/>
          </p:nvGrpSpPr>
          <p:grpSpPr>
            <a:xfrm>
              <a:off x="8632031" y="5102771"/>
              <a:ext cx="2791942" cy="990053"/>
              <a:chOff x="8632031" y="5102772"/>
              <a:chExt cx="2791942" cy="1265077"/>
            </a:xfrm>
          </p:grpSpPr>
          <p:pic>
            <p:nvPicPr>
              <p:cNvPr id="18" name="Picture 17">
                <a:extLst>
                  <a:ext uri="{FF2B5EF4-FFF2-40B4-BE49-F238E27FC236}">
                    <a16:creationId xmlns:a16="http://schemas.microsoft.com/office/drawing/2014/main" id="{74AA4D80-647F-5FE0-4321-34EFDAA0D593}"/>
                  </a:ext>
                </a:extLst>
              </p:cNvPr>
              <p:cNvPicPr>
                <a:picLocks noChangeAspect="1"/>
              </p:cNvPicPr>
              <p:nvPr/>
            </p:nvPicPr>
            <p:blipFill>
              <a:blip r:embed="rId2"/>
              <a:stretch>
                <a:fillRect/>
              </a:stretch>
            </p:blipFill>
            <p:spPr>
              <a:xfrm>
                <a:off x="8632031" y="5102772"/>
                <a:ext cx="1089018" cy="607322"/>
              </a:xfrm>
              <a:prstGeom prst="rect">
                <a:avLst/>
              </a:prstGeom>
            </p:spPr>
          </p:pic>
          <p:pic>
            <p:nvPicPr>
              <p:cNvPr id="19" name="Picture 18">
                <a:extLst>
                  <a:ext uri="{FF2B5EF4-FFF2-40B4-BE49-F238E27FC236}">
                    <a16:creationId xmlns:a16="http://schemas.microsoft.com/office/drawing/2014/main" id="{626A3A25-8B37-B681-007A-D954AE9205B1}"/>
                  </a:ext>
                </a:extLst>
              </p:cNvPr>
              <p:cNvPicPr>
                <a:picLocks noChangeAspect="1"/>
              </p:cNvPicPr>
              <p:nvPr/>
            </p:nvPicPr>
            <p:blipFill>
              <a:blip r:embed="rId3"/>
              <a:stretch>
                <a:fillRect/>
              </a:stretch>
            </p:blipFill>
            <p:spPr>
              <a:xfrm>
                <a:off x="9062811" y="5182925"/>
                <a:ext cx="1039409" cy="589877"/>
              </a:xfrm>
              <a:prstGeom prst="rect">
                <a:avLst/>
              </a:prstGeom>
            </p:spPr>
          </p:pic>
          <p:pic>
            <p:nvPicPr>
              <p:cNvPr id="20" name="Picture 19">
                <a:extLst>
                  <a:ext uri="{FF2B5EF4-FFF2-40B4-BE49-F238E27FC236}">
                    <a16:creationId xmlns:a16="http://schemas.microsoft.com/office/drawing/2014/main" id="{4971ED2F-186B-FCDB-B11F-805A84698596}"/>
                  </a:ext>
                </a:extLst>
              </p:cNvPr>
              <p:cNvPicPr>
                <a:picLocks noChangeAspect="1"/>
              </p:cNvPicPr>
              <p:nvPr/>
            </p:nvPicPr>
            <p:blipFill>
              <a:blip r:embed="rId4"/>
              <a:stretch>
                <a:fillRect/>
              </a:stretch>
            </p:blipFill>
            <p:spPr>
              <a:xfrm>
                <a:off x="9582516" y="5319342"/>
                <a:ext cx="1041108" cy="554161"/>
              </a:xfrm>
              <a:prstGeom prst="rect">
                <a:avLst/>
              </a:prstGeom>
            </p:spPr>
          </p:pic>
          <p:pic>
            <p:nvPicPr>
              <p:cNvPr id="21" name="Picture 20">
                <a:extLst>
                  <a:ext uri="{FF2B5EF4-FFF2-40B4-BE49-F238E27FC236}">
                    <a16:creationId xmlns:a16="http://schemas.microsoft.com/office/drawing/2014/main" id="{7CE8EA2F-E0AD-68A4-62B4-CE0BF444D740}"/>
                  </a:ext>
                </a:extLst>
              </p:cNvPr>
              <p:cNvPicPr>
                <a:picLocks noChangeAspect="1"/>
              </p:cNvPicPr>
              <p:nvPr/>
            </p:nvPicPr>
            <p:blipFill>
              <a:blip r:embed="rId5"/>
              <a:stretch>
                <a:fillRect/>
              </a:stretch>
            </p:blipFill>
            <p:spPr>
              <a:xfrm>
                <a:off x="9985523" y="5541047"/>
                <a:ext cx="1089018" cy="607322"/>
              </a:xfrm>
              <a:prstGeom prst="rect">
                <a:avLst/>
              </a:prstGeom>
            </p:spPr>
          </p:pic>
          <p:pic>
            <p:nvPicPr>
              <p:cNvPr id="22" name="Picture 21">
                <a:extLst>
                  <a:ext uri="{FF2B5EF4-FFF2-40B4-BE49-F238E27FC236}">
                    <a16:creationId xmlns:a16="http://schemas.microsoft.com/office/drawing/2014/main" id="{0258DB7C-558F-954A-445E-068CC3929F56}"/>
                  </a:ext>
                </a:extLst>
              </p:cNvPr>
              <p:cNvPicPr>
                <a:picLocks noChangeAspect="1"/>
              </p:cNvPicPr>
              <p:nvPr/>
            </p:nvPicPr>
            <p:blipFill>
              <a:blip r:embed="rId6"/>
              <a:stretch>
                <a:fillRect/>
              </a:stretch>
            </p:blipFill>
            <p:spPr>
              <a:xfrm>
                <a:off x="10352223" y="5763838"/>
                <a:ext cx="1071750" cy="604011"/>
              </a:xfrm>
              <a:prstGeom prst="rect">
                <a:avLst/>
              </a:prstGeom>
              <a:ln>
                <a:noFill/>
              </a:ln>
              <a:effectLst>
                <a:outerShdw blurRad="292100" dist="139700" dir="2700000" algn="tl" rotWithShape="0">
                  <a:srgbClr val="333333">
                    <a:alpha val="65000"/>
                  </a:srgbClr>
                </a:outerShdw>
              </a:effectLst>
            </p:spPr>
          </p:pic>
        </p:grpSp>
        <p:sp>
          <p:nvSpPr>
            <p:cNvPr id="17" name="Rectangle 16">
              <a:extLst>
                <a:ext uri="{FF2B5EF4-FFF2-40B4-BE49-F238E27FC236}">
                  <a16:creationId xmlns:a16="http://schemas.microsoft.com/office/drawing/2014/main" id="{5C3A7F25-17B5-F563-CF47-71556EC3575F}"/>
                </a:ext>
              </a:extLst>
            </p:cNvPr>
            <p:cNvSpPr/>
            <p:nvPr/>
          </p:nvSpPr>
          <p:spPr>
            <a:xfrm>
              <a:off x="579622" y="1119633"/>
              <a:ext cx="10980000" cy="905168"/>
            </a:xfrm>
            <a:prstGeom prst="rect">
              <a:avLst/>
            </a:prstGeom>
            <a:blipFill dpi="0" rotWithShape="1">
              <a:blip r:embed="rId7" cstate="print">
                <a:extLst>
                  <a:ext uri="{28A0092B-C50C-407E-A947-70E740481C1C}">
                    <a14:useLocalDpi xmlns:a14="http://schemas.microsoft.com/office/drawing/2010/main"/>
                  </a:ext>
                </a:extLst>
              </a:blip>
              <a:srcRect/>
              <a:stretch>
                <a:fillRect l="-775" t="-236495" r="-399" b="-310899"/>
              </a:stretch>
            </a:blip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199" b="0" i="0" u="none" strike="noStrike" kern="0" cap="none" spc="0" normalizeH="0" baseline="0" noProof="0">
                <a:ln>
                  <a:noFill/>
                </a:ln>
                <a:solidFill>
                  <a:srgbClr val="2E2E38"/>
                </a:solidFill>
                <a:effectLst/>
                <a:uLnTx/>
                <a:uFillTx/>
                <a:latin typeface="EYInterstate Light"/>
                <a:ea typeface="+mn-ea"/>
                <a:cs typeface="+mn-cs"/>
              </a:endParaRPr>
            </a:p>
          </p:txBody>
        </p:sp>
      </p:grpSp>
    </p:spTree>
    <p:extLst>
      <p:ext uri="{BB962C8B-B14F-4D97-AF65-F5344CB8AC3E}">
        <p14:creationId xmlns:p14="http://schemas.microsoft.com/office/powerpoint/2010/main" val="213754702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893B04-B439-AE57-CD70-52C6E6F02587}"/>
              </a:ext>
            </a:extLst>
          </p:cNvPr>
          <p:cNvSpPr>
            <a:spLocks noGrp="1"/>
          </p:cNvSpPr>
          <p:nvPr>
            <p:ph type="title"/>
          </p:nvPr>
        </p:nvSpPr>
        <p:spPr/>
        <p:txBody>
          <a:bodyPr/>
          <a:lstStyle/>
          <a:p>
            <a:r>
              <a:rPr lang="en-IE"/>
              <a:t>Dairy Farm: BlackLine Transaction Matching &amp; Journal Implementation</a:t>
            </a:r>
            <a:endParaRPr lang="en-IN"/>
          </a:p>
        </p:txBody>
      </p:sp>
      <p:sp>
        <p:nvSpPr>
          <p:cNvPr id="5" name="Slide Number Placeholder 4">
            <a:extLst>
              <a:ext uri="{FF2B5EF4-FFF2-40B4-BE49-F238E27FC236}">
                <a16:creationId xmlns:a16="http://schemas.microsoft.com/office/drawing/2014/main" id="{EDD21795-D070-71CC-3A24-D44583BF6FA0}"/>
              </a:ext>
            </a:extLst>
          </p:cNvPr>
          <p:cNvSpPr>
            <a:spLocks noGrp="1"/>
          </p:cNvSpPr>
          <p:nvPr>
            <p:ph type="sldNum" sz="quarter" idx="12"/>
          </p:nvPr>
        </p:nvSpPr>
        <p:spPr/>
        <p:txBody>
          <a:bodyPr/>
          <a:lstStyle/>
          <a:p>
            <a:fld id="{94FCA0F3-9F3A-694B-99BB-0E592A797735}" type="slidenum">
              <a:rPr lang="en-US" smtClean="0"/>
              <a:t>132</a:t>
            </a:fld>
            <a:endParaRPr lang="en-US"/>
          </a:p>
        </p:txBody>
      </p:sp>
      <p:sp>
        <p:nvSpPr>
          <p:cNvPr id="6" name="Date Placeholder 5">
            <a:extLst>
              <a:ext uri="{FF2B5EF4-FFF2-40B4-BE49-F238E27FC236}">
                <a16:creationId xmlns:a16="http://schemas.microsoft.com/office/drawing/2014/main" id="{1DB2E7EA-5854-9539-A2C9-65C38BB32002}"/>
              </a:ext>
            </a:extLst>
          </p:cNvPr>
          <p:cNvSpPr>
            <a:spLocks noGrp="1"/>
          </p:cNvSpPr>
          <p:nvPr>
            <p:ph type="dt" sz="half" idx="10"/>
          </p:nvPr>
        </p:nvSpPr>
        <p:spPr/>
        <p:txBody>
          <a:bodyPr/>
          <a:lstStyle/>
          <a:p>
            <a:fld id="{08827C1B-07C3-43AC-ADD7-756358FCDD41}" type="datetime1">
              <a:rPr lang="en-US" smtClean="0"/>
              <a:t>9/19/2025</a:t>
            </a:fld>
            <a:endParaRPr lang="en-US"/>
          </a:p>
        </p:txBody>
      </p:sp>
      <p:sp>
        <p:nvSpPr>
          <p:cNvPr id="9" name="Slide Number Placeholder 5">
            <a:extLst>
              <a:ext uri="{FF2B5EF4-FFF2-40B4-BE49-F238E27FC236}">
                <a16:creationId xmlns:a16="http://schemas.microsoft.com/office/drawing/2014/main" id="{58C9D897-2CA6-057F-220E-323E02E8EE86}"/>
              </a:ext>
            </a:extLst>
          </p:cNvPr>
          <p:cNvSpPr txBox="1">
            <a:spLocks/>
          </p:cNvSpPr>
          <p:nvPr/>
        </p:nvSpPr>
        <p:spPr>
          <a:xfrm>
            <a:off x="616900" y="6471244"/>
            <a:ext cx="662721" cy="180000"/>
          </a:xfrm>
          <a:prstGeom prst="rect">
            <a:avLst/>
          </a:prstGeom>
        </p:spPr>
        <p:txBody>
          <a:bodyPr vert="horz" lIns="0" tIns="0" rIns="0" bIns="0" rtlCol="0" anchor="ctr"/>
          <a:lstStyle>
            <a:defPPr>
              <a:defRPr lang="en-US"/>
            </a:defPPr>
            <a:lvl1pPr marL="0" algn="l" defTabSz="913943" rtl="0" eaLnBrk="1" latinLnBrk="0" hangingPunct="1">
              <a:defRPr lang="en-IN"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prstClr val="white"/>
                </a:solidFill>
                <a:effectLst/>
                <a:uLnTx/>
                <a:uFillTx/>
                <a:latin typeface="EYInterstate" panose="02000503020000020004" pitchFamily="2" charset="0"/>
                <a:ea typeface="+mn-ea"/>
                <a:cs typeface="+mn-cs"/>
              </a:rPr>
              <a:t>Page </a:t>
            </a:r>
            <a:fld id="{F1BC30E3-FFE5-4B91-AA19-87A149EBB9EE}" type="slidenum">
              <a:rPr kumimoji="0" lang="en-IN" sz="800" b="0" i="0" u="none" strike="noStrike" kern="1200" cap="none" spc="0" normalizeH="0" baseline="0" noProof="0" smtClean="0">
                <a:ln>
                  <a:noFill/>
                </a:ln>
                <a:solidFill>
                  <a:prstClr val="white"/>
                </a:solidFill>
                <a:effectLst/>
                <a:uLnTx/>
                <a:uFillTx/>
                <a:latin typeface="EYInterstate" panose="02000503020000020004" pitchFamily="2" charset="0"/>
                <a:ea typeface="+mn-ea"/>
                <a:cs typeface="+mn-cs"/>
              </a:rPr>
              <a:pPr marL="0" marR="0" lvl="0" indent="0" algn="l" defTabSz="913943" rtl="0" eaLnBrk="1" fontAlgn="auto" latinLnBrk="0" hangingPunct="1">
                <a:lnSpc>
                  <a:spcPct val="100000"/>
                </a:lnSpc>
                <a:spcBef>
                  <a:spcPts val="0"/>
                </a:spcBef>
                <a:spcAft>
                  <a:spcPts val="0"/>
                </a:spcAft>
                <a:buClrTx/>
                <a:buSzTx/>
                <a:buFontTx/>
                <a:buNone/>
                <a:tabLst/>
                <a:defRPr/>
              </a:pPr>
              <a:t>132</a:t>
            </a:fld>
            <a:endParaRPr kumimoji="0" lang="en-IN" sz="800" b="0" i="0" u="none" strike="noStrike" kern="1200" cap="none" spc="0" normalizeH="0" baseline="0" noProof="0">
              <a:ln>
                <a:noFill/>
              </a:ln>
              <a:solidFill>
                <a:prstClr val="white"/>
              </a:solidFill>
              <a:effectLst/>
              <a:uLnTx/>
              <a:uFillTx/>
              <a:latin typeface="EYInterstate" panose="02000503020000020004" pitchFamily="2" charset="0"/>
              <a:ea typeface="+mn-ea"/>
              <a:cs typeface="+mn-cs"/>
            </a:endParaRPr>
          </a:p>
        </p:txBody>
      </p:sp>
      <p:grpSp>
        <p:nvGrpSpPr>
          <p:cNvPr id="10" name="Group 9">
            <a:extLst>
              <a:ext uri="{FF2B5EF4-FFF2-40B4-BE49-F238E27FC236}">
                <a16:creationId xmlns:a16="http://schemas.microsoft.com/office/drawing/2014/main" id="{4E6669FA-BF84-041B-B797-D75E3B6F024C}"/>
              </a:ext>
            </a:extLst>
          </p:cNvPr>
          <p:cNvGrpSpPr/>
          <p:nvPr/>
        </p:nvGrpSpPr>
        <p:grpSpPr>
          <a:xfrm>
            <a:off x="567627" y="1098312"/>
            <a:ext cx="11014262" cy="4994513"/>
            <a:chOff x="567627" y="1098312"/>
            <a:chExt cx="11014262" cy="4994513"/>
          </a:xfrm>
        </p:grpSpPr>
        <p:grpSp>
          <p:nvGrpSpPr>
            <p:cNvPr id="11" name="Group 10">
              <a:extLst>
                <a:ext uri="{FF2B5EF4-FFF2-40B4-BE49-F238E27FC236}">
                  <a16:creationId xmlns:a16="http://schemas.microsoft.com/office/drawing/2014/main" id="{848C23CB-70E3-6713-F733-81C5AEE64E83}"/>
                </a:ext>
              </a:extLst>
            </p:cNvPr>
            <p:cNvGrpSpPr/>
            <p:nvPr/>
          </p:nvGrpSpPr>
          <p:grpSpPr>
            <a:xfrm>
              <a:off x="609280" y="2113965"/>
              <a:ext cx="10972609" cy="3978860"/>
              <a:chOff x="609597" y="1599262"/>
              <a:chExt cx="10301104" cy="4669277"/>
            </a:xfrm>
          </p:grpSpPr>
          <p:grpSp>
            <p:nvGrpSpPr>
              <p:cNvPr id="13" name="Group 12">
                <a:extLst>
                  <a:ext uri="{FF2B5EF4-FFF2-40B4-BE49-F238E27FC236}">
                    <a16:creationId xmlns:a16="http://schemas.microsoft.com/office/drawing/2014/main" id="{3126556C-93E8-13E7-C901-93F29A4649E4}"/>
                  </a:ext>
                </a:extLst>
              </p:cNvPr>
              <p:cNvGrpSpPr/>
              <p:nvPr/>
            </p:nvGrpSpPr>
            <p:grpSpPr>
              <a:xfrm>
                <a:off x="609597" y="1599262"/>
                <a:ext cx="3331344" cy="4657708"/>
                <a:chOff x="609597" y="1599262"/>
                <a:chExt cx="3331344" cy="4657708"/>
              </a:xfrm>
            </p:grpSpPr>
            <p:grpSp>
              <p:nvGrpSpPr>
                <p:cNvPr id="24" name="Group 23">
                  <a:extLst>
                    <a:ext uri="{FF2B5EF4-FFF2-40B4-BE49-F238E27FC236}">
                      <a16:creationId xmlns:a16="http://schemas.microsoft.com/office/drawing/2014/main" id="{B104085A-EE78-5C3A-EFC6-1A727F62DB7E}"/>
                    </a:ext>
                  </a:extLst>
                </p:cNvPr>
                <p:cNvGrpSpPr/>
                <p:nvPr/>
              </p:nvGrpSpPr>
              <p:grpSpPr>
                <a:xfrm>
                  <a:off x="609597" y="1599262"/>
                  <a:ext cx="3331344" cy="365690"/>
                  <a:chOff x="609600" y="1127125"/>
                  <a:chExt cx="3409146" cy="365690"/>
                </a:xfrm>
              </p:grpSpPr>
              <p:sp>
                <p:nvSpPr>
                  <p:cNvPr id="26" name="Rectangle 25">
                    <a:extLst>
                      <a:ext uri="{FF2B5EF4-FFF2-40B4-BE49-F238E27FC236}">
                        <a16:creationId xmlns:a16="http://schemas.microsoft.com/office/drawing/2014/main" id="{7F803618-5877-250D-DFB4-489A908DA5D7}"/>
                      </a:ext>
                    </a:extLst>
                  </p:cNvPr>
                  <p:cNvSpPr/>
                  <p:nvPr/>
                </p:nvSpPr>
                <p:spPr>
                  <a:xfrm>
                    <a:off x="609600" y="1127125"/>
                    <a:ext cx="76200" cy="365690"/>
                  </a:xfrm>
                  <a:prstGeom prst="rect">
                    <a:avLst/>
                  </a:prstGeom>
                  <a:solidFill>
                    <a:srgbClr val="FFE600"/>
                  </a:solid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49" b="0" i="0" u="none" strike="noStrike" kern="0" cap="none" spc="0" normalizeH="0" baseline="0" noProof="0">
                      <a:ln>
                        <a:noFill/>
                      </a:ln>
                      <a:solidFill>
                        <a:srgbClr val="2E2E38"/>
                      </a:solidFill>
                      <a:effectLst/>
                      <a:uLnTx/>
                      <a:uFillTx/>
                      <a:latin typeface="EYInterstate Light"/>
                      <a:ea typeface="+mn-ea"/>
                      <a:cs typeface="+mn-cs"/>
                    </a:endParaRPr>
                  </a:p>
                </p:txBody>
              </p:sp>
              <p:sp>
                <p:nvSpPr>
                  <p:cNvPr id="27" name="Rectangle 26">
                    <a:extLst>
                      <a:ext uri="{FF2B5EF4-FFF2-40B4-BE49-F238E27FC236}">
                        <a16:creationId xmlns:a16="http://schemas.microsoft.com/office/drawing/2014/main" id="{C91C83C1-F20B-E20F-035F-9D7D031E4588}"/>
                      </a:ext>
                    </a:extLst>
                  </p:cNvPr>
                  <p:cNvSpPr/>
                  <p:nvPr/>
                </p:nvSpPr>
                <p:spPr>
                  <a:xfrm>
                    <a:off x="724414" y="1127125"/>
                    <a:ext cx="3294332" cy="365690"/>
                  </a:xfrm>
                  <a:prstGeom prst="rect">
                    <a:avLst/>
                  </a:prstGeom>
                  <a:solidFill>
                    <a:srgbClr val="747480"/>
                  </a:solidFill>
                  <a:ln w="9525" cap="flat" cmpd="sng" algn="ctr">
                    <a:noFill/>
                    <a:prstDash val="solid"/>
                  </a:ln>
                  <a:effectLst/>
                </p:spPr>
                <p:txBody>
                  <a:bodyPr rtlCol="0" anchor="ctr" anchorCtr="0"/>
                  <a:lstStyle/>
                  <a:p>
                    <a:pPr marL="0" marR="0" lvl="0" indent="0" defTabSz="913943" eaLnBrk="1" fontAlgn="auto" latinLnBrk="0" hangingPunct="1">
                      <a:lnSpc>
                        <a:spcPct val="100000"/>
                      </a:lnSpc>
                      <a:spcBef>
                        <a:spcPts val="0"/>
                      </a:spcBef>
                      <a:spcAft>
                        <a:spcPts val="0"/>
                      </a:spcAft>
                      <a:buClrTx/>
                      <a:buSzTx/>
                      <a:buFontTx/>
                      <a:buNone/>
                      <a:tabLst/>
                      <a:defRPr/>
                    </a:pPr>
                    <a:r>
                      <a:rPr kumimoji="0" lang="en-IN" sz="1199" b="1" i="0" u="none" strike="noStrike" kern="0" cap="none" spc="0" normalizeH="0" baseline="0" noProof="0">
                        <a:ln>
                          <a:noFill/>
                        </a:ln>
                        <a:solidFill>
                          <a:prstClr val="white"/>
                        </a:solidFill>
                        <a:effectLst/>
                        <a:uLnTx/>
                        <a:uFillTx/>
                        <a:latin typeface="EYInterstate Light"/>
                        <a:ea typeface="+mn-ea"/>
                        <a:cs typeface="+mn-cs"/>
                      </a:rPr>
                      <a:t>1. Business background:</a:t>
                    </a:r>
                  </a:p>
                </p:txBody>
              </p:sp>
            </p:grpSp>
            <p:sp>
              <p:nvSpPr>
                <p:cNvPr id="25" name="Rectangle 24">
                  <a:extLst>
                    <a:ext uri="{FF2B5EF4-FFF2-40B4-BE49-F238E27FC236}">
                      <a16:creationId xmlns:a16="http://schemas.microsoft.com/office/drawing/2014/main" id="{78456A4F-DBFF-A6CA-09B7-F4AA3112AD3C}"/>
                    </a:ext>
                  </a:extLst>
                </p:cNvPr>
                <p:cNvSpPr/>
                <p:nvPr/>
              </p:nvSpPr>
              <p:spPr>
                <a:xfrm>
                  <a:off x="609601" y="2013355"/>
                  <a:ext cx="3329138" cy="4243615"/>
                </a:xfrm>
                <a:prstGeom prst="rect">
                  <a:avLst/>
                </a:prstGeom>
                <a:noFill/>
                <a:ln w="6350" cap="flat" cmpd="sng" algn="ctr">
                  <a:solidFill>
                    <a:sysClr val="window" lastClr="FFFFFF"/>
                  </a:solidFill>
                  <a:prstDash val="dash"/>
                </a:ln>
                <a:effectLst/>
              </p:spPr>
              <p:txBody>
                <a:bodyPr lIns="228481" tIns="137089" rtlCol="0" anchor="t" anchorCtr="0"/>
                <a:lstStyle/>
                <a:p>
                  <a:pPr marL="0" marR="0" lvl="0" indent="0" defTabSz="1044000" eaLnBrk="1" fontAlgn="ctr" latinLnBrk="0" hangingPunct="1">
                    <a:lnSpc>
                      <a:spcPct val="100000"/>
                    </a:lnSpc>
                    <a:spcBef>
                      <a:spcPts val="0"/>
                    </a:spcBef>
                    <a:spcAft>
                      <a:spcPts val="600"/>
                    </a:spcAft>
                    <a:buClr>
                      <a:srgbClr val="FFE600"/>
                    </a:buClr>
                    <a:buSzPct val="100000"/>
                    <a:buFontTx/>
                    <a:buNone/>
                    <a:tabLst/>
                    <a:defRPr/>
                  </a:pPr>
                  <a:r>
                    <a:rPr kumimoji="0" lang="en-IN" sz="950" b="1" i="0" u="none" strike="noStrike" kern="0" cap="none" spc="0" normalizeH="0" baseline="0" noProof="0">
                      <a:ln>
                        <a:noFill/>
                      </a:ln>
                      <a:solidFill>
                        <a:schemeClr val="bg1"/>
                      </a:solidFill>
                      <a:effectLst/>
                      <a:uLnTx/>
                      <a:uFillTx/>
                      <a:latin typeface="EYInterstate Light"/>
                      <a:ea typeface="+mn-ea"/>
                      <a:cs typeface="+mn-cs"/>
                    </a:rPr>
                    <a:t>Client background: </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Dairy Farm is a leading pan-Asian retailer. Dairy Farm International Holdings Limited is incorporated in Bermuda and has a standard listing on the London Stock Exchange, with secondary listings in Bermuda and Singapore</a:t>
                  </a:r>
                </a:p>
                <a:p>
                  <a:pPr marL="0" marR="0" lvl="1" indent="0" defTabSz="1041617" eaLnBrk="1" fontAlgn="ctr" latinLnBrk="0" hangingPunct="1">
                    <a:lnSpc>
                      <a:spcPct val="100000"/>
                    </a:lnSpc>
                    <a:spcBef>
                      <a:spcPts val="0"/>
                    </a:spcBef>
                    <a:spcAft>
                      <a:spcPts val="600"/>
                    </a:spcAft>
                    <a:buClr>
                      <a:srgbClr val="FFE600"/>
                    </a:buClr>
                    <a:buSzPct val="100000"/>
                    <a:buFontTx/>
                    <a:buNone/>
                    <a:tabLst/>
                    <a:defRPr/>
                  </a:pPr>
                  <a:r>
                    <a:rPr kumimoji="0" lang="en-IN" sz="950" b="1" i="0" u="none" strike="noStrike" kern="0" cap="none" spc="0" normalizeH="0" baseline="0" noProof="0">
                      <a:ln>
                        <a:noFill/>
                      </a:ln>
                      <a:solidFill>
                        <a:schemeClr val="bg1"/>
                      </a:solidFill>
                      <a:effectLst/>
                      <a:uLnTx/>
                      <a:uFillTx/>
                      <a:latin typeface="EYInterstate Light"/>
                      <a:ea typeface="+mn-ea"/>
                      <a:cs typeface="+mn-cs"/>
                    </a:rPr>
                    <a:t>Client was looking for:</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The elimination of manual excel based reconciliation of the sales data.</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Automated Journals workflow for variance postings.</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Analysing the financial data &amp; current ERP systems </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Configurable dashboards and reporting </a:t>
                  </a:r>
                </a:p>
                <a:p>
                  <a:pPr marL="0" marR="0" lvl="1" indent="0" defTabSz="1041617" eaLnBrk="1" fontAlgn="ctr" latinLnBrk="0" hangingPunct="1">
                    <a:lnSpc>
                      <a:spcPct val="100000"/>
                    </a:lnSpc>
                    <a:spcBef>
                      <a:spcPts val="0"/>
                    </a:spcBef>
                    <a:spcAft>
                      <a:spcPts val="600"/>
                    </a:spcAft>
                    <a:buClr>
                      <a:srgbClr val="FFE600"/>
                    </a:buClr>
                    <a:buSzPct val="100000"/>
                    <a:buFontTx/>
                    <a:buNone/>
                    <a:tabLst/>
                    <a:defRPr/>
                  </a:pPr>
                  <a:r>
                    <a:rPr kumimoji="0" lang="en-IN" sz="950" b="1" i="0" u="none" strike="noStrike" kern="0" cap="none" spc="0" normalizeH="0" baseline="0" noProof="0">
                      <a:ln>
                        <a:noFill/>
                      </a:ln>
                      <a:solidFill>
                        <a:schemeClr val="bg1"/>
                      </a:solidFill>
                      <a:effectLst/>
                      <a:uLnTx/>
                      <a:uFillTx/>
                      <a:latin typeface="EYInterstate Light"/>
                      <a:ea typeface="+mn-ea"/>
                      <a:cs typeface="+mn-cs"/>
                    </a:rPr>
                    <a:t>GDS role: </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Configured BlackLine instance for  Matching Module &amp; global settings.</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Development of Business rules to define matching criteria.</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Prepared workshop decks, admin guides, training guide to drive the workshops and training session with the client.</a:t>
                  </a:r>
                </a:p>
              </p:txBody>
            </p:sp>
          </p:grpSp>
          <p:grpSp>
            <p:nvGrpSpPr>
              <p:cNvPr id="14" name="Group 13">
                <a:extLst>
                  <a:ext uri="{FF2B5EF4-FFF2-40B4-BE49-F238E27FC236}">
                    <a16:creationId xmlns:a16="http://schemas.microsoft.com/office/drawing/2014/main" id="{703F0C64-1F6F-B818-6DD3-0BE0E25171E8}"/>
                  </a:ext>
                </a:extLst>
              </p:cNvPr>
              <p:cNvGrpSpPr/>
              <p:nvPr/>
            </p:nvGrpSpPr>
            <p:grpSpPr>
              <a:xfrm>
                <a:off x="4094477" y="1610830"/>
                <a:ext cx="3331344" cy="4657709"/>
                <a:chOff x="609597" y="1599262"/>
                <a:chExt cx="3331344" cy="4657709"/>
              </a:xfrm>
            </p:grpSpPr>
            <p:grpSp>
              <p:nvGrpSpPr>
                <p:cNvPr id="20" name="Group 19">
                  <a:extLst>
                    <a:ext uri="{FF2B5EF4-FFF2-40B4-BE49-F238E27FC236}">
                      <a16:creationId xmlns:a16="http://schemas.microsoft.com/office/drawing/2014/main" id="{528208A2-9575-3FE0-E182-9B0D0AA6CFD1}"/>
                    </a:ext>
                  </a:extLst>
                </p:cNvPr>
                <p:cNvGrpSpPr/>
                <p:nvPr/>
              </p:nvGrpSpPr>
              <p:grpSpPr>
                <a:xfrm>
                  <a:off x="609597" y="1599262"/>
                  <a:ext cx="3331344" cy="365690"/>
                  <a:chOff x="609600" y="1127125"/>
                  <a:chExt cx="3409146" cy="365690"/>
                </a:xfrm>
              </p:grpSpPr>
              <p:sp>
                <p:nvSpPr>
                  <p:cNvPr id="22" name="Rectangle 21">
                    <a:extLst>
                      <a:ext uri="{FF2B5EF4-FFF2-40B4-BE49-F238E27FC236}">
                        <a16:creationId xmlns:a16="http://schemas.microsoft.com/office/drawing/2014/main" id="{399B818D-4CC6-05CD-8CC8-EF128D0D82FB}"/>
                      </a:ext>
                    </a:extLst>
                  </p:cNvPr>
                  <p:cNvSpPr/>
                  <p:nvPr/>
                </p:nvSpPr>
                <p:spPr>
                  <a:xfrm>
                    <a:off x="609600" y="1127125"/>
                    <a:ext cx="76200" cy="365690"/>
                  </a:xfrm>
                  <a:prstGeom prst="rect">
                    <a:avLst/>
                  </a:prstGeom>
                  <a:solidFill>
                    <a:srgbClr val="FFE600"/>
                  </a:solid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49" b="0" i="0" u="none" strike="noStrike" kern="0" cap="none" spc="0" normalizeH="0" baseline="0" noProof="0">
                      <a:ln>
                        <a:noFill/>
                      </a:ln>
                      <a:solidFill>
                        <a:srgbClr val="2E2E38"/>
                      </a:solidFill>
                      <a:effectLst/>
                      <a:uLnTx/>
                      <a:uFillTx/>
                      <a:latin typeface="EYInterstate Light"/>
                      <a:ea typeface="+mn-ea"/>
                      <a:cs typeface="+mn-cs"/>
                    </a:endParaRPr>
                  </a:p>
                </p:txBody>
              </p:sp>
              <p:sp>
                <p:nvSpPr>
                  <p:cNvPr id="23" name="Rectangle 22">
                    <a:extLst>
                      <a:ext uri="{FF2B5EF4-FFF2-40B4-BE49-F238E27FC236}">
                        <a16:creationId xmlns:a16="http://schemas.microsoft.com/office/drawing/2014/main" id="{68287076-4AB0-50DE-1D54-A99C0C521640}"/>
                      </a:ext>
                    </a:extLst>
                  </p:cNvPr>
                  <p:cNvSpPr/>
                  <p:nvPr/>
                </p:nvSpPr>
                <p:spPr>
                  <a:xfrm>
                    <a:off x="724414" y="1127125"/>
                    <a:ext cx="3294332" cy="365690"/>
                  </a:xfrm>
                  <a:prstGeom prst="rect">
                    <a:avLst/>
                  </a:prstGeom>
                  <a:solidFill>
                    <a:srgbClr val="747480"/>
                  </a:solidFill>
                  <a:ln w="9525" cap="flat" cmpd="sng" algn="ctr">
                    <a:noFill/>
                    <a:prstDash val="solid"/>
                  </a:ln>
                  <a:effectLst/>
                </p:spPr>
                <p:txBody>
                  <a:bodyPr rtlCol="0" anchor="ctr" anchorCtr="0"/>
                  <a:lstStyle/>
                  <a:p>
                    <a:pPr marL="0" marR="0" lvl="0" indent="0" defTabSz="913943" eaLnBrk="1" fontAlgn="auto" latinLnBrk="0" hangingPunct="1">
                      <a:lnSpc>
                        <a:spcPct val="100000"/>
                      </a:lnSpc>
                      <a:spcBef>
                        <a:spcPts val="0"/>
                      </a:spcBef>
                      <a:spcAft>
                        <a:spcPts val="0"/>
                      </a:spcAft>
                      <a:buClrTx/>
                      <a:buSzTx/>
                      <a:buFontTx/>
                      <a:buNone/>
                      <a:tabLst/>
                      <a:defRPr/>
                    </a:pPr>
                    <a:r>
                      <a:rPr kumimoji="0" lang="en-IN" sz="1199" b="1" i="0" u="none" strike="noStrike" kern="0" cap="none" spc="0" normalizeH="0" baseline="0" noProof="0">
                        <a:ln>
                          <a:noFill/>
                        </a:ln>
                        <a:solidFill>
                          <a:prstClr val="white"/>
                        </a:solidFill>
                        <a:effectLst/>
                        <a:uLnTx/>
                        <a:uFillTx/>
                        <a:latin typeface="EYInterstate Light"/>
                        <a:ea typeface="+mn-ea"/>
                        <a:cs typeface="+mn-cs"/>
                      </a:rPr>
                      <a:t>2. Solution:</a:t>
                    </a:r>
                  </a:p>
                </p:txBody>
              </p:sp>
            </p:grpSp>
            <p:sp>
              <p:nvSpPr>
                <p:cNvPr id="21" name="Rectangle 20">
                  <a:extLst>
                    <a:ext uri="{FF2B5EF4-FFF2-40B4-BE49-F238E27FC236}">
                      <a16:creationId xmlns:a16="http://schemas.microsoft.com/office/drawing/2014/main" id="{2C423205-09E9-41ED-EB25-0B7CA7920CBD}"/>
                    </a:ext>
                  </a:extLst>
                </p:cNvPr>
                <p:cNvSpPr/>
                <p:nvPr/>
              </p:nvSpPr>
              <p:spPr>
                <a:xfrm>
                  <a:off x="609601" y="2013355"/>
                  <a:ext cx="3329138" cy="4243616"/>
                </a:xfrm>
                <a:prstGeom prst="rect">
                  <a:avLst/>
                </a:prstGeom>
                <a:noFill/>
                <a:ln w="6350" cap="flat" cmpd="sng" algn="ctr">
                  <a:solidFill>
                    <a:sysClr val="window" lastClr="FFFFFF"/>
                  </a:solidFill>
                  <a:prstDash val="dash"/>
                </a:ln>
                <a:effectLst/>
              </p:spPr>
              <p:txBody>
                <a:bodyPr lIns="228481" tIns="137089" rtlCol="0" anchor="t" anchorCtr="0"/>
                <a:lstStyle/>
                <a:p>
                  <a:pPr marL="0" marR="0" lvl="1" indent="0" defTabSz="1041617" eaLnBrk="1" fontAlgn="ctr" latinLnBrk="0" hangingPunct="1">
                    <a:lnSpc>
                      <a:spcPct val="100000"/>
                    </a:lnSpc>
                    <a:spcBef>
                      <a:spcPts val="0"/>
                    </a:spcBef>
                    <a:spcAft>
                      <a:spcPts val="300"/>
                    </a:spcAft>
                    <a:buClr>
                      <a:srgbClr val="FFE600"/>
                    </a:buClr>
                    <a:buSzPct val="100000"/>
                    <a:buFontTx/>
                    <a:buNone/>
                    <a:tabLst/>
                    <a:defRPr/>
                  </a:pPr>
                  <a:r>
                    <a:rPr kumimoji="0" lang="en-IN" sz="950" b="1" i="0" u="none" strike="noStrike" kern="0" cap="none" spc="0" normalizeH="0" baseline="0" noProof="0">
                      <a:ln>
                        <a:noFill/>
                      </a:ln>
                      <a:solidFill>
                        <a:schemeClr val="bg1"/>
                      </a:solidFill>
                      <a:effectLst/>
                      <a:uLnTx/>
                      <a:uFillTx/>
                      <a:latin typeface="EYInterstate Light"/>
                      <a:ea typeface="+mn-ea"/>
                      <a:cs typeface="+mn-cs"/>
                    </a:rPr>
                    <a:t>Scope: </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Dairy Farm required a cloud based system to help in sales reconciliation and automated journals workflow for variance.</a:t>
                  </a:r>
                </a:p>
                <a:p>
                  <a:pPr marL="0" marR="0" lvl="1" indent="0" defTabSz="1041617" eaLnBrk="1" fontAlgn="ctr" latinLnBrk="0" hangingPunct="1">
                    <a:lnSpc>
                      <a:spcPct val="100000"/>
                    </a:lnSpc>
                    <a:spcBef>
                      <a:spcPts val="0"/>
                    </a:spcBef>
                    <a:spcAft>
                      <a:spcPts val="300"/>
                    </a:spcAft>
                    <a:buClr>
                      <a:srgbClr val="FFE600"/>
                    </a:buClr>
                    <a:buSzPct val="100000"/>
                    <a:buFontTx/>
                    <a:buNone/>
                    <a:tabLst/>
                    <a:defRPr/>
                  </a:pPr>
                  <a:r>
                    <a:rPr kumimoji="0" lang="en-IN" sz="950" b="1" i="0" u="none" strike="noStrike" kern="0" cap="none" spc="0" normalizeH="0" baseline="0" noProof="0">
                      <a:ln>
                        <a:noFill/>
                      </a:ln>
                      <a:solidFill>
                        <a:schemeClr val="bg1"/>
                      </a:solidFill>
                      <a:effectLst/>
                      <a:uLnTx/>
                      <a:uFillTx/>
                      <a:latin typeface="EYInterstate Light"/>
                      <a:ea typeface="+mn-ea"/>
                      <a:cs typeface="+mn-cs"/>
                    </a:rPr>
                    <a:t>GDS Team: </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GDS team size: 1 FTE (Offshore); 2 months</a:t>
                  </a:r>
                </a:p>
                <a:p>
                  <a:pPr marL="0" marR="0" lvl="1" indent="0" defTabSz="1041617" eaLnBrk="1" fontAlgn="ctr" latinLnBrk="0" hangingPunct="1">
                    <a:lnSpc>
                      <a:spcPct val="100000"/>
                    </a:lnSpc>
                    <a:spcBef>
                      <a:spcPts val="0"/>
                    </a:spcBef>
                    <a:spcAft>
                      <a:spcPts val="300"/>
                    </a:spcAft>
                    <a:buClr>
                      <a:srgbClr val="FFE600"/>
                    </a:buClr>
                    <a:buSzPct val="100000"/>
                    <a:buFontTx/>
                    <a:buNone/>
                    <a:tabLst/>
                    <a:defRPr/>
                  </a:pPr>
                  <a:r>
                    <a:rPr kumimoji="0" lang="en-IN" sz="950" b="1" i="0" u="none" strike="noStrike" kern="0" cap="none" spc="0" normalizeH="0" baseline="0" noProof="0">
                      <a:ln>
                        <a:noFill/>
                      </a:ln>
                      <a:solidFill>
                        <a:schemeClr val="bg1"/>
                      </a:solidFill>
                      <a:effectLst/>
                      <a:uLnTx/>
                      <a:uFillTx/>
                      <a:latin typeface="EYInterstate Light"/>
                      <a:ea typeface="+mn-ea"/>
                      <a:cs typeface="+mn-cs"/>
                    </a:rPr>
                    <a:t>Value delivered: </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Built and update BlackLine module for quick matching results with interface through static data source.</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Documented Key Design Decision for Implementation</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Standardised and streamlined cash matching process with defined pass rules for all payment banners.</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Documented comprehensive training material &amp; work instructions for all modules</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Streamlined financial process related to match transaction requirement for multiple countries to avoid duplicity.</a:t>
                  </a:r>
                </a:p>
                <a:p>
                  <a:pPr marL="171278" marR="0" lvl="1" indent="-171278"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Configured exhaustive reporting suite for all MIS reporting pertaining to FCMP</a:t>
                  </a:r>
                </a:p>
              </p:txBody>
            </p:sp>
          </p:grpSp>
          <p:grpSp>
            <p:nvGrpSpPr>
              <p:cNvPr id="15" name="Group 14">
                <a:extLst>
                  <a:ext uri="{FF2B5EF4-FFF2-40B4-BE49-F238E27FC236}">
                    <a16:creationId xmlns:a16="http://schemas.microsoft.com/office/drawing/2014/main" id="{9ACE61F2-532D-348D-274E-F63C4AD80B4C}"/>
                  </a:ext>
                </a:extLst>
              </p:cNvPr>
              <p:cNvGrpSpPr/>
              <p:nvPr/>
            </p:nvGrpSpPr>
            <p:grpSpPr>
              <a:xfrm>
                <a:off x="7579357" y="1599263"/>
                <a:ext cx="3331344" cy="4657708"/>
                <a:chOff x="609597" y="1599262"/>
                <a:chExt cx="3331344" cy="4657708"/>
              </a:xfrm>
            </p:grpSpPr>
            <p:grpSp>
              <p:nvGrpSpPr>
                <p:cNvPr id="16" name="Group 15">
                  <a:extLst>
                    <a:ext uri="{FF2B5EF4-FFF2-40B4-BE49-F238E27FC236}">
                      <a16:creationId xmlns:a16="http://schemas.microsoft.com/office/drawing/2014/main" id="{FAB89923-9384-C570-D17D-7051C469E888}"/>
                    </a:ext>
                  </a:extLst>
                </p:cNvPr>
                <p:cNvGrpSpPr/>
                <p:nvPr/>
              </p:nvGrpSpPr>
              <p:grpSpPr>
                <a:xfrm>
                  <a:off x="609597" y="1599262"/>
                  <a:ext cx="3331344" cy="365690"/>
                  <a:chOff x="609600" y="1127125"/>
                  <a:chExt cx="3409146" cy="365690"/>
                </a:xfrm>
              </p:grpSpPr>
              <p:sp>
                <p:nvSpPr>
                  <p:cNvPr id="18" name="Rectangle 17">
                    <a:extLst>
                      <a:ext uri="{FF2B5EF4-FFF2-40B4-BE49-F238E27FC236}">
                        <a16:creationId xmlns:a16="http://schemas.microsoft.com/office/drawing/2014/main" id="{4930AEE6-94AB-39BB-993F-4AB767315067}"/>
                      </a:ext>
                    </a:extLst>
                  </p:cNvPr>
                  <p:cNvSpPr/>
                  <p:nvPr/>
                </p:nvSpPr>
                <p:spPr>
                  <a:xfrm>
                    <a:off x="609600" y="1127125"/>
                    <a:ext cx="76200" cy="365690"/>
                  </a:xfrm>
                  <a:prstGeom prst="rect">
                    <a:avLst/>
                  </a:prstGeom>
                  <a:solidFill>
                    <a:srgbClr val="FFE600"/>
                  </a:solid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49" b="0" i="0" u="none" strike="noStrike" kern="0" cap="none" spc="0" normalizeH="0" baseline="0" noProof="0">
                      <a:ln>
                        <a:noFill/>
                      </a:ln>
                      <a:solidFill>
                        <a:srgbClr val="2E2E38"/>
                      </a:solidFill>
                      <a:effectLst/>
                      <a:uLnTx/>
                      <a:uFillTx/>
                      <a:latin typeface="EYInterstate Light"/>
                      <a:ea typeface="+mn-ea"/>
                      <a:cs typeface="+mn-cs"/>
                    </a:endParaRPr>
                  </a:p>
                </p:txBody>
              </p:sp>
              <p:sp>
                <p:nvSpPr>
                  <p:cNvPr id="19" name="Rectangle 18">
                    <a:extLst>
                      <a:ext uri="{FF2B5EF4-FFF2-40B4-BE49-F238E27FC236}">
                        <a16:creationId xmlns:a16="http://schemas.microsoft.com/office/drawing/2014/main" id="{47F8E303-4347-70FA-7817-8EAE9B052FAE}"/>
                      </a:ext>
                    </a:extLst>
                  </p:cNvPr>
                  <p:cNvSpPr/>
                  <p:nvPr/>
                </p:nvSpPr>
                <p:spPr>
                  <a:xfrm>
                    <a:off x="724414" y="1127125"/>
                    <a:ext cx="3294332" cy="365690"/>
                  </a:xfrm>
                  <a:prstGeom prst="rect">
                    <a:avLst/>
                  </a:prstGeom>
                  <a:solidFill>
                    <a:srgbClr val="747480"/>
                  </a:solidFill>
                  <a:ln w="9525" cap="flat" cmpd="sng" algn="ctr">
                    <a:noFill/>
                    <a:prstDash val="solid"/>
                  </a:ln>
                  <a:effectLst/>
                </p:spPr>
                <p:txBody>
                  <a:bodyPr rtlCol="0" anchor="ctr" anchorCtr="0"/>
                  <a:lstStyle/>
                  <a:p>
                    <a:pPr marL="0" marR="0" lvl="0" indent="0" defTabSz="913943" eaLnBrk="1" fontAlgn="auto" latinLnBrk="0" hangingPunct="1">
                      <a:lnSpc>
                        <a:spcPct val="100000"/>
                      </a:lnSpc>
                      <a:spcBef>
                        <a:spcPts val="0"/>
                      </a:spcBef>
                      <a:spcAft>
                        <a:spcPts val="0"/>
                      </a:spcAft>
                      <a:buClrTx/>
                      <a:buSzTx/>
                      <a:buFontTx/>
                      <a:buNone/>
                      <a:tabLst/>
                      <a:defRPr/>
                    </a:pPr>
                    <a:r>
                      <a:rPr kumimoji="0" lang="en-IN" sz="1199" b="1" i="0" u="none" strike="noStrike" kern="0" cap="none" spc="0" normalizeH="0" baseline="0" noProof="0">
                        <a:ln>
                          <a:noFill/>
                        </a:ln>
                        <a:solidFill>
                          <a:prstClr val="white"/>
                        </a:solidFill>
                        <a:effectLst/>
                        <a:uLnTx/>
                        <a:uFillTx/>
                        <a:latin typeface="EYInterstate Light"/>
                        <a:ea typeface="+mn-ea"/>
                        <a:cs typeface="+mn-cs"/>
                      </a:rPr>
                      <a:t>3. Value Delivered</a:t>
                    </a:r>
                  </a:p>
                </p:txBody>
              </p:sp>
            </p:grpSp>
            <p:sp>
              <p:nvSpPr>
                <p:cNvPr id="17" name="Rectangle 16">
                  <a:extLst>
                    <a:ext uri="{FF2B5EF4-FFF2-40B4-BE49-F238E27FC236}">
                      <a16:creationId xmlns:a16="http://schemas.microsoft.com/office/drawing/2014/main" id="{8A10A2F6-B451-492A-850E-DE552F9D1DA4}"/>
                    </a:ext>
                  </a:extLst>
                </p:cNvPr>
                <p:cNvSpPr/>
                <p:nvPr/>
              </p:nvSpPr>
              <p:spPr>
                <a:xfrm>
                  <a:off x="609601" y="2013355"/>
                  <a:ext cx="3329138" cy="4243615"/>
                </a:xfrm>
                <a:prstGeom prst="rect">
                  <a:avLst/>
                </a:prstGeom>
                <a:noFill/>
                <a:ln w="6350" cap="flat" cmpd="sng" algn="ctr">
                  <a:solidFill>
                    <a:sysClr val="window" lastClr="FFFFFF"/>
                  </a:solidFill>
                  <a:prstDash val="dash"/>
                </a:ln>
                <a:effectLst/>
              </p:spPr>
              <p:txBody>
                <a:bodyPr lIns="228481" tIns="137089" rIns="91392" bIns="45696" rtlCol="0" anchor="t" anchorCtr="0"/>
                <a:lstStyle/>
                <a:p>
                  <a:pPr marL="170730" marR="0" lvl="1" indent="-170730"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A team of certified Black Line professionals with complete knowledge on implementation with a blend of RPA experience.</a:t>
                  </a:r>
                  <a:endParaRPr kumimoji="0" lang="en-US" sz="1799" b="0" i="0" u="none" strike="noStrike" kern="0" cap="none" spc="0" normalizeH="0" baseline="0" noProof="0">
                    <a:ln>
                      <a:noFill/>
                    </a:ln>
                    <a:solidFill>
                      <a:schemeClr val="bg1"/>
                    </a:solidFill>
                    <a:effectLst/>
                    <a:uLnTx/>
                    <a:uFillTx/>
                    <a:latin typeface="EYInterstate Light"/>
                    <a:ea typeface="+mn-ea"/>
                    <a:cs typeface="+mn-cs"/>
                  </a:endParaRPr>
                </a:p>
                <a:p>
                  <a:pPr marL="170730" marR="0" lvl="1" indent="-170730"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Elite combination of technical and functional skills which enabled timely execution and high-quality deliverables</a:t>
                  </a:r>
                </a:p>
                <a:p>
                  <a:pPr marL="170730" marR="0" lvl="1" indent="-170730" defTabSz="914400" eaLnBrk="1" fontAlgn="ctr" latinLnBrk="0" hangingPunct="1">
                    <a:lnSpc>
                      <a:spcPct val="100000"/>
                    </a:lnSpc>
                    <a:spcBef>
                      <a:spcPts val="200"/>
                    </a:spcBef>
                    <a:spcAft>
                      <a:spcPts val="200"/>
                    </a:spcAft>
                    <a:buClr>
                      <a:srgbClr val="FFE600"/>
                    </a:buClr>
                    <a:buSzPct val="70000"/>
                    <a:buFont typeface="Arial" panose="020B0604020202020204" pitchFamily="34" charset="0"/>
                    <a:buChar char="►"/>
                    <a:tabLst>
                      <a:tab pos="88768" algn="l"/>
                    </a:tabLst>
                    <a:defRPr/>
                  </a:pPr>
                  <a:r>
                    <a:rPr kumimoji="0" lang="en-IN" sz="950" b="0" i="0" u="none" strike="noStrike" kern="0" cap="none" spc="0" normalizeH="0" baseline="0" noProof="0">
                      <a:ln>
                        <a:noFill/>
                      </a:ln>
                      <a:solidFill>
                        <a:schemeClr val="bg1"/>
                      </a:solidFill>
                      <a:effectLst/>
                      <a:uLnTx/>
                      <a:uFillTx/>
                      <a:latin typeface="EYInterstate Light"/>
                      <a:ea typeface="+mn-ea"/>
                      <a:cs typeface="+mn-cs"/>
                    </a:rPr>
                    <a:t>Deep understanding of financial close process, accounting policies and procedures</a:t>
                  </a:r>
                </a:p>
              </p:txBody>
            </p:sp>
          </p:grpSp>
        </p:grpSp>
        <p:sp>
          <p:nvSpPr>
            <p:cNvPr id="12" name="Rectangle 11">
              <a:extLst>
                <a:ext uri="{FF2B5EF4-FFF2-40B4-BE49-F238E27FC236}">
                  <a16:creationId xmlns:a16="http://schemas.microsoft.com/office/drawing/2014/main" id="{BCC75270-265A-FAF1-0BB3-8D75D62CE907}"/>
                </a:ext>
              </a:extLst>
            </p:cNvPr>
            <p:cNvSpPr/>
            <p:nvPr/>
          </p:nvSpPr>
          <p:spPr>
            <a:xfrm>
              <a:off x="567627" y="1098312"/>
              <a:ext cx="10980000" cy="905168"/>
            </a:xfrm>
            <a:prstGeom prst="rect">
              <a:avLst/>
            </a:prstGeom>
            <a:blipFill dpi="0" rotWithShape="1">
              <a:blip r:embed="rId2" cstate="print">
                <a:extLst>
                  <a:ext uri="{28A0092B-C50C-407E-A947-70E740481C1C}">
                    <a14:useLocalDpi xmlns:a14="http://schemas.microsoft.com/office/drawing/2010/main"/>
                  </a:ext>
                </a:extLst>
              </a:blip>
              <a:srcRect/>
              <a:stretch>
                <a:fillRect l="-775" t="-236495" r="-399" b="-310899"/>
              </a:stretch>
            </a:blip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199" b="0" i="0" u="none" strike="noStrike" kern="0" cap="none" spc="0" normalizeH="0" baseline="0" noProof="0">
                <a:ln>
                  <a:noFill/>
                </a:ln>
                <a:solidFill>
                  <a:srgbClr val="2E2E38"/>
                </a:solidFill>
                <a:effectLst/>
                <a:uLnTx/>
                <a:uFillTx/>
                <a:latin typeface="EYInterstate Light"/>
                <a:ea typeface="+mn-ea"/>
                <a:cs typeface="+mn-cs"/>
              </a:endParaRPr>
            </a:p>
          </p:txBody>
        </p:sp>
      </p:grpSp>
    </p:spTree>
    <p:extLst>
      <p:ext uri="{BB962C8B-B14F-4D97-AF65-F5344CB8AC3E}">
        <p14:creationId xmlns:p14="http://schemas.microsoft.com/office/powerpoint/2010/main" val="397732693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913BF9-FE3A-B79C-F2A3-851A22A83E6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80780A5-E9DB-13BC-4DCC-F9A88CE32771}"/>
              </a:ext>
            </a:extLst>
          </p:cNvPr>
          <p:cNvSpPr>
            <a:spLocks noGrp="1"/>
          </p:cNvSpPr>
          <p:nvPr>
            <p:ph type="title"/>
          </p:nvPr>
        </p:nvSpPr>
        <p:spPr/>
        <p:txBody>
          <a:bodyPr/>
          <a:lstStyle/>
          <a:p>
            <a:r>
              <a:rPr lang="en-IE"/>
              <a:t>Coupang: </a:t>
            </a:r>
            <a:r>
              <a:rPr lang="en-IE" err="1"/>
              <a:t>BlackLine</a:t>
            </a:r>
            <a:r>
              <a:rPr lang="en-IE"/>
              <a:t> Account Reconciliation Implementation</a:t>
            </a:r>
          </a:p>
        </p:txBody>
      </p:sp>
      <p:sp>
        <p:nvSpPr>
          <p:cNvPr id="5" name="Slide Number Placeholder 4">
            <a:extLst>
              <a:ext uri="{FF2B5EF4-FFF2-40B4-BE49-F238E27FC236}">
                <a16:creationId xmlns:a16="http://schemas.microsoft.com/office/drawing/2014/main" id="{A30D7F12-3FAC-780D-C03F-F6828E7B9E78}"/>
              </a:ext>
            </a:extLst>
          </p:cNvPr>
          <p:cNvSpPr>
            <a:spLocks noGrp="1"/>
          </p:cNvSpPr>
          <p:nvPr>
            <p:ph type="sldNum" sz="quarter" idx="12"/>
          </p:nvPr>
        </p:nvSpPr>
        <p:spPr/>
        <p:txBody>
          <a:bodyPr/>
          <a:lstStyle/>
          <a:p>
            <a:fld id="{94FCA0F3-9F3A-694B-99BB-0E592A797735}" type="slidenum">
              <a:rPr lang="en-US" smtClean="0"/>
              <a:t>133</a:t>
            </a:fld>
            <a:endParaRPr lang="en-US"/>
          </a:p>
        </p:txBody>
      </p:sp>
      <p:sp>
        <p:nvSpPr>
          <p:cNvPr id="6" name="Date Placeholder 5">
            <a:extLst>
              <a:ext uri="{FF2B5EF4-FFF2-40B4-BE49-F238E27FC236}">
                <a16:creationId xmlns:a16="http://schemas.microsoft.com/office/drawing/2014/main" id="{29C0308E-20A6-9A61-7EA2-500445011BD5}"/>
              </a:ext>
            </a:extLst>
          </p:cNvPr>
          <p:cNvSpPr>
            <a:spLocks noGrp="1"/>
          </p:cNvSpPr>
          <p:nvPr>
            <p:ph type="dt" sz="half" idx="10"/>
          </p:nvPr>
        </p:nvSpPr>
        <p:spPr/>
        <p:txBody>
          <a:bodyPr/>
          <a:lstStyle/>
          <a:p>
            <a:fld id="{C57FF6B3-07A0-4ADF-958F-192877869429}" type="datetime1">
              <a:rPr lang="en-US" smtClean="0"/>
              <a:t>9/19/2025</a:t>
            </a:fld>
            <a:endParaRPr lang="en-US"/>
          </a:p>
        </p:txBody>
      </p:sp>
      <p:sp>
        <p:nvSpPr>
          <p:cNvPr id="9" name="Slide Number Placeholder 5">
            <a:extLst>
              <a:ext uri="{FF2B5EF4-FFF2-40B4-BE49-F238E27FC236}">
                <a16:creationId xmlns:a16="http://schemas.microsoft.com/office/drawing/2014/main" id="{840538D6-4D17-5BD0-256A-CE51574F7CCE}"/>
              </a:ext>
            </a:extLst>
          </p:cNvPr>
          <p:cNvSpPr txBox="1">
            <a:spLocks/>
          </p:cNvSpPr>
          <p:nvPr/>
        </p:nvSpPr>
        <p:spPr>
          <a:xfrm>
            <a:off x="616900" y="6471244"/>
            <a:ext cx="662721" cy="180000"/>
          </a:xfrm>
          <a:prstGeom prst="rect">
            <a:avLst/>
          </a:prstGeom>
        </p:spPr>
        <p:txBody>
          <a:bodyPr vert="horz" lIns="0" tIns="0" rIns="0" bIns="0" rtlCol="0" anchor="ctr"/>
          <a:lstStyle>
            <a:defPPr>
              <a:defRPr lang="en-US"/>
            </a:defPPr>
            <a:lvl1pPr marL="0" algn="l" defTabSz="913943" rtl="0" eaLnBrk="1" latinLnBrk="0" hangingPunct="1">
              <a:defRPr lang="en-IN"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prstClr val="white"/>
                </a:solidFill>
                <a:effectLst/>
                <a:uLnTx/>
                <a:uFillTx/>
                <a:latin typeface="EYInterstate" panose="02000503020000020004" pitchFamily="2" charset="0"/>
                <a:ea typeface="+mn-ea"/>
                <a:cs typeface="+mn-cs"/>
              </a:rPr>
              <a:t>Page </a:t>
            </a:r>
            <a:fld id="{F1BC30E3-FFE5-4B91-AA19-87A149EBB9EE}" type="slidenum">
              <a:rPr kumimoji="0" lang="en-IN" sz="800" b="0" i="0" u="none" strike="noStrike" kern="1200" cap="none" spc="0" normalizeH="0" baseline="0" noProof="0" smtClean="0">
                <a:ln>
                  <a:noFill/>
                </a:ln>
                <a:solidFill>
                  <a:prstClr val="white"/>
                </a:solidFill>
                <a:effectLst/>
                <a:uLnTx/>
                <a:uFillTx/>
                <a:latin typeface="EYInterstate" panose="02000503020000020004" pitchFamily="2" charset="0"/>
                <a:ea typeface="+mn-ea"/>
                <a:cs typeface="+mn-cs"/>
              </a:rPr>
              <a:pPr marL="0" marR="0" lvl="0" indent="0" algn="l" defTabSz="913943" rtl="0" eaLnBrk="1" fontAlgn="auto" latinLnBrk="0" hangingPunct="1">
                <a:lnSpc>
                  <a:spcPct val="100000"/>
                </a:lnSpc>
                <a:spcBef>
                  <a:spcPts val="0"/>
                </a:spcBef>
                <a:spcAft>
                  <a:spcPts val="0"/>
                </a:spcAft>
                <a:buClrTx/>
                <a:buSzTx/>
                <a:buFontTx/>
                <a:buNone/>
                <a:tabLst/>
                <a:defRPr/>
              </a:pPr>
              <a:t>133</a:t>
            </a:fld>
            <a:endParaRPr kumimoji="0" lang="en-IN" sz="800" b="0" i="0" u="none" strike="noStrike" kern="1200" cap="none" spc="0" normalizeH="0" baseline="0" noProof="0">
              <a:ln>
                <a:noFill/>
              </a:ln>
              <a:solidFill>
                <a:prstClr val="white"/>
              </a:solidFill>
              <a:effectLst/>
              <a:uLnTx/>
              <a:uFillTx/>
              <a:latin typeface="EYInterstate" panose="02000503020000020004" pitchFamily="2" charset="0"/>
              <a:ea typeface="+mn-ea"/>
              <a:cs typeface="+mn-cs"/>
            </a:endParaRPr>
          </a:p>
        </p:txBody>
      </p:sp>
      <p:grpSp>
        <p:nvGrpSpPr>
          <p:cNvPr id="13" name="Group 12">
            <a:extLst>
              <a:ext uri="{FF2B5EF4-FFF2-40B4-BE49-F238E27FC236}">
                <a16:creationId xmlns:a16="http://schemas.microsoft.com/office/drawing/2014/main" id="{D8C7DF8A-79C8-5D90-B567-DA4A29ABA51B}"/>
              </a:ext>
            </a:extLst>
          </p:cNvPr>
          <p:cNvGrpSpPr/>
          <p:nvPr/>
        </p:nvGrpSpPr>
        <p:grpSpPr>
          <a:xfrm>
            <a:off x="380999" y="2156839"/>
            <a:ext cx="5261738" cy="4021012"/>
            <a:chOff x="609596" y="1599262"/>
            <a:chExt cx="4741039" cy="4718739"/>
          </a:xfrm>
        </p:grpSpPr>
        <p:grpSp>
          <p:nvGrpSpPr>
            <p:cNvPr id="24" name="Group 23">
              <a:extLst>
                <a:ext uri="{FF2B5EF4-FFF2-40B4-BE49-F238E27FC236}">
                  <a16:creationId xmlns:a16="http://schemas.microsoft.com/office/drawing/2014/main" id="{B9369D0D-40EF-F7F5-788B-FE850EAA479E}"/>
                </a:ext>
              </a:extLst>
            </p:cNvPr>
            <p:cNvGrpSpPr/>
            <p:nvPr/>
          </p:nvGrpSpPr>
          <p:grpSpPr>
            <a:xfrm>
              <a:off x="609597" y="1599262"/>
              <a:ext cx="4741038" cy="365690"/>
              <a:chOff x="609599" y="1127125"/>
              <a:chExt cx="4851751" cy="365690"/>
            </a:xfrm>
          </p:grpSpPr>
          <p:sp>
            <p:nvSpPr>
              <p:cNvPr id="26" name="Rectangle 25">
                <a:extLst>
                  <a:ext uri="{FF2B5EF4-FFF2-40B4-BE49-F238E27FC236}">
                    <a16:creationId xmlns:a16="http://schemas.microsoft.com/office/drawing/2014/main" id="{95732F03-301E-BD22-74D9-2A5125A0C07B}"/>
                  </a:ext>
                </a:extLst>
              </p:cNvPr>
              <p:cNvSpPr/>
              <p:nvPr/>
            </p:nvSpPr>
            <p:spPr>
              <a:xfrm>
                <a:off x="609599" y="1127125"/>
                <a:ext cx="84315" cy="365690"/>
              </a:xfrm>
              <a:prstGeom prst="rect">
                <a:avLst/>
              </a:prstGeom>
              <a:solidFill>
                <a:srgbClr val="FFE600"/>
              </a:solid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49" b="0" i="0" u="none" strike="noStrike" kern="0" cap="none" spc="0" normalizeH="0" baseline="0" noProof="0">
                  <a:ln>
                    <a:noFill/>
                  </a:ln>
                  <a:solidFill>
                    <a:srgbClr val="2E2E38"/>
                  </a:solidFill>
                  <a:effectLst/>
                  <a:uLnTx/>
                  <a:uFillTx/>
                  <a:ea typeface="+mn-ea"/>
                  <a:cs typeface="+mn-cs"/>
                </a:endParaRPr>
              </a:p>
            </p:txBody>
          </p:sp>
          <p:sp>
            <p:nvSpPr>
              <p:cNvPr id="27" name="Rectangle 26">
                <a:extLst>
                  <a:ext uri="{FF2B5EF4-FFF2-40B4-BE49-F238E27FC236}">
                    <a16:creationId xmlns:a16="http://schemas.microsoft.com/office/drawing/2014/main" id="{844A6459-AF0A-E825-3345-5BEFB83BA963}"/>
                  </a:ext>
                </a:extLst>
              </p:cNvPr>
              <p:cNvSpPr/>
              <p:nvPr/>
            </p:nvSpPr>
            <p:spPr>
              <a:xfrm>
                <a:off x="739692" y="1127125"/>
                <a:ext cx="4721658" cy="365690"/>
              </a:xfrm>
              <a:prstGeom prst="rect">
                <a:avLst/>
              </a:prstGeom>
              <a:solidFill>
                <a:srgbClr val="747480"/>
              </a:solidFill>
              <a:ln w="9525" cap="flat" cmpd="sng" algn="ctr">
                <a:noFill/>
                <a:prstDash val="solid"/>
              </a:ln>
              <a:effectLst/>
            </p:spPr>
            <p:txBody>
              <a:bodyPr rtlCol="0" anchor="ctr" anchorCtr="0"/>
              <a:lstStyle/>
              <a:p>
                <a:pPr marL="0" marR="0" lvl="0" indent="0" defTabSz="913943" eaLnBrk="1" fontAlgn="auto" latinLnBrk="0" hangingPunct="1">
                  <a:lnSpc>
                    <a:spcPct val="100000"/>
                  </a:lnSpc>
                  <a:spcBef>
                    <a:spcPts val="0"/>
                  </a:spcBef>
                  <a:spcAft>
                    <a:spcPts val="0"/>
                  </a:spcAft>
                  <a:buClrTx/>
                  <a:buSzTx/>
                  <a:buFontTx/>
                  <a:buNone/>
                  <a:tabLst/>
                  <a:defRPr/>
                </a:pPr>
                <a:r>
                  <a:rPr kumimoji="0" lang="en-IN" sz="1199" b="1" i="0" u="none" strike="noStrike" kern="0" cap="none" spc="0" normalizeH="0" baseline="0" noProof="0">
                    <a:ln>
                      <a:noFill/>
                    </a:ln>
                    <a:solidFill>
                      <a:prstClr val="white"/>
                    </a:solidFill>
                    <a:effectLst/>
                    <a:uLnTx/>
                    <a:uFillTx/>
                    <a:ea typeface="+mn-ea"/>
                    <a:cs typeface="+mn-cs"/>
                  </a:rPr>
                  <a:t>1. Business Background</a:t>
                </a:r>
              </a:p>
            </p:txBody>
          </p:sp>
        </p:grpSp>
        <p:sp>
          <p:nvSpPr>
            <p:cNvPr id="25" name="Rectangle 24">
              <a:extLst>
                <a:ext uri="{FF2B5EF4-FFF2-40B4-BE49-F238E27FC236}">
                  <a16:creationId xmlns:a16="http://schemas.microsoft.com/office/drawing/2014/main" id="{76BC0AA5-E568-E207-BAE5-BF193056FDD6}"/>
                </a:ext>
              </a:extLst>
            </p:cNvPr>
            <p:cNvSpPr/>
            <p:nvPr/>
          </p:nvSpPr>
          <p:spPr>
            <a:xfrm>
              <a:off x="609596" y="2025729"/>
              <a:ext cx="4741028" cy="4292272"/>
            </a:xfrm>
            <a:prstGeom prst="rect">
              <a:avLst/>
            </a:prstGeom>
            <a:noFill/>
            <a:ln w="6350" cap="flat" cmpd="sng" algn="ctr">
              <a:solidFill>
                <a:sysClr val="window" lastClr="FFFFFF"/>
              </a:solidFill>
              <a:prstDash val="dash"/>
            </a:ln>
            <a:effectLst/>
          </p:spPr>
          <p:txBody>
            <a:bodyPr lIns="91440" tIns="91440" rIns="91440" bIns="0" rtlCol="0" anchor="t" anchorCtr="0"/>
            <a:lstStyle/>
            <a:p>
              <a:pPr marL="0" marR="0" lvl="0" indent="0" defTabSz="1044000" eaLnBrk="1" fontAlgn="ctr" latinLnBrk="0" hangingPunct="1">
                <a:lnSpc>
                  <a:spcPct val="100000"/>
                </a:lnSpc>
                <a:spcBef>
                  <a:spcPts val="1200"/>
                </a:spcBef>
                <a:buClr>
                  <a:srgbClr val="FFE600"/>
                </a:buClr>
                <a:buSzPct val="100000"/>
                <a:buFontTx/>
                <a:buNone/>
                <a:tabLst/>
                <a:defRPr/>
              </a:pPr>
              <a:r>
                <a:rPr kumimoji="0" lang="en-IN" sz="1000" b="1" i="0" u="none" strike="noStrike" kern="0" cap="none" spc="0" normalizeH="0" baseline="0" noProof="0">
                  <a:ln>
                    <a:noFill/>
                  </a:ln>
                  <a:solidFill>
                    <a:schemeClr val="bg1"/>
                  </a:solidFill>
                  <a:effectLst/>
                  <a:uLnTx/>
                  <a:uFillTx/>
                  <a:ea typeface="+mn-ea"/>
                  <a:cs typeface="+mn-cs"/>
                </a:rPr>
                <a:t>Client background: </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Coupang, Inc. (Korean: </a:t>
              </a:r>
              <a:r>
                <a:rPr kumimoji="0" lang="ko-KR" altLang="en-US" sz="1000" b="0" i="0" u="none" strike="noStrike" kern="0" cap="none" spc="0" normalizeH="0" baseline="0" noProof="0">
                  <a:ln>
                    <a:noFill/>
                  </a:ln>
                  <a:solidFill>
                    <a:schemeClr val="bg1"/>
                  </a:solidFill>
                  <a:effectLst/>
                  <a:uLnTx/>
                  <a:uFillTx/>
                  <a:ea typeface="+mn-ea"/>
                  <a:cs typeface="+mn-cs"/>
                </a:rPr>
                <a:t>쿠팡</a:t>
              </a:r>
              <a:r>
                <a:rPr kumimoji="0" lang="en-US" altLang="ko-KR" sz="1000" b="0" i="0" u="none" strike="noStrike" kern="0" cap="none" spc="0" normalizeH="0" baseline="0" noProof="0">
                  <a:ln>
                    <a:noFill/>
                  </a:ln>
                  <a:solidFill>
                    <a:schemeClr val="bg1"/>
                  </a:solidFill>
                  <a:effectLst/>
                  <a:uLnTx/>
                  <a:uFillTx/>
                  <a:ea typeface="+mn-ea"/>
                  <a:cs typeface="+mn-cs"/>
                </a:rPr>
                <a:t>) </a:t>
              </a:r>
              <a:r>
                <a:rPr kumimoji="0" lang="en-IN" sz="1000" b="0" i="0" u="none" strike="noStrike" kern="0" cap="none" spc="0" normalizeH="0" baseline="0" noProof="0">
                  <a:ln>
                    <a:noFill/>
                  </a:ln>
                  <a:solidFill>
                    <a:schemeClr val="bg1"/>
                  </a:solidFill>
                  <a:effectLst/>
                  <a:uLnTx/>
                  <a:uFillTx/>
                  <a:ea typeface="+mn-ea"/>
                  <a:cs typeface="+mn-cs"/>
                </a:rPr>
                <a:t>is a U.S.-based e-commerce company headquartered in Seattle, WA. The company expanded to become the largest online marketplace in South Korea. Coupang services are Rocket Delivery, Rocket Wow, Rocket Fresh, Rocket Direct Purchasing of foreign goods, Coupang Eats, Coupang Flex, Coupang Play &amp; Coupang Pay</a:t>
              </a:r>
            </a:p>
            <a:p>
              <a:pPr marL="0" marR="0" lvl="1" indent="0" defTabSz="1041617" eaLnBrk="1" fontAlgn="ctr" latinLnBrk="0" hangingPunct="1">
                <a:lnSpc>
                  <a:spcPct val="100000"/>
                </a:lnSpc>
                <a:spcBef>
                  <a:spcPts val="1200"/>
                </a:spcBef>
                <a:buClr>
                  <a:srgbClr val="FFE600"/>
                </a:buClr>
                <a:buSzPct val="100000"/>
                <a:buFontTx/>
                <a:buNone/>
                <a:tabLst/>
                <a:defRPr/>
              </a:pPr>
              <a:r>
                <a:rPr kumimoji="0" lang="en-IN" sz="1000" b="1" i="0" u="none" strike="noStrike" kern="0" cap="none" spc="0" normalizeH="0" baseline="0" noProof="0">
                  <a:ln>
                    <a:noFill/>
                  </a:ln>
                  <a:solidFill>
                    <a:schemeClr val="bg1"/>
                  </a:solidFill>
                  <a:effectLst/>
                  <a:uLnTx/>
                  <a:uFillTx/>
                  <a:ea typeface="+mn-ea"/>
                  <a:cs typeface="+mn-cs"/>
                </a:rPr>
                <a:t>Client was looking for:</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The client was looking for an efficient and automated financial reconciliation solution for balance sheet reconciliation</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Design and build BlackLine functions as per client's reconciliation processes</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Subledger Automation for Customer, Vendor and Asset subledger accounts.</a:t>
              </a:r>
            </a:p>
            <a:p>
              <a:pPr marL="0" marR="0" lvl="1" indent="0" defTabSz="1041617" eaLnBrk="1" fontAlgn="ctr" latinLnBrk="0" hangingPunct="1">
                <a:lnSpc>
                  <a:spcPct val="100000"/>
                </a:lnSpc>
                <a:spcBef>
                  <a:spcPts val="1200"/>
                </a:spcBef>
                <a:buClr>
                  <a:srgbClr val="FFE600"/>
                </a:buClr>
                <a:buSzPct val="100000"/>
                <a:buFontTx/>
                <a:buNone/>
                <a:tabLst/>
                <a:defRPr/>
              </a:pPr>
              <a:r>
                <a:rPr kumimoji="0" lang="en-IN" sz="1000" b="1" i="0" u="none" strike="noStrike" kern="0" cap="none" spc="0" normalizeH="0" baseline="0" noProof="0">
                  <a:ln>
                    <a:noFill/>
                  </a:ln>
                  <a:solidFill>
                    <a:schemeClr val="bg1"/>
                  </a:solidFill>
                  <a:effectLst/>
                  <a:uLnTx/>
                  <a:uFillTx/>
                  <a:ea typeface="+mn-ea"/>
                  <a:cs typeface="+mn-cs"/>
                </a:rPr>
                <a:t>GDS role: </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GDS contributed in assessing reconciliation requirements and designing &amp; updating the BlackLine to match client needs</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Setup Global Settings/design decisions as per client’s reconciliation process; Application setting, Accounts details, Org Structure, Certifications requirements etc</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Built prototypes in client’s sandbox to coach on BlackLine functionalities </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Prepared workshop decks, admin guides, training guide to drive the workshops and training sessions</a:t>
              </a:r>
            </a:p>
          </p:txBody>
        </p:sp>
      </p:grpSp>
      <p:grpSp>
        <p:nvGrpSpPr>
          <p:cNvPr id="14" name="Group 13">
            <a:extLst>
              <a:ext uri="{FF2B5EF4-FFF2-40B4-BE49-F238E27FC236}">
                <a16:creationId xmlns:a16="http://schemas.microsoft.com/office/drawing/2014/main" id="{3D0B8309-32B5-B251-56B4-F37A3D4233D7}"/>
              </a:ext>
            </a:extLst>
          </p:cNvPr>
          <p:cNvGrpSpPr/>
          <p:nvPr/>
        </p:nvGrpSpPr>
        <p:grpSpPr>
          <a:xfrm>
            <a:off x="5842570" y="2156839"/>
            <a:ext cx="2884304" cy="4010466"/>
            <a:chOff x="609597" y="1599262"/>
            <a:chExt cx="2598877" cy="4706363"/>
          </a:xfrm>
        </p:grpSpPr>
        <p:grpSp>
          <p:nvGrpSpPr>
            <p:cNvPr id="20" name="Group 19">
              <a:extLst>
                <a:ext uri="{FF2B5EF4-FFF2-40B4-BE49-F238E27FC236}">
                  <a16:creationId xmlns:a16="http://schemas.microsoft.com/office/drawing/2014/main" id="{3A66EDCD-2222-7D6A-CFDA-C8662D6BCB36}"/>
                </a:ext>
              </a:extLst>
            </p:cNvPr>
            <p:cNvGrpSpPr/>
            <p:nvPr/>
          </p:nvGrpSpPr>
          <p:grpSpPr>
            <a:xfrm>
              <a:off x="609598" y="1599262"/>
              <a:ext cx="2598876" cy="365690"/>
              <a:chOff x="609599" y="1127125"/>
              <a:chExt cx="2659565" cy="365690"/>
            </a:xfrm>
          </p:grpSpPr>
          <p:sp>
            <p:nvSpPr>
              <p:cNvPr id="22" name="Rectangle 21">
                <a:extLst>
                  <a:ext uri="{FF2B5EF4-FFF2-40B4-BE49-F238E27FC236}">
                    <a16:creationId xmlns:a16="http://schemas.microsoft.com/office/drawing/2014/main" id="{7AF6B1C0-CCB0-52A9-753C-FBB36F9A4C68}"/>
                  </a:ext>
                </a:extLst>
              </p:cNvPr>
              <p:cNvSpPr/>
              <p:nvPr/>
            </p:nvSpPr>
            <p:spPr>
              <a:xfrm>
                <a:off x="609599" y="1127125"/>
                <a:ext cx="84315" cy="365690"/>
              </a:xfrm>
              <a:prstGeom prst="rect">
                <a:avLst/>
              </a:prstGeom>
              <a:solidFill>
                <a:srgbClr val="FFE600"/>
              </a:solid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49" b="0" i="0" u="none" strike="noStrike" kern="0" cap="none" spc="0" normalizeH="0" baseline="0" noProof="0">
                  <a:ln>
                    <a:noFill/>
                  </a:ln>
                  <a:solidFill>
                    <a:srgbClr val="2E2E38"/>
                  </a:solidFill>
                  <a:effectLst/>
                  <a:uLnTx/>
                  <a:uFillTx/>
                  <a:ea typeface="+mn-ea"/>
                  <a:cs typeface="+mn-cs"/>
                </a:endParaRPr>
              </a:p>
            </p:txBody>
          </p:sp>
          <p:sp>
            <p:nvSpPr>
              <p:cNvPr id="23" name="Rectangle 22">
                <a:extLst>
                  <a:ext uri="{FF2B5EF4-FFF2-40B4-BE49-F238E27FC236}">
                    <a16:creationId xmlns:a16="http://schemas.microsoft.com/office/drawing/2014/main" id="{D2BF36A7-9755-077A-2D9B-9C801FAA037E}"/>
                  </a:ext>
                </a:extLst>
              </p:cNvPr>
              <p:cNvSpPr/>
              <p:nvPr/>
            </p:nvSpPr>
            <p:spPr>
              <a:xfrm>
                <a:off x="739698" y="1127125"/>
                <a:ext cx="2529466" cy="365690"/>
              </a:xfrm>
              <a:prstGeom prst="rect">
                <a:avLst/>
              </a:prstGeom>
              <a:solidFill>
                <a:srgbClr val="747480"/>
              </a:solidFill>
              <a:ln w="9525" cap="flat" cmpd="sng" algn="ctr">
                <a:noFill/>
                <a:prstDash val="solid"/>
              </a:ln>
              <a:effectLst/>
            </p:spPr>
            <p:txBody>
              <a:bodyPr rtlCol="0" anchor="ctr" anchorCtr="0"/>
              <a:lstStyle/>
              <a:p>
                <a:pPr marL="0" marR="0" lvl="0" indent="0" defTabSz="913943" eaLnBrk="1" fontAlgn="auto" latinLnBrk="0" hangingPunct="1">
                  <a:lnSpc>
                    <a:spcPct val="100000"/>
                  </a:lnSpc>
                  <a:spcBef>
                    <a:spcPts val="0"/>
                  </a:spcBef>
                  <a:spcAft>
                    <a:spcPts val="0"/>
                  </a:spcAft>
                  <a:buClrTx/>
                  <a:buSzTx/>
                  <a:buFontTx/>
                  <a:buNone/>
                  <a:tabLst/>
                  <a:defRPr/>
                </a:pPr>
                <a:r>
                  <a:rPr kumimoji="0" lang="en-IN" sz="1199" b="1" i="0" u="none" strike="noStrike" kern="0" cap="none" spc="0" normalizeH="0" baseline="0" noProof="0">
                    <a:ln>
                      <a:noFill/>
                    </a:ln>
                    <a:solidFill>
                      <a:prstClr val="white"/>
                    </a:solidFill>
                    <a:effectLst/>
                    <a:uLnTx/>
                    <a:uFillTx/>
                    <a:ea typeface="+mn-ea"/>
                    <a:cs typeface="+mn-cs"/>
                  </a:rPr>
                  <a:t>2. Solution</a:t>
                </a:r>
              </a:p>
            </p:txBody>
          </p:sp>
        </p:grpSp>
        <p:sp>
          <p:nvSpPr>
            <p:cNvPr id="21" name="Rectangle 20">
              <a:extLst>
                <a:ext uri="{FF2B5EF4-FFF2-40B4-BE49-F238E27FC236}">
                  <a16:creationId xmlns:a16="http://schemas.microsoft.com/office/drawing/2014/main" id="{E12F6ECE-2BE4-2A25-6DE7-BE44122BF0A9}"/>
                </a:ext>
              </a:extLst>
            </p:cNvPr>
            <p:cNvSpPr/>
            <p:nvPr/>
          </p:nvSpPr>
          <p:spPr>
            <a:xfrm>
              <a:off x="609597" y="2013354"/>
              <a:ext cx="2598866" cy="4292271"/>
            </a:xfrm>
            <a:prstGeom prst="rect">
              <a:avLst/>
            </a:prstGeom>
            <a:noFill/>
            <a:ln w="6350" cap="flat" cmpd="sng" algn="ctr">
              <a:solidFill>
                <a:sysClr val="window" lastClr="FFFFFF"/>
              </a:solidFill>
              <a:prstDash val="dash"/>
            </a:ln>
            <a:effectLst/>
          </p:spPr>
          <p:txBody>
            <a:bodyPr lIns="91440" tIns="91440" rIns="91440" bIns="0" rtlCol="0" anchor="t" anchorCtr="0"/>
            <a:lstStyle/>
            <a:p>
              <a:pPr defTabSz="1044000" fontAlgn="ctr">
                <a:spcBef>
                  <a:spcPts val="1200"/>
                </a:spcBef>
                <a:buClr>
                  <a:srgbClr val="FFE600"/>
                </a:buClr>
                <a:buSzPct val="100000"/>
                <a:defRPr/>
              </a:pPr>
              <a:r>
                <a:rPr lang="en-IN" sz="1000" b="1" kern="0">
                  <a:solidFill>
                    <a:schemeClr val="bg1"/>
                  </a:solidFill>
                </a:rPr>
                <a:t>Scope: </a:t>
              </a:r>
            </a:p>
            <a:p>
              <a:pPr marL="137160" lvl="1" indent="-137160" fontAlgn="ctr">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Implementation of  BlackLine modules (Account Reconciliation) for 21entities; streamlining the Subledger, Bank/cash and other B/S line item’s reconciliation process.</a:t>
              </a:r>
            </a:p>
            <a:p>
              <a:pPr marL="137160" lvl="1" indent="-137160" fontAlgn="ctr">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Train the admin on the Task management module.</a:t>
              </a:r>
            </a:p>
            <a:p>
              <a:pPr marL="0" marR="0" lvl="1" indent="0" defTabSz="1044000" fontAlgn="ctr">
                <a:lnSpc>
                  <a:spcPct val="100000"/>
                </a:lnSpc>
                <a:spcBef>
                  <a:spcPts val="1200"/>
                </a:spcBef>
                <a:buClr>
                  <a:srgbClr val="FFE600"/>
                </a:buClr>
                <a:buSzPct val="100000"/>
                <a:buFontTx/>
                <a:buNone/>
                <a:tabLst/>
                <a:defRPr/>
              </a:pPr>
              <a:r>
                <a:rPr lang="en-IN" sz="1000" b="1" kern="0">
                  <a:solidFill>
                    <a:schemeClr val="bg1"/>
                  </a:solidFill>
                </a:rPr>
                <a:t>GDS Team: </a:t>
              </a:r>
            </a:p>
            <a:p>
              <a:pPr marL="137160" marR="0" lvl="1" indent="-137160" fontAlgn="ctr">
                <a:lnSpc>
                  <a:spcPct val="100000"/>
                </a:lnSpc>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GDS team size: 1 FTE (Offshore); 3 months</a:t>
              </a:r>
            </a:p>
            <a:p>
              <a:pPr marL="0" lvl="1" defTabSz="1044000" fontAlgn="ctr">
                <a:spcBef>
                  <a:spcPts val="1200"/>
                </a:spcBef>
                <a:buClr>
                  <a:srgbClr val="FFE600"/>
                </a:buClr>
                <a:buSzPct val="100000"/>
                <a:defRPr/>
              </a:pPr>
              <a:r>
                <a:rPr lang="en-IN" sz="1000" b="1" kern="0">
                  <a:solidFill>
                    <a:schemeClr val="bg1"/>
                  </a:solidFill>
                </a:rPr>
                <a:t>Value delivered: </a:t>
              </a:r>
            </a:p>
            <a:p>
              <a:pPr marL="137160" lvl="1" indent="-137160" fontAlgn="ctr">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Built and updated BlackLine functions to eliminate unnecessary manual efforts with respect to ongoing reconciliation process followed by client.</a:t>
              </a:r>
            </a:p>
          </p:txBody>
        </p:sp>
      </p:grpSp>
      <p:grpSp>
        <p:nvGrpSpPr>
          <p:cNvPr id="15" name="Group 14">
            <a:extLst>
              <a:ext uri="{FF2B5EF4-FFF2-40B4-BE49-F238E27FC236}">
                <a16:creationId xmlns:a16="http://schemas.microsoft.com/office/drawing/2014/main" id="{E36C9D0E-AEB8-94F5-85C4-C17455F5FF4F}"/>
              </a:ext>
            </a:extLst>
          </p:cNvPr>
          <p:cNvGrpSpPr/>
          <p:nvPr/>
        </p:nvGrpSpPr>
        <p:grpSpPr>
          <a:xfrm>
            <a:off x="8926707" y="2156840"/>
            <a:ext cx="2884306" cy="4020326"/>
            <a:chOff x="609596" y="1599262"/>
            <a:chExt cx="2598879" cy="4717933"/>
          </a:xfrm>
        </p:grpSpPr>
        <p:grpSp>
          <p:nvGrpSpPr>
            <p:cNvPr id="16" name="Group 15">
              <a:extLst>
                <a:ext uri="{FF2B5EF4-FFF2-40B4-BE49-F238E27FC236}">
                  <a16:creationId xmlns:a16="http://schemas.microsoft.com/office/drawing/2014/main" id="{4607FB21-979B-148F-3762-CBE32F70550D}"/>
                </a:ext>
              </a:extLst>
            </p:cNvPr>
            <p:cNvGrpSpPr/>
            <p:nvPr/>
          </p:nvGrpSpPr>
          <p:grpSpPr>
            <a:xfrm>
              <a:off x="609598" y="1599262"/>
              <a:ext cx="2598877" cy="365690"/>
              <a:chOff x="609599" y="1127125"/>
              <a:chExt cx="2659566" cy="365690"/>
            </a:xfrm>
          </p:grpSpPr>
          <p:sp>
            <p:nvSpPr>
              <p:cNvPr id="18" name="Rectangle 17">
                <a:extLst>
                  <a:ext uri="{FF2B5EF4-FFF2-40B4-BE49-F238E27FC236}">
                    <a16:creationId xmlns:a16="http://schemas.microsoft.com/office/drawing/2014/main" id="{D1681043-A3EF-9BBE-5112-DD19FE78EE9E}"/>
                  </a:ext>
                </a:extLst>
              </p:cNvPr>
              <p:cNvSpPr/>
              <p:nvPr/>
            </p:nvSpPr>
            <p:spPr>
              <a:xfrm>
                <a:off x="609599" y="1127125"/>
                <a:ext cx="84315" cy="365690"/>
              </a:xfrm>
              <a:prstGeom prst="rect">
                <a:avLst/>
              </a:prstGeom>
              <a:solidFill>
                <a:srgbClr val="FFE600"/>
              </a:solid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49" b="0" i="0" u="none" strike="noStrike" kern="0" cap="none" spc="0" normalizeH="0" baseline="0" noProof="0">
                  <a:ln>
                    <a:noFill/>
                  </a:ln>
                  <a:solidFill>
                    <a:srgbClr val="2E2E38"/>
                  </a:solidFill>
                  <a:effectLst/>
                  <a:uLnTx/>
                  <a:uFillTx/>
                  <a:ea typeface="+mn-ea"/>
                  <a:cs typeface="+mn-cs"/>
                </a:endParaRPr>
              </a:p>
            </p:txBody>
          </p:sp>
          <p:sp>
            <p:nvSpPr>
              <p:cNvPr id="19" name="Rectangle 18">
                <a:extLst>
                  <a:ext uri="{FF2B5EF4-FFF2-40B4-BE49-F238E27FC236}">
                    <a16:creationId xmlns:a16="http://schemas.microsoft.com/office/drawing/2014/main" id="{0C7A10F7-620F-2C56-7D7D-DEC3D3D059DE}"/>
                  </a:ext>
                </a:extLst>
              </p:cNvPr>
              <p:cNvSpPr/>
              <p:nvPr/>
            </p:nvSpPr>
            <p:spPr>
              <a:xfrm>
                <a:off x="739699" y="1127125"/>
                <a:ext cx="2529466" cy="365690"/>
              </a:xfrm>
              <a:prstGeom prst="rect">
                <a:avLst/>
              </a:prstGeom>
              <a:solidFill>
                <a:srgbClr val="747480"/>
              </a:solidFill>
              <a:ln w="9525" cap="flat" cmpd="sng" algn="ctr">
                <a:noFill/>
                <a:prstDash val="solid"/>
              </a:ln>
              <a:effectLst/>
            </p:spPr>
            <p:txBody>
              <a:bodyPr rtlCol="0" anchor="ctr" anchorCtr="0"/>
              <a:lstStyle/>
              <a:p>
                <a:pPr marL="0" marR="0" lvl="0" indent="0" defTabSz="913943" eaLnBrk="1" fontAlgn="auto" latinLnBrk="0" hangingPunct="1">
                  <a:lnSpc>
                    <a:spcPct val="100000"/>
                  </a:lnSpc>
                  <a:spcBef>
                    <a:spcPts val="0"/>
                  </a:spcBef>
                  <a:spcAft>
                    <a:spcPts val="0"/>
                  </a:spcAft>
                  <a:buClrTx/>
                  <a:buSzTx/>
                  <a:buFontTx/>
                  <a:buNone/>
                  <a:tabLst/>
                  <a:defRPr/>
                </a:pPr>
                <a:r>
                  <a:rPr kumimoji="0" lang="en-IN" sz="1199" b="1" i="0" u="none" strike="noStrike" kern="0" cap="none" spc="0" normalizeH="0" baseline="0" noProof="0">
                    <a:ln>
                      <a:noFill/>
                    </a:ln>
                    <a:solidFill>
                      <a:prstClr val="white"/>
                    </a:solidFill>
                    <a:effectLst/>
                    <a:uLnTx/>
                    <a:uFillTx/>
                    <a:ea typeface="+mn-ea"/>
                    <a:cs typeface="+mn-cs"/>
                  </a:rPr>
                  <a:t>3. Key Success Factors</a:t>
                </a:r>
              </a:p>
            </p:txBody>
          </p:sp>
        </p:grpSp>
        <p:sp>
          <p:nvSpPr>
            <p:cNvPr id="17" name="Rectangle 16">
              <a:extLst>
                <a:ext uri="{FF2B5EF4-FFF2-40B4-BE49-F238E27FC236}">
                  <a16:creationId xmlns:a16="http://schemas.microsoft.com/office/drawing/2014/main" id="{33A609AA-84FD-C72F-AEC7-AEAA2ABDDB38}"/>
                </a:ext>
              </a:extLst>
            </p:cNvPr>
            <p:cNvSpPr/>
            <p:nvPr/>
          </p:nvSpPr>
          <p:spPr>
            <a:xfrm>
              <a:off x="609596" y="2024923"/>
              <a:ext cx="2598867" cy="4292272"/>
            </a:xfrm>
            <a:prstGeom prst="rect">
              <a:avLst/>
            </a:prstGeom>
            <a:noFill/>
            <a:ln w="6350" cap="flat" cmpd="sng" algn="ctr">
              <a:solidFill>
                <a:sysClr val="window" lastClr="FFFFFF"/>
              </a:solidFill>
              <a:prstDash val="dash"/>
            </a:ln>
            <a:effectLst/>
          </p:spPr>
          <p:txBody>
            <a:bodyPr lIns="91440" tIns="91440" rIns="91440" bIns="0" rtlCol="0" anchor="t" anchorCtr="0"/>
            <a:lstStyle/>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Improved reconciliation process and close cycle times</a:t>
              </a:r>
            </a:p>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Better governance around the close process</a:t>
              </a:r>
            </a:p>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Streamlined the close processes and communication via BlackLine for account certifications, unidentified details between the specific data owners.</a:t>
              </a:r>
            </a:p>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Experienced team of professionals with past experience in BlackLine</a:t>
              </a:r>
            </a:p>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Expertise in reconciliation process across Cash and balance sheet line items</a:t>
              </a:r>
            </a:p>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The mix of technical and functional knowledge that GDS brought to the engagement enabled timely execution and high quality deliverables</a:t>
              </a:r>
            </a:p>
          </p:txBody>
        </p:sp>
      </p:grpSp>
      <p:sp>
        <p:nvSpPr>
          <p:cNvPr id="12" name="Rectangle 11">
            <a:extLst>
              <a:ext uri="{FF2B5EF4-FFF2-40B4-BE49-F238E27FC236}">
                <a16:creationId xmlns:a16="http://schemas.microsoft.com/office/drawing/2014/main" id="{46F757C7-F4B8-BFAF-E6B8-88D3AAC5B277}"/>
              </a:ext>
            </a:extLst>
          </p:cNvPr>
          <p:cNvSpPr/>
          <p:nvPr/>
        </p:nvSpPr>
        <p:spPr>
          <a:xfrm>
            <a:off x="381000" y="1098312"/>
            <a:ext cx="11430000" cy="914400"/>
          </a:xfrm>
          <a:prstGeom prst="rect">
            <a:avLst/>
          </a:prstGeom>
          <a:blipFill dpi="0" rotWithShape="1">
            <a:blip r:embed="rId2" cstate="print">
              <a:extLst>
                <a:ext uri="{28A0092B-C50C-407E-A947-70E740481C1C}">
                  <a14:useLocalDpi xmlns:a14="http://schemas.microsoft.com/office/drawing/2010/main"/>
                </a:ext>
              </a:extLst>
            </a:blip>
            <a:srcRect/>
            <a:stretch>
              <a:fillRect l="-775" t="-236495" r="-399" b="-310899"/>
            </a:stretch>
          </a:blip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199" b="0" i="0" u="none" strike="noStrike" kern="0" cap="none" spc="0" normalizeH="0" baseline="0" noProof="0">
              <a:ln>
                <a:noFill/>
              </a:ln>
              <a:solidFill>
                <a:srgbClr val="2E2E38"/>
              </a:solidFill>
              <a:effectLst/>
              <a:uLnTx/>
              <a:uFillTx/>
              <a:latin typeface="EYInterstate Light"/>
              <a:ea typeface="+mn-ea"/>
              <a:cs typeface="+mn-cs"/>
            </a:endParaRPr>
          </a:p>
        </p:txBody>
      </p:sp>
      <p:sp>
        <p:nvSpPr>
          <p:cNvPr id="28" name="Rectangle 27">
            <a:extLst>
              <a:ext uri="{FF2B5EF4-FFF2-40B4-BE49-F238E27FC236}">
                <a16:creationId xmlns:a16="http://schemas.microsoft.com/office/drawing/2014/main" id="{FABE4CC3-AD61-0254-4115-67896B8DFD43}"/>
              </a:ext>
            </a:extLst>
          </p:cNvPr>
          <p:cNvSpPr/>
          <p:nvPr/>
        </p:nvSpPr>
        <p:spPr>
          <a:xfrm>
            <a:off x="380999" y="1235472"/>
            <a:ext cx="3108960" cy="640080"/>
          </a:xfrm>
          <a:prstGeom prst="rect">
            <a:avLst/>
          </a:prstGeom>
          <a:no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lIns="91392" tIns="45696" rIns="91392" bIns="45696" rtlCol="0" anchor="ctr" anchorCtr="0"/>
          <a:lstStyle/>
          <a:p>
            <a:pPr>
              <a:spcBef>
                <a:spcPts val="600"/>
              </a:spcBef>
              <a:defRPr/>
            </a:pPr>
            <a:r>
              <a:rPr lang="en-IN" sz="1400">
                <a:solidFill>
                  <a:prstClr val="white"/>
                </a:solidFill>
                <a:latin typeface="EYInterstate Light"/>
              </a:rPr>
              <a:t>Partner: </a:t>
            </a:r>
            <a:r>
              <a:rPr lang="en-IN" sz="1400" b="1">
                <a:solidFill>
                  <a:prstClr val="white"/>
                </a:solidFill>
                <a:latin typeface="EYInterstate Light"/>
              </a:rPr>
              <a:t>Ronald Wong</a:t>
            </a:r>
          </a:p>
          <a:p>
            <a:pPr>
              <a:spcBef>
                <a:spcPts val="600"/>
              </a:spcBef>
              <a:defRPr/>
            </a:pPr>
            <a:r>
              <a:rPr lang="en-IN" sz="1400">
                <a:solidFill>
                  <a:prstClr val="white"/>
                </a:solidFill>
                <a:latin typeface="EYInterstate Light"/>
              </a:rPr>
              <a:t>Sector: </a:t>
            </a:r>
            <a:r>
              <a:rPr lang="en-IN" sz="1400" b="1">
                <a:solidFill>
                  <a:prstClr val="white"/>
                </a:solidFill>
                <a:latin typeface="EYInterstate Light"/>
              </a:rPr>
              <a:t>E-Commerce, South Korea</a:t>
            </a:r>
          </a:p>
        </p:txBody>
      </p:sp>
    </p:spTree>
    <p:extLst>
      <p:ext uri="{BB962C8B-B14F-4D97-AF65-F5344CB8AC3E}">
        <p14:creationId xmlns:p14="http://schemas.microsoft.com/office/powerpoint/2010/main" val="4389176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C38E54-18F7-8750-E3C8-32FFE37EB44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A4B3EB2-970C-1E9D-DD71-B63FE98EAFC7}"/>
              </a:ext>
            </a:extLst>
          </p:cNvPr>
          <p:cNvSpPr>
            <a:spLocks noGrp="1"/>
          </p:cNvSpPr>
          <p:nvPr>
            <p:ph type="title"/>
          </p:nvPr>
        </p:nvSpPr>
        <p:spPr/>
        <p:txBody>
          <a:bodyPr/>
          <a:lstStyle/>
          <a:p>
            <a:r>
              <a:rPr lang="en-IE"/>
              <a:t>Marathon Petroleum Corporation: BlackLine Journal Module Implementation</a:t>
            </a:r>
          </a:p>
        </p:txBody>
      </p:sp>
      <p:sp>
        <p:nvSpPr>
          <p:cNvPr id="5" name="Slide Number Placeholder 4">
            <a:extLst>
              <a:ext uri="{FF2B5EF4-FFF2-40B4-BE49-F238E27FC236}">
                <a16:creationId xmlns:a16="http://schemas.microsoft.com/office/drawing/2014/main" id="{60AAEA28-D903-8B32-182E-6CAE4A19C5BB}"/>
              </a:ext>
            </a:extLst>
          </p:cNvPr>
          <p:cNvSpPr>
            <a:spLocks noGrp="1"/>
          </p:cNvSpPr>
          <p:nvPr>
            <p:ph type="sldNum" sz="quarter" idx="12"/>
          </p:nvPr>
        </p:nvSpPr>
        <p:spPr/>
        <p:txBody>
          <a:bodyPr/>
          <a:lstStyle/>
          <a:p>
            <a:fld id="{94FCA0F3-9F3A-694B-99BB-0E592A797735}" type="slidenum">
              <a:rPr lang="en-US" smtClean="0"/>
              <a:t>134</a:t>
            </a:fld>
            <a:endParaRPr lang="en-US"/>
          </a:p>
        </p:txBody>
      </p:sp>
      <p:sp>
        <p:nvSpPr>
          <p:cNvPr id="6" name="Date Placeholder 5">
            <a:extLst>
              <a:ext uri="{FF2B5EF4-FFF2-40B4-BE49-F238E27FC236}">
                <a16:creationId xmlns:a16="http://schemas.microsoft.com/office/drawing/2014/main" id="{A067AB8F-78D5-7BE4-489C-C7377B7838F7}"/>
              </a:ext>
            </a:extLst>
          </p:cNvPr>
          <p:cNvSpPr>
            <a:spLocks noGrp="1"/>
          </p:cNvSpPr>
          <p:nvPr>
            <p:ph type="dt" sz="half" idx="10"/>
          </p:nvPr>
        </p:nvSpPr>
        <p:spPr/>
        <p:txBody>
          <a:bodyPr/>
          <a:lstStyle/>
          <a:p>
            <a:fld id="{8163934A-3BEA-48B9-ABEA-31B7A41FA98D}" type="datetime1">
              <a:rPr lang="en-US" smtClean="0"/>
              <a:t>9/19/2025</a:t>
            </a:fld>
            <a:endParaRPr lang="en-US"/>
          </a:p>
        </p:txBody>
      </p:sp>
      <p:sp>
        <p:nvSpPr>
          <p:cNvPr id="9" name="Slide Number Placeholder 5">
            <a:extLst>
              <a:ext uri="{FF2B5EF4-FFF2-40B4-BE49-F238E27FC236}">
                <a16:creationId xmlns:a16="http://schemas.microsoft.com/office/drawing/2014/main" id="{C8155650-04E5-510C-473E-255D228F2776}"/>
              </a:ext>
            </a:extLst>
          </p:cNvPr>
          <p:cNvSpPr txBox="1">
            <a:spLocks/>
          </p:cNvSpPr>
          <p:nvPr/>
        </p:nvSpPr>
        <p:spPr>
          <a:xfrm>
            <a:off x="616900" y="6471244"/>
            <a:ext cx="662721" cy="180000"/>
          </a:xfrm>
          <a:prstGeom prst="rect">
            <a:avLst/>
          </a:prstGeom>
        </p:spPr>
        <p:txBody>
          <a:bodyPr vert="horz" lIns="0" tIns="0" rIns="0" bIns="0" rtlCol="0" anchor="ctr"/>
          <a:lstStyle>
            <a:defPPr>
              <a:defRPr lang="en-US"/>
            </a:defPPr>
            <a:lvl1pPr marL="0" algn="l" defTabSz="913943" rtl="0" eaLnBrk="1" latinLnBrk="0" hangingPunct="1">
              <a:defRPr lang="en-IN"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prstClr val="white"/>
                </a:solidFill>
                <a:effectLst/>
                <a:uLnTx/>
                <a:uFillTx/>
                <a:latin typeface="EYInterstate" panose="02000503020000020004" pitchFamily="2" charset="0"/>
                <a:ea typeface="+mn-ea"/>
                <a:cs typeface="+mn-cs"/>
              </a:rPr>
              <a:t>Page </a:t>
            </a:r>
            <a:fld id="{F1BC30E3-FFE5-4B91-AA19-87A149EBB9EE}" type="slidenum">
              <a:rPr kumimoji="0" lang="en-IN" sz="800" b="0" i="0" u="none" strike="noStrike" kern="1200" cap="none" spc="0" normalizeH="0" baseline="0" noProof="0" smtClean="0">
                <a:ln>
                  <a:noFill/>
                </a:ln>
                <a:solidFill>
                  <a:prstClr val="white"/>
                </a:solidFill>
                <a:effectLst/>
                <a:uLnTx/>
                <a:uFillTx/>
                <a:latin typeface="EYInterstate" panose="02000503020000020004" pitchFamily="2" charset="0"/>
                <a:ea typeface="+mn-ea"/>
                <a:cs typeface="+mn-cs"/>
              </a:rPr>
              <a:pPr marL="0" marR="0" lvl="0" indent="0" algn="l" defTabSz="913943" rtl="0" eaLnBrk="1" fontAlgn="auto" latinLnBrk="0" hangingPunct="1">
                <a:lnSpc>
                  <a:spcPct val="100000"/>
                </a:lnSpc>
                <a:spcBef>
                  <a:spcPts val="0"/>
                </a:spcBef>
                <a:spcAft>
                  <a:spcPts val="0"/>
                </a:spcAft>
                <a:buClrTx/>
                <a:buSzTx/>
                <a:buFontTx/>
                <a:buNone/>
                <a:tabLst/>
                <a:defRPr/>
              </a:pPr>
              <a:t>134</a:t>
            </a:fld>
            <a:endParaRPr kumimoji="0" lang="en-IN" sz="800" b="0" i="0" u="none" strike="noStrike" kern="1200" cap="none" spc="0" normalizeH="0" baseline="0" noProof="0">
              <a:ln>
                <a:noFill/>
              </a:ln>
              <a:solidFill>
                <a:prstClr val="white"/>
              </a:solidFill>
              <a:effectLst/>
              <a:uLnTx/>
              <a:uFillTx/>
              <a:latin typeface="EYInterstate" panose="02000503020000020004" pitchFamily="2" charset="0"/>
              <a:ea typeface="+mn-ea"/>
              <a:cs typeface="+mn-cs"/>
            </a:endParaRPr>
          </a:p>
        </p:txBody>
      </p:sp>
      <p:grpSp>
        <p:nvGrpSpPr>
          <p:cNvPr id="13" name="Group 12">
            <a:extLst>
              <a:ext uri="{FF2B5EF4-FFF2-40B4-BE49-F238E27FC236}">
                <a16:creationId xmlns:a16="http://schemas.microsoft.com/office/drawing/2014/main" id="{4B5B8E95-324F-DF8B-DAE7-3B65585A424E}"/>
              </a:ext>
            </a:extLst>
          </p:cNvPr>
          <p:cNvGrpSpPr/>
          <p:nvPr/>
        </p:nvGrpSpPr>
        <p:grpSpPr>
          <a:xfrm>
            <a:off x="380999" y="2156836"/>
            <a:ext cx="4073018" cy="4021007"/>
            <a:chOff x="609596" y="1599261"/>
            <a:chExt cx="3669955" cy="4718740"/>
          </a:xfrm>
        </p:grpSpPr>
        <p:grpSp>
          <p:nvGrpSpPr>
            <p:cNvPr id="24" name="Group 23">
              <a:extLst>
                <a:ext uri="{FF2B5EF4-FFF2-40B4-BE49-F238E27FC236}">
                  <a16:creationId xmlns:a16="http://schemas.microsoft.com/office/drawing/2014/main" id="{A6321366-DBE8-46C6-9C34-2A18B1E12A10}"/>
                </a:ext>
              </a:extLst>
            </p:cNvPr>
            <p:cNvGrpSpPr/>
            <p:nvPr/>
          </p:nvGrpSpPr>
          <p:grpSpPr>
            <a:xfrm>
              <a:off x="609598" y="1599261"/>
              <a:ext cx="3669953" cy="375574"/>
              <a:chOff x="609599" y="1127124"/>
              <a:chExt cx="3755654" cy="375574"/>
            </a:xfrm>
          </p:grpSpPr>
          <p:sp>
            <p:nvSpPr>
              <p:cNvPr id="26" name="Rectangle 25">
                <a:extLst>
                  <a:ext uri="{FF2B5EF4-FFF2-40B4-BE49-F238E27FC236}">
                    <a16:creationId xmlns:a16="http://schemas.microsoft.com/office/drawing/2014/main" id="{A42795D3-1657-655E-BFF9-B29B0A698493}"/>
                  </a:ext>
                </a:extLst>
              </p:cNvPr>
              <p:cNvSpPr/>
              <p:nvPr/>
            </p:nvSpPr>
            <p:spPr>
              <a:xfrm>
                <a:off x="609599" y="1127124"/>
                <a:ext cx="84315" cy="375574"/>
              </a:xfrm>
              <a:prstGeom prst="rect">
                <a:avLst/>
              </a:prstGeom>
              <a:solidFill>
                <a:srgbClr val="FFE600"/>
              </a:solid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49" b="0" i="0" u="none" strike="noStrike" kern="0" cap="none" spc="0" normalizeH="0" baseline="0" noProof="0">
                  <a:ln>
                    <a:noFill/>
                  </a:ln>
                  <a:solidFill>
                    <a:srgbClr val="2E2E38"/>
                  </a:solidFill>
                  <a:effectLst/>
                  <a:uLnTx/>
                  <a:uFillTx/>
                  <a:ea typeface="+mn-ea"/>
                  <a:cs typeface="+mn-cs"/>
                </a:endParaRPr>
              </a:p>
            </p:txBody>
          </p:sp>
          <p:sp>
            <p:nvSpPr>
              <p:cNvPr id="27" name="Rectangle 26">
                <a:extLst>
                  <a:ext uri="{FF2B5EF4-FFF2-40B4-BE49-F238E27FC236}">
                    <a16:creationId xmlns:a16="http://schemas.microsoft.com/office/drawing/2014/main" id="{521FAF14-2212-603F-EAA8-1810B1239E96}"/>
                  </a:ext>
                </a:extLst>
              </p:cNvPr>
              <p:cNvSpPr/>
              <p:nvPr/>
            </p:nvSpPr>
            <p:spPr>
              <a:xfrm>
                <a:off x="739692" y="1127125"/>
                <a:ext cx="3625561" cy="375573"/>
              </a:xfrm>
              <a:prstGeom prst="rect">
                <a:avLst/>
              </a:prstGeom>
              <a:solidFill>
                <a:srgbClr val="747480"/>
              </a:solidFill>
              <a:ln w="9525" cap="flat" cmpd="sng" algn="ctr">
                <a:noFill/>
                <a:prstDash val="solid"/>
              </a:ln>
              <a:effectLst/>
            </p:spPr>
            <p:txBody>
              <a:bodyPr rtlCol="0" anchor="ctr" anchorCtr="0"/>
              <a:lstStyle/>
              <a:p>
                <a:pPr marL="0" marR="0" lvl="0" indent="0" defTabSz="913943" eaLnBrk="1" fontAlgn="auto" latinLnBrk="0" hangingPunct="1">
                  <a:lnSpc>
                    <a:spcPct val="100000"/>
                  </a:lnSpc>
                  <a:spcBef>
                    <a:spcPts val="0"/>
                  </a:spcBef>
                  <a:spcAft>
                    <a:spcPts val="0"/>
                  </a:spcAft>
                  <a:buClrTx/>
                  <a:buSzTx/>
                  <a:buFontTx/>
                  <a:buNone/>
                  <a:tabLst/>
                  <a:defRPr/>
                </a:pPr>
                <a:r>
                  <a:rPr kumimoji="0" lang="en-IN" sz="1199" b="1" i="0" u="none" strike="noStrike" kern="0" cap="none" spc="0" normalizeH="0" baseline="0" noProof="0">
                    <a:ln>
                      <a:noFill/>
                    </a:ln>
                    <a:solidFill>
                      <a:prstClr val="white"/>
                    </a:solidFill>
                    <a:effectLst/>
                    <a:uLnTx/>
                    <a:uFillTx/>
                    <a:ea typeface="+mn-ea"/>
                    <a:cs typeface="+mn-cs"/>
                  </a:rPr>
                  <a:t>1. Business Background</a:t>
                </a:r>
              </a:p>
            </p:txBody>
          </p:sp>
        </p:grpSp>
        <p:sp>
          <p:nvSpPr>
            <p:cNvPr id="25" name="Rectangle 24">
              <a:extLst>
                <a:ext uri="{FF2B5EF4-FFF2-40B4-BE49-F238E27FC236}">
                  <a16:creationId xmlns:a16="http://schemas.microsoft.com/office/drawing/2014/main" id="{E2DF0755-3751-662E-D800-32C8623F983A}"/>
                </a:ext>
              </a:extLst>
            </p:cNvPr>
            <p:cNvSpPr/>
            <p:nvPr/>
          </p:nvSpPr>
          <p:spPr>
            <a:xfrm>
              <a:off x="609596" y="2025729"/>
              <a:ext cx="3669943" cy="4292272"/>
            </a:xfrm>
            <a:prstGeom prst="rect">
              <a:avLst/>
            </a:prstGeom>
            <a:noFill/>
            <a:ln w="6350" cap="flat" cmpd="sng" algn="ctr">
              <a:solidFill>
                <a:sysClr val="window" lastClr="FFFFFF"/>
              </a:solidFill>
              <a:prstDash val="dash"/>
            </a:ln>
            <a:effectLst/>
          </p:spPr>
          <p:txBody>
            <a:bodyPr lIns="91440" tIns="91440" rIns="91440" bIns="0" rtlCol="0" anchor="t" anchorCtr="0"/>
            <a:lstStyle/>
            <a:p>
              <a:pPr marL="0" marR="0" lvl="0" indent="0" defTabSz="1044000" eaLnBrk="1" fontAlgn="ctr" latinLnBrk="0" hangingPunct="1">
                <a:lnSpc>
                  <a:spcPct val="100000"/>
                </a:lnSpc>
                <a:spcBef>
                  <a:spcPts val="1200"/>
                </a:spcBef>
                <a:buClr>
                  <a:srgbClr val="FFE600"/>
                </a:buClr>
                <a:buSzPct val="100000"/>
                <a:buFontTx/>
                <a:buNone/>
                <a:tabLst/>
                <a:defRPr/>
              </a:pPr>
              <a:r>
                <a:rPr kumimoji="0" lang="en-IN" sz="1000" b="1" i="0" u="none" strike="noStrike" kern="0" cap="none" spc="0" normalizeH="0" baseline="0" noProof="0">
                  <a:ln>
                    <a:noFill/>
                  </a:ln>
                  <a:solidFill>
                    <a:schemeClr val="bg1"/>
                  </a:solidFill>
                  <a:effectLst/>
                  <a:uLnTx/>
                  <a:uFillTx/>
                  <a:ea typeface="+mn-ea"/>
                  <a:cs typeface="+mn-cs"/>
                </a:rPr>
                <a:t>Client background: </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Marathon Petroleum Corporation is an American company specializing in petroleum refining, marketing, and transportation, with its headquarters in Findlay, Ohio. US</a:t>
              </a:r>
            </a:p>
            <a:p>
              <a:pPr marL="0" marR="0" lvl="1" indent="0" defTabSz="1041617" eaLnBrk="1" fontAlgn="ctr" latinLnBrk="0" hangingPunct="1">
                <a:lnSpc>
                  <a:spcPct val="100000"/>
                </a:lnSpc>
                <a:spcBef>
                  <a:spcPts val="1200"/>
                </a:spcBef>
                <a:buClr>
                  <a:srgbClr val="FFE600"/>
                </a:buClr>
                <a:buSzPct val="100000"/>
                <a:buFontTx/>
                <a:buNone/>
                <a:tabLst/>
                <a:defRPr/>
              </a:pPr>
              <a:r>
                <a:rPr kumimoji="0" lang="en-IN" sz="1000" b="1" i="0" u="none" strike="noStrike" kern="0" cap="none" spc="0" normalizeH="0" baseline="0" noProof="0">
                  <a:ln>
                    <a:noFill/>
                  </a:ln>
                  <a:solidFill>
                    <a:schemeClr val="bg1"/>
                  </a:solidFill>
                  <a:effectLst/>
                  <a:uLnTx/>
                  <a:uFillTx/>
                  <a:ea typeface="+mn-ea"/>
                  <a:cs typeface="+mn-cs"/>
                </a:rPr>
                <a:t>Client was looking for:</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Implementing BlackLine Journal module</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Standardization of manual journal entry process by streamline the Journal posting and approval process with standardized templates and workflow for preparing and approving</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Improved Governance &amp; Visibility by increasing Control, transparency with enhanced accountability along with Monitoring completion of journal posting process within set timelines. </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Optimization and automation of closing processes</a:t>
              </a:r>
            </a:p>
            <a:p>
              <a:pPr marL="0" marR="0" lvl="1" indent="0" defTabSz="1041617" eaLnBrk="1" fontAlgn="ctr" latinLnBrk="0" hangingPunct="1">
                <a:lnSpc>
                  <a:spcPct val="100000"/>
                </a:lnSpc>
                <a:spcBef>
                  <a:spcPts val="1200"/>
                </a:spcBef>
                <a:buClr>
                  <a:srgbClr val="FFE600"/>
                </a:buClr>
                <a:buSzPct val="100000"/>
                <a:buFontTx/>
                <a:buNone/>
                <a:tabLst/>
                <a:defRPr/>
              </a:pPr>
              <a:r>
                <a:rPr kumimoji="0" lang="en-IN" sz="1000" b="1" i="0" u="none" strike="noStrike" kern="0" cap="none" spc="0" normalizeH="0" baseline="0" noProof="0">
                  <a:ln>
                    <a:noFill/>
                  </a:ln>
                  <a:solidFill>
                    <a:schemeClr val="bg1"/>
                  </a:solidFill>
                  <a:effectLst/>
                  <a:uLnTx/>
                  <a:uFillTx/>
                  <a:ea typeface="+mn-ea"/>
                  <a:cs typeface="+mn-cs"/>
                </a:rPr>
                <a:t>GDS role: </a:t>
              </a: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Re-defined the journal entry process in </a:t>
              </a:r>
              <a:r>
                <a:rPr kumimoji="0" lang="en-IN" sz="1000" b="0" i="0" u="none" strike="noStrike" kern="0" cap="none" spc="0" normalizeH="0" baseline="0" noProof="0" err="1">
                  <a:ln>
                    <a:noFill/>
                  </a:ln>
                  <a:solidFill>
                    <a:schemeClr val="bg1"/>
                  </a:solidFill>
                  <a:effectLst/>
                  <a:uLnTx/>
                  <a:uFillTx/>
                  <a:ea typeface="+mn-ea"/>
                  <a:cs typeface="+mn-cs"/>
                </a:rPr>
                <a:t>BlackLIne</a:t>
              </a:r>
              <a:endParaRPr kumimoji="0" lang="en-IN" sz="1000" b="0" i="0" u="none" strike="noStrike" kern="0" cap="none" spc="0" normalizeH="0" baseline="0" noProof="0">
                <a:ln>
                  <a:noFill/>
                </a:ln>
                <a:solidFill>
                  <a:schemeClr val="bg1"/>
                </a:solidFill>
                <a:effectLst/>
                <a:uLnTx/>
                <a:uFillTx/>
                <a:ea typeface="+mn-ea"/>
                <a:cs typeface="+mn-cs"/>
              </a:endParaRPr>
            </a:p>
            <a:p>
              <a:pPr marL="137160" marR="0" lvl="1" indent="-137160" defTabSz="914400" eaLnBrk="1" fontAlgn="ctr" latinLnBrk="0" hangingPunct="1">
                <a:lnSpc>
                  <a:spcPct val="100000"/>
                </a:lnSpc>
                <a:spcBef>
                  <a:spcPts val="3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Support in day-to-day BlackLine Journals Implementation activities and contribute to the preparation of deliverables</a:t>
              </a:r>
            </a:p>
          </p:txBody>
        </p:sp>
      </p:grpSp>
      <p:grpSp>
        <p:nvGrpSpPr>
          <p:cNvPr id="14" name="Group 13">
            <a:extLst>
              <a:ext uri="{FF2B5EF4-FFF2-40B4-BE49-F238E27FC236}">
                <a16:creationId xmlns:a16="http://schemas.microsoft.com/office/drawing/2014/main" id="{1E2832F8-DD52-590E-A174-CC788A2C8685}"/>
              </a:ext>
            </a:extLst>
          </p:cNvPr>
          <p:cNvGrpSpPr/>
          <p:nvPr/>
        </p:nvGrpSpPr>
        <p:grpSpPr>
          <a:xfrm>
            <a:off x="4653851" y="2156836"/>
            <a:ext cx="4073023" cy="4010460"/>
            <a:chOff x="609595" y="1599261"/>
            <a:chExt cx="3669958" cy="4706363"/>
          </a:xfrm>
        </p:grpSpPr>
        <p:grpSp>
          <p:nvGrpSpPr>
            <p:cNvPr id="20" name="Group 19">
              <a:extLst>
                <a:ext uri="{FF2B5EF4-FFF2-40B4-BE49-F238E27FC236}">
                  <a16:creationId xmlns:a16="http://schemas.microsoft.com/office/drawing/2014/main" id="{73330578-1670-836E-7625-D1F92D263A2E}"/>
                </a:ext>
              </a:extLst>
            </p:cNvPr>
            <p:cNvGrpSpPr/>
            <p:nvPr/>
          </p:nvGrpSpPr>
          <p:grpSpPr>
            <a:xfrm>
              <a:off x="609598" y="1599261"/>
              <a:ext cx="3669955" cy="375574"/>
              <a:chOff x="609599" y="1127124"/>
              <a:chExt cx="3755656" cy="375574"/>
            </a:xfrm>
          </p:grpSpPr>
          <p:sp>
            <p:nvSpPr>
              <p:cNvPr id="22" name="Rectangle 21">
                <a:extLst>
                  <a:ext uri="{FF2B5EF4-FFF2-40B4-BE49-F238E27FC236}">
                    <a16:creationId xmlns:a16="http://schemas.microsoft.com/office/drawing/2014/main" id="{A41FFCA9-AA40-0436-1FEF-4008A69AB751}"/>
                  </a:ext>
                </a:extLst>
              </p:cNvPr>
              <p:cNvSpPr/>
              <p:nvPr/>
            </p:nvSpPr>
            <p:spPr>
              <a:xfrm>
                <a:off x="609599" y="1127124"/>
                <a:ext cx="84315" cy="375574"/>
              </a:xfrm>
              <a:prstGeom prst="rect">
                <a:avLst/>
              </a:prstGeom>
              <a:solidFill>
                <a:srgbClr val="FFE600"/>
              </a:solid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49" b="0" i="0" u="none" strike="noStrike" kern="0" cap="none" spc="0" normalizeH="0" baseline="0" noProof="0">
                  <a:ln>
                    <a:noFill/>
                  </a:ln>
                  <a:solidFill>
                    <a:srgbClr val="2E2E38"/>
                  </a:solidFill>
                  <a:effectLst/>
                  <a:uLnTx/>
                  <a:uFillTx/>
                  <a:ea typeface="+mn-ea"/>
                  <a:cs typeface="+mn-cs"/>
                </a:endParaRPr>
              </a:p>
            </p:txBody>
          </p:sp>
          <p:sp>
            <p:nvSpPr>
              <p:cNvPr id="23" name="Rectangle 22">
                <a:extLst>
                  <a:ext uri="{FF2B5EF4-FFF2-40B4-BE49-F238E27FC236}">
                    <a16:creationId xmlns:a16="http://schemas.microsoft.com/office/drawing/2014/main" id="{1890D56D-35B4-0CDE-9096-D6E3E95D2577}"/>
                  </a:ext>
                </a:extLst>
              </p:cNvPr>
              <p:cNvSpPr/>
              <p:nvPr/>
            </p:nvSpPr>
            <p:spPr>
              <a:xfrm>
                <a:off x="739694" y="1127125"/>
                <a:ext cx="3625561" cy="375573"/>
              </a:xfrm>
              <a:prstGeom prst="rect">
                <a:avLst/>
              </a:prstGeom>
              <a:solidFill>
                <a:srgbClr val="747480"/>
              </a:solidFill>
              <a:ln w="9525" cap="flat" cmpd="sng" algn="ctr">
                <a:noFill/>
                <a:prstDash val="solid"/>
              </a:ln>
              <a:effectLst/>
            </p:spPr>
            <p:txBody>
              <a:bodyPr rtlCol="0" anchor="ctr" anchorCtr="0"/>
              <a:lstStyle/>
              <a:p>
                <a:pPr marL="0" marR="0" lvl="0" indent="0" defTabSz="913943" eaLnBrk="1" fontAlgn="auto" latinLnBrk="0" hangingPunct="1">
                  <a:lnSpc>
                    <a:spcPct val="100000"/>
                  </a:lnSpc>
                  <a:spcBef>
                    <a:spcPts val="0"/>
                  </a:spcBef>
                  <a:spcAft>
                    <a:spcPts val="0"/>
                  </a:spcAft>
                  <a:buClrTx/>
                  <a:buSzTx/>
                  <a:buFontTx/>
                  <a:buNone/>
                  <a:tabLst/>
                  <a:defRPr/>
                </a:pPr>
                <a:r>
                  <a:rPr kumimoji="0" lang="en-IN" sz="1199" b="1" i="0" u="none" strike="noStrike" kern="0" cap="none" spc="0" normalizeH="0" baseline="0" noProof="0">
                    <a:ln>
                      <a:noFill/>
                    </a:ln>
                    <a:solidFill>
                      <a:prstClr val="white"/>
                    </a:solidFill>
                    <a:effectLst/>
                    <a:uLnTx/>
                    <a:uFillTx/>
                    <a:ea typeface="+mn-ea"/>
                    <a:cs typeface="+mn-cs"/>
                  </a:rPr>
                  <a:t>2. Solution</a:t>
                </a:r>
              </a:p>
            </p:txBody>
          </p:sp>
        </p:grpSp>
        <p:sp>
          <p:nvSpPr>
            <p:cNvPr id="21" name="Rectangle 20">
              <a:extLst>
                <a:ext uri="{FF2B5EF4-FFF2-40B4-BE49-F238E27FC236}">
                  <a16:creationId xmlns:a16="http://schemas.microsoft.com/office/drawing/2014/main" id="{CD8F708C-506A-3119-F326-A63D8FE8AF99}"/>
                </a:ext>
              </a:extLst>
            </p:cNvPr>
            <p:cNvSpPr/>
            <p:nvPr/>
          </p:nvSpPr>
          <p:spPr>
            <a:xfrm>
              <a:off x="609595" y="2013354"/>
              <a:ext cx="3669943" cy="4292270"/>
            </a:xfrm>
            <a:prstGeom prst="rect">
              <a:avLst/>
            </a:prstGeom>
            <a:noFill/>
            <a:ln w="6350" cap="flat" cmpd="sng" algn="ctr">
              <a:solidFill>
                <a:sysClr val="window" lastClr="FFFFFF"/>
              </a:solidFill>
              <a:prstDash val="dash"/>
            </a:ln>
            <a:effectLst/>
          </p:spPr>
          <p:txBody>
            <a:bodyPr lIns="91440" tIns="91440" rIns="91440" bIns="0" rtlCol="0" anchor="t" anchorCtr="0"/>
            <a:lstStyle/>
            <a:p>
              <a:pPr defTabSz="1044000" fontAlgn="ctr">
                <a:spcBef>
                  <a:spcPts val="1200"/>
                </a:spcBef>
                <a:buClr>
                  <a:srgbClr val="FFE600"/>
                </a:buClr>
                <a:buSzPct val="100000"/>
                <a:defRPr/>
              </a:pPr>
              <a:r>
                <a:rPr lang="en-IN" sz="1000" b="1" kern="0">
                  <a:solidFill>
                    <a:schemeClr val="bg1"/>
                  </a:solidFill>
                </a:rPr>
                <a:t>Scope: </a:t>
              </a:r>
            </a:p>
            <a:p>
              <a:pPr marL="137160" lvl="1" indent="-137160" fontAlgn="ctr">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Implementation of the BlackLine Journal Module includes a Global Configuration review, creation and configuration of up to 4 Journal Templates, BlackLine and SAP integration, enablement of journal workflow within the journal templates</a:t>
              </a:r>
            </a:p>
            <a:p>
              <a:pPr marL="0" marR="0" lvl="1" indent="0" defTabSz="1044000" fontAlgn="ctr">
                <a:lnSpc>
                  <a:spcPct val="100000"/>
                </a:lnSpc>
                <a:spcBef>
                  <a:spcPts val="1200"/>
                </a:spcBef>
                <a:buClr>
                  <a:srgbClr val="FFE600"/>
                </a:buClr>
                <a:buSzPct val="100000"/>
                <a:buFontTx/>
                <a:buNone/>
                <a:tabLst/>
                <a:defRPr/>
              </a:pPr>
              <a:r>
                <a:rPr lang="en-IN" sz="1000" b="1" kern="0">
                  <a:solidFill>
                    <a:schemeClr val="bg1"/>
                  </a:solidFill>
                </a:rPr>
                <a:t>GDS Team: </a:t>
              </a:r>
            </a:p>
            <a:p>
              <a:pPr marL="137160" marR="0" lvl="1" indent="-137160" fontAlgn="ctr">
                <a:lnSpc>
                  <a:spcPct val="100000"/>
                </a:lnSpc>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GDS team size: 1 FTEs (Offshore) for 4 months, 27% GDS Integration</a:t>
              </a:r>
            </a:p>
            <a:p>
              <a:pPr marL="0" lvl="1" defTabSz="1044000" fontAlgn="ctr">
                <a:spcBef>
                  <a:spcPts val="1200"/>
                </a:spcBef>
                <a:buClr>
                  <a:srgbClr val="FFE600"/>
                </a:buClr>
                <a:buSzPct val="100000"/>
                <a:defRPr/>
              </a:pPr>
              <a:r>
                <a:rPr lang="en-IN" sz="1000" b="1" kern="0">
                  <a:solidFill>
                    <a:schemeClr val="bg1"/>
                  </a:solidFill>
                </a:rPr>
                <a:t>Value delivered: </a:t>
              </a:r>
            </a:p>
            <a:p>
              <a:pPr marL="137160" lvl="1" indent="-137160" fontAlgn="ctr">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Documented Key Design Decisions for implementation </a:t>
              </a:r>
            </a:p>
            <a:p>
              <a:pPr marL="137160" lvl="1" indent="-137160" fontAlgn="ctr">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Designed and Configured 4 Journal Entry Templates including 1 reversal Template </a:t>
              </a:r>
            </a:p>
            <a:p>
              <a:pPr marL="137160" lvl="1" indent="-137160" fontAlgn="ctr">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Prepared SIT and UAT Scripts for 4 Journal templates and Approval Workflow and User roles.</a:t>
              </a:r>
            </a:p>
            <a:p>
              <a:pPr marL="137160" lvl="1" indent="-137160" fontAlgn="ctr">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Documented comprehensive training collaterals and instruction for MPC end users.</a:t>
              </a:r>
            </a:p>
            <a:p>
              <a:pPr marL="137160" lvl="1" indent="-137160" fontAlgn="ctr">
                <a:spcBef>
                  <a:spcPts val="300"/>
                </a:spcBef>
                <a:buClr>
                  <a:srgbClr val="FFE600"/>
                </a:buClr>
                <a:buSzPct val="70000"/>
                <a:buFont typeface="Arial" panose="020B0604020202020204" pitchFamily="34" charset="0"/>
                <a:buChar char="►"/>
                <a:tabLst>
                  <a:tab pos="88768" algn="l"/>
                </a:tabLst>
                <a:defRPr/>
              </a:pPr>
              <a:r>
                <a:rPr lang="en-IN" sz="1000" kern="0">
                  <a:solidFill>
                    <a:schemeClr val="bg1"/>
                  </a:solidFill>
                </a:rPr>
                <a:t>Streamlined the Journal Entry Approval process for Standard and Cross Company journals with 6+ approval workflow scenario</a:t>
              </a:r>
            </a:p>
          </p:txBody>
        </p:sp>
      </p:grpSp>
      <p:grpSp>
        <p:nvGrpSpPr>
          <p:cNvPr id="15" name="Group 14">
            <a:extLst>
              <a:ext uri="{FF2B5EF4-FFF2-40B4-BE49-F238E27FC236}">
                <a16:creationId xmlns:a16="http://schemas.microsoft.com/office/drawing/2014/main" id="{BE293E41-616D-4165-6D27-893928364BC0}"/>
              </a:ext>
            </a:extLst>
          </p:cNvPr>
          <p:cNvGrpSpPr/>
          <p:nvPr/>
        </p:nvGrpSpPr>
        <p:grpSpPr>
          <a:xfrm>
            <a:off x="8926707" y="2156836"/>
            <a:ext cx="2884306" cy="4020320"/>
            <a:chOff x="609596" y="1599261"/>
            <a:chExt cx="2598879" cy="4717934"/>
          </a:xfrm>
        </p:grpSpPr>
        <p:grpSp>
          <p:nvGrpSpPr>
            <p:cNvPr id="16" name="Group 15">
              <a:extLst>
                <a:ext uri="{FF2B5EF4-FFF2-40B4-BE49-F238E27FC236}">
                  <a16:creationId xmlns:a16="http://schemas.microsoft.com/office/drawing/2014/main" id="{E0F1BFB0-6B75-9ABB-58F2-182E7A635C71}"/>
                </a:ext>
              </a:extLst>
            </p:cNvPr>
            <p:cNvGrpSpPr/>
            <p:nvPr/>
          </p:nvGrpSpPr>
          <p:grpSpPr>
            <a:xfrm>
              <a:off x="609598" y="1599261"/>
              <a:ext cx="2598877" cy="375574"/>
              <a:chOff x="609599" y="1127124"/>
              <a:chExt cx="2659566" cy="375574"/>
            </a:xfrm>
          </p:grpSpPr>
          <p:sp>
            <p:nvSpPr>
              <p:cNvPr id="18" name="Rectangle 17">
                <a:extLst>
                  <a:ext uri="{FF2B5EF4-FFF2-40B4-BE49-F238E27FC236}">
                    <a16:creationId xmlns:a16="http://schemas.microsoft.com/office/drawing/2014/main" id="{47EA6B97-5D9C-5090-68CE-6EB94667E964}"/>
                  </a:ext>
                </a:extLst>
              </p:cNvPr>
              <p:cNvSpPr/>
              <p:nvPr/>
            </p:nvSpPr>
            <p:spPr>
              <a:xfrm>
                <a:off x="609599" y="1127124"/>
                <a:ext cx="84315" cy="375574"/>
              </a:xfrm>
              <a:prstGeom prst="rect">
                <a:avLst/>
              </a:prstGeom>
              <a:solidFill>
                <a:srgbClr val="FFE600"/>
              </a:solid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049" b="0" i="0" u="none" strike="noStrike" kern="0" cap="none" spc="0" normalizeH="0" baseline="0" noProof="0">
                  <a:ln>
                    <a:noFill/>
                  </a:ln>
                  <a:solidFill>
                    <a:srgbClr val="2E2E38"/>
                  </a:solidFill>
                  <a:effectLst/>
                  <a:uLnTx/>
                  <a:uFillTx/>
                  <a:ea typeface="+mn-ea"/>
                  <a:cs typeface="+mn-cs"/>
                </a:endParaRPr>
              </a:p>
            </p:txBody>
          </p:sp>
          <p:sp>
            <p:nvSpPr>
              <p:cNvPr id="19" name="Rectangle 18">
                <a:extLst>
                  <a:ext uri="{FF2B5EF4-FFF2-40B4-BE49-F238E27FC236}">
                    <a16:creationId xmlns:a16="http://schemas.microsoft.com/office/drawing/2014/main" id="{D5CCEEBB-3E5A-FF52-6A78-8A60427D0622}"/>
                  </a:ext>
                </a:extLst>
              </p:cNvPr>
              <p:cNvSpPr/>
              <p:nvPr/>
            </p:nvSpPr>
            <p:spPr>
              <a:xfrm>
                <a:off x="739699" y="1127125"/>
                <a:ext cx="2529466" cy="375573"/>
              </a:xfrm>
              <a:prstGeom prst="rect">
                <a:avLst/>
              </a:prstGeom>
              <a:solidFill>
                <a:srgbClr val="747480"/>
              </a:solidFill>
              <a:ln w="9525" cap="flat" cmpd="sng" algn="ctr">
                <a:noFill/>
                <a:prstDash val="solid"/>
              </a:ln>
              <a:effectLst/>
            </p:spPr>
            <p:txBody>
              <a:bodyPr rtlCol="0" anchor="ctr" anchorCtr="0"/>
              <a:lstStyle/>
              <a:p>
                <a:pPr marL="0" marR="0" lvl="0" indent="0" defTabSz="913943" eaLnBrk="1" fontAlgn="auto" latinLnBrk="0" hangingPunct="1">
                  <a:lnSpc>
                    <a:spcPct val="100000"/>
                  </a:lnSpc>
                  <a:spcBef>
                    <a:spcPts val="0"/>
                  </a:spcBef>
                  <a:spcAft>
                    <a:spcPts val="0"/>
                  </a:spcAft>
                  <a:buClrTx/>
                  <a:buSzTx/>
                  <a:buFontTx/>
                  <a:buNone/>
                  <a:tabLst/>
                  <a:defRPr/>
                </a:pPr>
                <a:r>
                  <a:rPr kumimoji="0" lang="en-IN" sz="1199" b="1" i="0" u="none" strike="noStrike" kern="0" cap="none" spc="0" normalizeH="0" baseline="0" noProof="0">
                    <a:ln>
                      <a:noFill/>
                    </a:ln>
                    <a:solidFill>
                      <a:prstClr val="white"/>
                    </a:solidFill>
                    <a:effectLst/>
                    <a:uLnTx/>
                    <a:uFillTx/>
                    <a:ea typeface="+mn-ea"/>
                    <a:cs typeface="+mn-cs"/>
                  </a:rPr>
                  <a:t>3. Key Success Factors</a:t>
                </a:r>
              </a:p>
            </p:txBody>
          </p:sp>
        </p:grpSp>
        <p:sp>
          <p:nvSpPr>
            <p:cNvPr id="17" name="Rectangle 16">
              <a:extLst>
                <a:ext uri="{FF2B5EF4-FFF2-40B4-BE49-F238E27FC236}">
                  <a16:creationId xmlns:a16="http://schemas.microsoft.com/office/drawing/2014/main" id="{C520CA27-C5AE-48FA-C082-FFD0BBF9A88A}"/>
                </a:ext>
              </a:extLst>
            </p:cNvPr>
            <p:cNvSpPr/>
            <p:nvPr/>
          </p:nvSpPr>
          <p:spPr>
            <a:xfrm>
              <a:off x="609596" y="2024923"/>
              <a:ext cx="2598867" cy="4292272"/>
            </a:xfrm>
            <a:prstGeom prst="rect">
              <a:avLst/>
            </a:prstGeom>
            <a:noFill/>
            <a:ln w="6350" cap="flat" cmpd="sng" algn="ctr">
              <a:solidFill>
                <a:sysClr val="window" lastClr="FFFFFF"/>
              </a:solidFill>
              <a:prstDash val="dash"/>
            </a:ln>
            <a:effectLst/>
          </p:spPr>
          <p:txBody>
            <a:bodyPr lIns="91440" tIns="91440" rIns="91440" bIns="0" rtlCol="0" anchor="t" anchorCtr="0"/>
            <a:lstStyle/>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Certified BlackLine professionals with complete knowledge of BlackLine Journal module</a:t>
              </a:r>
            </a:p>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R2R domain expertise and deep understanding of  financial close processes, accounting policies and procedures</a:t>
              </a:r>
            </a:p>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Elite combination of technical and functional skills which enabled timely execution and quality deliverables</a:t>
              </a:r>
            </a:p>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Documented the current state by creating a survey with more than 20+ questions.</a:t>
              </a:r>
            </a:p>
            <a:p>
              <a:pPr marL="182880" marR="0" lvl="1" indent="-182880" defTabSz="914400" eaLnBrk="1" fontAlgn="ctr" latinLnBrk="0" hangingPunct="1">
                <a:lnSpc>
                  <a:spcPct val="100000"/>
                </a:lnSpc>
                <a:spcBef>
                  <a:spcPts val="600"/>
                </a:spcBef>
                <a:buClr>
                  <a:srgbClr val="FFE600"/>
                </a:buClr>
                <a:buSzPct val="70000"/>
                <a:buFont typeface="Arial" panose="020B0604020202020204" pitchFamily="34" charset="0"/>
                <a:buChar char="►"/>
                <a:tabLst>
                  <a:tab pos="88768" algn="l"/>
                </a:tabLst>
                <a:defRPr/>
              </a:pPr>
              <a:r>
                <a:rPr kumimoji="0" lang="en-IN" sz="1000" b="0" i="0" u="none" strike="noStrike" kern="0" cap="none" spc="0" normalizeH="0" baseline="0" noProof="0">
                  <a:ln>
                    <a:noFill/>
                  </a:ln>
                  <a:solidFill>
                    <a:schemeClr val="bg1"/>
                  </a:solidFill>
                  <a:effectLst/>
                  <a:uLnTx/>
                  <a:uFillTx/>
                  <a:ea typeface="+mn-ea"/>
                  <a:cs typeface="+mn-cs"/>
                </a:rPr>
                <a:t>Adapted Complex Validation rules in the Journal Templates for Tax Relevant journal entries.</a:t>
              </a:r>
            </a:p>
          </p:txBody>
        </p:sp>
      </p:grpSp>
      <p:sp>
        <p:nvSpPr>
          <p:cNvPr id="12" name="Rectangle 11">
            <a:extLst>
              <a:ext uri="{FF2B5EF4-FFF2-40B4-BE49-F238E27FC236}">
                <a16:creationId xmlns:a16="http://schemas.microsoft.com/office/drawing/2014/main" id="{A0610589-309D-4888-7AEF-2F55B63A1737}"/>
              </a:ext>
            </a:extLst>
          </p:cNvPr>
          <p:cNvSpPr/>
          <p:nvPr/>
        </p:nvSpPr>
        <p:spPr>
          <a:xfrm>
            <a:off x="381000" y="1098312"/>
            <a:ext cx="11430000" cy="914400"/>
          </a:xfrm>
          <a:prstGeom prst="rect">
            <a:avLst/>
          </a:prstGeom>
          <a:blipFill dpi="0" rotWithShape="1">
            <a:blip r:embed="rId3" cstate="print">
              <a:extLst>
                <a:ext uri="{28A0092B-C50C-407E-A947-70E740481C1C}">
                  <a14:useLocalDpi xmlns:a14="http://schemas.microsoft.com/office/drawing/2010/main"/>
                </a:ext>
              </a:extLst>
            </a:blip>
            <a:srcRect/>
            <a:stretch>
              <a:fillRect l="-775" t="-236495" r="-399" b="-310899"/>
            </a:stretch>
          </a:blipFill>
          <a:ln w="9525" cap="flat" cmpd="sng" algn="ctr">
            <a:noFill/>
            <a:prstDash val="solid"/>
          </a:ln>
          <a:effectLst/>
        </p:spPr>
        <p:txBody>
          <a:bodyPr rtlCol="0" anchor="t" anchorCtr="0"/>
          <a:lstStyle/>
          <a:p>
            <a:pPr marL="0" marR="0" lvl="0" indent="0" algn="ctr" defTabSz="913943" eaLnBrk="1" fontAlgn="auto" latinLnBrk="0" hangingPunct="1">
              <a:lnSpc>
                <a:spcPct val="100000"/>
              </a:lnSpc>
              <a:spcBef>
                <a:spcPts val="0"/>
              </a:spcBef>
              <a:spcAft>
                <a:spcPts val="0"/>
              </a:spcAft>
              <a:buClrTx/>
              <a:buSzTx/>
              <a:buFontTx/>
              <a:buNone/>
              <a:tabLst/>
              <a:defRPr/>
            </a:pPr>
            <a:endParaRPr kumimoji="0" lang="en-US" sz="1199" b="0" i="0" u="none" strike="noStrike" kern="0" cap="none" spc="0" normalizeH="0" baseline="0" noProof="0">
              <a:ln>
                <a:noFill/>
              </a:ln>
              <a:solidFill>
                <a:srgbClr val="2E2E38"/>
              </a:solidFill>
              <a:effectLst/>
              <a:uLnTx/>
              <a:uFillTx/>
              <a:latin typeface="EYInterstate Light"/>
              <a:ea typeface="+mn-ea"/>
              <a:cs typeface="+mn-cs"/>
            </a:endParaRPr>
          </a:p>
        </p:txBody>
      </p:sp>
      <p:sp>
        <p:nvSpPr>
          <p:cNvPr id="28" name="Rectangle 27">
            <a:extLst>
              <a:ext uri="{FF2B5EF4-FFF2-40B4-BE49-F238E27FC236}">
                <a16:creationId xmlns:a16="http://schemas.microsoft.com/office/drawing/2014/main" id="{0D6DA5DD-09EF-FAB1-7ED1-50F06BC7622E}"/>
              </a:ext>
            </a:extLst>
          </p:cNvPr>
          <p:cNvSpPr/>
          <p:nvPr/>
        </p:nvSpPr>
        <p:spPr>
          <a:xfrm>
            <a:off x="380999" y="1235472"/>
            <a:ext cx="3108960" cy="640080"/>
          </a:xfrm>
          <a:prstGeom prst="rect">
            <a:avLst/>
          </a:prstGeom>
          <a:no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lIns="91392" tIns="45696" rIns="91392" bIns="45696" rtlCol="0" anchor="ctr" anchorCtr="0"/>
          <a:lstStyle/>
          <a:p>
            <a:pPr>
              <a:spcBef>
                <a:spcPts val="600"/>
              </a:spcBef>
              <a:defRPr/>
            </a:pPr>
            <a:r>
              <a:rPr lang="en-IN" sz="1400">
                <a:solidFill>
                  <a:prstClr val="white"/>
                </a:solidFill>
                <a:latin typeface="EYInterstate Light"/>
              </a:rPr>
              <a:t>Partner: </a:t>
            </a:r>
            <a:r>
              <a:rPr lang="en-IN" sz="1400" b="1">
                <a:solidFill>
                  <a:prstClr val="white"/>
                </a:solidFill>
                <a:latin typeface="EYInterstate Light"/>
              </a:rPr>
              <a:t>David Adler</a:t>
            </a:r>
          </a:p>
          <a:p>
            <a:pPr>
              <a:spcBef>
                <a:spcPts val="600"/>
              </a:spcBef>
              <a:defRPr/>
            </a:pPr>
            <a:r>
              <a:rPr lang="en-IN" sz="1400">
                <a:solidFill>
                  <a:prstClr val="white"/>
                </a:solidFill>
                <a:latin typeface="EYInterstate Light"/>
              </a:rPr>
              <a:t>Sector: </a:t>
            </a:r>
            <a:r>
              <a:rPr lang="en-IN" sz="1400" b="1">
                <a:solidFill>
                  <a:prstClr val="white"/>
                </a:solidFill>
                <a:latin typeface="EYInterstate Light"/>
              </a:rPr>
              <a:t>Oil &amp; Gas, US</a:t>
            </a:r>
          </a:p>
        </p:txBody>
      </p:sp>
    </p:spTree>
    <p:extLst>
      <p:ext uri="{BB962C8B-B14F-4D97-AF65-F5344CB8AC3E}">
        <p14:creationId xmlns:p14="http://schemas.microsoft.com/office/powerpoint/2010/main" val="3054608790"/>
      </p:ext>
    </p:extLst>
  </p:cSld>
  <p:clrMapOvr>
    <a:masterClrMapping/>
  </p:clrMapOvr>
  <p:extLst>
    <p:ext uri="{6950BFC3-D8DA-4A85-94F7-54DA5524770B}">
      <p188:commentRel xmlns:p188="http://schemas.microsoft.com/office/powerpoint/2018/8/main" r:id="rId2"/>
    </p:ext>
  </p:extLs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BE33F6-2BD8-6BAC-1ED8-5493C42233C1}"/>
              </a:ext>
            </a:extLst>
          </p:cNvPr>
          <p:cNvSpPr>
            <a:spLocks noGrp="1"/>
          </p:cNvSpPr>
          <p:nvPr>
            <p:ph type="title"/>
          </p:nvPr>
        </p:nvSpPr>
        <p:spPr/>
        <p:txBody>
          <a:bodyPr/>
          <a:lstStyle/>
          <a:p>
            <a:r>
              <a:rPr lang="en-IN"/>
              <a:t>GDS Projects (1/x)</a:t>
            </a:r>
          </a:p>
        </p:txBody>
      </p:sp>
      <p:sp>
        <p:nvSpPr>
          <p:cNvPr id="5" name="Slide Number Placeholder 4">
            <a:extLst>
              <a:ext uri="{FF2B5EF4-FFF2-40B4-BE49-F238E27FC236}">
                <a16:creationId xmlns:a16="http://schemas.microsoft.com/office/drawing/2014/main" id="{9528FB5B-83A5-18BA-66E0-7CA95764A979}"/>
              </a:ext>
            </a:extLst>
          </p:cNvPr>
          <p:cNvSpPr>
            <a:spLocks noGrp="1"/>
          </p:cNvSpPr>
          <p:nvPr>
            <p:ph type="sldNum" sz="quarter" idx="12"/>
          </p:nvPr>
        </p:nvSpPr>
        <p:spPr/>
        <p:txBody>
          <a:bodyPr/>
          <a:lstStyle/>
          <a:p>
            <a:fld id="{94FCA0F3-9F3A-694B-99BB-0E592A797735}" type="slidenum">
              <a:rPr lang="en-US" smtClean="0"/>
              <a:t>135</a:t>
            </a:fld>
            <a:endParaRPr lang="en-US"/>
          </a:p>
        </p:txBody>
      </p:sp>
      <p:sp>
        <p:nvSpPr>
          <p:cNvPr id="6" name="Date Placeholder 5">
            <a:extLst>
              <a:ext uri="{FF2B5EF4-FFF2-40B4-BE49-F238E27FC236}">
                <a16:creationId xmlns:a16="http://schemas.microsoft.com/office/drawing/2014/main" id="{17D57B1B-067E-1E2B-5D7F-B45FC6A262A5}"/>
              </a:ext>
            </a:extLst>
          </p:cNvPr>
          <p:cNvSpPr>
            <a:spLocks noGrp="1"/>
          </p:cNvSpPr>
          <p:nvPr>
            <p:ph type="dt" sz="half" idx="10"/>
          </p:nvPr>
        </p:nvSpPr>
        <p:spPr/>
        <p:txBody>
          <a:bodyPr/>
          <a:lstStyle/>
          <a:p>
            <a:fld id="{345C9E22-11CE-425B-9864-64378F237137}" type="datetime1">
              <a:rPr lang="en-US" smtClean="0"/>
              <a:t>9/19/2025</a:t>
            </a:fld>
            <a:endParaRPr lang="en-US"/>
          </a:p>
        </p:txBody>
      </p:sp>
      <p:sp>
        <p:nvSpPr>
          <p:cNvPr id="7" name="SmartArt Placeholder 6">
            <a:extLst>
              <a:ext uri="{FF2B5EF4-FFF2-40B4-BE49-F238E27FC236}">
                <a16:creationId xmlns:a16="http://schemas.microsoft.com/office/drawing/2014/main" id="{9686469B-B66B-4910-8CC5-C52E76976A89}"/>
              </a:ext>
            </a:extLst>
          </p:cNvPr>
          <p:cNvSpPr>
            <a:spLocks noGrp="1"/>
          </p:cNvSpPr>
          <p:nvPr>
            <p:ph type="dgm" sz="quarter" idx="17"/>
          </p:nvPr>
        </p:nvSpPr>
        <p:spPr/>
        <p:txBody>
          <a:bodyPr/>
          <a:lstStyle/>
          <a:p>
            <a:endParaRPr lang="en-IN"/>
          </a:p>
        </p:txBody>
      </p:sp>
      <p:graphicFrame>
        <p:nvGraphicFramePr>
          <p:cNvPr id="8" name="Table 7">
            <a:extLst>
              <a:ext uri="{FF2B5EF4-FFF2-40B4-BE49-F238E27FC236}">
                <a16:creationId xmlns:a16="http://schemas.microsoft.com/office/drawing/2014/main" id="{AA54B7FD-1ED0-8D5E-1EC4-D770EE53AC06}"/>
              </a:ext>
            </a:extLst>
          </p:cNvPr>
          <p:cNvGraphicFramePr>
            <a:graphicFrameLocks noGrp="1"/>
          </p:cNvGraphicFramePr>
          <p:nvPr>
            <p:extLst>
              <p:ext uri="{D42A27DB-BD31-4B8C-83A1-F6EECF244321}">
                <p14:modId xmlns:p14="http://schemas.microsoft.com/office/powerpoint/2010/main" val="272001948"/>
              </p:ext>
            </p:extLst>
          </p:nvPr>
        </p:nvGraphicFramePr>
        <p:xfrm>
          <a:off x="484632" y="1126522"/>
          <a:ext cx="11222736" cy="4597133"/>
        </p:xfrm>
        <a:graphic>
          <a:graphicData uri="http://schemas.openxmlformats.org/drawingml/2006/table">
            <a:tbl>
              <a:tblPr/>
              <a:tblGrid>
                <a:gridCol w="2361044">
                  <a:extLst>
                    <a:ext uri="{9D8B030D-6E8A-4147-A177-3AD203B41FA5}">
                      <a16:colId xmlns:a16="http://schemas.microsoft.com/office/drawing/2014/main" val="2181700987"/>
                    </a:ext>
                  </a:extLst>
                </a:gridCol>
                <a:gridCol w="6238380">
                  <a:extLst>
                    <a:ext uri="{9D8B030D-6E8A-4147-A177-3AD203B41FA5}">
                      <a16:colId xmlns:a16="http://schemas.microsoft.com/office/drawing/2014/main" val="3465123203"/>
                    </a:ext>
                  </a:extLst>
                </a:gridCol>
                <a:gridCol w="1311656">
                  <a:extLst>
                    <a:ext uri="{9D8B030D-6E8A-4147-A177-3AD203B41FA5}">
                      <a16:colId xmlns:a16="http://schemas.microsoft.com/office/drawing/2014/main" val="3957014870"/>
                    </a:ext>
                  </a:extLst>
                </a:gridCol>
                <a:gridCol w="1311656">
                  <a:extLst>
                    <a:ext uri="{9D8B030D-6E8A-4147-A177-3AD203B41FA5}">
                      <a16:colId xmlns:a16="http://schemas.microsoft.com/office/drawing/2014/main" val="3052045837"/>
                    </a:ext>
                  </a:extLst>
                </a:gridCol>
              </a:tblGrid>
              <a:tr h="291533">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b="1" kern="1200">
                          <a:solidFill>
                            <a:schemeClr val="tx1"/>
                          </a:solidFill>
                          <a:latin typeface="+mj-lt"/>
                          <a:ea typeface="+mn-ea"/>
                          <a:cs typeface="Arial" panose="020B0604020202020204" pitchFamily="34" charset="0"/>
                        </a:rPr>
                        <a:t>Client – Project Name</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a:solidFill>
                            <a:schemeClr val="tx1"/>
                          </a:solidFill>
                          <a:latin typeface="+mj-lt"/>
                          <a:ea typeface="+mn-ea"/>
                          <a:cs typeface="Arial" panose="020B0604020202020204" pitchFamily="34" charset="0"/>
                        </a:rPr>
                        <a:t>Description</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a:ln>
                            <a:noFill/>
                          </a:ln>
                          <a:solidFill>
                            <a:schemeClr val="tx1"/>
                          </a:solidFill>
                          <a:effectLst/>
                          <a:uLnTx/>
                          <a:uFillTx/>
                          <a:latin typeface="+mj-lt"/>
                          <a:ea typeface="+mn-ea"/>
                          <a:cs typeface="Arial" panose="020B0604020202020204" pitchFamily="34" charset="0"/>
                        </a:rPr>
                        <a:t>Region</a:t>
                      </a:r>
                    </a:p>
                  </a:txBody>
                  <a:tcPr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noProof="0">
                          <a:solidFill>
                            <a:schemeClr val="tx1"/>
                          </a:solidFill>
                          <a:latin typeface="+mj-lt"/>
                          <a:ea typeface="+mn-ea"/>
                          <a:cs typeface="Arial" panose="020B0604020202020204" pitchFamily="34" charset="0"/>
                        </a:rPr>
                        <a:t>Sector</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extLst>
                  <a:ext uri="{0D108BD9-81ED-4DB2-BD59-A6C34878D82A}">
                    <a16:rowId xmlns:a16="http://schemas.microsoft.com/office/drawing/2014/main" val="243059793"/>
                  </a:ext>
                </a:extLst>
              </a:tr>
              <a:tr h="324000">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EYInterstate Light"/>
                          <a:ea typeface="+mn-ea"/>
                          <a:cs typeface="+mn-cs"/>
                        </a:rPr>
                        <a:t>SAS: IFRS 17 - “Sub Ledger Accounting Module” (SLAM) development</a:t>
                      </a:r>
                      <a:endParaRPr kumimoji="0" lang="en-US"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endParaRP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EYInterstate Light"/>
                          <a:ea typeface="+mn-ea"/>
                          <a:cs typeface="+mn-cs"/>
                        </a:rPr>
                        <a:t>Identification of Accounting Events missing in the current SLAM module based on disclosure requirements and linkage to business events and COA structure &amp; hierarchy.</a:t>
                      </a: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APAC</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Technology</a:t>
                      </a: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73813071"/>
                  </a:ext>
                </a:extLst>
              </a:tr>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IFRS17: Transamerica COA Design and Disclosure Mapping</a:t>
                      </a:r>
                      <a:endParaRPr kumimoji="0" lang="en-US"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600"/>
                        </a:spcBef>
                        <a:spcAft>
                          <a:spcPts val="200"/>
                        </a:spcAft>
                        <a:buClr>
                          <a:srgbClr val="333333"/>
                        </a:buClr>
                        <a:buSzTx/>
                        <a:buFontTx/>
                        <a:buNone/>
                        <a:tabLst>
                          <a:tab pos="88724" algn="l"/>
                        </a:tabLst>
                        <a:defRPr/>
                      </a:pPr>
                      <a:r>
                        <a:rPr kumimoji="0" lang="en-US" sz="1000" b="1" i="0" u="none" strike="noStrike" kern="1200" cap="none" spc="0" normalizeH="0" baseline="0" noProof="0">
                          <a:ln>
                            <a:noFill/>
                          </a:ln>
                          <a:solidFill>
                            <a:schemeClr val="bg1"/>
                          </a:solidFill>
                          <a:effectLst/>
                          <a:uLnTx/>
                          <a:uFillTx/>
                          <a:latin typeface="+mn-lt"/>
                          <a:ea typeface="+mn-ea"/>
                          <a:cs typeface="+mn-cs"/>
                        </a:rPr>
                        <a:t>Client was looking for: </a:t>
                      </a:r>
                      <a:r>
                        <a:rPr kumimoji="0" lang="en-US" sz="1000" b="0" i="0" u="none" strike="noStrike" kern="1200" cap="none" spc="0" normalizeH="0" baseline="0" noProof="0">
                          <a:ln>
                            <a:noFill/>
                          </a:ln>
                          <a:solidFill>
                            <a:schemeClr val="bg1"/>
                          </a:solidFill>
                          <a:effectLst/>
                          <a:uLnTx/>
                          <a:uFillTx/>
                          <a:latin typeface="+mn-lt"/>
                          <a:ea typeface="+mn-ea"/>
                          <a:cs typeface="+mn-cs"/>
                        </a:rPr>
                        <a:t>1)</a:t>
                      </a:r>
                      <a:r>
                        <a:rPr kumimoji="0" lang="en-US" sz="1000" b="1" i="0" u="none" strike="noStrike" kern="1200" cap="none" spc="0" normalizeH="0" baseline="0" noProof="0">
                          <a:ln>
                            <a:noFill/>
                          </a:ln>
                          <a:solidFill>
                            <a:schemeClr val="bg1"/>
                          </a:solidFill>
                          <a:effectLst/>
                          <a:uLnTx/>
                          <a:uFillTx/>
                          <a:latin typeface="+mn-lt"/>
                          <a:ea typeface="+mn-ea"/>
                          <a:cs typeface="+mn-cs"/>
                        </a:rPr>
                        <a:t> </a:t>
                      </a:r>
                      <a:r>
                        <a:rPr kumimoji="0" lang="en-IN" sz="1000" b="0" i="0" u="none" strike="noStrike" kern="1200" cap="none" spc="0" normalizeH="0" baseline="0" noProof="0">
                          <a:ln>
                            <a:noFill/>
                          </a:ln>
                          <a:solidFill>
                            <a:schemeClr val="bg1"/>
                          </a:solidFill>
                          <a:effectLst/>
                          <a:uLnTx/>
                          <a:uFillTx/>
                          <a:latin typeface="+mn-lt"/>
                          <a:ea typeface="+mn-ea"/>
                          <a:cs typeface="+mn-cs"/>
                        </a:rPr>
                        <a:t>IFRS 17 Implementation gap assessment 2) New IFRS17 Chart of Account Design 3) IFRS-17 reporting and disclosure mapping with COA 4) Management Internal Reporting with IFRS-17</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Insurance</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253257927"/>
                  </a:ext>
                </a:extLst>
              </a:tr>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AIS: IFRS15 Revenue Recognition Implementation</a:t>
                      </a:r>
                      <a:endParaRPr kumimoji="0" lang="en-US"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End to end IFRS 15 implementation using Aptitude ARRE calculation engine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000" b="0" i="0" u="none" strike="noStrike" kern="1200" cap="none" spc="0" normalizeH="0" baseline="0" noProof="0">
                        <a:ln>
                          <a:noFill/>
                        </a:ln>
                        <a:solidFill>
                          <a:schemeClr val="bg1"/>
                        </a:solidFill>
                        <a:effectLst/>
                        <a:uLnTx/>
                        <a:uFillTx/>
                        <a:latin typeface="EYInterstate Light"/>
                        <a:ea typeface="+mn-ea"/>
                        <a:cs typeface="+mn-cs"/>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APAC</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Telecom</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117421767"/>
                  </a:ext>
                </a:extLst>
              </a:tr>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Mondelez: IFRS16 Lease Accounting Implementation</a:t>
                      </a:r>
                      <a:endParaRPr kumimoji="0" lang="en-US"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Modifying their existing Slan system to include Lease Accounting calculations and algorithms via excel based Model</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FMCG</a:t>
                      </a:r>
                      <a:endParaRPr lang="en-US" sz="1000" b="0" i="0" kern="1200" noProof="0">
                        <a:solidFill>
                          <a:schemeClr val="bg1"/>
                        </a:solidFill>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9574532"/>
                  </a:ext>
                </a:extLst>
              </a:tr>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Bridgestone: IFRS16 Lease Accounting Reporting</a:t>
                      </a:r>
                      <a:endParaRPr kumimoji="0" lang="en-US" sz="1000" b="1"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Modifying their existing Lease  management reporting to include Lease Accounting  reporting and analysis via excel based Model for effective management decisions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Automotive</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183868604"/>
                  </a:ext>
                </a:extLst>
              </a:tr>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Aegon Asia: </a:t>
                      </a:r>
                      <a:r>
                        <a:rPr kumimoji="0" lang="en-US" sz="1000" b="1" i="0" u="none" strike="noStrike" kern="1200" cap="none" spc="0" normalizeH="0" baseline="0" noProof="0">
                          <a:ln>
                            <a:noFill/>
                          </a:ln>
                          <a:solidFill>
                            <a:schemeClr val="bg1"/>
                          </a:solidFill>
                          <a:effectLst/>
                          <a:uLnTx/>
                          <a:uFillTx/>
                          <a:latin typeface="+mn-lt"/>
                          <a:ea typeface="+mn-ea"/>
                          <a:cs typeface="+mn-cs"/>
                        </a:rPr>
                        <a:t>IFRS17 MI reporting Impact assessment and Gap analysis</a:t>
                      </a:r>
                      <a:endParaRPr kumimoji="0" lang="en-IN" sz="1000" b="1"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IFRS 17 impact on their current MI reporting and new IFRS 17 KPIs to be included going forward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000" b="0"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Asia</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Insurance</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53183638"/>
                  </a:ext>
                </a:extLst>
              </a:tr>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Great Eastern: IFRS17 Data Gap Assessment</a:t>
                      </a: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Preparation of business requirement document and gap assessment for IFRS 17  using Aptitude modules like AICE and AAH</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APAC</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Insurance</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251985285"/>
                  </a:ext>
                </a:extLst>
              </a:tr>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De Lage Landen (DLL): </a:t>
                      </a:r>
                      <a:r>
                        <a:rPr kumimoji="0" lang="nl-NL" sz="1000" b="1" i="0" u="none" strike="noStrike" kern="1200" cap="none" spc="0" normalizeH="0" baseline="0" noProof="0">
                          <a:ln>
                            <a:noFill/>
                          </a:ln>
                          <a:solidFill>
                            <a:schemeClr val="bg1"/>
                          </a:solidFill>
                          <a:effectLst/>
                          <a:uLnTx/>
                          <a:uFillTx/>
                          <a:latin typeface="+mn-lt"/>
                          <a:ea typeface="+mn-ea"/>
                          <a:cs typeface="+mn-cs"/>
                        </a:rPr>
                        <a:t>Banking licence structure – Accounting policy memo</a:t>
                      </a:r>
                      <a:endParaRPr kumimoji="0" lang="en-IN" sz="1000" b="1"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200"/>
                        </a:spcBef>
                        <a:spcAft>
                          <a:spcPts val="300"/>
                        </a:spcAft>
                        <a:buClr>
                          <a:srgbClr val="333333"/>
                        </a:buClr>
                        <a:buSzTx/>
                        <a:buFontTx/>
                        <a:buNone/>
                        <a:tabLst>
                          <a:tab pos="88812" algn="l"/>
                        </a:tabLst>
                        <a:defRPr/>
                      </a:pPr>
                      <a:r>
                        <a:rPr kumimoji="0" lang="en-US" sz="1000" b="1" i="0" u="none" strike="noStrike" kern="1200" cap="none" spc="0" normalizeH="0" baseline="0" noProof="0">
                          <a:ln>
                            <a:noFill/>
                          </a:ln>
                          <a:solidFill>
                            <a:schemeClr val="bg1"/>
                          </a:solidFill>
                          <a:effectLst/>
                          <a:uLnTx/>
                          <a:uFillTx/>
                          <a:latin typeface="+mn-lt"/>
                          <a:ea typeface="+mn-ea"/>
                          <a:cs typeface="+mn-cs"/>
                        </a:rPr>
                        <a:t>Client was looking for: </a:t>
                      </a:r>
                      <a:r>
                        <a:rPr kumimoji="0" lang="en-US" sz="1000" b="0" i="0" u="none" strike="noStrike" kern="1200" cap="none" spc="0" normalizeH="0" baseline="0" noProof="0">
                          <a:ln>
                            <a:noFill/>
                          </a:ln>
                          <a:solidFill>
                            <a:schemeClr val="bg1"/>
                          </a:solidFill>
                          <a:effectLst/>
                          <a:uLnTx/>
                          <a:uFillTx/>
                          <a:latin typeface="+mn-lt"/>
                          <a:ea typeface="+mn-ea"/>
                          <a:cs typeface="+mn-cs"/>
                        </a:rPr>
                        <a:t>1)</a:t>
                      </a:r>
                      <a:r>
                        <a:rPr kumimoji="0" lang="en-US" sz="1000" b="1" i="0" u="none" strike="noStrike" kern="1200" cap="none" spc="0" normalizeH="0" baseline="0" noProof="0">
                          <a:ln>
                            <a:noFill/>
                          </a:ln>
                          <a:solidFill>
                            <a:schemeClr val="bg1"/>
                          </a:solidFill>
                          <a:effectLst/>
                          <a:uLnTx/>
                          <a:uFillTx/>
                          <a:latin typeface="+mn-lt"/>
                          <a:ea typeface="+mn-ea"/>
                          <a:cs typeface="+mn-cs"/>
                        </a:rPr>
                        <a:t> </a:t>
                      </a:r>
                      <a:r>
                        <a:rPr kumimoji="0" lang="en-IN" sz="1000" b="0" i="0" u="none" strike="noStrike" kern="1200" cap="none" spc="0" normalizeH="0" baseline="0" noProof="0">
                          <a:ln>
                            <a:noFill/>
                          </a:ln>
                          <a:solidFill>
                            <a:schemeClr val="bg1"/>
                          </a:solidFill>
                          <a:effectLst/>
                          <a:uLnTx/>
                          <a:uFillTx/>
                          <a:latin typeface="+mn-lt"/>
                          <a:ea typeface="+mn-ea"/>
                          <a:cs typeface="+mn-cs"/>
                        </a:rPr>
                        <a:t>The client wanted a transformation plan detailing the necessary steps to optimise its banking licence structure to increase strategic flexibility and lower regulatory vulnerability 2) Assessment of accounting impact of applicable standards during and post restructure of the group and identifying disclosure requirements for the existing and new entities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Netherlands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Banking</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65888649"/>
                  </a:ext>
                </a:extLst>
              </a:tr>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SAP: IFRS15 Revenue Recognition</a:t>
                      </a: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200"/>
                        </a:spcBef>
                        <a:spcAft>
                          <a:spcPts val="300"/>
                        </a:spcAft>
                        <a:buClr>
                          <a:srgbClr val="333333"/>
                        </a:buClr>
                        <a:buSzTx/>
                        <a:buFontTx/>
                        <a:buNone/>
                        <a:tabLst>
                          <a:tab pos="88812" algn="l"/>
                        </a:tabLst>
                        <a:defRPr/>
                      </a:pPr>
                      <a:r>
                        <a:rPr kumimoji="0" lang="en-US" sz="1000" b="1" i="0" u="none" strike="noStrike" kern="1200" cap="none" spc="0" normalizeH="0" baseline="0" noProof="0">
                          <a:ln>
                            <a:noFill/>
                          </a:ln>
                          <a:solidFill>
                            <a:schemeClr val="bg1"/>
                          </a:solidFill>
                          <a:effectLst/>
                          <a:uLnTx/>
                          <a:uFillTx/>
                          <a:latin typeface="+mn-lt"/>
                          <a:ea typeface="+mn-ea"/>
                          <a:cs typeface="+mn-cs"/>
                        </a:rPr>
                        <a:t>Client was looking for: 1) </a:t>
                      </a:r>
                      <a:r>
                        <a:rPr kumimoji="0" lang="en-IN" sz="1000" b="0" i="0" u="none" strike="noStrike" kern="1200" cap="none" spc="0" normalizeH="0" baseline="0" noProof="0">
                          <a:ln>
                            <a:noFill/>
                          </a:ln>
                          <a:solidFill>
                            <a:schemeClr val="bg1"/>
                          </a:solidFill>
                          <a:effectLst/>
                          <a:uLnTx/>
                          <a:uFillTx/>
                          <a:latin typeface="+mn-lt"/>
                          <a:ea typeface="+mn-ea"/>
                          <a:cs typeface="+mn-cs"/>
                        </a:rPr>
                        <a:t>Implementation of US GAAP ASC 606 for their revenue recognition process 2) Process modification and establishment of SAP RAR  as ‘Accelerated go to market’ program 3) Design a model for reconciliation between the revenue recognition as per US GAAP ASC 605 and ASC 606</a:t>
                      </a:r>
                      <a:br>
                        <a:rPr kumimoji="0" lang="en-IN" sz="1000" b="0" i="0" u="none" strike="noStrike" kern="1200" cap="none" spc="0" normalizeH="0" baseline="0" noProof="0">
                          <a:ln>
                            <a:noFill/>
                          </a:ln>
                          <a:solidFill>
                            <a:schemeClr val="bg1"/>
                          </a:solidFill>
                          <a:effectLst/>
                          <a:uLnTx/>
                          <a:uFillTx/>
                          <a:latin typeface="+mn-lt"/>
                          <a:ea typeface="+mn-ea"/>
                          <a:cs typeface="+mn-cs"/>
                        </a:rPr>
                      </a:br>
                      <a:r>
                        <a:rPr kumimoji="0" lang="en-IN" sz="1000" b="0" i="0" u="none" strike="noStrike" kern="1200" cap="none" spc="0" normalizeH="0" baseline="0" noProof="0">
                          <a:ln>
                            <a:noFill/>
                          </a:ln>
                          <a:solidFill>
                            <a:schemeClr val="bg1"/>
                          </a:solidFill>
                          <a:effectLst/>
                          <a:uLnTx/>
                          <a:uFillTx/>
                          <a:latin typeface="+mn-lt"/>
                          <a:ea typeface="+mn-ea"/>
                          <a:cs typeface="+mn-cs"/>
                        </a:rPr>
                        <a:t>can be performed 4) Evaluation of data flow and additional data requirement to comply with US GAAP ASC 606</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EMEA</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IT</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712191502"/>
                  </a:ext>
                </a:extLst>
              </a:tr>
            </a:tbl>
          </a:graphicData>
        </a:graphic>
      </p:graphicFrame>
    </p:spTree>
    <p:extLst>
      <p:ext uri="{BB962C8B-B14F-4D97-AF65-F5344CB8AC3E}">
        <p14:creationId xmlns:p14="http://schemas.microsoft.com/office/powerpoint/2010/main" val="3749335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5FB62C-A6AB-BF3B-EC3C-462DBB13B83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F6B6B54-4ACD-ED84-E615-5F88B8047D61}"/>
              </a:ext>
            </a:extLst>
          </p:cNvPr>
          <p:cNvSpPr>
            <a:spLocks noGrp="1"/>
          </p:cNvSpPr>
          <p:nvPr>
            <p:ph type="title"/>
          </p:nvPr>
        </p:nvSpPr>
        <p:spPr/>
        <p:txBody>
          <a:bodyPr/>
          <a:lstStyle/>
          <a:p>
            <a:r>
              <a:rPr lang="en-IN"/>
              <a:t>GDS Projects (2/x)</a:t>
            </a:r>
          </a:p>
        </p:txBody>
      </p:sp>
      <p:sp>
        <p:nvSpPr>
          <p:cNvPr id="5" name="Slide Number Placeholder 4">
            <a:extLst>
              <a:ext uri="{FF2B5EF4-FFF2-40B4-BE49-F238E27FC236}">
                <a16:creationId xmlns:a16="http://schemas.microsoft.com/office/drawing/2014/main" id="{E5DC6DA7-A38C-5063-79E0-6502BFA3C282}"/>
              </a:ext>
            </a:extLst>
          </p:cNvPr>
          <p:cNvSpPr>
            <a:spLocks noGrp="1"/>
          </p:cNvSpPr>
          <p:nvPr>
            <p:ph type="sldNum" sz="quarter" idx="12"/>
          </p:nvPr>
        </p:nvSpPr>
        <p:spPr/>
        <p:txBody>
          <a:bodyPr/>
          <a:lstStyle/>
          <a:p>
            <a:fld id="{94FCA0F3-9F3A-694B-99BB-0E592A797735}" type="slidenum">
              <a:rPr lang="en-US" smtClean="0"/>
              <a:t>136</a:t>
            </a:fld>
            <a:endParaRPr lang="en-US"/>
          </a:p>
        </p:txBody>
      </p:sp>
      <p:sp>
        <p:nvSpPr>
          <p:cNvPr id="6" name="Date Placeholder 5">
            <a:extLst>
              <a:ext uri="{FF2B5EF4-FFF2-40B4-BE49-F238E27FC236}">
                <a16:creationId xmlns:a16="http://schemas.microsoft.com/office/drawing/2014/main" id="{8CC8FD9F-70B8-A746-88ED-46A6C14464E5}"/>
              </a:ext>
            </a:extLst>
          </p:cNvPr>
          <p:cNvSpPr>
            <a:spLocks noGrp="1"/>
          </p:cNvSpPr>
          <p:nvPr>
            <p:ph type="dt" sz="half" idx="10"/>
          </p:nvPr>
        </p:nvSpPr>
        <p:spPr/>
        <p:txBody>
          <a:bodyPr/>
          <a:lstStyle/>
          <a:p>
            <a:fld id="{345C9E22-11CE-425B-9864-64378F237137}" type="datetime1">
              <a:rPr lang="en-US" smtClean="0"/>
              <a:t>9/19/2025</a:t>
            </a:fld>
            <a:endParaRPr lang="en-US"/>
          </a:p>
        </p:txBody>
      </p:sp>
      <p:sp>
        <p:nvSpPr>
          <p:cNvPr id="7" name="SmartArt Placeholder 6">
            <a:extLst>
              <a:ext uri="{FF2B5EF4-FFF2-40B4-BE49-F238E27FC236}">
                <a16:creationId xmlns:a16="http://schemas.microsoft.com/office/drawing/2014/main" id="{AA8EFC54-6BB9-5EFA-757E-CDA37D7DF767}"/>
              </a:ext>
            </a:extLst>
          </p:cNvPr>
          <p:cNvSpPr>
            <a:spLocks noGrp="1"/>
          </p:cNvSpPr>
          <p:nvPr>
            <p:ph type="dgm" sz="quarter" idx="17"/>
          </p:nvPr>
        </p:nvSpPr>
        <p:spPr/>
        <p:txBody>
          <a:bodyPr/>
          <a:lstStyle/>
          <a:p>
            <a:endParaRPr lang="en-IN"/>
          </a:p>
        </p:txBody>
      </p:sp>
      <p:graphicFrame>
        <p:nvGraphicFramePr>
          <p:cNvPr id="8" name="Table 7">
            <a:extLst>
              <a:ext uri="{FF2B5EF4-FFF2-40B4-BE49-F238E27FC236}">
                <a16:creationId xmlns:a16="http://schemas.microsoft.com/office/drawing/2014/main" id="{A255A13D-768E-A379-2848-9BAEDA50DE9F}"/>
              </a:ext>
            </a:extLst>
          </p:cNvPr>
          <p:cNvGraphicFramePr>
            <a:graphicFrameLocks noGrp="1"/>
          </p:cNvGraphicFramePr>
          <p:nvPr>
            <p:extLst>
              <p:ext uri="{D42A27DB-BD31-4B8C-83A1-F6EECF244321}">
                <p14:modId xmlns:p14="http://schemas.microsoft.com/office/powerpoint/2010/main" val="1587274416"/>
              </p:ext>
            </p:extLst>
          </p:nvPr>
        </p:nvGraphicFramePr>
        <p:xfrm>
          <a:off x="484632" y="1126522"/>
          <a:ext cx="11222736" cy="4559813"/>
        </p:xfrm>
        <a:graphic>
          <a:graphicData uri="http://schemas.openxmlformats.org/drawingml/2006/table">
            <a:tbl>
              <a:tblPr/>
              <a:tblGrid>
                <a:gridCol w="2361044">
                  <a:extLst>
                    <a:ext uri="{9D8B030D-6E8A-4147-A177-3AD203B41FA5}">
                      <a16:colId xmlns:a16="http://schemas.microsoft.com/office/drawing/2014/main" val="2181700987"/>
                    </a:ext>
                  </a:extLst>
                </a:gridCol>
                <a:gridCol w="6238380">
                  <a:extLst>
                    <a:ext uri="{9D8B030D-6E8A-4147-A177-3AD203B41FA5}">
                      <a16:colId xmlns:a16="http://schemas.microsoft.com/office/drawing/2014/main" val="3465123203"/>
                    </a:ext>
                  </a:extLst>
                </a:gridCol>
                <a:gridCol w="1311656">
                  <a:extLst>
                    <a:ext uri="{9D8B030D-6E8A-4147-A177-3AD203B41FA5}">
                      <a16:colId xmlns:a16="http://schemas.microsoft.com/office/drawing/2014/main" val="3957014870"/>
                    </a:ext>
                  </a:extLst>
                </a:gridCol>
                <a:gridCol w="1311656">
                  <a:extLst>
                    <a:ext uri="{9D8B030D-6E8A-4147-A177-3AD203B41FA5}">
                      <a16:colId xmlns:a16="http://schemas.microsoft.com/office/drawing/2014/main" val="3052045837"/>
                    </a:ext>
                  </a:extLst>
                </a:gridCol>
              </a:tblGrid>
              <a:tr h="291533">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b="1" kern="1200">
                          <a:solidFill>
                            <a:schemeClr val="tx1"/>
                          </a:solidFill>
                          <a:latin typeface="+mj-lt"/>
                          <a:ea typeface="+mn-ea"/>
                          <a:cs typeface="Arial" panose="020B0604020202020204" pitchFamily="34" charset="0"/>
                        </a:rPr>
                        <a:t>Client – Project Name</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a:solidFill>
                            <a:schemeClr val="tx1"/>
                          </a:solidFill>
                          <a:latin typeface="+mj-lt"/>
                          <a:ea typeface="+mn-ea"/>
                          <a:cs typeface="Arial" panose="020B0604020202020204" pitchFamily="34" charset="0"/>
                        </a:rPr>
                        <a:t>Description</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a:ln>
                            <a:noFill/>
                          </a:ln>
                          <a:solidFill>
                            <a:schemeClr val="tx1"/>
                          </a:solidFill>
                          <a:effectLst/>
                          <a:uLnTx/>
                          <a:uFillTx/>
                          <a:latin typeface="+mj-lt"/>
                          <a:ea typeface="+mn-ea"/>
                          <a:cs typeface="Arial" panose="020B0604020202020204" pitchFamily="34" charset="0"/>
                        </a:rPr>
                        <a:t>Region</a:t>
                      </a:r>
                    </a:p>
                  </a:txBody>
                  <a:tcPr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noProof="0">
                          <a:solidFill>
                            <a:schemeClr val="tx1"/>
                          </a:solidFill>
                          <a:latin typeface="+mj-lt"/>
                          <a:ea typeface="+mn-ea"/>
                          <a:cs typeface="Arial" panose="020B0604020202020204" pitchFamily="34" charset="0"/>
                        </a:rPr>
                        <a:t>Sector</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extLst>
                  <a:ext uri="{0D108BD9-81ED-4DB2-BD59-A6C34878D82A}">
                    <a16:rowId xmlns:a16="http://schemas.microsoft.com/office/drawing/2014/main" val="243059793"/>
                  </a:ext>
                </a:extLst>
              </a:tr>
              <a:tr h="324000">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EYInterstate Light"/>
                          <a:ea typeface="+mn-ea"/>
                          <a:cs typeface="+mn-cs"/>
                        </a:rPr>
                        <a:t>Moody’s: Revenue Recognition</a:t>
                      </a: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600"/>
                        </a:spcBef>
                        <a:spcAft>
                          <a:spcPts val="200"/>
                        </a:spcAft>
                        <a:buClr>
                          <a:srgbClr val="333333"/>
                        </a:buClr>
                        <a:buSzTx/>
                        <a:buFontTx/>
                        <a:buNone/>
                        <a:tabLst>
                          <a:tab pos="88768" algn="l"/>
                        </a:tabLst>
                        <a:defRPr/>
                      </a:pPr>
                      <a:r>
                        <a:rPr kumimoji="0" lang="en-US" sz="1000" b="1" i="0" u="none" strike="noStrike" kern="1200" cap="none" spc="0" normalizeH="0" baseline="0" noProof="0">
                          <a:ln>
                            <a:noFill/>
                          </a:ln>
                          <a:solidFill>
                            <a:schemeClr val="bg1"/>
                          </a:solidFill>
                          <a:effectLst/>
                          <a:uLnTx/>
                          <a:uFillTx/>
                          <a:latin typeface="EYInterstate Light"/>
                          <a:ea typeface="+mn-ea"/>
                          <a:cs typeface="+mn-cs"/>
                        </a:rPr>
                        <a:t>Client was looking for: 1) </a:t>
                      </a:r>
                      <a:r>
                        <a:rPr kumimoji="0" lang="en-IN" sz="1000" b="0" i="0" u="none" strike="noStrike" kern="1200" cap="none" spc="0" normalizeH="0" baseline="0" noProof="0">
                          <a:ln>
                            <a:noFill/>
                          </a:ln>
                          <a:solidFill>
                            <a:schemeClr val="bg1"/>
                          </a:solidFill>
                          <a:effectLst/>
                          <a:uLnTx/>
                          <a:uFillTx/>
                          <a:latin typeface="EYInterstate Light"/>
                          <a:ea typeface="+mn-ea"/>
                          <a:cs typeface="+mn-cs"/>
                        </a:rPr>
                        <a:t>Implementation of </a:t>
                      </a:r>
                      <a:r>
                        <a:rPr kumimoji="0" lang="en-IN" sz="1000" b="0" i="0" u="none" strike="noStrike" kern="1200" cap="none" spc="0" normalizeH="0" baseline="0" noProof="0" err="1">
                          <a:ln>
                            <a:noFill/>
                          </a:ln>
                          <a:solidFill>
                            <a:schemeClr val="bg1"/>
                          </a:solidFill>
                          <a:effectLst/>
                          <a:uLnTx/>
                          <a:uFillTx/>
                          <a:latin typeface="EYInterstate Light"/>
                          <a:ea typeface="+mn-ea"/>
                          <a:cs typeface="+mn-cs"/>
                        </a:rPr>
                        <a:t>RevPro</a:t>
                      </a:r>
                      <a:r>
                        <a:rPr kumimoji="0" lang="en-IN" sz="1000" b="0" i="0" u="none" strike="noStrike" kern="1200" cap="none" spc="0" normalizeH="0" baseline="0" noProof="0">
                          <a:ln>
                            <a:noFill/>
                          </a:ln>
                          <a:solidFill>
                            <a:schemeClr val="bg1"/>
                          </a:solidFill>
                          <a:effectLst/>
                          <a:uLnTx/>
                          <a:uFillTx/>
                          <a:latin typeface="EYInterstate Light"/>
                          <a:ea typeface="+mn-ea"/>
                          <a:cs typeface="+mn-cs"/>
                        </a:rPr>
                        <a:t> to comply with ASC 606 as per US GAAP for their Revenue Recognition process 2) Design, build and deliver the test scripts for </a:t>
                      </a:r>
                      <a:r>
                        <a:rPr kumimoji="0" lang="en-IN" sz="1000" b="0" i="0" u="none" strike="noStrike" kern="1200" cap="none" spc="0" normalizeH="0" baseline="0" noProof="0" err="1">
                          <a:ln>
                            <a:noFill/>
                          </a:ln>
                          <a:solidFill>
                            <a:schemeClr val="bg1"/>
                          </a:solidFill>
                          <a:effectLst/>
                          <a:uLnTx/>
                          <a:uFillTx/>
                          <a:latin typeface="EYInterstate Light"/>
                          <a:ea typeface="+mn-ea"/>
                          <a:cs typeface="+mn-cs"/>
                        </a:rPr>
                        <a:t>RevPro</a:t>
                      </a:r>
                      <a:r>
                        <a:rPr kumimoji="0" lang="en-IN" sz="1000" b="0" i="0" u="none" strike="noStrike" kern="1200" cap="none" spc="0" normalizeH="0" baseline="0" noProof="0">
                          <a:ln>
                            <a:noFill/>
                          </a:ln>
                          <a:solidFill>
                            <a:schemeClr val="bg1"/>
                          </a:solidFill>
                          <a:effectLst/>
                          <a:uLnTx/>
                          <a:uFillTx/>
                          <a:latin typeface="EYInterstate Light"/>
                          <a:ea typeface="+mn-ea"/>
                          <a:cs typeface="+mn-cs"/>
                        </a:rPr>
                        <a:t>  3) Provide assistance to Revenue Accounting team in resolving </a:t>
                      </a:r>
                      <a:r>
                        <a:rPr kumimoji="0" lang="en-IN" sz="1000" b="0" i="0" u="none" strike="noStrike" kern="1200" cap="none" spc="0" normalizeH="0" baseline="0" noProof="0" err="1">
                          <a:ln>
                            <a:noFill/>
                          </a:ln>
                          <a:solidFill>
                            <a:schemeClr val="bg1"/>
                          </a:solidFill>
                          <a:effectLst/>
                          <a:uLnTx/>
                          <a:uFillTx/>
                          <a:latin typeface="EYInterstate Light"/>
                          <a:ea typeface="+mn-ea"/>
                          <a:cs typeface="+mn-cs"/>
                        </a:rPr>
                        <a:t>RevPro</a:t>
                      </a:r>
                      <a:r>
                        <a:rPr kumimoji="0" lang="en-IN" sz="1000" b="0" i="0" u="none" strike="noStrike" kern="1200" cap="none" spc="0" normalizeH="0" baseline="0" noProof="0">
                          <a:ln>
                            <a:noFill/>
                          </a:ln>
                          <a:solidFill>
                            <a:schemeClr val="bg1"/>
                          </a:solidFill>
                          <a:effectLst/>
                          <a:uLnTx/>
                          <a:uFillTx/>
                          <a:latin typeface="EYInterstate Light"/>
                          <a:ea typeface="+mn-ea"/>
                          <a:cs typeface="+mn-cs"/>
                        </a:rPr>
                        <a:t> issues 4) Provide support to Moody’s to operationalize the future state processes defined during Revenue Management program</a:t>
                      </a: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FS</a:t>
                      </a: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73813071"/>
                  </a:ext>
                </a:extLst>
              </a:tr>
              <a:tr h="324000">
                <a:tc>
                  <a:txBody>
                    <a:body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Mondelez: IFRS16 Implementation – SQL DBMS </a:t>
                      </a: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200"/>
                        </a:spcBef>
                        <a:spcAft>
                          <a:spcPts val="200"/>
                        </a:spcAft>
                        <a:buClr>
                          <a:srgbClr val="FFD200"/>
                        </a:buClr>
                        <a:buSzPct val="70000"/>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Reconciliation of changes done in SLAN system for lease accounting through excel based models and reports generated out of SLAN model to ensure all changes have been correctly captured in SLAN system</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FMGC</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253257927"/>
                  </a:ext>
                </a:extLst>
              </a:tr>
              <a:tr h="324000">
                <a:tc>
                  <a:txBody>
                    <a:body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Moffitt Cancer Centre &amp; Research Institute – Account Receivable Reconciliation</a:t>
                      </a:r>
                      <a:endParaRPr kumimoji="0" lang="en-US"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0"/>
                        </a:spcBef>
                        <a:spcAft>
                          <a:spcPts val="200"/>
                        </a:spcAft>
                        <a:buClr>
                          <a:srgbClr val="FFD200"/>
                        </a:buClr>
                        <a:buSzPct val="70000"/>
                        <a:buFont typeface="Arial" pitchFamily="34" charset="0"/>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Accounts Receivable Reconciliation for their trials from various payers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000" b="0" i="0" u="none" strike="noStrike" kern="1200" cap="none" spc="0" normalizeH="0" baseline="0" noProof="0">
                        <a:ln>
                          <a:noFill/>
                        </a:ln>
                        <a:solidFill>
                          <a:schemeClr val="bg1"/>
                        </a:solidFill>
                        <a:effectLst/>
                        <a:uLnTx/>
                        <a:uFillTx/>
                        <a:latin typeface="EYInterstate Light"/>
                        <a:ea typeface="+mn-ea"/>
                        <a:cs typeface="+mn-cs"/>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Healthcare</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117421767"/>
                  </a:ext>
                </a:extLst>
              </a:tr>
              <a:tr h="324000">
                <a:tc>
                  <a:txBody>
                    <a:body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New Relic: IFRS 15 – Zuora </a:t>
                      </a:r>
                      <a:r>
                        <a:rPr kumimoji="0" lang="en-IN" sz="1000" b="1" i="0" u="none" strike="noStrike" kern="1200" cap="none" spc="0" normalizeH="0" baseline="0" noProof="0" err="1">
                          <a:ln>
                            <a:noFill/>
                          </a:ln>
                          <a:solidFill>
                            <a:schemeClr val="bg1"/>
                          </a:solidFill>
                          <a:effectLst/>
                          <a:uLnTx/>
                          <a:uFillTx/>
                          <a:latin typeface="+mn-lt"/>
                          <a:ea typeface="+mn-ea"/>
                          <a:cs typeface="+mn-cs"/>
                        </a:rPr>
                        <a:t>RevPro</a:t>
                      </a:r>
                      <a:r>
                        <a:rPr kumimoji="0" lang="en-IN" sz="1000" b="1" i="0" u="none" strike="noStrike" kern="1200" cap="none" spc="0" normalizeH="0" baseline="0" noProof="0">
                          <a:ln>
                            <a:noFill/>
                          </a:ln>
                          <a:solidFill>
                            <a:schemeClr val="bg1"/>
                          </a:solidFill>
                          <a:effectLst/>
                          <a:uLnTx/>
                          <a:uFillTx/>
                          <a:latin typeface="+mn-lt"/>
                          <a:ea typeface="+mn-ea"/>
                          <a:cs typeface="+mn-cs"/>
                        </a:rPr>
                        <a:t> Implementation &amp; Data Migration</a:t>
                      </a:r>
                      <a:endParaRPr kumimoji="0" lang="en-US"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just" defTabSz="914400" rtl="0" eaLnBrk="1" fontAlgn="auto" latinLnBrk="0" hangingPunct="1">
                        <a:lnSpc>
                          <a:spcPct val="100000"/>
                        </a:lnSpc>
                        <a:spcBef>
                          <a:spcPts val="200"/>
                        </a:spcBef>
                        <a:spcAft>
                          <a:spcPts val="200"/>
                        </a:spcAft>
                        <a:buClr>
                          <a:srgbClr val="FFD200"/>
                        </a:buClr>
                        <a:buSzPct val="70000"/>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Implementation of Zuora </a:t>
                      </a:r>
                      <a:r>
                        <a:rPr kumimoji="0" lang="en-IN" sz="1000" b="0" i="0" u="none" strike="noStrike" kern="1200" cap="none" spc="0" normalizeH="0" baseline="0" noProof="0" err="1">
                          <a:ln>
                            <a:noFill/>
                          </a:ln>
                          <a:solidFill>
                            <a:schemeClr val="bg1"/>
                          </a:solidFill>
                          <a:effectLst/>
                          <a:uLnTx/>
                          <a:uFillTx/>
                          <a:latin typeface="+mn-lt"/>
                          <a:ea typeface="+mn-ea"/>
                          <a:cs typeface="+mn-cs"/>
                        </a:rPr>
                        <a:t>RevPro</a:t>
                      </a:r>
                      <a:r>
                        <a:rPr kumimoji="0" lang="en-IN" sz="1000" b="0" i="0" u="none" strike="noStrike" kern="1200" cap="none" spc="0" normalizeH="0" baseline="0" noProof="0">
                          <a:ln>
                            <a:noFill/>
                          </a:ln>
                          <a:solidFill>
                            <a:schemeClr val="bg1"/>
                          </a:solidFill>
                          <a:effectLst/>
                          <a:uLnTx/>
                          <a:uFillTx/>
                          <a:latin typeface="+mn-lt"/>
                          <a:ea typeface="+mn-ea"/>
                          <a:cs typeface="+mn-cs"/>
                        </a:rPr>
                        <a:t> - Revenue Recognition tool baselined on IFRS 15 accounting. In addition, client also required migration of the financial data in their existing accounting tool – NetSuite to Zuora-Revenue tool</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Technology</a:t>
                      </a:r>
                      <a:endParaRPr lang="en-US" sz="1000" b="0" i="0" kern="1200" noProof="0">
                        <a:solidFill>
                          <a:schemeClr val="bg1"/>
                        </a:solidFill>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9574532"/>
                  </a:ext>
                </a:extLst>
              </a:tr>
              <a:tr h="324000">
                <a:tc>
                  <a:txBody>
                    <a:bodyPr/>
                    <a:lstStyle/>
                    <a:p>
                      <a:pPr marL="0" marR="0" lvl="0" indent="0" algn="l" defTabSz="913943" rtl="0" eaLnBrk="1" fontAlgn="auto" latinLnBrk="0" hangingPunct="1">
                        <a:lnSpc>
                          <a:spcPct val="90000"/>
                        </a:lnSpc>
                        <a:spcBef>
                          <a:spcPct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Boots : BlackLine Account Reconciliations, Task Management and Journals Implementation</a:t>
                      </a:r>
                      <a:endParaRPr kumimoji="0" lang="en-US" sz="1000" b="1" i="1"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1" indent="0" algn="l" defTabSz="914400" rtl="0" eaLnBrk="1" fontAlgn="ctr" latinLnBrk="0" hangingPunct="1">
                        <a:lnSpc>
                          <a:spcPct val="100000"/>
                        </a:lnSpc>
                        <a:spcBef>
                          <a:spcPts val="0"/>
                        </a:spcBef>
                        <a:spcAft>
                          <a:spcPts val="0"/>
                        </a:spcAft>
                        <a:buClr>
                          <a:srgbClr val="FFE600"/>
                        </a:buClr>
                        <a:buSzPct val="70000"/>
                        <a:buFont typeface="Arial" panose="020B0604020202020204" pitchFamily="34" charset="0"/>
                        <a:buNone/>
                        <a:tabLst>
                          <a:tab pos="88724" algn="l"/>
                        </a:tabLst>
                        <a:defRPr/>
                      </a:pPr>
                      <a:r>
                        <a:rPr kumimoji="0" lang="en-US" sz="1000" b="1" i="0" u="none" strike="noStrike" kern="1200" cap="none" spc="0" normalizeH="0" baseline="0" noProof="0">
                          <a:ln>
                            <a:noFill/>
                          </a:ln>
                          <a:solidFill>
                            <a:schemeClr val="bg1"/>
                          </a:solidFill>
                          <a:effectLst/>
                          <a:uLnTx/>
                          <a:uFillTx/>
                          <a:latin typeface="+mn-lt"/>
                          <a:ea typeface="+mn-ea"/>
                          <a:cs typeface="+mn-cs"/>
                        </a:rPr>
                        <a:t>Client was looking for: </a:t>
                      </a:r>
                      <a:r>
                        <a:rPr kumimoji="0" lang="en-US" sz="1000" b="0" i="0" u="none" strike="noStrike" kern="1200" cap="none" spc="0" normalizeH="0" baseline="0" noProof="0">
                          <a:ln>
                            <a:noFill/>
                          </a:ln>
                          <a:solidFill>
                            <a:schemeClr val="bg1"/>
                          </a:solidFill>
                          <a:effectLst/>
                          <a:uLnTx/>
                          <a:uFillTx/>
                          <a:latin typeface="+mn-lt"/>
                          <a:ea typeface="+mn-ea"/>
                          <a:cs typeface="+mn-cs"/>
                        </a:rPr>
                        <a:t>1) </a:t>
                      </a:r>
                      <a:r>
                        <a:rPr kumimoji="0" lang="en-IN" sz="1000" b="0" i="0" u="none" strike="noStrike" kern="1200" cap="none" spc="0" normalizeH="0" baseline="0" noProof="0">
                          <a:ln>
                            <a:noFill/>
                          </a:ln>
                          <a:solidFill>
                            <a:schemeClr val="bg1"/>
                          </a:solidFill>
                          <a:effectLst/>
                          <a:uLnTx/>
                          <a:uFillTx/>
                          <a:latin typeface="+mn-lt"/>
                          <a:ea typeface="+mn-ea"/>
                          <a:cs typeface="+mn-cs"/>
                        </a:rPr>
                        <a:t>Client was migrating from SAP ECC to SAP S4 HANA (Project Orion) and wanted to redesign there already existing Blackline instance for configuration with S4 2) As part of project Orion Client was planning to migrate Boots , No7 and Optician</a:t>
                      </a:r>
                      <a:r>
                        <a:rPr lang="en-IN" sz="1000">
                          <a:solidFill>
                            <a:schemeClr val="bg1"/>
                          </a:solidFill>
                          <a:latin typeface="+mn-lt"/>
                        </a:rPr>
                        <a:t>s from ECC to S4. </a:t>
                      </a:r>
                      <a:r>
                        <a:rPr kumimoji="0" lang="en-IN" sz="1000" b="0" i="0" u="none" strike="noStrike" kern="1200" cap="none" spc="0" normalizeH="0" baseline="0" noProof="0">
                          <a:ln>
                            <a:noFill/>
                          </a:ln>
                          <a:solidFill>
                            <a:schemeClr val="bg1"/>
                          </a:solidFill>
                          <a:effectLst/>
                          <a:uLnTx/>
                          <a:uFillTx/>
                          <a:latin typeface="+mn-lt"/>
                        </a:rPr>
                        <a:t> 3)Implementing Account Reconciliation,</a:t>
                      </a:r>
                      <a:r>
                        <a:rPr lang="en-IN" sz="1000">
                          <a:solidFill>
                            <a:schemeClr val="bg1"/>
                          </a:solidFill>
                          <a:latin typeface="+mn-lt"/>
                        </a:rPr>
                        <a:t> </a:t>
                      </a:r>
                      <a:r>
                        <a:rPr kumimoji="0" lang="en-IN" sz="1000" b="0" i="0" u="none" strike="noStrike" kern="1200" cap="none" spc="0" normalizeH="0" baseline="0" noProof="0">
                          <a:ln>
                            <a:noFill/>
                          </a:ln>
                          <a:solidFill>
                            <a:schemeClr val="bg1"/>
                          </a:solidFill>
                          <a:effectLst/>
                          <a:uLnTx/>
                          <a:uFillTx/>
                          <a:latin typeface="+mn-lt"/>
                        </a:rPr>
                        <a:t>Task Management and Journals Modules with new Chart of Accounts developed for S4. </a:t>
                      </a:r>
                      <a:endParaRPr lang="en-IN" sz="1000" b="1" i="0" u="none" strike="noStrike" kern="1200" cap="none" spc="0" normalizeH="0" baseline="0" noProof="0">
                        <a:ln>
                          <a:noFill/>
                        </a:ln>
                        <a:solidFill>
                          <a:schemeClr val="bg1"/>
                        </a:solidFill>
                        <a:effectLst/>
                        <a:uLnTx/>
                        <a:uFillTx/>
                        <a:latin typeface="+mn-lt"/>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UKI</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Healthcare</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183868604"/>
                  </a:ext>
                </a:extLst>
              </a:tr>
              <a:tr h="324000">
                <a:tc>
                  <a:txBody>
                    <a:body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rPr>
                        <a:t>AstraZeneca: BlackLine Remediation (S4 Migration) – Account Reconciliations &amp; Journals</a:t>
                      </a:r>
                      <a:endParaRPr kumimoji="0" lang="en-US"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1" indent="0" algn="l" defTabSz="1042138" rtl="0" eaLnBrk="1" fontAlgn="ctr" latinLnBrk="0" hangingPunct="1">
                        <a:lnSpc>
                          <a:spcPct val="100000"/>
                        </a:lnSpc>
                        <a:spcBef>
                          <a:spcPts val="0"/>
                        </a:spcBef>
                        <a:spcAft>
                          <a:spcPts val="600"/>
                        </a:spcAft>
                        <a:buClr>
                          <a:srgbClr val="FFE600"/>
                        </a:buClr>
                        <a:buSzPct val="100000"/>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Client was looking for: </a:t>
                      </a:r>
                      <a:r>
                        <a:rPr kumimoji="0" lang="en-IN" sz="1000" b="0" i="0" u="none" strike="noStrike" kern="1200" cap="none" spc="0" normalizeH="0" baseline="0" noProof="0">
                          <a:ln>
                            <a:noFill/>
                          </a:ln>
                          <a:solidFill>
                            <a:schemeClr val="bg1"/>
                          </a:solidFill>
                          <a:effectLst/>
                          <a:uLnTx/>
                          <a:uFillTx/>
                          <a:latin typeface="+mn-lt"/>
                          <a:ea typeface="+mn-ea"/>
                          <a:cs typeface="+mn-cs"/>
                        </a:rPr>
                        <a:t>1) As the client was moving its SAP ECC systems to S4HANA instance, </a:t>
                      </a:r>
                      <a:r>
                        <a:rPr lang="en-IN" sz="1000">
                          <a:solidFill>
                            <a:schemeClr val="bg1"/>
                          </a:solidFill>
                          <a:latin typeface="+mn-lt"/>
                        </a:rPr>
                        <a:t>it was looking for </a:t>
                      </a:r>
                      <a:r>
                        <a:rPr kumimoji="0" lang="en-IN" sz="1000" b="0" i="0" u="none" strike="noStrike" kern="1200" cap="none" spc="0" normalizeH="0" baseline="0" noProof="0">
                          <a:ln>
                            <a:noFill/>
                          </a:ln>
                          <a:solidFill>
                            <a:schemeClr val="bg1"/>
                          </a:solidFill>
                          <a:effectLst/>
                          <a:uLnTx/>
                          <a:uFillTx/>
                          <a:latin typeface="+mn-lt"/>
                          <a:ea typeface="+mn-ea"/>
                          <a:cs typeface="+mn-cs"/>
                        </a:rPr>
                        <a:t>BlackLine workstream transition within this larger transformation initiative (Project Axial) 2) Assist AstraZeneca in migrating the BlackLine system to the new S/4 HANA environment 3) Establish new BlackLine integrations compatible with S/4 HANA 4) Assessing the current design to determine necessary areas of impact and solution updates required to keep the processes aligned in the new SAP environment 5) Meet agreed milestones and deliverables in line with APICOM and Mexico entity deployment schedule</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UKI</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Health Sciences and Wellness</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53183638"/>
                  </a:ext>
                </a:extLst>
              </a:tr>
              <a:tr h="164705">
                <a:tc>
                  <a:txBody>
                    <a:bodyPr/>
                    <a:lstStyle/>
                    <a:p>
                      <a:pPr defTabSz="913943">
                        <a:defRPr/>
                      </a:pPr>
                      <a:r>
                        <a:rPr lang="en-IN" sz="1000" b="1">
                          <a:solidFill>
                            <a:schemeClr val="bg1"/>
                          </a:solidFill>
                          <a:latin typeface="+mn-lt"/>
                        </a:rPr>
                        <a:t>Coupang: BlackLine Account Reconciliation Implementation</a:t>
                      </a:r>
                      <a:endParaRPr lang="en-US" sz="1000" b="1">
                        <a:solidFill>
                          <a:schemeClr val="bg1"/>
                        </a:solidFill>
                        <a:latin typeface="EYInterstate Light" panose="02000506000000020004" pitchFamily="2" charset="0"/>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lvl="1">
                        <a:spcBef>
                          <a:spcPts val="200"/>
                        </a:spcBef>
                        <a:spcAft>
                          <a:spcPts val="200"/>
                        </a:spcAft>
                        <a:buClr>
                          <a:srgbClr val="FFE600"/>
                        </a:buClr>
                        <a:buSzPct val="70000"/>
                        <a:tabLst>
                          <a:tab pos="88768" algn="l"/>
                        </a:tabLst>
                        <a:defRPr/>
                      </a:pPr>
                      <a:r>
                        <a:rPr lang="en-IN" sz="1000" b="1">
                          <a:solidFill>
                            <a:schemeClr val="bg1"/>
                          </a:solidFill>
                          <a:latin typeface="+mn-lt"/>
                        </a:rPr>
                        <a:t>Client was looking for: 1) </a:t>
                      </a:r>
                      <a:r>
                        <a:rPr lang="en-US" sz="1000">
                          <a:solidFill>
                            <a:schemeClr val="bg1"/>
                          </a:solidFill>
                          <a:latin typeface="+mn-lt"/>
                        </a:rPr>
                        <a:t>The client was looking for an efficient and automated financial reconciliation solution for balance sheet reconciliation 2) </a:t>
                      </a:r>
                      <a:r>
                        <a:rPr lang="en-IN" sz="1000">
                          <a:solidFill>
                            <a:schemeClr val="bg1"/>
                          </a:solidFill>
                          <a:latin typeface="+mn-lt"/>
                        </a:rPr>
                        <a:t>Design and build BlackLine functions as per client's reconciliation processes 3) Subledger Automation for Customer, Vendor and Asset subledger accounts.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South Korea</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E-</a:t>
                      </a:r>
                      <a:r>
                        <a:rPr lang="en-US" sz="1000" b="0" i="0" kern="1200" noProof="0" err="1">
                          <a:solidFill>
                            <a:schemeClr val="bg1"/>
                          </a:solidFill>
                          <a:latin typeface="+mn-lt"/>
                          <a:ea typeface="+mn-ea"/>
                          <a:cs typeface="Arial" panose="020B0604020202020204" pitchFamily="34" charset="0"/>
                        </a:rPr>
                        <a:t>Commercie</a:t>
                      </a:r>
                      <a:endParaRPr lang="en-US" sz="1000" b="0" i="0" kern="1200" noProof="0">
                        <a:solidFill>
                          <a:schemeClr val="bg1"/>
                        </a:solidFill>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251985285"/>
                  </a:ext>
                </a:extLst>
              </a:tr>
            </a:tbl>
          </a:graphicData>
        </a:graphic>
      </p:graphicFrame>
    </p:spTree>
    <p:extLst>
      <p:ext uri="{BB962C8B-B14F-4D97-AF65-F5344CB8AC3E}">
        <p14:creationId xmlns:p14="http://schemas.microsoft.com/office/powerpoint/2010/main" val="2178277469"/>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413A7C-A7C1-5EB0-A625-831A9686F24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0611ED8-AE0C-4679-FB6C-8CD6AAE64949}"/>
              </a:ext>
            </a:extLst>
          </p:cNvPr>
          <p:cNvSpPr>
            <a:spLocks noGrp="1"/>
          </p:cNvSpPr>
          <p:nvPr>
            <p:ph type="title"/>
          </p:nvPr>
        </p:nvSpPr>
        <p:spPr/>
        <p:txBody>
          <a:bodyPr/>
          <a:lstStyle/>
          <a:p>
            <a:r>
              <a:rPr lang="en-IN"/>
              <a:t>GDS Projects (3/x)</a:t>
            </a:r>
          </a:p>
        </p:txBody>
      </p:sp>
      <p:sp>
        <p:nvSpPr>
          <p:cNvPr id="5" name="Slide Number Placeholder 4">
            <a:extLst>
              <a:ext uri="{FF2B5EF4-FFF2-40B4-BE49-F238E27FC236}">
                <a16:creationId xmlns:a16="http://schemas.microsoft.com/office/drawing/2014/main" id="{2B8CF8DB-64A1-D9F7-E4E6-C76949FC7F78}"/>
              </a:ext>
            </a:extLst>
          </p:cNvPr>
          <p:cNvSpPr>
            <a:spLocks noGrp="1"/>
          </p:cNvSpPr>
          <p:nvPr>
            <p:ph type="sldNum" sz="quarter" idx="12"/>
          </p:nvPr>
        </p:nvSpPr>
        <p:spPr/>
        <p:txBody>
          <a:bodyPr/>
          <a:lstStyle/>
          <a:p>
            <a:fld id="{94FCA0F3-9F3A-694B-99BB-0E592A797735}" type="slidenum">
              <a:rPr lang="en-US" smtClean="0"/>
              <a:t>137</a:t>
            </a:fld>
            <a:endParaRPr lang="en-US"/>
          </a:p>
        </p:txBody>
      </p:sp>
      <p:sp>
        <p:nvSpPr>
          <p:cNvPr id="6" name="Date Placeholder 5">
            <a:extLst>
              <a:ext uri="{FF2B5EF4-FFF2-40B4-BE49-F238E27FC236}">
                <a16:creationId xmlns:a16="http://schemas.microsoft.com/office/drawing/2014/main" id="{0692D867-2458-D889-0975-643C15B415BE}"/>
              </a:ext>
            </a:extLst>
          </p:cNvPr>
          <p:cNvSpPr>
            <a:spLocks noGrp="1"/>
          </p:cNvSpPr>
          <p:nvPr>
            <p:ph type="dt" sz="half" idx="10"/>
          </p:nvPr>
        </p:nvSpPr>
        <p:spPr/>
        <p:txBody>
          <a:bodyPr/>
          <a:lstStyle/>
          <a:p>
            <a:fld id="{345C9E22-11CE-425B-9864-64378F237137}" type="datetime1">
              <a:rPr lang="en-US" smtClean="0"/>
              <a:t>9/19/2025</a:t>
            </a:fld>
            <a:endParaRPr lang="en-US"/>
          </a:p>
        </p:txBody>
      </p:sp>
      <p:sp>
        <p:nvSpPr>
          <p:cNvPr id="7" name="SmartArt Placeholder 6">
            <a:extLst>
              <a:ext uri="{FF2B5EF4-FFF2-40B4-BE49-F238E27FC236}">
                <a16:creationId xmlns:a16="http://schemas.microsoft.com/office/drawing/2014/main" id="{9662A01C-647A-3530-3516-D53B311FCF30}"/>
              </a:ext>
            </a:extLst>
          </p:cNvPr>
          <p:cNvSpPr>
            <a:spLocks noGrp="1"/>
          </p:cNvSpPr>
          <p:nvPr>
            <p:ph type="dgm" sz="quarter" idx="17"/>
          </p:nvPr>
        </p:nvSpPr>
        <p:spPr/>
        <p:txBody>
          <a:bodyPr/>
          <a:lstStyle/>
          <a:p>
            <a:endParaRPr lang="en-IN"/>
          </a:p>
        </p:txBody>
      </p:sp>
      <p:graphicFrame>
        <p:nvGraphicFramePr>
          <p:cNvPr id="8" name="Table 7">
            <a:extLst>
              <a:ext uri="{FF2B5EF4-FFF2-40B4-BE49-F238E27FC236}">
                <a16:creationId xmlns:a16="http://schemas.microsoft.com/office/drawing/2014/main" id="{608746E3-F1F3-8E68-2CE6-AE8F99ED08C5}"/>
              </a:ext>
            </a:extLst>
          </p:cNvPr>
          <p:cNvGraphicFramePr>
            <a:graphicFrameLocks noGrp="1"/>
          </p:cNvGraphicFramePr>
          <p:nvPr>
            <p:extLst>
              <p:ext uri="{D42A27DB-BD31-4B8C-83A1-F6EECF244321}">
                <p14:modId xmlns:p14="http://schemas.microsoft.com/office/powerpoint/2010/main" val="1064645405"/>
              </p:ext>
            </p:extLst>
          </p:nvPr>
        </p:nvGraphicFramePr>
        <p:xfrm>
          <a:off x="484632" y="1126522"/>
          <a:ext cx="11222736" cy="4757933"/>
        </p:xfrm>
        <a:graphic>
          <a:graphicData uri="http://schemas.openxmlformats.org/drawingml/2006/table">
            <a:tbl>
              <a:tblPr/>
              <a:tblGrid>
                <a:gridCol w="2361044">
                  <a:extLst>
                    <a:ext uri="{9D8B030D-6E8A-4147-A177-3AD203B41FA5}">
                      <a16:colId xmlns:a16="http://schemas.microsoft.com/office/drawing/2014/main" val="2181700987"/>
                    </a:ext>
                  </a:extLst>
                </a:gridCol>
                <a:gridCol w="6238380">
                  <a:extLst>
                    <a:ext uri="{9D8B030D-6E8A-4147-A177-3AD203B41FA5}">
                      <a16:colId xmlns:a16="http://schemas.microsoft.com/office/drawing/2014/main" val="3465123203"/>
                    </a:ext>
                  </a:extLst>
                </a:gridCol>
                <a:gridCol w="1311656">
                  <a:extLst>
                    <a:ext uri="{9D8B030D-6E8A-4147-A177-3AD203B41FA5}">
                      <a16:colId xmlns:a16="http://schemas.microsoft.com/office/drawing/2014/main" val="3957014870"/>
                    </a:ext>
                  </a:extLst>
                </a:gridCol>
                <a:gridCol w="1311656">
                  <a:extLst>
                    <a:ext uri="{9D8B030D-6E8A-4147-A177-3AD203B41FA5}">
                      <a16:colId xmlns:a16="http://schemas.microsoft.com/office/drawing/2014/main" val="3052045837"/>
                    </a:ext>
                  </a:extLst>
                </a:gridCol>
              </a:tblGrid>
              <a:tr h="291533">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b="1" kern="1200">
                          <a:solidFill>
                            <a:schemeClr val="tx1"/>
                          </a:solidFill>
                          <a:latin typeface="+mj-lt"/>
                          <a:ea typeface="+mn-ea"/>
                          <a:cs typeface="Arial" panose="020B0604020202020204" pitchFamily="34" charset="0"/>
                        </a:rPr>
                        <a:t>Client – Project Name</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a:solidFill>
                            <a:schemeClr val="tx1"/>
                          </a:solidFill>
                          <a:latin typeface="+mj-lt"/>
                          <a:ea typeface="+mn-ea"/>
                          <a:cs typeface="Arial" panose="020B0604020202020204" pitchFamily="34" charset="0"/>
                        </a:rPr>
                        <a:t>Description</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a:ln>
                            <a:noFill/>
                          </a:ln>
                          <a:solidFill>
                            <a:schemeClr val="tx1"/>
                          </a:solidFill>
                          <a:effectLst/>
                          <a:uLnTx/>
                          <a:uFillTx/>
                          <a:latin typeface="+mj-lt"/>
                          <a:ea typeface="+mn-ea"/>
                          <a:cs typeface="Arial" panose="020B0604020202020204" pitchFamily="34" charset="0"/>
                        </a:rPr>
                        <a:t>Region</a:t>
                      </a:r>
                    </a:p>
                  </a:txBody>
                  <a:tcPr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noProof="0">
                          <a:solidFill>
                            <a:schemeClr val="tx1"/>
                          </a:solidFill>
                          <a:latin typeface="+mj-lt"/>
                          <a:ea typeface="+mn-ea"/>
                          <a:cs typeface="Arial" panose="020B0604020202020204" pitchFamily="34" charset="0"/>
                        </a:rPr>
                        <a:t>Sector</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extLst>
                  <a:ext uri="{0D108BD9-81ED-4DB2-BD59-A6C34878D82A}">
                    <a16:rowId xmlns:a16="http://schemas.microsoft.com/office/drawing/2014/main" val="243059793"/>
                  </a:ext>
                </a:extLst>
              </a:tr>
              <a:tr h="324000">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Grifols S.A. : BlackLine Journals Creation Implementation</a:t>
                      </a:r>
                      <a:endParaRPr kumimoji="0" lang="en-US" sz="1000" b="0"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600"/>
                        </a:spcBef>
                        <a:spcAft>
                          <a:spcPts val="200"/>
                        </a:spcAft>
                        <a:buClr>
                          <a:srgbClr val="333333"/>
                        </a:buClr>
                        <a:buSzTx/>
                        <a:buFontTx/>
                        <a:buNone/>
                        <a:tabLst>
                          <a:tab pos="88766" algn="l"/>
                        </a:tabLst>
                        <a:defRPr/>
                      </a:pPr>
                      <a:r>
                        <a:rPr kumimoji="0" lang="en-US" sz="1000" b="1" i="0" u="none" strike="noStrike" kern="1200" cap="none" spc="0" normalizeH="0" baseline="0" noProof="0">
                          <a:ln>
                            <a:noFill/>
                          </a:ln>
                          <a:solidFill>
                            <a:schemeClr val="bg1"/>
                          </a:solidFill>
                          <a:effectLst/>
                          <a:uLnTx/>
                          <a:uFillTx/>
                          <a:latin typeface="+mn-lt"/>
                          <a:ea typeface="+mn-ea"/>
                          <a:cs typeface="+mn-cs"/>
                        </a:rPr>
                        <a:t>Client was looking for: 1) </a:t>
                      </a:r>
                      <a:r>
                        <a:rPr lang="en-IN" sz="1000">
                          <a:solidFill>
                            <a:schemeClr val="bg1"/>
                          </a:solidFill>
                          <a:latin typeface="+mn-lt"/>
                        </a:rPr>
                        <a:t>Streamline approval process on the journal entries by automated approval workflow, centralized repository of documents &amp; also eliminate unorganized SAP controls by </a:t>
                      </a:r>
                      <a:r>
                        <a:rPr kumimoji="0" lang="en-IN" sz="1000" b="0" i="0" u="none" strike="noStrike" kern="1200" cap="none" spc="0" normalizeH="0" baseline="0" noProof="0">
                          <a:ln>
                            <a:noFill/>
                          </a:ln>
                          <a:solidFill>
                            <a:schemeClr val="bg1"/>
                          </a:solidFill>
                          <a:effectLst/>
                          <a:uLnTx/>
                          <a:uFillTx/>
                          <a:latin typeface="+mn-lt"/>
                          <a:ea typeface="+mn-ea"/>
                          <a:cs typeface="+mn-cs"/>
                        </a:rPr>
                        <a:t>levering BlackLine Journal entries 2) </a:t>
                      </a:r>
                      <a:r>
                        <a:rPr lang="en-IN" sz="1000">
                          <a:solidFill>
                            <a:schemeClr val="bg1"/>
                          </a:solidFill>
                          <a:latin typeface="+mn-lt"/>
                        </a:rPr>
                        <a:t>Enable Internal and external controls on MJE’s by adapting to FCPM technology – BlackLine</a:t>
                      </a:r>
                      <a:endParaRPr kumimoji="0" lang="en-IN" sz="1000" b="1"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EMEA</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Bio Pharma &amp; Healthcare</a:t>
                      </a: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73813071"/>
                  </a:ext>
                </a:extLst>
              </a:tr>
              <a:tr h="324000">
                <a:tc>
                  <a:txBody>
                    <a:bodyPr/>
                    <a:lstStyle/>
                    <a:p>
                      <a:pPr marL="0" marR="0" lvl="0" indent="0" algn="l" defTabSz="913486" rtl="0" eaLnBrk="1" fontAlgn="auto" latinLnBrk="0" hangingPunct="1">
                        <a:lnSpc>
                          <a:spcPct val="90000"/>
                        </a:lnSpc>
                        <a:spcBef>
                          <a:spcPct val="0"/>
                        </a:spcBef>
                        <a:spcAft>
                          <a:spcPts val="0"/>
                        </a:spcAft>
                        <a:buClrTx/>
                        <a:buSzTx/>
                        <a:buFontTx/>
                        <a:buNone/>
                        <a:tabLst/>
                        <a:defRPr/>
                      </a:pPr>
                      <a:r>
                        <a:rPr lang="en-IN" sz="1000" b="0">
                          <a:solidFill>
                            <a:schemeClr val="bg1"/>
                          </a:solidFill>
                          <a:latin typeface="+mn-lt"/>
                        </a:rPr>
                        <a:t>Marathon Petroleum Corporation</a:t>
                      </a:r>
                      <a:r>
                        <a:rPr kumimoji="0" lang="en-IN" sz="1000" b="0" i="0" u="none" strike="noStrike" kern="1200" cap="none" spc="0" normalizeH="0" baseline="0" noProof="0">
                          <a:ln>
                            <a:noFill/>
                          </a:ln>
                          <a:solidFill>
                            <a:schemeClr val="bg1"/>
                          </a:solidFill>
                          <a:effectLst/>
                          <a:uLnTx/>
                          <a:uFillTx/>
                          <a:latin typeface="+mn-lt"/>
                          <a:ea typeface="+mn-ea"/>
                          <a:cs typeface="+mn-cs"/>
                        </a:rPr>
                        <a:t> : BlackLine Journal Module Implementation</a:t>
                      </a:r>
                      <a:endParaRPr kumimoji="0" lang="en-US" sz="1000" b="0"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1" algn="l" defTabSz="913486" rtl="0" eaLnBrk="1" fontAlgn="ctr" latinLnBrk="0" hangingPunct="1">
                        <a:lnSpc>
                          <a:spcPct val="100000"/>
                        </a:lnSpc>
                        <a:spcBef>
                          <a:spcPts val="200"/>
                        </a:spcBef>
                        <a:spcAft>
                          <a:spcPts val="200"/>
                        </a:spcAft>
                        <a:buClr>
                          <a:srgbClr val="FFE600"/>
                        </a:buClr>
                        <a:buSzPct val="70000"/>
                        <a:tabLst>
                          <a:tab pos="88724" algn="l"/>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Client was looking for: 1) </a:t>
                      </a:r>
                      <a:r>
                        <a:rPr kumimoji="0" lang="en-IN" sz="1000" b="0" i="0" u="none" strike="noStrike" kern="1200" cap="none" spc="0" normalizeH="0" baseline="0" noProof="0">
                          <a:ln>
                            <a:noFill/>
                          </a:ln>
                          <a:solidFill>
                            <a:schemeClr val="bg1"/>
                          </a:solidFill>
                          <a:effectLst/>
                          <a:uLnTx/>
                          <a:uFillTx/>
                          <a:latin typeface="+mn-lt"/>
                          <a:ea typeface="+mn-ea"/>
                          <a:cs typeface="+mn-cs"/>
                        </a:rPr>
                        <a:t>Implementing BlackLine Journal module 2) </a:t>
                      </a:r>
                      <a:r>
                        <a:rPr lang="en-IN" sz="1000">
                          <a:solidFill>
                            <a:schemeClr val="bg1"/>
                          </a:solidFill>
                          <a:latin typeface="+mn-lt"/>
                        </a:rPr>
                        <a:t>Standardization of manual journal entry process by streamline the Journal posting and approval process with standardized templates and workflow for preparing and approving 3) </a:t>
                      </a:r>
                      <a:r>
                        <a:rPr kumimoji="0" lang="en-IN" sz="1000" b="0" i="0" u="none" strike="noStrike" kern="1200" cap="none" spc="0" normalizeH="0" baseline="0" noProof="0">
                          <a:ln>
                            <a:noFill/>
                          </a:ln>
                          <a:solidFill>
                            <a:schemeClr val="bg1"/>
                          </a:solidFill>
                          <a:effectLst/>
                          <a:uLnTx/>
                          <a:uFillTx/>
                          <a:latin typeface="+mn-lt"/>
                          <a:ea typeface="+mn-ea"/>
                          <a:cs typeface="+mn-cs"/>
                        </a:rPr>
                        <a:t>Improved Governance &amp; Visibility by increasing Control, transparency with enhanced accountability along with Monitoring completion of journal posting process within set timelines.  4) </a:t>
                      </a:r>
                      <a:r>
                        <a:rPr lang="en-IN" sz="1000">
                          <a:solidFill>
                            <a:schemeClr val="bg1"/>
                          </a:solidFill>
                          <a:latin typeface="+mn-lt"/>
                        </a:rPr>
                        <a:t>Optimization and automation of closing processes</a:t>
                      </a:r>
                      <a:endParaRPr lang="en-IN" sz="1000" b="0" i="0" u="none" strike="noStrike" kern="1200" cap="none" spc="0" normalizeH="0" baseline="0" noProof="0">
                        <a:ln>
                          <a:noFill/>
                        </a:ln>
                        <a:solidFill>
                          <a:schemeClr val="bg1"/>
                        </a:solidFill>
                        <a:effectLst/>
                        <a:uLnTx/>
                        <a:uFillTx/>
                        <a:latin typeface="+mn-lt"/>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Oil &amp; Gas</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253257927"/>
                  </a:ext>
                </a:extLst>
              </a:tr>
              <a:tr h="324000">
                <a:tc>
                  <a:txBody>
                    <a:bodyPr/>
                    <a:lstStyle/>
                    <a:p>
                      <a:pPr marL="0" marR="0" lvl="0" indent="0" algn="l" defTabSz="913943" rtl="0" eaLnBrk="1" fontAlgn="auto" latinLnBrk="0" hangingPunct="1">
                        <a:lnSpc>
                          <a:spcPct val="90000"/>
                        </a:lnSpc>
                        <a:spcBef>
                          <a:spcPct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Fresenius Kabi: BlackLine ICH Balance &amp; Resolve </a:t>
                      </a:r>
                      <a:endParaRPr kumimoji="0" lang="en-US" sz="1000" b="0"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169545" marR="0" lvl="1" indent="-169545" algn="l" defTabSz="1041096" rtl="0" eaLnBrk="1" fontAlgn="ctr" latinLnBrk="0" hangingPunct="1">
                        <a:lnSpc>
                          <a:spcPct val="100000"/>
                        </a:lnSpc>
                        <a:spcBef>
                          <a:spcPts val="0"/>
                        </a:spcBef>
                        <a:spcAft>
                          <a:spcPts val="600"/>
                        </a:spcAft>
                        <a:buClr>
                          <a:srgbClr val="FFE600"/>
                        </a:buClr>
                        <a:buSzPct val="100000"/>
                        <a:buFontTx/>
                        <a:buNone/>
                        <a:defRPr/>
                      </a:pPr>
                      <a:r>
                        <a:rPr kumimoji="0" lang="en-IN" sz="1000" b="1" i="0" u="none" strike="noStrike" kern="1200" cap="none" spc="0" normalizeH="0" baseline="0" noProof="0">
                          <a:ln>
                            <a:noFill/>
                          </a:ln>
                          <a:solidFill>
                            <a:schemeClr val="bg1"/>
                          </a:solidFill>
                          <a:effectLst/>
                          <a:uLnTx/>
                          <a:uFillTx/>
                          <a:latin typeface="+mn-lt"/>
                          <a:ea typeface="+mn-ea"/>
                          <a:cs typeface="+mn-cs"/>
                        </a:rPr>
                        <a:t>Client was looking for: 1) </a:t>
                      </a:r>
                      <a:r>
                        <a:rPr lang="en-IN" sz="1000">
                          <a:solidFill>
                            <a:schemeClr val="bg1"/>
                          </a:solidFill>
                          <a:latin typeface="+mn-lt"/>
                        </a:rPr>
                        <a:t>A standard Global ICO reconciliation process supported by the adequate technology</a:t>
                      </a:r>
                      <a:r>
                        <a:rPr lang="en-IN" sz="1000">
                          <a:solidFill>
                            <a:schemeClr val="bg1"/>
                          </a:solidFill>
                          <a:latin typeface="+mn-lt"/>
                          <a:cs typeface="Arial"/>
                        </a:rPr>
                        <a:t> 2) </a:t>
                      </a:r>
                      <a:r>
                        <a:rPr lang="en-IN" sz="1000">
                          <a:solidFill>
                            <a:schemeClr val="bg1"/>
                          </a:solidFill>
                          <a:latin typeface="+mn-lt"/>
                        </a:rPr>
                        <a:t>Implement new intercompany reconciliation process based on BlackLine Balance &amp; Resolve </a:t>
                      </a:r>
                      <a:r>
                        <a:rPr lang="en-IN" sz="1000">
                          <a:solidFill>
                            <a:schemeClr val="bg1"/>
                          </a:solidFill>
                          <a:latin typeface="+mn-lt"/>
                          <a:cs typeface="Arial"/>
                        </a:rPr>
                        <a:t> 3) </a:t>
                      </a:r>
                      <a:r>
                        <a:rPr lang="en-IN" sz="1000">
                          <a:solidFill>
                            <a:schemeClr val="bg1"/>
                          </a:solidFill>
                          <a:latin typeface="+mn-lt"/>
                        </a:rPr>
                        <a:t>Bring ICO Master data in a state that will enable BlackLine B&amp;R effectiveness</a:t>
                      </a:r>
                      <a:r>
                        <a:rPr lang="en-IN" sz="1000">
                          <a:solidFill>
                            <a:schemeClr val="bg1"/>
                          </a:solidFill>
                          <a:latin typeface="+mn-lt"/>
                          <a:cs typeface="Arial"/>
                        </a:rPr>
                        <a:t>4) </a:t>
                      </a:r>
                      <a:r>
                        <a:rPr lang="en-IN" sz="1000">
                          <a:solidFill>
                            <a:schemeClr val="bg1"/>
                          </a:solidFill>
                          <a:latin typeface="+mn-lt"/>
                        </a:rPr>
                        <a:t>Prepare the organization and steer it throughout the change journey</a:t>
                      </a:r>
                      <a:endParaRPr lang="en-IN" sz="1000">
                        <a:solidFill>
                          <a:schemeClr val="bg1"/>
                        </a:solidFill>
                        <a:latin typeface="+mn-lt"/>
                        <a:cs typeface="Arial"/>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Pharma</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117421767"/>
                  </a:ext>
                </a:extLst>
              </a:tr>
              <a:tr h="324000">
                <a:tc>
                  <a:txBody>
                    <a:bodyPr/>
                    <a:lstStyle/>
                    <a:p>
                      <a:pPr marL="0" marR="0" lvl="0" indent="0" algn="l" defTabSz="913943" rtl="0" eaLnBrk="1" fontAlgn="auto" latinLnBrk="0" hangingPunct="1">
                        <a:lnSpc>
                          <a:spcPct val="90000"/>
                        </a:lnSpc>
                        <a:spcBef>
                          <a:spcPct val="0"/>
                        </a:spcBef>
                        <a:spcAft>
                          <a:spcPts val="0"/>
                        </a:spcAft>
                        <a:buClrTx/>
                        <a:buSzTx/>
                        <a:buFontTx/>
                        <a:buNone/>
                        <a:tabLst/>
                        <a:defRPr/>
                      </a:pPr>
                      <a:r>
                        <a:rPr lang="en-IN" sz="1000" b="0" err="1">
                          <a:solidFill>
                            <a:schemeClr val="bg1"/>
                          </a:solidFill>
                          <a:latin typeface="+mn-lt"/>
                        </a:rPr>
                        <a:t>Viatris</a:t>
                      </a:r>
                      <a:r>
                        <a:rPr lang="en-IN" sz="1000" b="0">
                          <a:solidFill>
                            <a:schemeClr val="bg1"/>
                          </a:solidFill>
                          <a:latin typeface="+mn-lt"/>
                        </a:rPr>
                        <a:t> </a:t>
                      </a:r>
                      <a:r>
                        <a:rPr kumimoji="0" lang="en-IN" sz="1000" b="0" i="0" u="none" strike="noStrike" kern="1200" cap="none" spc="0" normalizeH="0" baseline="0" noProof="0">
                          <a:ln>
                            <a:noFill/>
                          </a:ln>
                          <a:solidFill>
                            <a:schemeClr val="bg1"/>
                          </a:solidFill>
                          <a:effectLst/>
                          <a:uLnTx/>
                          <a:uFillTx/>
                          <a:latin typeface="+mn-lt"/>
                        </a:rPr>
                        <a:t>: BlackLine ICH Balance &amp; Resolve</a:t>
                      </a:r>
                      <a:endParaRPr kumimoji="0" lang="en-US" sz="1000" b="0" i="0" u="none" strike="noStrike" kern="1200" cap="none" spc="0" normalizeH="0" baseline="0" noProof="0">
                        <a:ln>
                          <a:noFill/>
                        </a:ln>
                        <a:solidFill>
                          <a:schemeClr val="bg1"/>
                        </a:solidFill>
                        <a:effectLst/>
                        <a:uLnTx/>
                        <a:uFillTx/>
                        <a:latin typeface="+mn-lt"/>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169863" marR="0" lvl="1" indent="-169863" algn="l" defTabSz="1041096" rtl="0" eaLnBrk="1" fontAlgn="ctr" latinLnBrk="0" hangingPunct="1">
                        <a:lnSpc>
                          <a:spcPct val="100000"/>
                        </a:lnSpc>
                        <a:spcBef>
                          <a:spcPts val="0"/>
                        </a:spcBef>
                        <a:spcAft>
                          <a:spcPts val="600"/>
                        </a:spcAft>
                        <a:buClr>
                          <a:srgbClr val="FFE600"/>
                        </a:buClr>
                        <a:buSzPct val="100000"/>
                        <a:buFontTx/>
                        <a:buNone/>
                        <a:defRPr/>
                      </a:pPr>
                      <a:r>
                        <a:rPr kumimoji="0" lang="en-IN" sz="1000" b="1" i="0" u="none" strike="noStrike" kern="1200" cap="none" spc="0" normalizeH="0" baseline="0" noProof="0">
                          <a:ln>
                            <a:noFill/>
                          </a:ln>
                          <a:solidFill>
                            <a:schemeClr val="bg1"/>
                          </a:solidFill>
                          <a:effectLst/>
                          <a:uLnTx/>
                          <a:uFillTx/>
                          <a:latin typeface="+mn-lt"/>
                          <a:ea typeface="+mn-ea"/>
                          <a:cs typeface="+mn-cs"/>
                        </a:rPr>
                        <a:t>Client was looking for: 1) </a:t>
                      </a:r>
                      <a:r>
                        <a:rPr kumimoji="0" lang="en-IN" sz="1000" b="0" i="0" u="none" strike="noStrike" kern="1200" cap="none" spc="0" normalizeH="0" baseline="0" noProof="0">
                          <a:ln>
                            <a:noFill/>
                          </a:ln>
                          <a:solidFill>
                            <a:schemeClr val="bg1"/>
                          </a:solidFill>
                          <a:effectLst/>
                          <a:uLnTx/>
                          <a:uFillTx/>
                          <a:latin typeface="+mn-lt"/>
                          <a:ea typeface="+mn-ea"/>
                          <a:cs typeface="+mn-cs"/>
                        </a:rPr>
                        <a:t>Automation major part of the intercompany reconciliation process  </a:t>
                      </a:r>
                      <a:r>
                        <a:rPr lang="en-IN" sz="1000">
                          <a:solidFill>
                            <a:schemeClr val="bg1"/>
                          </a:solidFill>
                          <a:latin typeface="+mn-lt"/>
                        </a:rPr>
                        <a:t>in an efficient manner by levering BlackLine ICH B&amp;R Module. 2) Create and post month end SIT Accruals by integration of BlackLine Journals  Module. </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Pharma</a:t>
                      </a:r>
                      <a:endParaRPr lang="en-US" sz="1000" b="0" i="0" kern="1200" noProof="0">
                        <a:solidFill>
                          <a:schemeClr val="bg1"/>
                        </a:solidFill>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9574532"/>
                  </a:ext>
                </a:extLst>
              </a:tr>
              <a:tr h="324000">
                <a:tc>
                  <a:txBody>
                    <a:body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1000" b="0" i="0" u="none" strike="noStrike" kern="1200" cap="none" spc="0" normalizeH="0" baseline="0" noProof="0">
                          <a:ln>
                            <a:noFill/>
                          </a:ln>
                          <a:solidFill>
                            <a:schemeClr val="bg1"/>
                          </a:solidFill>
                          <a:effectLst/>
                          <a:uLnTx/>
                          <a:uFillTx/>
                          <a:latin typeface="+mn-lt"/>
                          <a:ea typeface="+mn-ea"/>
                          <a:cs typeface="+mn-cs"/>
                        </a:rPr>
                        <a:t>Reckitt Benckiser : BlackLine Journals, Task, Variance and Account Reconciliations Implementation</a:t>
                      </a:r>
                      <a:endParaRPr kumimoji="0" lang="en-US" sz="1000" b="0"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600"/>
                        </a:spcBef>
                        <a:spcAft>
                          <a:spcPts val="200"/>
                        </a:spcAft>
                        <a:buClr>
                          <a:srgbClr val="333333"/>
                        </a:buClr>
                        <a:buSzTx/>
                        <a:buFontTx/>
                        <a:buNone/>
                        <a:tabLst>
                          <a:tab pos="88766" algn="l"/>
                        </a:tabLst>
                        <a:defRPr/>
                      </a:pPr>
                      <a:r>
                        <a:rPr kumimoji="0" lang="en-US" sz="1000" b="1" i="0" u="none" strike="noStrike" kern="1200" cap="none" spc="0" normalizeH="0" baseline="0" noProof="0">
                          <a:ln>
                            <a:noFill/>
                          </a:ln>
                          <a:solidFill>
                            <a:schemeClr val="bg1"/>
                          </a:solidFill>
                          <a:effectLst/>
                          <a:uLnTx/>
                          <a:uFillTx/>
                          <a:latin typeface="+mn-lt"/>
                          <a:ea typeface="+mn-ea"/>
                          <a:cs typeface="+mn-cs"/>
                        </a:rPr>
                        <a:t>Client was looking for: 1) </a:t>
                      </a:r>
                      <a:r>
                        <a:rPr kumimoji="0" lang="en-IN" sz="1000" b="0" i="0" u="none" strike="noStrike" kern="1200" cap="none" spc="0" normalizeH="0" baseline="0" noProof="0">
                          <a:ln>
                            <a:noFill/>
                          </a:ln>
                          <a:solidFill>
                            <a:schemeClr val="bg1"/>
                          </a:solidFill>
                          <a:effectLst/>
                          <a:uLnTx/>
                          <a:uFillTx/>
                          <a:latin typeface="+mn-lt"/>
                          <a:ea typeface="+mn-ea"/>
                          <a:cs typeface="+mn-cs"/>
                        </a:rPr>
                        <a:t>Implementing a global best in class digital R2R process that is standardized, simplified, automated and UK Sox compliant 2) Eliminate manual effort, design automated month end process by levering multiple BlackLine modules that provides a single version of truth</a:t>
                      </a:r>
                      <a:endParaRPr kumimoji="0" lang="en-IN" sz="1000" b="1"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UKI</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Consumer Products</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183868604"/>
                  </a:ext>
                </a:extLst>
              </a:tr>
              <a:tr h="324000">
                <a:tc>
                  <a:txBody>
                    <a:bodyPr/>
                    <a:lstStyle/>
                    <a:p>
                      <a:pPr defTabSz="913943">
                        <a:defRPr/>
                      </a:pPr>
                      <a:r>
                        <a:rPr lang="en-IN" sz="1000" b="0">
                          <a:solidFill>
                            <a:schemeClr val="bg1"/>
                          </a:solidFill>
                          <a:latin typeface="+mn-lt"/>
                        </a:rPr>
                        <a:t>Asahi: BlackLine Account Reconciliations, Task Management, Journals and Transaction Matching Implementation</a:t>
                      </a:r>
                      <a:endParaRPr lang="en-US" sz="1000" b="0" i="1">
                        <a:solidFill>
                          <a:schemeClr val="bg1"/>
                        </a:solidFill>
                        <a:latin typeface="+mn-lt"/>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spcBef>
                          <a:spcPts val="200"/>
                        </a:spcBef>
                        <a:spcAft>
                          <a:spcPts val="200"/>
                        </a:spcAft>
                        <a:buClr>
                          <a:srgbClr val="333333"/>
                        </a:buClr>
                        <a:tabLst>
                          <a:tab pos="88766" algn="l"/>
                        </a:tabLst>
                        <a:defRPr/>
                      </a:pPr>
                      <a:r>
                        <a:rPr lang="en-US" sz="1000" b="1">
                          <a:solidFill>
                            <a:schemeClr val="bg1"/>
                          </a:solidFill>
                          <a:latin typeface="+mn-lt"/>
                        </a:rPr>
                        <a:t>Client was looking for: 1) </a:t>
                      </a:r>
                      <a:r>
                        <a:rPr lang="en-IN" sz="1000">
                          <a:solidFill>
                            <a:schemeClr val="bg1"/>
                          </a:solidFill>
                          <a:latin typeface="+mn-lt"/>
                        </a:rPr>
                        <a:t>To reimagine and transform RTR processes enabled by a modern platform like BlackLine to improve visibility, control and to </a:t>
                      </a:r>
                      <a:r>
                        <a:rPr lang="en-GB" sz="1000">
                          <a:solidFill>
                            <a:schemeClr val="bg1"/>
                          </a:solidFill>
                          <a:latin typeface="+mn-lt"/>
                        </a:rPr>
                        <a:t>analyse and report on data in a consistent way</a:t>
                      </a:r>
                      <a:r>
                        <a:rPr lang="en-IN" sz="1000">
                          <a:solidFill>
                            <a:schemeClr val="bg1"/>
                          </a:solidFill>
                          <a:latin typeface="+mn-lt"/>
                        </a:rPr>
                        <a:t> 2) Eliminate manual effort, design automated month end process and bring in data from multiple sources by leveraging multiple BlackLine modules that provides a single version of truth</a:t>
                      </a:r>
                      <a:endParaRPr lang="en-IN" sz="1000" b="1">
                        <a:solidFill>
                          <a:schemeClr val="bg1"/>
                        </a:solidFill>
                        <a:latin typeface="+mn-lt"/>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UKI</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Consumer Products</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53183638"/>
                  </a:ext>
                </a:extLst>
              </a:tr>
              <a:tr h="164705">
                <a:tc>
                  <a:txBody>
                    <a:bodyPr/>
                    <a:lstStyle/>
                    <a:p>
                      <a:pPr defTabSz="913943">
                        <a:defRPr/>
                      </a:pPr>
                      <a:r>
                        <a:rPr lang="en-IN" sz="1000" b="0" err="1">
                          <a:solidFill>
                            <a:schemeClr val="bg1"/>
                          </a:solidFill>
                          <a:latin typeface="+mn-lt"/>
                        </a:rPr>
                        <a:t>CoStarwood</a:t>
                      </a:r>
                      <a:r>
                        <a:rPr lang="en-IN" sz="1000" b="0">
                          <a:solidFill>
                            <a:schemeClr val="bg1"/>
                          </a:solidFill>
                          <a:latin typeface="+mn-lt"/>
                        </a:rPr>
                        <a:t> Capital: BlackLine Account Reconciliation, Transaction Matching and Tasks Implementation</a:t>
                      </a:r>
                      <a:endParaRPr lang="en-US" sz="1000" b="0">
                        <a:solidFill>
                          <a:schemeClr val="bg1"/>
                        </a:solidFill>
                        <a:latin typeface="+mn-lt"/>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lvl="1" indent="0" defTabSz="913943" fontAlgn="ctr">
                        <a:spcBef>
                          <a:spcPts val="200"/>
                        </a:spcBef>
                        <a:spcAft>
                          <a:spcPts val="200"/>
                        </a:spcAft>
                        <a:buClr>
                          <a:srgbClr val="FFE600"/>
                        </a:buClr>
                        <a:buSzPct val="70000"/>
                        <a:buFont typeface="Arial" panose="020B0604020202020204" pitchFamily="34" charset="0"/>
                        <a:buNone/>
                        <a:tabLst>
                          <a:tab pos="88768" algn="l"/>
                        </a:tabLst>
                        <a:defRPr/>
                      </a:pPr>
                      <a:r>
                        <a:rPr lang="en-IN" sz="1000">
                          <a:solidFill>
                            <a:schemeClr val="bg1"/>
                          </a:solidFill>
                          <a:latin typeface="+mn-lt"/>
                        </a:rPr>
                        <a:t>Support the additional rollouts of BlackLine for remaining functions (Property, Fund) and provide administrative support to maintain the BlackLine activities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Real Estate</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251985285"/>
                  </a:ext>
                </a:extLst>
              </a:tr>
            </a:tbl>
          </a:graphicData>
        </a:graphic>
      </p:graphicFrame>
    </p:spTree>
    <p:extLst>
      <p:ext uri="{BB962C8B-B14F-4D97-AF65-F5344CB8AC3E}">
        <p14:creationId xmlns:p14="http://schemas.microsoft.com/office/powerpoint/2010/main" val="243923604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891780-F308-3BB6-E1F6-7414AAF1F45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78FCF8C-B6D4-F26E-8832-177F8935A35B}"/>
              </a:ext>
            </a:extLst>
          </p:cNvPr>
          <p:cNvSpPr>
            <a:spLocks noGrp="1"/>
          </p:cNvSpPr>
          <p:nvPr>
            <p:ph type="title"/>
          </p:nvPr>
        </p:nvSpPr>
        <p:spPr/>
        <p:txBody>
          <a:bodyPr/>
          <a:lstStyle/>
          <a:p>
            <a:r>
              <a:rPr lang="en-IN"/>
              <a:t>GDS Projects (4/x)</a:t>
            </a:r>
          </a:p>
        </p:txBody>
      </p:sp>
      <p:sp>
        <p:nvSpPr>
          <p:cNvPr id="5" name="Slide Number Placeholder 4">
            <a:extLst>
              <a:ext uri="{FF2B5EF4-FFF2-40B4-BE49-F238E27FC236}">
                <a16:creationId xmlns:a16="http://schemas.microsoft.com/office/drawing/2014/main" id="{1FD118FC-C35F-2816-DA5C-F810880CFF53}"/>
              </a:ext>
            </a:extLst>
          </p:cNvPr>
          <p:cNvSpPr>
            <a:spLocks noGrp="1"/>
          </p:cNvSpPr>
          <p:nvPr>
            <p:ph type="sldNum" sz="quarter" idx="12"/>
          </p:nvPr>
        </p:nvSpPr>
        <p:spPr/>
        <p:txBody>
          <a:bodyPr/>
          <a:lstStyle/>
          <a:p>
            <a:fld id="{94FCA0F3-9F3A-694B-99BB-0E592A797735}" type="slidenum">
              <a:rPr lang="en-US" smtClean="0"/>
              <a:t>138</a:t>
            </a:fld>
            <a:endParaRPr lang="en-US"/>
          </a:p>
        </p:txBody>
      </p:sp>
      <p:sp>
        <p:nvSpPr>
          <p:cNvPr id="6" name="Date Placeholder 5">
            <a:extLst>
              <a:ext uri="{FF2B5EF4-FFF2-40B4-BE49-F238E27FC236}">
                <a16:creationId xmlns:a16="http://schemas.microsoft.com/office/drawing/2014/main" id="{28928AD6-9882-292B-A1D1-C56C32D5C39B}"/>
              </a:ext>
            </a:extLst>
          </p:cNvPr>
          <p:cNvSpPr>
            <a:spLocks noGrp="1"/>
          </p:cNvSpPr>
          <p:nvPr>
            <p:ph type="dt" sz="half" idx="10"/>
          </p:nvPr>
        </p:nvSpPr>
        <p:spPr/>
        <p:txBody>
          <a:bodyPr/>
          <a:lstStyle/>
          <a:p>
            <a:fld id="{345C9E22-11CE-425B-9864-64378F237137}" type="datetime1">
              <a:rPr lang="en-US" smtClean="0"/>
              <a:t>9/19/2025</a:t>
            </a:fld>
            <a:endParaRPr lang="en-US"/>
          </a:p>
        </p:txBody>
      </p:sp>
      <p:sp>
        <p:nvSpPr>
          <p:cNvPr id="7" name="SmartArt Placeholder 6">
            <a:extLst>
              <a:ext uri="{FF2B5EF4-FFF2-40B4-BE49-F238E27FC236}">
                <a16:creationId xmlns:a16="http://schemas.microsoft.com/office/drawing/2014/main" id="{4BEA7DDD-3B91-C6BF-4526-13C2184083A4}"/>
              </a:ext>
            </a:extLst>
          </p:cNvPr>
          <p:cNvSpPr>
            <a:spLocks noGrp="1"/>
          </p:cNvSpPr>
          <p:nvPr>
            <p:ph type="dgm" sz="quarter" idx="17"/>
          </p:nvPr>
        </p:nvSpPr>
        <p:spPr/>
        <p:txBody>
          <a:bodyPr/>
          <a:lstStyle/>
          <a:p>
            <a:endParaRPr lang="en-IN"/>
          </a:p>
        </p:txBody>
      </p:sp>
      <p:graphicFrame>
        <p:nvGraphicFramePr>
          <p:cNvPr id="8" name="Table 7">
            <a:extLst>
              <a:ext uri="{FF2B5EF4-FFF2-40B4-BE49-F238E27FC236}">
                <a16:creationId xmlns:a16="http://schemas.microsoft.com/office/drawing/2014/main" id="{247E78AF-467A-4223-2F6F-53CC1DB4E066}"/>
              </a:ext>
            </a:extLst>
          </p:cNvPr>
          <p:cNvGraphicFramePr>
            <a:graphicFrameLocks noGrp="1"/>
          </p:cNvGraphicFramePr>
          <p:nvPr>
            <p:extLst>
              <p:ext uri="{D42A27DB-BD31-4B8C-83A1-F6EECF244321}">
                <p14:modId xmlns:p14="http://schemas.microsoft.com/office/powerpoint/2010/main" val="2152947212"/>
              </p:ext>
            </p:extLst>
          </p:nvPr>
        </p:nvGraphicFramePr>
        <p:xfrm>
          <a:off x="484632" y="1126522"/>
          <a:ext cx="11222736" cy="4685933"/>
        </p:xfrm>
        <a:graphic>
          <a:graphicData uri="http://schemas.openxmlformats.org/drawingml/2006/table">
            <a:tbl>
              <a:tblPr/>
              <a:tblGrid>
                <a:gridCol w="2361044">
                  <a:extLst>
                    <a:ext uri="{9D8B030D-6E8A-4147-A177-3AD203B41FA5}">
                      <a16:colId xmlns:a16="http://schemas.microsoft.com/office/drawing/2014/main" val="2181700987"/>
                    </a:ext>
                  </a:extLst>
                </a:gridCol>
                <a:gridCol w="6238380">
                  <a:extLst>
                    <a:ext uri="{9D8B030D-6E8A-4147-A177-3AD203B41FA5}">
                      <a16:colId xmlns:a16="http://schemas.microsoft.com/office/drawing/2014/main" val="3465123203"/>
                    </a:ext>
                  </a:extLst>
                </a:gridCol>
                <a:gridCol w="1311656">
                  <a:extLst>
                    <a:ext uri="{9D8B030D-6E8A-4147-A177-3AD203B41FA5}">
                      <a16:colId xmlns:a16="http://schemas.microsoft.com/office/drawing/2014/main" val="3957014870"/>
                    </a:ext>
                  </a:extLst>
                </a:gridCol>
                <a:gridCol w="1311656">
                  <a:extLst>
                    <a:ext uri="{9D8B030D-6E8A-4147-A177-3AD203B41FA5}">
                      <a16:colId xmlns:a16="http://schemas.microsoft.com/office/drawing/2014/main" val="3052045837"/>
                    </a:ext>
                  </a:extLst>
                </a:gridCol>
              </a:tblGrid>
              <a:tr h="291533">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b="1" kern="1200">
                          <a:solidFill>
                            <a:schemeClr val="bg1"/>
                          </a:solidFill>
                          <a:latin typeface="+mj-lt"/>
                          <a:ea typeface="+mn-ea"/>
                          <a:cs typeface="Arial" panose="020B0604020202020204" pitchFamily="34" charset="0"/>
                        </a:rPr>
                        <a:t>Client – Project Name</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a:solidFill>
                            <a:schemeClr val="bg1"/>
                          </a:solidFill>
                          <a:latin typeface="+mj-lt"/>
                          <a:ea typeface="+mn-ea"/>
                          <a:cs typeface="Arial" panose="020B0604020202020204" pitchFamily="34" charset="0"/>
                        </a:rPr>
                        <a:t>Description</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a:ln>
                            <a:noFill/>
                          </a:ln>
                          <a:solidFill>
                            <a:schemeClr val="tx1"/>
                          </a:solidFill>
                          <a:effectLst/>
                          <a:uLnTx/>
                          <a:uFillTx/>
                          <a:latin typeface="+mj-lt"/>
                          <a:ea typeface="+mn-ea"/>
                          <a:cs typeface="Arial" panose="020B0604020202020204" pitchFamily="34" charset="0"/>
                        </a:rPr>
                        <a:t>Region</a:t>
                      </a:r>
                    </a:p>
                  </a:txBody>
                  <a:tcPr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noProof="0">
                          <a:solidFill>
                            <a:schemeClr val="tx1"/>
                          </a:solidFill>
                          <a:latin typeface="+mj-lt"/>
                          <a:ea typeface="+mn-ea"/>
                          <a:cs typeface="Arial" panose="020B0604020202020204" pitchFamily="34" charset="0"/>
                        </a:rPr>
                        <a:t>Sector</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extLst>
                  <a:ext uri="{0D108BD9-81ED-4DB2-BD59-A6C34878D82A}">
                    <a16:rowId xmlns:a16="http://schemas.microsoft.com/office/drawing/2014/main" val="243059793"/>
                  </a:ext>
                </a:extLst>
              </a:tr>
              <a:tr h="324000">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a:defRPr/>
                      </a:pPr>
                      <a:r>
                        <a:rPr lang="en-IN" sz="1000" b="1">
                          <a:solidFill>
                            <a:schemeClr val="bg1"/>
                          </a:solidFill>
                          <a:latin typeface="+mn-lt"/>
                        </a:rPr>
                        <a:t>Partners Group : BlackLine Account Reconciliation, Tasks, Financial Reporting Analytics &amp; Transaction Matching Implementation</a:t>
                      </a:r>
                      <a:endParaRPr lang="en-US" sz="1000" b="1">
                        <a:solidFill>
                          <a:schemeClr val="bg1"/>
                        </a:solidFill>
                        <a:latin typeface="+mn-lt"/>
                      </a:endParaRP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defTabSz="913486">
                        <a:spcBef>
                          <a:spcPts val="200"/>
                        </a:spcBef>
                        <a:spcAft>
                          <a:spcPts val="200"/>
                        </a:spcAft>
                        <a:buClr>
                          <a:srgbClr val="333333"/>
                        </a:buClr>
                        <a:tabLst>
                          <a:tab pos="88722" algn="l"/>
                        </a:tabLst>
                        <a:defRPr/>
                      </a:pPr>
                      <a:r>
                        <a:rPr lang="en-US" sz="1000" b="1">
                          <a:solidFill>
                            <a:schemeClr val="bg1"/>
                          </a:solidFill>
                          <a:latin typeface="+mn-lt"/>
                        </a:rPr>
                        <a:t>Client was looking for: 1) </a:t>
                      </a:r>
                      <a:r>
                        <a:rPr lang="en-IN" sz="1000">
                          <a:solidFill>
                            <a:schemeClr val="bg1"/>
                          </a:solidFill>
                          <a:latin typeface="+mn-lt"/>
                        </a:rPr>
                        <a:t>To incorporate automation while strengthening their month-end processes and centralized tracking. 2) Detailed insight of overall performance and financials of the organization  3) Automated reconciliation in fit-for-purpose tool, increasing efficiency and reducing control risk 4) Standardized global design that will enable scalability when rolled out to other entities of Partners Group</a:t>
                      </a: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EMEA</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Private Equity</a:t>
                      </a: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73813071"/>
                  </a:ext>
                </a:extLst>
              </a:tr>
              <a:tr h="324000">
                <a:tc>
                  <a:txBody>
                    <a:bodyPr/>
                    <a:lstStyle/>
                    <a:p>
                      <a:pPr>
                        <a:defRPr/>
                      </a:pPr>
                      <a:r>
                        <a:rPr lang="en-IN" sz="1000" b="1">
                          <a:solidFill>
                            <a:schemeClr val="bg1"/>
                          </a:solidFill>
                          <a:latin typeface="+mn-lt"/>
                        </a:rPr>
                        <a:t>Getinge AB : BlackLine Account Reconciliation, Journals &amp; Smart Close Implementation</a:t>
                      </a:r>
                      <a:endParaRPr lang="en-US" sz="1000" b="1">
                        <a:solidFill>
                          <a:schemeClr val="bg1"/>
                        </a:solidFill>
                        <a:latin typeface="+mn-lt"/>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defTabSz="913486">
                        <a:spcBef>
                          <a:spcPts val="200"/>
                        </a:spcBef>
                        <a:spcAft>
                          <a:spcPts val="200"/>
                        </a:spcAft>
                        <a:buClr>
                          <a:srgbClr val="333333"/>
                        </a:buClr>
                        <a:tabLst>
                          <a:tab pos="88722" algn="l"/>
                        </a:tabLst>
                        <a:defRPr/>
                      </a:pPr>
                      <a:r>
                        <a:rPr lang="en-US" sz="1000" b="1">
                          <a:solidFill>
                            <a:schemeClr val="bg1"/>
                          </a:solidFill>
                          <a:latin typeface="+mn-lt"/>
                        </a:rPr>
                        <a:t>Client was looking for: 1) </a:t>
                      </a:r>
                      <a:r>
                        <a:rPr lang="en-IN" sz="1000">
                          <a:solidFill>
                            <a:schemeClr val="bg1"/>
                          </a:solidFill>
                          <a:latin typeface="+mn-lt"/>
                        </a:rPr>
                        <a:t>Automation to refine their reconciliation processes, enhance efficiency, and reduce control risks 2) Automating journal entries to minimize manual errors, establish a robust approval workflow, and maintain a comprehensive audit trail 3) Moving away from individual local close calendars for each entity in favour of a unified, harmonized global calendar</a:t>
                      </a:r>
                      <a:endParaRPr lang="en-IN" sz="1000" b="1">
                        <a:solidFill>
                          <a:schemeClr val="bg1"/>
                        </a:solidFill>
                        <a:latin typeface="+mn-lt"/>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Healthcare &amp; Life Sciences</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253257927"/>
                  </a:ext>
                </a:extLst>
              </a:tr>
              <a:tr h="324000">
                <a:tc>
                  <a:txBody>
                    <a:bodyPr/>
                    <a:lstStyle/>
                    <a:p>
                      <a:pPr defTabSz="913486">
                        <a:defRPr/>
                      </a:pPr>
                      <a:r>
                        <a:rPr lang="en-IN" sz="1000" b="1">
                          <a:solidFill>
                            <a:schemeClr val="bg1"/>
                          </a:solidFill>
                          <a:latin typeface="+mn-lt"/>
                        </a:rPr>
                        <a:t>BP International: BlackLine Account Reconciliation, and Transaction Matching</a:t>
                      </a:r>
                      <a:endParaRPr lang="en-US" sz="1000" b="1">
                        <a:solidFill>
                          <a:schemeClr val="bg1"/>
                        </a:solidFill>
                        <a:latin typeface="+mn-lt"/>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lvl="1" defTabSz="1040575" fontAlgn="ctr">
                        <a:spcAft>
                          <a:spcPts val="600"/>
                        </a:spcAft>
                        <a:buClr>
                          <a:srgbClr val="FFE600"/>
                        </a:buClr>
                        <a:buSzPct val="100000"/>
                        <a:defRPr/>
                      </a:pPr>
                      <a:r>
                        <a:rPr lang="en-IN" sz="1000" b="1">
                          <a:solidFill>
                            <a:schemeClr val="bg1"/>
                          </a:solidFill>
                          <a:latin typeface="+mn-lt"/>
                        </a:rPr>
                        <a:t>Client was looking for: 1) </a:t>
                      </a:r>
                      <a:r>
                        <a:rPr lang="en-IN" sz="1000">
                          <a:solidFill>
                            <a:schemeClr val="bg1"/>
                          </a:solidFill>
                          <a:latin typeface="+mn-lt"/>
                        </a:rPr>
                        <a:t>Moving from only a 8% non-standard BSA process to a 100% standardized &amp; centralised BSA process as per leading practices 2) Design a standard process across client’s complex financial structure spanning across 15+ ERP instances, Finance Business Warehouse (FBW), Other Systems 3) Develop a reconciliation handbook for 50+ type of account types defining underlying procedures as per best practises to support first time reconciliations for 90% of the balance sheet accounts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Oli &amp; Gas</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117421767"/>
                  </a:ext>
                </a:extLst>
              </a:tr>
              <a:tr h="324000">
                <a:tc>
                  <a:txBody>
                    <a:body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Athene : BlackLine Account Reconciliation, Transaction Matching, Journals &amp; Task Implementation</a:t>
                      </a:r>
                      <a:endParaRPr kumimoji="0" lang="en-US" sz="1000" b="1"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3943" rtl="0" eaLnBrk="1" fontAlgn="auto" latinLnBrk="0" hangingPunct="1">
                        <a:lnSpc>
                          <a:spcPct val="100000"/>
                        </a:lnSpc>
                        <a:spcBef>
                          <a:spcPts val="200"/>
                        </a:spcBef>
                        <a:spcAft>
                          <a:spcPts val="200"/>
                        </a:spcAft>
                        <a:buClr>
                          <a:srgbClr val="333333"/>
                        </a:buClr>
                        <a:buSzTx/>
                        <a:buFontTx/>
                        <a:buNone/>
                        <a:tabLst>
                          <a:tab pos="88766" algn="l"/>
                        </a:tabLst>
                        <a:defRPr/>
                      </a:pPr>
                      <a:r>
                        <a:rPr kumimoji="0" lang="en-US" sz="1000" b="1" i="0" u="none" strike="noStrike" kern="1200" cap="none" spc="0" normalizeH="0" baseline="0" noProof="0">
                          <a:ln>
                            <a:noFill/>
                          </a:ln>
                          <a:solidFill>
                            <a:schemeClr val="bg1"/>
                          </a:solidFill>
                          <a:effectLst/>
                          <a:uLnTx/>
                          <a:uFillTx/>
                          <a:latin typeface="+mn-lt"/>
                          <a:ea typeface="+mn-ea"/>
                          <a:cs typeface="+mn-cs"/>
                        </a:rPr>
                        <a:t>Client was looking for: 1) </a:t>
                      </a:r>
                      <a:r>
                        <a:rPr kumimoji="0" lang="en-IN" sz="1000" b="0" i="0" u="none" strike="noStrike" kern="1200" cap="none" spc="0" normalizeH="0" baseline="0" noProof="0">
                          <a:ln>
                            <a:noFill/>
                          </a:ln>
                          <a:solidFill>
                            <a:schemeClr val="bg1"/>
                          </a:solidFill>
                          <a:effectLst/>
                          <a:uLnTx/>
                          <a:uFillTx/>
                          <a:latin typeface="+mn-lt"/>
                          <a:ea typeface="+mn-ea"/>
                          <a:cs typeface="+mn-cs"/>
                        </a:rPr>
                        <a:t>To move from their legacy system due to stability issues which in turn posed Operational risk 2) BlackLine provided further automation opportunities and ease of implementation due to flexibility of tool  3) Automated reconciliation in fit-for-purpose tool, increasing efficiency and reducing control risk 4) Mapping tables to automatically create journals based on data input 5) Automated certification, substantiated by matching results</a:t>
                      </a:r>
                      <a:endParaRPr kumimoji="0" lang="en-IN" sz="1000" b="0" i="0" u="none" strike="noStrike" kern="1200" cap="none" spc="0" normalizeH="0" baseline="0" noProof="0">
                        <a:ln>
                          <a:noFill/>
                        </a:ln>
                        <a:solidFill>
                          <a:schemeClr val="bg1"/>
                        </a:solidFill>
                        <a:effectLst/>
                        <a:uLnTx/>
                        <a:uFillTx/>
                        <a:latin typeface="+mn-lt"/>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err="1">
                          <a:ln>
                            <a:noFill/>
                          </a:ln>
                          <a:solidFill>
                            <a:schemeClr val="bg1"/>
                          </a:solidFill>
                          <a:effectLst/>
                          <a:uLnTx/>
                          <a:uFillTx/>
                          <a:latin typeface="+mn-lt"/>
                          <a:ea typeface="+mn-ea"/>
                          <a:cs typeface="Arial" panose="020B0604020202020204" pitchFamily="34" charset="0"/>
                        </a:rPr>
                        <a:t>Amercias</a:t>
                      </a:r>
                      <a:endPar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FS</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9574532"/>
                  </a:ext>
                </a:extLst>
              </a:tr>
              <a:tr h="324000">
                <a:tc>
                  <a:txBody>
                    <a:body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Diageo : BlackLine Account Reconciliations and Transaction Matching Implementation</a:t>
                      </a:r>
                      <a:endParaRPr kumimoji="0" lang="en-US" sz="1000" b="1" i="1"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200"/>
                        </a:spcBef>
                        <a:spcAft>
                          <a:spcPts val="200"/>
                        </a:spcAft>
                        <a:buClr>
                          <a:srgbClr val="333333"/>
                        </a:buClr>
                        <a:buSzTx/>
                        <a:buFontTx/>
                        <a:buNone/>
                        <a:tabLst>
                          <a:tab pos="88766" algn="l"/>
                        </a:tabLst>
                        <a:defRPr/>
                      </a:pPr>
                      <a:r>
                        <a:rPr kumimoji="0" lang="en-US" sz="1000" b="1" i="0" u="none" strike="noStrike" kern="1200" cap="none" spc="0" normalizeH="0" baseline="0" noProof="0" dirty="0">
                          <a:ln>
                            <a:noFill/>
                          </a:ln>
                          <a:solidFill>
                            <a:schemeClr val="bg1"/>
                          </a:solidFill>
                          <a:effectLst/>
                          <a:uLnTx/>
                          <a:uFillTx/>
                          <a:latin typeface="EYInterstate Light" panose="02000506000000020004" pitchFamily="2" charset="0"/>
                          <a:ea typeface="+mn-ea"/>
                          <a:cs typeface="+mn-cs"/>
                        </a:rPr>
                        <a:t>Client was looking for:</a:t>
                      </a:r>
                      <a:r>
                        <a:rPr kumimoji="0" lang="en-IN" sz="1000" b="0" i="0" u="none" strike="noStrike" kern="1200" cap="none" spc="0" normalizeH="0" baseline="0" noProof="0" dirty="0">
                          <a:ln>
                            <a:noFill/>
                          </a:ln>
                          <a:solidFill>
                            <a:schemeClr val="bg1"/>
                          </a:solidFill>
                          <a:effectLst/>
                          <a:uLnTx/>
                          <a:uFillTx/>
                          <a:latin typeface="+mn-lt"/>
                          <a:ea typeface="+mn-ea"/>
                          <a:cs typeface="+mn-cs"/>
                        </a:rPr>
                        <a:t> 1) Initially used Trintech for their digital close transformation however the said tool was not able to deliver as per the expectations 2) Moved to BlackLine modules to enhance flexibility for Diageo in terms of maintenance and focus on key activities such as analysis to improve accuracy 3) </a:t>
                      </a:r>
                      <a:r>
                        <a:rPr kumimoji="0" lang="en-IN" sz="1000" b="0" i="0" u="none" strike="noStrike" kern="1200" cap="none" spc="0" normalizeH="0" baseline="0" noProof="0" dirty="0">
                          <a:ln>
                            <a:noFill/>
                          </a:ln>
                          <a:solidFill>
                            <a:schemeClr val="bg1"/>
                          </a:solidFill>
                          <a:effectLst/>
                          <a:uLnTx/>
                          <a:uFillTx/>
                          <a:latin typeface="EYInterstate Light" panose="02000506000000020004" pitchFamily="2" charset="0"/>
                          <a:ea typeface="+mn-ea"/>
                          <a:cs typeface="+mn-cs"/>
                        </a:rPr>
                        <a:t>Implementing Account Reconciliation &amp; Transaction Matching Modules with new Reporting currency</a:t>
                      </a:r>
                      <a:endParaRPr kumimoji="0" lang="en-IN" sz="1000" b="1" i="0" u="none" strike="noStrike" kern="1200" cap="none" spc="0" normalizeH="0" baseline="0" noProof="0" dirty="0">
                        <a:ln>
                          <a:noFill/>
                        </a:ln>
                        <a:solidFill>
                          <a:schemeClr val="bg1"/>
                        </a:solidFill>
                        <a:effectLst/>
                        <a:uLnTx/>
                        <a:uFillTx/>
                        <a:latin typeface="EYInterstate Light" panose="02000506000000020004" pitchFamily="2" charset="0"/>
                        <a:ea typeface="+mn-ea"/>
                        <a:cs typeface="+mn-cs"/>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UKI</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Consumer Products</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183868604"/>
                  </a:ext>
                </a:extLst>
              </a:tr>
              <a:tr h="324000">
                <a:tc>
                  <a:txBody>
                    <a:bodyPr/>
                    <a:lstStyle/>
                    <a:p>
                      <a:pPr marL="0" marR="0" lvl="0" indent="0" algn="l" defTabSz="913943"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a:ln>
                            <a:noFill/>
                          </a:ln>
                          <a:solidFill>
                            <a:schemeClr val="bg1"/>
                          </a:solidFill>
                          <a:effectLst/>
                          <a:uLnTx/>
                          <a:uFillTx/>
                          <a:latin typeface="+mn-lt"/>
                          <a:ea typeface="+mn-ea"/>
                          <a:cs typeface="+mn-cs"/>
                        </a:rPr>
                        <a:t>Nike: BlackLine Transaction Matching Implementation </a:t>
                      </a:r>
                      <a:endParaRPr kumimoji="0" lang="en-US" sz="1000" b="1"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1" indent="0" algn="l" defTabSz="1041617" rtl="0" eaLnBrk="1" fontAlgn="ctr" latinLnBrk="0" hangingPunct="1">
                        <a:lnSpc>
                          <a:spcPct val="100000"/>
                        </a:lnSpc>
                        <a:spcBef>
                          <a:spcPts val="0"/>
                        </a:spcBef>
                        <a:spcAft>
                          <a:spcPts val="600"/>
                        </a:spcAft>
                        <a:buClr>
                          <a:srgbClr val="FFE600"/>
                        </a:buClr>
                        <a:buSzPct val="100000"/>
                        <a:buFontTx/>
                        <a:buNone/>
                        <a:tabLst/>
                        <a:defRPr/>
                      </a:pPr>
                      <a:r>
                        <a:rPr kumimoji="0" lang="en-IN" sz="1000" b="1" i="0" u="none" strike="noStrike" kern="1200" cap="none" spc="0" normalizeH="0" baseline="0" noProof="0" dirty="0">
                          <a:ln>
                            <a:noFill/>
                          </a:ln>
                          <a:solidFill>
                            <a:schemeClr val="bg1"/>
                          </a:solidFill>
                          <a:effectLst/>
                          <a:uLnTx/>
                          <a:uFillTx/>
                          <a:latin typeface="+mn-lt"/>
                          <a:ea typeface="+mn-ea"/>
                          <a:cs typeface="+mn-cs"/>
                        </a:rPr>
                        <a:t>Client was looking for: 1) </a:t>
                      </a:r>
                      <a:r>
                        <a:rPr kumimoji="0" lang="en-IN" sz="1000" b="0" i="0" u="none" strike="noStrike" kern="1200" cap="none" spc="0" normalizeH="0" baseline="0" noProof="0" dirty="0">
                          <a:ln>
                            <a:noFill/>
                          </a:ln>
                          <a:solidFill>
                            <a:schemeClr val="bg1"/>
                          </a:solidFill>
                          <a:effectLst/>
                          <a:uLnTx/>
                          <a:uFillTx/>
                          <a:latin typeface="+mn-lt"/>
                          <a:ea typeface="+mn-ea"/>
                          <a:cs typeface="+mn-cs"/>
                        </a:rPr>
                        <a:t>Implementing BlackLine Transaction Matching for cash, gift cards and digital sales transaction 2) Replace Trintech which is currently being utilized for transaction matching, but would be retired in Dec 21 3) Process optimisation, increased matching results, process change and match results to integrate with reconciliations 4) Build templates for each reconciliations&amp; Build reports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Americas</a:t>
                      </a: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AM&amp;M</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53183638"/>
                  </a:ext>
                </a:extLst>
              </a:tr>
            </a:tbl>
          </a:graphicData>
        </a:graphic>
      </p:graphicFrame>
    </p:spTree>
    <p:extLst>
      <p:ext uri="{BB962C8B-B14F-4D97-AF65-F5344CB8AC3E}">
        <p14:creationId xmlns:p14="http://schemas.microsoft.com/office/powerpoint/2010/main" val="425597645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C58E64-E5B1-9739-5926-D680B6F58FD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0E30816-FF45-7AD6-7E27-C678D392F64E}"/>
              </a:ext>
            </a:extLst>
          </p:cNvPr>
          <p:cNvSpPr>
            <a:spLocks noGrp="1"/>
          </p:cNvSpPr>
          <p:nvPr>
            <p:ph type="title"/>
          </p:nvPr>
        </p:nvSpPr>
        <p:spPr/>
        <p:txBody>
          <a:bodyPr/>
          <a:lstStyle/>
          <a:p>
            <a:r>
              <a:rPr lang="en-IN"/>
              <a:t>GDS Projects (4/x)</a:t>
            </a:r>
          </a:p>
        </p:txBody>
      </p:sp>
      <p:sp>
        <p:nvSpPr>
          <p:cNvPr id="5" name="Slide Number Placeholder 4">
            <a:extLst>
              <a:ext uri="{FF2B5EF4-FFF2-40B4-BE49-F238E27FC236}">
                <a16:creationId xmlns:a16="http://schemas.microsoft.com/office/drawing/2014/main" id="{FC353F7B-6250-3743-6A1D-62210DD2D5BA}"/>
              </a:ext>
            </a:extLst>
          </p:cNvPr>
          <p:cNvSpPr>
            <a:spLocks noGrp="1"/>
          </p:cNvSpPr>
          <p:nvPr>
            <p:ph type="sldNum" sz="quarter" idx="12"/>
          </p:nvPr>
        </p:nvSpPr>
        <p:spPr/>
        <p:txBody>
          <a:bodyPr/>
          <a:lstStyle/>
          <a:p>
            <a:fld id="{94FCA0F3-9F3A-694B-99BB-0E592A797735}" type="slidenum">
              <a:rPr lang="en-US" smtClean="0"/>
              <a:t>139</a:t>
            </a:fld>
            <a:endParaRPr lang="en-US"/>
          </a:p>
        </p:txBody>
      </p:sp>
      <p:sp>
        <p:nvSpPr>
          <p:cNvPr id="6" name="Date Placeholder 5">
            <a:extLst>
              <a:ext uri="{FF2B5EF4-FFF2-40B4-BE49-F238E27FC236}">
                <a16:creationId xmlns:a16="http://schemas.microsoft.com/office/drawing/2014/main" id="{3213EF17-8020-83F8-7FB8-DA9DEC08B27B}"/>
              </a:ext>
            </a:extLst>
          </p:cNvPr>
          <p:cNvSpPr>
            <a:spLocks noGrp="1"/>
          </p:cNvSpPr>
          <p:nvPr>
            <p:ph type="dt" sz="half" idx="10"/>
          </p:nvPr>
        </p:nvSpPr>
        <p:spPr/>
        <p:txBody>
          <a:bodyPr/>
          <a:lstStyle/>
          <a:p>
            <a:fld id="{345C9E22-11CE-425B-9864-64378F237137}" type="datetime1">
              <a:rPr lang="en-US" smtClean="0"/>
              <a:t>9/19/2025</a:t>
            </a:fld>
            <a:endParaRPr lang="en-US"/>
          </a:p>
        </p:txBody>
      </p:sp>
      <p:sp>
        <p:nvSpPr>
          <p:cNvPr id="7" name="SmartArt Placeholder 6">
            <a:extLst>
              <a:ext uri="{FF2B5EF4-FFF2-40B4-BE49-F238E27FC236}">
                <a16:creationId xmlns:a16="http://schemas.microsoft.com/office/drawing/2014/main" id="{3CE5FB98-DC7E-3D2B-7F97-6C2F40E89EC6}"/>
              </a:ext>
            </a:extLst>
          </p:cNvPr>
          <p:cNvSpPr>
            <a:spLocks noGrp="1"/>
          </p:cNvSpPr>
          <p:nvPr>
            <p:ph type="dgm" sz="quarter" idx="17"/>
          </p:nvPr>
        </p:nvSpPr>
        <p:spPr/>
        <p:txBody>
          <a:bodyPr/>
          <a:lstStyle/>
          <a:p>
            <a:endParaRPr lang="en-IN"/>
          </a:p>
        </p:txBody>
      </p:sp>
      <p:graphicFrame>
        <p:nvGraphicFramePr>
          <p:cNvPr id="8" name="Table 7">
            <a:extLst>
              <a:ext uri="{FF2B5EF4-FFF2-40B4-BE49-F238E27FC236}">
                <a16:creationId xmlns:a16="http://schemas.microsoft.com/office/drawing/2014/main" id="{5AB4FE30-354D-590D-4C03-ABF3A08524D6}"/>
              </a:ext>
            </a:extLst>
          </p:cNvPr>
          <p:cNvGraphicFramePr>
            <a:graphicFrameLocks noGrp="1"/>
          </p:cNvGraphicFramePr>
          <p:nvPr>
            <p:extLst>
              <p:ext uri="{D42A27DB-BD31-4B8C-83A1-F6EECF244321}">
                <p14:modId xmlns:p14="http://schemas.microsoft.com/office/powerpoint/2010/main" val="3178033592"/>
              </p:ext>
            </p:extLst>
          </p:nvPr>
        </p:nvGraphicFramePr>
        <p:xfrm>
          <a:off x="484632" y="1126522"/>
          <a:ext cx="11222736" cy="2440733"/>
        </p:xfrm>
        <a:graphic>
          <a:graphicData uri="http://schemas.openxmlformats.org/drawingml/2006/table">
            <a:tbl>
              <a:tblPr/>
              <a:tblGrid>
                <a:gridCol w="2361044">
                  <a:extLst>
                    <a:ext uri="{9D8B030D-6E8A-4147-A177-3AD203B41FA5}">
                      <a16:colId xmlns:a16="http://schemas.microsoft.com/office/drawing/2014/main" val="2181700987"/>
                    </a:ext>
                  </a:extLst>
                </a:gridCol>
                <a:gridCol w="6238380">
                  <a:extLst>
                    <a:ext uri="{9D8B030D-6E8A-4147-A177-3AD203B41FA5}">
                      <a16:colId xmlns:a16="http://schemas.microsoft.com/office/drawing/2014/main" val="3465123203"/>
                    </a:ext>
                  </a:extLst>
                </a:gridCol>
                <a:gridCol w="1311656">
                  <a:extLst>
                    <a:ext uri="{9D8B030D-6E8A-4147-A177-3AD203B41FA5}">
                      <a16:colId xmlns:a16="http://schemas.microsoft.com/office/drawing/2014/main" val="3957014870"/>
                    </a:ext>
                  </a:extLst>
                </a:gridCol>
                <a:gridCol w="1311656">
                  <a:extLst>
                    <a:ext uri="{9D8B030D-6E8A-4147-A177-3AD203B41FA5}">
                      <a16:colId xmlns:a16="http://schemas.microsoft.com/office/drawing/2014/main" val="3052045837"/>
                    </a:ext>
                  </a:extLst>
                </a:gridCol>
              </a:tblGrid>
              <a:tr h="291533">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b="1" kern="1200">
                          <a:solidFill>
                            <a:schemeClr val="bg1"/>
                          </a:solidFill>
                          <a:latin typeface="+mj-lt"/>
                          <a:ea typeface="+mn-ea"/>
                          <a:cs typeface="Arial" panose="020B0604020202020204" pitchFamily="34" charset="0"/>
                        </a:rPr>
                        <a:t>Client – Project Name</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a:solidFill>
                            <a:schemeClr val="bg1"/>
                          </a:solidFill>
                          <a:latin typeface="+mj-lt"/>
                          <a:ea typeface="+mn-ea"/>
                          <a:cs typeface="Arial" panose="020B0604020202020204" pitchFamily="34" charset="0"/>
                        </a:rPr>
                        <a:t>Description</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a:ln>
                            <a:noFill/>
                          </a:ln>
                          <a:solidFill>
                            <a:schemeClr val="tx1"/>
                          </a:solidFill>
                          <a:effectLst/>
                          <a:uLnTx/>
                          <a:uFillTx/>
                          <a:latin typeface="+mj-lt"/>
                          <a:ea typeface="+mn-ea"/>
                          <a:cs typeface="Arial" panose="020B0604020202020204" pitchFamily="34" charset="0"/>
                        </a:rPr>
                        <a:t>Region</a:t>
                      </a:r>
                    </a:p>
                  </a:txBody>
                  <a:tcPr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noProof="0">
                          <a:solidFill>
                            <a:schemeClr val="tx1"/>
                          </a:solidFill>
                          <a:latin typeface="+mj-lt"/>
                          <a:ea typeface="+mn-ea"/>
                          <a:cs typeface="Arial" panose="020B0604020202020204" pitchFamily="34" charset="0"/>
                        </a:rPr>
                        <a:t>Sector</a:t>
                      </a:r>
                    </a:p>
                  </a:txBody>
                  <a:tcPr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415A6C"/>
                    </a:solidFill>
                  </a:tcPr>
                </a:tc>
                <a:extLst>
                  <a:ext uri="{0D108BD9-81ED-4DB2-BD59-A6C34878D82A}">
                    <a16:rowId xmlns:a16="http://schemas.microsoft.com/office/drawing/2014/main" val="243059793"/>
                  </a:ext>
                </a:extLst>
              </a:tr>
              <a:tr h="324000">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l" defTabSz="913486" rtl="0" eaLnBrk="1" fontAlgn="auto" latinLnBrk="0" hangingPunct="1">
                        <a:lnSpc>
                          <a:spcPct val="90000"/>
                        </a:lnSpc>
                        <a:spcBef>
                          <a:spcPct val="0"/>
                        </a:spcBef>
                        <a:spcAft>
                          <a:spcPts val="0"/>
                        </a:spcAft>
                        <a:buClrTx/>
                        <a:buSzTx/>
                        <a:buFontTx/>
                        <a:buNone/>
                        <a:tabLst/>
                        <a:defRPr/>
                      </a:pPr>
                      <a:r>
                        <a:rPr kumimoji="0" lang="en-IN" sz="1000" b="1" i="0" u="none" strike="noStrike" kern="1200" cap="none" spc="0" normalizeH="0" baseline="0" noProof="0" err="1">
                          <a:ln>
                            <a:noFill/>
                          </a:ln>
                          <a:solidFill>
                            <a:schemeClr val="bg1"/>
                          </a:solidFill>
                          <a:effectLst/>
                          <a:uLnTx/>
                          <a:uFillTx/>
                          <a:latin typeface="EYInterstate Light" panose="02000506000000020004" pitchFamily="2" charset="0"/>
                          <a:ea typeface="+mn-ea"/>
                          <a:cs typeface="+mn-cs"/>
                        </a:rPr>
                        <a:t>Thermo</a:t>
                      </a:r>
                      <a:r>
                        <a:rPr kumimoji="0" lang="en-IN"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rPr>
                        <a:t> Fisher Scientific : BlackLine Journal Module Implementation</a:t>
                      </a:r>
                      <a:endParaRPr kumimoji="0" lang="en-US"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endParaRP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1" indent="0" algn="l" defTabSz="913486" rtl="0" eaLnBrk="1" fontAlgn="ctr" latinLnBrk="0" hangingPunct="1">
                        <a:lnSpc>
                          <a:spcPct val="100000"/>
                        </a:lnSpc>
                        <a:spcBef>
                          <a:spcPts val="200"/>
                        </a:spcBef>
                        <a:spcAft>
                          <a:spcPts val="200"/>
                        </a:spcAft>
                        <a:buClr>
                          <a:srgbClr val="FFE600"/>
                        </a:buClr>
                        <a:buSzPct val="70000"/>
                        <a:buFontTx/>
                        <a:buNone/>
                        <a:tabLst>
                          <a:tab pos="88724" algn="l"/>
                        </a:tabLst>
                        <a:defRPr/>
                      </a:pPr>
                      <a:r>
                        <a:rPr kumimoji="0" lang="en-IN" sz="1000" b="1" i="0" u="none" strike="noStrike" kern="1200" cap="none" spc="0" normalizeH="0" baseline="0" noProof="0">
                          <a:ln>
                            <a:noFill/>
                          </a:ln>
                          <a:solidFill>
                            <a:schemeClr val="bg1"/>
                          </a:solidFill>
                          <a:effectLst/>
                          <a:uLnTx/>
                          <a:uFillTx/>
                          <a:latin typeface="EYInterstate Light"/>
                          <a:ea typeface="+mn-ea"/>
                          <a:cs typeface="+mn-cs"/>
                        </a:rPr>
                        <a:t>Client was looking for: 1) </a:t>
                      </a:r>
                      <a:r>
                        <a:rPr kumimoji="0" lang="en-IN" sz="1000" b="0" i="0" u="none" strike="noStrike" kern="1200" cap="none" spc="0" normalizeH="0" baseline="0" noProof="0">
                          <a:ln>
                            <a:noFill/>
                          </a:ln>
                          <a:solidFill>
                            <a:schemeClr val="bg1"/>
                          </a:solidFill>
                          <a:effectLst/>
                          <a:uLnTx/>
                          <a:uFillTx/>
                          <a:latin typeface="EYInterstate Light"/>
                          <a:ea typeface="+mn-ea"/>
                          <a:cs typeface="+mn-cs"/>
                        </a:rPr>
                        <a:t>Implementing BlackLine Journal module 2) Standardization across their global manual journal entry process regardless of region / ERP.  3) Increase efficiency of their journal posting processes. 4) SOX Reporting</a:t>
                      </a: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rPr>
                        <a:t>-</a:t>
                      </a: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Energy"/>
                        </a:defRPr>
                      </a:lvl1pPr>
                      <a:lvl2pPr marL="457200" algn="l" defTabSz="914400" rtl="0" eaLnBrk="1" latinLnBrk="0" hangingPunct="1">
                        <a:defRPr sz="1800" kern="1200">
                          <a:solidFill>
                            <a:schemeClr val="dk1"/>
                          </a:solidFill>
                          <a:latin typeface="Energy"/>
                        </a:defRPr>
                      </a:lvl2pPr>
                      <a:lvl3pPr marL="914400" algn="l" defTabSz="914400" rtl="0" eaLnBrk="1" latinLnBrk="0" hangingPunct="1">
                        <a:defRPr sz="1800" kern="1200">
                          <a:solidFill>
                            <a:schemeClr val="dk1"/>
                          </a:solidFill>
                          <a:latin typeface="Energy"/>
                        </a:defRPr>
                      </a:lvl3pPr>
                      <a:lvl4pPr marL="1371600" algn="l" defTabSz="914400" rtl="0" eaLnBrk="1" latinLnBrk="0" hangingPunct="1">
                        <a:defRPr sz="1800" kern="1200">
                          <a:solidFill>
                            <a:schemeClr val="dk1"/>
                          </a:solidFill>
                          <a:latin typeface="Energy"/>
                        </a:defRPr>
                      </a:lvl4pPr>
                      <a:lvl5pPr marL="1828800" algn="l" defTabSz="914400" rtl="0" eaLnBrk="1" latinLnBrk="0" hangingPunct="1">
                        <a:defRPr sz="1800" kern="1200">
                          <a:solidFill>
                            <a:schemeClr val="dk1"/>
                          </a:solidFill>
                          <a:latin typeface="Energy"/>
                        </a:defRPr>
                      </a:lvl5pPr>
                      <a:lvl6pPr marL="2286000" algn="l" defTabSz="914400" rtl="0" eaLnBrk="1" latinLnBrk="0" hangingPunct="1">
                        <a:defRPr sz="1800" kern="1200">
                          <a:solidFill>
                            <a:schemeClr val="dk1"/>
                          </a:solidFill>
                          <a:latin typeface="Energy"/>
                        </a:defRPr>
                      </a:lvl6pPr>
                      <a:lvl7pPr marL="2743200" algn="l" defTabSz="914400" rtl="0" eaLnBrk="1" latinLnBrk="0" hangingPunct="1">
                        <a:defRPr sz="1800" kern="1200">
                          <a:solidFill>
                            <a:schemeClr val="dk1"/>
                          </a:solidFill>
                          <a:latin typeface="Energy"/>
                        </a:defRPr>
                      </a:lvl7pPr>
                      <a:lvl8pPr marL="3200400" algn="l" defTabSz="914400" rtl="0" eaLnBrk="1" latinLnBrk="0" hangingPunct="1">
                        <a:defRPr sz="1800" kern="1200">
                          <a:solidFill>
                            <a:schemeClr val="dk1"/>
                          </a:solidFill>
                          <a:latin typeface="Energy"/>
                        </a:defRPr>
                      </a:lvl8pPr>
                      <a:lvl9pPr marL="3657600" algn="l" defTabSz="914400" rtl="0" eaLnBrk="1" latinLnBrk="0" hangingPunct="1">
                        <a:defRPr sz="1800" kern="1200">
                          <a:solidFill>
                            <a:schemeClr val="dk1"/>
                          </a:solidFill>
                          <a:latin typeface="Energ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i="0" kern="1200" noProof="0">
                          <a:solidFill>
                            <a:schemeClr val="bg1"/>
                          </a:solidFill>
                          <a:latin typeface="+mn-lt"/>
                          <a:ea typeface="+mn-ea"/>
                          <a:cs typeface="Arial" panose="020B0604020202020204" pitchFamily="34" charset="0"/>
                        </a:rPr>
                        <a:t>Health Sciences &amp; Wellness</a:t>
                      </a:r>
                    </a:p>
                  </a:txBody>
                  <a:tcPr marL="36000" marR="36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73813071"/>
                  </a:ext>
                </a:extLst>
              </a:tr>
              <a:tr h="324000">
                <a:tc>
                  <a:txBody>
                    <a:bodyPr/>
                    <a:lstStyle/>
                    <a:p>
                      <a:pPr>
                        <a:defRPr/>
                      </a:pPr>
                      <a:endParaRPr lang="en-US" sz="1000" b="1">
                        <a:solidFill>
                          <a:schemeClr val="bg1"/>
                        </a:solidFill>
                        <a:latin typeface="+mn-lt"/>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defTabSz="913486">
                        <a:spcBef>
                          <a:spcPts val="200"/>
                        </a:spcBef>
                        <a:spcAft>
                          <a:spcPts val="200"/>
                        </a:spcAft>
                        <a:buClr>
                          <a:srgbClr val="333333"/>
                        </a:buClr>
                        <a:tabLst>
                          <a:tab pos="88722" algn="l"/>
                        </a:tabLst>
                        <a:defRPr/>
                      </a:pPr>
                      <a:endParaRPr lang="en-IN" sz="1000" b="1">
                        <a:solidFill>
                          <a:schemeClr val="bg1"/>
                        </a:solidFill>
                        <a:latin typeface="+mn-lt"/>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b="0" i="0" kern="1200" noProof="0">
                        <a:solidFill>
                          <a:schemeClr val="bg1"/>
                        </a:solidFill>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253257927"/>
                  </a:ext>
                </a:extLst>
              </a:tr>
              <a:tr h="324000">
                <a:tc>
                  <a:txBody>
                    <a:bodyPr/>
                    <a:lstStyle/>
                    <a:p>
                      <a:pPr defTabSz="913486">
                        <a:defRPr/>
                      </a:pPr>
                      <a:endParaRPr lang="en-US" sz="1000" b="1">
                        <a:solidFill>
                          <a:schemeClr val="bg1"/>
                        </a:solidFill>
                        <a:latin typeface="+mn-lt"/>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lvl="1" defTabSz="1040575" fontAlgn="ctr">
                        <a:spcAft>
                          <a:spcPts val="600"/>
                        </a:spcAft>
                        <a:buClr>
                          <a:srgbClr val="FFE600"/>
                        </a:buClr>
                        <a:buSzPct val="100000"/>
                        <a:defRPr/>
                      </a:pPr>
                      <a:endParaRPr lang="en-IN" sz="1000">
                        <a:solidFill>
                          <a:schemeClr val="bg1"/>
                        </a:solidFill>
                        <a:latin typeface="+mn-lt"/>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b="0" i="0" kern="1200" noProof="0">
                        <a:solidFill>
                          <a:schemeClr val="bg1"/>
                        </a:solidFill>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117421767"/>
                  </a:ext>
                </a:extLst>
              </a:tr>
              <a:tr h="324000">
                <a:tc>
                  <a:txBody>
                    <a:body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1000" b="1"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3943" rtl="0" eaLnBrk="1" fontAlgn="auto" latinLnBrk="0" hangingPunct="1">
                        <a:lnSpc>
                          <a:spcPct val="100000"/>
                        </a:lnSpc>
                        <a:spcBef>
                          <a:spcPts val="200"/>
                        </a:spcBef>
                        <a:spcAft>
                          <a:spcPts val="200"/>
                        </a:spcAft>
                        <a:buClr>
                          <a:srgbClr val="333333"/>
                        </a:buClr>
                        <a:buSzTx/>
                        <a:buFontTx/>
                        <a:buNone/>
                        <a:tabLst>
                          <a:tab pos="88766" algn="l"/>
                        </a:tabLst>
                        <a:defRPr/>
                      </a:pPr>
                      <a:endParaRPr kumimoji="0" lang="en-IN" sz="1000" b="0" i="0" u="none" strike="noStrike" kern="1200" cap="none" spc="0" normalizeH="0" baseline="0" noProof="0">
                        <a:ln>
                          <a:noFill/>
                        </a:ln>
                        <a:solidFill>
                          <a:schemeClr val="bg1"/>
                        </a:solidFill>
                        <a:effectLst/>
                        <a:uLnTx/>
                        <a:uFillTx/>
                        <a:latin typeface="+mn-lt"/>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b="0" i="0" kern="1200" noProof="0">
                        <a:solidFill>
                          <a:schemeClr val="bg1"/>
                        </a:solidFill>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9574532"/>
                  </a:ext>
                </a:extLst>
              </a:tr>
              <a:tr h="324000">
                <a:tc>
                  <a:txBody>
                    <a:body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1000" b="1" i="1"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l" defTabSz="914400" rtl="0" eaLnBrk="1" fontAlgn="auto" latinLnBrk="0" hangingPunct="1">
                        <a:lnSpc>
                          <a:spcPct val="100000"/>
                        </a:lnSpc>
                        <a:spcBef>
                          <a:spcPts val="200"/>
                        </a:spcBef>
                        <a:spcAft>
                          <a:spcPts val="200"/>
                        </a:spcAft>
                        <a:buClr>
                          <a:srgbClr val="333333"/>
                        </a:buClr>
                        <a:buSzTx/>
                        <a:buFontTx/>
                        <a:buNone/>
                        <a:tabLst>
                          <a:tab pos="88766" algn="l"/>
                        </a:tabLst>
                        <a:defRPr/>
                      </a:pPr>
                      <a:endParaRPr kumimoji="0" lang="en-IN" sz="1000" b="1" i="0" u="none" strike="noStrike" kern="1200" cap="none" spc="0" normalizeH="0" baseline="0" noProof="0">
                        <a:ln>
                          <a:noFill/>
                        </a:ln>
                        <a:solidFill>
                          <a:schemeClr val="bg1"/>
                        </a:solidFill>
                        <a:effectLst/>
                        <a:uLnTx/>
                        <a:uFillTx/>
                        <a:latin typeface="EYInterstate Light" panose="02000506000000020004" pitchFamily="2" charset="0"/>
                        <a:ea typeface="+mn-ea"/>
                        <a:cs typeface="+mn-cs"/>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b="0" i="0" kern="1200" noProof="0">
                        <a:solidFill>
                          <a:schemeClr val="bg1"/>
                        </a:solidFill>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183868604"/>
                  </a:ext>
                </a:extLst>
              </a:tr>
              <a:tr h="324000">
                <a:tc>
                  <a:txBody>
                    <a:bodyPr/>
                    <a:lstStyle/>
                    <a:p>
                      <a:pPr marL="0" marR="0" lvl="0" indent="0" algn="l" defTabSz="913943"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1" indent="0" algn="l" defTabSz="1041617" rtl="0" eaLnBrk="1" fontAlgn="ctr" latinLnBrk="0" hangingPunct="1">
                        <a:lnSpc>
                          <a:spcPct val="100000"/>
                        </a:lnSpc>
                        <a:spcBef>
                          <a:spcPts val="0"/>
                        </a:spcBef>
                        <a:spcAft>
                          <a:spcPts val="600"/>
                        </a:spcAft>
                        <a:buClr>
                          <a:srgbClr val="FFE600"/>
                        </a:buClr>
                        <a:buSzPct val="100000"/>
                        <a:buFontTx/>
                        <a:buNone/>
                        <a:tabLst/>
                        <a:defRPr/>
                      </a:pPr>
                      <a:endParaRPr kumimoji="0" lang="en-IN" sz="1000" b="0" i="0" u="none" strike="noStrike" kern="1200" cap="none" spc="0" normalizeH="0" baseline="0" noProof="0">
                        <a:ln>
                          <a:noFill/>
                        </a:ln>
                        <a:solidFill>
                          <a:schemeClr val="bg1"/>
                        </a:solidFill>
                        <a:effectLst/>
                        <a:uLnTx/>
                        <a:uFillTx/>
                        <a:latin typeface="+mn-lt"/>
                        <a:ea typeface="+mn-ea"/>
                        <a:cs typeface="+mn-cs"/>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a:ln>
                          <a:noFill/>
                        </a:ln>
                        <a:solidFill>
                          <a:schemeClr val="bg1"/>
                        </a:solidFill>
                        <a:effectLst/>
                        <a:uLnTx/>
                        <a:uFillTx/>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b="0" i="0" kern="1200" noProof="0">
                        <a:solidFill>
                          <a:schemeClr val="bg1"/>
                        </a:solidFill>
                        <a:latin typeface="+mn-lt"/>
                        <a:ea typeface="+mn-ea"/>
                        <a:cs typeface="Arial" panose="020B0604020202020204" pitchFamily="34" charset="0"/>
                      </a:endParaRPr>
                    </a:p>
                  </a:txBody>
                  <a:tcPr marL="36000" marR="36000" marT="36000" marB="36000" anchor="ctr">
                    <a:lnL w="12700" cap="flat" cmpd="sng" algn="ctr">
                      <a:solidFill>
                        <a:srgbClr val="FFFFFF"/>
                      </a:solidFill>
                      <a:prstDash val="solid"/>
                      <a:round/>
                      <a:headEnd type="none" w="med" len="med"/>
                      <a:tailEnd type="none" w="med" len="med"/>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53183638"/>
                  </a:ext>
                </a:extLst>
              </a:tr>
            </a:tbl>
          </a:graphicData>
        </a:graphic>
      </p:graphicFrame>
    </p:spTree>
    <p:extLst>
      <p:ext uri="{BB962C8B-B14F-4D97-AF65-F5344CB8AC3E}">
        <p14:creationId xmlns:p14="http://schemas.microsoft.com/office/powerpoint/2010/main" val="38550298"/>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48859945-AD2C-7B59-AD7F-CB8F01AED385}"/>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4A0E8AF5-DAA9-B09C-1213-EF249C71B208}"/>
              </a:ext>
            </a:extLst>
          </p:cNvPr>
          <p:cNvSpPr>
            <a:spLocks noGrp="1"/>
          </p:cNvSpPr>
          <p:nvPr>
            <p:ph type="title"/>
          </p:nvPr>
        </p:nvSpPr>
        <p:spPr>
          <a:xfrm>
            <a:off x="495300" y="228600"/>
            <a:ext cx="11201400" cy="548640"/>
          </a:xfrm>
        </p:spPr>
        <p:txBody>
          <a:bodyPr lIns="91440" tIns="45720" rIns="91440"/>
          <a:lstStyle/>
          <a:p>
            <a:pPr>
              <a:lnSpc>
                <a:spcPct val="100000"/>
              </a:lnSpc>
            </a:pPr>
            <a:r>
              <a:rPr lang="en-IN" dirty="0"/>
              <a:t>Record-to-Report Process Ownership Model</a:t>
            </a:r>
          </a:p>
        </p:txBody>
      </p:sp>
      <p:sp>
        <p:nvSpPr>
          <p:cNvPr id="6" name="Date Placeholder 5">
            <a:extLst>
              <a:ext uri="{FF2B5EF4-FFF2-40B4-BE49-F238E27FC236}">
                <a16:creationId xmlns:a16="http://schemas.microsoft.com/office/drawing/2014/main" id="{CB4E8990-E5F1-F653-7590-9BAC33176E19}"/>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CEFEB1EB-CDEC-DCDA-F69E-C0689CD3BC55}"/>
              </a:ext>
            </a:extLst>
          </p:cNvPr>
          <p:cNvSpPr>
            <a:spLocks noGrp="1"/>
          </p:cNvSpPr>
          <p:nvPr>
            <p:ph type="sldNum" sz="quarter" idx="19"/>
          </p:nvPr>
        </p:nvSpPr>
        <p:spPr/>
        <p:txBody>
          <a:bodyPr/>
          <a:lstStyle/>
          <a:p>
            <a:fld id="{94FCA0F3-9F3A-694B-99BB-0E592A797735}" type="slidenum">
              <a:rPr lang="en-US" smtClean="0"/>
              <a:t>140</a:t>
            </a:fld>
            <a:endParaRPr lang="en-US"/>
          </a:p>
        </p:txBody>
      </p:sp>
      <p:sp>
        <p:nvSpPr>
          <p:cNvPr id="2" name="Rectangle 1">
            <a:extLst>
              <a:ext uri="{FF2B5EF4-FFF2-40B4-BE49-F238E27FC236}">
                <a16:creationId xmlns:a16="http://schemas.microsoft.com/office/drawing/2014/main" id="{5CBA3D27-E947-DC7F-6851-2936F97C1A8C}"/>
              </a:ext>
            </a:extLst>
          </p:cNvPr>
          <p:cNvSpPr/>
          <p:nvPr/>
        </p:nvSpPr>
        <p:spPr>
          <a:xfrm>
            <a:off x="8215990" y="2783751"/>
            <a:ext cx="3780836" cy="2724249"/>
          </a:xfrm>
          <a:prstGeom prst="rect">
            <a:avLst/>
          </a:prstGeom>
          <a:solidFill>
            <a:srgbClr val="FFFFFF">
              <a:lumMod val="95000"/>
            </a:srgbClr>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err="1">
              <a:ln>
                <a:noFill/>
              </a:ln>
              <a:solidFill>
                <a:sysClr val="windowText" lastClr="000000"/>
              </a:solidFill>
              <a:effectLst/>
              <a:uLnTx/>
              <a:uFillTx/>
              <a:latin typeface="Arial" panose="020B0604020202020204"/>
              <a:ea typeface="+mn-ea"/>
              <a:cs typeface="+mn-cs"/>
            </a:endParaRPr>
          </a:p>
        </p:txBody>
      </p:sp>
      <p:cxnSp>
        <p:nvCxnSpPr>
          <p:cNvPr id="3" name="Straight Arrow Connector 2">
            <a:extLst>
              <a:ext uri="{FF2B5EF4-FFF2-40B4-BE49-F238E27FC236}">
                <a16:creationId xmlns:a16="http://schemas.microsoft.com/office/drawing/2014/main" id="{C6674DE2-C6BE-C18A-D159-4B86D9FEE8FE}"/>
              </a:ext>
            </a:extLst>
          </p:cNvPr>
          <p:cNvCxnSpPr>
            <a:cxnSpLocks/>
          </p:cNvCxnSpPr>
          <p:nvPr/>
        </p:nvCxnSpPr>
        <p:spPr>
          <a:xfrm flipH="1">
            <a:off x="6342938" y="1689836"/>
            <a:ext cx="2333996" cy="901023"/>
          </a:xfrm>
          <a:prstGeom prst="straightConnector1">
            <a:avLst/>
          </a:prstGeom>
          <a:noFill/>
          <a:ln w="6350" cap="flat" cmpd="sng" algn="ctr">
            <a:solidFill>
              <a:srgbClr val="3774B1">
                <a:alpha val="50000"/>
              </a:srgbClr>
            </a:solidFill>
            <a:prstDash val="solid"/>
            <a:miter lim="800000"/>
            <a:tailEnd type="triangle"/>
          </a:ln>
          <a:effectLst/>
        </p:spPr>
      </p:cxnSp>
      <p:cxnSp>
        <p:nvCxnSpPr>
          <p:cNvPr id="4" name="Straight Arrow Connector 3">
            <a:extLst>
              <a:ext uri="{FF2B5EF4-FFF2-40B4-BE49-F238E27FC236}">
                <a16:creationId xmlns:a16="http://schemas.microsoft.com/office/drawing/2014/main" id="{0AAF6122-6C58-9C05-1C3D-80C76A5F7874}"/>
              </a:ext>
            </a:extLst>
          </p:cNvPr>
          <p:cNvCxnSpPr>
            <a:cxnSpLocks/>
          </p:cNvCxnSpPr>
          <p:nvPr/>
        </p:nvCxnSpPr>
        <p:spPr>
          <a:xfrm flipH="1">
            <a:off x="8108139" y="2421139"/>
            <a:ext cx="561137" cy="396500"/>
          </a:xfrm>
          <a:prstGeom prst="straightConnector1">
            <a:avLst/>
          </a:prstGeom>
          <a:noFill/>
          <a:ln w="6350" cap="flat" cmpd="sng" algn="ctr">
            <a:solidFill>
              <a:srgbClr val="D3BDF2">
                <a:alpha val="50000"/>
              </a:srgbClr>
            </a:solidFill>
            <a:prstDash val="solid"/>
            <a:miter lim="800000"/>
            <a:tailEnd type="triangle"/>
          </a:ln>
          <a:effectLst/>
        </p:spPr>
      </p:cxnSp>
      <p:sp>
        <p:nvSpPr>
          <p:cNvPr id="7" name="Rectangle 6">
            <a:extLst>
              <a:ext uri="{FF2B5EF4-FFF2-40B4-BE49-F238E27FC236}">
                <a16:creationId xmlns:a16="http://schemas.microsoft.com/office/drawing/2014/main" id="{7AC17B78-BB9D-8E6D-AF3D-E2DC44261AD0}"/>
              </a:ext>
            </a:extLst>
          </p:cNvPr>
          <p:cNvSpPr/>
          <p:nvPr/>
        </p:nvSpPr>
        <p:spPr>
          <a:xfrm>
            <a:off x="8359905" y="2851862"/>
            <a:ext cx="3493008" cy="387198"/>
          </a:xfrm>
          <a:prstGeom prst="rect">
            <a:avLst/>
          </a:prstGeom>
          <a:solidFill>
            <a:srgbClr val="019881"/>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Arial" panose="020B0604020202020204"/>
                <a:ea typeface="+mn-ea"/>
                <a:cs typeface="+mn-cs"/>
              </a:rPr>
              <a:t>FP&amp;A  / BUF (regional / global)</a:t>
            </a:r>
          </a:p>
        </p:txBody>
      </p:sp>
      <p:sp>
        <p:nvSpPr>
          <p:cNvPr id="9" name="Rectangle 8">
            <a:extLst>
              <a:ext uri="{FF2B5EF4-FFF2-40B4-BE49-F238E27FC236}">
                <a16:creationId xmlns:a16="http://schemas.microsoft.com/office/drawing/2014/main" id="{67BF555A-5898-6633-8726-6C23CD10E3E4}"/>
              </a:ext>
            </a:extLst>
          </p:cNvPr>
          <p:cNvSpPr/>
          <p:nvPr/>
        </p:nvSpPr>
        <p:spPr>
          <a:xfrm>
            <a:off x="8359905" y="3333032"/>
            <a:ext cx="3493008" cy="765525"/>
          </a:xfrm>
          <a:prstGeom prst="rect">
            <a:avLst/>
          </a:prstGeom>
          <a:solidFill>
            <a:srgbClr val="FFFFFF">
              <a:lumMod val="65000"/>
            </a:srgbClr>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t"/>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Forecasting, planning budgeting (financial, cash, tax, etc.)</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Price and cost analysis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Review business results vs plan / budget / </a:t>
            </a:r>
            <a:r>
              <a:rPr kumimoji="0" lang="en-US" sz="1100" b="0" i="0" u="none" strike="noStrike" kern="0" cap="none" spc="0" normalizeH="0" baseline="0" noProof="0" err="1">
                <a:ln>
                  <a:noFill/>
                </a:ln>
                <a:solidFill>
                  <a:srgbClr val="FFFFFF"/>
                </a:solidFill>
                <a:effectLst/>
                <a:uLnTx/>
                <a:uFillTx/>
                <a:latin typeface="Arial" panose="020B0604020202020204"/>
                <a:ea typeface="+mn-ea"/>
                <a:cs typeface="+mn-cs"/>
              </a:rPr>
              <a:t>fcst</a:t>
            </a:r>
            <a:endParaRPr kumimoji="0" lang="en-US" sz="1100" b="0" i="0" u="none" strike="noStrike" kern="0" cap="none" spc="0" normalizeH="0" baseline="0" noProof="0">
              <a:ln>
                <a:noFill/>
              </a:ln>
              <a:solidFill>
                <a:srgbClr val="FFFFFF"/>
              </a:solidFill>
              <a:effectLst/>
              <a:uLnTx/>
              <a:uFillTx/>
              <a:latin typeface="Arial" panose="020B0604020202020204"/>
              <a:ea typeface="+mn-ea"/>
              <a:cs typeface="+mn-cs"/>
            </a:endParaRPr>
          </a:p>
        </p:txBody>
      </p:sp>
      <p:sp>
        <p:nvSpPr>
          <p:cNvPr id="10" name="Rectangle 9">
            <a:extLst>
              <a:ext uri="{FF2B5EF4-FFF2-40B4-BE49-F238E27FC236}">
                <a16:creationId xmlns:a16="http://schemas.microsoft.com/office/drawing/2014/main" id="{34989486-13E1-F850-5371-D1AA844AC3E9}"/>
              </a:ext>
            </a:extLst>
          </p:cNvPr>
          <p:cNvSpPr/>
          <p:nvPr/>
        </p:nvSpPr>
        <p:spPr>
          <a:xfrm>
            <a:off x="346713" y="2786470"/>
            <a:ext cx="3493008" cy="387201"/>
          </a:xfrm>
          <a:prstGeom prst="rect">
            <a:avLst/>
          </a:prstGeom>
          <a:solidFill>
            <a:srgbClr val="019881"/>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Arial" panose="020B0604020202020204"/>
                <a:ea typeface="+mn-ea"/>
                <a:cs typeface="+mn-cs"/>
              </a:rPr>
              <a:t>EBS A2R</a:t>
            </a:r>
          </a:p>
        </p:txBody>
      </p:sp>
      <p:sp>
        <p:nvSpPr>
          <p:cNvPr id="11" name="Rectangle 10">
            <a:extLst>
              <a:ext uri="{FF2B5EF4-FFF2-40B4-BE49-F238E27FC236}">
                <a16:creationId xmlns:a16="http://schemas.microsoft.com/office/drawing/2014/main" id="{011D7402-89C6-6133-0C62-3D255E0F4889}"/>
              </a:ext>
            </a:extLst>
          </p:cNvPr>
          <p:cNvSpPr/>
          <p:nvPr/>
        </p:nvSpPr>
        <p:spPr>
          <a:xfrm>
            <a:off x="346713" y="3246089"/>
            <a:ext cx="3493006" cy="2261912"/>
          </a:xfrm>
          <a:prstGeom prst="rect">
            <a:avLst/>
          </a:prstGeom>
          <a:solidFill>
            <a:srgbClr val="FFFFFF">
              <a:lumMod val="65000"/>
            </a:srgbClr>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t"/>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FFFFFF"/>
                </a:solidFill>
                <a:effectLst/>
                <a:uLnTx/>
                <a:uFillTx/>
                <a:latin typeface="Arial" panose="020B0604020202020204"/>
                <a:ea typeface="+mn-ea"/>
                <a:cs typeface="+mn-cs"/>
              </a:rPr>
              <a:t>Coordinate with sub-ledger teams to close SLs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FFFFFF"/>
                </a:solidFill>
                <a:effectLst/>
                <a:uLnTx/>
                <a:uFillTx/>
                <a:latin typeface="Arial" panose="020B0604020202020204"/>
                <a:ea typeface="+mn-ea"/>
                <a:cs typeface="+mn-cs"/>
              </a:rPr>
              <a:t>GL / Close execution (regionally coordinated)</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FFFFFF"/>
                </a:solidFill>
                <a:effectLst/>
                <a:uLnTx/>
                <a:uFillTx/>
                <a:latin typeface="Arial" panose="020B0604020202020204"/>
                <a:ea typeface="+mn-ea"/>
                <a:cs typeface="+mn-cs"/>
              </a:rPr>
              <a:t>Prepare and review GL entries for low/mid-complexity accounts and below materiality thresholds</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FFFFFF"/>
                </a:solidFill>
                <a:effectLst/>
                <a:uLnTx/>
                <a:uFillTx/>
                <a:latin typeface="Arial" panose="020B0604020202020204"/>
                <a:ea typeface="+mn-ea"/>
                <a:cs typeface="+mn-cs"/>
              </a:rPr>
              <a:t>Intercompany &amp; Fixed Assets (global / centralized)</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FFFFFF"/>
                </a:solidFill>
                <a:effectLst/>
                <a:uLnTx/>
                <a:uFillTx/>
                <a:latin typeface="Arial" panose="020B0604020202020204"/>
                <a:ea typeface="+mn-ea"/>
                <a:cs typeface="+mn-cs"/>
              </a:rPr>
              <a:t>Inventory Costing transactions (from SCF)</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FFFFFF"/>
                </a:solidFill>
                <a:effectLst/>
                <a:uLnTx/>
                <a:uFillTx/>
                <a:latin typeface="Arial" panose="020B0604020202020204"/>
                <a:ea typeface="+mn-ea"/>
                <a:cs typeface="+mn-cs"/>
              </a:rPr>
              <a:t>Perform reconciliations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FFFFFF"/>
                </a:solidFill>
                <a:effectLst/>
                <a:uLnTx/>
                <a:uFillTx/>
                <a:latin typeface="Arial" panose="020B0604020202020204"/>
                <a:ea typeface="+mn-ea"/>
                <a:cs typeface="+mn-cs"/>
              </a:rPr>
              <a:t>Process harmonization (+DTP/WI updates)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FFFFFF"/>
                </a:solidFill>
                <a:effectLst/>
                <a:uLnTx/>
                <a:uFillTx/>
                <a:latin typeface="Arial" panose="020B0604020202020204"/>
                <a:ea typeface="+mn-ea"/>
                <a:cs typeface="+mn-cs"/>
              </a:rPr>
              <a:t>Global process ownership, continuous improvement and standardization, with controls &amp; compliance improvement</a:t>
            </a:r>
          </a:p>
        </p:txBody>
      </p:sp>
      <p:sp>
        <p:nvSpPr>
          <p:cNvPr id="12" name="Rectangle 11">
            <a:extLst>
              <a:ext uri="{FF2B5EF4-FFF2-40B4-BE49-F238E27FC236}">
                <a16:creationId xmlns:a16="http://schemas.microsoft.com/office/drawing/2014/main" id="{A95876C4-355A-72F1-C059-5E7DF0F3DCE4}"/>
              </a:ext>
            </a:extLst>
          </p:cNvPr>
          <p:cNvSpPr/>
          <p:nvPr/>
        </p:nvSpPr>
        <p:spPr>
          <a:xfrm>
            <a:off x="4353309" y="2788064"/>
            <a:ext cx="3493008" cy="387201"/>
          </a:xfrm>
          <a:prstGeom prst="rect">
            <a:avLst/>
          </a:prstGeom>
          <a:solidFill>
            <a:srgbClr val="FFB000"/>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lIns="9144" rIns="9144"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000000"/>
                </a:solidFill>
                <a:effectLst/>
                <a:uLnTx/>
                <a:uFillTx/>
                <a:latin typeface="Arial" panose="020B0604020202020204"/>
                <a:ea typeface="+mn-ea"/>
                <a:cs typeface="+mn-cs"/>
              </a:rPr>
              <a:t>Country / Region Controller</a:t>
            </a:r>
          </a:p>
        </p:txBody>
      </p:sp>
      <p:sp>
        <p:nvSpPr>
          <p:cNvPr id="13" name="Rectangle 12">
            <a:extLst>
              <a:ext uri="{FF2B5EF4-FFF2-40B4-BE49-F238E27FC236}">
                <a16:creationId xmlns:a16="http://schemas.microsoft.com/office/drawing/2014/main" id="{CC8A747D-359D-FBD9-16DA-2C09C4AD1F9A}"/>
              </a:ext>
            </a:extLst>
          </p:cNvPr>
          <p:cNvSpPr/>
          <p:nvPr/>
        </p:nvSpPr>
        <p:spPr>
          <a:xfrm>
            <a:off x="4348861" y="3246089"/>
            <a:ext cx="3493008" cy="2261912"/>
          </a:xfrm>
          <a:prstGeom prst="rect">
            <a:avLst/>
          </a:prstGeom>
          <a:solidFill>
            <a:srgbClr val="FFFFFF">
              <a:lumMod val="65000"/>
            </a:srgbClr>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t"/>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High materiality / high complexity JE preparation and/or review during entity close</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Sign off on Legal Entity results (BS, PL)</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BS review &amp; accountability</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PL review &amp; accountability (aligned to Inventory / Costing in EBS)</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Communication with local BU leaders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Hosts entity close calls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Triage and address entity close issues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Reconciliation and controls oversight</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Legal Entity Audit coordination</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Bridge to </a:t>
            </a:r>
            <a:r>
              <a:rPr kumimoji="0" lang="en-US" sz="1100" b="0" i="0" u="none" strike="noStrike" kern="0" cap="none" spc="0" normalizeH="0" baseline="0" noProof="0" err="1">
                <a:ln>
                  <a:noFill/>
                </a:ln>
                <a:solidFill>
                  <a:srgbClr val="FFFFFF"/>
                </a:solidFill>
                <a:effectLst/>
                <a:uLnTx/>
                <a:uFillTx/>
                <a:latin typeface="Arial" panose="020B0604020202020204"/>
                <a:ea typeface="+mn-ea"/>
                <a:cs typeface="+mn-cs"/>
              </a:rPr>
              <a:t>mgmt</a:t>
            </a: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 reporting / internal reporting</a:t>
            </a:r>
          </a:p>
        </p:txBody>
      </p:sp>
      <p:sp>
        <p:nvSpPr>
          <p:cNvPr id="14" name="Rectangle 13">
            <a:extLst>
              <a:ext uri="{FF2B5EF4-FFF2-40B4-BE49-F238E27FC236}">
                <a16:creationId xmlns:a16="http://schemas.microsoft.com/office/drawing/2014/main" id="{5065D608-8917-ACCB-D50A-840A82EF4DBA}"/>
              </a:ext>
            </a:extLst>
          </p:cNvPr>
          <p:cNvSpPr/>
          <p:nvPr/>
        </p:nvSpPr>
        <p:spPr>
          <a:xfrm>
            <a:off x="4350129" y="800767"/>
            <a:ext cx="3491741" cy="387201"/>
          </a:xfrm>
          <a:prstGeom prst="rect">
            <a:avLst/>
          </a:prstGeom>
          <a:solidFill>
            <a:srgbClr val="019881"/>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Arial" panose="020B0604020202020204"/>
                <a:ea typeface="+mn-ea"/>
                <a:cs typeface="+mn-cs"/>
              </a:rPr>
              <a:t>CCR</a:t>
            </a:r>
          </a:p>
        </p:txBody>
      </p:sp>
      <p:sp>
        <p:nvSpPr>
          <p:cNvPr id="15" name="Rectangle 14">
            <a:extLst>
              <a:ext uri="{FF2B5EF4-FFF2-40B4-BE49-F238E27FC236}">
                <a16:creationId xmlns:a16="http://schemas.microsoft.com/office/drawing/2014/main" id="{B900E3C7-2204-39F2-2190-848656366F60}"/>
              </a:ext>
            </a:extLst>
          </p:cNvPr>
          <p:cNvSpPr/>
          <p:nvPr/>
        </p:nvSpPr>
        <p:spPr>
          <a:xfrm>
            <a:off x="4350129" y="1258270"/>
            <a:ext cx="3491741" cy="1178909"/>
          </a:xfrm>
          <a:prstGeom prst="rect">
            <a:avLst/>
          </a:prstGeom>
          <a:solidFill>
            <a:srgbClr val="FFFFFF">
              <a:lumMod val="65000"/>
            </a:srgbClr>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t"/>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Consolidation</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Corporate results, reporting and filings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Technical Accounting</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External Reporting</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Global close coordination calls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Global audit coordination</a:t>
            </a:r>
          </a:p>
        </p:txBody>
      </p:sp>
      <p:cxnSp>
        <p:nvCxnSpPr>
          <p:cNvPr id="17" name="Straight Arrow Connector 16">
            <a:extLst>
              <a:ext uri="{FF2B5EF4-FFF2-40B4-BE49-F238E27FC236}">
                <a16:creationId xmlns:a16="http://schemas.microsoft.com/office/drawing/2014/main" id="{04537A4A-A956-BF55-5AF6-57EF02803D49}"/>
              </a:ext>
            </a:extLst>
          </p:cNvPr>
          <p:cNvCxnSpPr/>
          <p:nvPr/>
        </p:nvCxnSpPr>
        <p:spPr>
          <a:xfrm>
            <a:off x="5973723" y="2478863"/>
            <a:ext cx="0" cy="256032"/>
          </a:xfrm>
          <a:prstGeom prst="straightConnector1">
            <a:avLst/>
          </a:prstGeom>
          <a:noFill/>
          <a:ln w="28575" cap="flat" cmpd="sng" algn="ctr">
            <a:solidFill>
              <a:srgbClr val="3774B1"/>
            </a:solidFill>
            <a:prstDash val="solid"/>
            <a:miter lim="800000"/>
            <a:tailEnd type="triangle"/>
          </a:ln>
          <a:effectLst/>
        </p:spPr>
      </p:cxnSp>
      <p:cxnSp>
        <p:nvCxnSpPr>
          <p:cNvPr id="18" name="Straight Arrow Connector 17">
            <a:extLst>
              <a:ext uri="{FF2B5EF4-FFF2-40B4-BE49-F238E27FC236}">
                <a16:creationId xmlns:a16="http://schemas.microsoft.com/office/drawing/2014/main" id="{8144F613-3143-3C36-5CBD-194F33EC1FCF}"/>
              </a:ext>
            </a:extLst>
          </p:cNvPr>
          <p:cNvCxnSpPr>
            <a:cxnSpLocks/>
          </p:cNvCxnSpPr>
          <p:nvPr/>
        </p:nvCxnSpPr>
        <p:spPr>
          <a:xfrm flipV="1">
            <a:off x="6115329" y="2476000"/>
            <a:ext cx="0" cy="253347"/>
          </a:xfrm>
          <a:prstGeom prst="straightConnector1">
            <a:avLst/>
          </a:prstGeom>
          <a:noFill/>
          <a:ln w="28575" cap="flat" cmpd="sng" algn="ctr">
            <a:solidFill>
              <a:srgbClr val="3774B1"/>
            </a:solidFill>
            <a:prstDash val="solid"/>
            <a:miter lim="800000"/>
            <a:tailEnd type="triangle"/>
          </a:ln>
          <a:effectLst/>
        </p:spPr>
      </p:cxnSp>
      <p:cxnSp>
        <p:nvCxnSpPr>
          <p:cNvPr id="19" name="Straight Arrow Connector 18">
            <a:extLst>
              <a:ext uri="{FF2B5EF4-FFF2-40B4-BE49-F238E27FC236}">
                <a16:creationId xmlns:a16="http://schemas.microsoft.com/office/drawing/2014/main" id="{4789BD28-E0E1-7E23-C7C4-CF211DC7FBB8}"/>
              </a:ext>
            </a:extLst>
          </p:cNvPr>
          <p:cNvCxnSpPr>
            <a:cxnSpLocks/>
          </p:cNvCxnSpPr>
          <p:nvPr/>
        </p:nvCxnSpPr>
        <p:spPr>
          <a:xfrm>
            <a:off x="4004903" y="2927254"/>
            <a:ext cx="223885" cy="0"/>
          </a:xfrm>
          <a:prstGeom prst="straightConnector1">
            <a:avLst/>
          </a:prstGeom>
          <a:noFill/>
          <a:ln w="28575" cap="flat" cmpd="sng" algn="ctr">
            <a:solidFill>
              <a:srgbClr val="FF6B6B"/>
            </a:solidFill>
            <a:prstDash val="solid"/>
            <a:miter lim="800000"/>
            <a:tailEnd type="triangle"/>
          </a:ln>
          <a:effectLst/>
        </p:spPr>
      </p:cxnSp>
      <p:cxnSp>
        <p:nvCxnSpPr>
          <p:cNvPr id="20" name="Straight Arrow Connector 19">
            <a:extLst>
              <a:ext uri="{FF2B5EF4-FFF2-40B4-BE49-F238E27FC236}">
                <a16:creationId xmlns:a16="http://schemas.microsoft.com/office/drawing/2014/main" id="{C55B6814-9662-4BD6-0CFA-612F01C0EF5E}"/>
              </a:ext>
            </a:extLst>
          </p:cNvPr>
          <p:cNvCxnSpPr>
            <a:cxnSpLocks/>
          </p:cNvCxnSpPr>
          <p:nvPr/>
        </p:nvCxnSpPr>
        <p:spPr>
          <a:xfrm flipH="1" flipV="1">
            <a:off x="3983636" y="3082032"/>
            <a:ext cx="223885" cy="7607"/>
          </a:xfrm>
          <a:prstGeom prst="straightConnector1">
            <a:avLst/>
          </a:prstGeom>
          <a:noFill/>
          <a:ln w="28575" cap="flat" cmpd="sng" algn="ctr">
            <a:solidFill>
              <a:srgbClr val="FF6B6B"/>
            </a:solidFill>
            <a:prstDash val="solid"/>
            <a:miter lim="800000"/>
            <a:tailEnd type="triangle"/>
          </a:ln>
          <a:effectLst/>
        </p:spPr>
      </p:cxnSp>
      <p:cxnSp>
        <p:nvCxnSpPr>
          <p:cNvPr id="21" name="Straight Arrow Connector 20">
            <a:extLst>
              <a:ext uri="{FF2B5EF4-FFF2-40B4-BE49-F238E27FC236}">
                <a16:creationId xmlns:a16="http://schemas.microsoft.com/office/drawing/2014/main" id="{A909560C-15FB-A85F-1989-875EDED9F17D}"/>
              </a:ext>
            </a:extLst>
          </p:cNvPr>
          <p:cNvCxnSpPr>
            <a:cxnSpLocks/>
          </p:cNvCxnSpPr>
          <p:nvPr/>
        </p:nvCxnSpPr>
        <p:spPr>
          <a:xfrm>
            <a:off x="7949573" y="2919648"/>
            <a:ext cx="223885" cy="0"/>
          </a:xfrm>
          <a:prstGeom prst="straightConnector1">
            <a:avLst/>
          </a:prstGeom>
          <a:noFill/>
          <a:ln w="28575" cap="flat" cmpd="sng" algn="ctr">
            <a:solidFill>
              <a:srgbClr val="D3BDF2"/>
            </a:solidFill>
            <a:prstDash val="solid"/>
            <a:miter lim="800000"/>
            <a:tailEnd type="triangle"/>
          </a:ln>
          <a:effectLst/>
        </p:spPr>
      </p:cxnSp>
      <p:cxnSp>
        <p:nvCxnSpPr>
          <p:cNvPr id="22" name="Straight Arrow Connector 21">
            <a:extLst>
              <a:ext uri="{FF2B5EF4-FFF2-40B4-BE49-F238E27FC236}">
                <a16:creationId xmlns:a16="http://schemas.microsoft.com/office/drawing/2014/main" id="{A7CE0441-CD8C-9A6C-E1DB-C18C833252E2}"/>
              </a:ext>
            </a:extLst>
          </p:cNvPr>
          <p:cNvCxnSpPr>
            <a:cxnSpLocks/>
          </p:cNvCxnSpPr>
          <p:nvPr/>
        </p:nvCxnSpPr>
        <p:spPr>
          <a:xfrm flipH="1" flipV="1">
            <a:off x="7928306" y="3074426"/>
            <a:ext cx="223885" cy="7607"/>
          </a:xfrm>
          <a:prstGeom prst="straightConnector1">
            <a:avLst/>
          </a:prstGeom>
          <a:noFill/>
          <a:ln w="28575" cap="flat" cmpd="sng" algn="ctr">
            <a:solidFill>
              <a:srgbClr val="D3BDF2"/>
            </a:solidFill>
            <a:prstDash val="solid"/>
            <a:miter lim="800000"/>
            <a:tailEnd type="triangle"/>
          </a:ln>
          <a:effectLst/>
        </p:spPr>
      </p:cxnSp>
      <p:sp>
        <p:nvSpPr>
          <p:cNvPr id="23" name="Rectangle 22">
            <a:extLst>
              <a:ext uri="{FF2B5EF4-FFF2-40B4-BE49-F238E27FC236}">
                <a16:creationId xmlns:a16="http://schemas.microsoft.com/office/drawing/2014/main" id="{6FC82C90-C438-C8C2-90E6-96268FB9A8E6}"/>
              </a:ext>
            </a:extLst>
          </p:cNvPr>
          <p:cNvSpPr/>
          <p:nvPr/>
        </p:nvSpPr>
        <p:spPr>
          <a:xfrm>
            <a:off x="8359904" y="4192529"/>
            <a:ext cx="3493008" cy="387201"/>
          </a:xfrm>
          <a:prstGeom prst="rect">
            <a:avLst/>
          </a:prstGeom>
          <a:solidFill>
            <a:srgbClr val="019881"/>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latin typeface="Arial" panose="020B0604020202020204"/>
                <a:ea typeface="+mn-ea"/>
                <a:cs typeface="+mn-cs"/>
              </a:rPr>
              <a:t>Local BU Leadership (BoD / MD / FD)</a:t>
            </a:r>
          </a:p>
        </p:txBody>
      </p:sp>
      <p:sp>
        <p:nvSpPr>
          <p:cNvPr id="24" name="Rectangle 23">
            <a:extLst>
              <a:ext uri="{FF2B5EF4-FFF2-40B4-BE49-F238E27FC236}">
                <a16:creationId xmlns:a16="http://schemas.microsoft.com/office/drawing/2014/main" id="{3A8F8A6C-982E-AE52-3E13-3FD7D2A8F1C2}"/>
              </a:ext>
            </a:extLst>
          </p:cNvPr>
          <p:cNvSpPr/>
          <p:nvPr/>
        </p:nvSpPr>
        <p:spPr>
          <a:xfrm>
            <a:off x="8359904" y="4673703"/>
            <a:ext cx="3493008" cy="756232"/>
          </a:xfrm>
          <a:prstGeom prst="rect">
            <a:avLst/>
          </a:prstGeom>
          <a:solidFill>
            <a:srgbClr val="FFFFFF">
              <a:lumMod val="65000"/>
            </a:srgbClr>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t"/>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Review local business results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a:ln>
                  <a:noFill/>
                </a:ln>
                <a:solidFill>
                  <a:srgbClr val="FFFFFF"/>
                </a:solidFill>
                <a:effectLst/>
                <a:uLnTx/>
                <a:uFillTx/>
                <a:latin typeface="Arial" panose="020B0604020202020204"/>
                <a:ea typeface="+mn-ea"/>
                <a:cs typeface="+mn-cs"/>
              </a:rPr>
              <a:t>Sign off on Statutory &amp; Tax Filings (not Finance unless required)</a:t>
            </a:r>
          </a:p>
        </p:txBody>
      </p:sp>
      <p:sp>
        <p:nvSpPr>
          <p:cNvPr id="25" name="TextBox 24">
            <a:extLst>
              <a:ext uri="{FF2B5EF4-FFF2-40B4-BE49-F238E27FC236}">
                <a16:creationId xmlns:a16="http://schemas.microsoft.com/office/drawing/2014/main" id="{FD213DFE-09CC-57CE-2521-0891C2491169}"/>
              </a:ext>
            </a:extLst>
          </p:cNvPr>
          <p:cNvSpPr txBox="1"/>
          <p:nvPr/>
        </p:nvSpPr>
        <p:spPr>
          <a:xfrm>
            <a:off x="8685968" y="5647343"/>
            <a:ext cx="2969339" cy="415498"/>
          </a:xfrm>
          <a:prstGeom prst="rect">
            <a:avLst/>
          </a:prstGeom>
          <a:noFill/>
          <a:ln w="19050">
            <a:solidFill>
              <a:srgbClr val="019881"/>
            </a:solidFill>
          </a:ln>
        </p:spPr>
        <p:txBody>
          <a:bodyPr wrap="square">
            <a:sp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1" u="none" strike="noStrike" kern="0" cap="none" spc="0" normalizeH="0" baseline="0" noProof="0">
                <a:ln>
                  <a:noFill/>
                </a:ln>
                <a:solidFill>
                  <a:srgbClr val="000000"/>
                </a:solidFill>
                <a:effectLst/>
                <a:uLnTx/>
                <a:uFillTx/>
                <a:latin typeface="Arial" panose="020B0604020202020204"/>
              </a:rPr>
              <a:t>Liaise with Tax team to understand relevant accounting changes and reporting needs</a:t>
            </a:r>
          </a:p>
        </p:txBody>
      </p:sp>
      <p:sp>
        <p:nvSpPr>
          <p:cNvPr id="26" name="TextBox 25">
            <a:extLst>
              <a:ext uri="{FF2B5EF4-FFF2-40B4-BE49-F238E27FC236}">
                <a16:creationId xmlns:a16="http://schemas.microsoft.com/office/drawing/2014/main" id="{4FFEDE44-0346-557A-36DE-0BEF6EAB9245}"/>
              </a:ext>
            </a:extLst>
          </p:cNvPr>
          <p:cNvSpPr txBox="1"/>
          <p:nvPr/>
        </p:nvSpPr>
        <p:spPr>
          <a:xfrm>
            <a:off x="8676934" y="1431737"/>
            <a:ext cx="2969339" cy="430887"/>
          </a:xfrm>
          <a:prstGeom prst="rect">
            <a:avLst/>
          </a:prstGeom>
          <a:noFill/>
          <a:ln w="19050">
            <a:solidFill>
              <a:srgbClr val="3774B1"/>
            </a:solidFill>
          </a:ln>
        </p:spPr>
        <p:txBody>
          <a:bodyPr wrap="square">
            <a:sp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1" u="none" strike="noStrike" kern="0" cap="none" spc="0" normalizeH="0" baseline="0" noProof="0">
                <a:ln>
                  <a:noFill/>
                </a:ln>
                <a:solidFill>
                  <a:srgbClr val="000000"/>
                </a:solidFill>
                <a:effectLst/>
                <a:uLnTx/>
                <a:uFillTx/>
                <a:latin typeface="Arial" panose="020B0604020202020204"/>
              </a:rPr>
              <a:t>Region controller serves as POC for entity questions during consolidation</a:t>
            </a:r>
          </a:p>
        </p:txBody>
      </p:sp>
      <p:sp>
        <p:nvSpPr>
          <p:cNvPr id="27" name="TextBox 26">
            <a:extLst>
              <a:ext uri="{FF2B5EF4-FFF2-40B4-BE49-F238E27FC236}">
                <a16:creationId xmlns:a16="http://schemas.microsoft.com/office/drawing/2014/main" id="{7F88F18A-E3CA-328B-7B56-12633F4422A9}"/>
              </a:ext>
            </a:extLst>
          </p:cNvPr>
          <p:cNvSpPr txBox="1"/>
          <p:nvPr/>
        </p:nvSpPr>
        <p:spPr>
          <a:xfrm>
            <a:off x="8676934" y="2009367"/>
            <a:ext cx="2971800" cy="415498"/>
          </a:xfrm>
          <a:prstGeom prst="rect">
            <a:avLst/>
          </a:prstGeom>
          <a:noFill/>
          <a:ln w="19050">
            <a:solidFill>
              <a:srgbClr val="D3BDF2"/>
            </a:solidFill>
          </a:ln>
        </p:spPr>
        <p:txBody>
          <a:bodyPr wrap="square">
            <a:sp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1" u="none" strike="noStrike" kern="0" cap="none" spc="0" normalizeH="0" baseline="0" noProof="0">
                <a:ln>
                  <a:noFill/>
                </a:ln>
                <a:solidFill>
                  <a:srgbClr val="000000"/>
                </a:solidFill>
                <a:effectLst/>
                <a:uLnTx/>
                <a:uFillTx/>
                <a:latin typeface="Arial" panose="020B0604020202020204"/>
              </a:rPr>
              <a:t>Serve as POC for BU leadership regarding filings, signoffs, audit, controls, etc.</a:t>
            </a:r>
          </a:p>
        </p:txBody>
      </p:sp>
      <p:sp>
        <p:nvSpPr>
          <p:cNvPr id="28" name="TextBox 27">
            <a:extLst>
              <a:ext uri="{FF2B5EF4-FFF2-40B4-BE49-F238E27FC236}">
                <a16:creationId xmlns:a16="http://schemas.microsoft.com/office/drawing/2014/main" id="{141DDFD6-4BE7-93F3-3FD7-2E735BE835AD}"/>
              </a:ext>
            </a:extLst>
          </p:cNvPr>
          <p:cNvSpPr txBox="1"/>
          <p:nvPr/>
        </p:nvSpPr>
        <p:spPr>
          <a:xfrm>
            <a:off x="2180937" y="6213902"/>
            <a:ext cx="2047851" cy="415498"/>
          </a:xfrm>
          <a:prstGeom prst="rect">
            <a:avLst/>
          </a:prstGeom>
          <a:noFill/>
          <a:ln>
            <a:noFill/>
            <a:prstDash val="dash"/>
          </a:ln>
        </p:spPr>
        <p:txBody>
          <a:bodyPr wrap="square">
            <a:spAutoFit/>
          </a:bodyPr>
          <a:lstStyle/>
          <a:p>
            <a:pPr>
              <a:defRPr/>
            </a:pPr>
            <a:r>
              <a:rPr lang="en-US" sz="700" i="1">
                <a:solidFill>
                  <a:srgbClr val="000000"/>
                </a:solidFill>
                <a:latin typeface="Arial" panose="020B0604020202020204"/>
              </a:rPr>
              <a:t>Key</a:t>
            </a:r>
          </a:p>
          <a:p>
            <a:pPr marL="171450" indent="-171450">
              <a:buFont typeface="Arial" panose="020B0604020202020204" pitchFamily="34" charset="0"/>
              <a:buChar char="•"/>
              <a:defRPr/>
            </a:pPr>
            <a:r>
              <a:rPr lang="en-US" sz="700" i="1">
                <a:solidFill>
                  <a:srgbClr val="000000"/>
                </a:solidFill>
                <a:latin typeface="Arial" panose="020B0604020202020204"/>
              </a:rPr>
              <a:t>Interaction between teams</a:t>
            </a:r>
          </a:p>
          <a:p>
            <a:pPr marL="171450" indent="-171450">
              <a:buFont typeface="Arial" panose="020B0604020202020204" pitchFamily="34" charset="0"/>
              <a:buChar char="•"/>
              <a:defRPr/>
            </a:pPr>
            <a:r>
              <a:rPr lang="en-US" sz="700">
                <a:solidFill>
                  <a:srgbClr val="000000"/>
                </a:solidFill>
                <a:highlight>
                  <a:srgbClr val="C0C0C0"/>
                </a:highlight>
                <a:latin typeface="Arial" panose="020B0604020202020204"/>
              </a:rPr>
              <a:t>Responsibilities / accountabilities</a:t>
            </a:r>
          </a:p>
        </p:txBody>
      </p:sp>
      <p:sp>
        <p:nvSpPr>
          <p:cNvPr id="29" name="TextBox 28">
            <a:extLst>
              <a:ext uri="{FF2B5EF4-FFF2-40B4-BE49-F238E27FC236}">
                <a16:creationId xmlns:a16="http://schemas.microsoft.com/office/drawing/2014/main" id="{740BC211-2E47-B438-F13A-2BFC6AB6519B}"/>
              </a:ext>
            </a:extLst>
          </p:cNvPr>
          <p:cNvSpPr txBox="1"/>
          <p:nvPr/>
        </p:nvSpPr>
        <p:spPr>
          <a:xfrm>
            <a:off x="4207521" y="6304035"/>
            <a:ext cx="4038386" cy="307777"/>
          </a:xfrm>
          <a:prstGeom prst="rect">
            <a:avLst/>
          </a:prstGeom>
          <a:noFill/>
        </p:spPr>
        <p:txBody>
          <a:bodyPr wrap="square">
            <a:spAutoFit/>
          </a:bodyPr>
          <a:lstStyle/>
          <a:p>
            <a:pPr>
              <a:defRPr/>
            </a:pPr>
            <a:r>
              <a:rPr lang="en-US" sz="700">
                <a:solidFill>
                  <a:srgbClr val="000000"/>
                </a:solidFill>
                <a:latin typeface="Arial" panose="020B0604020202020204"/>
              </a:rPr>
              <a:t>Note: Current close is operated according to MRC; LE-based close to be implemented with OneStream go-live; migration path TBD.  In this diagram, use MRC and LE interchangeably.</a:t>
            </a:r>
          </a:p>
        </p:txBody>
      </p:sp>
      <p:sp>
        <p:nvSpPr>
          <p:cNvPr id="30" name="Rectangle 29">
            <a:extLst>
              <a:ext uri="{FF2B5EF4-FFF2-40B4-BE49-F238E27FC236}">
                <a16:creationId xmlns:a16="http://schemas.microsoft.com/office/drawing/2014/main" id="{F07C75A2-E404-7BD1-38D1-75043EB2A68D}"/>
              </a:ext>
            </a:extLst>
          </p:cNvPr>
          <p:cNvSpPr/>
          <p:nvPr/>
        </p:nvSpPr>
        <p:spPr>
          <a:xfrm>
            <a:off x="4348857" y="5824617"/>
            <a:ext cx="3493008" cy="387201"/>
          </a:xfrm>
          <a:prstGeom prst="rect">
            <a:avLst/>
          </a:prstGeom>
          <a:solidFill>
            <a:srgbClr val="019881"/>
          </a:solidFill>
          <a:ln w="9525" cap="flat" cmpd="sng" algn="ctr">
            <a:solidFill>
              <a:srgbClr val="000000"/>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Arial" panose="020B0604020202020204"/>
                <a:ea typeface="+mn-ea"/>
                <a:cs typeface="+mn-cs"/>
              </a:rPr>
              <a:t>Other (e.g., Tax, Treasury)</a:t>
            </a:r>
          </a:p>
        </p:txBody>
      </p:sp>
      <p:cxnSp>
        <p:nvCxnSpPr>
          <p:cNvPr id="31" name="Straight Arrow Connector 30">
            <a:extLst>
              <a:ext uri="{FF2B5EF4-FFF2-40B4-BE49-F238E27FC236}">
                <a16:creationId xmlns:a16="http://schemas.microsoft.com/office/drawing/2014/main" id="{5117F9F2-C3A6-6421-ECB2-2B096BB5E9E7}"/>
              </a:ext>
            </a:extLst>
          </p:cNvPr>
          <p:cNvCxnSpPr/>
          <p:nvPr/>
        </p:nvCxnSpPr>
        <p:spPr>
          <a:xfrm>
            <a:off x="5994989" y="5538390"/>
            <a:ext cx="0" cy="256032"/>
          </a:xfrm>
          <a:prstGeom prst="straightConnector1">
            <a:avLst/>
          </a:prstGeom>
          <a:noFill/>
          <a:ln w="28575" cap="flat" cmpd="sng" algn="ctr">
            <a:solidFill>
              <a:srgbClr val="019881"/>
            </a:solidFill>
            <a:prstDash val="solid"/>
            <a:miter lim="800000"/>
            <a:tailEnd type="triangle"/>
          </a:ln>
          <a:effectLst/>
        </p:spPr>
      </p:cxnSp>
      <p:cxnSp>
        <p:nvCxnSpPr>
          <p:cNvPr id="32" name="Straight Arrow Connector 31">
            <a:extLst>
              <a:ext uri="{FF2B5EF4-FFF2-40B4-BE49-F238E27FC236}">
                <a16:creationId xmlns:a16="http://schemas.microsoft.com/office/drawing/2014/main" id="{7E074470-1598-3DF6-4FD2-05A677BC027F}"/>
              </a:ext>
            </a:extLst>
          </p:cNvPr>
          <p:cNvCxnSpPr>
            <a:cxnSpLocks/>
          </p:cNvCxnSpPr>
          <p:nvPr/>
        </p:nvCxnSpPr>
        <p:spPr>
          <a:xfrm flipV="1">
            <a:off x="6136595" y="5535527"/>
            <a:ext cx="0" cy="253347"/>
          </a:xfrm>
          <a:prstGeom prst="straightConnector1">
            <a:avLst/>
          </a:prstGeom>
          <a:noFill/>
          <a:ln w="28575" cap="flat" cmpd="sng" algn="ctr">
            <a:solidFill>
              <a:srgbClr val="019881"/>
            </a:solidFill>
            <a:prstDash val="solid"/>
            <a:miter lim="800000"/>
            <a:tailEnd type="triangle"/>
          </a:ln>
          <a:effectLst/>
        </p:spPr>
      </p:cxnSp>
      <p:cxnSp>
        <p:nvCxnSpPr>
          <p:cNvPr id="33" name="Straight Arrow Connector 32">
            <a:extLst>
              <a:ext uri="{FF2B5EF4-FFF2-40B4-BE49-F238E27FC236}">
                <a16:creationId xmlns:a16="http://schemas.microsoft.com/office/drawing/2014/main" id="{646649CB-C269-876E-AD1F-449216E03DF3}"/>
              </a:ext>
            </a:extLst>
          </p:cNvPr>
          <p:cNvCxnSpPr>
            <a:cxnSpLocks/>
          </p:cNvCxnSpPr>
          <p:nvPr/>
        </p:nvCxnSpPr>
        <p:spPr>
          <a:xfrm>
            <a:off x="3609401" y="2445005"/>
            <a:ext cx="403621" cy="372634"/>
          </a:xfrm>
          <a:prstGeom prst="straightConnector1">
            <a:avLst/>
          </a:prstGeom>
          <a:noFill/>
          <a:ln w="6350" cap="flat" cmpd="sng" algn="ctr">
            <a:solidFill>
              <a:srgbClr val="FF6B6B">
                <a:alpha val="50000"/>
              </a:srgbClr>
            </a:solidFill>
            <a:prstDash val="solid"/>
            <a:miter lim="800000"/>
            <a:tailEnd type="triangle"/>
          </a:ln>
          <a:effectLst/>
        </p:spPr>
      </p:cxnSp>
      <p:cxnSp>
        <p:nvCxnSpPr>
          <p:cNvPr id="34" name="Straight Arrow Connector 33">
            <a:extLst>
              <a:ext uri="{FF2B5EF4-FFF2-40B4-BE49-F238E27FC236}">
                <a16:creationId xmlns:a16="http://schemas.microsoft.com/office/drawing/2014/main" id="{AC4699FC-64AB-B307-1AA7-9FFC3AA5C38E}"/>
              </a:ext>
            </a:extLst>
          </p:cNvPr>
          <p:cNvCxnSpPr>
            <a:cxnSpLocks/>
          </p:cNvCxnSpPr>
          <p:nvPr/>
        </p:nvCxnSpPr>
        <p:spPr>
          <a:xfrm flipH="1">
            <a:off x="6363681" y="5661681"/>
            <a:ext cx="2313253" cy="0"/>
          </a:xfrm>
          <a:prstGeom prst="straightConnector1">
            <a:avLst/>
          </a:prstGeom>
          <a:noFill/>
          <a:ln w="6350" cap="flat" cmpd="sng" algn="ctr">
            <a:solidFill>
              <a:srgbClr val="019881">
                <a:alpha val="50000"/>
              </a:srgbClr>
            </a:solidFill>
            <a:prstDash val="solid"/>
            <a:miter lim="800000"/>
            <a:tailEnd type="triangle"/>
          </a:ln>
          <a:effectLst/>
        </p:spPr>
      </p:cxnSp>
      <p:sp>
        <p:nvSpPr>
          <p:cNvPr id="35" name="TextBox 34">
            <a:extLst>
              <a:ext uri="{FF2B5EF4-FFF2-40B4-BE49-F238E27FC236}">
                <a16:creationId xmlns:a16="http://schemas.microsoft.com/office/drawing/2014/main" id="{169A413B-AA4F-E563-4D2F-251760EE0553}"/>
              </a:ext>
            </a:extLst>
          </p:cNvPr>
          <p:cNvSpPr txBox="1"/>
          <p:nvPr/>
        </p:nvSpPr>
        <p:spPr>
          <a:xfrm>
            <a:off x="346713" y="1769713"/>
            <a:ext cx="3491741" cy="900246"/>
          </a:xfrm>
          <a:prstGeom prst="rect">
            <a:avLst/>
          </a:prstGeom>
          <a:solidFill>
            <a:srgbClr val="FFFFFF"/>
          </a:solidFill>
          <a:ln w="19050">
            <a:solidFill>
              <a:srgbClr val="FF6B6B"/>
            </a:solidFill>
          </a:ln>
        </p:spPr>
        <p:txBody>
          <a:bodyPr wrap="square">
            <a:sp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1" u="none" strike="noStrike" kern="0" cap="none" spc="0" normalizeH="0" baseline="0" noProof="0" dirty="0">
                <a:ln>
                  <a:noFill/>
                </a:ln>
                <a:solidFill>
                  <a:srgbClr val="000000"/>
                </a:solidFill>
                <a:effectLst/>
                <a:uLnTx/>
                <a:uFillTx/>
                <a:latin typeface="Arial" panose="020B0604020202020204"/>
              </a:rPr>
              <a:t>Serve as POC for Entity Close, for Accounting treatment questions from EBS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50" b="0" i="1" u="none" strike="noStrike" kern="0" cap="none" spc="0" normalizeH="0" baseline="0" noProof="0" dirty="0">
                <a:ln>
                  <a:noFill/>
                </a:ln>
                <a:solidFill>
                  <a:srgbClr val="000000"/>
                </a:solidFill>
                <a:effectLst/>
                <a:uLnTx/>
                <a:uFillTx/>
                <a:latin typeface="Arial" panose="020B0604020202020204"/>
              </a:rPr>
              <a:t>Coordinate on implementation of policy updates, process harmonization, accounting process changes, strategy for upskilling of A2R team</a:t>
            </a:r>
          </a:p>
        </p:txBody>
      </p:sp>
    </p:spTree>
    <p:extLst>
      <p:ext uri="{BB962C8B-B14F-4D97-AF65-F5344CB8AC3E}">
        <p14:creationId xmlns:p14="http://schemas.microsoft.com/office/powerpoint/2010/main" val="23547823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518B50-2410-640C-BD84-981232666024}"/>
              </a:ext>
            </a:extLst>
          </p:cNvPr>
          <p:cNvSpPr>
            <a:spLocks noGrp="1"/>
          </p:cNvSpPr>
          <p:nvPr>
            <p:ph type="title"/>
          </p:nvPr>
        </p:nvSpPr>
        <p:spPr/>
        <p:txBody>
          <a:bodyPr/>
          <a:lstStyle/>
          <a:p>
            <a:r>
              <a:rPr lang="en-US"/>
              <a:t>RTR Service Delivery (1/2)</a:t>
            </a:r>
            <a:endParaRPr lang="en-IN"/>
          </a:p>
        </p:txBody>
      </p:sp>
      <p:sp>
        <p:nvSpPr>
          <p:cNvPr id="5" name="Slide Number Placeholder 4">
            <a:extLst>
              <a:ext uri="{FF2B5EF4-FFF2-40B4-BE49-F238E27FC236}">
                <a16:creationId xmlns:a16="http://schemas.microsoft.com/office/drawing/2014/main" id="{1F27618A-9905-0342-4E41-5B93730EBFE5}"/>
              </a:ext>
            </a:extLst>
          </p:cNvPr>
          <p:cNvSpPr>
            <a:spLocks noGrp="1"/>
          </p:cNvSpPr>
          <p:nvPr>
            <p:ph type="sldNum" sz="quarter" idx="12"/>
          </p:nvPr>
        </p:nvSpPr>
        <p:spPr/>
        <p:txBody>
          <a:bodyPr/>
          <a:lstStyle/>
          <a:p>
            <a:fld id="{94FCA0F3-9F3A-694B-99BB-0E592A797735}" type="slidenum">
              <a:rPr lang="en-US" smtClean="0"/>
              <a:t>141</a:t>
            </a:fld>
            <a:endParaRPr lang="en-US"/>
          </a:p>
        </p:txBody>
      </p:sp>
      <p:sp>
        <p:nvSpPr>
          <p:cNvPr id="6" name="Date Placeholder 5">
            <a:extLst>
              <a:ext uri="{FF2B5EF4-FFF2-40B4-BE49-F238E27FC236}">
                <a16:creationId xmlns:a16="http://schemas.microsoft.com/office/drawing/2014/main" id="{FBBEF3F6-C27B-ED1C-66A5-0048C3D1F99E}"/>
              </a:ext>
            </a:extLst>
          </p:cNvPr>
          <p:cNvSpPr>
            <a:spLocks noGrp="1"/>
          </p:cNvSpPr>
          <p:nvPr>
            <p:ph type="dt" sz="half" idx="10"/>
          </p:nvPr>
        </p:nvSpPr>
        <p:spPr/>
        <p:txBody>
          <a:bodyPr/>
          <a:lstStyle/>
          <a:p>
            <a:fld id="{0B189C39-EEA6-4DF0-87AB-C0606D33041E}" type="datetime1">
              <a:rPr lang="en-US" smtClean="0"/>
              <a:t>9/19/2025</a:t>
            </a:fld>
            <a:endParaRPr lang="en-US"/>
          </a:p>
        </p:txBody>
      </p:sp>
      <p:sp>
        <p:nvSpPr>
          <p:cNvPr id="8" name="SmartArt Placeholder 7">
            <a:extLst>
              <a:ext uri="{FF2B5EF4-FFF2-40B4-BE49-F238E27FC236}">
                <a16:creationId xmlns:a16="http://schemas.microsoft.com/office/drawing/2014/main" id="{8553EF9A-E523-5880-55F8-0A0D9F334704}"/>
              </a:ext>
            </a:extLst>
          </p:cNvPr>
          <p:cNvSpPr>
            <a:spLocks noGrp="1"/>
          </p:cNvSpPr>
          <p:nvPr>
            <p:ph type="dgm" sz="quarter" idx="17"/>
          </p:nvPr>
        </p:nvSpPr>
        <p:spPr/>
        <p:txBody>
          <a:bodyPr/>
          <a:lstStyle/>
          <a:p>
            <a:endParaRPr lang="en-IN"/>
          </a:p>
        </p:txBody>
      </p:sp>
      <p:graphicFrame>
        <p:nvGraphicFramePr>
          <p:cNvPr id="9" name="Chart 8">
            <a:extLst>
              <a:ext uri="{FF2B5EF4-FFF2-40B4-BE49-F238E27FC236}">
                <a16:creationId xmlns:a16="http://schemas.microsoft.com/office/drawing/2014/main" id="{4119B434-F310-A93A-0F60-2E2831AF2BBB}"/>
              </a:ext>
            </a:extLst>
          </p:cNvPr>
          <p:cNvGraphicFramePr/>
          <p:nvPr>
            <p:extLst>
              <p:ext uri="{D42A27DB-BD31-4B8C-83A1-F6EECF244321}">
                <p14:modId xmlns:p14="http://schemas.microsoft.com/office/powerpoint/2010/main" val="829821769"/>
              </p:ext>
            </p:extLst>
          </p:nvPr>
        </p:nvGraphicFramePr>
        <p:xfrm>
          <a:off x="443061" y="2127055"/>
          <a:ext cx="11359298" cy="4074814"/>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Box 9">
            <a:extLst>
              <a:ext uri="{FF2B5EF4-FFF2-40B4-BE49-F238E27FC236}">
                <a16:creationId xmlns:a16="http://schemas.microsoft.com/office/drawing/2014/main" id="{6855FE6A-DDB3-C304-CDE7-DA09777E7A58}"/>
              </a:ext>
            </a:extLst>
          </p:cNvPr>
          <p:cNvSpPr txBox="1"/>
          <p:nvPr/>
        </p:nvSpPr>
        <p:spPr>
          <a:xfrm>
            <a:off x="483373" y="1430764"/>
            <a:ext cx="11228750" cy="221484"/>
          </a:xfrm>
          <a:prstGeom prst="rect">
            <a:avLst/>
          </a:prstGeom>
          <a:solidFill>
            <a:srgbClr val="2E2E38"/>
          </a:solidFill>
        </p:spPr>
        <p:txBody>
          <a:bodyPr wrap="square" lIns="0" tIns="33137" rIns="0" bIns="0" rtlCol="0" anchor="ctr" anchorCtr="0">
            <a:noAutofit/>
          </a:bodyPr>
          <a:lstStyle/>
          <a:p>
            <a:pPr marL="0" marR="0" lvl="0" indent="0" algn="ctr" defTabSz="944779" eaLnBrk="1" fontAlgn="auto" latinLnBrk="0" hangingPunct="1">
              <a:lnSpc>
                <a:spcPct val="85000"/>
              </a:lnSpc>
              <a:spcBef>
                <a:spcPts val="0"/>
              </a:spcBef>
              <a:spcAft>
                <a:spcPts val="544"/>
              </a:spcAft>
              <a:buClr>
                <a:srgbClr val="FFE600"/>
              </a:buClr>
              <a:buSzPct val="70000"/>
              <a:buFontTx/>
              <a:buNone/>
              <a:tabLst/>
              <a:defRPr/>
            </a:pPr>
            <a:r>
              <a:rPr kumimoji="0" lang="en-US" sz="1100" b="1" i="0" u="none" strike="noStrike" kern="0" cap="none" spc="0" normalizeH="0" baseline="0" noProof="0">
                <a:ln>
                  <a:noFill/>
                </a:ln>
                <a:solidFill>
                  <a:srgbClr val="FFFFFF"/>
                </a:solidFill>
                <a:effectLst/>
                <a:uLnTx/>
                <a:uFillTx/>
              </a:rPr>
              <a:t>9.3  Perform general accounting and reporting</a:t>
            </a:r>
          </a:p>
        </p:txBody>
      </p:sp>
      <p:sp>
        <p:nvSpPr>
          <p:cNvPr id="11" name="Text Box 6">
            <a:extLst>
              <a:ext uri="{FF2B5EF4-FFF2-40B4-BE49-F238E27FC236}">
                <a16:creationId xmlns:a16="http://schemas.microsoft.com/office/drawing/2014/main" id="{F3430DDE-5D9A-3B88-0CF5-D3DFE21DFC16}"/>
              </a:ext>
            </a:extLst>
          </p:cNvPr>
          <p:cNvSpPr txBox="1">
            <a:spLocks noChangeArrowheads="1"/>
          </p:cNvSpPr>
          <p:nvPr/>
        </p:nvSpPr>
        <p:spPr bwMode="auto">
          <a:xfrm>
            <a:off x="583154" y="1697947"/>
            <a:ext cx="2532888" cy="486920"/>
          </a:xfrm>
          <a:prstGeom prst="snip1Rect">
            <a:avLst/>
          </a:prstGeom>
          <a:solidFill>
            <a:srgbClr val="747480"/>
          </a:solidFill>
          <a:ln>
            <a:noFill/>
            <a:headEnd/>
            <a:tailEnd/>
          </a:ln>
          <a:effectLst/>
          <a:scene3d>
            <a:camera prst="orthographicFront"/>
            <a:lightRig rig="threePt" dir="t">
              <a:rot lat="0" lon="0" rev="1200000"/>
            </a:lightRig>
          </a:scene3d>
          <a:sp3d/>
        </p:spPr>
        <p:txBody>
          <a:bodyPr lIns="9144" tIns="0" rIns="9144" bIns="45720" anchor="ctr">
            <a:noAutofit/>
          </a:bodyPr>
          <a:lstStyle/>
          <a:p>
            <a:pPr marL="0" marR="0" lvl="0" indent="0" algn="ctr" defTabSz="829361" eaLnBrk="1" fontAlgn="base"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a:ln>
                  <a:noFill/>
                </a:ln>
                <a:solidFill>
                  <a:srgbClr val="FFFFFF"/>
                </a:solidFill>
                <a:effectLst/>
                <a:uLnTx/>
                <a:uFillTx/>
              </a:rPr>
              <a:t>9.3.2  Perform general accounting</a:t>
            </a:r>
          </a:p>
        </p:txBody>
      </p:sp>
      <p:sp>
        <p:nvSpPr>
          <p:cNvPr id="12" name="Text Box 6">
            <a:extLst>
              <a:ext uri="{FF2B5EF4-FFF2-40B4-BE49-F238E27FC236}">
                <a16:creationId xmlns:a16="http://schemas.microsoft.com/office/drawing/2014/main" id="{E5270C02-918A-19DD-49CD-3CA1FD2515A1}"/>
              </a:ext>
            </a:extLst>
          </p:cNvPr>
          <p:cNvSpPr txBox="1">
            <a:spLocks noChangeArrowheads="1"/>
          </p:cNvSpPr>
          <p:nvPr/>
        </p:nvSpPr>
        <p:spPr bwMode="auto">
          <a:xfrm>
            <a:off x="3367101" y="1697947"/>
            <a:ext cx="2532888" cy="486920"/>
          </a:xfrm>
          <a:prstGeom prst="snip1Rect">
            <a:avLst/>
          </a:prstGeom>
          <a:solidFill>
            <a:srgbClr val="747480"/>
          </a:solidFill>
          <a:ln>
            <a:noFill/>
            <a:headEnd/>
            <a:tailEnd/>
          </a:ln>
          <a:effectLst/>
          <a:scene3d>
            <a:camera prst="orthographicFront"/>
            <a:lightRig rig="threePt" dir="t">
              <a:rot lat="0" lon="0" rev="1200000"/>
            </a:lightRig>
          </a:scene3d>
          <a:sp3d/>
        </p:spPr>
        <p:txBody>
          <a:bodyPr lIns="9144" tIns="0" rIns="9144" bIns="45720" anchor="ctr">
            <a:noAutofit/>
          </a:bodyPr>
          <a:lstStyle/>
          <a:p>
            <a:pPr marL="0" marR="0" lvl="0" indent="0" algn="ctr" defTabSz="829361" eaLnBrk="1" fontAlgn="base"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rgbClr val="FFFFFF"/>
                </a:solidFill>
                <a:effectLst/>
                <a:uLnTx/>
                <a:uFillTx/>
              </a:rPr>
              <a:t>9.3.3  Perform fixed-asset accounting</a:t>
            </a:r>
          </a:p>
        </p:txBody>
      </p:sp>
      <p:sp>
        <p:nvSpPr>
          <p:cNvPr id="13" name="Text Box 6">
            <a:extLst>
              <a:ext uri="{FF2B5EF4-FFF2-40B4-BE49-F238E27FC236}">
                <a16:creationId xmlns:a16="http://schemas.microsoft.com/office/drawing/2014/main" id="{AEC5E283-761C-9C69-7BD6-FB24A7950203}"/>
              </a:ext>
            </a:extLst>
          </p:cNvPr>
          <p:cNvSpPr txBox="1">
            <a:spLocks noChangeArrowheads="1"/>
          </p:cNvSpPr>
          <p:nvPr/>
        </p:nvSpPr>
        <p:spPr bwMode="auto">
          <a:xfrm>
            <a:off x="6142339" y="1697947"/>
            <a:ext cx="2532888" cy="486920"/>
          </a:xfrm>
          <a:prstGeom prst="snip1Rect">
            <a:avLst/>
          </a:prstGeom>
          <a:solidFill>
            <a:srgbClr val="747480"/>
          </a:solidFill>
          <a:ln>
            <a:noFill/>
            <a:headEnd/>
            <a:tailEnd/>
          </a:ln>
          <a:effectLst/>
          <a:scene3d>
            <a:camera prst="orthographicFront"/>
            <a:lightRig rig="threePt" dir="t">
              <a:rot lat="0" lon="0" rev="1200000"/>
            </a:lightRig>
          </a:scene3d>
          <a:sp3d/>
        </p:spPr>
        <p:txBody>
          <a:bodyPr lIns="9144" tIns="0" rIns="9144" bIns="45720" anchor="ctr">
            <a:noAutofit/>
          </a:bodyPr>
          <a:lstStyle/>
          <a:p>
            <a:pPr marL="0" marR="0" lvl="0" indent="0" algn="ctr" defTabSz="829361" eaLnBrk="1" fontAlgn="base"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a:ln>
                  <a:noFill/>
                </a:ln>
                <a:solidFill>
                  <a:srgbClr val="FFFFFF"/>
                </a:solidFill>
                <a:effectLst/>
                <a:uLnTx/>
                <a:uFillTx/>
              </a:rPr>
              <a:t>9.3.3  Perform financial reporting</a:t>
            </a:r>
          </a:p>
        </p:txBody>
      </p:sp>
      <p:sp>
        <p:nvSpPr>
          <p:cNvPr id="14" name="Text Box 6">
            <a:extLst>
              <a:ext uri="{FF2B5EF4-FFF2-40B4-BE49-F238E27FC236}">
                <a16:creationId xmlns:a16="http://schemas.microsoft.com/office/drawing/2014/main" id="{1C76D6DD-A452-2D66-1316-89A81FCA5DC1}"/>
              </a:ext>
            </a:extLst>
          </p:cNvPr>
          <p:cNvSpPr txBox="1">
            <a:spLocks noChangeArrowheads="1"/>
          </p:cNvSpPr>
          <p:nvPr/>
        </p:nvSpPr>
        <p:spPr bwMode="auto">
          <a:xfrm>
            <a:off x="8917577" y="1697947"/>
            <a:ext cx="2536537" cy="486920"/>
          </a:xfrm>
          <a:prstGeom prst="snip1Rect">
            <a:avLst/>
          </a:prstGeom>
          <a:solidFill>
            <a:srgbClr val="747480"/>
          </a:solidFill>
          <a:ln>
            <a:noFill/>
            <a:headEnd/>
            <a:tailEnd/>
          </a:ln>
          <a:effectLst/>
          <a:scene3d>
            <a:camera prst="orthographicFront"/>
            <a:lightRig rig="threePt" dir="t">
              <a:rot lat="0" lon="0" rev="1200000"/>
            </a:lightRig>
          </a:scene3d>
          <a:sp3d/>
        </p:spPr>
        <p:txBody>
          <a:bodyPr lIns="9144" tIns="0" rIns="9144" bIns="45720" anchor="ctr">
            <a:noAutofit/>
          </a:bodyPr>
          <a:lstStyle/>
          <a:p>
            <a:pPr marL="0" marR="0" lvl="0" indent="0" algn="ctr" defTabSz="829361" eaLnBrk="1" fontAlgn="base"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rgbClr val="FFFFFF"/>
                </a:solidFill>
                <a:effectLst/>
                <a:uLnTx/>
                <a:uFillTx/>
              </a:rPr>
              <a:t>9.3.1  Manage financial policies &amp; procedures</a:t>
            </a:r>
          </a:p>
        </p:txBody>
      </p:sp>
      <p:cxnSp>
        <p:nvCxnSpPr>
          <p:cNvPr id="15" name="Straight Connector 14">
            <a:extLst>
              <a:ext uri="{FF2B5EF4-FFF2-40B4-BE49-F238E27FC236}">
                <a16:creationId xmlns:a16="http://schemas.microsoft.com/office/drawing/2014/main" id="{8D3BA6BE-A158-27F3-D02D-AE8AC5DA8BFB}"/>
              </a:ext>
            </a:extLst>
          </p:cNvPr>
          <p:cNvCxnSpPr>
            <a:cxnSpLocks/>
          </p:cNvCxnSpPr>
          <p:nvPr/>
        </p:nvCxnSpPr>
        <p:spPr>
          <a:xfrm>
            <a:off x="433634" y="5861776"/>
            <a:ext cx="11338560" cy="0"/>
          </a:xfrm>
          <a:prstGeom prst="line">
            <a:avLst/>
          </a:prstGeom>
          <a:noFill/>
          <a:ln w="53975" cap="flat" cmpd="tri" algn="ctr">
            <a:solidFill>
              <a:srgbClr val="1A1A24"/>
            </a:solidFill>
            <a:prstDash val="solid"/>
            <a:tailEnd type="none"/>
          </a:ln>
          <a:effectLst/>
        </p:spPr>
      </p:cxnSp>
      <p:sp>
        <p:nvSpPr>
          <p:cNvPr id="16" name="Right Triangle 15">
            <a:extLst>
              <a:ext uri="{FF2B5EF4-FFF2-40B4-BE49-F238E27FC236}">
                <a16:creationId xmlns:a16="http://schemas.microsoft.com/office/drawing/2014/main" id="{128126A4-0915-C0A9-62EE-FDCED9437434}"/>
              </a:ext>
            </a:extLst>
          </p:cNvPr>
          <p:cNvSpPr/>
          <p:nvPr/>
        </p:nvSpPr>
        <p:spPr>
          <a:xfrm rot="10800000">
            <a:off x="483372" y="5909647"/>
            <a:ext cx="11265566" cy="292221"/>
          </a:xfrm>
          <a:prstGeom prst="rtTriangle">
            <a:avLst/>
          </a:prstGeom>
          <a:solidFill>
            <a:srgbClr val="2DB757"/>
          </a:solidFill>
          <a:ln w="12700" cap="flat" cmpd="sng" algn="ctr">
            <a:solidFill>
              <a:srgbClr val="747480"/>
            </a:solidFill>
            <a:prstDash val="solid"/>
            <a:miter lim="800000"/>
            <a:headEnd type="none" w="med" len="med"/>
            <a:tailEnd type="none" w="med" len="med"/>
          </a:ln>
          <a:effectLst/>
        </p:spPr>
        <p:txBody>
          <a:bodyPr lIns="0" tIns="0" rIns="0" bIns="0" rtlCol="0" anchor="ctr" anchorCtr="0"/>
          <a:lstStyle/>
          <a:p>
            <a:pPr marL="0" marR="0" lvl="0" indent="0" defTabSz="914400" eaLnBrk="1" fontAlgn="auto" latinLnBrk="0" hangingPunct="1">
              <a:lnSpc>
                <a:spcPct val="90000"/>
              </a:lnSpc>
              <a:spcBef>
                <a:spcPts val="400"/>
              </a:spcBef>
              <a:spcAft>
                <a:spcPts val="400"/>
              </a:spcAft>
              <a:buClr>
                <a:srgbClr val="FFE600"/>
              </a:buClr>
              <a:buSzTx/>
              <a:buFontTx/>
              <a:buNone/>
              <a:tabLst/>
              <a:defRPr/>
            </a:pPr>
            <a:endParaRPr kumimoji="0" lang="en-US" sz="2000" b="0" i="0" u="none" strike="noStrike" kern="0" cap="none" spc="0" normalizeH="0" baseline="0" noProof="0">
              <a:ln>
                <a:noFill/>
              </a:ln>
              <a:solidFill>
                <a:srgbClr val="FFFFFF"/>
              </a:solidFill>
              <a:effectLst/>
              <a:uLnTx/>
              <a:uFillTx/>
              <a:latin typeface="EYInterstate Light"/>
              <a:ea typeface="+mn-ea"/>
              <a:cs typeface="+mn-cs"/>
            </a:endParaRPr>
          </a:p>
        </p:txBody>
      </p:sp>
      <p:sp>
        <p:nvSpPr>
          <p:cNvPr id="17" name="TextBox 16">
            <a:extLst>
              <a:ext uri="{FF2B5EF4-FFF2-40B4-BE49-F238E27FC236}">
                <a16:creationId xmlns:a16="http://schemas.microsoft.com/office/drawing/2014/main" id="{5EA1804D-D64F-1014-2D98-BF8108E374FC}"/>
              </a:ext>
            </a:extLst>
          </p:cNvPr>
          <p:cNvSpPr txBox="1"/>
          <p:nvPr/>
        </p:nvSpPr>
        <p:spPr>
          <a:xfrm>
            <a:off x="483372" y="5938359"/>
            <a:ext cx="1628232" cy="175433"/>
          </a:xfrm>
          <a:prstGeom prst="rect">
            <a:avLst/>
          </a:prstGeom>
          <a:noFill/>
        </p:spPr>
        <p:txBody>
          <a:bodyPr wrap="square" lIns="0" tIns="36576" rIns="0" bIns="0" rtlCol="0" anchor="t">
            <a:spAutoFit/>
          </a:bodyPr>
          <a:lstStyle/>
          <a:p>
            <a:pPr marL="0" marR="0" lvl="0" indent="0" defTabSz="914400" eaLnBrk="1" fontAlgn="auto" latinLnBrk="0" hangingPunct="1">
              <a:lnSpc>
                <a:spcPct val="90000"/>
              </a:lnSpc>
              <a:spcBef>
                <a:spcPts val="400"/>
              </a:spcBef>
              <a:spcAft>
                <a:spcPts val="400"/>
              </a:spcAft>
              <a:buClr>
                <a:srgbClr val="FFE600"/>
              </a:buClr>
              <a:buSzPct val="100000"/>
              <a:buFontTx/>
              <a:buNone/>
              <a:tabLst/>
              <a:defRPr/>
            </a:pPr>
            <a:r>
              <a:rPr kumimoji="0" lang="en-US" sz="1000" b="0" i="0" u="none" strike="noStrike" kern="0" cap="none" spc="0" normalizeH="0" baseline="0" noProof="0">
                <a:ln>
                  <a:noFill/>
                </a:ln>
                <a:solidFill>
                  <a:srgbClr val="1A1A24"/>
                </a:solidFill>
                <a:effectLst/>
                <a:uLnTx/>
                <a:uFillTx/>
              </a:rPr>
              <a:t>Transactional Services</a:t>
            </a:r>
          </a:p>
        </p:txBody>
      </p:sp>
      <p:graphicFrame>
        <p:nvGraphicFramePr>
          <p:cNvPr id="18" name="Table 17">
            <a:extLst>
              <a:ext uri="{FF2B5EF4-FFF2-40B4-BE49-F238E27FC236}">
                <a16:creationId xmlns:a16="http://schemas.microsoft.com/office/drawing/2014/main" id="{A7C039B6-5864-8678-32AA-18504FE4BEA0}"/>
              </a:ext>
            </a:extLst>
          </p:cNvPr>
          <p:cNvGraphicFramePr>
            <a:graphicFrameLocks noGrp="1"/>
          </p:cNvGraphicFramePr>
          <p:nvPr>
            <p:extLst>
              <p:ext uri="{D42A27DB-BD31-4B8C-83A1-F6EECF244321}">
                <p14:modId xmlns:p14="http://schemas.microsoft.com/office/powerpoint/2010/main" val="2550710080"/>
              </p:ext>
            </p:extLst>
          </p:nvPr>
        </p:nvGraphicFramePr>
        <p:xfrm>
          <a:off x="5844777" y="6441229"/>
          <a:ext cx="3548664" cy="182880"/>
        </p:xfrm>
        <a:graphic>
          <a:graphicData uri="http://schemas.openxmlformats.org/drawingml/2006/table">
            <a:tbl>
              <a:tblPr firstRow="1" bandRow="1"/>
              <a:tblGrid>
                <a:gridCol w="182880">
                  <a:extLst>
                    <a:ext uri="{9D8B030D-6E8A-4147-A177-3AD203B41FA5}">
                      <a16:colId xmlns:a16="http://schemas.microsoft.com/office/drawing/2014/main" val="769406563"/>
                    </a:ext>
                  </a:extLst>
                </a:gridCol>
                <a:gridCol w="704286">
                  <a:extLst>
                    <a:ext uri="{9D8B030D-6E8A-4147-A177-3AD203B41FA5}">
                      <a16:colId xmlns:a16="http://schemas.microsoft.com/office/drawing/2014/main" val="2228566404"/>
                    </a:ext>
                  </a:extLst>
                </a:gridCol>
                <a:gridCol w="182880">
                  <a:extLst>
                    <a:ext uri="{9D8B030D-6E8A-4147-A177-3AD203B41FA5}">
                      <a16:colId xmlns:a16="http://schemas.microsoft.com/office/drawing/2014/main" val="4284629184"/>
                    </a:ext>
                  </a:extLst>
                </a:gridCol>
                <a:gridCol w="704286">
                  <a:extLst>
                    <a:ext uri="{9D8B030D-6E8A-4147-A177-3AD203B41FA5}">
                      <a16:colId xmlns:a16="http://schemas.microsoft.com/office/drawing/2014/main" val="4116001092"/>
                    </a:ext>
                  </a:extLst>
                </a:gridCol>
                <a:gridCol w="182880">
                  <a:extLst>
                    <a:ext uri="{9D8B030D-6E8A-4147-A177-3AD203B41FA5}">
                      <a16:colId xmlns:a16="http://schemas.microsoft.com/office/drawing/2014/main" val="773124112"/>
                    </a:ext>
                  </a:extLst>
                </a:gridCol>
                <a:gridCol w="704286">
                  <a:extLst>
                    <a:ext uri="{9D8B030D-6E8A-4147-A177-3AD203B41FA5}">
                      <a16:colId xmlns:a16="http://schemas.microsoft.com/office/drawing/2014/main" val="2402737491"/>
                    </a:ext>
                  </a:extLst>
                </a:gridCol>
                <a:gridCol w="182880">
                  <a:extLst>
                    <a:ext uri="{9D8B030D-6E8A-4147-A177-3AD203B41FA5}">
                      <a16:colId xmlns:a16="http://schemas.microsoft.com/office/drawing/2014/main" val="3220039148"/>
                    </a:ext>
                  </a:extLst>
                </a:gridCol>
                <a:gridCol w="704286">
                  <a:extLst>
                    <a:ext uri="{9D8B030D-6E8A-4147-A177-3AD203B41FA5}">
                      <a16:colId xmlns:a16="http://schemas.microsoft.com/office/drawing/2014/main" val="3291668698"/>
                    </a:ext>
                  </a:extLst>
                </a:gridCol>
              </a:tblGrid>
              <a:tr h="18288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6350" cap="flat" cmpd="sng" algn="ctr">
                      <a:solidFill>
                        <a:srgbClr val="1A1A24">
                          <a:lumMod val="50000"/>
                          <a:lumOff val="50000"/>
                        </a:srgbClr>
                      </a:solidFill>
                      <a:prstDash val="solid"/>
                      <a:round/>
                      <a:headEnd type="none" w="med" len="med"/>
                      <a:tailEnd type="none" w="med" len="med"/>
                    </a:lnT>
                    <a:lnB w="6350" cap="flat" cmpd="sng" algn="ctr">
                      <a:solidFill>
                        <a:srgbClr val="1A1A24">
                          <a:lumMod val="50000"/>
                          <a:lumOff val="50000"/>
                        </a:srgbClr>
                      </a:solidFill>
                      <a:prstDash val="solid"/>
                      <a:round/>
                      <a:headEnd type="none" w="med" len="med"/>
                      <a:tailEnd type="none" w="med" len="med"/>
                    </a:lnB>
                    <a:lnTlToBr w="12700" cmpd="sng">
                      <a:noFill/>
                      <a:prstDash val="solid"/>
                    </a:lnTlToBr>
                    <a:lnBlToTr w="12700" cmpd="sng">
                      <a:noFill/>
                      <a:prstDash val="solid"/>
                    </a:lnBlToTr>
                    <a:solidFill>
                      <a:srgbClr val="1A1A24">
                        <a:lumMod val="25000"/>
                        <a:lumOff val="75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a:t>Local</a:t>
                      </a:r>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6350" cap="flat" cmpd="sng" algn="ctr">
                      <a:solidFill>
                        <a:srgbClr val="1A1A24">
                          <a:lumMod val="50000"/>
                          <a:lumOff val="50000"/>
                        </a:srgbClr>
                      </a:solidFill>
                      <a:prstDash val="solid"/>
                      <a:round/>
                      <a:headEnd type="none" w="med" len="med"/>
                      <a:tailEnd type="none" w="med" len="med"/>
                    </a:lnT>
                    <a:lnB w="6350" cap="flat" cmpd="sng" algn="ctr">
                      <a:solidFill>
                        <a:srgbClr val="1A1A24">
                          <a:lumMod val="50000"/>
                          <a:lumOff val="50000"/>
                        </a:srgbClr>
                      </a:solidFill>
                      <a:prstDash val="solid"/>
                      <a:round/>
                      <a:headEnd type="none" w="med" len="med"/>
                      <a:tailEnd type="none" w="med" len="med"/>
                    </a:lnB>
                    <a:lnTlToBr w="12700" cmpd="sng">
                      <a:noFill/>
                      <a:prstDash val="solid"/>
                    </a:lnTlToBr>
                    <a:lnBlToTr w="12700" cmpd="sng">
                      <a:noFill/>
                      <a:prstDash val="solid"/>
                    </a:lnBlToTr>
                    <a:solidFill>
                      <a:srgbClr val="1A1A24">
                        <a:lumMod val="10000"/>
                        <a:lumOff val="90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a:t>Corporate</a:t>
                      </a:r>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6350" cap="flat" cmpd="sng" algn="ctr">
                      <a:solidFill>
                        <a:srgbClr val="1A1A24">
                          <a:lumMod val="50000"/>
                          <a:lumOff val="50000"/>
                        </a:srgbClr>
                      </a:solidFill>
                      <a:prstDash val="solid"/>
                      <a:round/>
                      <a:headEnd type="none" w="med" len="med"/>
                      <a:tailEnd type="none" w="med" len="med"/>
                    </a:lnT>
                    <a:lnB w="6350" cap="flat" cmpd="sng" algn="ctr">
                      <a:solidFill>
                        <a:srgbClr val="1A1A24">
                          <a:lumMod val="50000"/>
                          <a:lumOff val="50000"/>
                        </a:srgbClr>
                      </a:solidFill>
                      <a:prstDash val="solid"/>
                      <a:round/>
                      <a:headEnd type="none" w="med" len="med"/>
                      <a:tailEnd type="none" w="med" len="med"/>
                    </a:lnB>
                    <a:lnTlToBr w="12700" cmpd="sng">
                      <a:noFill/>
                      <a:prstDash val="solid"/>
                    </a:lnTlToBr>
                    <a:lnBlToTr w="12700" cmpd="sng">
                      <a:noFill/>
                      <a:prstDash val="solid"/>
                    </a:lnBlToTr>
                    <a:solidFill>
                      <a:srgbClr val="FFE600">
                        <a:lumMod val="60000"/>
                        <a:lumOff val="40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a:t>GBS</a:t>
                      </a:r>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6350" cap="flat" cmpd="sng" algn="ctr">
                      <a:solidFill>
                        <a:srgbClr val="1A1A24">
                          <a:lumMod val="50000"/>
                          <a:lumOff val="50000"/>
                        </a:srgbClr>
                      </a:solidFill>
                      <a:prstDash val="solid"/>
                      <a:round/>
                      <a:headEnd type="none" w="med" len="med"/>
                      <a:tailEnd type="none" w="med" len="med"/>
                    </a:lnT>
                    <a:lnB w="6350" cap="flat" cmpd="sng" algn="ctr">
                      <a:solidFill>
                        <a:srgbClr val="1A1A24">
                          <a:lumMod val="50000"/>
                          <a:lumOff val="50000"/>
                        </a:srgbClr>
                      </a:solidFill>
                      <a:prstDash val="solid"/>
                      <a:round/>
                      <a:headEnd type="none" w="med" len="med"/>
                      <a:tailEnd type="none" w="med" len="med"/>
                    </a:lnB>
                    <a:lnTlToBr w="12700" cmpd="sng">
                      <a:noFill/>
                      <a:prstDash val="solid"/>
                    </a:lnTlToBr>
                    <a:lnBlToTr w="12700" cmpd="sng">
                      <a:noFill/>
                      <a:prstDash val="solid"/>
                    </a:lnBlToTr>
                    <a:solidFill>
                      <a:srgbClr val="FFE600">
                        <a:lumMod val="20000"/>
                        <a:lumOff val="80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t>CoE</a:t>
                      </a:r>
                    </a:p>
                  </a:txBody>
                  <a:tcPr marL="27432" marR="27432" marT="0" marB="0" anchor="ctr">
                    <a:lnL w="6350" cap="flat" cmpd="sng" algn="ctr">
                      <a:solidFill>
                        <a:srgbClr val="1A1A24">
                          <a:lumMod val="50000"/>
                          <a:lumOff val="50000"/>
                        </a:srgbClr>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91763439"/>
                  </a:ext>
                </a:extLst>
              </a:tr>
            </a:tbl>
          </a:graphicData>
        </a:graphic>
      </p:graphicFrame>
      <p:graphicFrame>
        <p:nvGraphicFramePr>
          <p:cNvPr id="19" name="Table 18">
            <a:extLst>
              <a:ext uri="{FF2B5EF4-FFF2-40B4-BE49-F238E27FC236}">
                <a16:creationId xmlns:a16="http://schemas.microsoft.com/office/drawing/2014/main" id="{4EFA67DA-887C-4569-1BCD-58F7C6FDDF8E}"/>
              </a:ext>
            </a:extLst>
          </p:cNvPr>
          <p:cNvGraphicFramePr>
            <a:graphicFrameLocks noGrp="1"/>
          </p:cNvGraphicFramePr>
          <p:nvPr>
            <p:extLst>
              <p:ext uri="{D42A27DB-BD31-4B8C-83A1-F6EECF244321}">
                <p14:modId xmlns:p14="http://schemas.microsoft.com/office/powerpoint/2010/main" val="847414731"/>
              </p:ext>
            </p:extLst>
          </p:nvPr>
        </p:nvGraphicFramePr>
        <p:xfrm>
          <a:off x="3420597" y="2258748"/>
          <a:ext cx="2468880" cy="3569899"/>
        </p:xfrm>
        <a:graphic>
          <a:graphicData uri="http://schemas.openxmlformats.org/drawingml/2006/table">
            <a:tbl>
              <a:tblPr firstRow="1" bandRow="1"/>
              <a:tblGrid>
                <a:gridCol w="2468880">
                  <a:extLst>
                    <a:ext uri="{9D8B030D-6E8A-4147-A177-3AD203B41FA5}">
                      <a16:colId xmlns:a16="http://schemas.microsoft.com/office/drawing/2014/main" val="2289614552"/>
                    </a:ext>
                  </a:extLst>
                </a:gridCol>
              </a:tblGrid>
              <a:tr h="2019773">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45720" indent="-45720">
                        <a:lnSpc>
                          <a:spcPct val="85000"/>
                        </a:lnSpc>
                        <a:spcAft>
                          <a:spcPts val="300"/>
                        </a:spcAft>
                        <a:buFont typeface="Arial" panose="020B0604020202020204" pitchFamily="34" charset="0"/>
                        <a:buChar char="•"/>
                      </a:pPr>
                      <a:r>
                        <a:rPr lang="en-US" sz="900" b="0" dirty="0">
                          <a:solidFill>
                            <a:schemeClr val="bg2"/>
                          </a:solidFill>
                        </a:rPr>
                        <a:t>Maintain fixed-asset master data files</a:t>
                      </a:r>
                    </a:p>
                    <a:p>
                      <a:pPr marL="45720" indent="-45720">
                        <a:lnSpc>
                          <a:spcPct val="85000"/>
                        </a:lnSpc>
                        <a:spcAft>
                          <a:spcPts val="300"/>
                        </a:spcAft>
                        <a:buFont typeface="Arial" panose="020B0604020202020204" pitchFamily="34" charset="0"/>
                        <a:buChar char="•"/>
                      </a:pPr>
                      <a:r>
                        <a:rPr lang="en-US" sz="900" b="0" dirty="0">
                          <a:solidFill>
                            <a:schemeClr val="bg2"/>
                          </a:solidFill>
                        </a:rPr>
                        <a:t>Process and record fixed-asset additions and retires</a:t>
                      </a:r>
                    </a:p>
                    <a:p>
                      <a:pPr marL="45720" indent="-45720">
                        <a:lnSpc>
                          <a:spcPct val="85000"/>
                        </a:lnSpc>
                        <a:spcAft>
                          <a:spcPts val="300"/>
                        </a:spcAft>
                        <a:buFont typeface="Arial" panose="020B0604020202020204" pitchFamily="34" charset="0"/>
                        <a:buChar char="•"/>
                      </a:pPr>
                      <a:r>
                        <a:rPr lang="en-US" sz="900" b="0" dirty="0">
                          <a:solidFill>
                            <a:schemeClr val="bg2"/>
                          </a:solidFill>
                        </a:rPr>
                        <a:t>Process and record fixed-asset adjustments, enhancements, revaluations, and transfers</a:t>
                      </a:r>
                    </a:p>
                    <a:p>
                      <a:pPr marL="45720" indent="-45720">
                        <a:lnSpc>
                          <a:spcPct val="85000"/>
                        </a:lnSpc>
                        <a:spcAft>
                          <a:spcPts val="300"/>
                        </a:spcAft>
                        <a:buFont typeface="Arial" panose="020B0604020202020204" pitchFamily="34" charset="0"/>
                        <a:buChar char="•"/>
                      </a:pPr>
                      <a:r>
                        <a:rPr lang="en-US" sz="900" b="0" dirty="0">
                          <a:solidFill>
                            <a:schemeClr val="bg2"/>
                          </a:solidFill>
                        </a:rPr>
                        <a:t>Calculate and record depreciation expense</a:t>
                      </a:r>
                    </a:p>
                    <a:p>
                      <a:pPr marL="45720" indent="-45720">
                        <a:lnSpc>
                          <a:spcPct val="85000"/>
                        </a:lnSpc>
                        <a:spcAft>
                          <a:spcPts val="300"/>
                        </a:spcAft>
                        <a:buFont typeface="Arial" panose="020B0604020202020204" pitchFamily="34" charset="0"/>
                        <a:buChar char="•"/>
                      </a:pPr>
                      <a:r>
                        <a:rPr lang="en-US" sz="900" b="0" dirty="0">
                          <a:solidFill>
                            <a:schemeClr val="bg2"/>
                          </a:solidFill>
                        </a:rPr>
                        <a:t>Reconcile fixed-asset ledger</a:t>
                      </a:r>
                    </a:p>
                    <a:p>
                      <a:pPr marL="45720" indent="-45720">
                        <a:lnSpc>
                          <a:spcPct val="85000"/>
                        </a:lnSpc>
                        <a:spcAft>
                          <a:spcPts val="300"/>
                        </a:spcAft>
                        <a:buFont typeface="Arial" panose="020B0604020202020204" pitchFamily="34" charset="0"/>
                        <a:buChar char="•"/>
                      </a:pPr>
                      <a:r>
                        <a:rPr lang="en-US" sz="900" b="0" dirty="0">
                          <a:solidFill>
                            <a:schemeClr val="bg2"/>
                          </a:solidFill>
                        </a:rPr>
                        <a:t>Track fixed-assets including physical inventory</a:t>
                      </a:r>
                    </a:p>
                    <a:p>
                      <a:pPr marL="45720" indent="-45720">
                        <a:lnSpc>
                          <a:spcPct val="85000"/>
                        </a:lnSpc>
                        <a:spcAft>
                          <a:spcPts val="300"/>
                        </a:spcAft>
                        <a:buFont typeface="Arial" panose="020B0604020202020204" pitchFamily="34" charset="0"/>
                        <a:buChar char="•"/>
                      </a:pPr>
                      <a:r>
                        <a:rPr lang="en-US" sz="900" b="0" dirty="0">
                          <a:solidFill>
                            <a:schemeClr val="bg2"/>
                          </a:solidFill>
                        </a:rPr>
                        <a:t>Provide fixed-asset data to support tax, statutory, and regulatory reporting</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5583323"/>
                  </a:ext>
                </a:extLst>
              </a:tr>
              <a:tr h="138620">
                <a:tc>
                  <a:txBody>
                    <a:bodyPr/>
                    <a:lstStyle>
                      <a:lvl1pPr marL="0" algn="l" defTabSz="914400" rtl="0" eaLnBrk="1" latinLnBrk="0" hangingPunct="1">
                        <a:defRPr sz="1800" kern="1200">
                          <a:solidFill>
                            <a:schemeClr val="dk1"/>
                          </a:solidFill>
                          <a:latin typeface="EYInterstate Light"/>
                        </a:defRPr>
                      </a:lvl1pPr>
                      <a:lvl2pPr marL="457200" algn="l" defTabSz="914400" rtl="0" eaLnBrk="1" latinLnBrk="0" hangingPunct="1">
                        <a:defRPr sz="1800" kern="1200">
                          <a:solidFill>
                            <a:schemeClr val="dk1"/>
                          </a:solidFill>
                          <a:latin typeface="EYInterstate Light"/>
                        </a:defRPr>
                      </a:lvl2pPr>
                      <a:lvl3pPr marL="914400" algn="l" defTabSz="914400" rtl="0" eaLnBrk="1" latinLnBrk="0" hangingPunct="1">
                        <a:defRPr sz="1800" kern="1200">
                          <a:solidFill>
                            <a:schemeClr val="dk1"/>
                          </a:solidFill>
                          <a:latin typeface="EYInterstate Light"/>
                        </a:defRPr>
                      </a:lvl3pPr>
                      <a:lvl4pPr marL="1371600" algn="l" defTabSz="914400" rtl="0" eaLnBrk="1" latinLnBrk="0" hangingPunct="1">
                        <a:defRPr sz="1800" kern="1200">
                          <a:solidFill>
                            <a:schemeClr val="dk1"/>
                          </a:solidFill>
                          <a:latin typeface="EYInterstate Light"/>
                        </a:defRPr>
                      </a:lvl4pPr>
                      <a:lvl5pPr marL="1828800" algn="l" defTabSz="914400" rtl="0" eaLnBrk="1" latinLnBrk="0" hangingPunct="1">
                        <a:defRPr sz="1800" kern="1200">
                          <a:solidFill>
                            <a:schemeClr val="dk1"/>
                          </a:solidFill>
                          <a:latin typeface="EYInterstate Light"/>
                        </a:defRPr>
                      </a:lvl5pPr>
                      <a:lvl6pPr marL="2286000" algn="l" defTabSz="914400" rtl="0" eaLnBrk="1" latinLnBrk="0" hangingPunct="1">
                        <a:defRPr sz="1800" kern="1200">
                          <a:solidFill>
                            <a:schemeClr val="dk1"/>
                          </a:solidFill>
                          <a:latin typeface="EYInterstate Light"/>
                        </a:defRPr>
                      </a:lvl6pPr>
                      <a:lvl7pPr marL="2743200" algn="l" defTabSz="914400" rtl="0" eaLnBrk="1" latinLnBrk="0" hangingPunct="1">
                        <a:defRPr sz="1800" kern="1200">
                          <a:solidFill>
                            <a:schemeClr val="dk1"/>
                          </a:solidFill>
                          <a:latin typeface="EYInterstate Light"/>
                        </a:defRPr>
                      </a:lvl7pPr>
                      <a:lvl8pPr marL="3200400" algn="l" defTabSz="914400" rtl="0" eaLnBrk="1" latinLnBrk="0" hangingPunct="1">
                        <a:defRPr sz="1800" kern="1200">
                          <a:solidFill>
                            <a:schemeClr val="dk1"/>
                          </a:solidFill>
                          <a:latin typeface="EYInterstate Light"/>
                        </a:defRPr>
                      </a:lvl8pPr>
                      <a:lvl9pPr marL="3657600" algn="l" defTabSz="914400" rtl="0" eaLnBrk="1" latinLnBrk="0" hangingPunct="1">
                        <a:defRPr sz="1800" kern="1200">
                          <a:solidFill>
                            <a:schemeClr val="dk1"/>
                          </a:solidFill>
                          <a:latin typeface="EYInterstate Light"/>
                        </a:defRPr>
                      </a:lvl9pPr>
                    </a:lstStyle>
                    <a:p>
                      <a:pPr marL="45720" indent="-45720">
                        <a:lnSpc>
                          <a:spcPct val="85000"/>
                        </a:lnSpc>
                        <a:spcAft>
                          <a:spcPts val="300"/>
                        </a:spcAft>
                        <a:buFont typeface="Arial" panose="020B0604020202020204" pitchFamily="34" charset="0"/>
                        <a:buChar char="•"/>
                      </a:pPr>
                      <a:r>
                        <a:rPr lang="en-US" sz="900" b="0">
                          <a:solidFill>
                            <a:schemeClr val="bg2"/>
                          </a:solidFill>
                        </a:rPr>
                        <a:t>Establish fixed-asset policies &amp; procedures</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068718"/>
                  </a:ext>
                </a:extLst>
              </a:tr>
              <a:tr h="1411506">
                <a:tc>
                  <a:txBody>
                    <a:bodyPr/>
                    <a:lstStyle>
                      <a:lvl1pPr marL="0" algn="l" defTabSz="914400" rtl="0" eaLnBrk="1" latinLnBrk="0" hangingPunct="1">
                        <a:defRPr sz="1800" kern="1200">
                          <a:solidFill>
                            <a:schemeClr val="dk1"/>
                          </a:solidFill>
                          <a:latin typeface="EYInterstate Light"/>
                        </a:defRPr>
                      </a:lvl1pPr>
                      <a:lvl2pPr marL="457200" algn="l" defTabSz="914400" rtl="0" eaLnBrk="1" latinLnBrk="0" hangingPunct="1">
                        <a:defRPr sz="1800" kern="1200">
                          <a:solidFill>
                            <a:schemeClr val="dk1"/>
                          </a:solidFill>
                          <a:latin typeface="EYInterstate Light"/>
                        </a:defRPr>
                      </a:lvl2pPr>
                      <a:lvl3pPr marL="914400" algn="l" defTabSz="914400" rtl="0" eaLnBrk="1" latinLnBrk="0" hangingPunct="1">
                        <a:defRPr sz="1800" kern="1200">
                          <a:solidFill>
                            <a:schemeClr val="dk1"/>
                          </a:solidFill>
                          <a:latin typeface="EYInterstate Light"/>
                        </a:defRPr>
                      </a:lvl3pPr>
                      <a:lvl4pPr marL="1371600" algn="l" defTabSz="914400" rtl="0" eaLnBrk="1" latinLnBrk="0" hangingPunct="1">
                        <a:defRPr sz="1800" kern="1200">
                          <a:solidFill>
                            <a:schemeClr val="dk1"/>
                          </a:solidFill>
                          <a:latin typeface="EYInterstate Light"/>
                        </a:defRPr>
                      </a:lvl4pPr>
                      <a:lvl5pPr marL="1828800" algn="l" defTabSz="914400" rtl="0" eaLnBrk="1" latinLnBrk="0" hangingPunct="1">
                        <a:defRPr sz="1800" kern="1200">
                          <a:solidFill>
                            <a:schemeClr val="dk1"/>
                          </a:solidFill>
                          <a:latin typeface="EYInterstate Light"/>
                        </a:defRPr>
                      </a:lvl5pPr>
                      <a:lvl6pPr marL="2286000" algn="l" defTabSz="914400" rtl="0" eaLnBrk="1" latinLnBrk="0" hangingPunct="1">
                        <a:defRPr sz="1800" kern="1200">
                          <a:solidFill>
                            <a:schemeClr val="dk1"/>
                          </a:solidFill>
                          <a:latin typeface="EYInterstate Light"/>
                        </a:defRPr>
                      </a:lvl6pPr>
                      <a:lvl7pPr marL="2743200" algn="l" defTabSz="914400" rtl="0" eaLnBrk="1" latinLnBrk="0" hangingPunct="1">
                        <a:defRPr sz="1800" kern="1200">
                          <a:solidFill>
                            <a:schemeClr val="dk1"/>
                          </a:solidFill>
                          <a:latin typeface="EYInterstate Light"/>
                        </a:defRPr>
                      </a:lvl7pPr>
                      <a:lvl8pPr marL="3200400" algn="l" defTabSz="914400" rtl="0" eaLnBrk="1" latinLnBrk="0" hangingPunct="1">
                        <a:defRPr sz="1800" kern="1200">
                          <a:solidFill>
                            <a:schemeClr val="dk1"/>
                          </a:solidFill>
                          <a:latin typeface="EYInterstate Light"/>
                        </a:defRPr>
                      </a:lvl8pPr>
                      <a:lvl9pPr marL="3657600" algn="l" defTabSz="914400" rtl="0" eaLnBrk="1" latinLnBrk="0" hangingPunct="1">
                        <a:defRPr sz="1800" kern="1200">
                          <a:solidFill>
                            <a:schemeClr val="dk1"/>
                          </a:solidFill>
                          <a:latin typeface="EYInterstate Light"/>
                        </a:defRPr>
                      </a:lvl9pPr>
                    </a:lstStyle>
                    <a:p>
                      <a:pPr marL="45720" indent="-45720">
                        <a:lnSpc>
                          <a:spcPct val="85000"/>
                        </a:lnSpc>
                        <a:spcAft>
                          <a:spcPts val="300"/>
                        </a:spcAft>
                        <a:buFont typeface="Arial" panose="020B0604020202020204" pitchFamily="34" charset="0"/>
                        <a:buChar char="•"/>
                      </a:pPr>
                      <a:r>
                        <a:rPr lang="en-US" sz="900" b="0" dirty="0">
                          <a:solidFill>
                            <a:schemeClr val="bg2"/>
                          </a:solidFill>
                        </a:rPr>
                        <a:t>Maintain fixed-asset master data files</a:t>
                      </a:r>
                    </a:p>
                    <a:p>
                      <a:pPr marL="45720" indent="-45720">
                        <a:lnSpc>
                          <a:spcPct val="85000"/>
                        </a:lnSpc>
                        <a:spcAft>
                          <a:spcPts val="300"/>
                        </a:spcAft>
                        <a:buFont typeface="Arial" panose="020B0604020202020204" pitchFamily="34" charset="0"/>
                        <a:buChar char="•"/>
                      </a:pPr>
                      <a:r>
                        <a:rPr lang="en-US" sz="900" b="0" dirty="0">
                          <a:solidFill>
                            <a:schemeClr val="bg2"/>
                          </a:solidFill>
                        </a:rPr>
                        <a:t>Process &amp; record fixed-asset additions &amp; retires</a:t>
                      </a:r>
                    </a:p>
                    <a:p>
                      <a:pPr marL="45720" indent="-45720">
                        <a:lnSpc>
                          <a:spcPct val="85000"/>
                        </a:lnSpc>
                        <a:spcAft>
                          <a:spcPts val="300"/>
                        </a:spcAft>
                        <a:buFont typeface="Arial" panose="020B0604020202020204" pitchFamily="34" charset="0"/>
                        <a:buChar char="•"/>
                      </a:pPr>
                      <a:r>
                        <a:rPr lang="en-US" sz="900" b="0" dirty="0">
                          <a:solidFill>
                            <a:schemeClr val="bg2"/>
                          </a:solidFill>
                        </a:rPr>
                        <a:t>Process &amp; record fixed-asset adjustments, enhancements, revaluations, &amp; transfers</a:t>
                      </a:r>
                    </a:p>
                    <a:p>
                      <a:pPr marL="45720" indent="-45720">
                        <a:lnSpc>
                          <a:spcPct val="85000"/>
                        </a:lnSpc>
                        <a:spcAft>
                          <a:spcPts val="300"/>
                        </a:spcAft>
                        <a:buFont typeface="Arial" panose="020B0604020202020204" pitchFamily="34" charset="0"/>
                        <a:buChar char="•"/>
                      </a:pPr>
                      <a:r>
                        <a:rPr lang="en-US" sz="900" b="0" dirty="0">
                          <a:solidFill>
                            <a:schemeClr val="bg2"/>
                          </a:solidFill>
                        </a:rPr>
                        <a:t>Process and record fixed-asset maintenance  &amp; repair expenses</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0731815"/>
                  </a:ext>
                </a:extLst>
              </a:tr>
            </a:tbl>
          </a:graphicData>
        </a:graphic>
      </p:graphicFrame>
      <p:graphicFrame>
        <p:nvGraphicFramePr>
          <p:cNvPr id="20" name="Table 19">
            <a:extLst>
              <a:ext uri="{FF2B5EF4-FFF2-40B4-BE49-F238E27FC236}">
                <a16:creationId xmlns:a16="http://schemas.microsoft.com/office/drawing/2014/main" id="{5F55C2D4-2260-CB28-1410-84F3D311BE83}"/>
              </a:ext>
            </a:extLst>
          </p:cNvPr>
          <p:cNvGraphicFramePr>
            <a:graphicFrameLocks noGrp="1"/>
          </p:cNvGraphicFramePr>
          <p:nvPr>
            <p:extLst>
              <p:ext uri="{D42A27DB-BD31-4B8C-83A1-F6EECF244321}">
                <p14:modId xmlns:p14="http://schemas.microsoft.com/office/powerpoint/2010/main" val="4187658778"/>
              </p:ext>
            </p:extLst>
          </p:nvPr>
        </p:nvGraphicFramePr>
        <p:xfrm>
          <a:off x="646139" y="2286502"/>
          <a:ext cx="2468880" cy="3550853"/>
        </p:xfrm>
        <a:graphic>
          <a:graphicData uri="http://schemas.openxmlformats.org/drawingml/2006/table">
            <a:tbl>
              <a:tblPr firstRow="1" bandRow="1"/>
              <a:tblGrid>
                <a:gridCol w="2468880">
                  <a:extLst>
                    <a:ext uri="{9D8B030D-6E8A-4147-A177-3AD203B41FA5}">
                      <a16:colId xmlns:a16="http://schemas.microsoft.com/office/drawing/2014/main" val="2289614552"/>
                    </a:ext>
                  </a:extLst>
                </a:gridCol>
              </a:tblGrid>
              <a:tr h="2601619">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45720" indent="-45720">
                        <a:lnSpc>
                          <a:spcPct val="85000"/>
                        </a:lnSpc>
                        <a:spcAft>
                          <a:spcPts val="300"/>
                        </a:spcAft>
                        <a:buFont typeface="Arial" panose="020B0604020202020204" pitchFamily="34" charset="0"/>
                        <a:buChar char="•"/>
                      </a:pPr>
                      <a:r>
                        <a:rPr lang="en-US" sz="900" b="0">
                          <a:solidFill>
                            <a:schemeClr val="bg2"/>
                          </a:solidFill>
                        </a:rPr>
                        <a:t>Maintain chart of accounts</a:t>
                      </a:r>
                    </a:p>
                    <a:p>
                      <a:pPr marL="45720" indent="-45720">
                        <a:lnSpc>
                          <a:spcPct val="85000"/>
                        </a:lnSpc>
                        <a:spcAft>
                          <a:spcPts val="300"/>
                        </a:spcAft>
                        <a:buFont typeface="Arial" panose="020B0604020202020204" pitchFamily="34" charset="0"/>
                        <a:buChar char="•"/>
                      </a:pPr>
                      <a:r>
                        <a:rPr lang="en-US" sz="900" b="0">
                          <a:solidFill>
                            <a:schemeClr val="bg2"/>
                          </a:solidFill>
                        </a:rPr>
                        <a:t>Process journal entries</a:t>
                      </a:r>
                    </a:p>
                    <a:p>
                      <a:pPr marL="45720" indent="-45720">
                        <a:lnSpc>
                          <a:spcPct val="85000"/>
                        </a:lnSpc>
                        <a:spcAft>
                          <a:spcPts val="300"/>
                        </a:spcAft>
                        <a:buFont typeface="Arial" panose="020B0604020202020204" pitchFamily="34" charset="0"/>
                        <a:buChar char="•"/>
                      </a:pPr>
                      <a:r>
                        <a:rPr lang="en-US" sz="900" b="0">
                          <a:solidFill>
                            <a:schemeClr val="bg2"/>
                          </a:solidFill>
                        </a:rPr>
                        <a:t>Process allocations</a:t>
                      </a:r>
                    </a:p>
                    <a:p>
                      <a:pPr marL="45720" indent="-45720">
                        <a:lnSpc>
                          <a:spcPct val="85000"/>
                        </a:lnSpc>
                        <a:spcAft>
                          <a:spcPts val="300"/>
                        </a:spcAft>
                        <a:buFont typeface="Arial" panose="020B0604020202020204" pitchFamily="34" charset="0"/>
                        <a:buChar char="•"/>
                      </a:pPr>
                      <a:r>
                        <a:rPr lang="en-US" sz="900" b="0">
                          <a:solidFill>
                            <a:schemeClr val="bg2"/>
                          </a:solidFill>
                        </a:rPr>
                        <a:t>Process period end adjustments</a:t>
                      </a:r>
                    </a:p>
                    <a:p>
                      <a:pPr marL="45720" indent="-45720">
                        <a:lnSpc>
                          <a:spcPct val="85000"/>
                        </a:lnSpc>
                        <a:spcAft>
                          <a:spcPts val="300"/>
                        </a:spcAft>
                        <a:buFont typeface="Arial" panose="020B0604020202020204" pitchFamily="34" charset="0"/>
                        <a:buChar char="•"/>
                      </a:pPr>
                      <a:r>
                        <a:rPr lang="en-US" sz="900" b="0">
                          <a:solidFill>
                            <a:schemeClr val="bg2"/>
                          </a:solidFill>
                        </a:rPr>
                        <a:t>Post and reconcile intercompany transactions</a:t>
                      </a:r>
                    </a:p>
                    <a:p>
                      <a:pPr marL="45720" indent="-45720">
                        <a:lnSpc>
                          <a:spcPct val="85000"/>
                        </a:lnSpc>
                        <a:spcAft>
                          <a:spcPts val="300"/>
                        </a:spcAft>
                        <a:buFont typeface="Arial" panose="020B0604020202020204" pitchFamily="34" charset="0"/>
                        <a:buChar char="•"/>
                      </a:pPr>
                      <a:r>
                        <a:rPr lang="en-US" sz="900" b="0">
                          <a:solidFill>
                            <a:schemeClr val="bg2"/>
                          </a:solidFill>
                        </a:rPr>
                        <a:t>Reconcile general ledger accounts</a:t>
                      </a:r>
                    </a:p>
                    <a:p>
                      <a:pPr marL="45720" indent="-45720">
                        <a:lnSpc>
                          <a:spcPct val="85000"/>
                        </a:lnSpc>
                        <a:spcAft>
                          <a:spcPts val="300"/>
                        </a:spcAft>
                        <a:buFont typeface="Arial" panose="020B0604020202020204" pitchFamily="34" charset="0"/>
                        <a:buChar char="•"/>
                      </a:pPr>
                      <a:r>
                        <a:rPr lang="en-US" sz="900" b="0">
                          <a:solidFill>
                            <a:schemeClr val="bg2"/>
                          </a:solidFill>
                        </a:rPr>
                        <a:t>Perform consolidations and process eliminations</a:t>
                      </a:r>
                    </a:p>
                    <a:p>
                      <a:pPr marL="45720" indent="-45720">
                        <a:lnSpc>
                          <a:spcPct val="85000"/>
                        </a:lnSpc>
                        <a:spcAft>
                          <a:spcPts val="300"/>
                        </a:spcAft>
                        <a:buFont typeface="Arial" panose="020B0604020202020204" pitchFamily="34" charset="0"/>
                        <a:buChar char="•"/>
                      </a:pPr>
                      <a:r>
                        <a:rPr lang="en-US" sz="900" b="0">
                          <a:solidFill>
                            <a:schemeClr val="bg2"/>
                          </a:solidFill>
                        </a:rPr>
                        <a:t>Prepare trial balance</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5583323"/>
                  </a:ext>
                </a:extLst>
              </a:tr>
              <a:tr h="949234">
                <a:tc>
                  <a:txBody>
                    <a:bodyPr/>
                    <a:lstStyle>
                      <a:lvl1pPr marL="0" algn="l" defTabSz="914400" rtl="0" eaLnBrk="1" latinLnBrk="0" hangingPunct="1">
                        <a:defRPr sz="1800" kern="1200">
                          <a:solidFill>
                            <a:schemeClr val="dk1"/>
                          </a:solidFill>
                          <a:latin typeface="EYInterstate Light"/>
                        </a:defRPr>
                      </a:lvl1pPr>
                      <a:lvl2pPr marL="457200" algn="l" defTabSz="914400" rtl="0" eaLnBrk="1" latinLnBrk="0" hangingPunct="1">
                        <a:defRPr sz="1800" kern="1200">
                          <a:solidFill>
                            <a:schemeClr val="dk1"/>
                          </a:solidFill>
                          <a:latin typeface="EYInterstate Light"/>
                        </a:defRPr>
                      </a:lvl2pPr>
                      <a:lvl3pPr marL="914400" algn="l" defTabSz="914400" rtl="0" eaLnBrk="1" latinLnBrk="0" hangingPunct="1">
                        <a:defRPr sz="1800" kern="1200">
                          <a:solidFill>
                            <a:schemeClr val="dk1"/>
                          </a:solidFill>
                          <a:latin typeface="EYInterstate Light"/>
                        </a:defRPr>
                      </a:lvl3pPr>
                      <a:lvl4pPr marL="1371600" algn="l" defTabSz="914400" rtl="0" eaLnBrk="1" latinLnBrk="0" hangingPunct="1">
                        <a:defRPr sz="1800" kern="1200">
                          <a:solidFill>
                            <a:schemeClr val="dk1"/>
                          </a:solidFill>
                          <a:latin typeface="EYInterstate Light"/>
                        </a:defRPr>
                      </a:lvl4pPr>
                      <a:lvl5pPr marL="1828800" algn="l" defTabSz="914400" rtl="0" eaLnBrk="1" latinLnBrk="0" hangingPunct="1">
                        <a:defRPr sz="1800" kern="1200">
                          <a:solidFill>
                            <a:schemeClr val="dk1"/>
                          </a:solidFill>
                          <a:latin typeface="EYInterstate Light"/>
                        </a:defRPr>
                      </a:lvl5pPr>
                      <a:lvl6pPr marL="2286000" algn="l" defTabSz="914400" rtl="0" eaLnBrk="1" latinLnBrk="0" hangingPunct="1">
                        <a:defRPr sz="1800" kern="1200">
                          <a:solidFill>
                            <a:schemeClr val="dk1"/>
                          </a:solidFill>
                          <a:latin typeface="EYInterstate Light"/>
                        </a:defRPr>
                      </a:lvl6pPr>
                      <a:lvl7pPr marL="2743200" algn="l" defTabSz="914400" rtl="0" eaLnBrk="1" latinLnBrk="0" hangingPunct="1">
                        <a:defRPr sz="1800" kern="1200">
                          <a:solidFill>
                            <a:schemeClr val="dk1"/>
                          </a:solidFill>
                          <a:latin typeface="EYInterstate Light"/>
                        </a:defRPr>
                      </a:lvl7pPr>
                      <a:lvl8pPr marL="3200400" algn="l" defTabSz="914400" rtl="0" eaLnBrk="1" latinLnBrk="0" hangingPunct="1">
                        <a:defRPr sz="1800" kern="1200">
                          <a:solidFill>
                            <a:schemeClr val="dk1"/>
                          </a:solidFill>
                          <a:latin typeface="EYInterstate Light"/>
                        </a:defRPr>
                      </a:lvl8pPr>
                      <a:lvl9pPr marL="3657600" algn="l" defTabSz="914400" rtl="0" eaLnBrk="1" latinLnBrk="0" hangingPunct="1">
                        <a:defRPr sz="1800" kern="1200">
                          <a:solidFill>
                            <a:schemeClr val="dk1"/>
                          </a:solidFill>
                          <a:latin typeface="EYInterstate Light"/>
                        </a:defRPr>
                      </a:lvl9pPr>
                    </a:lstStyle>
                    <a:p>
                      <a:pPr marL="45720" indent="-45720">
                        <a:lnSpc>
                          <a:spcPct val="85000"/>
                        </a:lnSpc>
                        <a:spcAft>
                          <a:spcPts val="300"/>
                        </a:spcAft>
                        <a:buFont typeface="Arial" panose="020B0604020202020204" pitchFamily="34" charset="0"/>
                        <a:buChar char="•"/>
                      </a:pPr>
                      <a:r>
                        <a:rPr lang="en-US" sz="900" b="0">
                          <a:solidFill>
                            <a:schemeClr val="bg2"/>
                          </a:solidFill>
                        </a:rPr>
                        <a:t>Maintain chart of accounts</a:t>
                      </a:r>
                    </a:p>
                    <a:p>
                      <a:pPr marL="45720" indent="-45720">
                        <a:lnSpc>
                          <a:spcPct val="85000"/>
                        </a:lnSpc>
                        <a:spcAft>
                          <a:spcPts val="300"/>
                        </a:spcAft>
                        <a:buFont typeface="Arial" panose="020B0604020202020204" pitchFamily="34" charset="0"/>
                        <a:buChar char="•"/>
                      </a:pPr>
                      <a:r>
                        <a:rPr lang="en-US" sz="900" b="0">
                          <a:solidFill>
                            <a:schemeClr val="bg2"/>
                          </a:solidFill>
                        </a:rPr>
                        <a:t>Process period end adjustments</a:t>
                      </a:r>
                    </a:p>
                    <a:p>
                      <a:pPr marL="45720" indent="-45720">
                        <a:lnSpc>
                          <a:spcPct val="85000"/>
                        </a:lnSpc>
                        <a:spcAft>
                          <a:spcPts val="300"/>
                        </a:spcAft>
                        <a:buFont typeface="Arial" panose="020B0604020202020204" pitchFamily="34" charset="0"/>
                        <a:buChar char="•"/>
                      </a:pPr>
                      <a:r>
                        <a:rPr lang="en-US" sz="900" b="0">
                          <a:solidFill>
                            <a:schemeClr val="bg2"/>
                          </a:solidFill>
                        </a:rPr>
                        <a:t>Prepare and post management adjustments</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068718"/>
                  </a:ext>
                </a:extLst>
              </a:tr>
            </a:tbl>
          </a:graphicData>
        </a:graphic>
      </p:graphicFrame>
      <p:graphicFrame>
        <p:nvGraphicFramePr>
          <p:cNvPr id="21" name="Table 20">
            <a:extLst>
              <a:ext uri="{FF2B5EF4-FFF2-40B4-BE49-F238E27FC236}">
                <a16:creationId xmlns:a16="http://schemas.microsoft.com/office/drawing/2014/main" id="{2DAE7B52-6857-BE8A-17F5-A10609C54BE5}"/>
              </a:ext>
            </a:extLst>
          </p:cNvPr>
          <p:cNvGraphicFramePr>
            <a:graphicFrameLocks noGrp="1"/>
          </p:cNvGraphicFramePr>
          <p:nvPr>
            <p:custDataLst>
              <p:tags r:id="rId1"/>
            </p:custDataLst>
            <p:extLst>
              <p:ext uri="{D42A27DB-BD31-4B8C-83A1-F6EECF244321}">
                <p14:modId xmlns:p14="http://schemas.microsoft.com/office/powerpoint/2010/main" val="1672855639"/>
              </p:ext>
            </p:extLst>
          </p:nvPr>
        </p:nvGraphicFramePr>
        <p:xfrm>
          <a:off x="6195056" y="2274861"/>
          <a:ext cx="2468880" cy="3571203"/>
        </p:xfrm>
        <a:graphic>
          <a:graphicData uri="http://schemas.openxmlformats.org/drawingml/2006/table">
            <a:tbl>
              <a:tblPr firstRow="1" bandRow="1"/>
              <a:tblGrid>
                <a:gridCol w="2468880">
                  <a:extLst>
                    <a:ext uri="{9D8B030D-6E8A-4147-A177-3AD203B41FA5}">
                      <a16:colId xmlns:a16="http://schemas.microsoft.com/office/drawing/2014/main" val="2289614552"/>
                    </a:ext>
                  </a:extLst>
                </a:gridCol>
              </a:tblGrid>
              <a:tr h="1925283">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45720" indent="-45720">
                        <a:lnSpc>
                          <a:spcPct val="85000"/>
                        </a:lnSpc>
                        <a:spcAft>
                          <a:spcPts val="300"/>
                        </a:spcAft>
                        <a:buFont typeface="Arial" panose="020B0604020202020204" pitchFamily="34" charset="0"/>
                        <a:buChar char="•"/>
                      </a:pPr>
                      <a:r>
                        <a:rPr lang="en-US" sz="900" b="0">
                          <a:solidFill>
                            <a:schemeClr val="bg2"/>
                          </a:solidFill>
                        </a:rPr>
                        <a:t>Prepare business unit financial statements</a:t>
                      </a:r>
                    </a:p>
                    <a:p>
                      <a:pPr marL="45720" indent="-45720">
                        <a:lnSpc>
                          <a:spcPct val="85000"/>
                        </a:lnSpc>
                        <a:spcAft>
                          <a:spcPts val="300"/>
                        </a:spcAft>
                        <a:buFont typeface="Arial" panose="020B0604020202020204" pitchFamily="34" charset="0"/>
                        <a:buChar char="•"/>
                      </a:pPr>
                      <a:r>
                        <a:rPr lang="en-US" sz="900" b="0">
                          <a:solidFill>
                            <a:schemeClr val="bg2"/>
                          </a:solidFill>
                        </a:rPr>
                        <a:t>Prepare consolidated financial statements</a:t>
                      </a:r>
                    </a:p>
                    <a:p>
                      <a:pPr marL="45720" indent="-45720">
                        <a:lnSpc>
                          <a:spcPct val="85000"/>
                        </a:lnSpc>
                        <a:spcAft>
                          <a:spcPts val="300"/>
                        </a:spcAft>
                        <a:buFont typeface="Arial" panose="020B0604020202020204" pitchFamily="34" charset="0"/>
                        <a:buChar char="•"/>
                      </a:pPr>
                      <a:r>
                        <a:rPr lang="en-US" sz="900" b="0">
                          <a:solidFill>
                            <a:schemeClr val="bg2"/>
                          </a:solidFill>
                        </a:rPr>
                        <a:t>Perform business unit reporting/review management reports</a:t>
                      </a:r>
                    </a:p>
                    <a:p>
                      <a:pPr marL="45720" indent="-45720">
                        <a:lnSpc>
                          <a:spcPct val="85000"/>
                        </a:lnSpc>
                        <a:spcAft>
                          <a:spcPts val="300"/>
                        </a:spcAft>
                        <a:buFont typeface="Arial" panose="020B0604020202020204" pitchFamily="34" charset="0"/>
                        <a:buChar char="•"/>
                      </a:pPr>
                      <a:r>
                        <a:rPr lang="en-US" sz="900" b="0">
                          <a:solidFill>
                            <a:schemeClr val="bg2"/>
                          </a:solidFill>
                        </a:rPr>
                        <a:t>Perform consolidated reporting/review of cost management reports</a:t>
                      </a:r>
                    </a:p>
                    <a:p>
                      <a:pPr marL="45720" indent="-45720">
                        <a:lnSpc>
                          <a:spcPct val="85000"/>
                        </a:lnSpc>
                        <a:spcAft>
                          <a:spcPts val="300"/>
                        </a:spcAft>
                        <a:buFont typeface="Arial" panose="020B0604020202020204" pitchFamily="34" charset="0"/>
                        <a:buChar char="•"/>
                      </a:pPr>
                      <a:r>
                        <a:rPr lang="en-US" sz="900" b="0">
                          <a:solidFill>
                            <a:schemeClr val="bg2"/>
                          </a:solidFill>
                        </a:rPr>
                        <a:t>Prepare statements for board review</a:t>
                      </a:r>
                    </a:p>
                    <a:p>
                      <a:pPr marL="45720" indent="-45720">
                        <a:lnSpc>
                          <a:spcPct val="85000"/>
                        </a:lnSpc>
                        <a:spcAft>
                          <a:spcPts val="300"/>
                        </a:spcAft>
                        <a:buFont typeface="Arial" panose="020B0604020202020204" pitchFamily="34" charset="0"/>
                        <a:buChar char="•"/>
                      </a:pPr>
                      <a:r>
                        <a:rPr lang="en-US" sz="900" b="0">
                          <a:solidFill>
                            <a:schemeClr val="bg2"/>
                          </a:solidFill>
                        </a:rPr>
                        <a:t>Produce quarterly/annual filings and shareholder reports</a:t>
                      </a:r>
                    </a:p>
                    <a:p>
                      <a:pPr marL="45720" indent="-45720">
                        <a:lnSpc>
                          <a:spcPct val="85000"/>
                        </a:lnSpc>
                        <a:spcAft>
                          <a:spcPts val="300"/>
                        </a:spcAft>
                        <a:buFont typeface="Arial" panose="020B0604020202020204" pitchFamily="34" charset="0"/>
                        <a:buChar char="•"/>
                      </a:pPr>
                      <a:r>
                        <a:rPr lang="en-US" sz="900" b="0">
                          <a:solidFill>
                            <a:schemeClr val="bg2"/>
                          </a:solidFill>
                        </a:rPr>
                        <a:t>Produce regulatory reports</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5583323"/>
                  </a:ext>
                </a:extLst>
              </a:tr>
              <a:tr h="1645920">
                <a:tc>
                  <a:txBody>
                    <a:bodyPr/>
                    <a:lstStyle>
                      <a:lvl1pPr marL="0" algn="l" defTabSz="914400" rtl="0" eaLnBrk="1" latinLnBrk="0" hangingPunct="1">
                        <a:defRPr sz="1800" kern="1200">
                          <a:solidFill>
                            <a:schemeClr val="dk1"/>
                          </a:solidFill>
                          <a:latin typeface="EYInterstate Light"/>
                        </a:defRPr>
                      </a:lvl1pPr>
                      <a:lvl2pPr marL="457200" algn="l" defTabSz="914400" rtl="0" eaLnBrk="1" latinLnBrk="0" hangingPunct="1">
                        <a:defRPr sz="1800" kern="1200">
                          <a:solidFill>
                            <a:schemeClr val="dk1"/>
                          </a:solidFill>
                          <a:latin typeface="EYInterstate Light"/>
                        </a:defRPr>
                      </a:lvl2pPr>
                      <a:lvl3pPr marL="914400" algn="l" defTabSz="914400" rtl="0" eaLnBrk="1" latinLnBrk="0" hangingPunct="1">
                        <a:defRPr sz="1800" kern="1200">
                          <a:solidFill>
                            <a:schemeClr val="dk1"/>
                          </a:solidFill>
                          <a:latin typeface="EYInterstate Light"/>
                        </a:defRPr>
                      </a:lvl3pPr>
                      <a:lvl4pPr marL="1371600" algn="l" defTabSz="914400" rtl="0" eaLnBrk="1" latinLnBrk="0" hangingPunct="1">
                        <a:defRPr sz="1800" kern="1200">
                          <a:solidFill>
                            <a:schemeClr val="dk1"/>
                          </a:solidFill>
                          <a:latin typeface="EYInterstate Light"/>
                        </a:defRPr>
                      </a:lvl4pPr>
                      <a:lvl5pPr marL="1828800" algn="l" defTabSz="914400" rtl="0" eaLnBrk="1" latinLnBrk="0" hangingPunct="1">
                        <a:defRPr sz="1800" kern="1200">
                          <a:solidFill>
                            <a:schemeClr val="dk1"/>
                          </a:solidFill>
                          <a:latin typeface="EYInterstate Light"/>
                        </a:defRPr>
                      </a:lvl5pPr>
                      <a:lvl6pPr marL="2286000" algn="l" defTabSz="914400" rtl="0" eaLnBrk="1" latinLnBrk="0" hangingPunct="1">
                        <a:defRPr sz="1800" kern="1200">
                          <a:solidFill>
                            <a:schemeClr val="dk1"/>
                          </a:solidFill>
                          <a:latin typeface="EYInterstate Light"/>
                        </a:defRPr>
                      </a:lvl6pPr>
                      <a:lvl7pPr marL="2743200" algn="l" defTabSz="914400" rtl="0" eaLnBrk="1" latinLnBrk="0" hangingPunct="1">
                        <a:defRPr sz="1800" kern="1200">
                          <a:solidFill>
                            <a:schemeClr val="dk1"/>
                          </a:solidFill>
                          <a:latin typeface="EYInterstate Light"/>
                        </a:defRPr>
                      </a:lvl7pPr>
                      <a:lvl8pPr marL="3200400" algn="l" defTabSz="914400" rtl="0" eaLnBrk="1" latinLnBrk="0" hangingPunct="1">
                        <a:defRPr sz="1800" kern="1200">
                          <a:solidFill>
                            <a:schemeClr val="dk1"/>
                          </a:solidFill>
                          <a:latin typeface="EYInterstate Light"/>
                        </a:defRPr>
                      </a:lvl8pPr>
                      <a:lvl9pPr marL="3657600" algn="l" defTabSz="914400" rtl="0" eaLnBrk="1" latinLnBrk="0" hangingPunct="1">
                        <a:defRPr sz="1800" kern="1200">
                          <a:solidFill>
                            <a:schemeClr val="dk1"/>
                          </a:solidFill>
                          <a:latin typeface="EYInterstate Light"/>
                        </a:defRPr>
                      </a:lvl9pPr>
                    </a:lstStyle>
                    <a:p>
                      <a:pPr marL="45720" indent="-45720">
                        <a:lnSpc>
                          <a:spcPct val="85000"/>
                        </a:lnSpc>
                        <a:spcAft>
                          <a:spcPts val="300"/>
                        </a:spcAft>
                        <a:buFont typeface="Arial" panose="020B0604020202020204" pitchFamily="34" charset="0"/>
                        <a:buChar char="•"/>
                      </a:pPr>
                      <a:r>
                        <a:rPr lang="en-US" sz="900" b="0">
                          <a:solidFill>
                            <a:schemeClr val="bg2"/>
                          </a:solidFill>
                        </a:rPr>
                        <a:t>Prepare business unit financial statements</a:t>
                      </a:r>
                    </a:p>
                    <a:p>
                      <a:pPr marL="45720" indent="-45720">
                        <a:lnSpc>
                          <a:spcPct val="85000"/>
                        </a:lnSpc>
                        <a:spcAft>
                          <a:spcPts val="300"/>
                        </a:spcAft>
                        <a:buFont typeface="Arial" panose="020B0604020202020204" pitchFamily="34" charset="0"/>
                        <a:buChar char="•"/>
                      </a:pPr>
                      <a:r>
                        <a:rPr lang="en-US" sz="900" b="0">
                          <a:solidFill>
                            <a:schemeClr val="bg2"/>
                          </a:solidFill>
                        </a:rPr>
                        <a:t>Prepare consolidated financial statements</a:t>
                      </a:r>
                    </a:p>
                    <a:p>
                      <a:pPr marL="45720" indent="-45720">
                        <a:lnSpc>
                          <a:spcPct val="85000"/>
                        </a:lnSpc>
                        <a:spcAft>
                          <a:spcPts val="300"/>
                        </a:spcAft>
                        <a:buFont typeface="Arial" panose="020B0604020202020204" pitchFamily="34" charset="0"/>
                        <a:buChar char="•"/>
                      </a:pPr>
                      <a:r>
                        <a:rPr lang="en-US" sz="900" b="0">
                          <a:solidFill>
                            <a:schemeClr val="bg2"/>
                          </a:solidFill>
                        </a:rPr>
                        <a:t>Prepare statements for board review</a:t>
                      </a:r>
                    </a:p>
                    <a:p>
                      <a:pPr marL="45720" indent="-45720">
                        <a:lnSpc>
                          <a:spcPct val="85000"/>
                        </a:lnSpc>
                        <a:spcAft>
                          <a:spcPts val="300"/>
                        </a:spcAft>
                        <a:buFont typeface="Arial" panose="020B0604020202020204" pitchFamily="34" charset="0"/>
                        <a:buChar char="•"/>
                      </a:pPr>
                      <a:r>
                        <a:rPr lang="en-US" sz="900" b="0">
                          <a:solidFill>
                            <a:schemeClr val="bg2"/>
                          </a:solidFill>
                        </a:rPr>
                        <a:t>Produce quarterly/annual filings and shareholder reports</a:t>
                      </a:r>
                    </a:p>
                    <a:p>
                      <a:pPr marL="45720" indent="-45720">
                        <a:lnSpc>
                          <a:spcPct val="85000"/>
                        </a:lnSpc>
                        <a:spcAft>
                          <a:spcPts val="300"/>
                        </a:spcAft>
                        <a:buFont typeface="Arial" panose="020B0604020202020204" pitchFamily="34" charset="0"/>
                        <a:buChar char="•"/>
                      </a:pPr>
                      <a:r>
                        <a:rPr lang="en-US" sz="900" b="0">
                          <a:solidFill>
                            <a:schemeClr val="bg2"/>
                          </a:solidFill>
                        </a:rPr>
                        <a:t>Produce regulatory reports</a:t>
                      </a:r>
                    </a:p>
                    <a:p>
                      <a:pPr marL="45720" indent="-45720">
                        <a:lnSpc>
                          <a:spcPct val="85000"/>
                        </a:lnSpc>
                        <a:spcAft>
                          <a:spcPts val="300"/>
                        </a:spcAft>
                        <a:buFont typeface="Arial" panose="020B0604020202020204" pitchFamily="34" charset="0"/>
                        <a:buChar char="•"/>
                      </a:pPr>
                      <a:r>
                        <a:rPr lang="en-US" sz="900" b="0">
                          <a:solidFill>
                            <a:schemeClr val="bg2"/>
                          </a:solidFill>
                        </a:rPr>
                        <a:t>Perform legal and management consolidation</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068718"/>
                  </a:ext>
                </a:extLst>
              </a:tr>
            </a:tbl>
          </a:graphicData>
        </a:graphic>
      </p:graphicFrame>
      <p:graphicFrame>
        <p:nvGraphicFramePr>
          <p:cNvPr id="22" name="Table 21">
            <a:extLst>
              <a:ext uri="{FF2B5EF4-FFF2-40B4-BE49-F238E27FC236}">
                <a16:creationId xmlns:a16="http://schemas.microsoft.com/office/drawing/2014/main" id="{A3F718A8-4DAC-377C-1056-F8CD4B3E8FEF}"/>
              </a:ext>
            </a:extLst>
          </p:cNvPr>
          <p:cNvGraphicFramePr>
            <a:graphicFrameLocks noGrp="1"/>
          </p:cNvGraphicFramePr>
          <p:nvPr>
            <p:extLst>
              <p:ext uri="{D42A27DB-BD31-4B8C-83A1-F6EECF244321}">
                <p14:modId xmlns:p14="http://schemas.microsoft.com/office/powerpoint/2010/main" val="1363907095"/>
              </p:ext>
            </p:extLst>
          </p:nvPr>
        </p:nvGraphicFramePr>
        <p:xfrm>
          <a:off x="8986894" y="2256073"/>
          <a:ext cx="2467220" cy="3581282"/>
        </p:xfrm>
        <a:graphic>
          <a:graphicData uri="http://schemas.openxmlformats.org/drawingml/2006/table">
            <a:tbl>
              <a:tblPr firstRow="1" bandRow="1"/>
              <a:tblGrid>
                <a:gridCol w="2467220">
                  <a:extLst>
                    <a:ext uri="{9D8B030D-6E8A-4147-A177-3AD203B41FA5}">
                      <a16:colId xmlns:a16="http://schemas.microsoft.com/office/drawing/2014/main" val="2289614552"/>
                    </a:ext>
                  </a:extLst>
                </a:gridCol>
              </a:tblGrid>
              <a:tr h="3581282">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45720" indent="-45720">
                        <a:lnSpc>
                          <a:spcPct val="85000"/>
                        </a:lnSpc>
                        <a:spcAft>
                          <a:spcPts val="600"/>
                        </a:spcAft>
                        <a:buFont typeface="Arial" panose="020B0604020202020204" pitchFamily="34" charset="0"/>
                        <a:buChar char="•"/>
                      </a:pPr>
                      <a:r>
                        <a:rPr lang="en-US" sz="900" b="0" dirty="0">
                          <a:solidFill>
                            <a:schemeClr val="bg2"/>
                          </a:solidFill>
                        </a:rPr>
                        <a:t>Negotiate service-level agreements</a:t>
                      </a:r>
                    </a:p>
                    <a:p>
                      <a:pPr marL="45720" indent="-45720">
                        <a:lnSpc>
                          <a:spcPct val="85000"/>
                        </a:lnSpc>
                        <a:spcAft>
                          <a:spcPts val="600"/>
                        </a:spcAft>
                        <a:buFont typeface="Arial" panose="020B0604020202020204" pitchFamily="34" charset="0"/>
                        <a:buChar char="•"/>
                      </a:pPr>
                      <a:r>
                        <a:rPr lang="en-US" sz="900" b="0" dirty="0">
                          <a:solidFill>
                            <a:schemeClr val="bg2"/>
                          </a:solidFill>
                        </a:rPr>
                        <a:t>Establish accounting policies</a:t>
                      </a:r>
                    </a:p>
                    <a:p>
                      <a:pPr marL="45720" indent="-45720">
                        <a:lnSpc>
                          <a:spcPct val="85000"/>
                        </a:lnSpc>
                        <a:spcAft>
                          <a:spcPts val="600"/>
                        </a:spcAft>
                        <a:buFont typeface="Arial" panose="020B0604020202020204" pitchFamily="34" charset="0"/>
                        <a:buChar char="•"/>
                      </a:pPr>
                      <a:r>
                        <a:rPr lang="en-US" sz="900" b="0" dirty="0">
                          <a:solidFill>
                            <a:schemeClr val="bg2"/>
                          </a:solidFill>
                        </a:rPr>
                        <a:t>Publish accounting policies</a:t>
                      </a:r>
                    </a:p>
                    <a:p>
                      <a:pPr marL="45720" indent="-45720">
                        <a:lnSpc>
                          <a:spcPct val="85000"/>
                        </a:lnSpc>
                        <a:spcAft>
                          <a:spcPts val="600"/>
                        </a:spcAft>
                        <a:buFont typeface="Arial" panose="020B0604020202020204" pitchFamily="34" charset="0"/>
                        <a:buChar char="•"/>
                      </a:pPr>
                      <a:r>
                        <a:rPr lang="en-US" sz="900" b="0" dirty="0">
                          <a:solidFill>
                            <a:schemeClr val="bg2"/>
                          </a:solidFill>
                        </a:rPr>
                        <a:t>Set and enforce approval limits</a:t>
                      </a:r>
                    </a:p>
                    <a:p>
                      <a:pPr marL="45720" indent="-45720">
                        <a:lnSpc>
                          <a:spcPct val="85000"/>
                        </a:lnSpc>
                        <a:spcAft>
                          <a:spcPts val="600"/>
                        </a:spcAft>
                        <a:buFont typeface="Arial" panose="020B0604020202020204" pitchFamily="34" charset="0"/>
                        <a:buChar char="•"/>
                      </a:pPr>
                      <a:r>
                        <a:rPr lang="en-US" sz="900" b="0" dirty="0">
                          <a:solidFill>
                            <a:schemeClr val="bg2"/>
                          </a:solidFill>
                        </a:rPr>
                        <a:t>Establish common financial systems</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5583323"/>
                  </a:ext>
                </a:extLst>
              </a:tr>
            </a:tbl>
          </a:graphicData>
        </a:graphic>
      </p:graphicFrame>
      <p:sp>
        <p:nvSpPr>
          <p:cNvPr id="23" name="Rectangle 22">
            <a:extLst>
              <a:ext uri="{FF2B5EF4-FFF2-40B4-BE49-F238E27FC236}">
                <a16:creationId xmlns:a16="http://schemas.microsoft.com/office/drawing/2014/main" id="{3D770BA7-09DE-33FF-3DF8-AE00C399C9A7}"/>
              </a:ext>
            </a:extLst>
          </p:cNvPr>
          <p:cNvSpPr/>
          <p:nvPr/>
        </p:nvSpPr>
        <p:spPr>
          <a:xfrm>
            <a:off x="8492347" y="2261827"/>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a:ln>
                  <a:noFill/>
                </a:ln>
                <a:solidFill>
                  <a:srgbClr val="FFFFFF"/>
                </a:solidFill>
                <a:effectLst/>
                <a:uLnTx/>
                <a:uFillTx/>
                <a:latin typeface="EYInterstate Light"/>
                <a:ea typeface="+mn-ea"/>
                <a:cs typeface="+mn-cs"/>
              </a:rPr>
              <a:t>55%</a:t>
            </a:r>
          </a:p>
        </p:txBody>
      </p:sp>
      <p:sp>
        <p:nvSpPr>
          <p:cNvPr id="24" name="Rectangle 23">
            <a:extLst>
              <a:ext uri="{FF2B5EF4-FFF2-40B4-BE49-F238E27FC236}">
                <a16:creationId xmlns:a16="http://schemas.microsoft.com/office/drawing/2014/main" id="{A82DE76B-B55A-2A5C-0FF5-A40BEDD1EA0D}"/>
              </a:ext>
            </a:extLst>
          </p:cNvPr>
          <p:cNvSpPr/>
          <p:nvPr/>
        </p:nvSpPr>
        <p:spPr>
          <a:xfrm>
            <a:off x="5706834" y="4198943"/>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a:ln>
                  <a:noFill/>
                </a:ln>
                <a:solidFill>
                  <a:srgbClr val="FFFFFF"/>
                </a:solidFill>
                <a:effectLst/>
                <a:uLnTx/>
                <a:uFillTx/>
                <a:latin typeface="EYInterstate Light"/>
                <a:ea typeface="+mn-ea"/>
                <a:cs typeface="+mn-cs"/>
              </a:rPr>
              <a:t>10%</a:t>
            </a:r>
          </a:p>
        </p:txBody>
      </p:sp>
      <p:sp>
        <p:nvSpPr>
          <p:cNvPr id="25" name="Rectangle 24">
            <a:extLst>
              <a:ext uri="{FF2B5EF4-FFF2-40B4-BE49-F238E27FC236}">
                <a16:creationId xmlns:a16="http://schemas.microsoft.com/office/drawing/2014/main" id="{46BD2F49-59FB-1A35-0711-0D31F324F84C}"/>
              </a:ext>
            </a:extLst>
          </p:cNvPr>
          <p:cNvSpPr/>
          <p:nvPr/>
        </p:nvSpPr>
        <p:spPr>
          <a:xfrm>
            <a:off x="8492347" y="4188337"/>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a:ln>
                  <a:noFill/>
                </a:ln>
                <a:solidFill>
                  <a:srgbClr val="FFFFFF"/>
                </a:solidFill>
                <a:effectLst/>
                <a:uLnTx/>
                <a:uFillTx/>
                <a:latin typeface="EYInterstate Light"/>
                <a:ea typeface="+mn-ea"/>
                <a:cs typeface="+mn-cs"/>
              </a:rPr>
              <a:t>45%</a:t>
            </a:r>
          </a:p>
        </p:txBody>
      </p:sp>
      <p:sp>
        <p:nvSpPr>
          <p:cNvPr id="26" name="Rectangle 25">
            <a:extLst>
              <a:ext uri="{FF2B5EF4-FFF2-40B4-BE49-F238E27FC236}">
                <a16:creationId xmlns:a16="http://schemas.microsoft.com/office/drawing/2014/main" id="{157D9979-9368-1D4D-5436-96F74A8FEE01}"/>
              </a:ext>
            </a:extLst>
          </p:cNvPr>
          <p:cNvSpPr/>
          <p:nvPr/>
        </p:nvSpPr>
        <p:spPr>
          <a:xfrm>
            <a:off x="2921245" y="2262059"/>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dirty="0">
                <a:ln>
                  <a:noFill/>
                </a:ln>
                <a:solidFill>
                  <a:srgbClr val="FFFFFF"/>
                </a:solidFill>
                <a:effectLst/>
                <a:uLnTx/>
                <a:uFillTx/>
                <a:latin typeface="EYInterstate Light"/>
                <a:ea typeface="+mn-ea"/>
                <a:cs typeface="+mn-cs"/>
              </a:rPr>
              <a:t>75%</a:t>
            </a:r>
          </a:p>
        </p:txBody>
      </p:sp>
      <p:sp>
        <p:nvSpPr>
          <p:cNvPr id="27" name="Rectangle 26">
            <a:extLst>
              <a:ext uri="{FF2B5EF4-FFF2-40B4-BE49-F238E27FC236}">
                <a16:creationId xmlns:a16="http://schemas.microsoft.com/office/drawing/2014/main" id="{8BB0382E-9C35-457D-EE71-471DD8D520AE}"/>
              </a:ext>
            </a:extLst>
          </p:cNvPr>
          <p:cNvSpPr/>
          <p:nvPr/>
        </p:nvSpPr>
        <p:spPr>
          <a:xfrm>
            <a:off x="2920715" y="4882452"/>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a:ln>
                  <a:noFill/>
                </a:ln>
                <a:solidFill>
                  <a:srgbClr val="FFFFFF"/>
                </a:solidFill>
                <a:effectLst/>
                <a:uLnTx/>
                <a:uFillTx/>
                <a:latin typeface="EYInterstate Light"/>
                <a:ea typeface="+mn-ea"/>
                <a:cs typeface="+mn-cs"/>
              </a:rPr>
              <a:t>25%</a:t>
            </a:r>
          </a:p>
        </p:txBody>
      </p:sp>
      <p:sp>
        <p:nvSpPr>
          <p:cNvPr id="28" name="Rectangle 27">
            <a:extLst>
              <a:ext uri="{FF2B5EF4-FFF2-40B4-BE49-F238E27FC236}">
                <a16:creationId xmlns:a16="http://schemas.microsoft.com/office/drawing/2014/main" id="{70CFFF49-48F2-52E0-799A-34831A02E07C}"/>
              </a:ext>
            </a:extLst>
          </p:cNvPr>
          <p:cNvSpPr/>
          <p:nvPr/>
        </p:nvSpPr>
        <p:spPr>
          <a:xfrm>
            <a:off x="5703621" y="2263997"/>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a:ln>
                  <a:noFill/>
                </a:ln>
                <a:solidFill>
                  <a:srgbClr val="FFFFFF"/>
                </a:solidFill>
                <a:effectLst/>
                <a:uLnTx/>
                <a:uFillTx/>
                <a:latin typeface="EYInterstate Light"/>
                <a:ea typeface="+mn-ea"/>
                <a:cs typeface="+mn-cs"/>
              </a:rPr>
              <a:t>55%</a:t>
            </a:r>
          </a:p>
        </p:txBody>
      </p:sp>
      <p:sp>
        <p:nvSpPr>
          <p:cNvPr id="29" name="Rectangle 28">
            <a:extLst>
              <a:ext uri="{FF2B5EF4-FFF2-40B4-BE49-F238E27FC236}">
                <a16:creationId xmlns:a16="http://schemas.microsoft.com/office/drawing/2014/main" id="{8F3CF511-9AFB-CD78-7A9C-316DA9FA166C}"/>
              </a:ext>
            </a:extLst>
          </p:cNvPr>
          <p:cNvSpPr/>
          <p:nvPr/>
        </p:nvSpPr>
        <p:spPr>
          <a:xfrm>
            <a:off x="5703621" y="4481119"/>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a:ln>
                  <a:noFill/>
                </a:ln>
                <a:solidFill>
                  <a:srgbClr val="FFFFFF"/>
                </a:solidFill>
                <a:effectLst/>
                <a:uLnTx/>
                <a:uFillTx/>
                <a:latin typeface="EYInterstate Light"/>
                <a:ea typeface="+mn-ea"/>
                <a:cs typeface="+mn-cs"/>
              </a:rPr>
              <a:t>35%</a:t>
            </a:r>
          </a:p>
        </p:txBody>
      </p:sp>
      <p:sp>
        <p:nvSpPr>
          <p:cNvPr id="30" name="Rectangle 29">
            <a:extLst>
              <a:ext uri="{FF2B5EF4-FFF2-40B4-BE49-F238E27FC236}">
                <a16:creationId xmlns:a16="http://schemas.microsoft.com/office/drawing/2014/main" id="{5DAA4127-BB3C-18F8-82A1-FD8DD8A7F774}"/>
              </a:ext>
            </a:extLst>
          </p:cNvPr>
          <p:cNvSpPr/>
          <p:nvPr/>
        </p:nvSpPr>
        <p:spPr>
          <a:xfrm>
            <a:off x="11271234" y="2255672"/>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a:ln>
                  <a:noFill/>
                </a:ln>
                <a:solidFill>
                  <a:srgbClr val="FFFFFF"/>
                </a:solidFill>
                <a:effectLst/>
                <a:uLnTx/>
                <a:uFillTx/>
                <a:latin typeface="EYInterstate Light"/>
                <a:ea typeface="+mn-ea"/>
                <a:cs typeface="+mn-cs"/>
              </a:rPr>
              <a:t>100</a:t>
            </a:r>
          </a:p>
        </p:txBody>
      </p:sp>
      <p:sp>
        <p:nvSpPr>
          <p:cNvPr id="31" name="TextBox 30">
            <a:extLst>
              <a:ext uri="{FF2B5EF4-FFF2-40B4-BE49-F238E27FC236}">
                <a16:creationId xmlns:a16="http://schemas.microsoft.com/office/drawing/2014/main" id="{6F25BB76-1DC9-468D-3F24-0A741E1043A7}"/>
              </a:ext>
            </a:extLst>
          </p:cNvPr>
          <p:cNvSpPr txBox="1"/>
          <p:nvPr/>
        </p:nvSpPr>
        <p:spPr>
          <a:xfrm>
            <a:off x="10075431" y="5946677"/>
            <a:ext cx="1628232" cy="175433"/>
          </a:xfrm>
          <a:prstGeom prst="rect">
            <a:avLst/>
          </a:prstGeom>
          <a:noFill/>
        </p:spPr>
        <p:txBody>
          <a:bodyPr wrap="square" lIns="0" tIns="36576" rIns="0" bIns="0" rtlCol="0" anchor="t">
            <a:spAutoFit/>
          </a:bodyPr>
          <a:lstStyle/>
          <a:p>
            <a:pPr marL="0" marR="0" lvl="0" indent="0" algn="r" defTabSz="914400" eaLnBrk="1" fontAlgn="auto" latinLnBrk="0" hangingPunct="1">
              <a:lnSpc>
                <a:spcPct val="90000"/>
              </a:lnSpc>
              <a:spcBef>
                <a:spcPts val="400"/>
              </a:spcBef>
              <a:spcAft>
                <a:spcPts val="400"/>
              </a:spcAft>
              <a:buClr>
                <a:srgbClr val="FFE600"/>
              </a:buClr>
              <a:buSzPct val="100000"/>
              <a:buFontTx/>
              <a:buNone/>
              <a:tabLst/>
              <a:defRPr/>
            </a:pPr>
            <a:r>
              <a:rPr kumimoji="0" lang="en-US" sz="1000" b="0" i="0" u="none" strike="noStrike" kern="0" cap="none" spc="0" normalizeH="0" baseline="0" noProof="0" dirty="0">
                <a:ln>
                  <a:noFill/>
                </a:ln>
                <a:solidFill>
                  <a:srgbClr val="FFFFFF"/>
                </a:solidFill>
                <a:effectLst/>
                <a:uLnTx/>
                <a:uFillTx/>
              </a:rPr>
              <a:t>Value-Added Services</a:t>
            </a:r>
          </a:p>
        </p:txBody>
      </p:sp>
    </p:spTree>
    <p:extLst>
      <p:ext uri="{BB962C8B-B14F-4D97-AF65-F5344CB8AC3E}">
        <p14:creationId xmlns:p14="http://schemas.microsoft.com/office/powerpoint/2010/main" val="3281582822"/>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E75BDC-F5C8-2DB2-5D23-75BAFA63584C}"/>
              </a:ext>
            </a:extLst>
          </p:cNvPr>
          <p:cNvSpPr>
            <a:spLocks noGrp="1"/>
          </p:cNvSpPr>
          <p:nvPr>
            <p:ph type="title"/>
          </p:nvPr>
        </p:nvSpPr>
        <p:spPr/>
        <p:txBody>
          <a:bodyPr/>
          <a:lstStyle/>
          <a:p>
            <a:r>
              <a:rPr lang="en-US"/>
              <a:t>RTR Service Delivery (2/2)</a:t>
            </a:r>
            <a:endParaRPr lang="en-IN"/>
          </a:p>
        </p:txBody>
      </p:sp>
      <p:sp>
        <p:nvSpPr>
          <p:cNvPr id="5" name="Slide Number Placeholder 4">
            <a:extLst>
              <a:ext uri="{FF2B5EF4-FFF2-40B4-BE49-F238E27FC236}">
                <a16:creationId xmlns:a16="http://schemas.microsoft.com/office/drawing/2014/main" id="{010C6F7E-A63E-7D59-20B3-192955CD69B7}"/>
              </a:ext>
            </a:extLst>
          </p:cNvPr>
          <p:cNvSpPr>
            <a:spLocks noGrp="1"/>
          </p:cNvSpPr>
          <p:nvPr>
            <p:ph type="sldNum" sz="quarter" idx="12"/>
          </p:nvPr>
        </p:nvSpPr>
        <p:spPr/>
        <p:txBody>
          <a:bodyPr/>
          <a:lstStyle/>
          <a:p>
            <a:fld id="{94FCA0F3-9F3A-694B-99BB-0E592A797735}" type="slidenum">
              <a:rPr lang="en-US" smtClean="0"/>
              <a:t>142</a:t>
            </a:fld>
            <a:endParaRPr lang="en-US"/>
          </a:p>
        </p:txBody>
      </p:sp>
      <p:sp>
        <p:nvSpPr>
          <p:cNvPr id="6" name="Date Placeholder 5">
            <a:extLst>
              <a:ext uri="{FF2B5EF4-FFF2-40B4-BE49-F238E27FC236}">
                <a16:creationId xmlns:a16="http://schemas.microsoft.com/office/drawing/2014/main" id="{C19638D5-D600-9D98-F620-477B56459A9E}"/>
              </a:ext>
            </a:extLst>
          </p:cNvPr>
          <p:cNvSpPr>
            <a:spLocks noGrp="1"/>
          </p:cNvSpPr>
          <p:nvPr>
            <p:ph type="dt" sz="half" idx="10"/>
          </p:nvPr>
        </p:nvSpPr>
        <p:spPr/>
        <p:txBody>
          <a:bodyPr/>
          <a:lstStyle/>
          <a:p>
            <a:fld id="{5904DDA2-16A2-402D-9D77-E2E2346EDA96}" type="datetime1">
              <a:rPr lang="en-US" smtClean="0"/>
              <a:t>9/19/2025</a:t>
            </a:fld>
            <a:endParaRPr lang="en-US"/>
          </a:p>
        </p:txBody>
      </p:sp>
      <p:sp>
        <p:nvSpPr>
          <p:cNvPr id="8" name="SmartArt Placeholder 7">
            <a:extLst>
              <a:ext uri="{FF2B5EF4-FFF2-40B4-BE49-F238E27FC236}">
                <a16:creationId xmlns:a16="http://schemas.microsoft.com/office/drawing/2014/main" id="{4CDB89C7-F483-CEC2-F3C1-0F1BCBAC047D}"/>
              </a:ext>
            </a:extLst>
          </p:cNvPr>
          <p:cNvSpPr>
            <a:spLocks noGrp="1"/>
          </p:cNvSpPr>
          <p:nvPr>
            <p:ph type="dgm" sz="quarter" idx="17"/>
          </p:nvPr>
        </p:nvSpPr>
        <p:spPr/>
        <p:txBody>
          <a:bodyPr/>
          <a:lstStyle/>
          <a:p>
            <a:endParaRPr lang="en-IN"/>
          </a:p>
        </p:txBody>
      </p:sp>
      <p:graphicFrame>
        <p:nvGraphicFramePr>
          <p:cNvPr id="9" name="Chart 8">
            <a:extLst>
              <a:ext uri="{FF2B5EF4-FFF2-40B4-BE49-F238E27FC236}">
                <a16:creationId xmlns:a16="http://schemas.microsoft.com/office/drawing/2014/main" id="{AB8E765B-549A-8C17-D45E-84417C522D57}"/>
              </a:ext>
            </a:extLst>
          </p:cNvPr>
          <p:cNvGraphicFramePr/>
          <p:nvPr>
            <p:extLst>
              <p:ext uri="{D42A27DB-BD31-4B8C-83A1-F6EECF244321}">
                <p14:modId xmlns:p14="http://schemas.microsoft.com/office/powerpoint/2010/main" val="2139086987"/>
              </p:ext>
            </p:extLst>
          </p:nvPr>
        </p:nvGraphicFramePr>
        <p:xfrm>
          <a:off x="443061" y="2127055"/>
          <a:ext cx="11359298" cy="4074813"/>
        </p:xfrm>
        <a:graphic>
          <a:graphicData uri="http://schemas.openxmlformats.org/drawingml/2006/chart">
            <c:chart xmlns:c="http://schemas.openxmlformats.org/drawingml/2006/chart" xmlns:r="http://schemas.openxmlformats.org/officeDocument/2006/relationships" r:id="rId5"/>
          </a:graphicData>
        </a:graphic>
      </p:graphicFrame>
      <p:sp>
        <p:nvSpPr>
          <p:cNvPr id="10" name="TextBox 9">
            <a:extLst>
              <a:ext uri="{FF2B5EF4-FFF2-40B4-BE49-F238E27FC236}">
                <a16:creationId xmlns:a16="http://schemas.microsoft.com/office/drawing/2014/main" id="{1905B243-1615-471C-35B4-A3956838C9F2}"/>
              </a:ext>
            </a:extLst>
          </p:cNvPr>
          <p:cNvSpPr txBox="1"/>
          <p:nvPr/>
        </p:nvSpPr>
        <p:spPr>
          <a:xfrm>
            <a:off x="483373" y="1430764"/>
            <a:ext cx="11228750" cy="221484"/>
          </a:xfrm>
          <a:prstGeom prst="rect">
            <a:avLst/>
          </a:prstGeom>
          <a:solidFill>
            <a:srgbClr val="2E2E38"/>
          </a:solidFill>
        </p:spPr>
        <p:txBody>
          <a:bodyPr wrap="square" lIns="0" tIns="33137" rIns="0" bIns="0" rtlCol="0" anchor="ctr" anchorCtr="0">
            <a:noAutofit/>
          </a:bodyPr>
          <a:lstStyle/>
          <a:p>
            <a:pPr marL="0" marR="0" lvl="0" indent="0" algn="ctr" defTabSz="944779" eaLnBrk="1" fontAlgn="auto" latinLnBrk="0" hangingPunct="1">
              <a:lnSpc>
                <a:spcPct val="85000"/>
              </a:lnSpc>
              <a:spcBef>
                <a:spcPts val="0"/>
              </a:spcBef>
              <a:spcAft>
                <a:spcPts val="544"/>
              </a:spcAft>
              <a:buClr>
                <a:srgbClr val="FFE600"/>
              </a:buClr>
              <a:buSzPct val="70000"/>
              <a:buFontTx/>
              <a:buNone/>
              <a:tabLst/>
              <a:defRPr/>
            </a:pPr>
            <a:r>
              <a:rPr kumimoji="0" lang="en-IN" sz="1100" b="1" i="0" u="none" strike="noStrike" kern="0" cap="none" spc="0" normalizeH="0" baseline="0" noProof="0" dirty="0">
                <a:ln>
                  <a:noFill/>
                </a:ln>
                <a:solidFill>
                  <a:srgbClr val="FFFFFF"/>
                </a:solidFill>
                <a:effectLst/>
                <a:uLnTx/>
                <a:uFillTx/>
              </a:rPr>
              <a:t>9.4  Manage fixed-asset project accounting</a:t>
            </a:r>
            <a:endParaRPr kumimoji="0" lang="en-IN" sz="998" b="1" i="0" u="none" strike="noStrike" kern="0" cap="none" spc="0" normalizeH="0" baseline="0" noProof="0" dirty="0">
              <a:ln>
                <a:noFill/>
              </a:ln>
              <a:solidFill>
                <a:srgbClr val="FFFFFF"/>
              </a:solidFill>
              <a:effectLst/>
              <a:uLnTx/>
              <a:uFillTx/>
            </a:endParaRPr>
          </a:p>
        </p:txBody>
      </p:sp>
      <p:sp>
        <p:nvSpPr>
          <p:cNvPr id="11" name="Text Box 6">
            <a:extLst>
              <a:ext uri="{FF2B5EF4-FFF2-40B4-BE49-F238E27FC236}">
                <a16:creationId xmlns:a16="http://schemas.microsoft.com/office/drawing/2014/main" id="{4A31DF3E-09D1-061B-E028-31459B604354}"/>
              </a:ext>
            </a:extLst>
          </p:cNvPr>
          <p:cNvSpPr txBox="1">
            <a:spLocks noChangeArrowheads="1"/>
          </p:cNvSpPr>
          <p:nvPr/>
        </p:nvSpPr>
        <p:spPr bwMode="auto">
          <a:xfrm>
            <a:off x="695497" y="1701045"/>
            <a:ext cx="5056632" cy="486920"/>
          </a:xfrm>
          <a:prstGeom prst="snip1Rect">
            <a:avLst/>
          </a:prstGeom>
          <a:solidFill>
            <a:srgbClr val="747480"/>
          </a:solidFill>
          <a:ln>
            <a:noFill/>
            <a:headEnd/>
            <a:tailEnd/>
          </a:ln>
          <a:effectLst/>
          <a:scene3d>
            <a:camera prst="orthographicFront"/>
            <a:lightRig rig="threePt" dir="t">
              <a:rot lat="0" lon="0" rev="1200000"/>
            </a:lightRig>
          </a:scene3d>
          <a:sp3d/>
        </p:spPr>
        <p:txBody>
          <a:bodyPr lIns="9144" tIns="0" rIns="9144" bIns="45720" anchor="ctr">
            <a:noAutofit/>
          </a:bodyPr>
          <a:lstStyle/>
          <a:p>
            <a:pPr marL="0" marR="0" lvl="0" indent="0" algn="ctr" defTabSz="829361" eaLnBrk="1" fontAlgn="base" latinLnBrk="0" hangingPunct="1">
              <a:lnSpc>
                <a:spcPct val="100000"/>
              </a:lnSpc>
              <a:spcBef>
                <a:spcPct val="0"/>
              </a:spcBef>
              <a:spcAft>
                <a:spcPct val="0"/>
              </a:spcAft>
              <a:buClrTx/>
              <a:buSzTx/>
              <a:buFontTx/>
              <a:buNone/>
              <a:tabLst/>
              <a:defRPr/>
            </a:pPr>
            <a:r>
              <a:rPr kumimoji="0" lang="en-IN" sz="900" b="1" i="0" u="none" strike="noStrike" kern="0" cap="none" spc="0" normalizeH="0" baseline="0" noProof="0" dirty="0">
                <a:ln>
                  <a:noFill/>
                </a:ln>
                <a:solidFill>
                  <a:srgbClr val="FFFFFF"/>
                </a:solidFill>
                <a:effectLst/>
                <a:uLnTx/>
                <a:uFillTx/>
              </a:rPr>
              <a:t>9.4.2  Perform capital project accounting </a:t>
            </a:r>
            <a:endParaRPr kumimoji="0" lang="en-US" sz="900" b="1" i="0" u="none" strike="noStrike" kern="0" cap="none" spc="0" normalizeH="0" baseline="0" noProof="0" dirty="0">
              <a:ln>
                <a:noFill/>
              </a:ln>
              <a:solidFill>
                <a:srgbClr val="FFFFFF"/>
              </a:solidFill>
              <a:effectLst/>
              <a:uLnTx/>
              <a:uFillTx/>
            </a:endParaRPr>
          </a:p>
        </p:txBody>
      </p:sp>
      <p:sp>
        <p:nvSpPr>
          <p:cNvPr id="12" name="Text Box 6">
            <a:extLst>
              <a:ext uri="{FF2B5EF4-FFF2-40B4-BE49-F238E27FC236}">
                <a16:creationId xmlns:a16="http://schemas.microsoft.com/office/drawing/2014/main" id="{5CFD3941-E15B-455D-7EC6-DD4E6587282F}"/>
              </a:ext>
            </a:extLst>
          </p:cNvPr>
          <p:cNvSpPr txBox="1">
            <a:spLocks noChangeArrowheads="1"/>
          </p:cNvSpPr>
          <p:nvPr/>
        </p:nvSpPr>
        <p:spPr bwMode="auto">
          <a:xfrm>
            <a:off x="6273998" y="1701045"/>
            <a:ext cx="5055730" cy="486920"/>
          </a:xfrm>
          <a:prstGeom prst="snip1Rect">
            <a:avLst/>
          </a:prstGeom>
          <a:solidFill>
            <a:srgbClr val="747480"/>
          </a:solidFill>
          <a:ln>
            <a:noFill/>
            <a:headEnd/>
            <a:tailEnd/>
          </a:ln>
          <a:effectLst/>
          <a:scene3d>
            <a:camera prst="orthographicFront"/>
            <a:lightRig rig="threePt" dir="t">
              <a:rot lat="0" lon="0" rev="1200000"/>
            </a:lightRig>
          </a:scene3d>
          <a:sp3d/>
        </p:spPr>
        <p:txBody>
          <a:bodyPr lIns="9144" tIns="0" rIns="9144" bIns="45720" anchor="ctr">
            <a:noAutofit/>
          </a:bodyPr>
          <a:lstStyle/>
          <a:p>
            <a:pPr marL="0" marR="0" lvl="0" indent="0" algn="ctr" defTabSz="829361" eaLnBrk="1" fontAlgn="base"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rgbClr val="FFFFFF"/>
                </a:solidFill>
                <a:effectLst/>
                <a:uLnTx/>
                <a:uFillTx/>
              </a:rPr>
              <a:t>9.4.1  Perform capital planning and project approval</a:t>
            </a:r>
          </a:p>
        </p:txBody>
      </p:sp>
      <p:cxnSp>
        <p:nvCxnSpPr>
          <p:cNvPr id="13" name="Straight Connector 12">
            <a:extLst>
              <a:ext uri="{FF2B5EF4-FFF2-40B4-BE49-F238E27FC236}">
                <a16:creationId xmlns:a16="http://schemas.microsoft.com/office/drawing/2014/main" id="{C7BA286E-DA84-6B2F-F962-220AE1FB3ECC}"/>
              </a:ext>
            </a:extLst>
          </p:cNvPr>
          <p:cNvCxnSpPr>
            <a:cxnSpLocks/>
          </p:cNvCxnSpPr>
          <p:nvPr/>
        </p:nvCxnSpPr>
        <p:spPr>
          <a:xfrm>
            <a:off x="433634" y="5861776"/>
            <a:ext cx="11338560" cy="0"/>
          </a:xfrm>
          <a:prstGeom prst="line">
            <a:avLst/>
          </a:prstGeom>
          <a:noFill/>
          <a:ln w="53975" cap="flat" cmpd="tri" algn="ctr">
            <a:solidFill>
              <a:srgbClr val="1A1A24"/>
            </a:solidFill>
            <a:prstDash val="solid"/>
            <a:tailEnd type="none"/>
          </a:ln>
          <a:effectLst/>
        </p:spPr>
      </p:cxnSp>
      <p:sp>
        <p:nvSpPr>
          <p:cNvPr id="14" name="Right Triangle 13">
            <a:extLst>
              <a:ext uri="{FF2B5EF4-FFF2-40B4-BE49-F238E27FC236}">
                <a16:creationId xmlns:a16="http://schemas.microsoft.com/office/drawing/2014/main" id="{9BB9FF68-F904-7212-0EC7-71CB28B101C5}"/>
              </a:ext>
            </a:extLst>
          </p:cNvPr>
          <p:cNvSpPr/>
          <p:nvPr/>
        </p:nvSpPr>
        <p:spPr>
          <a:xfrm rot="10800000">
            <a:off x="483372" y="5909647"/>
            <a:ext cx="11265566" cy="292221"/>
          </a:xfrm>
          <a:prstGeom prst="rtTriangle">
            <a:avLst/>
          </a:prstGeom>
          <a:solidFill>
            <a:srgbClr val="2DB757"/>
          </a:solidFill>
          <a:ln w="12700" cap="flat" cmpd="sng" algn="ctr">
            <a:solidFill>
              <a:srgbClr val="747480"/>
            </a:solidFill>
            <a:prstDash val="solid"/>
            <a:miter lim="800000"/>
            <a:headEnd type="none" w="med" len="med"/>
            <a:tailEnd type="none" w="med" len="med"/>
          </a:ln>
          <a:effectLst/>
        </p:spPr>
        <p:txBody>
          <a:bodyPr lIns="0" tIns="0" rIns="0" bIns="0" rtlCol="0" anchor="ctr" anchorCtr="0"/>
          <a:lstStyle/>
          <a:p>
            <a:pPr marL="0" marR="0" lvl="0" indent="0" defTabSz="914400" eaLnBrk="1" fontAlgn="auto" latinLnBrk="0" hangingPunct="1">
              <a:lnSpc>
                <a:spcPct val="90000"/>
              </a:lnSpc>
              <a:spcBef>
                <a:spcPts val="400"/>
              </a:spcBef>
              <a:spcAft>
                <a:spcPts val="400"/>
              </a:spcAft>
              <a:buClr>
                <a:srgbClr val="FFE600"/>
              </a:buClr>
              <a:buSzTx/>
              <a:buFontTx/>
              <a:buNone/>
              <a:tabLst/>
              <a:defRPr/>
            </a:pPr>
            <a:endParaRPr kumimoji="0" lang="en-US" sz="2000" b="0" i="0" u="none" strike="noStrike" kern="0" cap="none" spc="0" normalizeH="0" baseline="0" noProof="0">
              <a:ln>
                <a:noFill/>
              </a:ln>
              <a:solidFill>
                <a:srgbClr val="FFFFFF"/>
              </a:solidFill>
              <a:effectLst/>
              <a:uLnTx/>
              <a:uFillTx/>
              <a:latin typeface="EYInterstate Light"/>
              <a:ea typeface="+mn-ea"/>
              <a:cs typeface="+mn-cs"/>
            </a:endParaRPr>
          </a:p>
        </p:txBody>
      </p:sp>
      <p:sp>
        <p:nvSpPr>
          <p:cNvPr id="15" name="TextBox 14">
            <a:extLst>
              <a:ext uri="{FF2B5EF4-FFF2-40B4-BE49-F238E27FC236}">
                <a16:creationId xmlns:a16="http://schemas.microsoft.com/office/drawing/2014/main" id="{85E50020-F8EF-B34E-E4F7-DCDF5DBC7170}"/>
              </a:ext>
            </a:extLst>
          </p:cNvPr>
          <p:cNvSpPr txBox="1"/>
          <p:nvPr/>
        </p:nvSpPr>
        <p:spPr>
          <a:xfrm>
            <a:off x="483372" y="5938359"/>
            <a:ext cx="1628232" cy="175433"/>
          </a:xfrm>
          <a:prstGeom prst="rect">
            <a:avLst/>
          </a:prstGeom>
          <a:noFill/>
        </p:spPr>
        <p:txBody>
          <a:bodyPr wrap="square" lIns="0" tIns="36576" rIns="0" bIns="0" rtlCol="0" anchor="t">
            <a:spAutoFit/>
          </a:bodyPr>
          <a:lstStyle/>
          <a:p>
            <a:pPr marL="0" marR="0" lvl="0" indent="0" defTabSz="914400" eaLnBrk="1" fontAlgn="auto" latinLnBrk="0" hangingPunct="1">
              <a:lnSpc>
                <a:spcPct val="90000"/>
              </a:lnSpc>
              <a:spcBef>
                <a:spcPts val="400"/>
              </a:spcBef>
              <a:spcAft>
                <a:spcPts val="400"/>
              </a:spcAft>
              <a:buClr>
                <a:srgbClr val="FFE600"/>
              </a:buClr>
              <a:buSzPct val="100000"/>
              <a:buFontTx/>
              <a:buNone/>
              <a:tabLst/>
              <a:defRPr/>
            </a:pPr>
            <a:r>
              <a:rPr kumimoji="0" lang="en-US" sz="1000" b="0" i="0" u="none" strike="noStrike" kern="0" cap="none" spc="0" normalizeH="0" baseline="0" noProof="0">
                <a:ln>
                  <a:noFill/>
                </a:ln>
                <a:solidFill>
                  <a:srgbClr val="1A1A24"/>
                </a:solidFill>
                <a:effectLst/>
                <a:uLnTx/>
                <a:uFillTx/>
              </a:rPr>
              <a:t>Transactional Services</a:t>
            </a:r>
          </a:p>
        </p:txBody>
      </p:sp>
      <p:sp>
        <p:nvSpPr>
          <p:cNvPr id="16" name="TextBox 15">
            <a:extLst>
              <a:ext uri="{FF2B5EF4-FFF2-40B4-BE49-F238E27FC236}">
                <a16:creationId xmlns:a16="http://schemas.microsoft.com/office/drawing/2014/main" id="{9502AAA6-E344-BCAC-5738-A7B101C1DE69}"/>
              </a:ext>
            </a:extLst>
          </p:cNvPr>
          <p:cNvSpPr txBox="1"/>
          <p:nvPr/>
        </p:nvSpPr>
        <p:spPr>
          <a:xfrm>
            <a:off x="10075431" y="5946677"/>
            <a:ext cx="1628232" cy="175433"/>
          </a:xfrm>
          <a:prstGeom prst="rect">
            <a:avLst/>
          </a:prstGeom>
          <a:noFill/>
        </p:spPr>
        <p:txBody>
          <a:bodyPr wrap="square" lIns="0" tIns="36576" rIns="0" bIns="0" rtlCol="0" anchor="t">
            <a:spAutoFit/>
          </a:bodyPr>
          <a:lstStyle/>
          <a:p>
            <a:pPr marL="0" marR="0" lvl="0" indent="0" algn="r" defTabSz="914400" eaLnBrk="1" fontAlgn="auto" latinLnBrk="0" hangingPunct="1">
              <a:lnSpc>
                <a:spcPct val="90000"/>
              </a:lnSpc>
              <a:spcBef>
                <a:spcPts val="400"/>
              </a:spcBef>
              <a:spcAft>
                <a:spcPts val="400"/>
              </a:spcAft>
              <a:buClr>
                <a:srgbClr val="FFE600"/>
              </a:buClr>
              <a:buSzPct val="100000"/>
              <a:buFontTx/>
              <a:buNone/>
              <a:tabLst/>
              <a:defRPr/>
            </a:pPr>
            <a:r>
              <a:rPr kumimoji="0" lang="en-US" sz="1000" b="0" i="0" u="none" strike="noStrike" kern="0" cap="none" spc="0" normalizeH="0" baseline="0" noProof="0">
                <a:ln>
                  <a:noFill/>
                </a:ln>
                <a:solidFill>
                  <a:srgbClr val="FFFFFF"/>
                </a:solidFill>
                <a:effectLst/>
                <a:uLnTx/>
                <a:uFillTx/>
              </a:rPr>
              <a:t>Value-Added Services</a:t>
            </a:r>
          </a:p>
        </p:txBody>
      </p:sp>
      <p:graphicFrame>
        <p:nvGraphicFramePr>
          <p:cNvPr id="17" name="Table 16">
            <a:extLst>
              <a:ext uri="{FF2B5EF4-FFF2-40B4-BE49-F238E27FC236}">
                <a16:creationId xmlns:a16="http://schemas.microsoft.com/office/drawing/2014/main" id="{459B26C3-8E20-18DF-D104-EA4829BF2464}"/>
              </a:ext>
            </a:extLst>
          </p:cNvPr>
          <p:cNvGraphicFramePr>
            <a:graphicFrameLocks noGrp="1"/>
          </p:cNvGraphicFramePr>
          <p:nvPr>
            <p:extLst>
              <p:ext uri="{D42A27DB-BD31-4B8C-83A1-F6EECF244321}">
                <p14:modId xmlns:p14="http://schemas.microsoft.com/office/powerpoint/2010/main" val="2462603025"/>
              </p:ext>
            </p:extLst>
          </p:nvPr>
        </p:nvGraphicFramePr>
        <p:xfrm>
          <a:off x="5844777" y="6441229"/>
          <a:ext cx="3548664" cy="182880"/>
        </p:xfrm>
        <a:graphic>
          <a:graphicData uri="http://schemas.openxmlformats.org/drawingml/2006/table">
            <a:tbl>
              <a:tblPr firstRow="1" bandRow="1"/>
              <a:tblGrid>
                <a:gridCol w="182880">
                  <a:extLst>
                    <a:ext uri="{9D8B030D-6E8A-4147-A177-3AD203B41FA5}">
                      <a16:colId xmlns:a16="http://schemas.microsoft.com/office/drawing/2014/main" val="769406563"/>
                    </a:ext>
                  </a:extLst>
                </a:gridCol>
                <a:gridCol w="704286">
                  <a:extLst>
                    <a:ext uri="{9D8B030D-6E8A-4147-A177-3AD203B41FA5}">
                      <a16:colId xmlns:a16="http://schemas.microsoft.com/office/drawing/2014/main" val="2228566404"/>
                    </a:ext>
                  </a:extLst>
                </a:gridCol>
                <a:gridCol w="182880">
                  <a:extLst>
                    <a:ext uri="{9D8B030D-6E8A-4147-A177-3AD203B41FA5}">
                      <a16:colId xmlns:a16="http://schemas.microsoft.com/office/drawing/2014/main" val="4284629184"/>
                    </a:ext>
                  </a:extLst>
                </a:gridCol>
                <a:gridCol w="704286">
                  <a:extLst>
                    <a:ext uri="{9D8B030D-6E8A-4147-A177-3AD203B41FA5}">
                      <a16:colId xmlns:a16="http://schemas.microsoft.com/office/drawing/2014/main" val="4116001092"/>
                    </a:ext>
                  </a:extLst>
                </a:gridCol>
                <a:gridCol w="182880">
                  <a:extLst>
                    <a:ext uri="{9D8B030D-6E8A-4147-A177-3AD203B41FA5}">
                      <a16:colId xmlns:a16="http://schemas.microsoft.com/office/drawing/2014/main" val="773124112"/>
                    </a:ext>
                  </a:extLst>
                </a:gridCol>
                <a:gridCol w="704286">
                  <a:extLst>
                    <a:ext uri="{9D8B030D-6E8A-4147-A177-3AD203B41FA5}">
                      <a16:colId xmlns:a16="http://schemas.microsoft.com/office/drawing/2014/main" val="2402737491"/>
                    </a:ext>
                  </a:extLst>
                </a:gridCol>
                <a:gridCol w="182880">
                  <a:extLst>
                    <a:ext uri="{9D8B030D-6E8A-4147-A177-3AD203B41FA5}">
                      <a16:colId xmlns:a16="http://schemas.microsoft.com/office/drawing/2014/main" val="3220039148"/>
                    </a:ext>
                  </a:extLst>
                </a:gridCol>
                <a:gridCol w="704286">
                  <a:extLst>
                    <a:ext uri="{9D8B030D-6E8A-4147-A177-3AD203B41FA5}">
                      <a16:colId xmlns:a16="http://schemas.microsoft.com/office/drawing/2014/main" val="3291668698"/>
                    </a:ext>
                  </a:extLst>
                </a:gridCol>
              </a:tblGrid>
              <a:tr h="182880">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6350" cap="flat" cmpd="sng" algn="ctr">
                      <a:solidFill>
                        <a:srgbClr val="1A1A24">
                          <a:lumMod val="50000"/>
                          <a:lumOff val="50000"/>
                        </a:srgbClr>
                      </a:solidFill>
                      <a:prstDash val="solid"/>
                      <a:round/>
                      <a:headEnd type="none" w="med" len="med"/>
                      <a:tailEnd type="none" w="med" len="med"/>
                    </a:lnT>
                    <a:lnB w="6350" cap="flat" cmpd="sng" algn="ctr">
                      <a:solidFill>
                        <a:srgbClr val="1A1A24">
                          <a:lumMod val="50000"/>
                          <a:lumOff val="50000"/>
                        </a:srgbClr>
                      </a:solidFill>
                      <a:prstDash val="solid"/>
                      <a:round/>
                      <a:headEnd type="none" w="med" len="med"/>
                      <a:tailEnd type="none" w="med" len="med"/>
                    </a:lnB>
                    <a:lnTlToBr w="12700" cmpd="sng">
                      <a:noFill/>
                      <a:prstDash val="solid"/>
                    </a:lnTlToBr>
                    <a:lnBlToTr w="12700" cmpd="sng">
                      <a:noFill/>
                      <a:prstDash val="solid"/>
                    </a:lnBlToTr>
                    <a:solidFill>
                      <a:srgbClr val="1A1A24">
                        <a:lumMod val="25000"/>
                        <a:lumOff val="75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t>Local</a:t>
                      </a:r>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6350" cap="flat" cmpd="sng" algn="ctr">
                      <a:solidFill>
                        <a:srgbClr val="1A1A24">
                          <a:lumMod val="50000"/>
                          <a:lumOff val="50000"/>
                        </a:srgbClr>
                      </a:solidFill>
                      <a:prstDash val="solid"/>
                      <a:round/>
                      <a:headEnd type="none" w="med" len="med"/>
                      <a:tailEnd type="none" w="med" len="med"/>
                    </a:lnT>
                    <a:lnB w="6350" cap="flat" cmpd="sng" algn="ctr">
                      <a:solidFill>
                        <a:srgbClr val="1A1A24">
                          <a:lumMod val="50000"/>
                          <a:lumOff val="50000"/>
                        </a:srgbClr>
                      </a:solidFill>
                      <a:prstDash val="solid"/>
                      <a:round/>
                      <a:headEnd type="none" w="med" len="med"/>
                      <a:tailEnd type="none" w="med" len="med"/>
                    </a:lnB>
                    <a:lnTlToBr w="12700" cmpd="sng">
                      <a:noFill/>
                      <a:prstDash val="solid"/>
                    </a:lnTlToBr>
                    <a:lnBlToTr w="12700" cmpd="sng">
                      <a:noFill/>
                      <a:prstDash val="solid"/>
                    </a:lnBlToTr>
                    <a:solidFill>
                      <a:srgbClr val="1A1A24">
                        <a:lumMod val="10000"/>
                        <a:lumOff val="90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a:t>Corporate</a:t>
                      </a:r>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6350" cap="flat" cmpd="sng" algn="ctr">
                      <a:solidFill>
                        <a:srgbClr val="1A1A24">
                          <a:lumMod val="50000"/>
                          <a:lumOff val="50000"/>
                        </a:srgbClr>
                      </a:solidFill>
                      <a:prstDash val="solid"/>
                      <a:round/>
                      <a:headEnd type="none" w="med" len="med"/>
                      <a:tailEnd type="none" w="med" len="med"/>
                    </a:lnT>
                    <a:lnB w="6350" cap="flat" cmpd="sng" algn="ctr">
                      <a:solidFill>
                        <a:srgbClr val="1A1A24">
                          <a:lumMod val="50000"/>
                          <a:lumOff val="50000"/>
                        </a:srgbClr>
                      </a:solidFill>
                      <a:prstDash val="solid"/>
                      <a:round/>
                      <a:headEnd type="none" w="med" len="med"/>
                      <a:tailEnd type="none" w="med" len="med"/>
                    </a:lnB>
                    <a:lnTlToBr w="12700" cmpd="sng">
                      <a:noFill/>
                      <a:prstDash val="solid"/>
                    </a:lnTlToBr>
                    <a:lnBlToTr w="12700" cmpd="sng">
                      <a:noFill/>
                      <a:prstDash val="solid"/>
                    </a:lnBlToTr>
                    <a:solidFill>
                      <a:srgbClr val="FFE600">
                        <a:lumMod val="60000"/>
                        <a:lumOff val="40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a:t>GBS</a:t>
                      </a:r>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endParaRPr lang="en-US" sz="800"/>
                    </a:p>
                  </a:txBody>
                  <a:tcPr marL="27432" marR="27432" marT="0" marB="0" anchor="ctr">
                    <a:lnL w="6350" cap="flat" cmpd="sng" algn="ctr">
                      <a:solidFill>
                        <a:srgbClr val="1A1A24">
                          <a:lumMod val="50000"/>
                          <a:lumOff val="50000"/>
                        </a:srgbClr>
                      </a:solidFill>
                      <a:prstDash val="solid"/>
                      <a:round/>
                      <a:headEnd type="none" w="med" len="med"/>
                      <a:tailEnd type="none" w="med" len="med"/>
                    </a:lnL>
                    <a:lnR w="6350" cap="flat" cmpd="sng" algn="ctr">
                      <a:solidFill>
                        <a:srgbClr val="1A1A24">
                          <a:lumMod val="50000"/>
                          <a:lumOff val="50000"/>
                        </a:srgbClr>
                      </a:solidFill>
                      <a:prstDash val="solid"/>
                      <a:round/>
                      <a:headEnd type="none" w="med" len="med"/>
                      <a:tailEnd type="none" w="med" len="med"/>
                    </a:lnR>
                    <a:lnT w="6350" cap="flat" cmpd="sng" algn="ctr">
                      <a:solidFill>
                        <a:srgbClr val="1A1A24">
                          <a:lumMod val="50000"/>
                          <a:lumOff val="50000"/>
                        </a:srgbClr>
                      </a:solidFill>
                      <a:prstDash val="solid"/>
                      <a:round/>
                      <a:headEnd type="none" w="med" len="med"/>
                      <a:tailEnd type="none" w="med" len="med"/>
                    </a:lnT>
                    <a:lnB w="6350" cap="flat" cmpd="sng" algn="ctr">
                      <a:solidFill>
                        <a:srgbClr val="1A1A24">
                          <a:lumMod val="50000"/>
                          <a:lumOff val="50000"/>
                        </a:srgbClr>
                      </a:solidFill>
                      <a:prstDash val="solid"/>
                      <a:round/>
                      <a:headEnd type="none" w="med" len="med"/>
                      <a:tailEnd type="none" w="med" len="med"/>
                    </a:lnB>
                    <a:lnTlToBr w="12700" cmpd="sng">
                      <a:noFill/>
                      <a:prstDash val="solid"/>
                    </a:lnTlToBr>
                    <a:lnBlToTr w="12700" cmpd="sng">
                      <a:noFill/>
                      <a:prstDash val="solid"/>
                    </a:lnBlToTr>
                    <a:solidFill>
                      <a:srgbClr val="FFE600">
                        <a:lumMod val="20000"/>
                        <a:lumOff val="80000"/>
                      </a:srgbClr>
                    </a:solidFill>
                  </a:tcPr>
                </a:tc>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r>
                        <a:rPr lang="en-US" sz="800" dirty="0"/>
                        <a:t>CoE</a:t>
                      </a:r>
                    </a:p>
                  </a:txBody>
                  <a:tcPr marL="27432" marR="27432" marT="0" marB="0" anchor="ctr">
                    <a:lnL w="6350" cap="flat" cmpd="sng" algn="ctr">
                      <a:solidFill>
                        <a:srgbClr val="1A1A24">
                          <a:lumMod val="50000"/>
                          <a:lumOff val="50000"/>
                        </a:srgbClr>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91763439"/>
                  </a:ext>
                </a:extLst>
              </a:tr>
            </a:tbl>
          </a:graphicData>
        </a:graphic>
      </p:graphicFrame>
      <p:graphicFrame>
        <p:nvGraphicFramePr>
          <p:cNvPr id="18" name="Table 17">
            <a:extLst>
              <a:ext uri="{FF2B5EF4-FFF2-40B4-BE49-F238E27FC236}">
                <a16:creationId xmlns:a16="http://schemas.microsoft.com/office/drawing/2014/main" id="{F82DC4A1-39FC-65B4-3A36-E61A5EF3E466}"/>
              </a:ext>
            </a:extLst>
          </p:cNvPr>
          <p:cNvGraphicFramePr>
            <a:graphicFrameLocks noGrp="1"/>
          </p:cNvGraphicFramePr>
          <p:nvPr>
            <p:custDataLst>
              <p:tags r:id="rId1"/>
            </p:custDataLst>
            <p:extLst>
              <p:ext uri="{D42A27DB-BD31-4B8C-83A1-F6EECF244321}">
                <p14:modId xmlns:p14="http://schemas.microsoft.com/office/powerpoint/2010/main" val="2019433561"/>
              </p:ext>
            </p:extLst>
          </p:nvPr>
        </p:nvGraphicFramePr>
        <p:xfrm>
          <a:off x="1632688" y="2367735"/>
          <a:ext cx="4983423" cy="3593451"/>
        </p:xfrm>
        <a:graphic>
          <a:graphicData uri="http://schemas.openxmlformats.org/drawingml/2006/table">
            <a:tbl>
              <a:tblPr firstRow="1" bandRow="1"/>
              <a:tblGrid>
                <a:gridCol w="4983423">
                  <a:extLst>
                    <a:ext uri="{9D8B030D-6E8A-4147-A177-3AD203B41FA5}">
                      <a16:colId xmlns:a16="http://schemas.microsoft.com/office/drawing/2014/main" val="2289614552"/>
                    </a:ext>
                  </a:extLst>
                </a:gridCol>
              </a:tblGrid>
              <a:tr h="3593451">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45720" indent="-45720">
                        <a:lnSpc>
                          <a:spcPct val="85000"/>
                        </a:lnSpc>
                        <a:spcAft>
                          <a:spcPts val="600"/>
                        </a:spcAft>
                        <a:buFont typeface="Arial" panose="020B0604020202020204" pitchFamily="34" charset="0"/>
                        <a:buChar char="•"/>
                      </a:pPr>
                      <a:r>
                        <a:rPr lang="en-US" sz="900" b="0" dirty="0">
                          <a:solidFill>
                            <a:schemeClr val="bg2"/>
                          </a:solidFill>
                        </a:rPr>
                        <a:t>Create project account codes</a:t>
                      </a:r>
                    </a:p>
                    <a:p>
                      <a:pPr marL="45720" indent="-45720">
                        <a:lnSpc>
                          <a:spcPct val="85000"/>
                        </a:lnSpc>
                        <a:spcAft>
                          <a:spcPts val="600"/>
                        </a:spcAft>
                        <a:buFont typeface="Arial" panose="020B0604020202020204" pitchFamily="34" charset="0"/>
                        <a:buChar char="•"/>
                      </a:pPr>
                      <a:r>
                        <a:rPr lang="en-US" sz="900" b="0" dirty="0">
                          <a:solidFill>
                            <a:schemeClr val="bg2"/>
                          </a:solidFill>
                        </a:rPr>
                        <a:t>Record project-related transactions</a:t>
                      </a:r>
                    </a:p>
                    <a:p>
                      <a:pPr marL="45720" indent="-45720">
                        <a:lnSpc>
                          <a:spcPct val="85000"/>
                        </a:lnSpc>
                        <a:spcAft>
                          <a:spcPts val="600"/>
                        </a:spcAft>
                        <a:buFont typeface="Arial" panose="020B0604020202020204" pitchFamily="34" charset="0"/>
                        <a:buChar char="•"/>
                      </a:pPr>
                      <a:r>
                        <a:rPr lang="en-US" sz="900" b="0" dirty="0">
                          <a:solidFill>
                            <a:schemeClr val="bg2"/>
                          </a:solidFill>
                        </a:rPr>
                        <a:t>Monitor and track capital projects and budget spending</a:t>
                      </a:r>
                    </a:p>
                    <a:p>
                      <a:pPr marL="45720" indent="-45720">
                        <a:lnSpc>
                          <a:spcPct val="85000"/>
                        </a:lnSpc>
                        <a:spcAft>
                          <a:spcPts val="600"/>
                        </a:spcAft>
                        <a:buFont typeface="Arial" panose="020B0604020202020204" pitchFamily="34" charset="0"/>
                        <a:buChar char="•"/>
                      </a:pPr>
                      <a:r>
                        <a:rPr lang="en-US" sz="900" b="0" dirty="0">
                          <a:solidFill>
                            <a:schemeClr val="bg2"/>
                          </a:solidFill>
                        </a:rPr>
                        <a:t>Close/capitalize projects</a:t>
                      </a:r>
                    </a:p>
                    <a:p>
                      <a:pPr marL="45720" indent="-45720">
                        <a:lnSpc>
                          <a:spcPct val="85000"/>
                        </a:lnSpc>
                        <a:spcAft>
                          <a:spcPts val="600"/>
                        </a:spcAft>
                        <a:buFont typeface="Arial" panose="020B0604020202020204" pitchFamily="34" charset="0"/>
                        <a:buChar char="•"/>
                      </a:pPr>
                      <a:r>
                        <a:rPr lang="en-US" sz="900" b="0" dirty="0">
                          <a:solidFill>
                            <a:schemeClr val="bg2"/>
                          </a:solidFill>
                        </a:rPr>
                        <a:t>Measure financial returns on completed capital projects</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5583323"/>
                  </a:ext>
                </a:extLst>
              </a:tr>
            </a:tbl>
          </a:graphicData>
        </a:graphic>
      </p:graphicFrame>
      <p:graphicFrame>
        <p:nvGraphicFramePr>
          <p:cNvPr id="19" name="Table 18">
            <a:extLst>
              <a:ext uri="{FF2B5EF4-FFF2-40B4-BE49-F238E27FC236}">
                <a16:creationId xmlns:a16="http://schemas.microsoft.com/office/drawing/2014/main" id="{E254599E-D365-1E9B-6B1D-638DF7B7A3B0}"/>
              </a:ext>
            </a:extLst>
          </p:cNvPr>
          <p:cNvGraphicFramePr>
            <a:graphicFrameLocks noGrp="1"/>
          </p:cNvGraphicFramePr>
          <p:nvPr>
            <p:custDataLst>
              <p:tags r:id="rId2"/>
            </p:custDataLst>
            <p:extLst>
              <p:ext uri="{D42A27DB-BD31-4B8C-83A1-F6EECF244321}">
                <p14:modId xmlns:p14="http://schemas.microsoft.com/office/powerpoint/2010/main" val="3885035556"/>
              </p:ext>
            </p:extLst>
          </p:nvPr>
        </p:nvGraphicFramePr>
        <p:xfrm>
          <a:off x="6348549" y="2260242"/>
          <a:ext cx="4983423" cy="3585822"/>
        </p:xfrm>
        <a:graphic>
          <a:graphicData uri="http://schemas.openxmlformats.org/drawingml/2006/table">
            <a:tbl>
              <a:tblPr firstRow="1" bandRow="1"/>
              <a:tblGrid>
                <a:gridCol w="4983423">
                  <a:extLst>
                    <a:ext uri="{9D8B030D-6E8A-4147-A177-3AD203B41FA5}">
                      <a16:colId xmlns:a16="http://schemas.microsoft.com/office/drawing/2014/main" val="2289614552"/>
                    </a:ext>
                  </a:extLst>
                </a:gridCol>
              </a:tblGrid>
              <a:tr h="2871719">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45720" indent="-45720">
                        <a:lnSpc>
                          <a:spcPct val="85000"/>
                        </a:lnSpc>
                        <a:spcAft>
                          <a:spcPts val="600"/>
                        </a:spcAft>
                        <a:buFont typeface="Arial" panose="020B0604020202020204" pitchFamily="34" charset="0"/>
                        <a:buChar char="•"/>
                      </a:pPr>
                      <a:r>
                        <a:rPr lang="en-US" sz="900" b="0" dirty="0">
                          <a:solidFill>
                            <a:schemeClr val="bg2"/>
                          </a:solidFill>
                        </a:rPr>
                        <a:t>Develop capital investment policies and procedures</a:t>
                      </a:r>
                    </a:p>
                    <a:p>
                      <a:pPr marL="45720" indent="-45720">
                        <a:lnSpc>
                          <a:spcPct val="85000"/>
                        </a:lnSpc>
                        <a:spcAft>
                          <a:spcPts val="600"/>
                        </a:spcAft>
                        <a:buFont typeface="Arial" panose="020B0604020202020204" pitchFamily="34" charset="0"/>
                        <a:buChar char="•"/>
                      </a:pPr>
                      <a:r>
                        <a:rPr lang="en-US" sz="900" b="0" dirty="0">
                          <a:solidFill>
                            <a:schemeClr val="bg2"/>
                          </a:solidFill>
                        </a:rPr>
                        <a:t>Develop and approve capital expenditure plans and budgets</a:t>
                      </a:r>
                    </a:p>
                    <a:p>
                      <a:pPr marL="45720" indent="-45720">
                        <a:lnSpc>
                          <a:spcPct val="85000"/>
                        </a:lnSpc>
                        <a:spcAft>
                          <a:spcPts val="600"/>
                        </a:spcAft>
                        <a:buFont typeface="Arial" panose="020B0604020202020204" pitchFamily="34" charset="0"/>
                        <a:buChar char="•"/>
                      </a:pPr>
                      <a:r>
                        <a:rPr lang="en-US" sz="900" b="0" dirty="0">
                          <a:solidFill>
                            <a:schemeClr val="bg2"/>
                          </a:solidFill>
                        </a:rPr>
                        <a:t>Review and approve capital projects and fixed-asset acquisitions</a:t>
                      </a:r>
                    </a:p>
                    <a:p>
                      <a:pPr marL="45720" indent="-45720">
                        <a:lnSpc>
                          <a:spcPct val="85000"/>
                        </a:lnSpc>
                        <a:spcAft>
                          <a:spcPts val="600"/>
                        </a:spcAft>
                        <a:buFont typeface="Arial" panose="020B0604020202020204" pitchFamily="34" charset="0"/>
                        <a:buChar char="•"/>
                      </a:pPr>
                      <a:r>
                        <a:rPr lang="en-US" sz="900" b="0" dirty="0">
                          <a:solidFill>
                            <a:schemeClr val="bg2"/>
                          </a:solidFill>
                        </a:rPr>
                        <a:t>Conduct financial justification for project approval</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5583323"/>
                  </a:ext>
                </a:extLst>
              </a:tr>
              <a:tr h="714103">
                <a:tc>
                  <a:txBody>
                    <a:bodyPr/>
                    <a:lstStyle>
                      <a:lvl1pPr marL="0" algn="l" defTabSz="914400" rtl="0" eaLnBrk="1" latinLnBrk="0" hangingPunct="1">
                        <a:defRPr sz="1800" kern="1200">
                          <a:solidFill>
                            <a:schemeClr val="dk1"/>
                          </a:solidFill>
                          <a:latin typeface="EYInterstate Light"/>
                        </a:defRPr>
                      </a:lvl1pPr>
                      <a:lvl2pPr marL="457200" algn="l" defTabSz="914400" rtl="0" eaLnBrk="1" latinLnBrk="0" hangingPunct="1">
                        <a:defRPr sz="1800" kern="1200">
                          <a:solidFill>
                            <a:schemeClr val="dk1"/>
                          </a:solidFill>
                          <a:latin typeface="EYInterstate Light"/>
                        </a:defRPr>
                      </a:lvl2pPr>
                      <a:lvl3pPr marL="914400" algn="l" defTabSz="914400" rtl="0" eaLnBrk="1" latinLnBrk="0" hangingPunct="1">
                        <a:defRPr sz="1800" kern="1200">
                          <a:solidFill>
                            <a:schemeClr val="dk1"/>
                          </a:solidFill>
                          <a:latin typeface="EYInterstate Light"/>
                        </a:defRPr>
                      </a:lvl3pPr>
                      <a:lvl4pPr marL="1371600" algn="l" defTabSz="914400" rtl="0" eaLnBrk="1" latinLnBrk="0" hangingPunct="1">
                        <a:defRPr sz="1800" kern="1200">
                          <a:solidFill>
                            <a:schemeClr val="dk1"/>
                          </a:solidFill>
                          <a:latin typeface="EYInterstate Light"/>
                        </a:defRPr>
                      </a:lvl4pPr>
                      <a:lvl5pPr marL="1828800" algn="l" defTabSz="914400" rtl="0" eaLnBrk="1" latinLnBrk="0" hangingPunct="1">
                        <a:defRPr sz="1800" kern="1200">
                          <a:solidFill>
                            <a:schemeClr val="dk1"/>
                          </a:solidFill>
                          <a:latin typeface="EYInterstate Light"/>
                        </a:defRPr>
                      </a:lvl5pPr>
                      <a:lvl6pPr marL="2286000" algn="l" defTabSz="914400" rtl="0" eaLnBrk="1" latinLnBrk="0" hangingPunct="1">
                        <a:defRPr sz="1800" kern="1200">
                          <a:solidFill>
                            <a:schemeClr val="dk1"/>
                          </a:solidFill>
                          <a:latin typeface="EYInterstate Light"/>
                        </a:defRPr>
                      </a:lvl6pPr>
                      <a:lvl7pPr marL="2743200" algn="l" defTabSz="914400" rtl="0" eaLnBrk="1" latinLnBrk="0" hangingPunct="1">
                        <a:defRPr sz="1800" kern="1200">
                          <a:solidFill>
                            <a:schemeClr val="dk1"/>
                          </a:solidFill>
                          <a:latin typeface="EYInterstate Light"/>
                        </a:defRPr>
                      </a:lvl7pPr>
                      <a:lvl8pPr marL="3200400" algn="l" defTabSz="914400" rtl="0" eaLnBrk="1" latinLnBrk="0" hangingPunct="1">
                        <a:defRPr sz="1800" kern="1200">
                          <a:solidFill>
                            <a:schemeClr val="dk1"/>
                          </a:solidFill>
                          <a:latin typeface="EYInterstate Light"/>
                        </a:defRPr>
                      </a:lvl8pPr>
                      <a:lvl9pPr marL="3657600" algn="l" defTabSz="914400" rtl="0" eaLnBrk="1" latinLnBrk="0" hangingPunct="1">
                        <a:defRPr sz="1800" kern="1200">
                          <a:solidFill>
                            <a:schemeClr val="dk1"/>
                          </a:solidFill>
                          <a:latin typeface="EYInterstate Light"/>
                        </a:defRPr>
                      </a:lvl9pPr>
                    </a:lstStyle>
                    <a:p>
                      <a:pPr marL="45720" indent="-45720">
                        <a:lnSpc>
                          <a:spcPct val="85000"/>
                        </a:lnSpc>
                        <a:spcAft>
                          <a:spcPts val="600"/>
                        </a:spcAft>
                        <a:buFont typeface="Arial" panose="020B0604020202020204" pitchFamily="34" charset="0"/>
                        <a:buChar char="•"/>
                      </a:pPr>
                      <a:r>
                        <a:rPr lang="en-US" sz="900" b="0" dirty="0">
                          <a:solidFill>
                            <a:schemeClr val="bg2"/>
                          </a:solidFill>
                        </a:rPr>
                        <a:t>Conduct financial justification for project approval</a:t>
                      </a:r>
                    </a:p>
                  </a:txBody>
                  <a:tcPr marL="9144"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1A1A24">
                          <a:lumMod val="50000"/>
                          <a:lumOff val="50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72605099"/>
                  </a:ext>
                </a:extLst>
              </a:tr>
            </a:tbl>
          </a:graphicData>
        </a:graphic>
      </p:graphicFrame>
      <p:sp>
        <p:nvSpPr>
          <p:cNvPr id="20" name="Rectangle 19">
            <a:extLst>
              <a:ext uri="{FF2B5EF4-FFF2-40B4-BE49-F238E27FC236}">
                <a16:creationId xmlns:a16="http://schemas.microsoft.com/office/drawing/2014/main" id="{7635AEBB-44A9-FA46-0DD8-D141B9C635C8}"/>
              </a:ext>
            </a:extLst>
          </p:cNvPr>
          <p:cNvSpPr/>
          <p:nvPr/>
        </p:nvSpPr>
        <p:spPr>
          <a:xfrm>
            <a:off x="5576658" y="2268950"/>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a:ln>
                  <a:noFill/>
                </a:ln>
                <a:solidFill>
                  <a:srgbClr val="FFFFFF"/>
                </a:solidFill>
                <a:effectLst/>
                <a:uLnTx/>
                <a:uFillTx/>
                <a:latin typeface="EYInterstate Light"/>
                <a:ea typeface="+mn-ea"/>
                <a:cs typeface="+mn-cs"/>
              </a:rPr>
              <a:t>100</a:t>
            </a:r>
          </a:p>
        </p:txBody>
      </p:sp>
      <p:sp>
        <p:nvSpPr>
          <p:cNvPr id="21" name="Rectangle 20">
            <a:extLst>
              <a:ext uri="{FF2B5EF4-FFF2-40B4-BE49-F238E27FC236}">
                <a16:creationId xmlns:a16="http://schemas.microsoft.com/office/drawing/2014/main" id="{683BA981-649E-7C35-9961-ED8D19B2B286}"/>
              </a:ext>
            </a:extLst>
          </p:cNvPr>
          <p:cNvSpPr/>
          <p:nvPr/>
        </p:nvSpPr>
        <p:spPr>
          <a:xfrm>
            <a:off x="11146848" y="2256832"/>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a:ln>
                  <a:noFill/>
                </a:ln>
                <a:solidFill>
                  <a:srgbClr val="FFFFFF"/>
                </a:solidFill>
                <a:effectLst/>
                <a:uLnTx/>
                <a:uFillTx/>
                <a:latin typeface="EYInterstate Light"/>
                <a:ea typeface="+mn-ea"/>
                <a:cs typeface="+mn-cs"/>
              </a:rPr>
              <a:t>80%</a:t>
            </a:r>
          </a:p>
        </p:txBody>
      </p:sp>
      <p:sp>
        <p:nvSpPr>
          <p:cNvPr id="22" name="Rectangle 21">
            <a:extLst>
              <a:ext uri="{FF2B5EF4-FFF2-40B4-BE49-F238E27FC236}">
                <a16:creationId xmlns:a16="http://schemas.microsoft.com/office/drawing/2014/main" id="{45431F95-B99B-A038-EDF8-4180FFCA92D4}"/>
              </a:ext>
            </a:extLst>
          </p:cNvPr>
          <p:cNvSpPr/>
          <p:nvPr/>
        </p:nvSpPr>
        <p:spPr>
          <a:xfrm>
            <a:off x="11146848" y="5132252"/>
            <a:ext cx="182880" cy="182880"/>
          </a:xfrm>
          <a:prstGeom prst="rect">
            <a:avLst/>
          </a:prstGeom>
          <a:solidFill>
            <a:srgbClr val="2E2E38"/>
          </a:solidFill>
          <a:ln w="12700" cap="flat" cmpd="sng" algn="ctr">
            <a:solidFill>
              <a:srgbClr val="2E2E38"/>
            </a:solidFill>
            <a:prstDash val="solid"/>
            <a:miter lim="800000"/>
            <a:headEnd type="none" w="med" len="med"/>
            <a:tailEnd type="none" w="med" len="med"/>
          </a:ln>
          <a:effectLst/>
        </p:spPr>
        <p:txBody>
          <a:bodyPr lIns="0" tIns="0" rIns="0" bIns="0" rtlCol="0" anchor="ctr" anchorCtr="0"/>
          <a:lstStyle/>
          <a:p>
            <a:pPr marL="0" marR="0" lvl="0" indent="0" algn="ctr" defTabSz="914400" eaLnBrk="1" fontAlgn="auto" latinLnBrk="0" hangingPunct="1">
              <a:lnSpc>
                <a:spcPct val="90000"/>
              </a:lnSpc>
              <a:spcBef>
                <a:spcPts val="400"/>
              </a:spcBef>
              <a:spcAft>
                <a:spcPts val="400"/>
              </a:spcAft>
              <a:buClr>
                <a:srgbClr val="FFE600"/>
              </a:buClr>
              <a:buSzTx/>
              <a:buFontTx/>
              <a:buNone/>
              <a:tabLst/>
              <a:defRPr/>
            </a:pPr>
            <a:r>
              <a:rPr kumimoji="0" lang="en-US" sz="700" b="0" i="1" u="none" strike="noStrike" kern="0" cap="none" spc="0" normalizeH="0" baseline="0" noProof="0">
                <a:ln>
                  <a:noFill/>
                </a:ln>
                <a:solidFill>
                  <a:srgbClr val="FFFFFF"/>
                </a:solidFill>
                <a:effectLst/>
                <a:uLnTx/>
                <a:uFillTx/>
                <a:latin typeface="EYInterstate Light"/>
                <a:ea typeface="+mn-ea"/>
                <a:cs typeface="+mn-cs"/>
              </a:rPr>
              <a:t>20%</a:t>
            </a:r>
          </a:p>
        </p:txBody>
      </p:sp>
    </p:spTree>
    <p:extLst>
      <p:ext uri="{BB962C8B-B14F-4D97-AF65-F5344CB8AC3E}">
        <p14:creationId xmlns:p14="http://schemas.microsoft.com/office/powerpoint/2010/main" val="3726799611"/>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5BA01984-67C6-0EA7-83CA-3228B42E3F69}"/>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5FD0D24F-0DA0-227E-EF22-7156E12F0B61}"/>
              </a:ext>
            </a:extLst>
          </p:cNvPr>
          <p:cNvSpPr>
            <a:spLocks noGrp="1"/>
          </p:cNvSpPr>
          <p:nvPr>
            <p:ph type="title"/>
          </p:nvPr>
        </p:nvSpPr>
        <p:spPr>
          <a:xfrm>
            <a:off x="495300" y="228600"/>
            <a:ext cx="11201400" cy="548640"/>
          </a:xfrm>
        </p:spPr>
        <p:txBody>
          <a:bodyPr lIns="91440" tIns="45720" rIns="91440"/>
          <a:lstStyle/>
          <a:p>
            <a:r>
              <a:rPr lang="en-IN"/>
              <a:t>GPO Responsibilities | Interaction Model</a:t>
            </a:r>
          </a:p>
        </p:txBody>
      </p:sp>
      <p:sp>
        <p:nvSpPr>
          <p:cNvPr id="6" name="Date Placeholder 5">
            <a:extLst>
              <a:ext uri="{FF2B5EF4-FFF2-40B4-BE49-F238E27FC236}">
                <a16:creationId xmlns:a16="http://schemas.microsoft.com/office/drawing/2014/main" id="{A69E7778-45CA-9DE9-31CC-A8F1BE30E377}"/>
              </a:ext>
            </a:extLst>
          </p:cNvPr>
          <p:cNvSpPr>
            <a:spLocks noGrp="1"/>
          </p:cNvSpPr>
          <p:nvPr>
            <p:ph type="dt" sz="half" idx="17"/>
          </p:nvPr>
        </p:nvSpPr>
        <p:spPr/>
        <p:txBody>
          <a:bodyPr/>
          <a:lstStyle/>
          <a:p>
            <a:fld id="{345C9E22-11CE-425B-9864-64378F237137}" type="datetime1">
              <a:rPr lang="en-US" smtClean="0"/>
              <a:t>9/19/2025</a:t>
            </a:fld>
            <a:endParaRPr lang="en-US"/>
          </a:p>
        </p:txBody>
      </p:sp>
      <p:sp>
        <p:nvSpPr>
          <p:cNvPr id="5" name="Slide Number Placeholder 4">
            <a:extLst>
              <a:ext uri="{FF2B5EF4-FFF2-40B4-BE49-F238E27FC236}">
                <a16:creationId xmlns:a16="http://schemas.microsoft.com/office/drawing/2014/main" id="{747A64AD-2143-AEF9-EB59-D128C279DD5D}"/>
              </a:ext>
            </a:extLst>
          </p:cNvPr>
          <p:cNvSpPr>
            <a:spLocks noGrp="1"/>
          </p:cNvSpPr>
          <p:nvPr>
            <p:ph type="sldNum" sz="quarter" idx="19"/>
          </p:nvPr>
        </p:nvSpPr>
        <p:spPr/>
        <p:txBody>
          <a:bodyPr/>
          <a:lstStyle/>
          <a:p>
            <a:fld id="{94FCA0F3-9F3A-694B-99BB-0E592A797735}" type="slidenum">
              <a:rPr lang="en-US" smtClean="0"/>
              <a:t>143</a:t>
            </a:fld>
            <a:endParaRPr lang="en-US"/>
          </a:p>
        </p:txBody>
      </p:sp>
      <p:sp>
        <p:nvSpPr>
          <p:cNvPr id="4" name="Rectangle: Rounded Corners 3">
            <a:extLst>
              <a:ext uri="{FF2B5EF4-FFF2-40B4-BE49-F238E27FC236}">
                <a16:creationId xmlns:a16="http://schemas.microsoft.com/office/drawing/2014/main" id="{497F2EC4-54AE-45FB-546A-96360B5CF3CC}"/>
              </a:ext>
            </a:extLst>
          </p:cNvPr>
          <p:cNvSpPr/>
          <p:nvPr/>
        </p:nvSpPr>
        <p:spPr>
          <a:xfrm>
            <a:off x="516423" y="3119593"/>
            <a:ext cx="2065549" cy="1155594"/>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ea typeface="+mn-ea"/>
                <a:cs typeface="Arial" panose="020B0604020202020204" pitchFamily="34" charset="0"/>
              </a:rPr>
              <a:t>Controller prioritizes financial accuracy and compliance</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ea typeface="+mn-ea"/>
                <a:cs typeface="Arial" panose="020B0604020202020204" pitchFamily="34" charset="0"/>
              </a:rPr>
              <a:t>Planning &amp; Business Partnering needs to obtain accurate forecasts &amp; working day metrics</a:t>
            </a:r>
          </a:p>
        </p:txBody>
      </p:sp>
      <p:sp>
        <p:nvSpPr>
          <p:cNvPr id="7" name="Rectangle: Rounded Corners 6">
            <a:extLst>
              <a:ext uri="{FF2B5EF4-FFF2-40B4-BE49-F238E27FC236}">
                <a16:creationId xmlns:a16="http://schemas.microsoft.com/office/drawing/2014/main" id="{F9A33B89-06C7-3208-793E-5687DA94F6FF}"/>
              </a:ext>
            </a:extLst>
          </p:cNvPr>
          <p:cNvSpPr/>
          <p:nvPr/>
        </p:nvSpPr>
        <p:spPr>
          <a:xfrm>
            <a:off x="516423" y="1624373"/>
            <a:ext cx="2065549" cy="1155594"/>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ea typeface="+mn-ea"/>
                <a:cs typeface="Arial" panose="020B0604020202020204" pitchFamily="34" charset="0"/>
              </a:rPr>
              <a:t>Business leadership requests the use of new emerging technology</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ea typeface="+mn-ea"/>
                <a:cs typeface="Arial" panose="020B0604020202020204" pitchFamily="34" charset="0"/>
              </a:rPr>
              <a:t>Vendors may have questions on current tech stack/payment terms</a:t>
            </a:r>
          </a:p>
        </p:txBody>
      </p:sp>
      <p:sp>
        <p:nvSpPr>
          <p:cNvPr id="9" name="Rectangle: Rounded Corners 8">
            <a:extLst>
              <a:ext uri="{FF2B5EF4-FFF2-40B4-BE49-F238E27FC236}">
                <a16:creationId xmlns:a16="http://schemas.microsoft.com/office/drawing/2014/main" id="{176F3135-664B-9F4B-9EEB-E77C135F8F36}"/>
              </a:ext>
            </a:extLst>
          </p:cNvPr>
          <p:cNvSpPr/>
          <p:nvPr/>
        </p:nvSpPr>
        <p:spPr>
          <a:xfrm>
            <a:off x="499719" y="4614814"/>
            <a:ext cx="2065549" cy="1157206"/>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ea typeface="+mn-ea"/>
                <a:cs typeface="Arial" panose="020B0604020202020204" pitchFamily="34" charset="0"/>
              </a:rPr>
              <a:t>Customers may raise questions around billing/service delivery</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1000" b="0" i="0" u="none" strike="noStrike" kern="0" cap="none" spc="0" normalizeH="0" baseline="0" noProof="0">
                <a:ln>
                  <a:noFill/>
                </a:ln>
                <a:solidFill>
                  <a:prstClr val="black"/>
                </a:solidFill>
                <a:effectLst/>
                <a:uLnTx/>
                <a:uFillTx/>
                <a:ea typeface="+mn-ea"/>
                <a:cs typeface="Arial" panose="020B0604020202020204" pitchFamily="34" charset="0"/>
              </a:rPr>
              <a:t>Vendors request reliable payment processes and communication on invoice status</a:t>
            </a:r>
          </a:p>
        </p:txBody>
      </p:sp>
      <p:sp>
        <p:nvSpPr>
          <p:cNvPr id="11" name="Rectangle: Rounded Corners 10">
            <a:extLst>
              <a:ext uri="{FF2B5EF4-FFF2-40B4-BE49-F238E27FC236}">
                <a16:creationId xmlns:a16="http://schemas.microsoft.com/office/drawing/2014/main" id="{3C63F13E-D7F9-BD71-A4E0-73D739E60724}"/>
              </a:ext>
            </a:extLst>
          </p:cNvPr>
          <p:cNvSpPr/>
          <p:nvPr/>
        </p:nvSpPr>
        <p:spPr>
          <a:xfrm>
            <a:off x="7763276" y="2251905"/>
            <a:ext cx="3865268" cy="181983"/>
          </a:xfrm>
          <a:prstGeom prst="roundRect">
            <a:avLst/>
          </a:prstGeom>
          <a:solidFill>
            <a:srgbClr val="55C3F0"/>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Process Improvement Team</a:t>
            </a:r>
          </a:p>
        </p:txBody>
      </p:sp>
      <p:sp>
        <p:nvSpPr>
          <p:cNvPr id="12" name="Rectangle: Rounded Corners 11">
            <a:extLst>
              <a:ext uri="{FF2B5EF4-FFF2-40B4-BE49-F238E27FC236}">
                <a16:creationId xmlns:a16="http://schemas.microsoft.com/office/drawing/2014/main" id="{901C098C-DF84-344E-0531-44B8D85ADD2B}"/>
              </a:ext>
            </a:extLst>
          </p:cNvPr>
          <p:cNvSpPr/>
          <p:nvPr/>
        </p:nvSpPr>
        <p:spPr>
          <a:xfrm>
            <a:off x="7763276" y="2454651"/>
            <a:ext cx="3865268" cy="500454"/>
          </a:xfrm>
          <a:prstGeom prst="roundRect">
            <a:avLst/>
          </a:prstGeom>
          <a:solidFill>
            <a:srgbClr val="55C3F0"/>
          </a:solidFill>
          <a:ln w="28575"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prstClr val="black"/>
                </a:solidFill>
                <a:effectLst/>
                <a:uLnTx/>
                <a:uFillTx/>
                <a:ea typeface="+mn-ea"/>
                <a:cs typeface="Arial" panose="020B0604020202020204" pitchFamily="34" charset="0"/>
              </a:rPr>
              <a:t>Collaborates with GPOs to identify, design, and pilot process enhancements.</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prstClr val="black"/>
                </a:solidFill>
                <a:effectLst/>
                <a:uLnTx/>
                <a:uFillTx/>
                <a:ea typeface="+mn-ea"/>
                <a:cs typeface="Arial" panose="020B0604020202020204" pitchFamily="34" charset="0"/>
              </a:rPr>
              <a:t>Supports change management and adoption of new practices.</a:t>
            </a:r>
          </a:p>
        </p:txBody>
      </p:sp>
      <p:sp>
        <p:nvSpPr>
          <p:cNvPr id="14" name="Rectangle: Rounded Corners 13">
            <a:extLst>
              <a:ext uri="{FF2B5EF4-FFF2-40B4-BE49-F238E27FC236}">
                <a16:creationId xmlns:a16="http://schemas.microsoft.com/office/drawing/2014/main" id="{A92EFEAA-C82C-6C8F-D774-A67AEED725DD}"/>
              </a:ext>
            </a:extLst>
          </p:cNvPr>
          <p:cNvSpPr/>
          <p:nvPr/>
        </p:nvSpPr>
        <p:spPr>
          <a:xfrm>
            <a:off x="7763276" y="5576465"/>
            <a:ext cx="3865268" cy="181983"/>
          </a:xfrm>
          <a:prstGeom prst="roundRect">
            <a:avLst/>
          </a:prstGeom>
          <a:solidFill>
            <a:srgbClr val="F08C2A">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BPO Operations</a:t>
            </a:r>
          </a:p>
        </p:txBody>
      </p:sp>
      <p:sp>
        <p:nvSpPr>
          <p:cNvPr id="15" name="Rectangle: Rounded Corners 14">
            <a:extLst>
              <a:ext uri="{FF2B5EF4-FFF2-40B4-BE49-F238E27FC236}">
                <a16:creationId xmlns:a16="http://schemas.microsoft.com/office/drawing/2014/main" id="{0D09950F-4128-38A3-753F-B81ADECF0373}"/>
              </a:ext>
            </a:extLst>
          </p:cNvPr>
          <p:cNvSpPr/>
          <p:nvPr/>
        </p:nvSpPr>
        <p:spPr>
          <a:xfrm>
            <a:off x="7763276" y="5772019"/>
            <a:ext cx="3865268" cy="464058"/>
          </a:xfrm>
          <a:prstGeom prst="roundRect">
            <a:avLst/>
          </a:prstGeom>
          <a:solidFill>
            <a:srgbClr val="F08C2A">
              <a:lumMod val="60000"/>
              <a:lumOff val="40000"/>
            </a:srgbClr>
          </a:solidFill>
          <a:ln w="12700"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Execute outsourced processes according to defined SLAs and KPIs.</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Provide regular performance reporting and participate in governance reviews.</a:t>
            </a:r>
          </a:p>
        </p:txBody>
      </p:sp>
      <p:sp>
        <p:nvSpPr>
          <p:cNvPr id="17" name="Rectangle: Rounded Corners 16">
            <a:extLst>
              <a:ext uri="{FF2B5EF4-FFF2-40B4-BE49-F238E27FC236}">
                <a16:creationId xmlns:a16="http://schemas.microsoft.com/office/drawing/2014/main" id="{CB646BB3-F9C0-34A7-DE2F-7C58692E6606}"/>
              </a:ext>
            </a:extLst>
          </p:cNvPr>
          <p:cNvSpPr/>
          <p:nvPr/>
        </p:nvSpPr>
        <p:spPr>
          <a:xfrm>
            <a:off x="7764981" y="4753584"/>
            <a:ext cx="3865268" cy="181983"/>
          </a:xfrm>
          <a:prstGeom prst="roundRect">
            <a:avLst/>
          </a:prstGeom>
          <a:solidFill>
            <a:srgbClr val="55C3F0">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Service Delivery Leader/Managers</a:t>
            </a:r>
          </a:p>
        </p:txBody>
      </p:sp>
      <p:sp>
        <p:nvSpPr>
          <p:cNvPr id="18" name="Rectangle: Rounded Corners 17">
            <a:extLst>
              <a:ext uri="{FF2B5EF4-FFF2-40B4-BE49-F238E27FC236}">
                <a16:creationId xmlns:a16="http://schemas.microsoft.com/office/drawing/2014/main" id="{8E04D718-CFFF-526A-3492-47461D7E9694}"/>
              </a:ext>
            </a:extLst>
          </p:cNvPr>
          <p:cNvSpPr/>
          <p:nvPr/>
        </p:nvSpPr>
        <p:spPr>
          <a:xfrm>
            <a:off x="7761843" y="4950157"/>
            <a:ext cx="3865268" cy="464058"/>
          </a:xfrm>
          <a:prstGeom prst="roundRect">
            <a:avLst/>
          </a:prstGeom>
          <a:solidFill>
            <a:srgbClr val="55C3F0">
              <a:lumMod val="60000"/>
              <a:lumOff val="40000"/>
            </a:srgbClr>
          </a:solidFill>
          <a:ln w="12700"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Oversee service performance and ensure KPI/SLAs are met.</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Coordinate with GPOs on escalations and service delivery improvements.</a:t>
            </a:r>
          </a:p>
        </p:txBody>
      </p:sp>
      <p:sp>
        <p:nvSpPr>
          <p:cNvPr id="20" name="Rectangle: Rounded Corners 19">
            <a:extLst>
              <a:ext uri="{FF2B5EF4-FFF2-40B4-BE49-F238E27FC236}">
                <a16:creationId xmlns:a16="http://schemas.microsoft.com/office/drawing/2014/main" id="{FDCE64E3-A894-66CF-22CC-ACCD6AFA2590}"/>
              </a:ext>
            </a:extLst>
          </p:cNvPr>
          <p:cNvSpPr/>
          <p:nvPr/>
        </p:nvSpPr>
        <p:spPr>
          <a:xfrm>
            <a:off x="7764981" y="3926992"/>
            <a:ext cx="3865268" cy="181983"/>
          </a:xfrm>
          <a:prstGeom prst="roundRect">
            <a:avLst/>
          </a:prstGeom>
          <a:solidFill>
            <a:srgbClr val="415A6C">
              <a:lumMod val="20000"/>
              <a:lumOff val="8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ysClr val="windowText" lastClr="000000"/>
                </a:solidFill>
                <a:effectLst/>
                <a:uLnTx/>
                <a:uFillTx/>
                <a:ea typeface="+mn-ea"/>
                <a:cs typeface="Arial" panose="020B0604020202020204" pitchFamily="34" charset="0"/>
              </a:rPr>
              <a:t>Finance Operation Leads</a:t>
            </a:r>
          </a:p>
        </p:txBody>
      </p:sp>
      <p:sp>
        <p:nvSpPr>
          <p:cNvPr id="21" name="Rectangle: Rounded Corners 20">
            <a:extLst>
              <a:ext uri="{FF2B5EF4-FFF2-40B4-BE49-F238E27FC236}">
                <a16:creationId xmlns:a16="http://schemas.microsoft.com/office/drawing/2014/main" id="{EA76DC73-E9E8-2CB2-544E-462D3F44E910}"/>
              </a:ext>
            </a:extLst>
          </p:cNvPr>
          <p:cNvSpPr/>
          <p:nvPr/>
        </p:nvSpPr>
        <p:spPr>
          <a:xfrm>
            <a:off x="7761843" y="4127279"/>
            <a:ext cx="3865268" cy="464058"/>
          </a:xfrm>
          <a:prstGeom prst="roundRect">
            <a:avLst/>
          </a:prstGeom>
          <a:solidFill>
            <a:srgbClr val="415A6C">
              <a:lumMod val="20000"/>
              <a:lumOff val="80000"/>
            </a:srgbClr>
          </a:solidFill>
          <a:ln w="28575"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Manage day-to-day finance operations and ensure compliance with GPO policy and process, acting as the liaison between local teams and GPOs for alignment.</a:t>
            </a:r>
          </a:p>
        </p:txBody>
      </p:sp>
      <p:sp>
        <p:nvSpPr>
          <p:cNvPr id="22" name="Rectangle: Rounded Corners 21">
            <a:extLst>
              <a:ext uri="{FF2B5EF4-FFF2-40B4-BE49-F238E27FC236}">
                <a16:creationId xmlns:a16="http://schemas.microsoft.com/office/drawing/2014/main" id="{356C7FA1-3C8C-4F85-0E66-4CCDE386189A}"/>
              </a:ext>
            </a:extLst>
          </p:cNvPr>
          <p:cNvSpPr/>
          <p:nvPr/>
        </p:nvSpPr>
        <p:spPr>
          <a:xfrm>
            <a:off x="3113537" y="5531654"/>
            <a:ext cx="4167089" cy="283291"/>
          </a:xfrm>
          <a:prstGeom prst="roundRect">
            <a:avLst/>
          </a:prstGeom>
          <a:solidFill>
            <a:srgbClr val="E7E9EE"/>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100" b="1" i="0" u="none" strike="noStrike" kern="0" cap="none" spc="0" normalizeH="0" baseline="0" noProof="0">
                <a:ln>
                  <a:noFill/>
                </a:ln>
                <a:solidFill>
                  <a:prstClr val="black"/>
                </a:solidFill>
                <a:effectLst/>
                <a:uLnTx/>
                <a:uFillTx/>
                <a:cs typeface="Arial" panose="020B0604020202020204" pitchFamily="34" charset="0"/>
              </a:rPr>
              <a:t>Captive Teams</a:t>
            </a:r>
            <a:endParaRPr kumimoji="0" lang="en-US" sz="1100" b="0" i="0" u="none" strike="noStrike" kern="0" cap="none" spc="0" normalizeH="0" baseline="0" noProof="0">
              <a:ln>
                <a:noFill/>
              </a:ln>
              <a:solidFill>
                <a:prstClr val="black"/>
              </a:solidFill>
              <a:effectLst/>
              <a:uLnTx/>
              <a:uFillTx/>
              <a:cs typeface="Arial" panose="020B0604020202020204" pitchFamily="34" charset="0"/>
            </a:endParaRPr>
          </a:p>
        </p:txBody>
      </p:sp>
      <p:sp>
        <p:nvSpPr>
          <p:cNvPr id="23" name="Rectangle: Rounded Corners 22">
            <a:extLst>
              <a:ext uri="{FF2B5EF4-FFF2-40B4-BE49-F238E27FC236}">
                <a16:creationId xmlns:a16="http://schemas.microsoft.com/office/drawing/2014/main" id="{E4F64687-D979-61D8-C9BD-17A038254F74}"/>
              </a:ext>
            </a:extLst>
          </p:cNvPr>
          <p:cNvSpPr/>
          <p:nvPr/>
        </p:nvSpPr>
        <p:spPr>
          <a:xfrm>
            <a:off x="3122373" y="5840427"/>
            <a:ext cx="4148696" cy="395650"/>
          </a:xfrm>
          <a:prstGeom prst="roundRect">
            <a:avLst/>
          </a:prstGeom>
          <a:solidFill>
            <a:srgbClr val="E7E9EE"/>
          </a:solidFill>
          <a:ln w="12700" cap="flat" cmpd="sng" algn="ctr">
            <a:noFill/>
            <a:prstDash val="solid"/>
            <a:miter lim="800000"/>
          </a:ln>
          <a:effectLst/>
        </p:spPr>
        <p:txBody>
          <a:bodyPr rtlCol="0" anchor="ctr"/>
          <a:lstStyle/>
          <a:p>
            <a:pPr marL="0" marR="0" lvl="0" indent="0" defTabSz="914400" eaLnBrk="1" fontAlgn="auto" latinLnBrk="0" hangingPunct="1">
              <a:lnSpc>
                <a:spcPct val="95000"/>
              </a:lnSpc>
              <a:spcBef>
                <a:spcPts val="0"/>
              </a:spcBef>
              <a:spcAft>
                <a:spcPts val="0"/>
              </a:spcAft>
              <a:buClrTx/>
              <a:buSzTx/>
              <a:buFontTx/>
              <a:buNone/>
              <a:tabLst/>
              <a:defRPr/>
            </a:pPr>
            <a:r>
              <a:rPr kumimoji="0" lang="en-US" sz="900" b="0" i="0" u="none" strike="noStrike" kern="0" cap="none" spc="0" normalizeH="0" baseline="0" noProof="0">
                <a:ln>
                  <a:noFill/>
                </a:ln>
                <a:solidFill>
                  <a:prstClr val="black"/>
                </a:solidFill>
                <a:effectLst/>
                <a:uLnTx/>
                <a:uFillTx/>
                <a:ea typeface="+mn-ea"/>
                <a:cs typeface="Arial" panose="020B0604020202020204" pitchFamily="34" charset="0"/>
              </a:rPr>
              <a:t>Execute standardized processes and provide operational insights and feedback to support continuous improvement and alignment with GPO strategy</a:t>
            </a:r>
          </a:p>
        </p:txBody>
      </p:sp>
      <p:sp>
        <p:nvSpPr>
          <p:cNvPr id="24" name="Rectangle: Rounded Corners 23">
            <a:extLst>
              <a:ext uri="{FF2B5EF4-FFF2-40B4-BE49-F238E27FC236}">
                <a16:creationId xmlns:a16="http://schemas.microsoft.com/office/drawing/2014/main" id="{81AA2E5A-9263-3B81-5940-E60CECBC402A}"/>
              </a:ext>
            </a:extLst>
          </p:cNvPr>
          <p:cNvSpPr/>
          <p:nvPr/>
        </p:nvSpPr>
        <p:spPr>
          <a:xfrm>
            <a:off x="516423" y="2905545"/>
            <a:ext cx="2065549" cy="181983"/>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ea typeface="+mn-ea"/>
                <a:cs typeface="Arial" panose="020B0604020202020204" pitchFamily="34" charset="0"/>
              </a:rPr>
              <a:t>Internal Stakeholders</a:t>
            </a:r>
          </a:p>
        </p:txBody>
      </p:sp>
      <p:sp>
        <p:nvSpPr>
          <p:cNvPr id="25" name="Rectangle: Rounded Corners 24">
            <a:extLst>
              <a:ext uri="{FF2B5EF4-FFF2-40B4-BE49-F238E27FC236}">
                <a16:creationId xmlns:a16="http://schemas.microsoft.com/office/drawing/2014/main" id="{F7268ACB-49DF-4E46-5544-E69FF204DB69}"/>
              </a:ext>
            </a:extLst>
          </p:cNvPr>
          <p:cNvSpPr/>
          <p:nvPr/>
        </p:nvSpPr>
        <p:spPr>
          <a:xfrm>
            <a:off x="516422" y="1400903"/>
            <a:ext cx="2065549" cy="181983"/>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ea typeface="+mn-ea"/>
                <a:cs typeface="Arial" panose="020B0604020202020204" pitchFamily="34" charset="0"/>
              </a:rPr>
              <a:t>Leadership Team</a:t>
            </a:r>
          </a:p>
        </p:txBody>
      </p:sp>
      <p:sp>
        <p:nvSpPr>
          <p:cNvPr id="26" name="Rectangle: Rounded Corners 25">
            <a:extLst>
              <a:ext uri="{FF2B5EF4-FFF2-40B4-BE49-F238E27FC236}">
                <a16:creationId xmlns:a16="http://schemas.microsoft.com/office/drawing/2014/main" id="{6FB86D92-D437-D192-9D94-31FB71262D76}"/>
              </a:ext>
            </a:extLst>
          </p:cNvPr>
          <p:cNvSpPr/>
          <p:nvPr/>
        </p:nvSpPr>
        <p:spPr>
          <a:xfrm>
            <a:off x="495300" y="4397719"/>
            <a:ext cx="2065549" cy="181983"/>
          </a:xfrm>
          <a:prstGeom prst="roundRect">
            <a:avLst/>
          </a:prstGeom>
          <a:solidFill>
            <a:srgbClr val="FFFFFF">
              <a:lumMod val="75000"/>
            </a:srgbClr>
          </a:solidFill>
          <a:ln w="12700" cap="flat" cmpd="sng" algn="ctr">
            <a:solidFill>
              <a:srgbClr val="415A6C"/>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000" b="1" i="0" u="none" strike="noStrike" kern="0" cap="none" spc="0" normalizeH="0" baseline="0" noProof="0">
                <a:ln>
                  <a:noFill/>
                </a:ln>
                <a:solidFill>
                  <a:prstClr val="black"/>
                </a:solidFill>
                <a:effectLst/>
                <a:uLnTx/>
                <a:uFillTx/>
                <a:ea typeface="+mn-ea"/>
                <a:cs typeface="Arial" panose="020B0604020202020204" pitchFamily="34" charset="0"/>
              </a:rPr>
              <a:t>External Stakeholders</a:t>
            </a:r>
          </a:p>
        </p:txBody>
      </p:sp>
      <p:sp>
        <p:nvSpPr>
          <p:cNvPr id="27" name="Rectangle: Rounded Corners 26">
            <a:extLst>
              <a:ext uri="{FF2B5EF4-FFF2-40B4-BE49-F238E27FC236}">
                <a16:creationId xmlns:a16="http://schemas.microsoft.com/office/drawing/2014/main" id="{5E138B75-C7C9-F4E9-A32A-86BFC3CFDE31}"/>
              </a:ext>
            </a:extLst>
          </p:cNvPr>
          <p:cNvSpPr/>
          <p:nvPr/>
        </p:nvSpPr>
        <p:spPr>
          <a:xfrm>
            <a:off x="516423" y="978277"/>
            <a:ext cx="2065549" cy="363967"/>
          </a:xfrm>
          <a:prstGeom prst="roundRect">
            <a:avLst/>
          </a:prstGeom>
          <a:solidFill>
            <a:srgbClr val="FFFFFF">
              <a:lumMod val="7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100" b="1" i="0" u="none" strike="noStrike" kern="0" cap="none" spc="0" normalizeH="0" baseline="0" noProof="0">
                <a:ln>
                  <a:noFill/>
                </a:ln>
                <a:solidFill>
                  <a:prstClr val="black"/>
                </a:solidFill>
                <a:effectLst/>
                <a:uLnTx/>
                <a:uFillTx/>
                <a:cs typeface="Arial" panose="020B0604020202020204" pitchFamily="34" charset="0"/>
              </a:rPr>
              <a:t>Business Requirements/Direction</a:t>
            </a:r>
            <a:endParaRPr kumimoji="0" lang="en-US" sz="1100" b="0" i="0" u="none" strike="noStrike" kern="0" cap="none" spc="0" normalizeH="0" baseline="0" noProof="0">
              <a:ln>
                <a:noFill/>
              </a:ln>
              <a:solidFill>
                <a:prstClr val="black"/>
              </a:solidFill>
              <a:effectLst/>
              <a:uLnTx/>
              <a:uFillTx/>
              <a:cs typeface="Arial" panose="020B0604020202020204" pitchFamily="34" charset="0"/>
            </a:endParaRPr>
          </a:p>
        </p:txBody>
      </p:sp>
      <p:sp>
        <p:nvSpPr>
          <p:cNvPr id="28" name="Rectangle: Rounded Corners 27">
            <a:extLst>
              <a:ext uri="{FF2B5EF4-FFF2-40B4-BE49-F238E27FC236}">
                <a16:creationId xmlns:a16="http://schemas.microsoft.com/office/drawing/2014/main" id="{F3C3D163-2DB7-65AA-E52D-63B2757A878F}"/>
              </a:ext>
            </a:extLst>
          </p:cNvPr>
          <p:cNvSpPr/>
          <p:nvPr/>
        </p:nvSpPr>
        <p:spPr>
          <a:xfrm>
            <a:off x="7748873" y="978277"/>
            <a:ext cx="3865268" cy="363967"/>
          </a:xfrm>
          <a:prstGeom prst="roundRect">
            <a:avLst/>
          </a:prstGeom>
          <a:solidFill>
            <a:srgbClr val="FFFFFF">
              <a:lumMod val="9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100" b="1" i="0" u="none" strike="noStrike" kern="0" cap="none" spc="0" normalizeH="0" baseline="0" noProof="0">
                <a:ln>
                  <a:noFill/>
                </a:ln>
                <a:solidFill>
                  <a:prstClr val="black"/>
                </a:solidFill>
                <a:effectLst/>
                <a:uLnTx/>
                <a:uFillTx/>
                <a:cs typeface="Arial" panose="020B0604020202020204" pitchFamily="34" charset="0"/>
              </a:rPr>
              <a:t>GBS</a:t>
            </a:r>
            <a:r>
              <a:rPr lang="en-US" sz="1100" b="1" kern="0">
                <a:solidFill>
                  <a:prstClr val="black"/>
                </a:solidFill>
                <a:cs typeface="Arial" panose="020B0604020202020204" pitchFamily="34" charset="0"/>
              </a:rPr>
              <a:t> </a:t>
            </a:r>
            <a:r>
              <a:rPr kumimoji="0" lang="en-US" sz="1100" b="1" i="0" u="none" strike="noStrike" kern="0" cap="none" spc="0" normalizeH="0" baseline="0" noProof="0">
                <a:ln>
                  <a:noFill/>
                </a:ln>
                <a:solidFill>
                  <a:prstClr val="black"/>
                </a:solidFill>
                <a:effectLst/>
                <a:uLnTx/>
                <a:uFillTx/>
                <a:cs typeface="Arial" panose="020B0604020202020204" pitchFamily="34" charset="0"/>
              </a:rPr>
              <a:t>Interaction</a:t>
            </a:r>
            <a:endParaRPr kumimoji="0" lang="en-US" sz="1100" b="0" i="0" u="none" strike="noStrike" kern="0" cap="none" spc="0" normalizeH="0" baseline="0" noProof="0">
              <a:ln>
                <a:noFill/>
              </a:ln>
              <a:solidFill>
                <a:prstClr val="black"/>
              </a:solidFill>
              <a:effectLst/>
              <a:uLnTx/>
              <a:uFillTx/>
              <a:cs typeface="Arial" panose="020B0604020202020204" pitchFamily="34" charset="0"/>
            </a:endParaRPr>
          </a:p>
        </p:txBody>
      </p:sp>
      <p:sp>
        <p:nvSpPr>
          <p:cNvPr id="30" name="Rectangle: Rounded Corners 29">
            <a:extLst>
              <a:ext uri="{FF2B5EF4-FFF2-40B4-BE49-F238E27FC236}">
                <a16:creationId xmlns:a16="http://schemas.microsoft.com/office/drawing/2014/main" id="{72FD503A-066E-20FE-5421-FF2FF93B5E1B}"/>
              </a:ext>
            </a:extLst>
          </p:cNvPr>
          <p:cNvSpPr/>
          <p:nvPr/>
        </p:nvSpPr>
        <p:spPr>
          <a:xfrm>
            <a:off x="7763276" y="3117352"/>
            <a:ext cx="3865268" cy="181983"/>
          </a:xfrm>
          <a:prstGeom prst="roundRect">
            <a:avLst/>
          </a:prstGeom>
          <a:solidFill>
            <a:srgbClr val="FF007F">
              <a:lumMod val="40000"/>
              <a:lumOff val="6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Compliance &amp; Controls Leader</a:t>
            </a:r>
          </a:p>
        </p:txBody>
      </p:sp>
      <p:sp>
        <p:nvSpPr>
          <p:cNvPr id="31" name="Rectangle: Rounded Corners 30">
            <a:extLst>
              <a:ext uri="{FF2B5EF4-FFF2-40B4-BE49-F238E27FC236}">
                <a16:creationId xmlns:a16="http://schemas.microsoft.com/office/drawing/2014/main" id="{37278B36-D841-872F-4358-1EABBA331CD0}"/>
              </a:ext>
            </a:extLst>
          </p:cNvPr>
          <p:cNvSpPr/>
          <p:nvPr/>
        </p:nvSpPr>
        <p:spPr>
          <a:xfrm>
            <a:off x="7777189" y="3333122"/>
            <a:ext cx="3851355" cy="431622"/>
          </a:xfrm>
          <a:prstGeom prst="roundRect">
            <a:avLst/>
          </a:prstGeom>
          <a:solidFill>
            <a:srgbClr val="FF007F">
              <a:lumMod val="40000"/>
              <a:lumOff val="60000"/>
            </a:srgbClr>
          </a:solidFill>
          <a:ln w="12700" cap="flat" cmpd="sng" algn="ctr">
            <a:noFill/>
            <a:prstDash val="solid"/>
            <a:miter lim="800000"/>
          </a:ln>
          <a:effectLst/>
        </p:spPr>
        <p:txBody>
          <a:bodyPr lIns="91440" tIns="45720" rIns="91440" bIns="45720"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prstClr val="black"/>
                </a:solidFill>
                <a:effectLst/>
                <a:uLnTx/>
                <a:uFillTx/>
                <a:cs typeface="Arial" panose="020B0604020202020204" pitchFamily="34" charset="0"/>
              </a:rPr>
              <a:t>Ensures financial processes adhere to internal controls and regulatory compliance standards.</a:t>
            </a:r>
          </a:p>
        </p:txBody>
      </p:sp>
      <p:cxnSp>
        <p:nvCxnSpPr>
          <p:cNvPr id="32" name="Connector: Curved 31">
            <a:extLst>
              <a:ext uri="{FF2B5EF4-FFF2-40B4-BE49-F238E27FC236}">
                <a16:creationId xmlns:a16="http://schemas.microsoft.com/office/drawing/2014/main" id="{4797A9F2-ED34-4CFC-7853-45F6A12DA125}"/>
              </a:ext>
            </a:extLst>
          </p:cNvPr>
          <p:cNvCxnSpPr>
            <a:cxnSpLocks/>
            <a:stCxn id="7" idx="3"/>
          </p:cNvCxnSpPr>
          <p:nvPr/>
        </p:nvCxnSpPr>
        <p:spPr>
          <a:xfrm flipV="1">
            <a:off x="2581972" y="1737932"/>
            <a:ext cx="522728" cy="464238"/>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33" name="Connector: Curved 32">
            <a:extLst>
              <a:ext uri="{FF2B5EF4-FFF2-40B4-BE49-F238E27FC236}">
                <a16:creationId xmlns:a16="http://schemas.microsoft.com/office/drawing/2014/main" id="{1D7CF936-EE21-13F4-E985-05E423ABE1C1}"/>
              </a:ext>
            </a:extLst>
          </p:cNvPr>
          <p:cNvCxnSpPr>
            <a:cxnSpLocks/>
            <a:stCxn id="4" idx="3"/>
          </p:cNvCxnSpPr>
          <p:nvPr/>
        </p:nvCxnSpPr>
        <p:spPr>
          <a:xfrm flipV="1">
            <a:off x="2581972" y="2412030"/>
            <a:ext cx="535442" cy="1285361"/>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34" name="Connector: Curved 33">
            <a:extLst>
              <a:ext uri="{FF2B5EF4-FFF2-40B4-BE49-F238E27FC236}">
                <a16:creationId xmlns:a16="http://schemas.microsoft.com/office/drawing/2014/main" id="{D69BE087-A60B-1AF5-7EDE-D779D8F51222}"/>
              </a:ext>
            </a:extLst>
          </p:cNvPr>
          <p:cNvCxnSpPr>
            <a:cxnSpLocks/>
            <a:stCxn id="4" idx="3"/>
          </p:cNvCxnSpPr>
          <p:nvPr/>
        </p:nvCxnSpPr>
        <p:spPr>
          <a:xfrm flipV="1">
            <a:off x="2581972" y="3488443"/>
            <a:ext cx="535442" cy="208947"/>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35" name="Connector: Curved 34">
            <a:extLst>
              <a:ext uri="{FF2B5EF4-FFF2-40B4-BE49-F238E27FC236}">
                <a16:creationId xmlns:a16="http://schemas.microsoft.com/office/drawing/2014/main" id="{63453467-DB7B-DEA4-FC4D-94F717819ED4}"/>
              </a:ext>
            </a:extLst>
          </p:cNvPr>
          <p:cNvCxnSpPr>
            <a:cxnSpLocks/>
            <a:stCxn id="4" idx="3"/>
          </p:cNvCxnSpPr>
          <p:nvPr/>
        </p:nvCxnSpPr>
        <p:spPr>
          <a:xfrm>
            <a:off x="2581972" y="3697391"/>
            <a:ext cx="529085" cy="859109"/>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36" name="Connector: Curved 35">
            <a:extLst>
              <a:ext uri="{FF2B5EF4-FFF2-40B4-BE49-F238E27FC236}">
                <a16:creationId xmlns:a16="http://schemas.microsoft.com/office/drawing/2014/main" id="{61D230BD-BC4E-86CB-E5F3-FFA39A9072D1}"/>
              </a:ext>
            </a:extLst>
          </p:cNvPr>
          <p:cNvCxnSpPr>
            <a:cxnSpLocks/>
            <a:stCxn id="9" idx="3"/>
          </p:cNvCxnSpPr>
          <p:nvPr/>
        </p:nvCxnSpPr>
        <p:spPr>
          <a:xfrm>
            <a:off x="2565268" y="5193417"/>
            <a:ext cx="545789" cy="14030"/>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37" name="Connector: Curved 36">
            <a:extLst>
              <a:ext uri="{FF2B5EF4-FFF2-40B4-BE49-F238E27FC236}">
                <a16:creationId xmlns:a16="http://schemas.microsoft.com/office/drawing/2014/main" id="{53E9968C-299E-A744-A1A3-E0A2ABE7A9F9}"/>
              </a:ext>
            </a:extLst>
          </p:cNvPr>
          <p:cNvCxnSpPr>
            <a:cxnSpLocks/>
            <a:stCxn id="9" idx="3"/>
            <a:endCxn id="23" idx="1"/>
          </p:cNvCxnSpPr>
          <p:nvPr/>
        </p:nvCxnSpPr>
        <p:spPr>
          <a:xfrm>
            <a:off x="2565268" y="5193417"/>
            <a:ext cx="557105" cy="844835"/>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38" name="Connector: Curved 37">
            <a:extLst>
              <a:ext uri="{FF2B5EF4-FFF2-40B4-BE49-F238E27FC236}">
                <a16:creationId xmlns:a16="http://schemas.microsoft.com/office/drawing/2014/main" id="{4AAD5DEB-0617-12CC-6044-028CCB43FE9A}"/>
              </a:ext>
            </a:extLst>
          </p:cNvPr>
          <p:cNvCxnSpPr>
            <a:cxnSpLocks/>
            <a:endCxn id="50" idx="1"/>
          </p:cNvCxnSpPr>
          <p:nvPr/>
        </p:nvCxnSpPr>
        <p:spPr>
          <a:xfrm>
            <a:off x="7273547" y="1891702"/>
            <a:ext cx="429301" cy="295342"/>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39" name="Connector: Curved 38">
            <a:extLst>
              <a:ext uri="{FF2B5EF4-FFF2-40B4-BE49-F238E27FC236}">
                <a16:creationId xmlns:a16="http://schemas.microsoft.com/office/drawing/2014/main" id="{3F7D7A75-4DAE-0EB9-5D31-9CDB554B5CDA}"/>
              </a:ext>
            </a:extLst>
          </p:cNvPr>
          <p:cNvCxnSpPr>
            <a:cxnSpLocks/>
          </p:cNvCxnSpPr>
          <p:nvPr/>
        </p:nvCxnSpPr>
        <p:spPr>
          <a:xfrm>
            <a:off x="7277425" y="3488443"/>
            <a:ext cx="484417" cy="870865"/>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40" name="Connector: Curved 39">
            <a:extLst>
              <a:ext uri="{FF2B5EF4-FFF2-40B4-BE49-F238E27FC236}">
                <a16:creationId xmlns:a16="http://schemas.microsoft.com/office/drawing/2014/main" id="{A1DEC7A3-829F-6F11-D7C0-4114D083861F}"/>
              </a:ext>
            </a:extLst>
          </p:cNvPr>
          <p:cNvCxnSpPr>
            <a:cxnSpLocks/>
          </p:cNvCxnSpPr>
          <p:nvPr/>
        </p:nvCxnSpPr>
        <p:spPr>
          <a:xfrm>
            <a:off x="7271068" y="4556500"/>
            <a:ext cx="490774" cy="625687"/>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41" name="Connector: Curved 40">
            <a:extLst>
              <a:ext uri="{FF2B5EF4-FFF2-40B4-BE49-F238E27FC236}">
                <a16:creationId xmlns:a16="http://schemas.microsoft.com/office/drawing/2014/main" id="{83DAAD11-39FA-978E-0F80-9C5BD646F3DB}"/>
              </a:ext>
            </a:extLst>
          </p:cNvPr>
          <p:cNvCxnSpPr>
            <a:cxnSpLocks/>
          </p:cNvCxnSpPr>
          <p:nvPr/>
        </p:nvCxnSpPr>
        <p:spPr>
          <a:xfrm flipV="1">
            <a:off x="7271068" y="5273795"/>
            <a:ext cx="12055" cy="727933"/>
          </a:xfrm>
          <a:prstGeom prst="curvedConnector3">
            <a:avLst>
              <a:gd name="adj1" fmla="val 1800000"/>
            </a:avLst>
          </a:prstGeom>
          <a:noFill/>
          <a:ln w="6350" cap="flat" cmpd="sng" algn="ctr">
            <a:solidFill>
              <a:srgbClr val="FF007F"/>
            </a:solidFill>
            <a:prstDash val="solid"/>
            <a:miter lim="800000"/>
            <a:tailEnd type="triangle"/>
          </a:ln>
          <a:effectLst/>
        </p:spPr>
      </p:cxnSp>
      <p:cxnSp>
        <p:nvCxnSpPr>
          <p:cNvPr id="42" name="Connector: Curved 41">
            <a:extLst>
              <a:ext uri="{FF2B5EF4-FFF2-40B4-BE49-F238E27FC236}">
                <a16:creationId xmlns:a16="http://schemas.microsoft.com/office/drawing/2014/main" id="{9971C429-5352-F8A9-1E3C-F143B83B7352}"/>
              </a:ext>
            </a:extLst>
          </p:cNvPr>
          <p:cNvCxnSpPr>
            <a:cxnSpLocks/>
          </p:cNvCxnSpPr>
          <p:nvPr/>
        </p:nvCxnSpPr>
        <p:spPr>
          <a:xfrm>
            <a:off x="7271068" y="5207447"/>
            <a:ext cx="492208" cy="796601"/>
          </a:xfrm>
          <a:prstGeom prst="curvedConnector3">
            <a:avLst>
              <a:gd name="adj1" fmla="val 50000"/>
            </a:avLst>
          </a:prstGeom>
          <a:noFill/>
          <a:ln w="6350" cap="flat" cmpd="sng" algn="ctr">
            <a:solidFill>
              <a:srgbClr val="FF007F"/>
            </a:solidFill>
            <a:prstDash val="solid"/>
            <a:miter lim="800000"/>
            <a:tailEnd type="triangle"/>
          </a:ln>
          <a:effectLst/>
        </p:spPr>
      </p:cxnSp>
      <p:cxnSp>
        <p:nvCxnSpPr>
          <p:cNvPr id="43" name="Connector: Curved 42">
            <a:extLst>
              <a:ext uri="{FF2B5EF4-FFF2-40B4-BE49-F238E27FC236}">
                <a16:creationId xmlns:a16="http://schemas.microsoft.com/office/drawing/2014/main" id="{015288A4-691A-67A4-E2B5-21064DD34B79}"/>
              </a:ext>
            </a:extLst>
          </p:cNvPr>
          <p:cNvCxnSpPr>
            <a:cxnSpLocks/>
          </p:cNvCxnSpPr>
          <p:nvPr/>
        </p:nvCxnSpPr>
        <p:spPr>
          <a:xfrm>
            <a:off x="7277425" y="2412030"/>
            <a:ext cx="498565" cy="1136904"/>
          </a:xfrm>
          <a:prstGeom prst="curvedConnector3">
            <a:avLst>
              <a:gd name="adj1" fmla="val 50000"/>
            </a:avLst>
          </a:prstGeom>
          <a:noFill/>
          <a:ln w="6350" cap="flat" cmpd="sng" algn="ctr">
            <a:solidFill>
              <a:srgbClr val="FF007F"/>
            </a:solidFill>
            <a:prstDash val="solid"/>
            <a:miter lim="800000"/>
            <a:tailEnd type="triangle"/>
          </a:ln>
          <a:effectLst/>
        </p:spPr>
      </p:cxnSp>
      <p:sp>
        <p:nvSpPr>
          <p:cNvPr id="44" name="Rectangle: Rounded Corners 43">
            <a:extLst>
              <a:ext uri="{FF2B5EF4-FFF2-40B4-BE49-F238E27FC236}">
                <a16:creationId xmlns:a16="http://schemas.microsoft.com/office/drawing/2014/main" id="{B5B901C8-D838-3050-6F09-11E4534D8CB7}"/>
              </a:ext>
            </a:extLst>
          </p:cNvPr>
          <p:cNvSpPr/>
          <p:nvPr/>
        </p:nvSpPr>
        <p:spPr>
          <a:xfrm>
            <a:off x="3104699" y="978277"/>
            <a:ext cx="4166369" cy="363967"/>
          </a:xfrm>
          <a:prstGeom prst="roundRect">
            <a:avLst/>
          </a:prstGeom>
          <a:solidFill>
            <a:srgbClr val="FF007F">
              <a:lumMod val="20000"/>
              <a:lumOff val="8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1100" b="1" i="0" u="none" strike="noStrike" kern="0" cap="none" spc="0" normalizeH="0" baseline="0" noProof="0">
                <a:ln>
                  <a:noFill/>
                </a:ln>
                <a:solidFill>
                  <a:prstClr val="black"/>
                </a:solidFill>
                <a:effectLst/>
                <a:uLnTx/>
                <a:uFillTx/>
                <a:cs typeface="Arial" panose="020B0604020202020204" pitchFamily="34" charset="0"/>
              </a:rPr>
              <a:t>Global Process Owner</a:t>
            </a:r>
            <a:endParaRPr kumimoji="0" lang="en-US" sz="1100" b="0" i="0" u="none" strike="noStrike" kern="0" cap="none" spc="0" normalizeH="0" baseline="0" noProof="0">
              <a:ln>
                <a:noFill/>
              </a:ln>
              <a:solidFill>
                <a:prstClr val="black"/>
              </a:solidFill>
              <a:effectLst/>
              <a:uLnTx/>
              <a:uFillTx/>
              <a:cs typeface="Arial" panose="020B0604020202020204" pitchFamily="34" charset="0"/>
            </a:endParaRPr>
          </a:p>
        </p:txBody>
      </p:sp>
      <p:sp>
        <p:nvSpPr>
          <p:cNvPr id="45" name="Rectangle: Rounded Corners 44">
            <a:extLst>
              <a:ext uri="{FF2B5EF4-FFF2-40B4-BE49-F238E27FC236}">
                <a16:creationId xmlns:a16="http://schemas.microsoft.com/office/drawing/2014/main" id="{CB35F268-B83F-84D9-DC2E-83D9C4835EA4}"/>
              </a:ext>
            </a:extLst>
          </p:cNvPr>
          <p:cNvSpPr/>
          <p:nvPr/>
        </p:nvSpPr>
        <p:spPr>
          <a:xfrm>
            <a:off x="3104699" y="1405877"/>
            <a:ext cx="4166370" cy="4032221"/>
          </a:xfrm>
          <a:prstGeom prst="roundRect">
            <a:avLst>
              <a:gd name="adj" fmla="val 6957"/>
            </a:avLst>
          </a:prstGeom>
          <a:solidFill>
            <a:srgbClr val="FF007F">
              <a:lumMod val="20000"/>
              <a:lumOff val="80000"/>
            </a:srgbClr>
          </a:solidFill>
          <a:ln w="12700"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Process transformation: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Establish a clear guiding vision that directs and aligns all process transformation efforts across the organization.</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GBS process governance: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Define and manage the oversight structures for Global Business Services to ensure consistency and accountability.</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Retained process governance: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Maintain internal control over key processes that remain within the organization rather than being outsourced.</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Process design: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Develop structured workflows and procedures that support operational efficiency and strategic goals.</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Process implementation: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Roll out newly designed processes into the organization with appropriate planning and stakeholder engagement.</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Process execution and performance measurement: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Operate business processes while tracking performance metrics to ensure they meet desired outcomes.</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Service delivery model: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Structure how services are delivered to customers or internal teams to ensure quality and efficiency.</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Technology architecture and roadmap: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Define the IT infrastructure and create a strategic plan for its evolution to support business needs.</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Sourcing model: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Determine how goods and services are acquired, balancing internal capabilities with external partnerships.</a:t>
            </a:r>
          </a:p>
          <a:p>
            <a:pPr marL="171450" marR="0" lvl="0" indent="-171450" defTabSz="914400" eaLnBrk="1" fontAlgn="auto" latinLnBrk="0" hangingPunct="1">
              <a:lnSpc>
                <a:spcPct val="95000"/>
              </a:lnSpc>
              <a:spcBef>
                <a:spcPts val="0"/>
              </a:spcBef>
              <a:spcAft>
                <a:spcPts val="800"/>
              </a:spcAft>
              <a:buClrTx/>
              <a:buSzTx/>
              <a:buFont typeface="Arial" panose="020B0604020202020204" pitchFamily="34" charset="0"/>
              <a:buChar char="•"/>
              <a:tabLst>
                <a:tab pos="457200" algn="l"/>
              </a:tabLst>
              <a:defRPr/>
            </a:pPr>
            <a:r>
              <a:rPr kumimoji="0" lang="en-US" sz="900" b="1" i="0" u="none" strike="noStrike" kern="0" cap="none" spc="0" normalizeH="0" baseline="0" noProof="0">
                <a:ln>
                  <a:noFill/>
                </a:ln>
                <a:solidFill>
                  <a:srgbClr val="000000"/>
                </a:solidFill>
                <a:effectLst/>
                <a:uLnTx/>
                <a:uFillTx/>
                <a:ea typeface="+mn-ea"/>
                <a:cs typeface="Arial" panose="020B0604020202020204" pitchFamily="34" charset="0"/>
              </a:rPr>
              <a:t>Continuous improvements: </a:t>
            </a: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Drive ongoing enhancements to processes and services through iterative changes and feedback </a:t>
            </a:r>
            <a:r>
              <a:rPr kumimoji="0" lang="en-US" sz="1000" b="0" i="0" u="none" strike="noStrike" kern="0" cap="none" spc="0" normalizeH="0" baseline="0" noProof="0">
                <a:ln>
                  <a:noFill/>
                </a:ln>
                <a:solidFill>
                  <a:srgbClr val="000000"/>
                </a:solidFill>
                <a:effectLst/>
                <a:uLnTx/>
                <a:uFillTx/>
                <a:ea typeface="+mn-ea"/>
                <a:cs typeface="Arial" panose="020B0604020202020204" pitchFamily="34" charset="0"/>
              </a:rPr>
              <a:t>loops.</a:t>
            </a:r>
          </a:p>
        </p:txBody>
      </p:sp>
      <p:sp>
        <p:nvSpPr>
          <p:cNvPr id="47" name="Rectangle: Rounded Corners 46">
            <a:extLst>
              <a:ext uri="{FF2B5EF4-FFF2-40B4-BE49-F238E27FC236}">
                <a16:creationId xmlns:a16="http://schemas.microsoft.com/office/drawing/2014/main" id="{62C74D4B-6066-BBE4-DF36-4477253E85D3}"/>
              </a:ext>
            </a:extLst>
          </p:cNvPr>
          <p:cNvSpPr/>
          <p:nvPr/>
        </p:nvSpPr>
        <p:spPr>
          <a:xfrm>
            <a:off x="7764981" y="1425312"/>
            <a:ext cx="3865268" cy="181983"/>
          </a:xfrm>
          <a:prstGeom prst="roundRect">
            <a:avLst/>
          </a:prstGeom>
          <a:solidFill>
            <a:srgbClr val="55C3F0">
              <a:lumMod val="20000"/>
              <a:lumOff val="8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r>
              <a:rPr kumimoji="0" lang="en-US" sz="900" b="1" i="0" u="none" strike="noStrike" kern="0" cap="none" spc="0" normalizeH="0" baseline="0" noProof="0">
                <a:ln>
                  <a:noFill/>
                </a:ln>
                <a:solidFill>
                  <a:sysClr val="windowText" lastClr="000000"/>
                </a:solidFill>
                <a:effectLst/>
                <a:uLnTx/>
                <a:uFillTx/>
                <a:ea typeface="+mn-ea"/>
                <a:cs typeface="Arial" panose="020B0604020202020204" pitchFamily="34" charset="0"/>
              </a:rPr>
              <a:t>Captive teams</a:t>
            </a:r>
          </a:p>
        </p:txBody>
      </p:sp>
      <p:sp>
        <p:nvSpPr>
          <p:cNvPr id="48" name="Rectangle: Rounded Corners 47">
            <a:extLst>
              <a:ext uri="{FF2B5EF4-FFF2-40B4-BE49-F238E27FC236}">
                <a16:creationId xmlns:a16="http://schemas.microsoft.com/office/drawing/2014/main" id="{4A0735B2-2771-EA7F-1B2A-13CCD40EF48F}"/>
              </a:ext>
            </a:extLst>
          </p:cNvPr>
          <p:cNvSpPr/>
          <p:nvPr/>
        </p:nvSpPr>
        <p:spPr>
          <a:xfrm>
            <a:off x="7761843" y="1625599"/>
            <a:ext cx="3865268" cy="464058"/>
          </a:xfrm>
          <a:prstGeom prst="roundRect">
            <a:avLst/>
          </a:prstGeom>
          <a:solidFill>
            <a:srgbClr val="55C3F0">
              <a:lumMod val="20000"/>
              <a:lumOff val="80000"/>
            </a:srgbClr>
          </a:solidFill>
          <a:ln w="28575" cap="flat" cmpd="sng" algn="ctr">
            <a:noFill/>
            <a:prstDash val="solid"/>
            <a:miter lim="800000"/>
          </a:ln>
          <a:effectLst/>
        </p:spPr>
        <p:txBody>
          <a:bodyPr rtlCol="0" anchor="ctr"/>
          <a:lstStyle/>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Execute standardized processes and escalate exceptions to GPOs.</a:t>
            </a:r>
          </a:p>
          <a:p>
            <a:pPr marL="171450" marR="0" lvl="0" indent="-171450" defTabSz="914400" eaLnBrk="1" fontAlgn="auto" latinLnBrk="0" hangingPunct="1">
              <a:lnSpc>
                <a:spcPct val="95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ea typeface="+mn-ea"/>
                <a:cs typeface="Arial" panose="020B0604020202020204" pitchFamily="34" charset="0"/>
              </a:rPr>
              <a:t>Provide feedback on process pain points and improvement opportunities.</a:t>
            </a:r>
          </a:p>
        </p:txBody>
      </p:sp>
      <p:cxnSp>
        <p:nvCxnSpPr>
          <p:cNvPr id="49" name="Connector: Curved 48">
            <a:extLst>
              <a:ext uri="{FF2B5EF4-FFF2-40B4-BE49-F238E27FC236}">
                <a16:creationId xmlns:a16="http://schemas.microsoft.com/office/drawing/2014/main" id="{DDB38252-D437-7CB8-D7A6-EB1A1954070D}"/>
              </a:ext>
            </a:extLst>
          </p:cNvPr>
          <p:cNvCxnSpPr>
            <a:cxnSpLocks/>
            <a:endCxn id="50" idx="1"/>
          </p:cNvCxnSpPr>
          <p:nvPr/>
        </p:nvCxnSpPr>
        <p:spPr>
          <a:xfrm flipV="1">
            <a:off x="7277425" y="2187044"/>
            <a:ext cx="425422" cy="224985"/>
          </a:xfrm>
          <a:prstGeom prst="curvedConnector3">
            <a:avLst>
              <a:gd name="adj1" fmla="val 50000"/>
            </a:avLst>
          </a:prstGeom>
          <a:noFill/>
          <a:ln w="6350" cap="flat" cmpd="sng" algn="ctr">
            <a:solidFill>
              <a:srgbClr val="FF007F"/>
            </a:solidFill>
            <a:prstDash val="solid"/>
            <a:miter lim="800000"/>
            <a:tailEnd type="triangle"/>
          </a:ln>
          <a:effectLst/>
        </p:spPr>
      </p:cxnSp>
      <p:sp>
        <p:nvSpPr>
          <p:cNvPr id="50" name="Rectangle: Rounded Corners 49">
            <a:extLst>
              <a:ext uri="{FF2B5EF4-FFF2-40B4-BE49-F238E27FC236}">
                <a16:creationId xmlns:a16="http://schemas.microsoft.com/office/drawing/2014/main" id="{F52AA193-5097-9A87-CFAE-DE678EA02FB1}"/>
              </a:ext>
            </a:extLst>
          </p:cNvPr>
          <p:cNvSpPr/>
          <p:nvPr/>
        </p:nvSpPr>
        <p:spPr>
          <a:xfrm>
            <a:off x="7702848" y="1394663"/>
            <a:ext cx="3993852" cy="1584762"/>
          </a:xfrm>
          <a:prstGeom prst="roundRect">
            <a:avLst>
              <a:gd name="adj" fmla="val 6759"/>
            </a:avLst>
          </a:prstGeom>
          <a:noFill/>
          <a:ln w="12700" cap="flat" cmpd="sng" algn="ctr">
            <a:solidFill>
              <a:sysClr val="windowText" lastClr="000000"/>
            </a:solidFill>
            <a:prstDash val="dash"/>
            <a:miter lim="800000"/>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51" name="Rectangle: Rounded Corners 50">
            <a:extLst>
              <a:ext uri="{FF2B5EF4-FFF2-40B4-BE49-F238E27FC236}">
                <a16:creationId xmlns:a16="http://schemas.microsoft.com/office/drawing/2014/main" id="{414E81B5-74C6-36DD-2B3C-B9BB05E98486}"/>
              </a:ext>
            </a:extLst>
          </p:cNvPr>
          <p:cNvSpPr/>
          <p:nvPr/>
        </p:nvSpPr>
        <p:spPr>
          <a:xfrm>
            <a:off x="3239883" y="1437116"/>
            <a:ext cx="3926469" cy="426990"/>
          </a:xfrm>
          <a:prstGeom prst="round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52" name="Rectangle: Rounded Corners 51">
            <a:extLst>
              <a:ext uri="{FF2B5EF4-FFF2-40B4-BE49-F238E27FC236}">
                <a16:creationId xmlns:a16="http://schemas.microsoft.com/office/drawing/2014/main" id="{EB03315C-3F46-3A91-C712-47252172B370}"/>
              </a:ext>
            </a:extLst>
          </p:cNvPr>
          <p:cNvSpPr/>
          <p:nvPr/>
        </p:nvSpPr>
        <p:spPr>
          <a:xfrm>
            <a:off x="3239883" y="3038584"/>
            <a:ext cx="3926469" cy="374033"/>
          </a:xfrm>
          <a:prstGeom prst="round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53" name="Rectangle: Rounded Corners 52">
            <a:extLst>
              <a:ext uri="{FF2B5EF4-FFF2-40B4-BE49-F238E27FC236}">
                <a16:creationId xmlns:a16="http://schemas.microsoft.com/office/drawing/2014/main" id="{C6DE03DB-09CD-D47D-5D69-28411C51BEEC}"/>
              </a:ext>
            </a:extLst>
          </p:cNvPr>
          <p:cNvSpPr/>
          <p:nvPr/>
        </p:nvSpPr>
        <p:spPr>
          <a:xfrm>
            <a:off x="3239883" y="5021226"/>
            <a:ext cx="3926469" cy="374033"/>
          </a:xfrm>
          <a:prstGeom prst="round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54" name="Rectangle: Rounded Corners 53">
            <a:extLst>
              <a:ext uri="{FF2B5EF4-FFF2-40B4-BE49-F238E27FC236}">
                <a16:creationId xmlns:a16="http://schemas.microsoft.com/office/drawing/2014/main" id="{0B1E7137-B251-7BC0-ED6A-79A05457C28D}"/>
              </a:ext>
            </a:extLst>
          </p:cNvPr>
          <p:cNvSpPr/>
          <p:nvPr/>
        </p:nvSpPr>
        <p:spPr>
          <a:xfrm>
            <a:off x="3239882" y="3463375"/>
            <a:ext cx="3926469" cy="437760"/>
          </a:xfrm>
          <a:prstGeom prst="round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55" name="Rectangle: Rounded Corners 54">
            <a:extLst>
              <a:ext uri="{FF2B5EF4-FFF2-40B4-BE49-F238E27FC236}">
                <a16:creationId xmlns:a16="http://schemas.microsoft.com/office/drawing/2014/main" id="{6157CB13-136B-86A1-AE8A-0EC0C46FA3E3}"/>
              </a:ext>
            </a:extLst>
          </p:cNvPr>
          <p:cNvSpPr/>
          <p:nvPr/>
        </p:nvSpPr>
        <p:spPr>
          <a:xfrm>
            <a:off x="3239882" y="4283642"/>
            <a:ext cx="3926469" cy="374033"/>
          </a:xfrm>
          <a:prstGeom prst="round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95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365628203"/>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111CCA-ECDC-BE4A-C26D-E94B8EFCB82D}"/>
              </a:ext>
            </a:extLst>
          </p:cNvPr>
          <p:cNvSpPr>
            <a:spLocks noGrp="1"/>
          </p:cNvSpPr>
          <p:nvPr>
            <p:ph type="title"/>
          </p:nvPr>
        </p:nvSpPr>
        <p:spPr/>
        <p:txBody>
          <a:bodyPr/>
          <a:lstStyle/>
          <a:p>
            <a:r>
              <a:rPr lang="en-US"/>
              <a:t>Record-to-Report Personas (1/2)</a:t>
            </a:r>
            <a:endParaRPr lang="en-IN"/>
          </a:p>
        </p:txBody>
      </p:sp>
      <p:sp>
        <p:nvSpPr>
          <p:cNvPr id="5" name="Slide Number Placeholder 4">
            <a:extLst>
              <a:ext uri="{FF2B5EF4-FFF2-40B4-BE49-F238E27FC236}">
                <a16:creationId xmlns:a16="http://schemas.microsoft.com/office/drawing/2014/main" id="{A6EE3F49-B87C-32CD-F85E-DC82D4EFA45D}"/>
              </a:ext>
            </a:extLst>
          </p:cNvPr>
          <p:cNvSpPr>
            <a:spLocks noGrp="1"/>
          </p:cNvSpPr>
          <p:nvPr>
            <p:ph type="sldNum" sz="quarter" idx="12"/>
          </p:nvPr>
        </p:nvSpPr>
        <p:spPr/>
        <p:txBody>
          <a:bodyPr/>
          <a:lstStyle/>
          <a:p>
            <a:fld id="{94FCA0F3-9F3A-694B-99BB-0E592A797735}" type="slidenum">
              <a:rPr lang="en-US" smtClean="0"/>
              <a:t>144</a:t>
            </a:fld>
            <a:endParaRPr lang="en-US"/>
          </a:p>
        </p:txBody>
      </p:sp>
      <p:sp>
        <p:nvSpPr>
          <p:cNvPr id="6" name="Date Placeholder 5">
            <a:extLst>
              <a:ext uri="{FF2B5EF4-FFF2-40B4-BE49-F238E27FC236}">
                <a16:creationId xmlns:a16="http://schemas.microsoft.com/office/drawing/2014/main" id="{D6FFEA9A-C049-3EA8-7994-5D6D54A11528}"/>
              </a:ext>
            </a:extLst>
          </p:cNvPr>
          <p:cNvSpPr>
            <a:spLocks noGrp="1"/>
          </p:cNvSpPr>
          <p:nvPr>
            <p:ph type="dt" sz="half" idx="10"/>
          </p:nvPr>
        </p:nvSpPr>
        <p:spPr/>
        <p:txBody>
          <a:bodyPr/>
          <a:lstStyle/>
          <a:p>
            <a:fld id="{452A3675-0ABA-4CE6-B2BC-AE237571B77C}" type="datetime1">
              <a:rPr lang="en-US" smtClean="0"/>
              <a:t>9/19/2025</a:t>
            </a:fld>
            <a:endParaRPr lang="en-US"/>
          </a:p>
        </p:txBody>
      </p:sp>
      <p:sp>
        <p:nvSpPr>
          <p:cNvPr id="32" name="TextBox 31">
            <a:extLst>
              <a:ext uri="{FF2B5EF4-FFF2-40B4-BE49-F238E27FC236}">
                <a16:creationId xmlns:a16="http://schemas.microsoft.com/office/drawing/2014/main" id="{3A2E1CF0-176F-8FDD-B49D-A02EE7A2C249}"/>
              </a:ext>
            </a:extLst>
          </p:cNvPr>
          <p:cNvSpPr txBox="1"/>
          <p:nvPr/>
        </p:nvSpPr>
        <p:spPr>
          <a:xfrm>
            <a:off x="668403" y="1020763"/>
            <a:ext cx="2286000" cy="594360"/>
          </a:xfrm>
          <a:prstGeom prst="rect">
            <a:avLst/>
          </a:prstGeom>
          <a:noFill/>
        </p:spPr>
        <p:txBody>
          <a:bodyPr wrap="square" lIns="91440" tIns="45720" rIns="91440" bIns="45720" rtlCol="0" anchor="ctr" anchorCtr="0">
            <a:noAutofit/>
          </a:bodyPr>
          <a:lstStyle/>
          <a:p>
            <a:pPr algn="ctr" defTabSz="913943">
              <a:buClr>
                <a:srgbClr val="FFE600"/>
              </a:buClr>
              <a:buSzPct val="70000"/>
            </a:pPr>
            <a:r>
              <a:rPr lang="en-GB" sz="1600">
                <a:solidFill>
                  <a:schemeClr val="bg1"/>
                </a:solidFill>
                <a:highlight>
                  <a:srgbClr val="FFFF00"/>
                </a:highlight>
                <a:latin typeface="EYInterstate" panose="02000503020000020004" pitchFamily="2" charset="0"/>
              </a:rPr>
              <a:t>Global Process Owner (GPO)</a:t>
            </a:r>
          </a:p>
        </p:txBody>
      </p:sp>
      <p:sp>
        <p:nvSpPr>
          <p:cNvPr id="33" name="Rectangle 32">
            <a:extLst>
              <a:ext uri="{FF2B5EF4-FFF2-40B4-BE49-F238E27FC236}">
                <a16:creationId xmlns:a16="http://schemas.microsoft.com/office/drawing/2014/main" id="{A35DE879-9545-19FF-0E24-E2132C07711C}"/>
              </a:ext>
            </a:extLst>
          </p:cNvPr>
          <p:cNvSpPr/>
          <p:nvPr/>
        </p:nvSpPr>
        <p:spPr>
          <a:xfrm>
            <a:off x="485523" y="1706563"/>
            <a:ext cx="2651760" cy="4389120"/>
          </a:xfrm>
          <a:prstGeom prst="rect">
            <a:avLst/>
          </a:prstGeom>
          <a:noFill/>
          <a:ln w="6350" cap="flat" cmpd="sng" algn="ctr">
            <a:solidFill>
              <a:schemeClr val="bg1"/>
            </a:solidFill>
            <a:prstDash val="lgDash"/>
            <a:miter lim="800000"/>
            <a:headEnd type="none" w="med" len="med"/>
            <a:tailEnd type="none" w="med" len="med"/>
          </a:ln>
          <a:effectLst/>
        </p:spPr>
        <p:txBody>
          <a:bodyPr lIns="91440" tIns="91440" rIns="91440" bIns="0" rtlCol="0" anchor="t" anchorCtr="0"/>
          <a:lstStyle/>
          <a:p>
            <a:pPr marR="0" algn="l" defTabSz="914400" eaLnBrk="1" fontAlgn="auto" latinLnBrk="0" hangingPunct="1">
              <a:lnSpc>
                <a:spcPct val="110000"/>
              </a:lnSpc>
              <a:spcBef>
                <a:spcPts val="1200"/>
              </a:spcBef>
              <a:buClr>
                <a:srgbClr val="FFE600"/>
              </a:buClr>
              <a:buSzTx/>
              <a:tabLst/>
            </a:pPr>
            <a:r>
              <a:rPr kumimoji="0" lang="en-IN" sz="1200" b="1" i="0" u="none" strike="noStrike" kern="0" cap="none" spc="0" normalizeH="0" baseline="0" noProof="0">
                <a:ln>
                  <a:noFill/>
                </a:ln>
                <a:solidFill>
                  <a:srgbClr val="1A1A24"/>
                </a:solidFill>
                <a:effectLst/>
                <a:uLnTx/>
                <a:uFillTx/>
                <a:latin typeface="EYInterstate Light"/>
                <a:ea typeface="+mn-ea"/>
                <a:cs typeface="+mn-cs"/>
              </a:rPr>
              <a:t>Profile</a:t>
            </a:r>
          </a:p>
          <a:p>
            <a:pPr marR="0" algn="l" defTabSz="914400" eaLnBrk="1" fontAlgn="auto" latinLnBrk="0" hangingPunct="1">
              <a:lnSpc>
                <a:spcPct val="110000"/>
              </a:lnSpc>
              <a:spcBef>
                <a:spcPts val="300"/>
              </a:spcBef>
              <a:buClr>
                <a:srgbClr val="FFE600"/>
              </a:buClr>
              <a:buSzTx/>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Senior leader responsible for end-to-end R2R process standardization, governance, and transformation.</a:t>
            </a:r>
          </a:p>
          <a:p>
            <a:pPr marR="0" algn="l" defTabSz="914400" eaLnBrk="1" fontAlgn="auto" latinLnBrk="0" hangingPunct="1">
              <a:lnSpc>
                <a:spcPct val="110000"/>
              </a:lnSpc>
              <a:spcBef>
                <a:spcPts val="1200"/>
              </a:spcBef>
              <a:buClr>
                <a:srgbClr val="FFE600"/>
              </a:buClr>
              <a:buSzTx/>
              <a:tabLst/>
            </a:pPr>
            <a:r>
              <a:rPr kumimoji="0" lang="en-IN" sz="1200" b="1" i="0" u="none" strike="noStrike" kern="0" cap="none" spc="0" normalizeH="0" baseline="0" noProof="0">
                <a:ln>
                  <a:noFill/>
                </a:ln>
                <a:solidFill>
                  <a:srgbClr val="1A1A24"/>
                </a:solidFill>
                <a:effectLst/>
                <a:uLnTx/>
                <a:uFillTx/>
                <a:latin typeface="EYInterstate Light"/>
                <a:ea typeface="+mn-ea"/>
                <a:cs typeface="+mn-cs"/>
              </a:rPr>
              <a:t>Key Responsibilities</a:t>
            </a:r>
          </a:p>
          <a:p>
            <a:pPr marL="137160" marR="0" indent="-137160" algn="l" defTabSz="914400" eaLnBrk="1" fontAlgn="auto" latinLnBrk="0" hangingPunct="1">
              <a:lnSpc>
                <a:spcPct val="110000"/>
              </a:lnSpc>
              <a:spcBef>
                <a:spcPts val="300"/>
              </a:spcBef>
              <a:buClr>
                <a:srgbClr val="FFE600"/>
              </a:buClr>
              <a:buSzPct val="100000"/>
              <a:buFont typeface="Wingdings" panose="05000000000000000000" pitchFamily="2" charset="2"/>
              <a:buChar char="§"/>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Define global R2R strategy and policies</a:t>
            </a:r>
          </a:p>
          <a:p>
            <a:pPr marL="137160" marR="0" indent="-137160" algn="l" defTabSz="914400" eaLnBrk="1" fontAlgn="auto" latinLnBrk="0" hangingPunct="1">
              <a:lnSpc>
                <a:spcPct val="110000"/>
              </a:lnSpc>
              <a:spcBef>
                <a:spcPts val="300"/>
              </a:spcBef>
              <a:buClr>
                <a:srgbClr val="FFE600"/>
              </a:buClr>
              <a:buSzPct val="100000"/>
              <a:buFont typeface="Wingdings" panose="05000000000000000000" pitchFamily="2" charset="2"/>
              <a:buChar char="§"/>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Drive process standardization and automation</a:t>
            </a:r>
          </a:p>
          <a:p>
            <a:pPr marL="137160" marR="0" indent="-137160" algn="l" defTabSz="914400" eaLnBrk="1" fontAlgn="auto" latinLnBrk="0" hangingPunct="1">
              <a:lnSpc>
                <a:spcPct val="110000"/>
              </a:lnSpc>
              <a:spcBef>
                <a:spcPts val="300"/>
              </a:spcBef>
              <a:buClr>
                <a:srgbClr val="FFE600"/>
              </a:buClr>
              <a:buSzPct val="100000"/>
              <a:buFont typeface="Wingdings" panose="05000000000000000000" pitchFamily="2" charset="2"/>
              <a:buChar char="§"/>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Monitor process KPIs across regions</a:t>
            </a:r>
          </a:p>
          <a:p>
            <a:pPr marR="0" algn="l" defTabSz="914400" eaLnBrk="1" fontAlgn="auto" latinLnBrk="0" hangingPunct="1">
              <a:lnSpc>
                <a:spcPct val="110000"/>
              </a:lnSpc>
              <a:spcBef>
                <a:spcPts val="1200"/>
              </a:spcBef>
              <a:buClr>
                <a:srgbClr val="FFE600"/>
              </a:buClr>
              <a:buSzTx/>
              <a:tabLst/>
            </a:pPr>
            <a:r>
              <a:rPr kumimoji="0" lang="en-IN" sz="1200" b="1" i="0" u="none" strike="noStrike" kern="0" cap="none" spc="0" normalizeH="0" baseline="0" noProof="0">
                <a:ln>
                  <a:noFill/>
                </a:ln>
                <a:solidFill>
                  <a:srgbClr val="1A1A24"/>
                </a:solidFill>
                <a:effectLst/>
                <a:uLnTx/>
                <a:uFillTx/>
                <a:latin typeface="EYInterstate Light"/>
                <a:ea typeface="+mn-ea"/>
                <a:cs typeface="+mn-cs"/>
              </a:rPr>
              <a:t>Needs &amp; Pain Points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Visibility into global performance</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Balancing local compliance vs. global standards</a:t>
            </a:r>
          </a:p>
          <a:p>
            <a:pPr marR="0" algn="l" defTabSz="914400" eaLnBrk="1" fontAlgn="auto" latinLnBrk="0" hangingPunct="1">
              <a:lnSpc>
                <a:spcPct val="110000"/>
              </a:lnSpc>
              <a:spcBef>
                <a:spcPts val="1200"/>
              </a:spcBef>
              <a:buClr>
                <a:srgbClr val="FFE600"/>
              </a:buClr>
              <a:buSzTx/>
              <a:tabLst/>
            </a:pPr>
            <a:r>
              <a:rPr kumimoji="0" lang="en-IN" sz="1200" b="1" i="0" u="none" strike="noStrike" kern="0" cap="none" spc="0" normalizeH="0" baseline="0" noProof="0">
                <a:ln>
                  <a:noFill/>
                </a:ln>
                <a:solidFill>
                  <a:srgbClr val="1A1A24"/>
                </a:solidFill>
                <a:effectLst/>
                <a:uLnTx/>
                <a:uFillTx/>
                <a:latin typeface="EYInterstate Light"/>
                <a:ea typeface="+mn-ea"/>
                <a:cs typeface="+mn-cs"/>
              </a:rPr>
              <a:t>Typical Metrics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Close cycle time</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Compliance rates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Standardization levels</a:t>
            </a:r>
          </a:p>
        </p:txBody>
      </p:sp>
      <p:sp>
        <p:nvSpPr>
          <p:cNvPr id="34" name="Rectangle 33">
            <a:extLst>
              <a:ext uri="{FF2B5EF4-FFF2-40B4-BE49-F238E27FC236}">
                <a16:creationId xmlns:a16="http://schemas.microsoft.com/office/drawing/2014/main" id="{1A29BE5B-9AB5-6364-3DE3-34B417404606}"/>
              </a:ext>
            </a:extLst>
          </p:cNvPr>
          <p:cNvSpPr/>
          <p:nvPr/>
        </p:nvSpPr>
        <p:spPr>
          <a:xfrm>
            <a:off x="9054717" y="1706563"/>
            <a:ext cx="2651760" cy="4389120"/>
          </a:xfrm>
          <a:prstGeom prst="rect">
            <a:avLst/>
          </a:prstGeom>
          <a:noFill/>
          <a:ln w="6350" cap="flat" cmpd="sng" algn="ctr">
            <a:solidFill>
              <a:schemeClr val="bg1"/>
            </a:solidFill>
            <a:prstDash val="lgDash"/>
            <a:miter lim="800000"/>
            <a:headEnd type="none" w="med" len="med"/>
            <a:tailEnd type="none" w="med" len="med"/>
          </a:ln>
          <a:effectLst/>
        </p:spPr>
        <p:txBody>
          <a:bodyPr lIns="91440" tIns="91440" rIns="91440" bIns="0" rtlCol="0" anchor="t" anchorCtr="0"/>
          <a:lstStyle/>
          <a:p>
            <a:pPr marR="0" fontAlgn="auto">
              <a:lnSpc>
                <a:spcPct val="110000"/>
              </a:lnSpc>
              <a:spcBef>
                <a:spcPts val="1200"/>
              </a:spcBef>
              <a:buClr>
                <a:srgbClr val="FFE600"/>
              </a:buClr>
              <a:buSzTx/>
              <a:tabLst/>
            </a:pPr>
            <a:r>
              <a:rPr lang="en-IN" sz="1200" b="1" kern="0">
                <a:solidFill>
                  <a:srgbClr val="1A1A24"/>
                </a:solidFill>
                <a:latin typeface="EYInterstate Light"/>
              </a:rPr>
              <a:t>Profile</a:t>
            </a:r>
          </a:p>
          <a:p>
            <a:pPr marR="0" algn="l" defTabSz="914400" eaLnBrk="1" fontAlgn="auto" latinLnBrk="0" hangingPunct="1">
              <a:lnSpc>
                <a:spcPct val="110000"/>
              </a:lnSpc>
              <a:spcBef>
                <a:spcPts val="300"/>
              </a:spcBef>
              <a:buClr>
                <a:srgbClr val="FFE600"/>
              </a:buClr>
              <a:buSzTx/>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Manages intercompany transactions, reconciliations, and eliminations.</a:t>
            </a:r>
          </a:p>
          <a:p>
            <a:pPr marR="0" fontAlgn="auto">
              <a:lnSpc>
                <a:spcPct val="110000"/>
              </a:lnSpc>
              <a:spcBef>
                <a:spcPts val="1200"/>
              </a:spcBef>
              <a:buClr>
                <a:srgbClr val="FFE600"/>
              </a:buClr>
              <a:buSzTx/>
              <a:tabLst/>
            </a:pPr>
            <a:r>
              <a:rPr lang="en-IN" sz="1200" b="1" kern="0">
                <a:solidFill>
                  <a:srgbClr val="1A1A24"/>
                </a:solidFill>
                <a:latin typeface="EYInterstate Light"/>
              </a:rPr>
              <a:t>Key Responsibilities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Record intercompany transactions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Resolve mismatches with counterparties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Support consolidation process</a:t>
            </a:r>
          </a:p>
          <a:p>
            <a:pPr marR="0" fontAlgn="auto">
              <a:lnSpc>
                <a:spcPct val="110000"/>
              </a:lnSpc>
              <a:spcBef>
                <a:spcPts val="1200"/>
              </a:spcBef>
              <a:buClr>
                <a:srgbClr val="FFE600"/>
              </a:buClr>
              <a:buSzTx/>
              <a:tabLst/>
            </a:pPr>
            <a:r>
              <a:rPr lang="en-IN" sz="1200" b="1" kern="0">
                <a:solidFill>
                  <a:srgbClr val="1A1A24"/>
                </a:solidFill>
                <a:latin typeface="EYInterstate Light"/>
              </a:rPr>
              <a:t>Needs &amp; Pain Points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Timely responses from other entities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Automated matching tools</a:t>
            </a:r>
          </a:p>
          <a:p>
            <a:pPr>
              <a:lnSpc>
                <a:spcPct val="110000"/>
              </a:lnSpc>
              <a:spcBef>
                <a:spcPts val="1200"/>
              </a:spcBef>
              <a:buClr>
                <a:srgbClr val="FFE600"/>
              </a:buClr>
            </a:pPr>
            <a:r>
              <a:rPr lang="en-IN" sz="1200" b="1" kern="0">
                <a:solidFill>
                  <a:srgbClr val="1A1A24"/>
                </a:solidFill>
                <a:latin typeface="EYInterstate Light"/>
              </a:rPr>
              <a:t>Typical Metrics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Number of unmatched transactions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Resolution time</a:t>
            </a:r>
          </a:p>
        </p:txBody>
      </p:sp>
      <p:sp>
        <p:nvSpPr>
          <p:cNvPr id="35" name="Rectangle 34">
            <a:extLst>
              <a:ext uri="{FF2B5EF4-FFF2-40B4-BE49-F238E27FC236}">
                <a16:creationId xmlns:a16="http://schemas.microsoft.com/office/drawing/2014/main" id="{81FC4553-BE58-1689-1197-E13CDD9F8E0A}"/>
              </a:ext>
            </a:extLst>
          </p:cNvPr>
          <p:cNvSpPr/>
          <p:nvPr/>
        </p:nvSpPr>
        <p:spPr>
          <a:xfrm>
            <a:off x="3347594" y="1706563"/>
            <a:ext cx="2651760" cy="4389120"/>
          </a:xfrm>
          <a:prstGeom prst="rect">
            <a:avLst/>
          </a:prstGeom>
          <a:noFill/>
          <a:ln w="6350" cap="flat" cmpd="sng" algn="ctr">
            <a:solidFill>
              <a:schemeClr val="bg1"/>
            </a:solidFill>
            <a:prstDash val="lgDash"/>
            <a:miter lim="800000"/>
            <a:headEnd type="none" w="med" len="med"/>
            <a:tailEnd type="none" w="med" len="med"/>
          </a:ln>
          <a:effectLst/>
        </p:spPr>
        <p:txBody>
          <a:bodyPr lIns="91440" tIns="91440" rIns="91440" bIns="0" rtlCol="0" anchor="t" anchorCtr="0"/>
          <a:lstStyle/>
          <a:p>
            <a:pPr>
              <a:lnSpc>
                <a:spcPct val="110000"/>
              </a:lnSpc>
              <a:spcBef>
                <a:spcPts val="1200"/>
              </a:spcBef>
              <a:buClr>
                <a:srgbClr val="FFE600"/>
              </a:buClr>
            </a:pPr>
            <a:r>
              <a:rPr lang="en-IN" sz="1200" b="1" kern="0">
                <a:solidFill>
                  <a:srgbClr val="1A1A24"/>
                </a:solidFill>
                <a:latin typeface="EYInterstate Light"/>
              </a:rPr>
              <a:t>Profile</a:t>
            </a:r>
          </a:p>
          <a:p>
            <a:pPr marR="0" algn="l" defTabSz="914400" eaLnBrk="1" fontAlgn="auto" latinLnBrk="0" hangingPunct="1">
              <a:lnSpc>
                <a:spcPct val="110000"/>
              </a:lnSpc>
              <a:spcBef>
                <a:spcPts val="300"/>
              </a:spcBef>
              <a:buClr>
                <a:srgbClr val="FFE600"/>
              </a:buClr>
              <a:buSzTx/>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Oversees R2R execution within a region, ensuring compliance with local laws and corporate policies.</a:t>
            </a:r>
          </a:p>
          <a:p>
            <a:pPr marR="0" fontAlgn="auto">
              <a:lnSpc>
                <a:spcPct val="110000"/>
              </a:lnSpc>
              <a:spcBef>
                <a:spcPts val="1200"/>
              </a:spcBef>
              <a:buClr>
                <a:srgbClr val="FFE600"/>
              </a:buClr>
              <a:buSzTx/>
              <a:tabLst/>
            </a:pPr>
            <a:r>
              <a:rPr lang="en-IN" sz="1200" b="1" kern="0">
                <a:solidFill>
                  <a:srgbClr val="1A1A24"/>
                </a:solidFill>
                <a:latin typeface="EYInterstate Light"/>
              </a:rPr>
              <a:t>Key Responsibilities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Review regional trial balance and adjustments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Liaise between local entities and GBS/CoE</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Approve journal entries for accuracy</a:t>
            </a:r>
          </a:p>
          <a:p>
            <a:pPr>
              <a:lnSpc>
                <a:spcPct val="110000"/>
              </a:lnSpc>
              <a:spcBef>
                <a:spcPts val="1200"/>
              </a:spcBef>
              <a:buClr>
                <a:srgbClr val="FFE600"/>
              </a:buClr>
            </a:pPr>
            <a:r>
              <a:rPr lang="en-IN" sz="1200" b="1" kern="0">
                <a:solidFill>
                  <a:srgbClr val="1A1A24"/>
                </a:solidFill>
                <a:latin typeface="EYInterstate Light"/>
              </a:rPr>
              <a:t>Needs &amp; Pain Points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Timely, accurate data from GBS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Clear escalation paths</a:t>
            </a:r>
          </a:p>
          <a:p>
            <a:pPr marR="0" fontAlgn="auto">
              <a:lnSpc>
                <a:spcPct val="110000"/>
              </a:lnSpc>
              <a:spcBef>
                <a:spcPts val="1200"/>
              </a:spcBef>
              <a:buClr>
                <a:srgbClr val="FFE600"/>
              </a:buClr>
              <a:buSzTx/>
              <a:tabLst/>
            </a:pPr>
            <a:r>
              <a:rPr lang="en-IN" sz="1200" b="1" kern="0">
                <a:solidFill>
                  <a:srgbClr val="1A1A24"/>
                </a:solidFill>
                <a:latin typeface="EYInterstate Light"/>
              </a:rPr>
              <a:t>Typical Metrics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Adjustments accuracy</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On-time close</a:t>
            </a:r>
          </a:p>
        </p:txBody>
      </p:sp>
      <p:sp>
        <p:nvSpPr>
          <p:cNvPr id="38" name="Rectangle 37">
            <a:extLst>
              <a:ext uri="{FF2B5EF4-FFF2-40B4-BE49-F238E27FC236}">
                <a16:creationId xmlns:a16="http://schemas.microsoft.com/office/drawing/2014/main" id="{1FC95642-5032-7B17-0954-2166582F68F0}"/>
              </a:ext>
            </a:extLst>
          </p:cNvPr>
          <p:cNvSpPr/>
          <p:nvPr/>
        </p:nvSpPr>
        <p:spPr>
          <a:xfrm>
            <a:off x="6192646" y="1706563"/>
            <a:ext cx="2651760" cy="4389120"/>
          </a:xfrm>
          <a:prstGeom prst="rect">
            <a:avLst/>
          </a:prstGeom>
          <a:noFill/>
          <a:ln w="6350" cap="flat" cmpd="sng" algn="ctr">
            <a:solidFill>
              <a:schemeClr val="bg1"/>
            </a:solidFill>
            <a:prstDash val="lgDash"/>
            <a:miter lim="800000"/>
            <a:headEnd type="none" w="med" len="med"/>
            <a:tailEnd type="none" w="med" len="med"/>
          </a:ln>
          <a:effectLst/>
        </p:spPr>
        <p:txBody>
          <a:bodyPr lIns="91440" tIns="91440" rIns="91440" bIns="0" rtlCol="0" anchor="t" anchorCtr="0"/>
          <a:lstStyle/>
          <a:p>
            <a:pPr>
              <a:lnSpc>
                <a:spcPct val="110000"/>
              </a:lnSpc>
              <a:spcBef>
                <a:spcPts val="1200"/>
              </a:spcBef>
              <a:buClr>
                <a:srgbClr val="FFE600"/>
              </a:buClr>
            </a:pPr>
            <a:r>
              <a:rPr lang="en-IN" sz="1200" b="1" kern="0">
                <a:solidFill>
                  <a:srgbClr val="1A1A24"/>
                </a:solidFill>
                <a:latin typeface="EYInterstate Light"/>
              </a:rPr>
              <a:t>Profile</a:t>
            </a:r>
          </a:p>
          <a:p>
            <a:pPr marR="0" algn="l" defTabSz="914400" eaLnBrk="1" fontAlgn="auto" latinLnBrk="0" hangingPunct="1">
              <a:lnSpc>
                <a:spcPct val="110000"/>
              </a:lnSpc>
              <a:spcBef>
                <a:spcPts val="300"/>
              </a:spcBef>
              <a:buClr>
                <a:srgbClr val="FFE600"/>
              </a:buClr>
              <a:buSzTx/>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Executes day-to-day GL accounting activities in the GBS or local finance team.</a:t>
            </a:r>
          </a:p>
          <a:p>
            <a:pPr>
              <a:lnSpc>
                <a:spcPct val="110000"/>
              </a:lnSpc>
              <a:spcBef>
                <a:spcPts val="1200"/>
              </a:spcBef>
              <a:buClr>
                <a:srgbClr val="FFE600"/>
              </a:buClr>
            </a:pPr>
            <a:r>
              <a:rPr lang="en-IN" sz="1200" b="1" kern="0">
                <a:solidFill>
                  <a:srgbClr val="1A1A24"/>
                </a:solidFill>
                <a:latin typeface="EYInterstate Light"/>
              </a:rPr>
              <a:t>Key Responsibilities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Post journal entries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Maintain reconciliations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Ensure correct coding and compliance with chart of accounts</a:t>
            </a:r>
          </a:p>
          <a:p>
            <a:pPr>
              <a:lnSpc>
                <a:spcPct val="110000"/>
              </a:lnSpc>
              <a:spcBef>
                <a:spcPts val="1200"/>
              </a:spcBef>
              <a:buClr>
                <a:srgbClr val="FFE600"/>
              </a:buClr>
            </a:pPr>
            <a:r>
              <a:rPr lang="en-IN" sz="1200" b="1" kern="0">
                <a:solidFill>
                  <a:srgbClr val="1A1A24"/>
                </a:solidFill>
                <a:latin typeface="EYInterstate Light"/>
              </a:rPr>
              <a:t>Needs &amp; Pain Points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Clear posting guidelines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Minimized last-minute changes</a:t>
            </a:r>
          </a:p>
          <a:p>
            <a:pPr marR="0" fontAlgn="auto">
              <a:lnSpc>
                <a:spcPct val="110000"/>
              </a:lnSpc>
              <a:spcBef>
                <a:spcPts val="1200"/>
              </a:spcBef>
              <a:buClr>
                <a:srgbClr val="FFE600"/>
              </a:buClr>
              <a:buSzTx/>
              <a:tabLst/>
            </a:pPr>
            <a:r>
              <a:rPr lang="en-IN" sz="1200" b="1" kern="0">
                <a:solidFill>
                  <a:srgbClr val="1A1A24"/>
                </a:solidFill>
                <a:latin typeface="EYInterstate Light"/>
              </a:rPr>
              <a:t>Typical Metrics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Journal entry error rate</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Reconciliation completion timeliness</a:t>
            </a:r>
          </a:p>
        </p:txBody>
      </p:sp>
      <p:sp>
        <p:nvSpPr>
          <p:cNvPr id="43" name="TextBox 42">
            <a:extLst>
              <a:ext uri="{FF2B5EF4-FFF2-40B4-BE49-F238E27FC236}">
                <a16:creationId xmlns:a16="http://schemas.microsoft.com/office/drawing/2014/main" id="{92712C2A-C937-E369-CB0F-F930B8C11BE0}"/>
              </a:ext>
            </a:extLst>
          </p:cNvPr>
          <p:cNvSpPr txBox="1"/>
          <p:nvPr/>
        </p:nvSpPr>
        <p:spPr>
          <a:xfrm>
            <a:off x="3530474" y="1020763"/>
            <a:ext cx="2286000" cy="594360"/>
          </a:xfrm>
          <a:prstGeom prst="rect">
            <a:avLst/>
          </a:prstGeom>
          <a:noFill/>
        </p:spPr>
        <p:txBody>
          <a:bodyPr wrap="square" lIns="91440" tIns="45720" rIns="91440" bIns="45720" rtlCol="0" anchor="ctr" anchorCtr="0">
            <a:noAutofit/>
          </a:bodyPr>
          <a:lstStyle/>
          <a:p>
            <a:pPr algn="ctr" defTabSz="913943">
              <a:buClr>
                <a:srgbClr val="FFE600"/>
              </a:buClr>
              <a:buSzPct val="70000"/>
            </a:pPr>
            <a:r>
              <a:rPr lang="en-GB" sz="1600">
                <a:solidFill>
                  <a:schemeClr val="bg1"/>
                </a:solidFill>
                <a:latin typeface="EYInterstate" panose="02000503020000020004" pitchFamily="2" charset="0"/>
              </a:rPr>
              <a:t>Regional Finance Controller</a:t>
            </a:r>
          </a:p>
        </p:txBody>
      </p:sp>
      <p:sp>
        <p:nvSpPr>
          <p:cNvPr id="44" name="TextBox 43">
            <a:extLst>
              <a:ext uri="{FF2B5EF4-FFF2-40B4-BE49-F238E27FC236}">
                <a16:creationId xmlns:a16="http://schemas.microsoft.com/office/drawing/2014/main" id="{8947CD63-7999-BFC6-3371-534564B8884B}"/>
              </a:ext>
            </a:extLst>
          </p:cNvPr>
          <p:cNvSpPr txBox="1"/>
          <p:nvPr/>
        </p:nvSpPr>
        <p:spPr>
          <a:xfrm>
            <a:off x="6375526" y="1020763"/>
            <a:ext cx="2286000" cy="594360"/>
          </a:xfrm>
          <a:prstGeom prst="rect">
            <a:avLst/>
          </a:prstGeom>
          <a:noFill/>
        </p:spPr>
        <p:txBody>
          <a:bodyPr wrap="square" lIns="91440" tIns="45720" rIns="91440" bIns="45720" rtlCol="0" anchor="ctr" anchorCtr="0">
            <a:noAutofit/>
          </a:bodyPr>
          <a:lstStyle/>
          <a:p>
            <a:pPr algn="ctr" defTabSz="913943">
              <a:buClr>
                <a:srgbClr val="FFE600"/>
              </a:buClr>
              <a:buSzPct val="70000"/>
            </a:pPr>
            <a:r>
              <a:rPr lang="en-GB" sz="1600">
                <a:solidFill>
                  <a:schemeClr val="bg1"/>
                </a:solidFill>
                <a:highlight>
                  <a:srgbClr val="FFFF00"/>
                </a:highlight>
                <a:latin typeface="EYInterstate" panose="02000503020000020004" pitchFamily="2" charset="0"/>
              </a:rPr>
              <a:t>General Ledger (GL) Accountant</a:t>
            </a:r>
          </a:p>
        </p:txBody>
      </p:sp>
      <p:sp>
        <p:nvSpPr>
          <p:cNvPr id="45" name="TextBox 44">
            <a:extLst>
              <a:ext uri="{FF2B5EF4-FFF2-40B4-BE49-F238E27FC236}">
                <a16:creationId xmlns:a16="http://schemas.microsoft.com/office/drawing/2014/main" id="{091137CB-A486-AFDA-80CA-1047F7CC2C83}"/>
              </a:ext>
            </a:extLst>
          </p:cNvPr>
          <p:cNvSpPr txBox="1"/>
          <p:nvPr/>
        </p:nvSpPr>
        <p:spPr>
          <a:xfrm>
            <a:off x="9237597" y="1020763"/>
            <a:ext cx="2286000" cy="594360"/>
          </a:xfrm>
          <a:prstGeom prst="rect">
            <a:avLst/>
          </a:prstGeom>
          <a:noFill/>
        </p:spPr>
        <p:txBody>
          <a:bodyPr wrap="square" lIns="91440" tIns="45720" rIns="91440" bIns="45720" rtlCol="0" anchor="ctr" anchorCtr="0">
            <a:noAutofit/>
          </a:bodyPr>
          <a:lstStyle/>
          <a:p>
            <a:pPr algn="ctr" defTabSz="913943">
              <a:buClr>
                <a:srgbClr val="FFE600"/>
              </a:buClr>
              <a:buSzPct val="70000"/>
            </a:pPr>
            <a:r>
              <a:rPr lang="en-GB" sz="1600">
                <a:solidFill>
                  <a:schemeClr val="bg1"/>
                </a:solidFill>
                <a:highlight>
                  <a:srgbClr val="FFFF00"/>
                </a:highlight>
                <a:latin typeface="EYInterstate" panose="02000503020000020004" pitchFamily="2" charset="0"/>
              </a:rPr>
              <a:t>Intercompany Accountant</a:t>
            </a:r>
          </a:p>
        </p:txBody>
      </p:sp>
    </p:spTree>
    <p:extLst>
      <p:ext uri="{BB962C8B-B14F-4D97-AF65-F5344CB8AC3E}">
        <p14:creationId xmlns:p14="http://schemas.microsoft.com/office/powerpoint/2010/main" val="1554783003"/>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D1AC0641-122E-0393-5CE2-984593C645D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02D41D9-4EF7-8F49-8215-CEC8DD0D892A}"/>
              </a:ext>
            </a:extLst>
          </p:cNvPr>
          <p:cNvSpPr>
            <a:spLocks noGrp="1"/>
          </p:cNvSpPr>
          <p:nvPr>
            <p:ph type="title"/>
          </p:nvPr>
        </p:nvSpPr>
        <p:spPr/>
        <p:txBody>
          <a:bodyPr/>
          <a:lstStyle/>
          <a:p>
            <a:r>
              <a:rPr lang="en-US"/>
              <a:t>Record-to-Report Personas (2/2)</a:t>
            </a:r>
            <a:endParaRPr lang="en-IN"/>
          </a:p>
        </p:txBody>
      </p:sp>
      <p:sp>
        <p:nvSpPr>
          <p:cNvPr id="5" name="Slide Number Placeholder 4">
            <a:extLst>
              <a:ext uri="{FF2B5EF4-FFF2-40B4-BE49-F238E27FC236}">
                <a16:creationId xmlns:a16="http://schemas.microsoft.com/office/drawing/2014/main" id="{466F446F-6711-CF0B-7951-F3AB7BA2F2AA}"/>
              </a:ext>
            </a:extLst>
          </p:cNvPr>
          <p:cNvSpPr>
            <a:spLocks noGrp="1"/>
          </p:cNvSpPr>
          <p:nvPr>
            <p:ph type="sldNum" sz="quarter" idx="12"/>
          </p:nvPr>
        </p:nvSpPr>
        <p:spPr/>
        <p:txBody>
          <a:bodyPr/>
          <a:lstStyle/>
          <a:p>
            <a:fld id="{94FCA0F3-9F3A-694B-99BB-0E592A797735}" type="slidenum">
              <a:rPr lang="en-US" smtClean="0"/>
              <a:t>145</a:t>
            </a:fld>
            <a:endParaRPr lang="en-US"/>
          </a:p>
        </p:txBody>
      </p:sp>
      <p:sp>
        <p:nvSpPr>
          <p:cNvPr id="6" name="Date Placeholder 5">
            <a:extLst>
              <a:ext uri="{FF2B5EF4-FFF2-40B4-BE49-F238E27FC236}">
                <a16:creationId xmlns:a16="http://schemas.microsoft.com/office/drawing/2014/main" id="{F92E7671-13FB-FAA7-5C8D-886DE9B15444}"/>
              </a:ext>
            </a:extLst>
          </p:cNvPr>
          <p:cNvSpPr>
            <a:spLocks noGrp="1"/>
          </p:cNvSpPr>
          <p:nvPr>
            <p:ph type="dt" sz="half" idx="10"/>
          </p:nvPr>
        </p:nvSpPr>
        <p:spPr/>
        <p:txBody>
          <a:bodyPr/>
          <a:lstStyle/>
          <a:p>
            <a:fld id="{AFBAFE39-66F8-4FEB-AF26-B9CD6EC8F7CD}" type="datetime1">
              <a:rPr lang="en-US" smtClean="0"/>
              <a:t>9/19/2025</a:t>
            </a:fld>
            <a:endParaRPr lang="en-US"/>
          </a:p>
        </p:txBody>
      </p:sp>
      <p:sp>
        <p:nvSpPr>
          <p:cNvPr id="32" name="TextBox 31">
            <a:extLst>
              <a:ext uri="{FF2B5EF4-FFF2-40B4-BE49-F238E27FC236}">
                <a16:creationId xmlns:a16="http://schemas.microsoft.com/office/drawing/2014/main" id="{FCA83FEE-38F1-7F04-435F-E8F5A9201C16}"/>
              </a:ext>
            </a:extLst>
          </p:cNvPr>
          <p:cNvSpPr txBox="1"/>
          <p:nvPr/>
        </p:nvSpPr>
        <p:spPr>
          <a:xfrm>
            <a:off x="668403" y="1020763"/>
            <a:ext cx="2286000" cy="594360"/>
          </a:xfrm>
          <a:prstGeom prst="rect">
            <a:avLst/>
          </a:prstGeom>
          <a:noFill/>
        </p:spPr>
        <p:txBody>
          <a:bodyPr wrap="square" lIns="91440" tIns="45720" rIns="91440" bIns="45720" rtlCol="0" anchor="ctr" anchorCtr="0">
            <a:noAutofit/>
          </a:bodyPr>
          <a:lstStyle/>
          <a:p>
            <a:pPr algn="ctr" defTabSz="913943">
              <a:buClr>
                <a:srgbClr val="FFE600"/>
              </a:buClr>
              <a:buSzPct val="70000"/>
            </a:pPr>
            <a:r>
              <a:rPr lang="en-GB" sz="1600">
                <a:solidFill>
                  <a:schemeClr val="bg1"/>
                </a:solidFill>
                <a:highlight>
                  <a:srgbClr val="FFFF00"/>
                </a:highlight>
                <a:latin typeface="EYInterstate" panose="02000503020000020004" pitchFamily="2" charset="0"/>
              </a:rPr>
              <a:t>Fixed Assets Accountant</a:t>
            </a:r>
          </a:p>
        </p:txBody>
      </p:sp>
      <p:sp>
        <p:nvSpPr>
          <p:cNvPr id="33" name="Rectangle 32">
            <a:extLst>
              <a:ext uri="{FF2B5EF4-FFF2-40B4-BE49-F238E27FC236}">
                <a16:creationId xmlns:a16="http://schemas.microsoft.com/office/drawing/2014/main" id="{0B1199B6-7ED1-1CAA-0C99-03EA9C2726EE}"/>
              </a:ext>
            </a:extLst>
          </p:cNvPr>
          <p:cNvSpPr/>
          <p:nvPr/>
        </p:nvSpPr>
        <p:spPr>
          <a:xfrm>
            <a:off x="485523" y="1706563"/>
            <a:ext cx="2651760" cy="4114800"/>
          </a:xfrm>
          <a:prstGeom prst="rect">
            <a:avLst/>
          </a:prstGeom>
          <a:noFill/>
          <a:ln w="6350" cap="flat" cmpd="sng" algn="ctr">
            <a:solidFill>
              <a:schemeClr val="bg1"/>
            </a:solidFill>
            <a:prstDash val="lgDash"/>
            <a:miter lim="800000"/>
            <a:headEnd type="none" w="med" len="med"/>
            <a:tailEnd type="none" w="med" len="med"/>
          </a:ln>
          <a:effectLst/>
        </p:spPr>
        <p:txBody>
          <a:bodyPr lIns="91440" tIns="91440" rIns="91440" bIns="0" rtlCol="0" anchor="t" anchorCtr="0"/>
          <a:lstStyle/>
          <a:p>
            <a:pPr>
              <a:lnSpc>
                <a:spcPct val="110000"/>
              </a:lnSpc>
              <a:spcBef>
                <a:spcPts val="1200"/>
              </a:spcBef>
              <a:buClr>
                <a:srgbClr val="FFE600"/>
              </a:buClr>
            </a:pPr>
            <a:r>
              <a:rPr lang="en-IN" sz="1200" b="1" kern="0">
                <a:solidFill>
                  <a:srgbClr val="1A1A24"/>
                </a:solidFill>
                <a:latin typeface="EYInterstate Light"/>
              </a:rPr>
              <a:t>Profile</a:t>
            </a:r>
          </a:p>
          <a:p>
            <a:pPr marR="0" algn="l" defTabSz="914400" eaLnBrk="1" fontAlgn="auto" latinLnBrk="0" hangingPunct="1">
              <a:spcBef>
                <a:spcPts val="300"/>
              </a:spcBef>
              <a:buClr>
                <a:srgbClr val="FFE600"/>
              </a:buClr>
              <a:buSzTx/>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Manages capitalization, depreciation, and asset disposal processes.</a:t>
            </a:r>
          </a:p>
          <a:p>
            <a:pPr marR="0" fontAlgn="auto">
              <a:lnSpc>
                <a:spcPct val="110000"/>
              </a:lnSpc>
              <a:spcBef>
                <a:spcPts val="1200"/>
              </a:spcBef>
              <a:buClr>
                <a:srgbClr val="FFE600"/>
              </a:buClr>
              <a:buSzTx/>
              <a:tabLst/>
            </a:pPr>
            <a:r>
              <a:rPr lang="en-IN" sz="1200" b="1" kern="0">
                <a:solidFill>
                  <a:srgbClr val="1A1A24"/>
                </a:solidFill>
                <a:latin typeface="EYInterstate Light"/>
              </a:rPr>
              <a:t>Key Responsibilities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Record asset acquisitions and retirements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Calculate depreciation and impairment</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Maintain fixed asset register</a:t>
            </a:r>
          </a:p>
          <a:p>
            <a:pPr>
              <a:lnSpc>
                <a:spcPct val="110000"/>
              </a:lnSpc>
              <a:spcBef>
                <a:spcPts val="1200"/>
              </a:spcBef>
              <a:buClr>
                <a:srgbClr val="FFE600"/>
              </a:buClr>
            </a:pPr>
            <a:r>
              <a:rPr lang="en-IN" sz="1200" b="1" kern="0">
                <a:solidFill>
                  <a:srgbClr val="1A1A24"/>
                </a:solidFill>
                <a:latin typeface="EYInterstate Light"/>
              </a:rPr>
              <a:t>Needs &amp; Pain Points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Timely asset documentation from business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Integration between asset and GL systems</a:t>
            </a:r>
          </a:p>
          <a:p>
            <a:pPr marR="0" fontAlgn="auto">
              <a:lnSpc>
                <a:spcPct val="110000"/>
              </a:lnSpc>
              <a:spcBef>
                <a:spcPts val="1200"/>
              </a:spcBef>
              <a:buClr>
                <a:srgbClr val="FFE600"/>
              </a:buClr>
              <a:buSzTx/>
              <a:tabLst/>
            </a:pPr>
            <a:r>
              <a:rPr lang="en-IN" sz="1200" b="1" kern="0">
                <a:solidFill>
                  <a:srgbClr val="1A1A24"/>
                </a:solidFill>
                <a:latin typeface="EYInterstate Light"/>
              </a:rPr>
              <a:t>Typical Metrics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Accuracy of FA register</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On-time capitalization</a:t>
            </a:r>
          </a:p>
        </p:txBody>
      </p:sp>
      <p:sp>
        <p:nvSpPr>
          <p:cNvPr id="34" name="Rectangle 33">
            <a:extLst>
              <a:ext uri="{FF2B5EF4-FFF2-40B4-BE49-F238E27FC236}">
                <a16:creationId xmlns:a16="http://schemas.microsoft.com/office/drawing/2014/main" id="{19B37B5B-8810-2546-94BB-53BFB9A3590F}"/>
              </a:ext>
            </a:extLst>
          </p:cNvPr>
          <p:cNvSpPr/>
          <p:nvPr/>
        </p:nvSpPr>
        <p:spPr>
          <a:xfrm>
            <a:off x="9054717" y="1706563"/>
            <a:ext cx="2651760" cy="4114800"/>
          </a:xfrm>
          <a:prstGeom prst="rect">
            <a:avLst/>
          </a:prstGeom>
          <a:noFill/>
          <a:ln w="6350" cap="flat" cmpd="sng" algn="ctr">
            <a:solidFill>
              <a:schemeClr val="bg1"/>
            </a:solidFill>
            <a:prstDash val="lgDash"/>
            <a:miter lim="800000"/>
            <a:headEnd type="none" w="med" len="med"/>
            <a:tailEnd type="none" w="med" len="med"/>
          </a:ln>
          <a:effectLst/>
        </p:spPr>
        <p:txBody>
          <a:bodyPr lIns="91440" tIns="91440" rIns="91440" bIns="0" rtlCol="0" anchor="t" anchorCtr="0"/>
          <a:lstStyle/>
          <a:p>
            <a:pPr marR="0" fontAlgn="auto">
              <a:lnSpc>
                <a:spcPct val="110000"/>
              </a:lnSpc>
              <a:spcBef>
                <a:spcPts val="1200"/>
              </a:spcBef>
              <a:buClr>
                <a:srgbClr val="FFE600"/>
              </a:buClr>
              <a:buSzTx/>
              <a:tabLst/>
            </a:pPr>
            <a:r>
              <a:rPr lang="en-IN" sz="1200" b="1" kern="0">
                <a:solidFill>
                  <a:srgbClr val="1A1A24"/>
                </a:solidFill>
                <a:latin typeface="EYInterstate Light"/>
              </a:rPr>
              <a:t>Profile</a:t>
            </a:r>
          </a:p>
          <a:p>
            <a:pPr marR="0" algn="l" defTabSz="914400" eaLnBrk="1" fontAlgn="auto" latinLnBrk="0" hangingPunct="1">
              <a:spcBef>
                <a:spcPts val="300"/>
              </a:spcBef>
              <a:buClr>
                <a:srgbClr val="FFE600"/>
              </a:buClr>
              <a:buSzTx/>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Manages R2R ERP systems, reporting tools, and automation solutions.</a:t>
            </a:r>
          </a:p>
          <a:p>
            <a:pPr>
              <a:lnSpc>
                <a:spcPct val="110000"/>
              </a:lnSpc>
              <a:spcBef>
                <a:spcPts val="1200"/>
              </a:spcBef>
              <a:buClr>
                <a:srgbClr val="FFE600"/>
              </a:buClr>
            </a:pPr>
            <a:r>
              <a:rPr lang="en-IN" sz="1200" b="1" kern="0">
                <a:solidFill>
                  <a:srgbClr val="1A1A24"/>
                </a:solidFill>
                <a:latin typeface="EYInterstate Light"/>
              </a:rPr>
              <a:t>Key Responsibilities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Configure GL modules in ERP</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Support RPA and workflow tools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Troubleshoot data and system issues</a:t>
            </a:r>
          </a:p>
          <a:p>
            <a:pPr marR="0" fontAlgn="auto">
              <a:lnSpc>
                <a:spcPct val="110000"/>
              </a:lnSpc>
              <a:spcBef>
                <a:spcPts val="1200"/>
              </a:spcBef>
              <a:buClr>
                <a:srgbClr val="FFE600"/>
              </a:buClr>
              <a:buSzTx/>
              <a:tabLst/>
            </a:pPr>
            <a:r>
              <a:rPr lang="en-IN" sz="1200" b="1" kern="0">
                <a:solidFill>
                  <a:srgbClr val="1A1A24"/>
                </a:solidFill>
                <a:latin typeface="EYInterstate Light"/>
              </a:rPr>
              <a:t>Needs &amp; Pain Points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Stable system performance</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Alignment between IT and Finance timelines</a:t>
            </a:r>
          </a:p>
          <a:p>
            <a:pPr>
              <a:lnSpc>
                <a:spcPct val="110000"/>
              </a:lnSpc>
              <a:spcBef>
                <a:spcPts val="1200"/>
              </a:spcBef>
              <a:buClr>
                <a:srgbClr val="FFE600"/>
              </a:buClr>
            </a:pPr>
            <a:r>
              <a:rPr lang="en-IN" sz="1200" b="1" kern="0">
                <a:solidFill>
                  <a:srgbClr val="1A1A24"/>
                </a:solidFill>
                <a:latin typeface="EYInterstate Light"/>
              </a:rPr>
              <a:t>Typical Metrics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System downtime</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Automation adoption rate</a:t>
            </a:r>
          </a:p>
        </p:txBody>
      </p:sp>
      <p:sp>
        <p:nvSpPr>
          <p:cNvPr id="35" name="Rectangle 34">
            <a:extLst>
              <a:ext uri="{FF2B5EF4-FFF2-40B4-BE49-F238E27FC236}">
                <a16:creationId xmlns:a16="http://schemas.microsoft.com/office/drawing/2014/main" id="{D07AB7FC-C1F4-3078-9087-1221E356963F}"/>
              </a:ext>
            </a:extLst>
          </p:cNvPr>
          <p:cNvSpPr/>
          <p:nvPr/>
        </p:nvSpPr>
        <p:spPr>
          <a:xfrm>
            <a:off x="3347594" y="1706563"/>
            <a:ext cx="2651760" cy="4114800"/>
          </a:xfrm>
          <a:prstGeom prst="rect">
            <a:avLst/>
          </a:prstGeom>
          <a:noFill/>
          <a:ln w="6350" cap="flat" cmpd="sng" algn="ctr">
            <a:solidFill>
              <a:schemeClr val="bg1"/>
            </a:solidFill>
            <a:prstDash val="lgDash"/>
            <a:miter lim="800000"/>
            <a:headEnd type="none" w="med" len="med"/>
            <a:tailEnd type="none" w="med" len="med"/>
          </a:ln>
          <a:effectLst/>
        </p:spPr>
        <p:txBody>
          <a:bodyPr lIns="91440" tIns="91440" rIns="91440" bIns="0" rtlCol="0" anchor="t" anchorCtr="0"/>
          <a:lstStyle/>
          <a:p>
            <a:pPr marR="0" fontAlgn="auto">
              <a:lnSpc>
                <a:spcPct val="110000"/>
              </a:lnSpc>
              <a:spcBef>
                <a:spcPts val="1200"/>
              </a:spcBef>
              <a:buClr>
                <a:srgbClr val="FFE600"/>
              </a:buClr>
              <a:buSzTx/>
              <a:tabLst/>
            </a:pPr>
            <a:r>
              <a:rPr lang="en-IN" sz="1200" b="1" kern="0">
                <a:solidFill>
                  <a:srgbClr val="1A1A24"/>
                </a:solidFill>
                <a:latin typeface="EYInterstate Light"/>
              </a:rPr>
              <a:t>Profile</a:t>
            </a:r>
          </a:p>
          <a:p>
            <a:pPr marR="0" algn="l" defTabSz="914400" eaLnBrk="1" fontAlgn="auto" latinLnBrk="0" hangingPunct="1">
              <a:spcBef>
                <a:spcPts val="300"/>
              </a:spcBef>
              <a:buClr>
                <a:srgbClr val="FFE600"/>
              </a:buClr>
              <a:buSzTx/>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Prepares consolidated financial statements for management and external reporting.</a:t>
            </a:r>
          </a:p>
          <a:p>
            <a:pPr>
              <a:lnSpc>
                <a:spcPct val="110000"/>
              </a:lnSpc>
              <a:spcBef>
                <a:spcPts val="1200"/>
              </a:spcBef>
              <a:buClr>
                <a:srgbClr val="FFE600"/>
              </a:buClr>
            </a:pPr>
            <a:r>
              <a:rPr lang="en-IN" sz="1200" b="1" kern="0">
                <a:solidFill>
                  <a:srgbClr val="1A1A24"/>
                </a:solidFill>
                <a:latin typeface="EYInterstate Light"/>
              </a:rPr>
              <a:t>Key Responsibilities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Perform group-level consolidations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Adjust for currency translations, eliminations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Prepare statutory and management reports</a:t>
            </a:r>
          </a:p>
          <a:p>
            <a:pPr>
              <a:lnSpc>
                <a:spcPct val="110000"/>
              </a:lnSpc>
              <a:spcBef>
                <a:spcPts val="1200"/>
              </a:spcBef>
              <a:buClr>
                <a:srgbClr val="FFE600"/>
              </a:buClr>
            </a:pPr>
            <a:r>
              <a:rPr lang="en-IN" sz="1200" b="1" kern="0">
                <a:solidFill>
                  <a:srgbClr val="1A1A24"/>
                </a:solidFill>
                <a:latin typeface="EYInterstate Light"/>
              </a:rPr>
              <a:t>Needs &amp; Pain Points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Reliable data from all entities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Compliance with IFRS/GAAP</a:t>
            </a:r>
          </a:p>
          <a:p>
            <a:pPr marR="0" fontAlgn="auto">
              <a:lnSpc>
                <a:spcPct val="110000"/>
              </a:lnSpc>
              <a:spcBef>
                <a:spcPts val="1200"/>
              </a:spcBef>
              <a:buClr>
                <a:srgbClr val="FFE600"/>
              </a:buClr>
              <a:buSzTx/>
              <a:tabLst/>
            </a:pPr>
            <a:r>
              <a:rPr lang="en-IN" sz="1200" b="1" kern="0">
                <a:solidFill>
                  <a:srgbClr val="1A1A24"/>
                </a:solidFill>
                <a:latin typeface="EYInterstate Light"/>
              </a:rPr>
              <a:t>Typical Metrics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Reporting accuracy</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Audit adjustments</a:t>
            </a:r>
          </a:p>
        </p:txBody>
      </p:sp>
      <p:sp>
        <p:nvSpPr>
          <p:cNvPr id="38" name="Rectangle 37">
            <a:extLst>
              <a:ext uri="{FF2B5EF4-FFF2-40B4-BE49-F238E27FC236}">
                <a16:creationId xmlns:a16="http://schemas.microsoft.com/office/drawing/2014/main" id="{EDCEB4E1-07E3-C226-65D6-472159025A6D}"/>
              </a:ext>
            </a:extLst>
          </p:cNvPr>
          <p:cNvSpPr/>
          <p:nvPr/>
        </p:nvSpPr>
        <p:spPr>
          <a:xfrm>
            <a:off x="6192646" y="1706563"/>
            <a:ext cx="2651760" cy="4114800"/>
          </a:xfrm>
          <a:prstGeom prst="rect">
            <a:avLst/>
          </a:prstGeom>
          <a:noFill/>
          <a:ln w="6350" cap="flat" cmpd="sng" algn="ctr">
            <a:solidFill>
              <a:schemeClr val="bg1"/>
            </a:solidFill>
            <a:prstDash val="lgDash"/>
            <a:miter lim="800000"/>
            <a:headEnd type="none" w="med" len="med"/>
            <a:tailEnd type="none" w="med" len="med"/>
          </a:ln>
          <a:effectLst/>
        </p:spPr>
        <p:txBody>
          <a:bodyPr lIns="91440" tIns="91440" rIns="91440" bIns="0" rtlCol="0" anchor="t" anchorCtr="0"/>
          <a:lstStyle/>
          <a:p>
            <a:pPr>
              <a:lnSpc>
                <a:spcPct val="110000"/>
              </a:lnSpc>
              <a:spcBef>
                <a:spcPts val="1200"/>
              </a:spcBef>
              <a:buClr>
                <a:srgbClr val="FFE600"/>
              </a:buClr>
            </a:pPr>
            <a:r>
              <a:rPr lang="en-IN" sz="1200" b="1" kern="0">
                <a:solidFill>
                  <a:srgbClr val="1A1A24"/>
                </a:solidFill>
                <a:latin typeface="EYInterstate Light"/>
              </a:rPr>
              <a:t>Profile</a:t>
            </a:r>
          </a:p>
          <a:p>
            <a:pPr marR="0" algn="l" defTabSz="914400" eaLnBrk="1" fontAlgn="auto" latinLnBrk="0" hangingPunct="1">
              <a:spcBef>
                <a:spcPts val="300"/>
              </a:spcBef>
              <a:buClr>
                <a:srgbClr val="FFE600"/>
              </a:buClr>
              <a:buSzTx/>
              <a:tabLst/>
            </a:pPr>
            <a:r>
              <a:rPr kumimoji="0" lang="en-IN" sz="1100" b="0" i="0" u="none" strike="noStrike" kern="0" cap="none" spc="0" normalizeH="0" baseline="0" noProof="0">
                <a:ln>
                  <a:noFill/>
                </a:ln>
                <a:solidFill>
                  <a:srgbClr val="1A1A24"/>
                </a:solidFill>
                <a:effectLst/>
                <a:uLnTx/>
                <a:uFillTx/>
                <a:latin typeface="EYInterstate Light"/>
                <a:ea typeface="+mn-ea"/>
                <a:cs typeface="+mn-cs"/>
              </a:rPr>
              <a:t>Delivers performance insights through management reports and analysis.</a:t>
            </a:r>
          </a:p>
          <a:p>
            <a:pPr marR="0" fontAlgn="auto">
              <a:lnSpc>
                <a:spcPct val="110000"/>
              </a:lnSpc>
              <a:spcBef>
                <a:spcPts val="1200"/>
              </a:spcBef>
              <a:buClr>
                <a:srgbClr val="FFE600"/>
              </a:buClr>
              <a:buSzTx/>
              <a:tabLst/>
            </a:pPr>
            <a:r>
              <a:rPr lang="en-IN" sz="1200" b="1" kern="0">
                <a:solidFill>
                  <a:srgbClr val="1A1A24"/>
                </a:solidFill>
                <a:latin typeface="EYInterstate Light"/>
              </a:rPr>
              <a:t>Key Responsibilities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Prepare variance analysis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Support budgeting &amp; forecasting teams with actuals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Highlight risks and trends</a:t>
            </a:r>
          </a:p>
          <a:p>
            <a:pPr>
              <a:lnSpc>
                <a:spcPct val="110000"/>
              </a:lnSpc>
              <a:spcBef>
                <a:spcPts val="1200"/>
              </a:spcBef>
              <a:buClr>
                <a:srgbClr val="FFE600"/>
              </a:buClr>
            </a:pPr>
            <a:r>
              <a:rPr lang="en-IN" sz="1200" b="1" kern="0">
                <a:solidFill>
                  <a:srgbClr val="1A1A24"/>
                </a:solidFill>
                <a:latin typeface="EYInterstate Light"/>
              </a:rPr>
              <a:t>Needs &amp; Pain Points</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Access to BI tools and real-time data</a:t>
            </a:r>
          </a:p>
          <a:p>
            <a:pPr marL="137160" marR="0" indent="-137160" fontAlgn="auto">
              <a:lnSpc>
                <a:spcPct val="110000"/>
              </a:lnSpc>
              <a:spcBef>
                <a:spcPts val="300"/>
              </a:spcBef>
              <a:buClr>
                <a:srgbClr val="FFE600"/>
              </a:buClr>
              <a:buSzPct val="100000"/>
              <a:buFont typeface="Wingdings" panose="05000000000000000000" pitchFamily="2" charset="2"/>
              <a:buChar char="§"/>
              <a:tabLst/>
            </a:pPr>
            <a:r>
              <a:rPr lang="en-IN" sz="1100" kern="0">
                <a:solidFill>
                  <a:srgbClr val="1A1A24"/>
                </a:solidFill>
                <a:latin typeface="EYInterstate Light"/>
              </a:rPr>
              <a:t>Aligned definitions between finance &amp; operations</a:t>
            </a:r>
          </a:p>
          <a:p>
            <a:pPr marR="0" fontAlgn="auto">
              <a:lnSpc>
                <a:spcPct val="110000"/>
              </a:lnSpc>
              <a:spcBef>
                <a:spcPts val="1200"/>
              </a:spcBef>
              <a:buClr>
                <a:srgbClr val="FFE600"/>
              </a:buClr>
              <a:buSzTx/>
              <a:tabLst/>
            </a:pPr>
            <a:r>
              <a:rPr lang="en-IN" sz="1200" b="1" kern="0">
                <a:solidFill>
                  <a:srgbClr val="1A1A24"/>
                </a:solidFill>
                <a:latin typeface="EYInterstate Light"/>
              </a:rPr>
              <a:t>Typical Metrics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Report delivery timeliness</a:t>
            </a:r>
          </a:p>
          <a:p>
            <a:pPr marL="137160" indent="-137160">
              <a:lnSpc>
                <a:spcPct val="110000"/>
              </a:lnSpc>
              <a:spcBef>
                <a:spcPts val="300"/>
              </a:spcBef>
              <a:buClr>
                <a:srgbClr val="FFE600"/>
              </a:buClr>
              <a:buSzPct val="100000"/>
              <a:buFont typeface="Wingdings" panose="05000000000000000000" pitchFamily="2" charset="2"/>
              <a:buChar char="§"/>
            </a:pPr>
            <a:r>
              <a:rPr lang="en-IN" sz="1100" kern="0">
                <a:solidFill>
                  <a:srgbClr val="1A1A24"/>
                </a:solidFill>
                <a:latin typeface="EYInterstate Light"/>
              </a:rPr>
              <a:t>Stakeholder satisfaction</a:t>
            </a:r>
          </a:p>
        </p:txBody>
      </p:sp>
      <p:sp>
        <p:nvSpPr>
          <p:cNvPr id="43" name="TextBox 42">
            <a:extLst>
              <a:ext uri="{FF2B5EF4-FFF2-40B4-BE49-F238E27FC236}">
                <a16:creationId xmlns:a16="http://schemas.microsoft.com/office/drawing/2014/main" id="{DCD58DF4-85F7-FEAF-DE3D-AFCD03904940}"/>
              </a:ext>
            </a:extLst>
          </p:cNvPr>
          <p:cNvSpPr txBox="1"/>
          <p:nvPr/>
        </p:nvSpPr>
        <p:spPr>
          <a:xfrm>
            <a:off x="3530474" y="1020763"/>
            <a:ext cx="2286000" cy="594360"/>
          </a:xfrm>
          <a:prstGeom prst="rect">
            <a:avLst/>
          </a:prstGeom>
          <a:noFill/>
        </p:spPr>
        <p:txBody>
          <a:bodyPr wrap="square" lIns="91440" tIns="45720" rIns="91440" bIns="45720" rtlCol="0" anchor="ctr" anchorCtr="0">
            <a:noAutofit/>
          </a:bodyPr>
          <a:lstStyle/>
          <a:p>
            <a:pPr algn="ctr" defTabSz="913943">
              <a:buClr>
                <a:srgbClr val="FFE600"/>
              </a:buClr>
              <a:buSzPct val="70000"/>
            </a:pPr>
            <a:r>
              <a:rPr lang="en-GB" sz="1600">
                <a:solidFill>
                  <a:schemeClr val="bg1"/>
                </a:solidFill>
                <a:highlight>
                  <a:srgbClr val="FFFF00"/>
                </a:highlight>
                <a:latin typeface="EYInterstate" panose="02000503020000020004" pitchFamily="2" charset="0"/>
              </a:rPr>
              <a:t>Consolidation &amp; Reporting Specialist</a:t>
            </a:r>
          </a:p>
        </p:txBody>
      </p:sp>
      <p:sp>
        <p:nvSpPr>
          <p:cNvPr id="44" name="TextBox 43">
            <a:extLst>
              <a:ext uri="{FF2B5EF4-FFF2-40B4-BE49-F238E27FC236}">
                <a16:creationId xmlns:a16="http://schemas.microsoft.com/office/drawing/2014/main" id="{F223313A-1BE1-B3A8-E0B8-BF947EA16572}"/>
              </a:ext>
            </a:extLst>
          </p:cNvPr>
          <p:cNvSpPr txBox="1"/>
          <p:nvPr/>
        </p:nvSpPr>
        <p:spPr>
          <a:xfrm>
            <a:off x="6375526" y="1020763"/>
            <a:ext cx="2286000" cy="594360"/>
          </a:xfrm>
          <a:prstGeom prst="rect">
            <a:avLst/>
          </a:prstGeom>
          <a:noFill/>
        </p:spPr>
        <p:txBody>
          <a:bodyPr wrap="square" lIns="91440" tIns="45720" rIns="91440" bIns="45720" rtlCol="0" anchor="ctr" anchorCtr="0">
            <a:noAutofit/>
          </a:bodyPr>
          <a:lstStyle/>
          <a:p>
            <a:pPr algn="ctr" defTabSz="913943">
              <a:buClr>
                <a:srgbClr val="FFE600"/>
              </a:buClr>
              <a:buSzPct val="70000"/>
            </a:pPr>
            <a:r>
              <a:rPr lang="en-GB" sz="1600">
                <a:solidFill>
                  <a:schemeClr val="bg1"/>
                </a:solidFill>
                <a:latin typeface="EYInterstate" panose="02000503020000020004" pitchFamily="2" charset="0"/>
              </a:rPr>
              <a:t>Management Reporting Analyst</a:t>
            </a:r>
          </a:p>
        </p:txBody>
      </p:sp>
      <p:sp>
        <p:nvSpPr>
          <p:cNvPr id="45" name="TextBox 44">
            <a:extLst>
              <a:ext uri="{FF2B5EF4-FFF2-40B4-BE49-F238E27FC236}">
                <a16:creationId xmlns:a16="http://schemas.microsoft.com/office/drawing/2014/main" id="{9689FEA1-BBB3-7D65-3417-C835649D91D3}"/>
              </a:ext>
            </a:extLst>
          </p:cNvPr>
          <p:cNvSpPr txBox="1"/>
          <p:nvPr/>
        </p:nvSpPr>
        <p:spPr>
          <a:xfrm>
            <a:off x="9237597" y="1020763"/>
            <a:ext cx="2286000" cy="594360"/>
          </a:xfrm>
          <a:prstGeom prst="rect">
            <a:avLst/>
          </a:prstGeom>
          <a:noFill/>
        </p:spPr>
        <p:txBody>
          <a:bodyPr wrap="square" lIns="91440" tIns="45720" rIns="91440" bIns="45720" rtlCol="0" anchor="ctr" anchorCtr="0">
            <a:noAutofit/>
          </a:bodyPr>
          <a:lstStyle/>
          <a:p>
            <a:pPr algn="ctr" defTabSz="913943">
              <a:buClr>
                <a:srgbClr val="FFE600"/>
              </a:buClr>
              <a:buSzPct val="70000"/>
            </a:pPr>
            <a:r>
              <a:rPr lang="en-GB" sz="1600">
                <a:solidFill>
                  <a:schemeClr val="bg1"/>
                </a:solidFill>
                <a:latin typeface="EYInterstate" panose="02000503020000020004" pitchFamily="2" charset="0"/>
              </a:rPr>
              <a:t>R2R Automation / Systems Analyst</a:t>
            </a:r>
          </a:p>
        </p:txBody>
      </p:sp>
    </p:spTree>
    <p:extLst>
      <p:ext uri="{BB962C8B-B14F-4D97-AF65-F5344CB8AC3E}">
        <p14:creationId xmlns:p14="http://schemas.microsoft.com/office/powerpoint/2010/main" val="3999383612"/>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pU2Hom3ROLU.QL9h8ZEkKVQ"/>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pU2Hom3ROLU.QL9h8ZEkKVQ"/>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pU2Hom3ROLU.QL9h8ZEkKVQ"/>
</p:tagLst>
</file>

<file path=ppt/tags/tag58.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066E639F_5E76_4F33_9822_3C40C7C22CB4&quot;,&quot;SourceFullName&quot;:&quot;&quot;,&quot;LastUpdate&quot;:&quot;2025-01-14 5:38 PM&quot;,&quot;UpdatedBy&quot;:&quot;JY743YA&quot;,&quot;IsLinked&quot;:false,&quot;IsBrokenLink&quot;:false,&quot;Type&quot;:2,&quot;ShapeId&quot;:0,&quot;WorksheetName&quot;:null}"/>
</p:tagLst>
</file>

<file path=ppt/tags/tag59.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7165E7AF_2819_4FC0_A52A_0488EFE95908&quot;,&quot;SourceFullName&quot;:&quot;&quot;,&quot;LastUpdate&quot;:&quot;2025-01-13 3:46 PM&quot;,&quot;UpdatedBy&quot;:&quot;JY743YA&quot;,&quot;IsLinked&quot;:false,&quot;IsBrokenLink&quot;:false,&quot;Type&quot;:2,&quot;ShapeId&quot;:0,&quot;WorksheetName&quot;:null}"/>
</p:tagLst>
</file>

<file path=ppt/tags/tag60.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31C1AEDC_EE30_41D7_A60E_A22DC1AE664A&quot;,&quot;SourceFullName&quot;:&quot;&quot;,&quot;LastUpdate&quot;:&quot;2025-01-13 3:47 PM&quot;,&quot;UpdatedBy&quot;:&quot;JY743YA&quot;,&quot;IsLinked&quot;:false,&quot;IsBrokenLink&quot;:false,&quot;Type&quot;:2,&quot;ShapeId&quot;:0,&quot;WorksheetName&quot;:null}"/>
</p:tagLst>
</file>

<file path=ppt/tags/tag61.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0E4DCAC7_95CD_4786_9856_A1B4D1DAC9A9&quot;,&quot;SourceFullName&quot;:&quot;&quot;,&quot;LastUpdate&quot;:&quot;2024-04-20 4:34 PM&quot;,&quot;UpdatedBy&quot;:&quot;GS649UP&quot;,&quot;IsLinked&quot;:false,&quot;IsBrokenLink&quot;:false,&quot;Type&quot;:2}"/>
</p:tagLst>
</file>

<file path=ppt/tags/tag62.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0E4DCAC7_95CD_4786_9856_A1B4D1DAC9A9&quot;,&quot;SourceFullName&quot;:&quot;&quot;,&quot;LastUpdate&quot;:&quot;2024-04-20 4:34 PM&quot;,&quot;UpdatedBy&quot;:&quot;GS649UP&quot;,&quot;IsLinked&quot;:false,&quot;IsBrokenLink&quot;:false,&quot;Type&quot;:2}"/>
</p:tagLst>
</file>

<file path=ppt/tags/tag63.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0E4DCAC7_95CD_4786_9856_A1B4D1DAC9A9&quot;,&quot;SourceFullName&quot;:&quot;&quot;,&quot;LastUpdate&quot;:&quot;2024-04-20 4:34 PM&quot;,&quot;UpdatedBy&quot;:&quot;GS649UP&quot;,&quot;IsLinked&quot;:false,&quot;IsBrokenLink&quot;:false,&quot;Type&quot;:2}"/>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pU2Hom3ROLU.QL9h8ZEkKVQ"/>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pU2Hom3ROLU.QL9h8ZEkKVQ"/>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pU2Hom3ROLU.QL9h8ZEkKVQ"/>
</p:tagLst>
</file>

<file path=ppt/tags/tag68.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0E4DCAC7_95CD_4786_9856_A1B4D1DAC9A9&quot;,&quot;SourceFullName&quot;:&quot;&quot;,&quot;LastUpdate&quot;:&quot;2024-04-20 4:34 PM&quot;,&quot;UpdatedBy&quot;:&quot;GS649UP&quot;,&quot;IsLinked&quot;:false,&quot;IsBrokenLink&quot;:false,&quot;Type&quot;:2}"/>
</p:tagLst>
</file>

<file path=ppt/tags/tag69.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0E4DCAC7_95CD_4786_9856_A1B4D1DAC9A9&quot;,&quot;SourceFullName&quot;:&quot;&quot;,&quot;LastUpdate&quot;:&quot;2024-04-20 4:34 PM&quot;,&quot;UpdatedBy&quot;:&quot;GS649UP&quot;,&quot;IsLinked&quot;:false,&quot;IsBrokenLink&quot;:false,&quot;Type&quot;:2}"/>
</p:tagLst>
</file>

<file path=ppt/tags/tag70.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0E4DCAC7_95CD_4786_9856_A1B4D1DAC9A9&quot;,&quot;SourceFullName&quot;:&quot;&quot;,&quot;LastUpdate&quot;:&quot;2024-04-20 4:34 PM&quot;,&quot;UpdatedBy&quot;:&quot;GS649UP&quot;,&quot;IsLinked&quot;:false,&quot;IsBrokenLink&quot;:false,&quot;Type&quot;:2}"/>
</p:tagLst>
</file>

<file path=ppt/tags/tag71.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066E639F_5E76_4F33_9822_3C40C7C22CB4&quot;,&quot;SourceFullName&quot;:&quot;&quot;,&quot;LastUpdate&quot;:&quot;2025-01-14 5:38 PM&quot;,&quot;UpdatedBy&quot;:&quot;JY743YA&quot;,&quot;IsLinked&quot;:false,&quot;IsBrokenLink&quot;:false,&quot;Type&quot;:2,&quot;ShapeId&quot;:0,&quot;WorksheetName&quot;:null}"/>
</p:tagLst>
</file>

<file path=ppt/tags/tag72.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7165E7AF_2819_4FC0_A52A_0488EFE95908&quot;,&quot;SourceFullName&quot;:&quot;&quot;,&quot;LastUpdate&quot;:&quot;2025-01-13 3:46 PM&quot;,&quot;UpdatedBy&quot;:&quot;JY743YA&quot;,&quot;IsLinked&quot;:false,&quot;IsBrokenLink&quot;:false,&quot;Type&quot;:2,&quot;ShapeId&quot;:0,&quot;WorksheetName&quot;:null}"/>
</p:tagLst>
</file>

<file path=ppt/tags/tag73.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31C1AEDC_EE30_41D7_A60E_A22DC1AE664A&quot;,&quot;SourceFullName&quot;:&quot;&quot;,&quot;LastUpdate&quot;:&quot;2025-01-13 3:47 PM&quot;,&quot;UpdatedBy&quot;:&quot;JY743YA&quot;,&quot;IsLinked&quot;:false,&quot;IsBrokenLink&quot;:false,&quot;Type&quot;:2,&quot;ShapeId&quot;:0,&quot;WorksheetName&quot;:null}"/>
</p:tagLst>
</file>

<file path=ppt/theme/theme1.xml><?xml version="1.0" encoding="utf-8"?>
<a:theme xmlns:a="http://schemas.openxmlformats.org/drawingml/2006/main" name="Small Text [LIGHT]">
  <a:themeElements>
    <a:clrScheme name="Custom 87">
      <a:dk1>
        <a:srgbClr val="FFFFFF"/>
      </a:dk1>
      <a:lt1>
        <a:srgbClr val="1A1A24"/>
      </a:lt1>
      <a:dk2>
        <a:srgbClr val="FFE600"/>
      </a:dk2>
      <a:lt2>
        <a:srgbClr val="2E2E38"/>
      </a:lt2>
      <a:accent1>
        <a:srgbClr val="2DB757"/>
      </a:accent1>
      <a:accent2>
        <a:srgbClr val="27ACAA"/>
      </a:accent2>
      <a:accent3>
        <a:srgbClr val="188CE5"/>
      </a:accent3>
      <a:accent4>
        <a:srgbClr val="750E5C"/>
      </a:accent4>
      <a:accent5>
        <a:srgbClr val="FF4136"/>
      </a:accent5>
      <a:accent6>
        <a:srgbClr val="FF6D00"/>
      </a:accent6>
      <a:hlink>
        <a:srgbClr val="0F69AE"/>
      </a:hlink>
      <a:folHlink>
        <a:srgbClr val="0F69AE"/>
      </a:folHlink>
    </a:clrScheme>
    <a:fontScheme name="EY">
      <a:majorFont>
        <a:latin typeface="EYInterstate Regular"/>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12700" cap="flat" cmpd="sng" algn="ctr">
          <a:solidFill>
            <a:srgbClr val="747480"/>
          </a:solidFill>
          <a:prstDash val="solid"/>
          <a:miter lim="800000"/>
          <a:headEnd type="none" w="med" len="med"/>
          <a:tailEnd type="none" w="med" len="med"/>
        </a:ln>
        <a:effectLst/>
      </a:spPr>
      <a:bodyPr lIns="108000" tIns="108000" rIns="108000" bIns="108000" rtlCol="0" anchor="t" anchorCtr="0"/>
      <a:lstStyle>
        <a:defPPr marL="252000" marR="0" indent="-252000" algn="l" defTabSz="914400" eaLnBrk="1" fontAlgn="auto" latinLnBrk="0" hangingPunct="1">
          <a:lnSpc>
            <a:spcPct val="90000"/>
          </a:lnSpc>
          <a:spcBef>
            <a:spcPts val="400"/>
          </a:spcBef>
          <a:spcAft>
            <a:spcPts val="400"/>
          </a:spcAft>
          <a:buClr>
            <a:srgbClr val="FFE600"/>
          </a:buClr>
          <a:buSzTx/>
          <a:buFont typeface="Wingdings" pitchFamily="2" charset="2"/>
          <a:buChar char="§"/>
          <a:tabLst/>
          <a:defRPr kumimoji="0" sz="2000" b="0" i="0" u="none" strike="noStrike" kern="0" cap="none" spc="0" normalizeH="0" baseline="0" noProof="0" dirty="0" err="1" smtClean="0">
            <a:ln>
              <a:noFill/>
            </a:ln>
            <a:solidFill>
              <a:srgbClr val="1A1A24"/>
            </a:solidFill>
            <a:effectLst/>
            <a:uLnTx/>
            <a:uFillTx/>
            <a:latin typeface="EYInterstate Light"/>
            <a:ea typeface="+mn-ea"/>
            <a:cs typeface="+mn-cs"/>
          </a:defRPr>
        </a:defPPr>
      </a:lstStyle>
    </a:spDef>
    <a:lnDef>
      <a:spPr>
        <a:ln w="3175">
          <a:solidFill>
            <a:schemeClr val="bg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36576" rIns="0" bIns="0" rtlCol="0" anchor="t">
        <a:spAutoFit/>
      </a:bodyPr>
      <a:lstStyle>
        <a:defPPr marL="252000" indent="-252000" algn="l">
          <a:lnSpc>
            <a:spcPct val="90000"/>
          </a:lnSpc>
          <a:spcBef>
            <a:spcPts val="400"/>
          </a:spcBef>
          <a:spcAft>
            <a:spcPts val="400"/>
          </a:spcAft>
          <a:buClr>
            <a:schemeClr val="tx2"/>
          </a:buClr>
          <a:buSzPct val="100000"/>
          <a:buFont typeface="Wingdings" pitchFamily="2" charset="2"/>
          <a:buChar char="§"/>
          <a:defRPr sz="2000" dirty="0" err="1" smtClean="0">
            <a:solidFill>
              <a:schemeClr val="bg1"/>
            </a:solidFill>
          </a:defRPr>
        </a:defPPr>
      </a:lstStyle>
    </a:txDef>
  </a:objectDefaults>
  <a:extraClrSchemeLst/>
  <a:extLst>
    <a:ext uri="{05A4C25C-085E-4340-85A3-A5531E510DB2}">
      <thm15:themeFamily xmlns:thm15="http://schemas.microsoft.com/office/thememl/2012/main" name="Presentation7" id="{74771858-A977-49C2-9E64-CE01AF1A8B8F}" vid="{58E32788-D00A-4C8A-8A2F-96C23E3F44A2}"/>
    </a:ext>
  </a:extLst>
</a:theme>
</file>

<file path=ppt/theme/theme2.xml><?xml version="1.0" encoding="utf-8"?>
<a:theme xmlns:a="http://schemas.openxmlformats.org/drawingml/2006/main" name="1_EY dark background">
  <a:themeElements>
    <a:clrScheme name="EY Color">
      <a:dk1>
        <a:srgbClr val="2E2E38"/>
      </a:dk1>
      <a:lt1>
        <a:sysClr val="window" lastClr="FFFFFF"/>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0000FF"/>
      </a:hlink>
      <a:folHlink>
        <a:srgbClr val="800080"/>
      </a:folHlink>
    </a:clrScheme>
    <a:fontScheme name="Custom 1">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theme>
</file>

<file path=ppt/theme/theme3.xml><?xml version="1.0" encoding="utf-8"?>
<a:theme xmlns:a="http://schemas.openxmlformats.org/drawingml/2006/main" name="Normative Model - EY dark background">
  <a:themeElements>
    <a:clrScheme name="EY Color">
      <a:dk1>
        <a:srgbClr val="2E2E38"/>
      </a:dk1>
      <a:lt1>
        <a:sysClr val="window" lastClr="FFFFFF"/>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0000FF"/>
      </a:hlink>
      <a:folHlink>
        <a:srgbClr val="800080"/>
      </a:folHlink>
    </a:clrScheme>
    <a:fontScheme name="Custom 1">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theme>
</file>

<file path=ppt/theme/theme4.xml><?xml version="1.0" encoding="utf-8"?>
<a:theme xmlns:a="http://schemas.openxmlformats.org/drawingml/2006/main" name="5_Global Summary">
  <a:themeElements>
    <a:clrScheme name="EY Color">
      <a:dk1>
        <a:srgbClr val="2E2E38"/>
      </a:dk1>
      <a:lt1>
        <a:sysClr val="window" lastClr="FFFFFF"/>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0000FF"/>
      </a:hlink>
      <a:folHlink>
        <a:srgbClr val="800080"/>
      </a:folHlink>
    </a:clrScheme>
    <a:fontScheme name="Custom 1">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theme>
</file>

<file path=ppt/theme/theme5.xml><?xml version="1.0" encoding="utf-8"?>
<a:theme xmlns:a="http://schemas.openxmlformats.org/drawingml/2006/main" name="2_RTX Masters: Content">
  <a:themeElements>
    <a:clrScheme name="RTX ACCENT COLORS">
      <a:dk1>
        <a:sysClr val="windowText" lastClr="000000"/>
      </a:dk1>
      <a:lt1>
        <a:sysClr val="window" lastClr="FFFFFF"/>
      </a:lt1>
      <a:dk2>
        <a:srgbClr val="CE1126"/>
      </a:dk2>
      <a:lt2>
        <a:srgbClr val="E0E1DD"/>
      </a:lt2>
      <a:accent1>
        <a:srgbClr val="616365"/>
      </a:accent1>
      <a:accent2>
        <a:srgbClr val="B7A99A"/>
      </a:accent2>
      <a:accent3>
        <a:srgbClr val="7BA7BC"/>
      </a:accent3>
      <a:accent4>
        <a:srgbClr val="EFB661"/>
      </a:accent4>
      <a:accent5>
        <a:srgbClr val="908CC2"/>
      </a:accent5>
      <a:accent6>
        <a:srgbClr val="9ABEC0"/>
      </a:accent6>
      <a:hlink>
        <a:srgbClr val="CE1126"/>
      </a:hlink>
      <a:folHlink>
        <a:srgbClr val="000000"/>
      </a:folHlink>
    </a:clrScheme>
    <a:fontScheme name="RTX Font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RTX_PPT_2021" id="{5C0CD37E-348F-49C2-8AF2-DD958A7E3408}" vid="{28AF2674-1FE4-486E-B3B6-BAF62E76EF7A}"/>
    </a:ext>
  </a:extLst>
</a:theme>
</file>

<file path=ppt/theme/theme6.xml><?xml version="1.0" encoding="utf-8"?>
<a:theme xmlns:a="http://schemas.openxmlformats.org/drawingml/2006/main" name="3_Office Theme">
  <a:themeElements>
    <a:clrScheme name="ENV">
      <a:dk1>
        <a:srgbClr val="000000"/>
      </a:dk1>
      <a:lt1>
        <a:srgbClr val="FFFFFF"/>
      </a:lt1>
      <a:dk2>
        <a:srgbClr val="343741"/>
      </a:dk2>
      <a:lt2>
        <a:srgbClr val="E7E6E6"/>
      </a:lt2>
      <a:accent1>
        <a:srgbClr val="0083D3"/>
      </a:accent1>
      <a:accent2>
        <a:srgbClr val="FCB513"/>
      </a:accent2>
      <a:accent3>
        <a:srgbClr val="0090A0"/>
      </a:accent3>
      <a:accent4>
        <a:srgbClr val="005F9E"/>
      </a:accent4>
      <a:accent5>
        <a:srgbClr val="8BD3E6"/>
      </a:accent5>
      <a:accent6>
        <a:srgbClr val="F37520"/>
      </a:accent6>
      <a:hlink>
        <a:srgbClr val="005F9E"/>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dirty="0" smtClean="0">
            <a:latin typeface="Segoe UI" panose="020B0502040204020203" pitchFamily="34" charset="0"/>
            <a:cs typeface="Segoe UI" panose="020B0502040204020203" pitchFamily="34" charset="0"/>
          </a:defRPr>
        </a:defPPr>
      </a:lstStyle>
    </a:txDef>
  </a:objectDefaults>
  <a:extraClrSchemeLst/>
  <a:extLst>
    <a:ext uri="{05A4C25C-085E-4340-85A3-A5531E510DB2}">
      <thm15:themeFamily xmlns:thm15="http://schemas.microsoft.com/office/thememl/2012/main" name="ENV-PPT-TEMP" id="{E0352A8C-A5E4-2743-A0DF-EB7BDB08389E}" vid="{A698C3D1-042A-CF49-B0EA-288254651B9C}"/>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ENV">
    <a:dk1>
      <a:srgbClr val="000000"/>
    </a:dk1>
    <a:lt1>
      <a:srgbClr val="FFFFFF"/>
    </a:lt1>
    <a:dk2>
      <a:srgbClr val="343741"/>
    </a:dk2>
    <a:lt2>
      <a:srgbClr val="E7E6E6"/>
    </a:lt2>
    <a:accent1>
      <a:srgbClr val="0083D3"/>
    </a:accent1>
    <a:accent2>
      <a:srgbClr val="FCB513"/>
    </a:accent2>
    <a:accent3>
      <a:srgbClr val="0090A0"/>
    </a:accent3>
    <a:accent4>
      <a:srgbClr val="005F9E"/>
    </a:accent4>
    <a:accent5>
      <a:srgbClr val="8BD3E6"/>
    </a:accent5>
    <a:accent6>
      <a:srgbClr val="F37520"/>
    </a:accent6>
    <a:hlink>
      <a:srgbClr val="005F9E"/>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ENV">
    <a:dk1>
      <a:srgbClr val="000000"/>
    </a:dk1>
    <a:lt1>
      <a:srgbClr val="FFFFFF"/>
    </a:lt1>
    <a:dk2>
      <a:srgbClr val="343741"/>
    </a:dk2>
    <a:lt2>
      <a:srgbClr val="E7E6E6"/>
    </a:lt2>
    <a:accent1>
      <a:srgbClr val="0083D3"/>
    </a:accent1>
    <a:accent2>
      <a:srgbClr val="FCB513"/>
    </a:accent2>
    <a:accent3>
      <a:srgbClr val="0090A0"/>
    </a:accent3>
    <a:accent4>
      <a:srgbClr val="005F9E"/>
    </a:accent4>
    <a:accent5>
      <a:srgbClr val="8BD3E6"/>
    </a:accent5>
    <a:accent6>
      <a:srgbClr val="F37520"/>
    </a:accent6>
    <a:hlink>
      <a:srgbClr val="005F9E"/>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EYP2020_PPT">
    <a:dk1>
      <a:srgbClr val="FFFFFF"/>
    </a:dk1>
    <a:lt1>
      <a:srgbClr val="2E2E38"/>
    </a:lt1>
    <a:dk2>
      <a:srgbClr val="FFE600"/>
    </a:dk2>
    <a:lt2>
      <a:srgbClr val="000000"/>
    </a:lt2>
    <a:accent1>
      <a:srgbClr val="1A9AFA"/>
    </a:accent1>
    <a:accent2>
      <a:srgbClr val="2E2E38"/>
    </a:accent2>
    <a:accent3>
      <a:srgbClr val="747480"/>
    </a:accent3>
    <a:accent4>
      <a:srgbClr val="C4C4CD"/>
    </a:accent4>
    <a:accent5>
      <a:srgbClr val="FF4136"/>
    </a:accent5>
    <a:accent6>
      <a:srgbClr val="2DB757"/>
    </a:accent6>
    <a:hlink>
      <a:srgbClr val="1A9AFA"/>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EYP2020_PPT">
    <a:dk1>
      <a:srgbClr val="FFFFFF"/>
    </a:dk1>
    <a:lt1>
      <a:srgbClr val="2E2E38"/>
    </a:lt1>
    <a:dk2>
      <a:srgbClr val="FFE600"/>
    </a:dk2>
    <a:lt2>
      <a:srgbClr val="000000"/>
    </a:lt2>
    <a:accent1>
      <a:srgbClr val="1A9AFA"/>
    </a:accent1>
    <a:accent2>
      <a:srgbClr val="2E2E38"/>
    </a:accent2>
    <a:accent3>
      <a:srgbClr val="747480"/>
    </a:accent3>
    <a:accent4>
      <a:srgbClr val="C4C4CD"/>
    </a:accent4>
    <a:accent5>
      <a:srgbClr val="FF4136"/>
    </a:accent5>
    <a:accent6>
      <a:srgbClr val="2DB757"/>
    </a:accent6>
    <a:hlink>
      <a:srgbClr val="1A9AFA"/>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EYP2020_PPT">
    <a:dk1>
      <a:srgbClr val="FFFFFF"/>
    </a:dk1>
    <a:lt1>
      <a:srgbClr val="2E2E38"/>
    </a:lt1>
    <a:dk2>
      <a:srgbClr val="FFE600"/>
    </a:dk2>
    <a:lt2>
      <a:srgbClr val="000000"/>
    </a:lt2>
    <a:accent1>
      <a:srgbClr val="1A9AFA"/>
    </a:accent1>
    <a:accent2>
      <a:srgbClr val="2E2E38"/>
    </a:accent2>
    <a:accent3>
      <a:srgbClr val="747480"/>
    </a:accent3>
    <a:accent4>
      <a:srgbClr val="C4C4CD"/>
    </a:accent4>
    <a:accent5>
      <a:srgbClr val="FF4136"/>
    </a:accent5>
    <a:accent6>
      <a:srgbClr val="2DB757"/>
    </a:accent6>
    <a:hlink>
      <a:srgbClr val="1A9AFA"/>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EYP2020_PPT">
    <a:dk1>
      <a:srgbClr val="FFFFFF"/>
    </a:dk1>
    <a:lt1>
      <a:srgbClr val="2E2E38"/>
    </a:lt1>
    <a:dk2>
      <a:srgbClr val="FFE600"/>
    </a:dk2>
    <a:lt2>
      <a:srgbClr val="000000"/>
    </a:lt2>
    <a:accent1>
      <a:srgbClr val="1A9AFA"/>
    </a:accent1>
    <a:accent2>
      <a:srgbClr val="2E2E38"/>
    </a:accent2>
    <a:accent3>
      <a:srgbClr val="747480"/>
    </a:accent3>
    <a:accent4>
      <a:srgbClr val="C4C4CD"/>
    </a:accent4>
    <a:accent5>
      <a:srgbClr val="FF4136"/>
    </a:accent5>
    <a:accent6>
      <a:srgbClr val="2DB757"/>
    </a:accent6>
    <a:hlink>
      <a:srgbClr val="1A9AFA"/>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EYP2020_PPT">
    <a:dk1>
      <a:srgbClr val="FFFFFF"/>
    </a:dk1>
    <a:lt1>
      <a:srgbClr val="2E2E38"/>
    </a:lt1>
    <a:dk2>
      <a:srgbClr val="FFE600"/>
    </a:dk2>
    <a:lt2>
      <a:srgbClr val="000000"/>
    </a:lt2>
    <a:accent1>
      <a:srgbClr val="1A9AFA"/>
    </a:accent1>
    <a:accent2>
      <a:srgbClr val="2E2E38"/>
    </a:accent2>
    <a:accent3>
      <a:srgbClr val="747480"/>
    </a:accent3>
    <a:accent4>
      <a:srgbClr val="C4C4CD"/>
    </a:accent4>
    <a:accent5>
      <a:srgbClr val="FF4136"/>
    </a:accent5>
    <a:accent6>
      <a:srgbClr val="2DB757"/>
    </a:accent6>
    <a:hlink>
      <a:srgbClr val="1A9AFA"/>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EYP2020_PPT">
    <a:dk1>
      <a:srgbClr val="FFFFFF"/>
    </a:dk1>
    <a:lt1>
      <a:srgbClr val="2E2E38"/>
    </a:lt1>
    <a:dk2>
      <a:srgbClr val="FFE600"/>
    </a:dk2>
    <a:lt2>
      <a:srgbClr val="000000"/>
    </a:lt2>
    <a:accent1>
      <a:srgbClr val="1A9AFA"/>
    </a:accent1>
    <a:accent2>
      <a:srgbClr val="2E2E38"/>
    </a:accent2>
    <a:accent3>
      <a:srgbClr val="747480"/>
    </a:accent3>
    <a:accent4>
      <a:srgbClr val="C4C4CD"/>
    </a:accent4>
    <a:accent5>
      <a:srgbClr val="FF4136"/>
    </a:accent5>
    <a:accent6>
      <a:srgbClr val="2DB757"/>
    </a:accent6>
    <a:hlink>
      <a:srgbClr val="1A9AFA"/>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EYP2020_PPT">
    <a:dk1>
      <a:srgbClr val="FFFFFF"/>
    </a:dk1>
    <a:lt1>
      <a:srgbClr val="2E2E38"/>
    </a:lt1>
    <a:dk2>
      <a:srgbClr val="FFE600"/>
    </a:dk2>
    <a:lt2>
      <a:srgbClr val="000000"/>
    </a:lt2>
    <a:accent1>
      <a:srgbClr val="1A9AFA"/>
    </a:accent1>
    <a:accent2>
      <a:srgbClr val="2E2E38"/>
    </a:accent2>
    <a:accent3>
      <a:srgbClr val="747480"/>
    </a:accent3>
    <a:accent4>
      <a:srgbClr val="C4C4CD"/>
    </a:accent4>
    <a:accent5>
      <a:srgbClr val="FF4136"/>
    </a:accent5>
    <a:accent6>
      <a:srgbClr val="2DB757"/>
    </a:accent6>
    <a:hlink>
      <a:srgbClr val="1A9AFA"/>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EYP2020_PPT">
    <a:dk1>
      <a:srgbClr val="FFFFFF"/>
    </a:dk1>
    <a:lt1>
      <a:srgbClr val="2E2E38"/>
    </a:lt1>
    <a:dk2>
      <a:srgbClr val="FFE600"/>
    </a:dk2>
    <a:lt2>
      <a:srgbClr val="000000"/>
    </a:lt2>
    <a:accent1>
      <a:srgbClr val="1A9AFA"/>
    </a:accent1>
    <a:accent2>
      <a:srgbClr val="2E2E38"/>
    </a:accent2>
    <a:accent3>
      <a:srgbClr val="747480"/>
    </a:accent3>
    <a:accent4>
      <a:srgbClr val="C4C4CD"/>
    </a:accent4>
    <a:accent5>
      <a:srgbClr val="FF4136"/>
    </a:accent5>
    <a:accent6>
      <a:srgbClr val="2DB757"/>
    </a:accent6>
    <a:hlink>
      <a:srgbClr val="1A9AFA"/>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Custom 86">
    <a:dk1>
      <a:srgbClr val="FFFFFF"/>
    </a:dk1>
    <a:lt1>
      <a:srgbClr val="1A1A24"/>
    </a:lt1>
    <a:dk2>
      <a:srgbClr val="FFE600"/>
    </a:dk2>
    <a:lt2>
      <a:srgbClr val="2E2E38"/>
    </a:lt2>
    <a:accent1>
      <a:srgbClr val="2DB757"/>
    </a:accent1>
    <a:accent2>
      <a:srgbClr val="27ACAA"/>
    </a:accent2>
    <a:accent3>
      <a:srgbClr val="188CE5"/>
    </a:accent3>
    <a:accent4>
      <a:srgbClr val="750E5C"/>
    </a:accent4>
    <a:accent5>
      <a:srgbClr val="FF4136"/>
    </a:accent5>
    <a:accent6>
      <a:srgbClr val="FF6D00"/>
    </a:accent6>
    <a:hlink>
      <a:srgbClr val="0F69AE"/>
    </a:hlink>
    <a:folHlink>
      <a:srgbClr val="0F69AE"/>
    </a:folHlink>
  </a:clrScheme>
  <a:fontScheme name="EY">
    <a:majorFont>
      <a:latin typeface="EYInterstate Regular"/>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Custom 86">
    <a:dk1>
      <a:srgbClr val="FFFFFF"/>
    </a:dk1>
    <a:lt1>
      <a:srgbClr val="1A1A24"/>
    </a:lt1>
    <a:dk2>
      <a:srgbClr val="FFE600"/>
    </a:dk2>
    <a:lt2>
      <a:srgbClr val="2E2E38"/>
    </a:lt2>
    <a:accent1>
      <a:srgbClr val="2DB757"/>
    </a:accent1>
    <a:accent2>
      <a:srgbClr val="27ACAA"/>
    </a:accent2>
    <a:accent3>
      <a:srgbClr val="188CE5"/>
    </a:accent3>
    <a:accent4>
      <a:srgbClr val="750E5C"/>
    </a:accent4>
    <a:accent5>
      <a:srgbClr val="FF4136"/>
    </a:accent5>
    <a:accent6>
      <a:srgbClr val="FF6D00"/>
    </a:accent6>
    <a:hlink>
      <a:srgbClr val="0F69AE"/>
    </a:hlink>
    <a:folHlink>
      <a:srgbClr val="0F69AE"/>
    </a:folHlink>
  </a:clrScheme>
  <a:fontScheme name="EY">
    <a:majorFont>
      <a:latin typeface="EYInterstate Regular"/>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AF87FB8A11048E4EBD62242F9892B7D2" ma:contentTypeVersion="3" ma:contentTypeDescription="Create a new document." ma:contentTypeScope="" ma:versionID="14bd9206d7aca87c4735fb05e9eb4c2d">
  <xsd:schema xmlns:xsd="http://www.w3.org/2001/XMLSchema" xmlns:xs="http://www.w3.org/2001/XMLSchema" xmlns:p="http://schemas.microsoft.com/office/2006/metadata/properties" xmlns:ns2="1f68a0f6-12ba-43bc-af29-28e621509147" targetNamespace="http://schemas.microsoft.com/office/2006/metadata/properties" ma:root="true" ma:fieldsID="8ca268bb0273509ed280e0e6347c46c6" ns2:_="">
    <xsd:import namespace="1f68a0f6-12ba-43bc-af29-28e621509147"/>
    <xsd:element name="properties">
      <xsd:complexType>
        <xsd:sequence>
          <xsd:element name="documentManagement">
            <xsd:complexType>
              <xsd:all>
                <xsd:element ref="ns2:MediaServiceMetadata" minOccurs="0"/>
                <xsd:element ref="ns2:MediaServiceFastMetadata"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1f68a0f6-12ba-43bc-af29-28e621509147"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2584FD74-B24C-4FBB-B1C6-27AB45EADA39}">
  <ds:schemaRefs>
    <ds:schemaRef ds:uri="http://purl.org/dc/dcmitype/"/>
    <ds:schemaRef ds:uri="http://www.w3.org/XML/1998/namespace"/>
    <ds:schemaRef ds:uri="http://schemas.microsoft.com/office/infopath/2007/PartnerControls"/>
    <ds:schemaRef ds:uri="http://schemas.microsoft.com/office/2006/metadata/properties"/>
    <ds:schemaRef ds:uri="http://schemas.microsoft.com/office/2006/documentManagement/types"/>
    <ds:schemaRef ds:uri="http://purl.org/dc/elements/1.1/"/>
    <ds:schemaRef ds:uri="http://schemas.openxmlformats.org/package/2006/metadata/core-properties"/>
    <ds:schemaRef ds:uri="1f68a0f6-12ba-43bc-af29-28e621509147"/>
    <ds:schemaRef ds:uri="http://purl.org/dc/terms/"/>
  </ds:schemaRefs>
</ds:datastoreItem>
</file>

<file path=customXml/itemProps2.xml><?xml version="1.0" encoding="utf-8"?>
<ds:datastoreItem xmlns:ds="http://schemas.openxmlformats.org/officeDocument/2006/customXml" ds:itemID="{4C59BC27-A57C-4AF4-B7C9-3DC325F8AB2E}">
  <ds:schemaRefs>
    <ds:schemaRef ds:uri="1f68a0f6-12ba-43bc-af29-28e621509147"/>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6597FC56-33D0-477C-B90B-BC51639E2EA2}">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otalTime>7173</TotalTime>
  <Words>29499</Words>
  <Application>Microsoft Office PowerPoint</Application>
  <PresentationFormat>Widescreen</PresentationFormat>
  <Paragraphs>5447</Paragraphs>
  <Slides>145</Slides>
  <Notes>9</Notes>
  <HiddenSlides>6</HiddenSlides>
  <MMClips>0</MMClips>
  <ScaleCrop>false</ScaleCrop>
  <HeadingPairs>
    <vt:vector size="8" baseType="variant">
      <vt:variant>
        <vt:lpstr>Fonts Used</vt:lpstr>
      </vt:variant>
      <vt:variant>
        <vt:i4>23</vt:i4>
      </vt:variant>
      <vt:variant>
        <vt:lpstr>Theme</vt:lpstr>
      </vt:variant>
      <vt:variant>
        <vt:i4>6</vt:i4>
      </vt:variant>
      <vt:variant>
        <vt:lpstr>Embedded OLE Servers</vt:lpstr>
      </vt:variant>
      <vt:variant>
        <vt:i4>1</vt:i4>
      </vt:variant>
      <vt:variant>
        <vt:lpstr>Slide Titles</vt:lpstr>
      </vt:variant>
      <vt:variant>
        <vt:i4>145</vt:i4>
      </vt:variant>
    </vt:vector>
  </HeadingPairs>
  <TitlesOfParts>
    <vt:vector size="175" baseType="lpstr">
      <vt:lpstr>Aptos</vt:lpstr>
      <vt:lpstr>Arial</vt:lpstr>
      <vt:lpstr>Arial </vt:lpstr>
      <vt:lpstr>Arial Unicode MS</vt:lpstr>
      <vt:lpstr>Calibri</vt:lpstr>
      <vt:lpstr>Courier New</vt:lpstr>
      <vt:lpstr>Energy</vt:lpstr>
      <vt:lpstr>Energy Display</vt:lpstr>
      <vt:lpstr>EY interstate light</vt:lpstr>
      <vt:lpstr>EYInterstate</vt:lpstr>
      <vt:lpstr>EYInterstate Light</vt:lpstr>
      <vt:lpstr>EYInterstate Regular</vt:lpstr>
      <vt:lpstr>Georgia</vt:lpstr>
      <vt:lpstr>Gill Sans</vt:lpstr>
      <vt:lpstr>Nokia Pure Text Light</vt:lpstr>
      <vt:lpstr>Segoe UI</vt:lpstr>
      <vt:lpstr>Segoe UI Semibold</vt:lpstr>
      <vt:lpstr>System Font Regular</vt:lpstr>
      <vt:lpstr>Tahoma</vt:lpstr>
      <vt:lpstr>Times</vt:lpstr>
      <vt:lpstr>Wingdings</vt:lpstr>
      <vt:lpstr>Wingdings 3</vt:lpstr>
      <vt:lpstr>ヒラギノ角ゴ ProN W3</vt:lpstr>
      <vt:lpstr>Small Text [LIGHT]</vt:lpstr>
      <vt:lpstr>1_EY dark background</vt:lpstr>
      <vt:lpstr>Normative Model - EY dark background</vt:lpstr>
      <vt:lpstr>5_Global Summary</vt:lpstr>
      <vt:lpstr>2_RTX Masters: Content</vt:lpstr>
      <vt:lpstr>3_Office Theme</vt:lpstr>
      <vt:lpstr>think-cell Slide</vt:lpstr>
      <vt:lpstr>Record-to-Report | Operating Model and Capability Enablement</vt:lpstr>
      <vt:lpstr>Review Slides – slides created from scratch</vt:lpstr>
      <vt:lpstr>PowerPoint Presentation</vt:lpstr>
      <vt:lpstr>PowerPoint Presentation</vt:lpstr>
      <vt:lpstr>Executive Summary</vt:lpstr>
      <vt:lpstr>Objectives and Scope</vt:lpstr>
      <vt:lpstr>PowerPoint Presentation</vt:lpstr>
      <vt:lpstr>Global Process Ownership (GPO) Structure</vt:lpstr>
      <vt:lpstr>Responsibilities of Global Process Owners (GPO)</vt:lpstr>
      <vt:lpstr>GPO Responsibilities | Interaction Model</vt:lpstr>
      <vt:lpstr>Role Summaries and Description</vt:lpstr>
      <vt:lpstr>Record-to-Report Process Maps</vt:lpstr>
      <vt:lpstr>Record-to-Report Process Overview</vt:lpstr>
      <vt:lpstr>Placement of RTR L3 Activities – Current State (Accounting)</vt:lpstr>
      <vt:lpstr>Placement of RTR L3 Activities – Future State (Accounting)</vt:lpstr>
      <vt:lpstr>Record-to-Report Service Delivery (1/2)</vt:lpstr>
      <vt:lpstr>Record-to-Report Service Delivery (2/2)</vt:lpstr>
      <vt:lpstr>PowerPoint Presentation</vt:lpstr>
      <vt:lpstr>Record-to-Report Process Ownership Model</vt:lpstr>
      <vt:lpstr>R2R Organizational Framework | Revenue Recognition Accounting</vt:lpstr>
      <vt:lpstr>R2R Organizational Framework | Technical Accounting &amp; Reporting</vt:lpstr>
      <vt:lpstr>R2R Organizational Framework | SSC General Ledger (GL)</vt:lpstr>
      <vt:lpstr>Transition Strategy – 1</vt:lpstr>
      <vt:lpstr>Transition Strategy – 2</vt:lpstr>
      <vt:lpstr>Sourcing Strategy – 1</vt:lpstr>
      <vt:lpstr>Sourcing Strategy – 2</vt:lpstr>
      <vt:lpstr>PowerPoint Presentation</vt:lpstr>
      <vt:lpstr>Persona Capability Summary – General Ledger (GL) Accountant</vt:lpstr>
      <vt:lpstr>Persona Capability Summary – Intercompany Accountant</vt:lpstr>
      <vt:lpstr>Persona Capability Summary – Consolidation &amp; Reporting Specialist</vt:lpstr>
      <vt:lpstr>Skill Assessment Toolkit</vt:lpstr>
      <vt:lpstr>Roadmap Builder (Method 1 – Generic)</vt:lpstr>
      <vt:lpstr>Roadmap Builder (Method 2 – Scoring Based)</vt:lpstr>
      <vt:lpstr>PowerPoint Presentation</vt:lpstr>
      <vt:lpstr>KPIs for GBS performance (1/2)</vt:lpstr>
      <vt:lpstr>KPIs for GBS performance (2/2)</vt:lpstr>
      <vt:lpstr>KPIs for CoE performance (1/2)</vt:lpstr>
      <vt:lpstr>KPIs for CoE performance (2/2)</vt:lpstr>
      <vt:lpstr>PowerPoint Presentation</vt:lpstr>
      <vt:lpstr>Record-to-Report Technology | Cloud Interface</vt:lpstr>
      <vt:lpstr>Record-to-Report Technology Landscape</vt:lpstr>
      <vt:lpstr>BlackLine | 1</vt:lpstr>
      <vt:lpstr>BlackLine | 2</vt:lpstr>
      <vt:lpstr>BlackLine | 3</vt:lpstr>
      <vt:lpstr>Trintech | 1</vt:lpstr>
      <vt:lpstr>Trintech | 2</vt:lpstr>
      <vt:lpstr>Trintech | 3</vt:lpstr>
      <vt:lpstr>ARCS | 1</vt:lpstr>
      <vt:lpstr>ARCS | 2</vt:lpstr>
      <vt:lpstr>ARCS | 3</vt:lpstr>
      <vt:lpstr>Financial Consolidation &amp; Close | 1</vt:lpstr>
      <vt:lpstr>Financial Consolidation &amp; Close | 2</vt:lpstr>
      <vt:lpstr>Financial Consolidation &amp; Close | 3</vt:lpstr>
      <vt:lpstr>PowerPoint Presentation</vt:lpstr>
      <vt:lpstr>GBS Governance Models</vt:lpstr>
      <vt:lpstr>GBS Governance Layers</vt:lpstr>
      <vt:lpstr>Governance &amp; Accountability Framework</vt:lpstr>
      <vt:lpstr>RACI Definitions and Rules</vt:lpstr>
      <vt:lpstr>Record-to-Report | RACI Matrix (1/3)</vt:lpstr>
      <vt:lpstr>Record-to-Report | RACI Matrix (2/3)</vt:lpstr>
      <vt:lpstr>Record-to-Report | RACI Matrix (3/3)</vt:lpstr>
      <vt:lpstr>Change Impact Analysis (1/2)</vt:lpstr>
      <vt:lpstr>Change Impact Analysis (2/2)</vt:lpstr>
      <vt:lpstr>PowerPoint Presentation</vt:lpstr>
      <vt:lpstr>Client Credentials</vt:lpstr>
      <vt:lpstr>PowerPoint Presentation</vt:lpstr>
      <vt:lpstr>RTR Process Taxonomy</vt:lpstr>
      <vt:lpstr>RTR Contextual Models (1/2)</vt:lpstr>
      <vt:lpstr>RTR Key Process Changes</vt:lpstr>
      <vt:lpstr>Record to Report Process  Overview and leading practice performance metrics</vt:lpstr>
      <vt:lpstr>Finance Transformation – R2R</vt:lpstr>
      <vt:lpstr>PowerPoint Presentation</vt:lpstr>
      <vt:lpstr>Sourcing Options</vt:lpstr>
      <vt:lpstr>Options for BPO Economic Model</vt:lpstr>
      <vt:lpstr>Considerations for Suitable Model</vt:lpstr>
      <vt:lpstr>Sourcing Models</vt:lpstr>
      <vt:lpstr>Transition Strategy</vt:lpstr>
      <vt:lpstr>Cost Optimization Strategies</vt:lpstr>
      <vt:lpstr>Accountability &amp; Interaction Model for New Controllership</vt:lpstr>
      <vt:lpstr>CFM vs. Regional / Country Controller</vt:lpstr>
      <vt:lpstr>Current State Taxonomy &amp; Activity Placement - Accounting</vt:lpstr>
      <vt:lpstr>Future State Taxonomy &amp; Activity Placement - Accounting</vt:lpstr>
      <vt:lpstr>GPO Structure</vt:lpstr>
      <vt:lpstr>Responsibilities of Global Process Owners (GPO) </vt:lpstr>
      <vt:lpstr>GPO responsibilities | Interaction model</vt:lpstr>
      <vt:lpstr>Role Summaries </vt:lpstr>
      <vt:lpstr>PowerPoint Presentation</vt:lpstr>
      <vt:lpstr>Revenue Recognition Accounting</vt:lpstr>
      <vt:lpstr>Technical Accounting &amp; Reporting</vt:lpstr>
      <vt:lpstr>SSC GL</vt:lpstr>
      <vt:lpstr>Maturity Assessment (1/2)</vt:lpstr>
      <vt:lpstr>Maturity Assessment (2/2)</vt:lpstr>
      <vt:lpstr>A maturity assessment can be done for RTR as an EY differentiator around various operational levers</vt:lpstr>
      <vt:lpstr>Record-to-Report | Maturity Model</vt:lpstr>
      <vt:lpstr>Intercompany Accounting | Maturity Model</vt:lpstr>
      <vt:lpstr>Revenue Recognition Model (1/3)</vt:lpstr>
      <vt:lpstr>Revenue Recognition Model (2/3)</vt:lpstr>
      <vt:lpstr>Revenue Recognition Model (3/3)</vt:lpstr>
      <vt:lpstr>Change Impact Assessment (1/2)</vt:lpstr>
      <vt:lpstr>Decision Making Roles and Responsibilities</vt:lpstr>
      <vt:lpstr>Templates</vt:lpstr>
      <vt:lpstr>Templates: RACI</vt:lpstr>
      <vt:lpstr>Templates: Communication Plan</vt:lpstr>
      <vt:lpstr>Templates: RAID Log</vt:lpstr>
      <vt:lpstr>Templates: Project Charter</vt:lpstr>
      <vt:lpstr>Templates: Governance / Decision Making – Accountability Matrix</vt:lpstr>
      <vt:lpstr>Oracle Cloud Interface Diagram </vt:lpstr>
      <vt:lpstr>Technology Landscape</vt:lpstr>
      <vt:lpstr>What is BlackLine?</vt:lpstr>
      <vt:lpstr>How do BlackLine and SAP work together? </vt:lpstr>
      <vt:lpstr>Why use BlackLine with SAP? </vt:lpstr>
      <vt:lpstr>What is Trintech?</vt:lpstr>
      <vt:lpstr>Trintech - Capabilities</vt:lpstr>
      <vt:lpstr>Account Reconciliation Cloud Service (ARCS) Overview</vt:lpstr>
      <vt:lpstr>Account Reconciliation Cloud Service (ARCS) Architecture</vt:lpstr>
      <vt:lpstr>FCPM leading vendors comparison</vt:lpstr>
      <vt:lpstr>FCPM Tool Analysis</vt:lpstr>
      <vt:lpstr>Financial Consolidation Solutions Assessment (1/3)</vt:lpstr>
      <vt:lpstr>Financial Consolidation Solutions Assessment (2/3)</vt:lpstr>
      <vt:lpstr>Financial Consolidation Solutions Assessment (3/3)</vt:lpstr>
      <vt:lpstr>Companies need to rethink what information creates value and how they can set up an efficient structure to steer and report on it and provide real(er) time transparency to stakeholders.</vt:lpstr>
      <vt:lpstr>Evolution of GBS governance models  </vt:lpstr>
      <vt:lpstr>GBS Governance Layers</vt:lpstr>
      <vt:lpstr>Close Calendar</vt:lpstr>
      <vt:lpstr>Case Study#1 Manual journal entry (MJE) analysis   </vt:lpstr>
      <vt:lpstr>Case Study #2 Record to Report Assessment </vt:lpstr>
      <vt:lpstr>Case Study #3 Close Optimization </vt:lpstr>
      <vt:lpstr>Top 20 US Pharma Company – Fast Close Project</vt:lpstr>
      <vt:lpstr>FTSE 100 Global Pharma Company – Fast Close Project</vt:lpstr>
      <vt:lpstr>Finance integration of multinational Swiss group into global life sciences company</vt:lpstr>
      <vt:lpstr>Finance Process Standardization &amp; Documentation</vt:lpstr>
      <vt:lpstr>Dairy Farm: BlackLine Transaction Matching &amp; Journal Implementation</vt:lpstr>
      <vt:lpstr>Coupang: BlackLine Account Reconciliation Implementation</vt:lpstr>
      <vt:lpstr>Marathon Petroleum Corporation: BlackLine Journal Module Implementation</vt:lpstr>
      <vt:lpstr>GDS Projects (1/x)</vt:lpstr>
      <vt:lpstr>GDS Projects (2/x)</vt:lpstr>
      <vt:lpstr>GDS Projects (3/x)</vt:lpstr>
      <vt:lpstr>GDS Projects (4/x)</vt:lpstr>
      <vt:lpstr>GDS Projects (4/x)</vt:lpstr>
      <vt:lpstr>Record-to-Report Process Ownership Model</vt:lpstr>
      <vt:lpstr>RTR Service Delivery (1/2)</vt:lpstr>
      <vt:lpstr>RTR Service Delivery (2/2)</vt:lpstr>
      <vt:lpstr>GPO Responsibilities | Interaction Model</vt:lpstr>
      <vt:lpstr>Record-to-Report Personas (1/2)</vt:lpstr>
      <vt:lpstr>Record-to-Report Personas (2/2)</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Baldev Chopra</dc:creator>
  <cp:lastModifiedBy>Baldev Chopra</cp:lastModifiedBy>
  <cp:revision>1</cp:revision>
  <dcterms:created xsi:type="dcterms:W3CDTF">2025-08-11T06:43:10Z</dcterms:created>
  <dcterms:modified xsi:type="dcterms:W3CDTF">2025-09-22T05:11:44Z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0x010100AF87FB8A11048E4EBD62242F9892B7D2</vt:lpwstr>
  </property>
</Properties>
</file>